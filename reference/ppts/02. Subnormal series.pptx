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327" r:id="rId6"/>
    <p:sldId id="303" r:id="rId7"/>
    <p:sldId id="321" r:id="rId8"/>
    <p:sldId id="328" r:id="rId9"/>
    <p:sldId id="339" r:id="rId10"/>
    <p:sldId id="322" r:id="rId11"/>
    <p:sldId id="329" r:id="rId12"/>
    <p:sldId id="340" r:id="rId13"/>
    <p:sldId id="341" r:id="rId14"/>
    <p:sldId id="342" r:id="rId15"/>
    <p:sldId id="304" r:id="rId16"/>
    <p:sldId id="305" r:id="rId17"/>
    <p:sldId id="306" r:id="rId18"/>
    <p:sldId id="308" r:id="rId19"/>
    <p:sldId id="309" r:id="rId20"/>
    <p:sldId id="310" r:id="rId21"/>
    <p:sldId id="312" r:id="rId22"/>
    <p:sldId id="314" r:id="rId23"/>
    <p:sldId id="318" r:id="rId24"/>
    <p:sldId id="315" r:id="rId25"/>
    <p:sldId id="325" r:id="rId26"/>
    <p:sldId id="316" r:id="rId27"/>
    <p:sldId id="343" r:id="rId28"/>
    <p:sldId id="317" r:id="rId29"/>
    <p:sldId id="319" r:id="rId30"/>
    <p:sldId id="320" r:id="rId31"/>
    <p:sldId id="313" r:id="rId32"/>
    <p:sldId id="344" r:id="rId33"/>
    <p:sldId id="331" r:id="rId34"/>
    <p:sldId id="332" r:id="rId35"/>
    <p:sldId id="333" r:id="rId36"/>
    <p:sldId id="345" r:id="rId37"/>
    <p:sldId id="334" r:id="rId38"/>
    <p:sldId id="335" r:id="rId39"/>
    <p:sldId id="346" r:id="rId40"/>
    <p:sldId id="336" r:id="rId41"/>
    <p:sldId id="347" r:id="rId42"/>
    <p:sldId id="348" r:id="rId43"/>
    <p:sldId id="337" r:id="rId44"/>
    <p:sldId id="338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41:57.63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2075 692 1488 0,'0'0'1748'0,"0"0"-744"0,0 0-276 15,0 0-728-15,0 0 64 0,0 0 3740 0,0 0-3000 16,0 0-224-16,0 0-256 0,-36 0 205 0,32-3 115 16,4 3-56-16,-3-3-60 0,3 3 72 15,0-3 60-15,0 3-16 0,0 0-164 32,0 0-140-17,0 0-40-15,0 0-12 0,0 0-68 0,3 0-72 16,5 0-48-16,1 0 52 0,10 0 184 0,1 0-40 0,8 0-24 15,4-4-148-15,0-2 16 0,4 0 68 0,-4-1-200 16,3-2-8-16,-3 0 196 16,-4 2-196-16,0 0-84 15,-4 0 84-15,0 2-88 0,-1 2 28 16,-6-4-88-16,3 3 12 0,-8 2-300 0,-1 2-212 16,-2 0-68-16,-1 0-176 0,-4 0-184 0,-4 0-208 15,0 2-512-15,0 5-441 0,0 0-687 0,-8 5 356 16</inkml:trace>
  <inkml:trace contextRef="#ctx0" brushRef="#br0" timeOffset="1616.64">2307 720 1512 0,'0'0'3052'0,"0"0"-1996"16,0 0 1360-16,0 0-1324 0,0 0-72 0,0 0 361 15,0 0-165-15,0 70-244 0,0-47-252 0,0 2-200 0,0 0-144 16,3 7-108-16,1 0-120 0,0 3 180 15,0-1-100-15,-4 5-104 0,5-4-124 16,-5 0-68-16,0-3 60 0,0-4-84 0,0-3 0 16,0-2-424-16,0-1-100 0,0-3-296 31,-9 3-436-31,5 0-448 0,-3 0-353 0,-1-3-7 16,-1-6-188-16,-2 4-536 0</inkml:trace>
  <inkml:trace contextRef="#ctx0" brushRef="#br0" timeOffset="1794.72">2131 1369 3208 0,'0'0'1488'16,"0"0"152"-16,0 0-148 0,0 0 388 0,0 0-599 31,0 0-305-31,0 0-156 0,0 0-144 0,0 0-156 16,0 0-264-16,-24-25-132 0,32 25 44 0,0-5 96 0,8 3 164 16,4-2 128-16,0 1-144 15,4 0 4-15,3 0-268 0,1-1 16 0,0 1-164 0,0-3-36 0,0 0-16 0,0-1-36 16,4-2-640-16,-4-1-204 15,4 1-536-15,-12 0-784 0,12-8-2585 16</inkml:trace>
  <inkml:trace contextRef="#ctx0" brushRef="#br0" timeOffset="1973.379">2868 1102 11489 0,'0'0'1256'0,"0"0"-884"0,0 0-92 0,0 0 140 0,80 6-152 0,-64-9-52 16,0-4-80-16,3-5-44 15,-2-1-92-15,3-9-584 0,-1-1-728 0,-2 4-745 16,-2-16-3107-16</inkml:trace>
  <inkml:trace contextRef="#ctx0" brushRef="#br0" timeOffset="2242.462">2908 705 8732 0,'0'0'2741'0,"0"0"-2125"31,0 0-104-31,0 0 700 0,-52 72-48 0,49-47-396 16,-2 5-136-16,5 1-108 0,0 4-28 16,12 6 12-16,0 8-184 0,0 1-68 15,4 10-144-15,0 4 72 16,-4 2-96-16,4-2-28 0,-4-1 40 0,-1-5-92 0,-2-4 140 15,-1-7-52-15,-4-3 40 0,0-2-12 0,-4-4 24 16,-8-3 60-16,0 0-100 0,-8-6-56 16,0-4-52-16,-8-3-132 15,0-6 56-15,-8-3-132 0,4-7-428 0,-7-6-116 16,-5 0-176-16,3-10-776 16,5 1-1240-16,-11-20-3269 0</inkml:trace>
  <inkml:trace contextRef="#ctx0" brushRef="#br0" timeOffset="3025.155">4964 720 8720 0,'0'0'1476'16,"0"0"-856"-16,0 0 305 0,0 0 651 0,0 0-156 15,0 0-184-15,0 0-220 0,0 0-212 16,0 0-184-16,0 0 56 0,-48 32-124 0,32-3-332 15,1 11-84-15,-2 18 24 0,-3 9-16 16,1 8 16-16,2 12-152 16,2-1-8-16,-2-4-132 0,6 0 12 15,3-8 116-15,-1-11-100 0,9-9-80 0,-3-12 24 0,3-17 12 16,0-6-84-16,0-10-148 0,3-5-140 16,1-4-132-16,9-10-368 0,-2-9-640 15,10-6-508-15,-1-14-453 0,-5 8-1695 16,6-30-444-16</inkml:trace>
  <inkml:trace contextRef="#ctx0" brushRef="#br0" timeOffset="3359.369">4913 914 8928 0,'0'0'1524'0,"0"0"-1108"0,0 0-43 0,0 0 371 0,0 0 216 16,0 0 164-16,0 0 48 15,0 0-292-15,58 80-164 0,-33-46-56 0,3 8-140 16,0 5-260-16,3 5-136 0,-3 5 148 15,0-4-136-15,-3 1-64 0,-2-6-72 16,-3-3-12-16,-4-8-88 0,0-8 40 0,-9-7-124 16,2-3-16-16,-9-6-168 0,0-4-204 15,0-2-148-15,-9-4-148 0,-2-3-240 16,-9 0-304-16,-4-3-212 0,0-10-193 16,-4-3 573-16,-3-6 712 0,-1-3-248 0,-4 0-704 15,-1-4-64-15,2-1 972 0,3 2 576 16,4 6 1632-16,9 3 148 0,2 3-132 15,6 7-80-15,7-1-407 0,4 7-301 0,0 0-196 16,4-3-128-16,7-1 12 0,9 1-44 16,8-4-88-16,8 4-188 15,4-3-40-15,0-1-188 0,7 0 12 0,2 3-12 32,2-1-48-32,1 2-544 0,0-1-832 0,-12 1-932 15,16 2-5097-15</inkml:trace>
  <inkml:trace contextRef="#ctx0" brushRef="#br0" timeOffset="3780.857">5869 1421 13461 0,'0'0'1244'0,"0"0"-1244"15,0 0 76-15,0 0 264 0,0 0 820 0,0 68 136 16,0-37-136-16,-5 4-372 0,1 4-240 16,0-5-264-16,0 1-284 0,1-6-56 15,3-4-188-15,0-3-196 0,0-9-212 0,0-3-380 0,3-10-968 16,9 0-808-16,1-10-1609 0,2-22-1431 15</inkml:trace>
  <inkml:trace contextRef="#ctx0" brushRef="#br0" timeOffset="3994.733">6358 813 13521 0,'0'0'1884'15,"0"0"-736"-15,16 66-576 0,-12-25 260 16,0 13 668-16,-4 7-324 0,0 6-68 0,0 0-551 16,0 2-253-16,0-5-304 15,0-1-24-15,0-7-172 0,4-4-228 0,-4-8-145 0,5-12 21 0,-5-7-160 0,4-11-544 16,-4-11-892-16,4-3-756 16,-4-3-1673-16,3-23-127 0</inkml:trace>
  <inkml:trace contextRef="#ctx0" brushRef="#br0" timeOffset="4328.543">6395 901 11401 0,'0'0'1536'0,"0"0"-1140"0,0 0 112 0,0 0 544 16,0 0 256-16,0 0-316 0,0 0 156 0,0 0-88 0,0 0-8 16,0 0-200-16,83 80-231 0,-80-42-341 15,6 6-172-15,-5 1-108 16,0-4-88-16,-4-2-92 0,4-8-4 0,-4-2 51 15,4-7 69-15,3-6-20 0,-2 0-108 16,7-4-40-16,4 1 24 0,0-1 112 16,8 1 92-16,8-3-4 0,-4 2-44 0,3-2 52 15,1 0 4-15,4-2 152 0,-8-1-156 16,0 3 0-16,-9-1 72 0,1 1 4 16,-3 3-16-16,-6 3 36 0,-7 0-12 15,0 6 52-15,-4 3 144 0,-4 3-75 0,-11 2-81 16,-5-5-112-16,-5 3 0 15,-3-6-12-15,5-2-100 0,-5-1-153 16,0-7-111-16,0 1-212 0,4-7-300 16,-4 0-488-16,0-6-432 0,4 0-688 0,9 0-1941 15,-6-6-2355-15</inkml:trace>
  <inkml:trace contextRef="#ctx0" brushRef="#br0" timeOffset="4548.164">7327 1685 3148 0,'0'0'12513'16,"0"0"-10969"-16,0 0-1544 0,-68 77 0 0,40-48 60 15,0 1 276-15,-4 0 108 16,1 2-244-16,3-7-200 0,0-3-216 15,3 0-740-15,1-5-724 0,9-9-1316 0,-5 6-2813 16</inkml:trace>
  <inkml:trace contextRef="#ctx0" brushRef="#br0" timeOffset="5066.636">8247 962 12209 0,'0'0'2016'0,"0"0"-1460"0,0 0 124 0,-76-7 76 16,48 14 344-16,-4 5-248 0,-4 4-296 0,5 7-28 16,-5 5-60-16,4 7 32 0,-4 6 184 15,8 11 92-15,4 0-167 0,4 6-197 16,5 0-148-16,7 1-264 0,-1-4-12 16,9-4 12-16,0-7 96 0,5-9-96 0,7 0-60 15,-1-7-24-15,9-5 32 0,5-1 48 16,3-6-44-16,7-4 44 0,5-5-80 15,-1-4 36 1,6-3-48-16,2 0-76 0,5-13-276 0,0 1-257 16,4-5-723-16,-5-1-716 0,-10 2-1812 0,10-7-2389 15</inkml:trace>
  <inkml:trace contextRef="#ctx0" brushRef="#br0" timeOffset="5947.161">10231 1207 7716 0,'0'0'2064'0,"0"0"-699"0,0 0-373 0,0 0 400 16,0 0-340-16,0 0-116 0,-88-36 20 16,73 36-208-16,2 10-400 0,-2 5-188 0,3 8 76 31,4 6-16-31,0 6 76 0,4 6 88 0,4-3 56 15,0 0-84-15,0-6-148 0,4-10-140 16,0-6-68-16,0-7-76 0,4-5-20 16,0-4-28-16,3 0-48 0,6-7-84 15,-2-8 72-15,9-8-76 16,-3-8-36-16,-2-2 0 0,-3 3-88 0,0-3 124 0,0 8 76 16,0 6-52-16,-4 6-16 0,4 7 28 0,4 6 224 15,-5 0 224-15,6 3 40 0,-5 9 72 16,3 1-4-16,-2 3-72 15,-2 0-12-15,-2 0-88 0,-2-1 52 0,-3-2-28 16,1 4-176-16,-2-5-8 0,1-3-160 16,-4 1-432-16,-4-3-340 0,0-1-332 15,0-3-868-15,0 0-1901 0,0-3-1747 0</inkml:trace>
  <inkml:trace contextRef="#ctx0" brushRef="#br0" timeOffset="6247.482">10598 1013 9460 0,'0'0'2141'0,"0"0"-909"0,0 0 256 0,0 0-112 0,76 3-308 15,-65 6 112-15,-3 1-184 16,0 3-272 0,1 5-280-16,-6 8-164 0,1 2-136 15,-4 4-8-15,0 6-76 0,0 0-60 0,0-3-48 16,-4-6 40-16,1-4 0 0,3-12 0 15,0-6-52-15,0-5 12 0,0 3 48 0,0-5 8 0,0 0 8 16,0 0 116-16,3-7-132 16,5 0-120-16,0-6 120 0,8-6-12 0,5-3 12 15,-2-3-284-15,9-5-228 16,-4-1-348-16,4-4-300 0,0 4-700 0,-5 5-2292 16,5-9-3033-16</inkml:trace>
  <inkml:trace contextRef="#ctx0" brushRef="#br0" timeOffset="6547.709">11187 1219 10696 0,'0'0'2809'0,"0"0"-2101"0,0 0-616 0,24 76 388 0,-16-66 276 0,1-10 252 16,2 0-128-16,5 0-96 0,0-13-232 16,4-3-144-16,4-9-200 15,0 0-208-15,0-11-160 0,-4 4 24 0,-5 1 0 16,-2 9 52-16,-5 3 84 0,-4 6 8 15,-4 6 140 1,-4 4 148-16,-4 3-248 0,-8 0 4 0,-1 0-44 0,-2 3 72 16,-1 7 116-16,0 6-196 0,4 6 0 15,-4 3-48-15,4 7 48 0,0 6 4 0,4-3 8 16,1 7 148-16,-2-4-48 0,5-4-64 0,1 2 48 16,7-9 4-1,0 0-56-15,0-8-44 0,4-7-108 0,7 1-64 0,6-7-136 16,-2 1 4-16,9-7-152 15,0 0 12-15,0-3-100 0,3-7-52 16,1-3-388-16,0-5-400 0,-4 5-904 16,8-9-2549-16</inkml:trace>
  <inkml:trace contextRef="#ctx0" brushRef="#br0" timeOffset="7295.252">13048 1174 9048 0,'0'0'1732'16,"0"0"-1267"-16,0 0 51 0,0 0 700 0,0 0 384 15,0 0-200-15,0 0-148 0,0 0-668 0,0 0-116 0,0 0-184 32,-80-16-112-32,60 35-12 0,1 6-60 0,2 11 32 15,-2 9 28-15,7-1 24 0,0 3-72 16,8-2-112-16,0-10-40 0,4-10-108 0,0-6-12 15,4-9 0-15,0-4-12 16,0-6-60-16,4 0 8 0,4-6-96 16,7-10 184-16,2-3-48 0,-1-6 108 0,7-4 68 0,-3 0-116 15,0 4-36-15,0 6 20 16,4 6-20-16,-5 7-88 0,2 6 248 0,-1 3 336 16,0 13 108-16,0 7-96 0,-5 4-12 15,1 5-128-15,-4 7-36 0,-4 5-24 16,-4 0-24-16,0 8 72 0,-4 1-36 0,-4 7 84 15,-4 1-48-15,-4 2-84 0,-7-2 8 16,-6-3 176-16,1-8 116 0,-4-3 260 16,1-9-260-16,3-6-119 0,-1-6-89 0,6-11-80 15,2-5 44-15,6-7 0 0,-1-3-68 16,0-3-100-16,0-13-136 0,-4-3-92 16,4-13-76-16,4-6 0 0,1-10 135 15,3-3-51 1,3-2 24-16,5-1-168 0,4 0-136 15,4 0 24-15,0 0-124 0,0 3-396 0,4-4-1180 16,-8 15-1656-16,8-20-2325 0</inkml:trace>
  <inkml:trace contextRef="#ctx0" brushRef="#br0" timeOffset="7561.607">13507 1061 11985 0,'0'0'1828'16,"0"0"-1296"-16,0 0-36 0,0 0 572 15,27 72 348-15,-22-50-256 0,-2 4-212 0,1-5-444 16,-4 5-248-16,0 3-36 0,0 0-100 16,0-1-116-16,-4 4-4 0,1-7-72 15,-2 0 24-15,5-8 36 0,-4-4 0 0,4-4-48 16,0-6 56-16,0-3 4 0,0 0 12 16,0 0 0-16,0 0-12 0,0-3-36 15,9-6-112-15,-2-8 104 0,5-2 40 0,4-9-4 16,4-1-152-16,-4-6-220 15,4 4-48-15,0-8-92 0,0 1-280 0,0 0-596 32,-8 10-1472-32,8-17-3709 0</inkml:trace>
  <inkml:trace contextRef="#ctx0" brushRef="#br0" timeOffset="7868.076">13829 1292 12117 0,'0'0'2132'0,"0"0"-1400"0,0 82-76 0,0-60 336 0,4 3 204 16,0-8-332-16,4-4-312 16,0-7-172-16,8-6 84 0,-4 0-72 15,7-3-196-15,6-10-148 0,-1-7-48 16,4-5-132-16,0-6-136 0,-4-4-52 0,-1 0-12 16,-3 1 40-16,0 5 108 0,-8-1 72 15,-4 9 40-15,-4 2-4 16,-4 1 16-16,0 1 60 0,-8 7 84 15,-4 1 152-15,-4 6-188 0,4 3 212 16,-4 0-188-16,0 9 0 0,0 7-72 0,4 3 0 16,-4 6 4-16,4 3 72 0,1-2 68 15,2 0-144-15,5-4 0 0,1-3-244 16,-1 0-48-16,0-6-336 0,4-3-324 16,0-3-492-16,8-5-928 0,-1-2-845 0,10-13-1943 15</inkml:trace>
  <inkml:trace contextRef="#ctx0" brushRef="#br0" timeOffset="8177.786">14308 1095 7736 0,'0'0'5401'15,"0"0"-4393"-15,0 0-428 0,0 0 528 0,7 86 320 0,-7-65-16 0,0 3-88 32,0-6-348-32,0-5-416 0,0-3-292 0,0-4-123 0,0-3-97 0,0-3 40 31,8 0-88-31,0 0-64 0,4-6-117 15,8-7-111-15,0-6-24 0,0-3 0 16,3 0-124-16,-2-3 24 0,-1 5 36 0,-5 1 124 16,2 3-12-16,-6 7 44 0,2 2 76 15,-6 7 16-15,1 0 132 0,-4 4 276 16,0 5 228-16,0 7 48 0,1 3-16 0,-5 4-204 16,0-2-116-16,0 5-32 0,-9-4 60 15,9 1-52-15,-4-5-192 0,0 1 0 16,0-6-144-16,4-4-184 0,0 1-184 15,0-7-196-15,0-3-248 0,0 0-712 0,0 0-2120 16,0-9-2593-16</inkml:trace>
  <inkml:trace contextRef="#ctx0" brushRef="#br0" timeOffset="8412.795">14809 1048 8824 0,'0'0'4937'0,"0"0"-3933"15,0 0-452-15,0 76 484 0,0-45 528 16,0 8-72-16,0 2-148 0,0 3-344 16,4 7-271-16,0 3-197 15,4 3-208-15,0 7-104 0,0 2-64 16,0 7-48-16,-4 3-12 0,0 0-84 0,-4 1-12 0,0-6-116 16,-8-13-28-16,0-3-72 0,4-10-112 0,0-10-72 0,4-14-12 15,-3-5-109-15,3-6-63 0,0-10-172 16,0 0-396-16,3-15-448 0,1-8-616 0,4-9-548 15,-4 3-1649-15,0-28-2847 0</inkml:trace>
  <inkml:trace contextRef="#ctx0" brushRef="#br0" timeOffset="8673.195">14920 1083 8584 0,'0'0'1460'0,"0"0"-1380"0,0 0 268 0,0 0 297 0,88-32-169 16,-64 32 204-16,0 0 328 0,0 3-308 0,-4 4-244 16,0 2-100-16,0 4-28 0,-8-1 12 15,-1 7 112-15,-7-3 64 16,-4 6-76-16,0 3-132 0,-7 5-120 0,-9-2-52 16,-4 4-24-16,-4-4-12 0,-4 1 24 15,-4-1-64-15,0-6-60 0,0 0-100 16,-3-2-356-16,7-8-168 0,-4 1-80 0,8-3-164 15,0 0-296-15,4-1-776 0,9-3-2645 0</inkml:trace>
  <inkml:trace contextRef="#ctx0" brushRef="#br0" timeOffset="8849.654">15629 1607 16717 0,'0'0'3784'0,"0"0"-3028"0,0 0-280 0,0 0-247 16,0 0-229-16,0 0 0 0,0 0-389 15,0 0-291-15,0 0-420 16,0 0-1044-16,0 0-5045 0</inkml:trace>
  <inkml:trace contextRef="#ctx0" brushRef="#br0" timeOffset="10868.927">14582 4084 52 0,'0'-7'6356'0,"0"7"-5056"0,0-4-740 0,-4-2 164 0,4 3 272 15,-4-4-232-15,4 4-199 0,0 0 411 16,0 3 860-16,0-3-772 0,0 3-360 16,0 0-64-16,0 0 48 0,0 0 44 15,0 0 44-15,-4 0-64 0,4 3-232 16,0 0-176-16,-4 0-144 0,-4 4-160 15,0 6-160-15,0 5-24 16,-7 8 88-16,2 6 96 0,-2 3 8 16,-2 9 40-16,-7 3-48 15,5 8 0-15,-9 5-12 0,0 6 0 0,0 8-60 16,-4 5 8-16,-4 6 56 0,4 5-52 16,-3 1-40-16,3 8 40 0,-4-4 0 15,3-2 60-15,2-8 12 0,7-2 84 16,-4-7-28-16,8-7-68 0,-4-1-4 0,9-8 0 0,-2-6 0 15,2-4-60-15,2-5 56 16,2-7 0-16,-1-6-100 0,7-10-40 0,-2-3-36 16,7-9 0-16,0-3-76 0,0-7-120 15,0 0-152-15,0-4-88 0,3-9-128 16,6-6 116-16,3-7-84 0,-1-8-892 16,2-11-580-16,-5 11-2105 0,-1-30-1879 0</inkml:trace>
  <inkml:trace contextRef="#ctx0" brushRef="#br0" timeOffset="11325.04">14562 4235 10965 0,'0'0'1736'15,"0"0"-1200"-15,0 0-128 0,0 0 160 16,0 0 168-16,0 0 120 0,0 0 48 0,0 0-108 16,0 0-164-16,12 70-188 0,0-41-112 0,0 5-36 0,0 5 48 15,0 2-64-15,0 3 4 0,0 4-76 32,0 9-88-32,-1 0-120 0,-2 6 72 15,3 1-8-15,-1 6 8 0,-2 0-68 16,3-3 68-16,-1 2 64 0,2-5-128 0,-2 0 76 0,2-7 12 15,-2-7-96-15,1-2 0 16,-3-7 0-16,-2-6 8 0,1-6 68 0,0-1-64 16,0-5 48-16,-4-2-52 15,0-4-8-15,-4-4-12 0,4-4-60 16,0-4 24-16,-4 2 32 0,0-3-56 0,0-4 60 16,0 0-36-16,0 0-24 0,0 0-64 15,0 0 4-15,0 0 20 0,0 0 4 0,0 0-40 16,0 0-108-16,0 0 0 15,0 0-40-15,0 0-72 0,0-4-112 16,0 2-160-16,-4-8-404 0,0-6-364 16,-4 0-796-16,-4 3-1877 0,-4-12-1215 15</inkml:trace>
  <inkml:trace contextRef="#ctx0" brushRef="#br0" timeOffset="11611.416">14160 5277 10768 0,'0'0'1965'0,"0"0"-1161"0,0 0-104 16,0 0 44-16,0 0 136 0,0 0-60 0,0 0-112 16,0 0-124-16,0 0-140 0,0 0-236 15,0 0-48-15,32 2-48 0,-4-4 120 16,4-5-20-16,3-2 8 0,-3 2-72 15,4-2 20-15,0-1-68 0,-1 1 8 16,-3-1 0-16,1 1-104 0,3 3-8 16,-5-4-92-16,-3 4-48 0,0-4-64 0,-1 3 36 0,-2 5-24 15,-5-5-248-15,-1 4-296 0,-2 0-212 16,-1 0-452-16,-5 0-896 0,-3-1-2565 0,-8 4-3806 16</inkml:trace>
  <inkml:trace contextRef="#ctx0" brushRef="#br0" timeOffset="12602.474">15307 4978 5216 0,'0'0'2808'15,"0"0"-708"-15,0 0-451 0,0 0-357 0,0 0-300 16,0 0-80-16,0 0-92 0,0 0-252 16,0 0 4-1,0 0 112-15,0 0-16 0,0 0-164 16,0 0-120-16,84-3-64 0,-60 0-16 15,3-1 16-15,5 4 8 0,9 0 12 16,2-2-60-16,1-3-108 0,4 5-88 16,4-2-20-16,0-1-4 0,3 0 12 0,5-3 0 15,3-1-72-15,6 1 0 16,2 0 8-16,5-5 40 0,0 5-36 0,-5-2-12 0,1 1-12 16,-4 0 0-16,-4 2-132 0,-8-2 72 0,-5 0-40 15,-7 4 32-15,-8 0 76 0,0-4-4 16,-12 4-88-16,0 3 44 0,-9-3-44 0,-7 3-24 15,1-3 20-15,-9 3-20 16,4 0-40-16,-4 0 16 0,0 0-128 0,0 0-20 16,-4 0 48-16,-5 0-76 0,1 0-60 15,-3 0-200-15,-6 0-228 0,2 0-640 0,-5 0-876 16,8 0-2133-16,-16 0-2251 0</inkml:trace>
  <inkml:trace contextRef="#ctx0" brushRef="#br0" timeOffset="13304.035">16527 4561 4528 0,'0'0'3124'16,"0"0"-740"-16,0 0-747 0,0 0-381 16,0 0-288-16,0 0-44 0,0 0 348 15,0 0-444-15,0 0-168 0,95 21-164 16,-63-15-128-16,0 3-48 0,4-3 64 0,-1 1-56 15,1-1 4-15,0-3-12 16,-3 4-112-16,-6-4-100 0,1 3-48 16,-8 4 4-16,-5-4 32 0,-2 7-12 15,-5 2-8-15,-8 4 20 0,0 7-24 16,0 3 40-16,-12 6-52 16,-8 6 0-16,-1 0-60 0,-6 0-12 0,-1 4-36 15,0-4 36-15,-3 0-64 0,3-2 28 0,-4-2-84 0,0-1-76 16,8-5-48-16,4-9-60 0,4-2-64 15,4-8-12-15,4-2-176 0,0-4-244 16,8-6-432-16,0 0-908 0,0 0-1845 0,0-3-2203 16</inkml:trace>
  <inkml:trace contextRef="#ctx0" brushRef="#br0" timeOffset="13820.981">17439 4371 10348 0,'0'0'1749'16,"0"0"-1021"-16,0 0-88 0,0 0 452 0,0 0 104 16,0 0-52-16,0 0-252 0,0 0 220 0,0 0-228 15,67 93-224-15,-47-43-40 0,-3 8-96 0,-6 8-135 16,-3 5-121-16,-8 1-60 0,0 8-40 16,0-1-24-16,-8-3-140 0,1-6-4 0,-2-13-72 15,5-6-36 1,0-13-12-16,0-9-208 0,4-11-125 0,0-8-19 15,0-3-88-15,0-7-320 0,0-4-520 16,0-4-700-16,0-9-416 0,0 1-2057 16,0-19-1635-16</inkml:trace>
  <inkml:trace contextRef="#ctx0" brushRef="#br0" timeOffset="14221.371">17554 4419 11349 0,'0'0'2136'0,"0"0"-1056"0,0 0 368 0,0 0-160 0,96-60-272 16,-76 50-92-16,-4 3-128 0,4 5-172 0,0 2-100 16,-4 0-136-16,4 0-180 0,-5 2-160 15,2 9-44-15,-6 2-4 0,-3 5 97 16,-3 8-1-16,-5 9-8 0,0 9-84 16,-17 7-4-16,-3 6-112 0,1 0 52 0,-5 0 48 15,3 0 8-15,2-5 4 0,7-5 12 16,4-5-12-16,0-8-52 15,8-5-33-15,0 0-27 0,12-7 16 16,4 0 12-16,3-3 24 0,9 1 0 0,4-6 48 16,4 2 4-1,1-2-96-15,2 1 104 0,-3 1 4 0,0-3 120 16,-8 3 20-16,-4-3 52 0,0 2 45 16,-13-2 15-16,6 3-64 15,-9 3-44-15,-8-4-16 0,0 9-48 0,0-6-24 16,-4 1-8-16,-5 0-44 0,-6 0 52 15,-2-3-48-15,2 0 48 0,-9-6-52 16,-1 2-8-16,-3-6 0 0,-7 1-136 0,-1-1-108 0,0-3-84 16,-3 0-132-16,-6-3-149 0,6 0-95 15,-1-3-204-15,4-3-332 16,0-4-324-16,4 1-608 0,17 0-852 0,-9-10-2373 16</inkml:trace>
  <inkml:trace contextRef="#ctx0" brushRef="#br0" timeOffset="14875.742">18522 5061 9712 0,'0'0'2245'15,"0"0"-737"-15,0 0-288 0,0 0 164 0,0 0-96 0,0 0-176 16,0 0-200-16,0 0-324 16,0 0-260-16,0 0-84 0,5 3-96 0,14-3 120 15,17-3 244-15,4-1 133 0,12 1-257 16,4 0-184-16,0 0-8 0,7-3-16 0,1 2-12 15,3-2-8-15,2 0-160 0,2-4 0 16,5 1 4-16,-4-4-4 0,3-3-16 0,-3-3-128 16,-9 0 96-16,2 0-36 15,-10 1-156-15,-7-1-248 0,-8-1-20 16,-8 4-89-16,-8 3-23 0,-8 4-308 0,-4-1-672 16,-12 1-1388-1,0 5-2625-15,-17-2-3191 0</inkml:trace>
  <inkml:trace contextRef="#ctx0" brushRef="#br0" timeOffset="15160.314">19351 4717 11221 0,'0'0'2136'0,"0"0"-1624"0,0 0-4 16,0 0 476-16,0 0 136 0,0 0-160 0,80-15-180 31,-52 15-92-31,4 7 60 0,4 1-208 0,-1 6-136 0,6-3-188 0,-5 6-20 0,-1-1-36 15,-3 3-76-15,0-3 40 0,-4 6-112 16,-9-3 36-16,-2 3-48 16,-6 1-48-16,-7 2-4 0,-4 7-8 15,-4 0 60-15,-11 3-4 0,-6 2 0 16,-3 2-56-16,1-4 52 0,-5-7 4 16,0 1-4-16,4-7-128 0,-4-6-252 15,9 0-188-15,-5-10-84 0,3 0-288 0,6-6-400 0,2 0-1064 0,2-3-2565 16,3-16-3479-16</inkml:trace>
  <inkml:trace contextRef="#ctx0" brushRef="#br0" timeOffset="15685.402">21121 4410 14101 0,'0'0'1980'0,"0"0"-1440"0,0 0-528 15,0 0 228-15,0 0 440 0,0 0 1048 0,0 0-404 0,0 0-584 16,0 0-580-16,0 0-156 0,0 0-4 15,-84-3-60-15,56 22 52 0,0 6 8 16,-4 3 60-16,4 4 36 0,0 4 0 16,-4 1 40-16,4 5 9 0,1-1 15 15,-1 3-16-15,0 1-36 0,0 2-44 0,8-2 68 16,0-1-12-16,4-2 48 0,5-4-8 16,2 0 68-16,1-6 76 15,4 3-40-15,4-3-44 0,0-1-16 0,0 1-36 0,8-1-24 16,5-2-60-16,-2-4-24 0,5-3-52 15,0 2 80-15,8-10-16 0,0 3 24 16,4-1-48-16,-1-7 60 0,10 0 120 16,-5-2 72-16,0-4-144 15,7 0-56-15,-3-3-88 16,3-3-4-16,2-7-4 0,-5 1-4 0,3-3 0 16,-7-1-4-16,0 0-44 0,-4 1-4 15,0-1-20-15,-4 1 12 16,-5-2-12-16,-2 5-36 0,-6-1-72 0,2-3-84 15,-9 7-52-15,-1 0-140 0,-3 0-52 16,0-1-36-16,0-3-240 0,-3 4-529 0,-5-3-1183 0,-1 2-2672 16,-10 4-3473-1</inkml:trace>
  <inkml:trace contextRef="#ctx0" brushRef="#br0" timeOffset="17736.446">15657 3788 5076 0,'-15'-6'2484'0,"7"-1"-1600"0,0 3 1252 0,4 1-235 0,-4 0-29 16,4 3-496-16,4-2-184 16,0 2-372-16,0 0-240 0,0 0-96 0,0 0-128 0,0 0-100 15,4 0-144-15,8 0-104 16,0 2 284-16,12 1 136 0,-1-3 48 0,5 3-160 15,4-3-168-15,0-3-64 16,-4-2-32-16,4-2-52 0,-8-7-132 16,4 6-16-16,-4-5-20 0,-5 4-272 15,-2-1-356-15,-2 0-284 16,-6 0-420-16,3 5-760 0,-9-2-1873 0,1-6-1727 16</inkml:trace>
  <inkml:trace contextRef="#ctx0" brushRef="#br0" timeOffset="18164.433">15913 3245 392 0,'0'0'6932'0,"0"0"-4328"16,0 0-299-16,0 0-657 0,0 0-296 0,0 0-368 15,0 0-272-15,0 0-264 0,0 0-176 16,0 0-124-16,0 0-148 0,-36 6-156 15,24 10-4-15,0 6 160 0,5 3 112 0,-6 1 84 16,5 3-108-16,1-2 60 0,-2 6-72 16,1-2 96-16,0 4-72 0,5 4 96 0,-1-2-96 15,4 8-52-15,0 3 0 0,0 2-36 16,4-1-4 0,-1 1 56-16,5-3-4 15,0-2 16-15,1-4-64 0,-6-5 148 0,5-2-88 16,-4-5 76-16,0-4 72 0,0-3 148 15,-4-2 84-15,0-4-148 0,0-2-144 16,0 3-4-16,0-1-20 0,-8 0-16 16,0 3-48-16,1-6-56 0,-6 2-12 0,1-2-4 15,0 0-124-15,0-4-96 0,1-3 16 0,-2-1 68 16,2-3-108-16,-2-2-36 0,-2 0 0 16,-2 0 8-16,2 0-8 0,-2-7-16 15,2 5-108-15,2-5-180 0,-2 1 16 16,3-1-128-16,0 1-636 0,4-3-120 15,4-1-876-15,0 4-1729 0,4-10-2011 0</inkml:trace>
  <inkml:trace contextRef="#ctx0" brushRef="#br0" timeOffset="19181.437">19113 3340 6976 0,'0'0'3060'0,"0"0"-731"0,0 0-721 0,-69 67-152 16,50-36-300-16,-1 1-172 0,4 3-108 16,0 0-200-16,4 0-268 0,3-7-176 15,2-5-172-15,7-4-60 0,0-7-60 0,0-9-28 16,0 1-56-1,7-4-40-15,6 0 172 16,2 0-76-16,6-13 4 0,-1-3-88 0,3-6-160 0,-3-3-52 16,5 0 40-16,-10-4 8 15,1 7 76-15,-4 2 60 0,0 7 112 16,-8 4 40-16,0 3 40 0,-4 6-44 0,4 0 8 16,-4 0 40-16,0 0 4 0,4 6 0 15,0 3 284-15,0 10 288 0,0 4-128 0,4 2-148 16,0 6 12-16,-4 2 0 0,3 5-72 15,2 0-40-15,-1 3-12 0,0 0 0 0,-1 4-40 16,2-4-80-16,-5 0 32 16,0 1-24-16,0-1-8 0,-4-3 20 15,3-3-80-15,-3 0 0 0,0-4 4 0,0-2-4 16,-3 0 80 0,-1-3-76-16,-4-1 0 0,-1-3 56 15,2-3 44-15,-1-2-48 0,0-6 24 16,-1-4-84-16,-2 0-148 0,-1-7 28 15,0 0 68-15,-4 0-56 0,-4 0 0 0,0-7-40 16,1-3-120-16,-6-3-40 16,5-2 224-16,1-1-112 0,2 3 132 15,10-3-20-15,-1 7 80 0,-1-5 0 0,9 6-92 0,-4-5 12 16,4 4-52-16,0-4 84 0,4 0-44 0,9-3 8 16,-2 1-48-16,6-2 52 0,-2-2 32 15,9 3-20-15,1-3-28 0,-1 4 4 16,3-5-16-16,1 5-12 0,0-2 24 15,-4 2-112-15,0 1 4 0,-9 6-404 16,6-2-80-16,-10 3-100 0,2 4-344 0,-6 1-652 0,-3-1-941 16,4 3-1759-16</inkml:trace>
  <inkml:trace contextRef="#ctx0" brushRef="#br0" timeOffset="22903.095">16574 1720 6400 0,'4'-3'1728'15,"-4"3"-676"-15,0 0-496 0,4 0-40 0,-4 0-128 16,5 0 89-16,-2 3 1279 0,1-3-800 0,0 4-296 16,-4-1-104-16,4 3-104 0,0 5-60 15,-4 1-80-15,4-3-68 0,-4 7-184 16,0-1 4-16,0 5-64 0,-4-1-112 16,-4-3-268-16,4 3-172 0,-3-4-4 15,-2-2 52 1,1-3-104-16,0 3-300 0,1-7-640 0,-2-3-909 15,5-3-1971-15</inkml:trace>
  <inkml:trace contextRef="#ctx0" brushRef="#br0" timeOffset="23350.898">17598 1384 10816 0,'0'0'1809'15,"0"0"-1373"-15,0 0-64 16,0 0 504-16,0 0 20 0,0 0-204 0,0 0-148 0,91 57-172 15,-66-54-136-15,-1-3-48 0,0-3-40 16,4-3-108-16,-5-3-40 0,1-4-96 0,-4-4-116 16,4 2-476-16,-4-4-180 15,0 1-356-15,0-6-468 0,-8 9-1205 0,-1-7-2759 16</inkml:trace>
  <inkml:trace contextRef="#ctx0" brushRef="#br0" timeOffset="23712.832">17790 1041 9232 0,'0'0'1937'0,"0"0"-1037"0,0 0-364 0,0 0-36 0,0 0-156 16,0 0-92-16,0 0-20 16,0 0-16-16,0 0-4 0,-24 86 184 0,24-55 32 15,0 7-116-15,4 4-8 0,3 3-28 16,-3-1-24-16,5 0-76 0,-5 1-52 15,3 0-120-15,1-1-4 0,1 0 12 0,-1 1-12 16,-1-4 0-16,1 3-8 0,1-3 8 16,-6-3 44-16,1-2-44 0,0-4 4 15,-4-4 8-15,4 1 164 0,-4-4-164 0,0-3 136 16,0-3 16-16,0-3-16 0,-4-4 36 0,0-1 140 16,4-5-40-16,-4-4 0 0,1 2-24 31,-6-2 20-31,5-2-144 0,-4 0-136 15,-3 0-4-15,-2 0-132 0,2 0-60 0,-6-6-196 0,2 1 68 0,-2-9-132 32,-2 6-152-32,3-5-92 0,4 1 44 0,3-2-212 0,2-2-288 0,-1-3-572 15,4 7-1085-15,4-14-2131 0</inkml:trace>
  <inkml:trace contextRef="#ctx0" brushRef="#br0" timeOffset="23905.049">18316 1426 12673 0,'0'0'1732'15,"0"0"-1504"-15,0 0-164 0,0 0 176 16,0 0-104-16,0 0-136 0,0 0-48 15,0 0-116-15,0 0-332 0,0 0-736 0,0 0-1349 16,51 50-4083-16</inkml:trace>
  <inkml:trace contextRef="#ctx0" brushRef="#br0" timeOffset="24089.906">18295 1679 10408 0,'0'0'2081'0,"0"0"-1465"15,0 0 352-15,0 0 332 0,0 0-280 16,0 0-296-16,0 0-452 0,0 0-196 0,0 0-76 16,0 0-124-16,84 38-388 15,-60-38-492-15,0 0-672 0,0-3-2501 16,4-6-4063-16</inkml:trace>
  <inkml:trace contextRef="#ctx0" brushRef="#br0" timeOffset="24575.398">19160 1048 12409 0,'0'0'2480'0,"0"0"-1684"0,0 0-268 0,0 0 148 0,0 0 368 15,0 0-540-15,0 0-196 0,0 0-136 0,-79 89-36 16,59-45 96-16,-1 10 4 0,-3 9-4 16,1 1-36-16,-1 6 0 0,-4 6 0 0,0 0-4 15,0-3 4-15,4-6-96 16,5-10-100-16,6-12-256 0,5-11-76 15,4-14-60-15,4-8-72 0,0-9-200 16,4-3-360-16,9-3-60 0,-2-13 140 0,10-12-356 16,-2-4-608-16,5-10-889 0,0-5-431 15,-5 9-744 1,6-19 1612-16</inkml:trace>
  <inkml:trace contextRef="#ctx0" brushRef="#br0" timeOffset="24796.852">19061 1324 2412 0,'0'0'2504'0,"0"0"-212"16,0 0-504-16,0 0-236 0,0 0-291 0,0 0-325 15,0 0-284-15,0 0-156 0,0 0 0 16,0 0 36-16,71-38 284 0,-59 57-12 16,8 6-168-16,-4 7-76 0,3 2-28 0,-2 5-200 15,-2 2-24-15,2 3-124 0,-2-2-36 0,-2-2-140 16,-2-1 28-16,-2-4-36 16,-1-3-120-16,-4-7 44 0,-1-6-20 0,5-2-88 15,-4-9-4-15,-4-1-256 0,0 0-272 16,0-7-156-16,0 0-248 0,-8 0-232 0,-3 0-996 15,3-3-2149-15,-16-11-687 0</inkml:trace>
  <inkml:trace contextRef="#ctx0" brushRef="#br0" timeOffset="24938.681">18984 1613 4364 0,'0'0'7189'0,"0"0"-5473"0,0 0-976 15,0 0-172-15,0 0-152 0,0 0-76 0,0 0 492 16,0 0 344-16,0 0-420 0,101-19-252 0,-69 13-280 0,-1-5-224 15,5-1-172-15,-8-1-16 0,4 0-44 16,-4 1-264-16,-4-1-336 0,3 1-588 16,-7 2-1332-16,4-3-4357 0</inkml:trace>
  <inkml:trace contextRef="#ctx0" brushRef="#br0" timeOffset="25103.449">19570 1435 10424 0,'0'0'1777'15,"0"0"-769"-15,0 0 452 0,92 9-188 0,-56-9-256 16,0 0 52-16,0 0-228 0,3-3-384 0,6-3-280 16,-6-3-176-16,1-4-172 15,-8 0-136-15,-1 1-468 16,-3-5-340-16,-7 4-664 0,-10 4-2280 16,-2-10-3893-16</inkml:trace>
  <inkml:trace contextRef="#ctx0" brushRef="#br0" timeOffset="25341.069">19805 1171 9744 0,'0'0'1589'0,"0"0"-973"0,0 0 356 0,0 0 276 16,81 38-376-16,-62-26 84 0,5 2-104 16,0 2-168-16,-4 0-260 0,0 0-116 0,-4 6-24 15,-4 0-160-15,-5 3-28 0,-7 7-44 16,0 3-52-16,-7 3-100 0,-5 3-36 15,-8 5-84 1,-1-6-64-16,-2-3-76 16,3-1-176-16,0-8-84 0,1-8-200 15,6-11-340-15,1-6-952 0,5-3-3425 0,-2-15-1243 16</inkml:trace>
  <inkml:trace contextRef="#ctx0" brushRef="#br0" timeOffset="25592.822">20614 1002 16073 0,'0'0'2032'0,"0"0"-1748"0,0 77-200 0,0-36 212 0,-4 8 392 15,-4 3 524-15,1 0-180 0,-2-1-363 16,1-1-353-16,1-3-200 15,3-1-116-15,0-2-132 0,0-6-184 0,-1-6-229 16,5-4-15-16,0-11-72 0,0-8-140 16,0-6-296-16,0-3-564 0,5-6-440 15,-5-10-136 1,0-9-929-16,0 3-943 0,0-20 796 0</inkml:trace>
  <inkml:trace contextRef="#ctx0" brushRef="#br0" timeOffset="25909.108">20586 1070 8764 0,'0'0'3161'15,"0"0"-1281"-15,0 0-440 0,0 0-180 16,0 0-400-16,0 0-140 0,0 0-32 16,0 0 52-16,0 0-104 0,80-49-124 15,-76 53-160-15,4 3-156 0,-4 2 0 0,4 1-52 16,-4 5-84-16,0 5 0 0,0 5-60 16,-4 3-8-16,4 4-40 0,-4 4-12 15,0 1-12-15,3 2-112 0,2-2-36 16,3-2-8-16,7-6 92 0,2 0 4 15,3-4-40-15,-1-6 164 0,6-3-4 16,-5-3-36-16,3-1 40 0,-3-2-44 16,-3-4 4-16,-6 0 8 0,-3 1 32 15,-4 3 16-15,-4-3-8 0,0 4 136 16,-12 3-28-16,-4-2-24 0,-3 7-72 0,-6 0-8 0,-6 0 60 16,3-3 20-16,-4-3-84 0,0-1-60 0,0-6-320 15,0-2-208-15,0-4-232 16,1 0-244-16,3-10-520 0,3 4-1156 15,1-7-3309-15</inkml:trace>
  <inkml:trace contextRef="#ctx0" brushRef="#br0" timeOffset="26499.336">21686 1596 8856 0,'0'0'2145'0,"0"0"-861"15,0 0-860-15,0 0-120 0,0 0 296 16,0 0 288-16,-19 87 60 16,6-59-320-16,5 5-324 0,-4-6-168 0,0 2-136 0,5-8-100 15,3-1-76-15,0-7-116 0,-1-4-248 16,5-5-520-16,0-1-276 0,0-3-624 16,5 0-629-16,-1-10-2103 0</inkml:trace>
  <inkml:trace contextRef="#ctx0" brushRef="#br0" timeOffset="28543.691">22427 1279 8688 0,'0'0'1344'16,"0"0"-451"-16,0 0-45 0,0 0 100 0,0 0 72 0,0 0-108 31,0 0-92-31,-75 70-268 0,62-45-148 0,5 8-80 0,1-2-36 16,3-2-64-16,-5-4-100 0,9-9-48 0,0-4-36 15,0-2-40-15,0-7-136 0,0-3-36 0,9 0 56 31,-1-3 116-31,8-7 124 16,-1-2-64-16,2-7 4 0,2-3-64 0,-2-4 0 16,-2 4-88-16,-2 3 0 0,-6 3 84 15,1 3-96-15,0 7-12 0,-3-1-60 0,-2 7-16 16,5 0-64-16,-4 0 204 0,4 7 48 16,4 2 212-16,0 5 148 0,-1 5-84 0,6 6-16 15,-2 0-24-15,-2 4 12 0,2 5-100 16,-6 1 24-16,2 1 88 0,-7 1-100 0,-4 5 100 15,0-1 60-15,-4 4 60 0,-3-5 36 16,-6 2-84-16,-2-7 8 16,2 0-84-16,2-10-48 0,-1-6-52 0,-1-2-96 0,2-5-48 15,3-2 76-15,-4-7 32 16,4-1-120-16,-7-2-72 0,2 0-208 16,1 0-96-1,-4-5-64-15,1-9-88 0,-2 0 4 0,2-10-92 16,-2-4-100-16,6 0-216 0,3-11-532 15,3 4-852-15,5 3-2253 0,5-12-2827 16</inkml:trace>
  <inkml:trace contextRef="#ctx0" brushRef="#br0" timeOffset="28702.418">22818 1390 12417 0,'0'0'2252'16,"0"0"-1608"-16,0 0 212 0,0 0 740 15,0 0-300-15,0 0-500 0,0 0-696 0,0 0-100 16,0 0-148-16,52 67-24 16,-44-61-184-16,-1 1-552 0,-3 2-396 0,0-2-1156 0,-4 9-3201 0</inkml:trace>
  <inkml:trace contextRef="#ctx0" brushRef="#br0" timeOffset="28844.962">22810 1657 11641 0,'0'0'2108'15,"0"0"-1588"-15,0 0 328 16,0 0 572-16,0 0 0 0,0 0-240 0,0 0-432 16,0 0-416-16,68 70-184 0,-53-67-148 15,1-3-112-15,5 0-204 0,-2 0-348 16,5-3-184-16,0-7-564 0,-5 1-2356 0,9-7-4549 16</inkml:trace>
  <inkml:trace contextRef="#ctx0" brushRef="#br0" timeOffset="29081.32">23351 1202 11429 0,'0'0'3804'16,"0"0"-3148"-16,0 0-316 0,0 0 624 16,0 0 480-16,52 81-68 15,-40-53-316-15,-3 5-352 0,2 0-235 16,-3 3-193-16,0-1-184 0,-3 3-96 0,-2 0-108 15,1 0-52-15,-4-4-252 0,0 2-257 16,-4-5-123-16,1-5-64 0,-2-7-100 16,5-7-296-16,-4-5-272 0,0-7-332 15,-4 0-416-15,1-10-1757 0,3 1 125 16</inkml:trace>
  <inkml:trace contextRef="#ctx0" brushRef="#br0" timeOffset="29429.873">23428 1213 7564 0,'0'0'2708'0,"0"0"-879"0,0 0-637 0,0 0 152 0,0 0-48 16,0 0-192-16,0 0-236 0,0 0-260 16,0 0-140-16,0 0-176 0,63-32-84 0,-59 39-48 0,4 1-24 15,0 5-52-15,0 4-84 0,-4-2 0 16,0 7-4-16,0-2-56 0,-4 5 0 0,0-3 12 16,0 0-88-16,0-3 24 0,0 0 40 15,0 4 8-15,4-1-68 0,3 0 20 16,2 0-24-16,3 1 128 0,4-1-4 0,3 0 8 15,-2-3 4 1,-2-3 0-16,2 3 0 0,-2-6 160 16,-2 2 0-16,-2-2 24 0,-3 0-24 15,-4 0 24-15,-4-1-64 0,0 1 76 16,-4 6-24-16,-8-3 0 0,-8 6-64 0,1-2 28 16,-9 2-124-16,0-4 52 15,0-1-64-15,0-5-232 16,0-6-96-16,4 1-260 0,1-7-172 0,2 0-204 0,1-3-180 0,1-7-768 15,10 0-1960-15,-3-5-2445 0</inkml:trace>
  <inkml:trace contextRef="#ctx0" brushRef="#br0" timeOffset="29748.308">23989 1530 13833 0,'0'0'1668'0,"0"0"-1252"0,0 0-280 0,0 0-96 0,0 0 188 31,0 0 396-31,0 0 320 0,80 22-116 16,-44-19-324-16,3-3-184 0,1 0-40 0,4-3-148 0,-4-5-132 0,-1-3-160 15,-3-2-220 1,1-5-284-16,-5 2-224 0,-4-3-628 16,-9 3-1472-16,-6-9-5565 0</inkml:trace>
  <inkml:trace contextRef="#ctx0" brushRef="#br0" timeOffset="29952.997">24320 1286 11897 0,'0'0'2172'16,"0"0"-2084"-16,0 0 152 0,0 0 316 16,0 0 160-16,99 51 180 0,-71-36 60 15,-3 2-360-15,-2-5-288 0,5 3-136 0,-4 5-96 0,-4-1-76 0,-8 3 0 16,-5 4-112-16,-7 2 112 0,0 5-172 0,-15 4-100 15,-9 3-136 1,-4 6-52-16,-8-5-24 0,4 0 44 16,-3-9-100-16,7-4-128 0,0-11-320 0,7-5-452 15,6-9-1197-15,2-3-3575 0</inkml:trace>
  <inkml:trace contextRef="#ctx0" brushRef="#br0" timeOffset="30230.838">25276 1226 15985 0,'0'0'2956'0,"0"0"-2512"0,0 0-436 16,0 0 300-16,-88 63 92 0,53-32 248 0,-1 11 120 15,4 3-259-15,-4 2-289 0,8 7-88 16,1 0 28-16,6 0-88 0,10 0-20 0,2-7-52 15,9-2-84-15,0-5-36 0,9-4-40 16,10-4 4-16,1-7 8 0,8-6 52 16,4-3-61-1,0-7-75-15,7 1-156 0,-3-10-112 0,5 0-184 16,-2-5-396-16,-7-2-1164 16,4-9-3240-16</inkml:trace>
  <inkml:trace contextRef="#ctx0" brushRef="#br0" timeOffset="31100.222">26770 1533 940 0,'0'0'8668'15,"0"0"-6499"-15,0 0-1093 0,0 0-324 16,0 0 100-16,0 0 92 0,0 0-84 0,0 0-212 16,-83-16-252-16,74 19-60 0,-2 10-64 15,-2 3 12-15,1 9-84 16,1 8 20-16,-2 4 64 0,6 4 48 0,-1-2 0 0,4-7-124 15,4-4-148-15,0-10-48 0,0-7-12 0,0-5-84 16,4-4-160-16,8-2 8 31,8 0 64-31,4-12-12 0,4-9-48 0,-1-5-236 0,5-9-4 0,-4 0 40 0,-4 0 44 16,0 4 140-16,-9 5 48 16,2 7 192-16,-9 0 4 0,-1 9 4 15,-2 4 0-15,-1 4 0 16,-4 2 0-16,0 0 468 0,0 5-132 15,4 4-48-15,0 7 96 0,-4 4 60 0,7 2-124 16,-3 3-24-16,1 1-52 0,-1-4-72 16,-4 0 4-16,8-3-176 0,-8-3-72 15,3-6-136-15,1-1-52 0,-4-5-172 16,4-2-380-16,-4-2-184 0,4 0-688 0,-4-2-2573 0,0-11-3275 16</inkml:trace>
  <inkml:trace contextRef="#ctx0" brushRef="#br0" timeOffset="31359.075">27037 1486 10348 0,'0'0'2097'0,"0"0"-1485"0,0 0 304 0,0 0 388 0,0 0-184 16,0 0-12-16,0 0-132 0,75 76-348 0,-62-61-172 16,-5 4-124-16,-4 1-140 15,3-1-116-15,-2 0-76 0,-5 3 12 16,0 0-4-16,0 0 0 0,0-5-8 0,0-2 4 15,0-5 48-15,0-7 36 0,0 1-16 16,0-4-24-16,0 0-44 16,0-4-4-16,8-3-72 0,3-5-112 0,2-7 100 15,6-6-136-15,5-4-184 0,0 0-324 16,4-2-284-16,0-5-208 0,-1 5-504 16,-6 5-1268-16,7-8-2477 15</inkml:trace>
  <inkml:trace contextRef="#ctx0" brushRef="#br0" timeOffset="31662.144">27475 1544 11161 0,'0'0'2152'16,"0"0"-1364"-16,-8 63-460 0,8-44 332 0,0-1 772 0,4-8-336 0,4-1-528 15,5-5-220-15,2-4 8 0,5 0-36 16,8-7-24-16,4-9-140 16,0-2-156-16,0-8-220 0,0-3-48 15,-4 4-100-15,-9-1 32 0,-3 8 92 16,-4 2 32-16,-8 3 116 0,1 7 96 15,-5 0 136-15,-5 2 136 0,-7 1-184 0,-3 0-16 16,-2 3 52-16,-7 0 160 0,0 10-80 16,1 2-204-16,-1 10-12 0,0 3 12 15,3 4 72-15,6 3 36 0,3 0 4 16,0 3 12-16,8-7-28 0,0 1 4 0,4-4-16 16,0-3-84-16,8-5-72 0,8-5-188 15,7-2 88-15,5-5-72 0,9-5-188 16,6 0-372-16,1-8-612 0,-4-3-1452 15,16-8-3725-15</inkml:trace>
  <inkml:trace contextRef="#ctx0" brushRef="#br0" timeOffset="32418.201">28734 1369 4560 0,'0'0'2432'16,"0"0"-936"-16,0 0-616 0,0 0 220 0,0 0 1441 0,0 0-1089 0,0 0-480 16,0 0-16-16,0 0-144 0,0 0-268 15,-80 15-196-15,57 14-64 0,-1 6-40 16,-4 9 52-16,4 3 36 0,5 2 184 15,-2-9-124-15,14-5-196 0,-2-13-196 0,5-5 0 16,4-11-100-16,0-3-8 0,13-3-52 16,2-6 160-1,9-10 116-15,8-6-116 0,0-7-4 16,4-7-176-16,-5-1-40 0,-7 5-52 16,1 7 52-16,-10 6-12 0,-2 9-52 15,-2 4-36-15,1 6 36 0,0 0-4 16,0 10 288-16,0 5 28 0,0 7 156 0,0 4 28 15,0 2-4-15,0 7-96 16,-5 4-40-16,2-2 28 0,3 5 24 16,-8 0 48-16,-4-2 48 0,0 5-108 0,-4-4 144 15,-12 3 24-15,0 1-96 0,-8-1-12 0,0-5-100 0,0-1 16 16,0-10-40-16,0-5 0 0,9-5 0 16,-6-8 64-16,5-10-112 0,5 0-124 15,-5-7-288-15,4-7-32 0,-4-10 64 31,4-1-96-31,4-13-204 0,0-3-312 0,4-10-1268 16,4 11-1853-16,0-24-2519 0</inkml:trace>
  <inkml:trace contextRef="#ctx0" brushRef="#br0" timeOffset="32701.109">29176 1295 10436 0,'0'0'2773'0,"0"0"-1857"0,0 70-396 16,0-35 352-16,0 9 496 0,0 1-240 15,-4 3-252-15,4 3-420 0,0 2-152 16,0 8 4-16,4 2-76 0,1 7-24 0,3 3 0 0,-4 0-100 16,0-3-108-16,-4-4-196 0,0-2 28 15,0-7-140-15,0-9-72 16,0-4 52-1,-4-9-4-15,4-6-12 0,0-10-64 16,0-11-224-16,0-1-140 0,0-7-332 0,0-15-244 0,7-7-576 0,1-17-729 16,5 8-343-1,-2-33-1656-15</inkml:trace>
  <inkml:trace contextRef="#ctx0" brushRef="#br0" timeOffset="32902.506">29161 1479 10140 0,'0'0'1497'0,"0"0"-1345"0,0 0 324 0,0 0 404 16,0 0 252-16,88-47-272 0,-60 41-356 16,0-1-116-16,-1 7-184 0,-3-3-64 15,0 3-80-15,-9 0-60 0,-2 3-88 16,-5 4-16-16,-5-1-112 0,-3 3 168 0,-3 4 48 16,-5 6 4-16,-12 3-4 0,-5 0-116 15,-2 5-144-15,-4-6-44 16,3-2-12-16,0-3-456 15,3-7-628-15,9-2-1017 0,-7-7-3143 16</inkml:trace>
  <inkml:trace contextRef="#ctx0" brushRef="#br0" timeOffset="33500.186">29945 777 10408 0,'0'0'1453'0,"0"0"-785"0,0 0-196 0,0 0 600 16,0 0 252-16,0 0 84 0,0 0-340 0,64 96-192 15,-52-52-112-15,0 13-104 16,-4 7-136-16,-8 6-148 0,0 3-144 15,-4 3-132-15,-4-6-52 0,0-1-48 0,1-8-100 16,2-7-80-16,1-13-76 0,4-9 0 16,0-14-12-16,0-4-112 15,9-9-72-15,-5 0-28 0,3-5 12 0,1-7 76 16,5-3 180-16,-2-8 164 0,1-2 48 16,0-5 0-16,0-1 72 0,-4 1-60 0,0 6 88 15,0 4-12-15,0 2 108 0,-1 9 40 16,-2 1-16-1,-1 3 12-15,0 0-8 0,0 3 216 16,4 4 148-16,-1 5-64 0,2 1-148 16,-5 3-36-16,4-3-120 0,-1 2-75 15,2-2-137-15,-5 0-8 0,4-4-96 16,-1-2-173-16,6-4-363 0,-5 1-160 0,7-4-140 16,1-7-520-16,5-6-1164 15,-6 1-2033-15,9-17-2323 0</inkml:trace>
  <inkml:trace contextRef="#ctx0" brushRef="#br0" timeOffset="33773.626">30448 1419 12613 0,'0'0'2568'0,"0"0"-1916"0,0 0-84 0,-4 67 688 0,4-51 92 15,0-1-172-15,0-5-468 16,0-4-404-16,4-2-96 0,4-2-4 0,-1-2-80 16,6 0-124-16,2-6-76 15,6-7 28-15,3-2-36 0,-5-7-148 0,1 0 12 16,0-4-60-16,-4 4 12 0,-4 3 0 15,-9 2 96-15,2 5 104 0,-5-1 64 16,0 0 8-16,-5 4 48 16,-2-1 96-16,-5 4-12 15,4 0-52-15,0 6 136 0,0 0 12 0,0 0-112 0,1 0-120 16,-2 6-180-16,1 0-16 0,-3 4 24 16,2-1-12-16,1 1-132 15,4-1-76-15,0 2-504 0,1-3-604 0,3-1-1252 16,0-1-2805-16,0-6-3302 0</inkml:trace>
  <inkml:trace contextRef="#ctx0" brushRef="#br0" timeOffset="34204.467">30763 1257 9412 0,'0'0'2385'16,"0"0"-1169"-16,0 0-220 0,0 0 480 16,0 0-68-16,0 0-68 0,39 67-284 0,-35-52-160 15,-4 1-264-15,4 0-180 0,-4-6-184 0,0 3-244 16,5-5-24-16,-2-1-108 15,-3-3 8-15,4-1-180 16,0-3-132-16,0 0-16 0,4 0-12 0,0-3 280 16,4-3 92-16,0-5 64 0,4 3 4 15,-1-6-8-15,2 2 0 0,-2-1-4 16,2 3-88-16,-6 4 16 0,2 0-40 0,-5 6 36 16,-5-3 88-16,1 3 212 15,-4 0 204-15,4 6 0 0,-4-3-172 0,0 3-36 16,0 4-12-16,0-4-64 0,0 1-60 0,0-4-68 15,0 1-4-15,0-2-4 0,0-2 0 16,0 0 4-16,0 0 0 0,0 0 8 0,0 0-8 16,5-2-84-16,3-2 84 15,-1 1 4-15,5-1-4 0,-3 1-12 16,2 0-96-16,-3 3-64 0,1 0 160 0,-2 0 12 0,1 3 280 16,0 4 24-16,0 0 0 0,4 1-84 15,-4 3-27-15,-1-3-21 0,2 5-28 16,-1-3 12-16,-4-1-56 0,0 1-100 15,4 0 0-15,-8-4-48 0,8 1-124 16,-8 2-349-16,4-3-199 0,-4 4-168 16,4-4-92-16,0-3-600 15,3 0-1304-15,-2-3-2225 0,11 0-1691 16</inkml:trace>
  <inkml:trace contextRef="#ctx0" brushRef="#br0" timeOffset="34505.172">31464 1349 11357 0,'0'0'2648'16,"0"0"-1952"-16,0 0-116 0,0 0 928 0,0 0 40 0,0 0-364 16,0 0-464-16,0 0-352 0,0 0-88 15,8 64-24-15,-1-64-80 0,6 0-176 16,2-4-84-16,6-3-36 0,-2-5 56 16,1-1-32-16,0 1-100 0,-4-4-36 0,-4 4-12 15,0-1 76-15,-4 6 68 0,-8-2 16 16,0 3 84-1,0-1 0-15,-4 1 72 0,-8-4-64 16,4 7-8-16,-4-3 72 0,0 6 124 0,0 0-156 16,-4 0-40-16,4 3-208 15,-3 7 36-15,-2 2 12 0,2 4 12 0,-6 3-36 16,10 0-12-16,-6 1-100 0,2 1-540 16,2 2-704-16,6-8-2348 15,-9 14-4661-15</inkml:trace>
  <inkml:trace contextRef="#ctx0" brushRef="#br0" timeOffset="34652.473">32136 1673 16497 0,'0'0'4132'32,"0"0"-3548"-32,0 0-124 0,0 0 77 0,0 0 311 0,0 0-548 15,0 0-300-15,0 0-568 16,0 0-449-16,0 0-591 15,-55-19-2860-15,35 13-6433 0</inkml:trace>
  <inkml:trace contextRef="#ctx0" brushRef="#br0" timeOffset="35907.912">3869 4968 9652 0,'0'0'5553'16,"0"0"-5025"-16,0 0-528 0,0 0-492 15,0 0 492-15,0 0 140 0,0 0 664 0,107 45-64 16,-59-35-156-16,7-1-176 16,5-3-196-16,-4-2-112 0,0-4-100 0,-4-4 0 15,-5-5-112-15,1-4 48 0,0-6-32 16,-8 0-524-16,0-3-228 0,-5 0-260 15,-7 2-1096-15,-3-8-2605 0</inkml:trace>
  <inkml:trace contextRef="#ctx0" brushRef="#br0" timeOffset="36137.361">4187 4629 10888 0,'0'0'1581'15,"0"0"-1401"-15,-12 73 228 0,12-33 444 0,0 15 100 16,4 2 216-16,4 10-200 0,4 3-336 16,0 3-184-16,0-3-400 0,4-1-48 0,3-11-432 15,2-10-64-15,-6-14-92 16,9-11 20 0,-3-11 168-16,-1-9 148 0,3-6-276 15,-3-14-704-15,4-8-440 0,-8 3-1309 0,4-25-3231 16</inkml:trace>
  <inkml:trace contextRef="#ctx0" brushRef="#br0" timeOffset="36541.571">4558 4079 11509 0,'0'0'2008'16,"0"0"-1680"-16,0 0 268 0,0 0 416 15,0 0-92-15,0 0-208 0,0 0-384 16,0 0-324-16,0 0 144 0,0 0 184 0,24 105 4 31,-13-57-140-31,2 12-24 0,2 9-60 0,-3 8-108 0,0 13 0 0,4 1-4 0,-4 11-96 31,0-3 48-31,-1-5 36 0,-2-5-88 0,3-13 16 0,0-19 24 0,-4-12 60 16,0-13 12-16,-1-13-12 0,2-6-136 16,-5-10-72-16,4-3-116 0,-1 0-36 15,1-10 0-15,5-5 204 0,-6-5 156 16,6-8 0-1,-5 0-100-15,-4 2-24 0,3 1-40 0,-7 6 156 0,4 6-4 16,0 3-40 0,-4 7-124-16,5 3 136 0,-1 0 40 0,0 6 156 15,3 7 328-15,5 3 40 0,0 7-16 0,0 2-136 16,4 7-76-16,-4-1 24 16,0 1-24-16,0 0-76 0,0-7-96 15,-4-2-124-15,0-4-84 0,0-7-16 0,-1 1-72 0,-3-7 0 16,5 1-60-16,-5-7-252 0,4 0-592 15,-1-5-544-15,-2 0-1540 0,3-11-3245 0</inkml:trace>
  <inkml:trace contextRef="#ctx0" brushRef="#br0" timeOffset="36848.307">5164 5238 9068 0,'0'0'4349'0,"0"0"-3521"0,0 0-612 0,0 0 328 0,0 0 536 16,0 0-204-16,0 0-240 0,82 41 92 15,-69-47-36-15,2-6-152 0,-2-4-148 16,-1-6-188-16,-1-4-204 0,2-3-296 0,-6 1-44 16,1-1-4-16,-8 7 60 0,4 3 88 15,-4 6 48-15,0 4 148 0,-8 3 12 0,-3 2-12 16,-2 1 60-16,-6 3-60 0,-1 0 124 16,-5 0-124-16,6 3 76 15,3 7 8-15,0 3-24 0,8 3-48 0,0 5-8 0,4 9 8 16,0 3 208-16,0 7 36 15,4-3-8-15,0-2-64 0,0 1-184 16,0-9-192 0,8-2-104-16,4-5-172 0,-4-4-184 0,12-6-76 0,-4-10-84 15,8-4-140-15,4-14-980 0,-9 1-1313 16,9-20-3511-16</inkml:trace>
  <inkml:trace contextRef="#ctx0" brushRef="#br0" timeOffset="37137.45">5589 5070 10288 0,'0'0'2733'0,"0"0"-1673"0,0 0-364 0,0 0 248 16,9 91 324-16,-9-61-216 0,-4-5-16 16,-1 4-104-16,5-7-200 0,-4-3-404 15,4 0-328-15,0-7-168 0,0-1-28 16,4-8-24-16,1-3-84 0,3 0-76 0,3-3 88 16,6-11-40-16,2-4 0 15,1-8-76-15,0 1-96 0,0-4-132 0,-4 4 116 16,-1 0 220-16,2 6 112 0,-6 3 20 15,-2 2 96-15,-1 6 72 0,0 2 64 16,-8 6 228-16,3 0 344 0,-3 0 12 0,4 6-116 16,-4 2-100-16,4 9-76 15,1 2 12-15,-1 3-36 0,-4 6-88 16,4-2 24-16,-4 2-232 16,4 4-36-16,-4 0-340 0,3 3-360 15,1 0-544-15,-4-3-928 0,0-7-3081 0,0 6-4839 16</inkml:trace>
  <inkml:trace contextRef="#ctx0" brushRef="#br0" timeOffset="40911.518">24889 4423 9652 0,'0'0'4225'0,"0"0"-3213"0,0 0-596 0,0 0-264 0,0 0 276 16,0 0 500-16,13 56 204 0,-9-30-356 0,0 3-332 0,-4-2-248 16,3 0 12-16,-3-2-208 0,0-3-36 15,0-6-124 1,0-3-36-16,0-7-88 0,4 1-392 15,-4-7-380-15,0 0-272 0,0-7-796 0,0-3-2389 0,-4-15-3503 16</inkml:trace>
  <inkml:trace contextRef="#ctx0" brushRef="#br0" timeOffset="41064.867">24750 4007 13717 0,'0'0'1276'15,"0"0"-1200"-15,0 0 88 0,0 0-152 0,0 0 468 0,0 0 100 0,0 0-244 16,0 0-320-16,87 31-16 16,-54-24-200-16,3-1-632 0,3 0-468 0,-7-3-1328 0,16-3-4117 15</inkml:trace>
  <inkml:trace contextRef="#ctx0" brushRef="#br0" timeOffset="41348.646">25404 4242 11789 0,'0'0'1524'0,"0"0"-1168"0,0 0-12 0,-64 67 416 16,48-45 436-16,-4-4 80 0,4 1-336 0,4-3-396 16,8 1-260-16,0-5-176 15,4 4-108-15,0-3-8 0,8 2-36 0,0-2 40 0,12 3 8 16,0-4 0-16,0 4-4 16,0-2-48-16,3-2 44 0,-3-3-40 0,1 1 40 15,-2-1-8-15,-6 1 4 0,-2 0 8 16,-3-1-24-16,1 4 24 15,-9 0 148-15,0 2-72 0,-5-2-76 0,-7 6 0 0,1-3-124 32,-6 0-208-32,-2-1-188 0,2-1 0 0,-3-3-64 15,-3 0-316-15,3-3-572 0,3-3-1152 16,-11-3-2901-16</inkml:trace>
  <inkml:trace contextRef="#ctx0" brushRef="#br0" timeOffset="42375.949">26723 4484 6520 0,'0'0'1768'0,"0"0"-432"0,0 0-60 0,0 0-131 0,0 0-81 15,0 0-60-15,31 63-180 0,-19-57-156 16,1-3-68-16,-2 0-20 0,5-3 80 16,0 0-4-16,-1-3-164 0,6-4-84 15,-5 0-128-15,-1-4-68 16,6-3-44-16,-2-5-116 0,1-2-48 0,1-2-4 15,-2-2-76-15,1-1-84 0,-3 1-156 0,-6 0-28 16,-3 3-16-16,0 0-36 16,-4 2-36-16,-4 1 24 0,0 0 84 0,-4 3 48 15,-8 0 140-15,0 4-12 0,-4-1 132 0,1 3 16 16,-2 8 52-16,-3 2 60 0,4 0 36 16,-4 2-20-16,1 10-4 0,-1 8 60 15,3 6-56-15,2 2 20 0,3 11 48 0,0 1 40 16,4 7-60-16,4 2-4 15,0-2-84-15,4-3-76 0,0-5-12 0,8-4-40 16,0-7-8 0,8-2-28-16,-4-11 76 0,8-2 8 15,-1-3 100-15,1-7-108 0,5-3-296 16,3-3-88-16,0-7-224 0,0-5-508 0,3-5-844 16,-11 1-2265-16,8-9-3259 0</inkml:trace>
  <inkml:trace contextRef="#ctx0" brushRef="#br0" timeOffset="42644.829">27308 4270 8764 0,'0'0'1604'0,"0"0"-1047"0,0 0-17 15,0 0 548-15,0 0 316 0,0 0-64 16,0 0-256-16,68 83-288 16,-48-61-124-16,-5-1-80 0,6 2-172 0,-2 0-164 15,5-1-56-15,-4-2-92 0,0 1-108 16,0-2-84-16,0-3-16 16,-4-3-132-16,0-5-140 0,0-1-356 0,0-3-252 0,-1-4-336 0,2 0-824 15,-6-4-1081-15,2-11-2963 16</inkml:trace>
  <inkml:trace contextRef="#ctx0" brushRef="#br0" timeOffset="42813.26">27690 4238 10256 0,'0'0'1881'16,"0"0"-897"-16,0 0-348 0,0 0 100 0,-91 10 324 0,70 2-4 15,-2 7-136-15,-1 4-336 0,4 3-276 0,1 5-100 16,-6 1 4-16,5 0-52 0,5-1-40 15,-2 1-120-15,6-4-164 0,3-2-140 16,-1 0-276-16,6-4-216 0,3 0-88 16,0-3-452-16,3-3-668 0,1-7-1857 15,9-3-1907-15</inkml:trace>
  <inkml:trace contextRef="#ctx0" brushRef="#br0" timeOffset="43257.79">28109 4359 132 0,'0'0'11269'16,"0"0"-9501"-16,0 0-1440 0,0 0 156 15,0 0 668-15,-92 2 60 16,72 12-68-16,0 5-464 0,4 3-384 0,-4 7-72 16,9-4 72-16,-2 3-76 0,9-2-96 15,0-10-16-15,4 0-44 0,0-11-60 16,0 2-4-16,8-7-48 0,5 0 48 0,-2 0 12 16,9-7 40-16,1-1-44 0,-2-9 40 0,5-2 24 15,0 0-72-15,-4-2-72 0,0-2 0 16,-4 7-28-16,0 4 0 15,-5 2-20-15,2 4-28 16,-2 6 12-16,-2 0 136 0,-1 0 12 0,-1 9 344 16,1 4-12-16,-4 0 12 0,5 2 60 0,-5 4-76 15,-1 0-72-15,1 0-108 0,0-2-160 0,0 2-40 0,5-4-72 32,-5-1-156-32,7-5-440 0,2-3-172 0,-2-2-144 0,5-4-504 0,-4 0-1020 15,12-17-2593-15</inkml:trace>
  <inkml:trace contextRef="#ctx0" brushRef="#br0" timeOffset="43476.62">28594 4317 13329 0,'0'0'2268'0,"0"0"-1804"0,0 0 0 0,0 0 520 0,0 0 412 16,-79 44-256-16,59-21-152 15,5 6-344-15,-2 3-191 0,6 2-89 0,-2 4-16 0,5-2 52 16,5-7-144-16,3-4-256 15,3-3-52-15,10-6-240 0,2-4-24 0,9-9-44 16,4-3-4-16,8-3-37 16,8-16 109-1,0-9-256-15,-1-7-664 0,6-6-832 0,-10-4-1004 16,-7 10-1525-16,8-16-715 0</inkml:trace>
  <inkml:trace contextRef="#ctx0" brushRef="#br0" timeOffset="43685.537">28989 3942 10484 0,'0'0'2545'0,"0"0"-1453"16,0 0-116-16,0 0 556 0,0 0 96 0,0 0-104 16,0 0-584-16,0 0-512 0,0 0-368 0,0 0-52 15,-51 54 176-15,42-8 168 0,-2 4 109 16,-1 4 35-16,3 7-216 0,-2-1-204 0,3 1-76 16,-1 2-60-16,2-3 0 0,3-6-28 15,4 0-116 1,-4-10-112-16,4-9-84 0,0-9-97 0,0-11 9 15,4-5-108-15,0-7-300 0,3-3-408 0,-2-3-496 0,3-7-372 16,-4-5-1040-16,-4 2-1493 0,0-12-1395 16</inkml:trace>
  <inkml:trace contextRef="#ctx0" brushRef="#br0" timeOffset="43834.079">28631 4361 10104 0,'0'0'2153'0,"0"0"-1005"0,0 0-536 0,0 0-32 16,0 0-100-16,0 0 640 0,0 0 280 15,83-19-240-15,-42 13-496 0,-6 1-184 0,9-2-200 16,-9 0-132-16,6 1-148 16,-1-3-28-16,-9 2-128 0,1-2-260 15,0 2-852-15,-8 1-892 0,8 3-4029 16</inkml:trace>
  <inkml:trace contextRef="#ctx0" brushRef="#br0" timeOffset="44481.356">29917 4460 10064 0,'0'0'1509'15,"0"0"-741"-15,0 0-156 16,0 0 840-16,0 0-228 0,0 0 20 16,0 0-152-16,0 0-304 0,0 0-308 15,0 0-172-15,0 0-112 0,-67 29 0 16,55-1 60-16,4-3 108 0,0 1 124 15,4-10-184-15,4-3-180 0,0-7-124 0,0-2 0 16,0-4-100-16,0 0-8 0,4 0-76 16,0 0-192-16,8-4 216 0,0-2 28 0,4 0-40 15,3-3-96-15,-2-1 0 0,-2-1-28 16,2 6 40-16,-2 2-4 0,-2-1 76 16,-2 4 0-16,2 4 184 0,-2 2 12 0,1 3 72 15,-3 5 52-15,-6-2 60 0,5 1 188 16,-4-1-140-16,0 1-48 15,0-3 84-15,1-1-84 0,-2-3-84 0,1 1-100 0,-4-4-8 16,4 0-4-16,4-3-76 0,1 0 64 16,2-3-96-16,9-7 36 0,0-2-248 0,4-10-268 15,4-4-372-15,4-5-680 16,0-4-844 0,-5 6-2641-16,5-19-2863 0</inkml:trace>
  <inkml:trace contextRef="#ctx0" brushRef="#br0" timeOffset="44700.246">30639 3803 12537 0,'0'0'2404'15,"0"0"-2180"-15,0 0 144 0,0 0 600 16,-32 102 448-16,20-58-220 16,-4 8-312-16,5 4-260 0,-2 4-124 0,5 1 20 0,1-1-143 15,-2 0-217-15,5-2-104 0,4-4-56 16,0 0-168-16,0-7-113 0,0-2-95 15,0-7 60-15,4-6-124 0,5-7-24 0,-6-6-64 16,5-5-132-16,-4-6-56 0,0-4-460 16,-4-4-756-16,0 0-864 0,0-4-2149 15</inkml:trace>
  <inkml:trace contextRef="#ctx0" brushRef="#br0" timeOffset="44862.874">30293 4368 8280 0,'0'0'6029'0,"0"0"-5121"0,0 0-900 16,0 0-8-16,0 0 504 0,0 0 340 16,0 0 200-16,0 0-340 15,86 26-272-15,-45-24-260 0,2-2-20 16,6 0-152-16,2 0-84 0,1-5-140 0,4 2-392 16,0-3-960-16,-17 2-1648 0,13 4-4965 15</inkml:trace>
  <inkml:trace contextRef="#ctx0" brushRef="#br0" timeOffset="45802.439">31392 3810 5460 0,'0'0'5865'16,"0"0"-4197"-16,0 0-852 0,0 0-220 16,0 0 552-16,0 0 296 0,0 0 68 0,31 69-284 0,-22-24-372 15,-5 9-188-15,-4 6-132 16,-4 4-87-16,-5 2-97 0,-2-2-60 0,-1-1-124 16,-4 1-72-1,4-7-36-15,-4-3-60 0,4-7-60 0,5-5-48 16,-2-7-220-16,1-6-252 0,4-7-113 0,0-3-171 15,4-10-324-15,0-5-724 0,0-4-1892 16,0 0-1057-16,-3-17-3219 0</inkml:trace>
  <inkml:trace contextRef="#ctx0" brushRef="#br0" timeOffset="46203.224">31487 3928 12165 0,'0'0'2268'16,"0"0"-1548"-16,0 0-76 0,0 0 620 0,76-30-208 31,-52 27-120-31,-4 0-212 0,0 3-236 16,0 0-208-16,-4 0-120 0,0 6-76 15,-8-2-72-15,0 6 64 0,-5-1 32 0,1 7 40 16,-4 10-16-16,-11 5 40 0,-6 4-88 0,-2 6-24 0,-9 1-60 0,-4-1-4 16,4-3 4-16,4-6-8 0,0-4-52 15,9-2 52 1,3-8-4-16,3 1-48 0,5-5-28 15,4-6-68-15,4 5-4 0,13-1 16 0,-2 2 104 16,9-1 40-16,4 0 12 0,4-1-4 16,4 1-8-16,-1-1-64 0,6 1 64 15,-5 0 76-15,-1 0 20 16,-7-4 28-16,-4 3-40 0,-8 1 84 16,-4 0 40-16,-8-3 12 0,0 3 49 0,-4-1 103 0,-4 4 40 0,-4 0-156 31,-12 0-136-31,0 3-72 0,-8 0-36 15,0-4-12-15,-8-2 0 0,1 0-60 16,-1-3-120-16,-4-1-148 0,0-3-48 16,-7 0-109-16,-5 1-159 0,-1-3-136 15,-2-1-408-15,-1-3-1024 0,16 0-2648 16,-28-10-3661-16</inkml:trace>
  <inkml:trace contextRef="#ctx0" brushRef="#br0" timeOffset="47443.899">5012 7363 11297 0,'0'0'4100'16,"0"0"-4100"-16,0 0 100 0,19 89 16 15,-10-49 196-15,-5 9 92 0,-4-2-164 16,0 3-68-16,-8-5-72 0,-1-3 40 0,-2-7-56 15,3-4-32-15,-4-9-52 0,4-6-124 16,0-9-364-16,-1-5-116 0,2-2-468 16,-9-12-680-16,8-1-1253 0,-8-25-2723 0</inkml:trace>
  <inkml:trace contextRef="#ctx0" brushRef="#br0" timeOffset="47599.009">4665 7045 11745 0,'0'0'1816'0,"0"0"-1808"0,0 0-8 16,0 0 624-16,0 0 172 0,0 0-28 16,0 0-248-16,91 7-220 0,-63 0-300 0,0-2-84 15,4 2-208-15,4 2-336 0,-3 3-772 16,-10-1-1256-16,5 10-4081 0</inkml:trace>
  <inkml:trace contextRef="#ctx0" brushRef="#br0" timeOffset="47786.59">5302 7496 11189 0,'0'0'1680'15,"0"0"-852"-15,0 0 516 0,0 0-60 16,0 0-312-16,0 0-400 0,77 0-188 0,-58-10-100 16,1-9-100-16,4-3-64 0,-1-4-120 0,-2-5-580 15,3-4-164-15,0-1-188 16,-5-1-340-16,2 2-588 0,-1 0-1041 15,-9 10-1835-15,6-10-1000 0</inkml:trace>
  <inkml:trace contextRef="#ctx0" brushRef="#br0" timeOffset="48184.372">5530 6903 8384 0,'0'0'2613'16,"0"0"-1497"-16,0 0-180 0,0 0 144 15,0 0-256-15,-84 6-244 0,68 2 48 0,4 6-188 16,5 2-164-16,-2 6-128 0,1 3-12 15,4 10 40-15,4 0 20 16,0 10 40-16,0-1-36 0,4 10-28 0,4 3-48 16,1 3-40-16,2 4 16 0,1 0 12 15,0 2-56-15,7 4-56 0,-2-4-8 16,3 2 8-16,3-2 8 0,1-2 56 16,1-1 20-16,-1-3 4 0,0-3-40 15,-9-3 28-15,6-4 20 0,-6-1 64 0,-2-5-12 16,-2-5 36-16,-3-6 48 15,-4 0 48-15,-1-7-96 0,-3 2-36 16,0-6-4-16,0 0-44 0,-3 1-16 16,-5-7 28-16,0 3-16 0,-8-3 24 0,0-4-120 15,-8-2-12-15,0 0-60 0,-4-1 24 16,0-3-76-16,-4 1 112 0,0-4-84 16,1-3 0-16,3 0 84 0,1 0-136 15,6-3 88-15,1-4 12 0,9 1-28 16,3 2-8-16,-1-1-28 0,1-2-84 0,5-2-108 15,-1-5-100-15,0 3-4 16,0-10-72-16,4 0-4 0,0-5-220 0,4-2-776 16,0 6-1156-16,3-14-2773 0</inkml:trace>
  <inkml:trace contextRef="#ctx0" brushRef="#br0" timeOffset="50208.381">9574 7317 7080 0,'0'0'548'0,"0"0"3361"0,0 0-2565 0,0 0-220 0,0 0 0 0,0 0-56 15,0 0-228-15,0 0-132 0,0 0-416 16,0 0-288-16,0 0 128 0,0 0 216 16,92 17 108-16,-49-10-4 15,1-5-132-15,-4 5-136 0,-1-4 12 16,-3-3-192-16,1 0 60 0,-5 0-64 0,0 0-136 15,-4-6 76-15,-1-5-36 16,1 3-112-16,-4-5-504 0,0 1-312 0,-9-5-332 16,2 5-948-16,-6 2-2173 15,-2 0-2195-15</inkml:trace>
  <inkml:trace contextRef="#ctx0" brushRef="#br0" timeOffset="50408.974">9885 7426 5804 0,'0'0'2212'16,"0"0"-424"-16,0 0-267 0,0 89 59 0,7-54-104 16,6 6-64-16,-5 0-332 15,-1 7-212-15,1 0-300 16,-3 6-184-16,-1-4-196 0,0 1-188 16,-4-3-12-16,0-7-100 0,0-6 28 0,0-6-28 15,0-1-148-15,-4-2-320 0,-5-1-416 16,-6 1-348-16,2-1-872 0,-2-6-2249 15,-10 6-1063-15</inkml:trace>
  <inkml:trace contextRef="#ctx0" brushRef="#br0" timeOffset="50587.626">9602 8229 5916 0,'0'0'2180'16,"0"0"-340"-16,0 0-379 0,0 0 51 16,0 0-228-16,0 0-400 0,0 0-216 15,0 0-280-15,0 0-180 0,0 0-148 16,-20-28 140-16,44 24 88 0,8 1 332 0,7-3 220 0,2 0-344 0,2 2-164 15,1-5-148-15,0 3-148 0,-5-4-36 16,1 4-184-16,1-5 96 16,-6 3-168-16,-3-2-276 0,0-2-396 0,0 2-496 15,-8 0-1692-15,4-2-4597 0</inkml:trace>
  <inkml:trace contextRef="#ctx0" brushRef="#br0" timeOffset="51070.102">10307 7817 11657 0,'0'0'2680'16,"0"0"-1860"-16,0 0-288 0,0 0 308 0,0 0 480 0,0 0-248 0,16 76-224 16,-16-54-348-16,0 4-232 0,0-1-268 15,0 0-24-15,0 1-168 0,-4 0-44 16,4-5 40-16,0-5-60 0,0 0-24 0,0-6-4 15,0-8 0-15,0-2-72 0,0 0-124 16,8-2 144-16,0-8 336 0,4-6 0 16,3-7 0-1,5 2-88-15,1-2-96 0,-2 1 120 16,1 3 16-16,-3 3-12 0,2 7 56 0,-6 3-52 16,-2 6-20-16,-3 0 68 0,1 0 8 0,-6 2 396 15,1 8 164-15,0 0-164 16,-4 2-88-16,0 1-76 0,0 3-24 15,0-3-96-15,0-4-64 0,0-3-48 16,0-2-8-16,0-4-140 0,0 0-8 0,4 0-32 16,0 0 188-16,4-7 28 0,8-3 132 15,-4-5-160-15,4 2-88 0,-1-3-96 0,2 4 12 16,3 2-16-16,-5 4 16 0,2 2-24 16,-2 4 84-16,-3 0 112 0,4 7 0 15,1 3 136-15,-6 2 196 0,1 4-120 16,0 0 72-16,0 4-164 0,-4-6-112 0,0 5 104 0,-4 0-24 15,0 1-80 1,0-5-8-16,-4 5-76 0,4-4-232 0,-4 0-540 16,0-4-384-16,0 1-948 0,4-10-896 0,0-3-2545 15</inkml:trace>
  <inkml:trace contextRef="#ctx0" brushRef="#br0" timeOffset="51304.718">11099 7836 13033 0,'0'0'1980'0,"0"0"-1112"16,0 0-416-16,0 0 360 0,0 0 488 0,0 0-292 0,0 0-164 16,88 50-244-16,-64-50-212 15,8 0-144-15,0-6-168 0,4-6-76 0,-4-4-180 0,-1 0-200 16,1-7-216-16,0 1-160 15,-4 0-328-15,-4 0-748 0,-7 3-2452 16,2-10-3297-16</inkml:trace>
  <inkml:trace contextRef="#ctx0" brushRef="#br0" timeOffset="51773.115">11367 7388 11969 0,'0'0'1764'0,"0"0"-1144"0,0 0 128 0,0 0 32 16,0 0 196-16,0 0 108 16,-48 83-172-16,44-58-360 0,4 1-208 0,0 5-52 15,4 4-96-15,4 3-24 0,0 7-40 16,0-1-8-16,0 7-112 0,4 0 0 0,-4 0-12 16,-1 3 4-16,2-4-4 15,-1 4-12-15,3-4-112 0,-2 2 64 16,6-8 56-16,-2 1-56 0,-2-5-12 0,5 2-88 0,4-3 156 0,-3-5-80 31,2 1 20-31,1-4-44 0,-4 2 100 16,0-5-44-16,-1 1-56 0,2-1 36 0,-6 1 72 15,-2 3 8-15,-1-4 40 0,-8 1-48 16,4 0 96-16,-4-7-88 16,0 0 80-16,0-9-16 0,0-1 28 0,-4-2 44 0,0-4 40 15,-5-3-48-15,2 0-16 0,-9-3-36 16,0 0 4-16,-4 0-80 0,-4-3-8 15,0-3-148-15,-8-4-16 0,0 1 160 16,1-4-116-16,-5 1 108 0,4 2-136 0,4-3-32 0,0 3-104 0,8 1 164 16,1 0-4-16,6-1-120 15,1 4 60-15,5 0-100 0,-2-5 48 16,5 5-156-16,0-7-116 0,4 4-112 16,-4-7-256-16,4 4 8 0,0-4-116 15,0-3-212-15,4 3 44 0,0-3-793 16,0 6-931-16,5-8-2128 0</inkml:trace>
  <inkml:trace contextRef="#ctx0" brushRef="#br0" timeOffset="52411.68">12562 7766 5216 0,'0'0'6789'16,"0"0"-5129"-16,0 0-760 0,0 0-320 16,0 0 240-16,0 0 444 15,88 16-224-15,-49-13-140 0,5-3-300 0,4 0-124 0,0 0-144 16,0-7-92-16,-4 1-152 16,-4-3-88-16,-1-1-44 0,-7-2-20 15,0-1-8-15,-4 3-48 0,-4-2-188 0,-4 5-264 16,-4 1-312-16,-9 6-488 0,-3 0-1440 15,-4 6-2529-15,-4 13-2371 0</inkml:trace>
  <inkml:trace contextRef="#ctx0" brushRef="#br0" timeOffset="52627.327">12813 8017 3724 0,'0'0'1736'0,"0"0"4149"0,0 0-4181 0,0 0-484 15,0 0-132-15,0 0-192 0,0 0-300 0,0 0-72 16,0 0 356-16,0 0-68 0,84 7-296 16,-56-7-172-16,4 0-176 0,3 0-80 15,-3-5-28-15,4-1-60 0,-4 0-72 0,7 0 12 16,-2-4-136-16,3 4-220 0,-1 3-608 16,6-4-348-16,-14 7-876 0,17 0-3725 15</inkml:trace>
  <inkml:trace contextRef="#ctx0" brushRef="#br0" timeOffset="53317.191">14308 6899 1684 0,'0'0'2008'16,"0"0"4196"-16,0 0-4107 0,0 0-585 16,0 0-244-16,0 0-88 0,-9 79-136 0,9-44-140 15,9 11-200-15,-2 1 12 0,-3 10-80 16,0 4-100-16,4 4-72 0,-8 9-112 0,4-1-36 0,-4 6-204 0,0-3-100 16,-4-3-12-16,-4-3-112 15,8-7-20-15,-4-3 12 0,4-9-28 16,0-6-12-16,0-10-204 0,0-6-40 0,4-10-156 15,0-4-56-15,0-9-304 0,4-6-532 16,4 0-272-16,0-12-716 0,-4-1-1941 16,4-25-2455-1</inkml:trace>
  <inkml:trace contextRef="#ctx0" brushRef="#br0" timeOffset="53644.551">14817 7306 964 0,'0'0'10821'16,"0"0"-9197"-16,0 0-1100 0,0 0-32 0,0 0 268 0,-103 57-120 16,67-29-224-16,-4 5-188 0,0 4-116 15,0-2-112-15,5 3-88 16,3-3-60-16,-1 0 32 0,1-1 24 0,9-4-20 16,-1-2 24-16,4-6-36 0,4-4 112 15,4-1 12-15,8-10 52 0,0-1 24 16,4-3 24-16,0 0-56 15,4 0-36-15,8 4 188 0,8 2 192 16,4 4-16-16,4 0 0 0,0-1 152 16,0 4 128-16,4 0-160 0,-1 1-48 15,-3-2-4-15,4 0-12 0,0-1-172 16,0-2-244-16,0-3-12 0,0 1-136 16,-1 0-8-16,-3-4-52 0,0-3-84 0,-3-3-484 15,-2 0-132-15,1-6-284 0,-4-4-1192 16,-4 1-2469-16,0-10-3599 0</inkml:trace>
  <inkml:trace contextRef="#ctx0" brushRef="#br0" timeOffset="54013.896">14989 7785 7036 0,'0'0'5833'31,"0"0"-4481"-31,0 0-720 0,23 69 60 16,-11-49 352-16,-4-8 36 0,5 1-28 0,-2-9-412 15,5-1-200-15,4-3-160 0,0-7-72 16,3-6-120-16,2-5-88 0,-1-7-108 16,0-1-232-16,0-6-4 0,-5 0-60 15,1 4-40-15,-8-1 64 0,1 7 120 0,-6 5 100 16,-7 3 144-16,0 3 16 0,0 3 124 16,-11 1 112-16,-6 0 60 0,-3 1-100 15,-3 3-144-15,-1 3 192 0,0 0-24 0,0 3 200 16,4 10-212-16,0 6 24 0,4 2-100 15,0 8-20-15,5 3-16 0,-2 10 40 0,5-1 56 16,1 1 28-16,3-2 48 0,-5-1 60 16,9-1-132-16,-4-7-196 0,4-5-80 31,0-5-152-31,4-5-340 0,5-6-36 0,-2-3 44 0,5-4-12 16,1-3-276-16,2-13-360 15,5-5-808-15,3-8-1148 0,-6 3-2085 0,7-18-1438 16</inkml:trace>
  <inkml:trace contextRef="#ctx0" brushRef="#br0" timeOffset="54245.435">15403 7680 4144 0,'0'0'492'0,"0"0"5304"15,0 0-4611-15,0 0-529 0,76 6-28 0,-57 4 8 16,-2 5 100-16,-2 2 72 0,1 2-152 0,-4 6-36 0,-4 0-124 16,0 4 16-16,-4 2-104 0,-4 1-108 15,0 4-16-15,0-5-40 0,-4 1-48 0,1-7 4 16,-2-2 68-16,1-5 124 0,0-8 12 15,4-3-132-15,0-7-80 0,0 0 52 16,0 0-120-16,0-14-124 0,8-5-52 16,0-12 40-16,4-7-40 0,4-3-68 15,4-4-40-15,0 0-36 0,4 4 4 16,-1 0-80-16,5 3-340 16,0 3-312-16,4 1-500 0,-12 9-1436 15,12-8-3509-15</inkml:trace>
  <inkml:trace contextRef="#ctx0" brushRef="#br0" timeOffset="54909.648">16415 7632 11325 0,'0'0'4864'0,"0"0"-4544"0,0 0-312 0,0 0 60 16,-84-38 120-16,65 38 408 0,-2 0 692 0,1 16-528 16,-3 6-332-16,3 10-48 15,-4 12 72-15,3 8 256 0,6 1-223 16,-2 5-133-16,6-4-60 0,3-10-164 0,4-6-128 16,4-13-60-16,0-8-60 15,8-12-52-15,7-5-56 0,6-5-65 0,3-15 1 0,4-8 84 31,4-7-84-31,-4-6-60 0,0-1-176 0,-5 4 140 16,5 3 56-16,-8 3 160 16,4 7 72-16,0 3 40 0,-4 9 56 0,-4 3 4 15,-1 8-12-15,2 2 12 0,-2 2 0 16,2 15 124-16,-6-1 32 0,2 9-56 0,-2 6 72 16,-3 4 12-16,5 7 36 0,-6 2-12 15,1 4-48-15,0 3-16 0,0 3-44 0,-4 3-52 16,-4 3 12-16,0 3 12 15,0-2 40-15,-12 2-4 0,0-2-8 16,1-7-40-16,-10-3 0 0,5-7 36 0,-3-9 52 16,-2-6-28-16,1-7-36 15,1-6 52-15,-5-10-15 16,3 0-37 0,-2-6-76-16,-5-9-8 0,4-5-8 0,4-7 8 15,1-2-12-15,2-5-96 0,9 3-101 0,1-4 17 16,2 4 8-16,5-1 52 0,0 3 32 0,9 2 52 15,-2 2 40-15,1 0-4 0,5-1 12 16,2 5 4-16,-2 2 4 0,2-3 4 16,5 6-12-16,0-2 0 0,-4-1-60 0,8 3-24 15,-5 3 8-15,2 3 4 0,-1-3-12 0,3 4 24 16,-3-1-28-16,1 1 76 16,-2-1-36-16,-3 4 0 0,0 0 0 0,-8 0-40 15,4 0-120-15,-4 0-328 0,-1 0-252 16,-2 0-536-16,-1 4-1056 0,-4 3-3045 0</inkml:trace>
  <inkml:trace contextRef="#ctx0" brushRef="#br1" timeOffset="66797.278">17307 5753 6020 0,'0'0'1532'16,"0"0"-988"-16,0 0-216 0,0 0 136 0,0 0 132 15,0 0-168-15,0 0 773 16,0 0 123-16,0 0-548 0,0 0-304 15,0 0-88-15,0 0 8 0,-3 0 24 0,3 0 12 16,0 0-136-16,0 0-144 0,0 0-136 16,0 0-12-16,3 0 0 0,1 0 0 15,9-3 100-15,-2 3 0 0,1-3-84 0,4 3 32 16,4-7-48-16,0 7 64 0,4-4-60 16,0 2-4-16,-1-1-48 0,1 0-12 0,4-1 56 15,0 2-48-15,0 2 52 0,0-5 0 16,0 3-44-16,0-2 40 15,0 2-12-15,-1-2-32 0,1-3-16 0,0 5 4 16,0-5-16-16,0 4 64 0,0-3-4 16,0 3 4-1,-4-4 8-15,4 4-56 0,-5 0-16 16,-2 3 24-16,-1-3 44 0,-5 3-52 0,2 0 56 0,-6 0-4 16,1 0-4-16,1 0 12 0,-2 0-48 15,-3 3 48-15,4-3 52 0,0 0-44 16,-3 0 44-16,-2 3-48 0,5-3-4 15,-4 0-44-15,0 0 44 0,0 0 88 16,0 0-88-16,-4 0-8 16,4 0 8-16,0 0 0 0,0 0-4 0,3 0 0 0,-2 0-8 15,-1-3 8-15,3 3-60 0,2 0 52 0,-5-3 12 16,3 3-44-16,-2-4 44 0,-1 4 16 16,-1 0 32-16,1 0-48 0,1-3 0 15,-5 3 0-15,-1 0 0 0,5 0-48 16,-4 0-56-16,-4 0 32 15,4 0 28-15,-4 0 44 0,0 0 0 16,0 0 0-16,0 0-4 0,0 0 4 16,0 0 88-16,0 0 40 0,0 0-80 0,0 0-36 0,0 0 52 15,5 0 0-15,-5 0 0 0,0 0 8 0,0 0 4 16,0 0 12-16,0 0 24 0,0 0 4 16,0 0-4-16,0 0-52 15,0 0-60-15,0 0-136 16,-5 0-16-16,1 0-72 0,-4 3-244 15,1-3-48-15,-6 4-80 0,1-4-88 0,-3 0-764 16,2 0-1673-16,-11 0-4371 16,125-7 6184-16</inkml:trace>
  <inkml:trace contextRef="#ctx0" brushRef="#br1" timeOffset="67672.395">17049 4245 3040 0,'0'0'2916'0,"0"0"-1524"16,0 0-808-16,0 0 40 0,0 0-80 0,0 0-24 15,0 0 36-15,0 0-236 0,0 0-316 16,0 0 4-16,0 0 88 0,0 0-16 15,0 3-68-15,4 0 40 0,-4 0 88 16,0 0 81-16,0 4-17 0,0-1-36 16,0 1-52-16,0-5 24 0,0 5 4 0,0-4-16 0,0 0-68 15,0-3-60-15,0 0-16 0,0 0 4 16,0 0 0-16,0 0-40 16,0 0 40-16,0 0-40 0,0 0 0 0,0 0-24 0,0 0-64 15,0 3-260-15,0-3-529 0,0 0-391 16,0 0-392-16,0 0-228 15,0 3-144-15,0-3-576 0,0-6 2060 0</inkml:trace>
  <inkml:trace contextRef="#ctx0" brushRef="#br1" timeOffset="68083.633">17040 4168 1840 0,'0'0'1524'0,"0"0"28"0,0 0-276 0,0 0-224 0,0 0-156 16,13 70-128-16,-13-48-160 0,4 2-196 16,-4 1-100-16,0 2-28 0,0 8-132 0,0 4-8 15,0 5-56-15,3 7 5 16,1 12 63-16,0 7-152 0,4 16-4 16,4 10-12-16,0 8-64 0,4 10 76 0,0 4-116 15,-4 3-53-15,8-4 41 0,-8-8 128 16,4-12 557-16,-9-11 31 0,2-9 28 15,-1-18-232-15,-1-11-268 0,2-13-116 16,-1-9-204-16,0-7 0 0,-5-10-196 16,5-5-548-16,1-4-305 0,-5-16 141 0,3-7-84 0,1 2-912 15,-4-34-496-15</inkml:trace>
  <inkml:trace contextRef="#ctx0" brushRef="#br1" timeOffset="69118.594">17076 3953 5004 0,'0'0'2404'16,"0"0"-612"-16,0 0-588 15,0 0-251-15,0 0-273 0,0 0-268 16,0 0-196-16,0 0-216 0,0 0-52 0,0 0-48 0,0 0 100 16,20-7 228-16,-4 7 296 15,4 3-220-15,4 4-84 16,4-4-32-16,-4 1-8 0,4-2-28 0,4-2 48 16,0-2-124-16,3-5 40 0,5 0-68 15,-1-2-48-15,6-3-56 0,-6 1 56 16,1 3 0-16,1-3-104 0,-6 5 100 0,1 3-96 15,0 0-16-15,-5 1 16 16,1-3-52-16,-4 5-64 0,4 0 116 16,-8 0-68-16,0-2-8 0,-4 2 12 0,0 0 20 0,-9 0 44 15,6 0-4-15,-9 0 28 0,-5 0 24 16,2 0 4-16,-1 0 44 0,0 0-12 16,0 0-48-16,0 0-12 0,0 0-104 15,-1 0-60-15,1 0 72 0,1 0-12 16,3 2-76-16,-4-2-28 15,3 0 0-15,1 0 143 16,1 0 49-16,-1 0 16 0,-5 0 76 0,5 5-8 16,1-3 16-16,-1-2-8 0,-5 3 4 15,1 0 88-15,4 0-28 0,-3 0-12 16,-1 4-43-16,0-7 91 0,-4 4-32 0,3-1-64 16,-3-1 72-16,0-2-68 0,0 3 4 15,4-3 40-15,-4 0 0 0,0 0 0 16,0 4 0-16,4-1 0 0,-4 3 88 0,4 1 28 0,0 2-4 15,-4 4-8-15,5 3 12 16,-5 3-4-16,3 0-24 0,1 3-36 16,-4 3 12-16,4 1-4 0,4 2-48 0,-4 0-52 15,4 8-4-15,0-1-8 0,4 3-52 16,-4 3-52-16,4 7 16 0,0-4 12 16,0 7 68-16,4 0-108 0,-4 3 116 0,4-3 0 15,0 3 4-15,-1 3-4 0,-2 0 0 0,2 4 268 16,2 3-128-16,-6-1-136 0,1 3-4 15,1-2 64-15,2-5 40 16,-6 2-92-16,2-7 180 0,-3-2-92 0,4-5-8 16,-4-3 32-1,0-3-32-15,0-3-16 0,0-2 12 0,0-5 40 16,0 1 76-16,-4-1-104 0,-1-2-88 16,6-4-12-16,-5 2 0 0,0-6 0 15,4-2 0-15,-5-3 80 0,1-3-80 16,1-3-4-16,-1-7-60 0,0-1 0 0,-4-2 16 15,0 0-40-15,4 0 24 16,-4 0-12-16,0 0-52 0,0 0-12 16,0 0-12-16,0 0 12 0,0 0 12 0,0 0 12 0,0 0 40 15,0-5-128-15,0 1-296 0,-4-2-448 16,-4-4-485 0,3 1-599-16,-2 3-936 0,31 46-2072 15</inkml:trace>
  <inkml:trace contextRef="#ctx0" brushRef="#br1" timeOffset="81508.921">5594 11462 5380 0,'0'0'1872'0,"0"0"-548"0,0 0 1365 0,0 0-713 31,0 0-784-31,0 0-132 0,0 0 0 0,0 0-216 16,0 0-160-16,0 0-240 0,0 0-88 15,0 0-72-15,4 6-16 0,0-12 28 0,3-1 20 0,6-5-44 0,-2-5-104 16,5 2-44-16,-4-7-76 0,4-3-48 15,0-2-8-15,3-1-76 0,2-3-64 0,-5-4-12 16,3-1-36-16,-2 5-12 0,-2-1-24 16,2 0-24-16,-6 7-4 15,6 0 88-15,-10 6 100 16,1 2 64-16,-4 9 8 16,1-3 60-16,-5 8 40 0,0 0 8 15,0 3-32-15,0 0-28 0,0 0-44 0,0 0 72 16,0 0 56-16,0 3-32 0,0 0-100 15,0 1-56-15,-5-1-32 0,1 7-8 0,0-2 44 16,0 6 44-16,1 2 8 16,3 5 4-16,-4 2 44 0,4 5 4 15,-4 4-4-15,4 3 48 0,0 7-92 0,-4 5-4 16,4 4 8-16,0 5-8 16,-5 2 0-16,5-1-4 0,0 0 4 15,0 0 0-15,0-2 8 0,0-8 4 16,5 1-4-16,-1-10 52 0,-4-3-52 0,4-3 116 15,0-7-16-15,-1-6-108 0,-3-3 0 0,4-4-48 16,-4 1 48-16,4-7 0 0,-4 0 0 16,0-1-68-16,0-3 68 0,0-2 0 15,0 0 12-15,4 0 72 0,-4 0-24 0,0 0-60 16,0 0-108 0,0 0-284-16,0 0-184 0,-8 0-276 0,1-9-692 0,-1-1-1160 15,-5 4-1913-15,-2-13-1239 0</inkml:trace>
  <inkml:trace contextRef="#ctx0" brushRef="#br1" timeOffset="81926.881">5518 12020 5472 0,'0'0'548'0,"0"0"4833"0,0 0-3881 0,0 0-316 16,0 0 4-16,0 0-44 0,0 0-160 0,0 0-164 15,0 0-244-15,0 0-144 16,0 0-124-16,-12 0-124 16,16 0-124-16,0-4-60 0,0 4 4 0,3-2 132 15,10-1 32-15,-2 0 128 0,9-1 8 0,0 1-36 16,4-3-84-16,0 2-40 0,4-2-32 0,4-1-40 16,-4-2-64-16,3 0 112 15,1 2-120-15,1-2 4 0,-1-1 44 16,-1 1-48-16,1 3 0 0,-4-4-48 0,-4 4 48 15,0-1-4-15,-4 1-8 0,-5 3-60 0,-2 0 60 32,-2 0-48-32,-2 0 56 0,-6 3-44 15,1 0-28-15,-4-4 72 0,1 4-8 0,-5 0 0 16,0 0-36-16,0 0 44 0,0 0 0 16,0 0 0-16,0 0-8 0,0 0-84 15,0 0-40-15,0 0-8 0,0 0-16 16,0 4-120-16,0-4-88 15,0 0-72-15,0 0-88 0,0 3-148 0,-5-3-252 0,1 3-712 16,-4 0-1236-16,-3 3-4413 16,39-25 1637-16</inkml:trace>
  <inkml:trace contextRef="#ctx0" brushRef="#br1" timeOffset="82826.707">5841 12332 4972 0,'0'0'1796'16,"0"0"-1196"-16,0 0 1744 0,0 84-1063 16,0-48-409-16,0 2-180 0,0 4-12 0,-4-2-212 15,-1 2-84-15,1-4-92 16,0 3-28-16,1-6-176 0,-5-3 0 15,8-6 52 1,-4-8-52-16,-1-6-36 16,5-5-52-16,0-3-64 0,0-4-48 0,0 0-372 15,0-6-428-15,0-11-392 0,0 4-1285 0,0-25-3143 16</inkml:trace>
  <inkml:trace contextRef="#ctx0" brushRef="#br1" timeOffset="83109.979">5658 12350 7808 0,'0'0'1904'16,"0"0"-535"-16,0 0-313 0,0 0 80 0,-84 61-92 0,67-45-488 0,2 0-556 15,-2-3-52-15,10-4-224 0,-1 0-168 16,4-2-524-16,4-4-120 0,0-3-325 0,0-6-75 16,8-4 244-16,-1-6 8 0,6-6 444 15,2 3 400-15,6-3 392 0,-2 2 172 16,1 4 716-16,1 4 240 0,3 5-116 15,-5 1-144-15,1 3 36 0,-1 0 117 32,2 3-121-32,-5 0-60 0,3 6-100 0,-2 0-132 15,-2 1-104-15,6 2-200 0,-10 1-164 16,6 2-140-16,-2 5-76 0,1-2-796 16,-4 11-396-16,-3-10-1016 0,-2 19-2465 0</inkml:trace>
  <inkml:trace contextRef="#ctx0" brushRef="#br1" timeOffset="83686.731">5287 13722 5564 0,'0'0'2120'0,"0"0"-1328"0,0 0-432 0,0 0-88 16,0 0 208-16,0 0 0 0,0 0-68 0,0 0-76 16,0 0-67-16,0 0-61 15,0 0 88-15,-44-19 244 0,40 19 100 31,4 0-56-31,0 0-48 0,0 0-40 0,-4 0 8 16,4 0-12-16,0 0 24 0,0 0 100 0,0 0 32 16,0 0-88-16,0 0-92 0,0 0-84 15,0 0-136-15,0-4-152 16,4 4-96-16,0 0-120 0,8 0-52 16,0-2 172-16,8-1 64 0,3-1 8 0,1 1-8 0,4 0-16 15,-4-4 12-15,-3 1-56 0,2 0 8 16,-3-4-12-16,0 1-24 0,-4-7-124 15,0 2-480-15,0 0-216 0,-9-2-212 0,2-4-344 16,-1 7-1020 0,-8-6-3085-16</inkml:trace>
  <inkml:trace contextRef="#ctx0" brushRef="#br1" timeOffset="83944.15">5334 13322 6596 0,'0'0'5373'0,"0"0"-4361"16,0 0-628-16,0 0 340 16,0 0 348-16,0 0-316 0,0 0-152 15,-19 92-128-15,23-54-4 0,4 7-52 0,-1 2-96 0,6 4-68 16,-2 3-96-16,6-4-24 16,-6 4-72-16,1-5-60 0,4-5 8 15,-4-6-12-15,0-10-76 0,0-8-8 0,0-5-52 16,0-4-36-16,0-5-76 0,4-6-260 0,0 0-152 15,4-6 0-15,-1-11-32 0,-2-5-292 16,3-7-348-16,-5 1-900 0,-2 2-1713 16,-2-15-999-16</inkml:trace>
  <inkml:trace contextRef="#ctx0" brushRef="#br1" timeOffset="84650.817">5689 13595 7280 0,'0'0'1804'0,"0"0"-1196"0,0 0-196 15,0 0 388-15,0 0 373 0,0 0-21 0,0 0-200 16,0 0-216-16,0 0-184 0,0 0-76 16,0 0-96-16,76 41-28 0,-69-34-16 0,2 5-24 15,-1 1-16-15,-4 0-72 0,3 3-16 0,-3 3 16 16,5 4-152-16,-5-2 16 0,0 5-12 15,-4-1-28-15,3 0-36 0,1-6 48 16,-4 0 16-16,0-6 24 0,0-3 20 16,0-4 88-16,0-3 28 0,0-3 204 0,0 0-96 15,0 0-76-15,0 0-12 16,0 0-60-16,0 0-40 0,0 0-32 0,0-3-116 16,0 3 52-16,4 0-52 0,-4 0 4 0,0-4 36 15,0 4 0-15,0-2 4 0,0-1-52 16,0-1 8-16,0-2 0 15,0 3-8-15,0-1 0 0,0 1-8 0,0 0-4 16,0 3-4 0,0-3-56-16,0 3-36 0,0-3-16 15,0 3 40-15,0 0 24 0,0 0 12 16,0 0-28-16,0 0-20 0,0 0-24 16,0 0 32-16,0 0-44 0,0 0 32 15,0 0-8-15,0 0 44 0,0 0-44 0,0 0 8 16,0 0-8-16,0 0 24 0,0 0-4 15,0 0 4-15,0 0-40 0,0 0 52 0,0 0 20 16,0 0 48-16,0 0 4 0,0 0 0 16,0 0 4-16,0 0 48 0,0 0 44 0,0 0 16 15,0 0-40-15,0 0-60 0,5 0-4 16,-5 0-8-16,0 0 0 16,0 0-8-16,0-3-52 0,0 3 0 0,0-4-28 15,0-2 40-15,4-3 36 16,-4-1 0-16,8-7 0 15,-5-1-4-15,5-1 4 0,5-7-84 16,-2 1 48-16,1-4-64 0,4 1 36 0,-4 0-56 16,0 1 56-16,4 6-8 0,-4-2-28 15,0 11 0-15,-4-1 12 16,0 7-20-16,0 6-116 0,0 0 52 0,-1 0 96 0,-3 10-36 16,5 3 24-16,-5 6-172 0,4-4-164 15,-5 3-156-15,1 2-476 0,0-4-708 0,-4-3-1149 16,5-1-2859-16</inkml:trace>
  <inkml:trace contextRef="#ctx0" brushRef="#br1" timeOffset="84870.883">6195 13697 10876 0,'0'0'1965'15,"0"0"-1609"-15,0 0 268 0,0 0 732 16,0 0 212-16,0 0-384 16,12 73-632-16,-8-54-328 0,0 0-152 0,4 0-72 15,-8 0-56-15,4 0-16 0,-4-3-104 16,0-7-404-16,0 0-240 0,0-2-332 16,0-7-600-16,0 0-1252 0,-4-3-3525 15</inkml:trace>
  <inkml:trace contextRef="#ctx0" brushRef="#br1" timeOffset="85013.086">6176 13395 10348 0,'0'0'1969'32,"0"0"-1509"-32,0 0 456 0,0 0 376 0,0 0-248 0,0 0-764 15,0 0-280-15,0 0-128 0,0 0-112 16,0 0-1056-16,39-4-984 0,-31 15-3013 15</inkml:trace>
  <inkml:trace contextRef="#ctx0" brushRef="#br1" timeOffset="85246.107">6363 13665 10104 0,'0'0'1521'0,"0"0"-1081"0,0 0 580 0,19 76 644 0,-15-51 112 15,1-5-344-15,-1-1-568 0,0-3-300 16,-1-7-184-16,1-3-64 0,0-2-20 15,-4-1 32-15,4-3 64 0,-4 0 32 16,4 0-192-16,1 0-152 0,-1-3-76 16,-1-4 41-16,9-3-45 0,-4 1-73 0,0-3-87 15,4-1-56-15,-1-4-112 0,2 3-196 0,-1-5-176 16,0-4-168-16,7 1-404 0,-2-4-852 0,-6 7-2424 16,6-3-2997-16</inkml:trace>
  <inkml:trace contextRef="#ctx0" brushRef="#br1" timeOffset="85397.665">6725 13643 10844 0,'0'0'2413'0,"0"0"-1789"16,0 0-116-16,0 63 400 0,0-44 724 0,0 0-316 16,0-3-564-16,0-4-644 0,0 2-108 0,0-5-184 15,3-2-196-15,-3 2-424 16,0-6-228-16,0-1-540 0,0-2-916 15,0 0-1925-15,0-8-2059 0</inkml:trace>
  <inkml:trace contextRef="#ctx0" brushRef="#br1" timeOffset="85536.421">6689 13500 3436 0,'0'0'7260'16,"0"0"-5319"-16,0 0-1229 0,0 0-112 0,0 0 248 15,0 0 32 1,0 0-296-16,0 0-548 0,0 0-36 15,0 0-168-15,0 0-812 0,67 16-1060 0,-46-10-3333 16</inkml:trace>
  <inkml:trace contextRef="#ctx0" brushRef="#br1" timeOffset="85877.82">7067 13636 10981 0,'0'0'3144'0,"0"0"-2020"0,0 0-404 0,-39 67 332 0,27-45 384 15,-4 4-316-15,4-5-216 0,1 2-268 0,2-4-176 16,5-3-167-16,-4-3-173 16,8-4-120-16,-4 1 0 0,4-7-12 15,0 0-108-15,0-3-41 0,8 0-79 0,0 0-64 0,4 0 96 0,0 0 0 16,4-3-48-16,4-7-24 0,0-2 12 16,-1-1 48-16,-2-1-64 0,3 6 100 15,-5-5 24-15,2 7-24 0,-6 3 72 31,-3 0 64-31,5 3 48 0,-6 0 8 16,1 3 300-16,-4 0 60 0,1 3 48 0,-1 1-144 16,-1-7-28-16,-3 3-124 0,4-3-116 0,-4 0-4 15,4-7-132-15,4-2-40 0,-4-14-36 0,4-4-136 16,0-9-256-16,0-9-412 0,-1-5-504 16,-2-5-728-16,-1 11-876 15,0-29-2373-15</inkml:trace>
  <inkml:trace contextRef="#ctx0" brushRef="#br1" timeOffset="86063.9">7303 13014 10676 0,'0'0'2621'16,"0"0"-1921"-16,0 0-80 0,0 0 376 15,0 0 408-15,3 67-140 16,-3-42-388-16,0 8-312 0,0-3-224 0,0 9-8 16,0 2-124-16,4 7-76 0,5 2-48 15,-1 5-72-15,-1 5-12 16,-3 0-12-16,5 4-256 0,-1-4-168 15,-1-7-216-15,1-8-156 16,1-3-184-16,-1-12-516 0,3-3-740 0,-3-8-2233 16,4-4-2699-16</inkml:trace>
  <inkml:trace contextRef="#ctx0" brushRef="#br1" timeOffset="87063.245">5960 14335 9564 0,'0'0'2409'0,"0"0"-1217"0,0 0-100 0,0 0 336 0,0 0-12 16,0 0-276-16,0 0-588 15,0 0-328-15,0 0-76 0,0 0-4 0,-80 70 16 16,73-48-12-16,-2 6-36 0,5 4 20 16,0-1-8-16,4 2-40 0,0-5-32 15,0-5-44-15,0-11-8 16,4-2-4-16,-4-10-60 0,4 0-120 0,-4 0-204 16,5-3-116-16,3-7 84 0,-1-3 272 0,5-6-76 15,0-2-84-15,-4-5-28 0,5 3 40 16,-6 4 8-16,5 6 92 0,0 4 20 0,0 6-112 15,0 3 136-15,4 3 136 0,-1 10 16 0,6-1 520 16,-6 11-148-16,2 0-36 0,-1 2 0 16,-4 2 20-16,-1 3-32 0,-2 4 68 31,-5 1 28-31,3 7-16 0,-7-2-36 0,0 6 12 0,0-9 56 16,-3 1 76-16,-5-6-136 0,-1-3-167 15,1-6-129-15,-3-4-80 0,-2-7-121 16,2 1-255-16,-2-7-136 15,-2-3-120-15,-2 0-92 0,6-3-248 0,-10-9 60 16,6-7-444-16,-5-3-992 16,8-4-1573-16,1-14-1947 0</inkml:trace>
  <inkml:trace contextRef="#ctx0" brushRef="#br1" timeOffset="87281.711">6354 14509 9852 0,'0'0'2637'16,"0"0"-1285"-16,60 74 68 0,-44-33 88 15,4 12 16-15,0 9-96 0,-9 1-452 16,6 9-308-16,-6 5-179 0,-2 2-149 16,-1 3-148-1,-4 2-148-15,0-8-40 0,-1-7-8 0,-3-5 0 16,0-14-68-16,0-8 0 0,0-13 60 16,0-11-144-16,0-8-197 0,0-3-87 15,0-7-192-15,-3-7-248 0,-5-12-176 0,-5-9-724 16,2-14-736-16,-10-15-664 0,10 10-1021 15,-13-40-359-15</inkml:trace>
  <inkml:trace contextRef="#ctx0" brushRef="#br1" timeOffset="87448.306">6418 14772 5260 0,'0'0'2624'0,"32"-65"-1220"0,-8 23-436 15,0 1 373-15,4 3-33 0,-4 10-328 0,4 5-372 16,-5 4-128-16,1 10-88 0,-3 2 84 16,-2 4 216-16,-7 3-204 0,4 6-52 0,-7 3 60 15,2 7 144-15,-3 9-60 0,-4 5-140 16,-4 5-84-16,0 2-172 15,-4 5-112-15,-8 0 0 0,0-4-72 0,-8-1-4 16,4-5-104-16,-3 1-296 0,-5-12-148 16,-1-2-124-16,1-6-328 0,-4-7-556 0,5-3-1528 0,-9-9-3185 15</inkml:trace>
  <inkml:trace contextRef="#ctx0" brushRef="#br1" timeOffset="88292.281">6518 11232 11429 0,'0'0'2900'16,"0"0"-1688"-16,0 0-392 0,0 0 52 15,0 0-80-15,0 0-172 0,0 0-192 16,0 0-132-16,0 0-200 0,0 0 128 0,0 0 116 15,79-2 112-15,-51-5-196 0,12 4-96 16,0 1-148-16,4-2 72 0,0 1 76 16,3-1-100-16,6 1 0 0,3 0-12 15,3-3-36-15,0 0 112 16,6-5-124-16,-5 2-8 16,-2 0-80-16,-2-4 28 0,0 0-60 0,-12 4 36 15,0-1-88-15,-4 1-256 0,-12-1-244 0,0 4-112 0,-8-1-164 16,-5 2-544-16,-7-2-864 0,-3 4-2061 15,-5 0-1707-15</inkml:trace>
  <inkml:trace contextRef="#ctx0" brushRef="#br1" timeOffset="88567.608">7398 10912 5520 0,'0'0'3092'0,"0"0"-1424"15,0 0-43 1,0 0-117-16,0 0-72 0,0 0-232 0,0 0-248 0,0 0-236 16,88 16-152-16,-72-13-112 0,4 0-36 15,0 0-116-15,0 1-32 0,-1-1-100 16,-2 0-100-16,-2 3-64 0,-2 5 4 16,-2 1 36-16,1 4-44 0,-7 10-4 0,-1-1-60 15,-4 10 52-15,0-1 4 0,-9 4 0 16,-6 1-120-16,-2-2-32 0,2 2-4 0,-6-1-60 15,-3-4-88-15,1 1-172 0,-5 1-152 16,4-5-184-16,-4 1-288 0,4-7-524 0,5-2-860 16,6-8-1901-16,2 1-1495 0</inkml:trace>
  <inkml:trace contextRef="#ctx0" brushRef="#br1" timeOffset="89767.239">8753 10681 6156 0,'0'0'4164'16,"0"0"-2643"-16,0 0-409 0,0 0 124 15,0 0 40-15,0 0-192 0,0 0-300 16,0 0-276-16,0 0-200 0,0 0-48 0,-44 83-64 16,32-53-48-1,0 6 36-15,1 5-48 0,-6 3-12 16,2 7-16-16,-2 9-40 0,2 4-68 15,-5 6-12-15,3 7-64 0,2 5-32 16,-5-4 96-16,8 3 0 0,-4-9 12 16,4-4 56-16,1-12-44 0,2-5 0 0,1-7-12 0,4-9 0 15,0-9-112-15,1-5-8 16,3-4-76-16,0-7-88 0,0-4-148 16,0-3-200-16,0-3-28 0,0 0-256 0,0-3-308 15,3-7-224-15,1-2-48 0,0-1-749 16,0-20-1863-16</inkml:trace>
  <inkml:trace contextRef="#ctx0" brushRef="#br1" timeOffset="90152.777">8706 10804 6836 0,'0'0'1912'0,"0"0"-360"16,0 0-111-16,0 0-81 0,0 0-104 0,55 79-256 0,-35-50-336 16,-4 3-48-16,3 2-68 15,6 8-88-15,-1 3-88 0,0 2-64 0,-1 7-36 16,1 0-76-16,-4 4-60 0,5-2-36 16,-10 2-88-16,5-7-12 0,-4-10 84 15,0-3-80-15,-4-7 196 0,-5-6 32 0,2-2-60 16,-1-4 12-16,-4 0-76 0,-1-3 16 15,-3-3-112-15,4 0 48 0,-4-4-12 0,0 1-36 16,0-4 52-16,0 0-16 0,0-3-40 16,0 1 4-16,0-4-12 15,0 0-136-15,0 0-48 0,0 0 64 0,-4 0 20 16,1 0-80-16,-1 0 8 0,-4 0-12 0,4 0-16 16,-5 0-68-1,6-4 60-15,-5-2-64 0,0 3-64 16,-4-7-268-16,4 4-344 0,-4-3-512 15,-4-4-1184-15,8 3-2377 0</inkml:trace>
  <inkml:trace contextRef="#ctx0" brushRef="#br1" timeOffset="90387.573">8530 11478 9864 0,'0'0'2485'15,"0"0"-953"1,0 0-492-16,0 0-184 0,0 0-164 16,0 0-168-16,0 0 32 0,0 0 212 0,0 0-288 0,99-10-72 15,-71 10-152-15,4-3-60 0,-4 3-36 0,4 0-160 32,-4 0-76-32,4-3-24 0,0-1-156 15,7-3-76-15,-2 2-480 0,6-4-340 0,6-5-456 16,-18 5-2656-16,28-10-4497 0</inkml:trace>
  <inkml:trace contextRef="#ctx0" brushRef="#br1" timeOffset="90742.283">10128 11341 11773 0,'0'0'2540'0,"0"0"-1416"0,0 0-92 0,0 0 200 0,0 0-36 16,0 0-128-16,0 0-324 16,0 0-292-16,0 0-172 0,0 0-76 15,-13-10-104-15,13 10-28 0,0 0-72 16,9 0-196-16,2-3 160 0,6 3 36 15,6 0 244-15,5 0 1 0,8 0-89 0,0 0-36 16,4 0-60-16,3 0-8 16,2 0-4-16,2 0-48 0,1-6-88 0,-4-1 28 15,0-2 0-15,-1-1-36 16,-3 1-112-16,-3-4-193 0,-2 1-207 0,-7-2-112 0,0-2-136 0,-8 7-376 16,-4-3-620-16,-4 2-1976 0,-8-2-2905 15</inkml:trace>
  <inkml:trace contextRef="#ctx0" brushRef="#br1" timeOffset="91029.283">10637 11058 12105 0,'0'0'1660'0,"0"0"-1596"16,0 0 392-16,0 0-76 0,0 0 240 15,0 0 476-15,80 42-148 0,-59-30-340 0,2 4-128 16,1 3-136-16,0-2-132 0,0 1-92 0,-5 1-8 16,2 0-52-16,-5-2-60 0,-4-3 4 0,3 3-4 15,-6-2 36-15,2 2-36 0,-7-2 0 0,5 1-44 0,-9 0 44 16,0 6 0-16,0-2-48 0,-9 5-100 16,-6 0-24-16,-2 4-112 0,-2-1-72 15,-5-2-128-15,-4 2-236 0,4-2-372 0,-4-5-748 16,9-4-2109-16,-9-8-3451 0</inkml:trace>
  <inkml:trace contextRef="#ctx0" brushRef="#br1" timeOffset="91555.893">11837 10824 11597 0,'0'0'2264'15,"0"0"-1228"-15,0 0-128 0,0 0 108 16,44 94 4-16,-33-46 40 0,-3 12-152 16,1 4-332-16,-1 3-236 0,-8-1-120 15,3 1-116-15,1-4-104 0,-4-5-132 0,0-4-28 16,0-10-72-16,0-9-220 0,0-12-108 15,0-7-140-15,0-10-80 0,0-6-272 16,0 0-784-16,0-4-1140 0,-4-12-4309 0</inkml:trace>
  <inkml:trace contextRef="#ctx0" brushRef="#br1" timeOffset="91925.13">11964 10912 9792 0,'0'0'2293'0,"0"0"-925"0,0 0 40 15,0 0-200-15,80-61-68 0,-64 56-248 16,-4 2-228-16,0 3-96 0,0 0-176 16,-4 0-100-16,0 0-192 0,0 3-28 0,-4 6 48 0,0 7 16 0,0 3 60 15,-4 6-100 1,-4 4 4-16,-4 5-52 0,-4 2 0 0,4-4 12 16,-5 0-24-16,6-4-36 0,7 0-8 15,0-2-52-15,0-4-72 0,4 0 44 16,8 0 16-16,4-5-12 0,8 2 80 15,4-3-4-15,0-4 0 0,7 1 8 0,-3-4 0 16,4-2 12-16,-8-1 0 0,0 0 0 16,0 0-4-1,-8 1 124-15,-8 2-32 16,-1 2-40-16,-2-3 36 0,-9 5 52 0,0 3 8 0,0 1-32 0,-13 2 8 16,-2-1-12-16,-5 1-120 15,-1-3-96-15,-6 3-48 0,-4-3-136 0,-2-4-124 0,-7 1-228 16,-3 1-192-16,-2-6-184 0,-2-2-208 15,-1-1-956 1,12-5-1865-16,-16 0-2507 0</inkml:trace>
  <inkml:trace contextRef="#ctx0" brushRef="#br1" timeOffset="93608.12">10064 10309 8052 0,'0'0'1024'15,"0"0"3165"-15,0 0-2805 0,0 0-524 0,0 0-92 16,0 0 16-1,0 0-160-15,0 0-216 0,0 0-152 16,103 50-92-16,-75-43-116 0,8-7-8 0,-4 0-40 16,0 0-4-16,0-9-68 0,-5-1-52 15,5-3-496-15,-4-6-124 0,4 0-372 16,-4-6-660-16,-11 9-2325 0,6-15-3043 0</inkml:trace>
  <inkml:trace contextRef="#ctx0" brushRef="#br1" timeOffset="94012.788">10323 9982 5700 0,'0'0'1952'16,"0"0"-420"-16,0 0-84 0,0 0-99 16,0 0-209-16,0 0-148 0,0 0-244 0,0 0-344 0,0 0-128 15,-16-10 24-15,16 13-48 0,-4 7-60 16,0 4-68-16,0 4-24 0,0 8 52 15,0 2 8-15,-4 0 64 0,1 4-36 16,-2 0 8-16,5-1 16 0,-4 1-48 16,8 0-16-16,-4 0-24 0,4 0 48 15,0-1-88-15,0 4 40 0,0-3-36 0,4 3-4 16,0-3 16-16,4-4-40 0,-4 4 4 16,4-3 20-16,0-4 28 0,-4 0 12 15,4-2 36-15,4-1 0 0,-4-3 96 16,0 0-96-16,-1 0-88 0,2-3-60 0,-1-1 48 15,-1 2-48-15,1-4-12 0,1-1-60 16,-1 1 56-16,-5-1 0 0,1-2 0 0,0 3 4 16,1-4 60-1,-5 1 4-15,0-2 8 0,0-1-60 0,0 0-12 16,0-1-44-16,-5-2-128 0,1 2 12 0,-3-3 64 16,-1 0-88-16,-9 0 0 0,6-3-196 15,-9 3-176-15,0-3-100 0,-4 0-200 0,-4-6-476 16,4-3-628-1,4 6-937-15,-7-10-1991 0</inkml:trace>
  <inkml:trace contextRef="#ctx0" brushRef="#br1" timeOffset="99036.435">15128 11331 8780 0,'0'0'104'0,"0"0"2749"0,0 0-1621 16,0 0-636-16,0 0-160 0,0 0 360 15,0 0 476-15,0 0-244 0,0 0-236 16,48 73-272-16,-40-47-212 0,-1-1-36 16,-3-2-140-16,1 2-8 0,-5-3-124 15,4-3-96-15,-4-6-140 0,0-3-20 0,0-1-536 16,0-9-328-16,0 0-476 0,0 0-1288 15,0-12-3609-15</inkml:trace>
  <inkml:trace contextRef="#ctx0" brushRef="#br1" timeOffset="99181.121">15052 11043 10288 0,'0'0'1813'0,"0"0"-1477"0,0 0 8 0,0 0 76 0,0 0 104 0,0 0-192 0,76-23-332 16,-52 17-304-16,4-1-472 0,-8 1-944 0,16 0-2497 16</inkml:trace>
  <inkml:trace contextRef="#ctx0" brushRef="#br1" timeOffset="99470.338">15629 11115 10152 0,'0'0'1317'0,"0"0"-561"0,0 0-128 0,0 0 428 15,-55 86 172-15,39-67-56 16,4-2-260-16,5-6-392 0,-2-1-248 0,9-6-88 16,0 2-184-16,0-3-36 0,4 0-36 15,5 1 72-15,6 5 72 0,1-3 16 16,4 4-84-16,0-1 8 0,0 1-4 0,0-4 4 16,0 3-4-16,-5 1 4 0,2 0 88 15,-6 2 72-15,-2 1 36 16,-1-3-108-16,-4 6 0 0,-4-4-100 0,0 5 0 15,-4 1-260-15,-4-2 40 0,-5-3-64 0,6-1-64 32,-10 1-124-32,6-3-212 0,-10-1-272 0,6 0-492 15,-5 1-592-15,4-7-1029 0,-12 4-2075 16</inkml:trace>
  <inkml:trace contextRef="#ctx0" brushRef="#br1" timeOffset="100154.179">16961 11322 4348 0,'0'0'4036'16,"0"0"-2264"-16,0 0-379 0,0 0-225 15,0 0-188-15,0 0-232 0,0 0-116 16,88 60-40-16,-65-66-36 16,9-6-156-16,-4-8-112 0,4-5-140 0,-4-4-72 15,0-3-76-15,0-3-76 0,-8 4-260 16,-1-1-64-16,-6 3-68 0,-6 4-8 16,1 2 100-16,-8 8 96 0,0-2 204 15,-4 9-12-15,-7 2 76 0,-10-1-76 0,-7 3 88 16,4 4 84-16,-8 0 156 0,4 4-12 15,5 3 112-15,-1 2 24 0,0 7-76 0,9 3-44 0,-2 6 56 16,10 3 72-16,-6 7 28 16,9 3 56-16,4 6 28 0,0 1-88 15,4 0-128-15,9-4-156 0,2-5-112 0,5-6 0 16,4-7-112-16,0-7-36 0,8-7 52 16,-5-5-152-16,6-4-96 0,3-13-216 0,-4-6-272 31,-4-3-212-31,0-6-672 0,-9 5-2253 0,9-15-2735 15</inkml:trace>
  <inkml:trace contextRef="#ctx0" brushRef="#br1" timeOffset="100327.356">17519 11078 9772 0,'0'0'1385'0,"0"0"-537"0,0 0 136 0,0 0 388 0,0 0 16 15,75 75 140-15,-55-52-328 0,0-2-412 0,4 2-320 16,0-4-296-16,4 0-172 0,0-6-136 15,0 3-120-15,0-7-420 0,0-2-324 16,0-7-268-16,-1 0-584 0,-3-7-2013 16,4-15-2995-16</inkml:trace>
  <inkml:trace contextRef="#ctx0" brushRef="#br1" timeOffset="100500.779">17949 11011 5016 0,'0'0'8817'15,"0"0"-7649"-15,0 0-504 0,-96 40 220 16,65-17 160-16,3 6 140 0,-4-1-128 16,4 5-308-16,4-5-276 0,8 0-192 15,0-5-280-15,8-1-48 0,4-6-232 0,4 3-172 16,0-4-120-16,8 1-212 0,7-3-412 16,6 0-836-16,3-6-1148 0,-5-5-1969 15,18-4-1479-15</inkml:trace>
  <inkml:trace contextRef="#ctx0" brushRef="#br1" timeOffset="100812.795">18215 11115 10844 0,'0'0'2389'0,"0"0"-1109"0,0 0-244 16,0 0 44-16,0 0-8 0,-47 67 372 16,27-42-356-16,0 5-380 0,8-5-344 0,0-6-340 15,8-4-24-15,1-5-228 0,3-1-92 16,0-5 4-16,3-4 96 0,5 0-148 15,4 0 40-15,4-7 56 0,0-2 28 16,0-4-4-16,-1-3-48 0,2-3 52 0,-2 3-4 16,2 3 124-16,-6 1 36 0,2-1 40 15,-5 7 0-15,-1 3-52 0,-3 3 100 16,5 0 308-16,-5 0 212 0,3 5-88 16,-3 5-4-16,0 1-60 0,0 3-60 0,-4 2 60 15,5 1-88-15,-5-1 12 0,4 3-112 0,-4-4-180 16,4-2-240-1,-1 0-44-15,5-4-20 0,0-2-244 16,1 0-228-16,2-5-208 0,2 1-372 16,6-3-1344-16,-7 0-2569 0,8-9-2831 0</inkml:trace>
  <inkml:trace contextRef="#ctx0" brushRef="#br1" timeOffset="101070.655">18765 11011 9852 0,'0'0'1945'0,"0"0"-1097"16,0 0-32-16,0 0 252 0,0 0 128 0,-55 67 120 15,43-45-248-15,0 3-364 0,3-3-288 16,6 3-132-16,-1 4-76 0,0-4-64 0,0 0-56 16,4 2-88-16,0-2-72 15,0-3-36-15,4-6-4 0,4 0-8 16,4-7-16-16,0-3-12 0,4-2-256 0,0-4 72 15,4 0-76-15,-1-7-24 0,1-5-140 0,5-8-420 16,-5-2-404 0,-5 0-1252-16,2 3-605 0,-2-12-2531 15</inkml:trace>
  <inkml:trace contextRef="#ctx0" brushRef="#br1" timeOffset="101441.476">19081 10544 8020 0,'0'0'1828'0,"0"0"-1288"15,0 0-140-15,0 0 297 0,0 0 559 16,0 0 20-16,0 0-416 0,0 0-256 15,0 0-12-15,0 0-64 0,-13 63-68 0,13-46-160 0,-4 2-40 0,1-4-48 16,3 3 20-16,-4 6-68 0,4 1 20 16,0 7-112-16,0 0-8 15,0 3 36-15,0 3-96 16,-4 3 0-16,4 0-4 0,0 0 0 16,-4-2 0-16,4-1 4 0,0-7-4 0,0-2-12 15,0-4-64-15,0-6-24 0,4-3 16 16,-4-3-116-16,8-4-8 0,-5-6-140 15,5 1-296-15,1-4-388 0,-1 0 4 16,-1-10-648-16,-3 4-957 0,0-4-2071 16,-4-6-1211-16</inkml:trace>
  <inkml:trace contextRef="#ctx0" brushRef="#br1" timeOffset="101604.009">18893 10972 9520 0,'0'0'1821'16,"0"0"-513"-16,0 0-452 15,0 0-248-15,0 0-188 0,0 0 248 0,0 0 260 0,0 0 88 0,0 0-136 16,0 0-212-16,91-6-164 0,-59 6-236 0,1 0-84 16,-1-7-184-16,4 1-96 0,-9-3-136 15,5 2-336-15,-4 1-532 0,-1 0-688 16,-6 3-2152-16,10-1-3697 0</inkml:trace>
  <inkml:trace contextRef="#ctx0" brushRef="#br1" timeOffset="102309.645">20563 10999 4880 0,'0'0'2732'16,"0"0"-1344"-16,0 0-364 0,0 0 253 15,0 0-33-15,0 0 72 0,0 0-116 0,-36-65-104 32,27 65-196-32,2 0-168 0,-1 7-124 15,-5 5-240-15,2 11 16 0,-1 2-56 0,0 11-44 16,-4 5-28-16,8 0 24 0,0-3 4 16,4-6-200-16,4-7-84 0,0-7-196 15,0-7-24-15,4-6 148 0,4-5-40 16,8 0 52-16,-1-11 48 0,10-6-220 0,-1-8-76 0,4-4-144 15,-4-6-104-15,-5 4 88 16,1 2 184-16,-4 4 108 16,-4 9 76-16,0 4-12 0,-3 5-60 0,-2 3-40 15,1 4 176-15,-4 4 36 0,0 5 484 0,0 3 0 0,0 4-40 16,0 1-60-16,0 5-76 0,0-3 24 16,0 0-88-16,0-3-36 0,0 0-96 15,-1-7-112-15,6 1-180 0,-1-8-16 0,3-2 36 31,6 0-160-31,3-6-100 0,3-13-284 16,5-3-324-16,0-9-872 0,-4 5-1284 16,12-18-2649-16</inkml:trace>
  <inkml:trace contextRef="#ctx0" brushRef="#br1" timeOffset="102527.34">21392 10331 11941 0,'0'0'2244'0,"0"0"-1736"0,0 0 32 0,0 0 340 0,-32 98 608 0,23-51-8 0,1 5-388 16,1 2-384-16,3 0-124 0,4 3-39 16,0 0-181-16,0-3-260 15,8 0-104-15,-5-6-64 0,9-4-56 16,-7-2-72-16,3-8-261 0,-1-5 125 0,1-6 12 16,1-8 0-16,-2-2-100 0,-3-7-256 0,0-6-224 15,0 0-552-15,-4 0-736 0,0-3-688 16,-4-13-2457-16</inkml:trace>
  <inkml:trace contextRef="#ctx0" brushRef="#br1" timeOffset="102683.322">21104 10785 8412 0,'0'0'1596'0,"0"0"-952"0,0 0 529 0,0 0 375 15,0 0-28-15,108-21-348 16,-72 10-368-16,7-1-320 0,6-4-272 0,3-3-212 15,3 0-288-15,4 3-360 16,-14 0-1288-16,19-7-3085 0</inkml:trace>
  <inkml:trace contextRef="#ctx0" brushRef="#br1" timeOffset="103103.772">22678 10483 14161 0,'0'0'2456'0,"0"0"-1796"16,0 0-524-16,0 0-24 0,0 0 176 0,-40 70 132 0,25-22 0 15,-5 9-152-15,-1 10 4 0,2 7 24 16,-5-2-76-16,0 4-76 0,0 1-32 15,-4-1 20 1,0-7-32-16,8-6-100 16,0-8-136-16,5-14-48 0,2-12-72 15,9-10 12-15,4-13-188 0,0-6-220 0,0 0-264 16,8-10-232-16,5-9-264 0,2-9-864 0,1 3-1681 16,9-29-1495-16</inkml:trace>
  <inkml:trace contextRef="#ctx0" brushRef="#br1" timeOffset="103492.955">22666 10518 3252 0,'0'0'6932'16,"0"0"-5555"-16,0 0-593 0,0 0 440 0,0 0-156 15,84 39-36-15,-65-11 12 0,6 7-284 16,-5 7-204-16,4-1-12 0,-1 6-28 16,-6 4-124-16,2-1-84 0,1-1-124 0,-7-2-88 0,2 1-16 0,-3 0-80 15,0-8-76-15,-4-1 68 16,0-4-40-16,-4-3 40 0,0-7-40 15,0-2 0-15,-4-9-76 0,0-3-48 0,0-2-36 16,0-6-12-16,-8-3-100 16,-4 0-88-16,-3 0-220 0,-10 0-20 0,-3-3 140 0,-3-6 44 15,-1-5-92 1,0-4-24-16,-4-1-88 16,0-3 8-16,0-1 48 0,4 1 420 15,0 0 156-15,0 3 36 0,8 3 332 16,1 3 36-16,10 4-48 0,2 2 60 0,7 4 88 15,4-1 60-15,0 4-76 0,0 0-188 0,12 0-124 16,4 0 152-16,12-3 156 0,-1 1 0 16,10-5-88-16,6-2-152 0,1-1-92 15,8-3-116-15,0 1-184 0,4-5-40 0,-1 3-160 16,4-6-576 0,-6 4-340-16,-10 3-1408 0,9-2-4057 15</inkml:trace>
  <inkml:trace contextRef="#ctx0" brushRef="#br1" timeOffset="103660.964">23981 11166 15089 0,'0'0'3768'15,"0"0"-3080"-15,0 0-616 0,0 0-72 16,0 0-540-16,0 0-200 0,0 0-672 0,0 0-2792 0,0 0-6537 15</inkml:trace>
  <inkml:trace contextRef="#ctx0" brushRef="#br1" timeOffset="106597.505">18419 12741 5652 0,'0'0'1236'15,"0"0"-336"-15,0 0-60 0,0 0 68 16,0 0-352-16,0 0 993 0,0 0-1 16,0 0-532-16,0 0-368 15,-8-19-132-15,8 19-12 0,0 0 36 16,0 0 48-16,0 6-44 16,0 0-156-16,0 11-68 0,0 8 24 0,4 10-12 15,4 10-12-15,-4 5-100 0,4 8-60 16,0-1-60-16,-4 6-52 15,0 0-40-15,-4 4-12 0,0-3 4 16,0 2-84-16,0-5 32 0,0-4-8 0,0-3-36 0,-4-10-116 16,4-2-8-16,0-11-124 0,0-9-88 0,4-6-160 15,3-10-468-15,2-6-500 0,7-6-380 16,-4-3-1337-16,7-26-2211 16</inkml:trace>
  <inkml:trace contextRef="#ctx0" brushRef="#br1" timeOffset="106916.618">18937 12928 11625 0,'0'0'1192'31,"0"0"-692"-31,0 0-324 0,0 0 156 0,0 0 200 16,-95 32 100-16,63-13-76 16,-4 6-244-16,-5 4-224 0,6 3-88 15,3 0-160-15,0-4-16 0,4 0-116 0,4 2 140 0,5-9-8 16,-2-2-32-16,6 1-48 0,2-8 140 15,10-2-4-15,-1 0 44 0,0-1 60 16,4 0 60-16,0 4 56 0,8 0 72 16,-1 2 28-16,6 4 48 0,2 4 52 15,-2-1-40-15,2 3 64 0,2-2 16 0,-2-4 52 16,1 0-84-16,-4-3-24 0,0-4-140 0,0 1-160 16,4-4-12-16,-4-2-160 0,4-4 108 15,0-3-72-15,-1 0-288 0,6-10-492 16,-1-8-432-16,-5-5-804 0,2 7-2717 15,-6-18-2670-15</inkml:trace>
  <inkml:trace contextRef="#ctx0" brushRef="#br1" timeOffset="107234.485">18861 13360 5956 0,'0'0'4720'0,"0"0"-3727"0,0 0-365 0,16 70 372 16,-8-54 384-16,0 0 72 0,4-7-400 15,0-3-672-15,4-6-176 0,0 0-20 16,8-9-40-16,-4-7-40 0,8-6-108 0,-9-6-272 16,9-5-188-16,-7 3-36 0,-2-3 132 15,1 5-20-15,-8 2-12 0,-4 4 108 16,0 6 64-16,-8 4 196 0,0 5 28 16,0 1 52-16,-8 3 88 0,-4 3 36 0,-4-3 84 15,0 3 20-15,1 3 48 0,-2 6-44 16,6 7-60-16,-6 9 12 0,6 4 64 0,3 6 36 15,-5 6-16-15,6 1 76 0,-1-2 92 16,4 2-8-16,0-4-184 0,4-2-260 0,0-9-36 16,0 2-196-1,4-10-208-15,4-6-164 0,3-4-120 16,6-9-44-16,-2 0-216 0,9-15-740 0,0-8-1024 16,-3 1-2177-16,6-22-2063 15</inkml:trace>
  <inkml:trace contextRef="#ctx0" brushRef="#br1" timeOffset="107463.863">19415 13271 9672 0,'0'0'2073'0,"0"0"-1429"0,0 0 84 0,28 68-16 15,-25-41 48-15,-3-2 312 0,0 7-76 16,0-3-324-16,0 0-152 0,0 2-52 0,0-2-132 16,-3-4-104-16,-1 4-160 0,0-10-72 15,-4 0-4-15,4-6 4 0,4-4 4 0,0-6 84 16,-4-3 48-16,4 0-28 0,0 0 16 15,4-6-124-15,4-10-84 16,0-6-16-16,12-6 16 0,-1-11-88 0,9-2-76 16,9 0-420-1,-1-1-12-15,3 8-56 0,5 3-304 0,-4 1-1012 16,-8 11-2297-16,8-6-2683 0</inkml:trace>
  <inkml:trace contextRef="#ctx0" brushRef="#br1" timeOffset="107774.095">20065 13366 13745 0,'0'0'2020'16,"0"0"-1668"-16,0 0-264 0,0 0 128 0,0 0 396 15,0 0 320-15,47 70 40 0,-19-66-416 16,8-4-204-16,8-4-224 0,0-9-128 16,4-2-208-16,-1-10-148 0,-2 0-232 15,-2-8-376-15,-7-2-468 0,-1 3-1016 16,-10 4-2605-16,-5-11-3870 0</inkml:trace>
  <inkml:trace contextRef="#ctx0" brushRef="#br1" timeOffset="108151.425">20324 12966 11637 0,'0'0'1712'16,"0"0"-1076"-16,0 0 100 0,0 0 196 0,0 0-24 15,-88 36 260-15,76-24-364 0,0 4-376 16,8 3-156-16,0 7-76 0,4-1-12 15,0 7-12-15,0 2 84 0,0 4-36 0,4 7 24 16,-4-1 48-16,4 7-96 0,-1 0-36 16,2 0-76-16,-1 3-36 15,4-1 36-15,-4 2-20 0,0-1-56 0,3 0 36 16,6-4-44-16,-5 0 0 0,3 2-8 0,2-4-4 16,-2 0-36-16,6-1-4 15,-6 1 52-15,2-4 0 0,-2-3 4 0,-3-2 12 16,0-4-12-16,-3-4 68 0,-1-3-24 15,-1 2-44-15,-3-12 4 0,0 1 64 16,0-3-64-16,-3-4 40 0,-1-5 0 0,-5 0 4 16,-3-4-4-16,-4-3-48 0,1 0-84 15,-10-6-100-15,-3-7-108 0,4-4 12 0,-3-4-108 16,-1-4-64-16,8-1 48 0,0 0 24 16,4-2-28-16,4-1-8 15,0 1-352-15,5-3-176 0,7-2-652 0,0-2-968 16,0 7-1669-16,3-10-1659 0</inkml:trace>
  <inkml:trace contextRef="#ctx0" brushRef="#br1" timeOffset="108413.508">20981 13421 3404 0,'0'0'8973'0,"0"0"-7405"0,0 0-620 0,0 0 272 15,0 0-328-15,91 12-136 0,-70-9 136 16,-1 1-244-16,-1-1-304 0,1-3-160 16,5 0-136-16,-2 0-48 0,1-3-4 15,-4-1-104-15,-1-2-408 0,2-3-356 16,-10-1-320-16,-2 4-916 0,-5-4-3253 15</inkml:trace>
  <inkml:trace contextRef="#ctx0" brushRef="#br1" timeOffset="108579.62">20984 13614 11309 0,'0'0'2036'16,"0"0"-1512"-16,0 0-44 0,0 0 316 0,0 0 364 15,0 0 84-15,0 0-352 0,0 0-436 16,88 35-196-16,-64-35-260 0,4-3-12 0,0-3-308 16,0-4-164-1,-5 1-432-15,5-1-596 0,-11 4-1388 16,7-8-4357-16</inkml:trace>
  <inkml:trace contextRef="#ctx0" brushRef="#br1" timeOffset="124380.587">22168 13065 3940 0,'0'0'376'0,"0"0"6709"0,0 0-6161 0,0 0-592 0,0 0-140 0,0 0 164 0,0 0 420 16,-12-42 312-16,12 42-368 15,-4 0-292-15,4 0-76 16,0 0-4-16,0 0 24 0,-4 0 88 0,4 0 72 16,-4 0-188-16,0 4-72 0,-3-1 84 0,3 0-108 15,-9 4-152-15,2 2-52 16,-2 4-40-16,-2 6 88 0,-6 3-92 0,6 7-8 15,-1 3-104-15,0 2 108 0,-4 4 4 16,4 1-72-16,0-5 8 0,5-2-20 0,2-4 80 16,5-6-4-16,0-2 4 15,0-4-40-15,4-7 32 0,0-2 8 16,0-1-12-16,4 0-56 16,0 4 68-16,0-4 4 0,5 7 8 0,-2 3-8 15,-3 3 4-15,4 3 48 0,-4 3 12 16,0 7-52-16,-4 3-4 15,0 0 88-15,0 0 16 0,0 3-108 0,0 0 0 16,0-3 8-16,0-6-12 0,0-1 0 16,0-5 0-16,0-5-4 0,4-5-44 15,-4-3-64-15,4-4 4 0,0-3-28 0,0-3-48 16,0 0-112-16,3-3-136 0,2-6-188 16,-1-1-136-16,0-6-524 0,-1 0-516 15,2-3-992-15,3-3-2145 0,-9 6-475 0,10-6 4716 16</inkml:trace>
  <inkml:trace contextRef="#ctx0" brushRef="#br1" timeOffset="125024.471">22380 13506 2936 0,'0'0'1288'0,"0"0"4116"16,0 0-3675-16,0 0-613 0,0 0-120 16,0 0 236-16,0 0-136 0,0 0-240 15,0 0-296-15,0 0-276 0,0 0-112 0,0 0 40 16,88 45-64-16,-69-49-96 15,-3-2 8-15,0-7-12 0,4 1-44 16,-5-4-4-16,2 0-120 0,-6 0-204 16,2 0-36-16,-5 0 88 0,-1 1 84 0,1-1-12 0,-8 0 132 15,0 3 68-15,0 1 8 0,-4-1 128 0,-7 3-12 16,3 1-12-16,-9 2-12 16,6 1 12-16,-6 3-12 0,2-1-52 15,-1 4 40-15,4 4-12 0,-4 5 184 0,4 0 0 16,-4 8-100-16,4 4 24 15,1 2-172-15,-2 5 100 0,5 4 12 16,1 0 12-16,3 0-28 0,4 0 4 0,-5-4 48 16,5 1 36-16,0-4-48 15,5-3-148-15,6-3 0 0,-3-6-64 0,0-1 16 16,8-2-12-16,1-7-40 0,2 1-48 16,1-4-144-16,-1-4-300 0,5-9-152 15,1 1-240-15,-1-7-464 0,0 0-1080 0,-1-7-2281 16,-7 8-1803-16,9-11 6236 0</inkml:trace>
  <inkml:trace contextRef="#ctx0" brushRef="#br1" timeOffset="126157.576">22906 13655 3980 0,'0'0'5720'15,"0"0"-4143"-15,0 0-437 0,0 0-540 16,0 0-36-16,0 0 424 16,0 0 324-16,0 0-460 0,-21 67-388 15,14-36-156-15,-1 5-60 0,-1-2 12 0,-2 8 12 0,-1 2-112 0,-4 0-60 16,0-2-60-16,0-4-40 0,-1 0-112 16,6-9 64-16,3-4-64 0,0-9 16 15,4-6 20-15,4-3-84 0,0-5-76 16,0-2-236-16,4-9-312 0,4-3 116 15,0-8-164-15,8-5-140 0,-4-4-636 16,4 0-129 0,-4-2-83-16,-1-2 560 0,2 5 532 15,-2-4 324-15,1 1 396 0,-3-1 8 0,-2-1 132 16,1 6 204-16,-4 2 392 0,0 5 260 16,1 8 124-16,-1 5-80 0,-1 4-51 15,5 3 159-15,-4 6 220 0,0 5-424 16,1 1-372-16,2 7-160 0,1 2 24 15,-4 4 60-15,4 5-68 0,-3-2-160 0,2 1-48 16,1-4-64-16,-4 0-144 0,0-1 8 0,4-3 48 16,-4-1-60-16,0-2-12 0,0-5-72 15,0 0 76-15,0-4-80 0,-1-3 0 16,-3 1-60-16,4-4-36 0,-4-3-200 16,0 0-252-16,0 0-196 0,-7 0-212 0,-5-3-392 15,0-4-436-15,0 1 143 0,-3-3-203 16,-6-1-668-16,5-2-100 0,-3-1 772 0,2 0 1928 15,6 4 52-15,-2-5 24 0,1 9 316 16,5-2 756-16,3 5-756 0,0-3 2320 0,-1 3 96 16,5 2-916-1,0-4-603 1,0 4-285-16,5-2-112 0,7-4 152 0,-1 1-232 16,6-4-308-16,2 0-280 0,1-1-124 15,4-3-100-15,0 0-136 0,-4-2-204 0,4 2-292 16,-4-3-268-16,4 4-604 0,-8-4-1409 15,-5 3-3295-15,6 1 4240 0</inkml:trace>
  <inkml:trace contextRef="#ctx0" brushRef="#br1" timeOffset="126743.501">23323 12989 92 0,'0'0'4200'15,"0"0"200"-15,0 0-3404 0,0 0-288 16,0 0 69-16,0 0 175 0,0 0-44 16,0 0-96-16,0 0-252 0,0 0-256 0,9 2-76 15,-9-2-28-15,0 0-48 0,0 0-76 0,0 4-76 16,4-1 12-16,0 3 128 0,0 1 8 16,-1 3-32-16,-3-1-44 0,4-3-72 15,0 7 0-15,-4 0 0 0,0 6 4 0,0 0 148 16,-11 6-4-16,3 3-148 15,-9 5-12-15,2-3 4 0,-5 9-4 0,4-1 12 16,0-3-4 0,4 1-120-16,0-9 112 15,8-4 12-15,4-4 48 0,0-6 52 0,0-4 20 16,4-2-108-16,8-4 76 0,-4 0-28 16,4 0 64-16,4-3-72 0,-1 4-44 15,2-2-8-15,2 5 0 0,1-1 0 16,1 7 76-16,-2 3 48 0,5-1-120 0,-4 4-4 15,0 0 0-15,-4 4-12 0,4-2-112 16,-4 6 72-16,-4-5 4 0,4 0-76 0,-5 0 72 16,-2 1-112-16,-5-4-88 15,0 2-100-15,0-2-116 0,-4 4-100 0,0-1-432 16,0-3 16-16,-8 3-28 0,0 0-457 0,-4 1-1527 16,4-6-3056-16,-12 2 5780 0</inkml:trace>
  <inkml:trace contextRef="#ctx0" brushRef="#br1" timeOffset="129958.341">24169 13493 9628 0,'0'0'1985'0,"0"0"-461"0,0 0-176 0,0 0 40 16,0 0-76-16,0 0-12 0,0 0-304 0,11 10-260 15,2-7-236-15,2 0-120 0,5 0-76 0,8-3-88 16,4 4 4-16,4-4 61 0,3 0-77 16,6 0-96-16,2 0-28 15,1 0-80-15,0 0 0 0,0 0-12 0,3 0-64 16,-3 0-44-16,-4 0 0 0,4-4-40 15,-5 4-45 1,-2-6-171-16,-2 3-4 0,-7 0-44 16,-4 0-188-16,-12-4-244 0,-4 4-564 15,-8 0-616-15,-8 3-1908 0,0 0-1829 16</inkml:trace>
  <inkml:trace contextRef="#ctx0" brushRef="#br1" timeOffset="131015.168">15347 13471 1852 0,'0'0'7244'16,"0"0"-4239"-16,0 0-949 0,0 0-692 16,0 0 116-16,0 0-512 0,0 0-168 0,0 0 196 15,56-3-176-15,-24 0-68 0,7-7-312 0,2 4-187 16,2 0-189-16,1-1-4 15,4-2 48-15,0 3-48 0,3-7 76 16,5 3-52-16,0-5-84 0,-4-2-36 16,-1 2-40-16,1-4-80 15,-8-1-124-15,-4 5-25 0,-4-1-191 0,-4 3 44 16,-8 3-120-16,-5 4-152 16,-10 0-260-16,-5 6-500 15,-4 0-388-15,-8 9-400 0,-12 1-197 16,-4 6-835-16,-8 3-2140 0,4-3 4156 0</inkml:trace>
  <inkml:trace contextRef="#ctx0" brushRef="#br1" timeOffset="131220.93">15403 13662 3116 0,'0'0'316'16,"0"0"2380"-16,0 0-36 0,0 0-680 16,0 0-295-16,0 0-373 0,0 0-448 0,0 0-220 0,0 0 60 15,0 0 148-15,0 0-80 0,0 0-228 0,99 63-236 31,-51-63-72-31,4-6-16 0,-4-4-60 16,0 0-100-16,3-5 8 0,-3-1-68 16,4 0-48-16,-4-3-40 0,-4-3-132 15,0 2-384-15,-9-1-216 0,-3-2-36 16,-4 4-468-16,-8 0-856 0,-8 7-2389 0,-8-4-2619 0</inkml:trace>
  <inkml:trace contextRef="#ctx0" brushRef="#br1" timeOffset="131604.995">15382 13132 7020 0,'0'0'1832'0,"0"0"349"0,0 0-1177 16,0 0 44-16,0 0 428 0,0 0 176 0,0 0-516 15,0 0-456-15,-86 91-444 16,45-56-232-16,2 7-4 16,-1 2 0-16,-1 1-100 0,2-1-24 0,-1 4-36 0,5-1 24 15,-1 1-88-15,8-3 112 16,4-8 112-16,7 2 52 0,6-8 48 0,7-1-28 16,4-9-8-16,4-2 84 0,7-3-48 15,10 0 24-15,7-3-4 0,3-1 164 0,5-2 172 16,9-1 36-16,2 1-112 0,9-4-112 15,4 3 4-15,3 1 32 0,1-3 148 0,4-1-76 16,-9 0-232-16,-3-2-92 0,-4-4-52 16,-4 0-72-16,-4 0-132 0,-4-7-260 15,-1-2-184-15,1-4-160 0,-4-6-188 16,-4-3-812-16,-4-7-2028 0,-8 7-1861 16,-4-19-1442-16</inkml:trace>
  <inkml:trace contextRef="#ctx0" brushRef="#br1" timeOffset="131900.263">15969 12998 10032 0,'0'0'1881'0,"0"0"-601"0,0 0 232 0,0 0-40 0,79 4-260 16,-55 2 64-16,8 7-136 0,0 2-284 15,8 1-248-15,-5 7-168 0,2 2-87 16,-1-3-65-16,-8 7-92 0,3-4-64 15,-7 3-132-15,0 1-12 0,-4 3-72 16,0-4 0 0,-4 4 8-16,-5 1-92 0,-2-2-24 0,-5 3-4 0,-4 1 23 0,-4 0-19 15,-5 0 32-15,-6 3-68 16,-5 1-28-16,-5-1 0 0,-2 0-64 0,-4 0-108 16,-6 1-124-1,-3 1-112-15,-3-2-136 0,2 3-320 16,2-2-652-16,-1-4-824 0,16-9-2973 0,-8-5-1027 0</inkml:trace>
  <inkml:trace contextRef="#ctx0" brushRef="#br1" timeOffset="132769.578">24260 13268 1460 0,'0'0'156'0,"0"0"7692"0,0 0-5811 31,0 0-601-31,0 0-376 0,0 0 12 0,0 0-216 16,0 0-40-16,0 0 20 0,0 0-256 15,0 0-272 1,0 0 24-16,0 0 28 0,79 7 80 16,-55-4-24-16,8 0-108 0,0 3-80 0,4-3 56 0,8 0-92 15,0 1-44-15,8-4 32 0,4 0-44 16,-1 0-124-16,1-4-12 0,-4 1-48 0,-4-3 0 0,-1 3-136 16,-7 0-316-16,0-4-232 15,-12 1-100-15,-1-1-168 0,-6-2-352 0,-9 3-1216 16,-4-1-2061-16,-8 1-2791 0</inkml:trace>
  <inkml:trace contextRef="#ctx0" brushRef="#br1" timeOffset="133190.557">24260 13023 5764 0,'0'0'1948'0,"0"0"2353"15,0 0-2845-15,0 0-176 0,0 0 4 16,0 0-20-16,0 0-420 0,0 0-364 0,-24 80-256 16,4-55-224-16,-3 7-108 0,-5 3-16 15,0 0-12-15,-4 0 40 16,4 3-40-16,4 0-12 0,-4-3-28 0,4 0-20 0,4-3-52 0,0-4 88 15,9-6 60-15,-2-3 88 16,5 1 12-16,4-5-4 0,1-2-72 0,-1-1 24 16,4 2 52-16,0-2 60 0,7-2 16 15,5 3 172-15,1-1-52 0,2 1 40 16,5-4 12-16,4 4 24 0,0 0-36 0,3 0-76 31,5 5 84-31,0-2 136 0,5 0 244 16,-5 0-268-16,3 1-224 0,1-5-36 0,-4 1-96 15,4-1-48-15,-5-3-236 0,1-5-388 0,4-1-212 16,-4-3-192-16,0-7-848 16,-4-2-2080-16,7-16-2361 0</inkml:trace>
  <inkml:trace contextRef="#ctx0" brushRef="#br1" timeOffset="133556.32">25049 12995 5928 0,'0'0'3104'0,"0"0"1337"0,0 0-2817 0,0 0-440 16,0 0-52-1,0 0-80-15,0 0-80 0,0 0-200 16,72 73-260-16,-53-60-60 0,1-1-76 0,5-2-84 15,-6 3-99-15,5-4-45 0,-4-2-64 16,4 2-36-16,-8 1-44 0,4-3 44 0,-4 1-48 16,0-2-8-16,-5 5 0 0,-3 1 8 15,1 4 80-15,-5 0 20 0,-4 6-88 16,0 4-8-16,-8 5-4 0,-5 4 0 16,-6 3-12-16,-5 6-48 0,-4-2 8 0,-4 5-140 15,-3-1-112 1,-6-2-157-16,5 3-87 0,-3-6 72 0,3-3-24 0,0-2-140 0,8-5-244 15,0-3-440-15,4-5-1012 0,0-7-1961 16,13-4-3743-16,-6-12 7076 0</inkml:trace>
  <inkml:trace contextRef="#ctx0" brushRef="#br1" timeOffset="136193.887">26440 13462 2764 0,'0'0'10477'0,"0"0"-8653"0,0 0-692 0,0 0-528 15,0 0 56-15,0 0 564 0,0 0-192 0,0 0-288 32,0 0-256-32,0 0 24 0,119 3-63 15,-71-3-181-15,-1-3-148 0,5-4-24 0,-4 1-96 16,-4 0 0-16,0-1-4 0,-4-2-92 0,-1-4-84 15,-3-3-309-15,0 1-263 16,-3-4-288-16,-6-1-164 0,1 1-592 0,-12 6-1380 16,-1-12-2733-16</inkml:trace>
  <inkml:trace contextRef="#ctx0" brushRef="#br1" timeOffset="136515.343">27037 12865 5276 0,'0'0'5436'0,"0"0"-3523"0,0 0-1057 0,0 0-524 16,0 0 12-16,0 0 352 0,0 0 336 0,-28 69-328 16,24-34-292-16,0 7-100 15,4-1-104-15,0 4 128 16,0 2 120-16,0 4 12 0,0 3-112 16,0 3-84-16,-3 3-124 0,3 1-52 0,0-1 52 15,0 4 0-15,0-1-16 16,0-6 76-16,0 0 0 0,0-2-60 15,0-8-40-15,0-3-60 0,0-6-40 0,0-3-8 16,0-3 4-16,3-6-4 0,-3-1 4 0,4-6 60 16,-4 0-16-16,0-3-40 0,0-3-4 0,0-4-4 15,-7-3-92-15,-6 4-92 0,-2-7-12 16,-6 4-108-16,-7-7-124 0,0 0-64 16,-3-7-60-1,-5-2-4-15,0-7-188 0,4-7-88 16,-3 1-756-16,3-3-544 0,0-3-517 15,12-2-1619-15,-1 9-448 0,10-8 4520 0</inkml:trace>
  <inkml:trace contextRef="#ctx0" brushRef="#br1" timeOffset="137110.653">28289 13553 5976 0,'0'0'3104'31,"0"0"-727"-31,0 0-485 0,0 0-520 0,0 0-40 16,0 0-28-16,0 0-192 0,0 0-384 15,0 0-152-15,0 0-272 0,27 68-44 0,-23-40-16 16,4 0-40-16,-4 1-204 0,0-7-76 16,0-3-108-16,-4-2-280 0,4-4-172 15,-4-4-124-15,0-6-144 0,0-1-288 16,0-2-1104-16,0 0-1785 0,-12-5-3187 16</inkml:trace>
  <inkml:trace contextRef="#ctx0" brushRef="#br1" timeOffset="137263.284">28224 13271 5500 0,'0'0'5601'0,"0"0"-3525"0,0 0-1364 0,0 0-380 0,0 0 388 16,80-13 160-16,-56 13-388 0,0 0-492 0,3 0-60 15,1 0-700-15,4-3-832 0,-12 3-1505 0,12 0-5119 16</inkml:trace>
  <inkml:trace contextRef="#ctx0" brushRef="#br1" timeOffset="137534.302">28742 13389 7492 0,'0'0'4513'16,"0"0"-3745"-16,0 0-132 0,0 0 936 0,-60 66 140 16,49-50-320-1,3-3-580-15,-1-4-480 16,5 4-232-16,4-3 8 0,0-1-44 0,9 0-16 15,3 4 72-15,3-2-108 0,5 1 0 16,1-3-4-16,3 1 4 0,-5 3 72 0,1-4-24 0,0 1-52 0,-4-1 4 16,-4 1 64-16,0-1 108 15,0 0 12-15,-8 1-28 0,-1 3 16 0,-3-4 12 16,0 4 12-16,0 0-88 0,-7-1-116 31,-1-1-4-31,-5-3-108 0,6 3-188 16,-9-5-188-16,4 0-152 0,-4-4-64 0,-4-2-128 0,5 0-412 15,-6 0-872-15,10 0-2021 0,-13-12-2547 0</inkml:trace>
  <inkml:trace contextRef="#ctx0" brushRef="#br1" timeOffset="137913.28">29499 13389 1748 0,'0'0'8888'0,"0"0"-6947"0,0 0-693 15,0 0-8-15,21 73 248 0,-21-48-12 0,0 0-404 16,0-3-420-16,0 4-284 0,0 0-160 0,0-4-40 16,0-3-128-16,0-3-40 0,0-4-216 15,0-5-252-15,0-4-304 0,0-3-52 16,0 0-280-16,0-3-676 0,0-7-976 0,0 1-2869 15</inkml:trace>
  <inkml:trace contextRef="#ctx0" brushRef="#br1" timeOffset="138064.295">29511 13147 7292 0,'0'0'5977'16,"0"0"-4897"-16,0 0-764 0,0 0 428 0,0 0 440 15,0 0-560-15,0 0-612 0,0 0-12 16,88-6-884-16,-72 4-540 0,-4-3-916 16,8 3-3225-16</inkml:trace>
  <inkml:trace contextRef="#ctx0" brushRef="#br1" timeOffset="138379.965">29739 13372 3952 0,'0'0'7793'0,"0"0"-6001"0,0 0-1448 0,-20 86 124 0,16-60 856 15,0-1 528-15,0-2-284 0,-1-4-536 16,5-6-580-16,0-5-248 0,0 3-204 16,9-8-24-16,-1 0-220 15,-1-3-84-15,6 0-16 0,-2 0-8 16,6-10 68 0,-2-3-48-16,5-2-52 0,-8-4 64 0,4 3 88 15,-4 0 32-15,3 3 76 0,-6 3-24 16,3 1-16-16,-5 6 28 0,2 3 12 0,-1 0 124 15,0 0 276-15,-5 6 180 0,6 0-8 16,-5 4-104-16,0 3 0 16,0-1-36-16,-4 4-64 15,4-3 52-15,-4 4-52 0,0-3-36 0,0 0-48 16,0-5-152-16,3 4-8 0,-3-5-88 0,0-1-92 16,0 3-448-16,4-3-156 0,-4-1-168 0,0 0-240 15,0-3-812-15,4 4-1112 16,-4-4-3073-16</inkml:trace>
  <inkml:trace contextRef="#ctx0" brushRef="#br1" timeOffset="138750.343">30244 13490 2600 0,'0'0'8064'16,"0"0"-6455"-16,0 0-1265 0,0 0-240 15,0 0 456-15,21 74 800 0,-18-52-88 0,1 3-380 0,0 4-408 0,0 5-124 16,-4 1 48-16,0 7-72 0,0-2-116 15,-8 5-60-15,4 0-48 0,-8-1-64 16,4-3-40-16,-3-2 0 0,-2-4-8 16,2-4-8-16,3-5-52 0,-1-7-12 15,5-7-76-15,0-5-200 16,1-3-208-16,3-4-212 0,0-4-188 16,0-6-376-16,0-9-932 0,-4-6-701 15,4 6-5111-15,-4-25 7216 0</inkml:trace>
  <inkml:trace contextRef="#ctx0" brushRef="#br1" timeOffset="138940.462">30149 13249 1616 0,'0'0'6428'16,"0"0"-3219"-16,0 0-2397 0,0 0-264 0,0 0 1072 0,84-28 32 15,-65 21-488-15,5 1-456 0,0 0-288 16,4 2-136-16,0-3-232 0,-5 2-52 15,-2 2-188-15,3-4-404 0,-4 3-616 16,-4 4-656-16,0-3-2585 16,-8 3-4643-16</inkml:trace>
  <inkml:trace contextRef="#ctx0" brushRef="#br1" timeOffset="139651.55">30484 13665 3740 0,'0'0'560'0,"0"0"6433"0,0 0-4917 0,0 0-960 0,0 0-120 16,0 0-112-16,0 0-212 16,0 0 24-16,0 0-212 0,0 0-264 15,95-51-108-15,-71 26-112 16,-1 0-24-16,-2 0-176 0,-1-2-32 0,-5 8 44 16,2 1 52-16,-9 5-12 0,-1 3-52 0,2 4 52 15,-9 0 136-15,0 6-36 0,0 0-16 0,-13 0 64 16,6 0-4-16,-10 0-8 0,-2 0 8 0,-1 3-4 15,-1 3-44-15,6 3 52 0,-5 1 0 16,0 3 0-16,4-1-48 0,1 4 48 16,-2 7 80-16,2-2 104 0,2 9 52 0,2 3 12 15,3 3 12-15,3 2-12 0,1-3-64 16,4 0-72-16,9-4-112 16,-1-6 0-16,7-1-320 0,1-9-28 0,5-2-108 15,2-10 32-15,5-3-176 0,0 0-156 0,8-16-480 16,-1-3-544-16,2-6-1465 0,-10 5-3099 0</inkml:trace>
  <inkml:trace contextRef="#ctx0" brushRef="#br1" timeOffset="139871.887">31093 13525 208 0,'0'0'7648'0,"0"0"-5640"0,0 0-499 0,0 0 299 16,0 0-68-16,-72 70-316 0,61-44-492 0,-1-1-224 15,-1 3-164-15,6 1-88 0,3 0 20 16,0-3-132-16,4-1-160 0,0-3-144 16,0-4-40-16,8-5-72 0,-1 0-100 15,10-10-48-15,-2 0-148 0,9-3-112 0,4-12-112 16,0-4-40-16,0-6-312 0,8-11-960 16,-4 0-976-16,4-7-2073 0</inkml:trace>
  <inkml:trace contextRef="#ctx0" brushRef="#br1" timeOffset="140088.299">31451 13055 2568 0,'0'0'4076'0,"0"0"-796"0,0 0-1487 0,0 0-333 0,0 0 64 16,0 0-104-16,-43 96-428 0,43-58-124 15,-4 3-140-15,4 7-100 0,0 2-64 0,0 1-100 16,0 3-160-1,4-3-200-15,-4-3-104 0,0-4-72 16,0-6-124-16,0-3-192 0,0-7-16 0,0-6 24 0,0-5-40 0,0-5-148 16,0-5-248-16,0-3-684 0,-8-4-1012 15,3 0-1537-15,2-4-1915 0,-9-9 3348 0</inkml:trace>
  <inkml:trace contextRef="#ctx0" brushRef="#br1" timeOffset="140254.028">31201 13512 1632 0,'0'0'1288'0,"0"0"1996"0,0 0-580 0,0 0-856 0,0 0-307 16,0 0 55-16,0 0-228 0,0 0-284 16,0 0-40-16,99 10-200 15,-71-10-228-15,0 0-136 16,4-10-296 0,0 1-148-16,3-7-36 0,-3 0-516 15,5-3-176-15,-5-3-84 0,-1 0-260 0,1 0-812 0,-9 8-2453 0,5-5-2719 16</inkml:trace>
  <inkml:trace contextRef="#ctx0" brushRef="#br1" timeOffset="140435.819">31786 13433 4516 0,'0'0'2356'0,"0"0"-124"0,-4 70-1120 0,1-45 565 15,-1 7 671-15,0 3-216 0,-1-7-628 16,1-2-432-16,4-4-332 0,-4-3-340 0,4-6-372 15,0-7-28-15,0 1-468 0,0-7-192 0,0 0-44 0,0 0-164 16,0-10-392-16,4-2-1192 0,-4-1-2453 16,4-16-3835-16</inkml:trace>
  <inkml:trace contextRef="#ctx0" brushRef="#br1" timeOffset="140603.751">31739 13258 1264 0,'0'0'5840'0,"0"0"-1355"0,0 0-2629 0,0 0-224 0,0 0-308 16,0 0-376-16,0 0-464 0,92 32-372 16,-81-29-112-16,5-3-496 0,-4 0-340 15,0 0-496-15,0 0-988 0,-4 4-2057 0,4-1-1075 16</inkml:trace>
  <inkml:trace contextRef="#ctx0" brushRef="#br1" timeOffset="140772.503">31990 13462 312 0,'0'0'2388'0,"0"0"-1604"0,0 0 1352 0,28 85 2364 0,-20-60-2751 16,-1-2-265-16,-3-2 140 0,5-1-176 0,-1-4-164 16,-5 0-344-16,5-7-328 15,0 1-84-15,0-3-16 0,0-2 112 16,4-1-148-16,-4-4-236 0,8 0-240 0,0-6-68 16,0-7 20-16,4-3-48 0,4-6-160 15,-5-3-280-15,6-5-344 0,-1-1-188 16,0-1-416-16,-1-3-1080 0,1 4-1693 15,-8 9-815-15</inkml:trace>
  <inkml:trace contextRef="#ctx0" brushRef="#br1" timeOffset="141089.119">32460 13423 4212 0,'0'0'352'16,"0"0"5192"-16,0 0-3687 16,0 67-985-16,-4-48 300 0,4-3 244 15,0-2-236-15,0-6-396 0,8-4-252 0,3-2-172 0,2-2-76 0,2 0-64 16,5-12-220-16,8-1-108 0,-4-9-240 15,1 3 40-15,-2-3 84 0,-3 0 64 0,-5 2 60 16,-6 5 100-16,-5 5 56 16,-4 1 156-16,0-1 84 0,-8 3 24 15,-4 1 0-15,0 4-36 0,-8 2-112 0,-4 0-132 16,-4 8-40-16,1 9-136 0,-10 8 136 16,1 4 44-16,1 9 188 0,3 0 172 0,0 7 304 0,8-4-220 15,0 3-84-15,5-3-4 16,6-3-35-16,1-2-209 0,9-5-148 15,3-10 112-15,11 3 28 0,2-9-76 0,10 1 12 16,5-3-12-16,8-7 16 16,0 1-88-16,4-5-364 0,3-2-120 0,-2 0-201 15,2-2-299-15,-3-5-832 0,-9 1-2580 0,10-4-4629 16</inkml:trace>
  <inkml:trace contextRef="#ctx0" brushRef="#br2" timeOffset="167265.952">8215 12160 5108 0,'0'0'2548'0,"0"0"-1200"0,0 0-724 0,0 0-148 0,0 0 40 16,0 0-127-16,0 0 1331 16,0 0-864-16,0 0-388 0,0 0-152 15,0 0 28-15,0 0 184 0,0 0 88 0,0 0-96 16,40 0-48-16,-24 0-148 0,4 4 36 0,0-2-148 16,4-2 12-16,-5 3-76 0,9 0 24 15,-4 1-84-15,4-4-80 16,0 0 116-16,0 0-120 0,4 0 104 15,0 0-108-15,4 0 128 0,-1 0-128 16,5 0 0-16,1 0 28 0,2 0 48 16,0 0-100-16,6 0 24 0,-6 3-164 15,1 1 164-15,4-4 4 0,-4 0 0 16,-4 0 8-16,4 0 12 0,-4 0-24 0,-5 0-48 16,1 0 36-16,0 0 12 0,-4 0 72 0,4 0-68 15,-4-4-8-15,-4 4-28 0,-1-3-44 16,1 3 84-16,-4-4-8 0,-4 4 96 15,0 0-96-15,-4 0-48 0,-4 0 48 0,-4 0-4 16,0 0 4-16,0 0 8 16,-4 0 0-16,-4 0 4 0,4-3-4 0,-4 3 40 15,0 0-36-15,0-3 40 0,0 3-44 0,0-2 112 16,0 2-20-16,0-4-28 0,0 4 4 16,0-7-72-1,-4 4-4-15,0 0-12 0,0-3-76 0,0-1 84 0,0 1-44 16,-4 0 44-16,0-4 0 0,4 4-84 15,-4-7-84-15,1 1 76 0,2-1-4 0,1-3-36 16,0 1 24-16,0-6 4 16,4 6-4-16,0-8-48 15,0 2-4-15,0-2 16 0,0-2 24 16,0 0 36-16,0-1 4 0,0 1-16 0,0-4-36 16,0 1-28-16,0-4-48 0,0-3-12 15,-4-3-12-15,4-3-8 0,-4 0-432 0,1-4 248 16,-1 1 20-16,-1-1 132 0,-3 1-16 15,0-1 64-15,1 4 220 0,-2-1 8 0,1 5 0 16,1-2 8-16,-6 4-8 16,5 0 0-16,-3-2 100 0,3-1-48 0,-5 0 12 15,6-4-60-15,-1 1-4 0,-5 0-8 16,6-1-132-16,-5 2-44 0,0 0 176 16,4 6-84-16,0-1 92 0,4 0 36 15,-4 4-28 1,4 1 184-16,0 2-180 0,-4 0 116 0,1 5 36 15,2-2 16-15,-3 3 108 0,0 3 16 16,1 0-128-16,-2-1 92 0,1 2-120 16,0-1-60-16,1-1-88 0,2 5-4 15,1-1 4-15,0 3 76 0,4 3 76 16,-4 4-28-16,0 0-124 0,4 0 4 0,0 2 0 16,0 4 60-16,0-3-52 0,0 3-12 0,0 0-12 15,0 0 4-15,0 0-4 0,0 0-40 16,0 0 40-16,0 0-28 0,0-3 40 15,0 3 100-15,0 0 48 0,0 0 16 16,0 0 4-16,0 0 20 0,0 0-28 16,0 0-8-16,0 0-92 0,0 0-48 15,0 0 40-15,0 0-4 16,0 0 4-16,0 0 20 0,0 0 28 0,0 0 24 16,0 0 12-1,0 0 28-15,0 0 20 0,0 0-24 0,0 0-48 16,0 0-12-16,0 0-28 0,0 0-20 0,0 0-52 0,0 0-4 0,-3 0 0 15,3 0-4-15,0 0 0 0,-4 0 4 16,4 0-4-16,-9 0-4 16,1 0-72-16,1 0 20 15,-5 0 60-15,-4 0 4 0,4 3 0 0,-4-3 4 16,-5 3-4-16,6-3 12 0,-9 0-12 16,0 0-4-16,1 0-68 0,-5 0 72 0,0 0-8 15,-4 0-120-15,0 0 120 0,-4 0-32 16,0 0-36-16,-4 0-160 0,0 0-60 15,1-3 220-15,-6 3-160 16,2 0 148-16,-1 0-36 0,4 0-124 16,4 0 96-16,1 0 28 0,-2 0-8 0,1 0-40 15,4 0-92-15,4 0 48 0,1 0 156 16,7-3 44-16,0-4-84 0,5 5-36 16,2-5-4-16,1 4 0 0,0-4 140 0,0 1 0 15,5-1 0-15,-1 2 0 16,-5-5 116-16,6 3-112 0,-1 2 96 15,4-1-92-15,-5-1 180 0,2 0-48 0,-1 2-40 16,4 0 24-16,-5-1-96 0,5 3-28 16,1-3 0-16,-1 3 52 0,0-1 48 0,4 1 56 15,-4 0-148-15,4 3 48 16,-4-3 32-16,4 3-12 0,0 0-68 16,0 0-8-16,0 0 0 0,0 0-56 0,0 0-8 0,0 0 16 15,0 3-16-15,0-3-36 16,0 3-12-16,0 7 48 0,0-1 64 15,0 4 4-15,0 10 84 0,0-1-88 0,0 6 0 16,0 4 0-16,0 3 0 0,0 0-4 16,0 7-44-16,0 2 44 0,4 3 4 15,-4 3-12-15,0 9 8 16,4-1 0-16,-4 7-68 16,0-2 56-16,4 1-32 0,-4 2 48 15,4 1-4-15,-1 0-40 0,1 6 44 0,0 0 8 16,1 3 132-16,-1 3-128 0,0 0 88 15,0-2-100-15,-1-1 12 0,1-6 28 16,0-7 84-16,5-2-20 0,-1-7-104 0,-1-7-4 16,1-2 4-16,1-3 64 0,-5-9-52 0,3 0 68 15,1-8-4-15,1-2-72 0,-2-5 56 16,-3 1 64-16,4-3-48 0,1 0 60 16,-5-3-48-16,-1-1-24 0,5-1-4 15,-4-5-8-15,-4-3-40 0,4 0 36 16,-4-1 16-16,0-2 12 0,0 0 8 15,0 0 28-15,0 0 24 0,0 0-12 0,0 0-12 0,0 0-24 16,0 0-12-16,0-2-68 0,0-1-8 16,0 3-48-16,0-3-76 0,0-3-60 15,0-1-16-15,0 3 4 0,4-2 8 16,-4 0-64-16,0-1-44 0,0 1-84 16,0-3-84-16,0 2-116 0,5-2-244 0,-2-7-460 15,-3 0-552 1,4 4-825-16,0-14-2155 0</inkml:trace>
  <inkml:trace contextRef="#ctx0" brushRef="#br2" timeOffset="168883.255">10056 12922 220 0,'0'0'652'16,"0"0"160"-16,0 0 204 0,0 0-232 16,0 0-344-16,0 0-152 0,0 0-280 0,0 0-8 15,0 0 0-15,-4-51 0 0,4 42 104 16,-4-1 68-16,4 1 60 0,0 2 16 15,0 1 156-15,0-1 272 0,0 0 328 0,0 2 152 0,0 2-264 0,0-3-384 32,4 1-56-32,-4-1 348 0,0 4 741 15,0-1-645-15,0 0-300 0,0-1-12 0,0 1 172 16,0 3-40-16,0-4-8 0,0 4-76 16,0 0-148-16,0 0-148 0,-4 0-128 0,4 7-8 0,0 3-40 0,-4 3-160 15,4 6 0 1,0 9-4-16,0 4 0 0,4 9-8 15,8 6 8 1,-4 5 4-16,-4 5-12 0,4 4-88 16,0-2 88-16,0 1-76 0,0 1 76 0,-1-1-36 0,2-6 44 0,-1-3-96 0,-1-3 28 15,5-8-80-15,-3-4 104 0,-2-8-64 16,5-9-248-16,-7-9-24 0,3-7-252 16,-5-3-104-16,5-13-320 0,0-2-312 15,-3-11-200-15,2-5-325 0,-3 6-1383 0,4-21-2028 16</inkml:trace>
  <inkml:trace contextRef="#ctx0" brushRef="#br2" timeOffset="169231.566">10390 12922 7644 0,'0'0'1516'0,"0"0"-596"0,0 0-212 0,0 0 93 0,0 0-313 15,0 0-156-15,-71 82 40 16,51-50-4-16,0 3-340 0,4-3-28 0,0 4-216 15,4-6 100 1,0-1 0-16,1 0-36 0,-2-4-104 0,5-2 152 16,-3-1 104-16,2-3 128 0,1-3 128 0,5-4-24 15,-1 2-44-15,0-6-32 0,-1 2-16 0,5-3 36 16,0-1-48-16,0 0 0 0,9 1 12 16,-2-1 88-16,5 0 24 0,4 1 68 15,0 2 56-15,0-3 92 0,5 1-92 0,2-1 156 16,-3 0 188-16,4 1-72 15,0-1-292 1,-5 1-108-16,2-1-76 0,-6 0-172 0,2 0-48 16,-2 1 36-16,-2-4 12 0,-2 0-64 15,2-3-32-15,-6 0-176 0,5-3-152 16,-3-7-344-16,-2-2-312 0,1-7-612 0,-4 3-1056 16,0-9-2861-16</inkml:trace>
  <inkml:trace contextRef="#ctx0" brushRef="#br2" timeOffset="169568.67">10438 13268 5368 0,'0'0'2196'0,"0"0"-844"0,0 0 44 15,0 0 61-15,0 0 167 0,56 66-204 16,-44-59-500-16,1-4-288 0,-6-3-208 16,5-3-312-16,0-6 0 0,0-4 48 0,-4-3-8 15,-1-6-152-15,2-4-80 0,-1 1-132 0,-4-1-76 16,-1 1-124-16,-3 6-40 15,0 3 100-15,0 6 72 0,0 4 56 16,-3 6 212-16,-5 0 12 0,0 4 100 0,-4 5 12 16,0 1-36-16,0 8-68 0,0 2 344 15,4 2-12 1,1 3-36-16,2 4 32 0,1 3-96 0,4-4 20 16,0 7-36-16,0 0 124 15,0-3-28-15,0-1-72 0,4-2-88 16,1-4-160-16,2-5-180 0,-3-8 20 0,0-5 36 0,0-5-48 15,0-2-128-15,0 0 4 16,0-12-92-16,4-4-404 0,-4-3-568 16,0-10-1340-16,0 7-2249 0,-4-12-1391 0</inkml:trace>
  <inkml:trace contextRef="#ctx0" brushRef="#br2" timeOffset="169823.702">10749 13281 1228 0,'0'0'3296'16,"0"0"-2212"-16,0 0-252 0,0 0 832 0,0 0-20 15,80 66 73-15,-68-47-385 16,-1 6-224-16,2 0-408 16,-9 8-588-16,3-5-112 0,-3 1-112 0,0-3 36 0,-4-11 76 15,0-2 100-15,0-7 0 0,0-6 64 16,0 0 116-16,0 0-16 0,0 0 12 0,0-2 0 16,-8-9-48-16,1-1-128 0,3-7 12 15,-4-3-12-15,0-1-100 16,4 1-4-1,4-3 4-15,-4 3-4 0,4 0 0 0,0-4 4 16,4 7-112-16,3-3-64 0,2 3-40 0,-5 3-48 16,4 0-112-16,3 0-380 0,-2 7-412 0,-5-4-764 0,3 6-1289 15,-3 0-2275 1</inkml:trace>
  <inkml:trace contextRef="#ctx0" brushRef="#br2" timeOffset="170033.101">11076 13339 10224 0,'0'0'1717'0,"0"0"-977"0,0 0 280 0,0 0 48 0,0 0-176 0,0 0-284 16,0 0-248-16,79-33-136 0,-66 17-128 15,-2-3-96-15,-3-3-184 0,5 3-572 16,-6-3-124-16,1-3-372 0,-4 2-920 15,0 7-2265-15,-4-9-1311 0</inkml:trace>
  <inkml:trace contextRef="#ctx0" brushRef="#br2" timeOffset="170417.269">11032 12941 8624 0,'0'0'2084'0,"0"0"-1015"16,0 0 7-16,0 0-272 0,0 0-96 15,0 0-36-15,0 0-104 0,0 0-192 0,0 0-136 16,-32 82-128-16,32-59 28 0,0 2-28 16,8 4 24-16,0 3 40 0,0 0 12 15,4 6-76-15,4 0-100 0,-4 0-4 16,8 0 104-16,-5-1-112 0,6 1 0 16,-1 1 0-16,-1-1 12 0,1 0 100 15,1 0 0-15,-2-3 24 0,-3-3 72 16,0 0 240-16,-4-1-104 0,0-6-60 0,-4 1-76 15,4-7-24-15,-8-3 24 0,0-4 24 0,0 2-24 16,-4-9-12-16,4 6 24 0,-4-8 24 16,0 3 0-16,0-3 36 0,0-1 12 15,-8-2 73-15,0 5-73 0,-4-3-148 16,-4-2-140-16,-4 4-4 0,-4-4-92 16,-3 0-52-16,-1-4-76 0,0 2-13 0,0-3-35 0,0 3-132 31,4-1-40-31,8 0-36 0,0 0-160 15,4 0-100-15,0-1-292 0,4 1-408 16,-3-1-376-16,7 2-816 0,-9-4-2297 16</inkml:trace>
  <inkml:trace contextRef="#ctx0" brushRef="#br2" timeOffset="171029.88">9211 13481 13061 0,'0'0'2056'0,"0"0"-2056"0,0 0 48 0,0 0 68 0,0 0 424 15,0 0-8-15,103-4-96 16,-75-2-124-16,4 0-152 0,0-7-96 0,0 1-64 0,-4-1 0 16,0 0-100-16,-4 1-76 0,-4-1-84 15,-4 3-456-15,0 0-204 0,-1 1-256 16,-6 7-724-16,-5-3-1069 0,-4 5-2399 15</inkml:trace>
  <inkml:trace contextRef="#ctx0" brushRef="#br2" timeOffset="171187.733">9319 13716 7776 0,'0'0'1556'0,"0"0"-868"0,0 0 188 0,0 0 205 0,0 0-237 0,0 0-216 15,0 0-248-15,0 0 256 0,0 0 84 16,0 0-68-16,72 3-160 0,-41-32-128 15,5-3-364-15,-8-3-200 0,4 1-920 16,-8-2-616-16,-5 8-1157 0,5-10-3711 16</inkml:trace>
  <inkml:trace contextRef="#ctx0" brushRef="#br2" timeOffset="173402.865">6586 10503 3968 0,'0'0'1380'0,"0"0"-492"0,0 0 268 0,0 0 324 0,0 0-32 16,0 0-183-16,0 0-265 0,0 0-172 16,0 0-140-16,0 0-92 0,0 0-144 0,-13-7-84 15,13 7-156-15,0-3-112 16,9 0 24-16,-1 0-48 0,-1-3 12 0,6 1-80 15,-2 3-4-15,-3-1 4 0,5 0-8 16,-6 3 0 0,5 0-72-16,-8 0-4 0,5 0 0 15,-2 0 12-15,-3 0 52 0,0 3-60 16,0 0 68-16,0 4-92 0,1 5 96 16,-2 1 8-16,1-1 44 0,-4 7-40 15,0 1 52-15,0 1-52 0,0 2 0 0,0 0-12 16,0-8 4-16,0 4 60 0,0-6-56 15,0-1 92-15,0-5-52 0,0-1-48 0,0-2-4 0,0-1-8 16,0-3-36-16,0 0 36 16,0 0-40-16,0 0 44 0,0 0-44 15,0 0 44-15,4 0 8 16,0 0 88-16,4-3 40 0,-5-1-16 0,6-2-8 16,3-3-40-16,-5-1-64 0,2-6 0 0,-1 0-496 15,0 1-144-15,-5-5-156 16,1-2-384-16,-4 3-780 0,0 0-1237 15,0-7-3031-15</inkml:trace>
  <inkml:trace contextRef="#ctx0" brushRef="#br2" timeOffset="173633.749">6506 10159 4592 0,'0'0'2732'16,"0"0"-956"-16,0 0-132 0,0 0-115 16,0 0-393-16,0 0-436 0,0 0-384 15,0 0-312-15,0 0-4 0,0 0-88 0,28-12 0 0,-16 9 12 16,4-1-88-16,0 1-28 0,-1 0-292 16,6 0-652-16,-10-3-433 0,6 3-995 0,-6-7-2132 15</inkml:trace>
  <inkml:trace contextRef="#ctx0" brushRef="#br2" timeOffset="174490.395">6952 10626 860 0,'0'0'1320'0,"0"0"-136"0,0 0-12 15,0 0 172-15,0 0-160 0,0 0-472 0,0 0-88 16,0 0 12-16,0 0-52 0,0 0 8 0,0 0-100 16,-31 45-39-16,31-40-81 0,-4 2-28 15,-1 3-20-15,1-3-56 16,0 2-12-16,0 4-12 0,0-1-28 0,1 4-64 15,-1 6-84-15,-5 0-68 16,5 8-52-16,-4-3-100 0,5 3-12 0,-1-5-80 16,0-3-152-16,0-6 112 0,4-3 104 15,0-11-12-15,-5 3 28 0,5-5-96 16,0 0-153-16,0 0-63 0,0 0-184 16,0-5-272-16,0-1-376 0,5 0-840 0,-5-10-576 0</inkml:trace>
  <inkml:trace contextRef="#ctx0" brushRef="#br2" timeOffset="174772.372">6912 10687 4592 0,'0'0'1208'0,"0"0"-792"15,0 0-128-15,0 0 400 0,0 0 120 16,0 0 84-16,0 0 172 0,0 0-368 15,0 0-259-15,0 0-177 0,0 0-4 0,80 57-64 16,-69-42 0-16,2 4 0 16,-1-3-176-16,-5 4-8 0,2-4-8 0,-1-3-76 15,-4 2 12-15,3-2-28 0,-3-8 28 16,1 6-116-16,-1-5-180 0,-4 1-40 16,4-1 27-16,-4-6-39 0,0 3-172 0,0 0-256 0,0-3-304 15,0 0-76-15,0 0-432 16,-4-3-2476-16</inkml:trace>
  <inkml:trace contextRef="#ctx0" brushRef="#br2" timeOffset="174972.78">6952 10843 5136 0,'0'0'1512'0,"0"0"-732"0,0 0-28 0,0 0 232 15,0 0-76 1,0 0-224-16,0 0-283 0,0 0-221 15,0 0-80-15,0 0 56 0,12-13-40 16,-4 7-116-16,4 2-12 0,0 2-132 0,0-5-36 16,0 3-52-16,3 1-1 0,2 0-579 15,-6 1-700-15,2-3-788 0,-2 3-1804 16</inkml:trace>
  <inkml:trace contextRef="#ctx0" brushRef="#br2" timeOffset="176655.482">7821 13671 6960 0,'0'0'2284'15,"0"0"-888"-15,0 0-47 0,0 0-17 0,0 0-316 16,0 0-244-16,0 0-208 0,0 0-212 0,0 0-276 0,0 0 168 16,0 0 16-16,0 0 76 0,32 76-84 31,-17-46-44-31,-6-2-84 0,-2 3-116 0,5-5-8 16,-7-1-96-16,3-6-44 0,-5-3-56 15,-3-3 56-15,4-1-396 0,-4-1-344 16,0-5-344-16,0 0-700 0,-4 1-1961 15,-7-7-1943-15</inkml:trace>
  <inkml:trace contextRef="#ctx0" brushRef="#br2" timeOffset="176792.188">7769 13481 6432 0,'0'0'2052'0,"0"0"-860"0,0 0-548 0,0 0-232 0,0 0-412 15,0 0-168-15,0 0-116 0,0 0-1176 0,87-45-1320 0,-75 45-3259 16</inkml:trace>
  <inkml:trace contextRef="#ctx0" brushRef="#br2" timeOffset="177249.535">8072 13777 5900 0,'0'0'2444'15,"0"0"-296"-15,0 0-179 0,0 0-313 16,0 0-444-16,20 72-556 0,-20-66-608 16,4 4-48-16,0-7-200 0,-4 0-12 0,0-3-92 15,3 0-36-15,-3 0-128 0,4 0 104 0,5-6 196 16,-5-4 68-16,7-2-144 16,-3-1 56-16,1-3 60 0,-1 4 24 0,-1 1 16 0,1 6 84 0,1-2-100 15,-2 7-48-15,1 0 36 16,-4 0 116-16,5 4 256 0,-5 4 0 0,-1 9 64 15,5-2-144-15,-4 2-172 0,-4-2 8 16,4-2-12-16,0-4-12 0,-4-2-88 16,5-4 36-16,-5 0 12 0,0-3 0 15,0 0 4 1,0 0 40-16,3 0-8 0,-3-6-72 0,8-1 88 16,-4-5 12-16,4-4-12 15,0 3-76-15,0-2-12 0,-4 2 76 0,4 0-4 16,-1 7-60-16,2 0 76 0,-1 0 0 15,-1 1 104-15,-3 5 60 0,5 0 104 0,-5 0-52 16,4 5-12-16,-5 1 112 16,5 6-88-16,-3-2-112 0,3 6 8 0,-4-1-60 0,-1-2-64 15,1 3-60-15,0-7-304 16,0 1 60-16,-4-4 36 0,5 1-100 0,-5-5-372 0,4 5-608 16,-4-4-1001-16,0 0-2035 0</inkml:trace>
  <inkml:trace contextRef="#ctx0" brushRef="#br2" timeOffset="177638.676">8487 13598 8140 0,'0'0'2420'0,"0"0"-1479"0,0 0-477 16,0 0 240-16,0 0 204 0,0 0-224 0,0 0-280 16,0 0-76-16,0 0-12 0,0 0 64 15,0 0-104-15,43-12-116 0,-35 5-148 16,-1 0-12-16,2 7-12 0,-5-2-136 0,4 2-52 15,-1 0 112-15,2 9 88 0,-1 7 200 16,3 0 24-16,-2 9-96 16,-1 1-128-16,-1-1-8 0,1 0-84 0,1-2 44 15,-5 2-76 1,3-6 120-16,-3-3-72 16,0-3 4-16,-4-7 68 0,4-4-44 0,-4 3-64 15,0-5-164-15,0 0-192 0,0-5-340 16,0-6-452-16,-4 1-977 0,-7-15-2695 15</inkml:trace>
  <inkml:trace contextRef="#ctx0" brushRef="#br2" timeOffset="177824.502">8399 13249 10196 0,'0'0'1817'0,"0"0"-1317"0,0 0 216 0,0 0 628 16,0 0-84-16,0 0-304 15,0 0-496-15,0 0-460 0,0 0-4 0,0 0-144 0,0 0-52 32,39-6-64-32,-22 6-364 0,-2 0-616 0,-3 0-548 15,12 6-2961-15</inkml:trace>
  <inkml:trace contextRef="#ctx0" brushRef="#br2" timeOffset="178240.49">8908 13890 10468 0,'0'0'1493'0,"0"0"-1173"0,0 0 0 0,0 0 244 16,0 0 8-16,0 0 36 0,-32 63 24 15,28-33-216-15,4 1-188 0,0 4-52 16,0 6-52-16,4 1-36 0,-4-2-12 16,4 6-76-16,-4-5 0 0,4 0-88 0,-4-9-52 15,5-4-136-15,-5-9-124 0,0-3 136 16,0-13 8-16,0 1-160 0,0-4-260 16,0-13-332-16,0-6-969 0,0 0-651 15,0-20-1916-15</inkml:trace>
  <inkml:trace contextRef="#ctx0" brushRef="#br2" timeOffset="178471.192">8940 13922 4620 0,'0'0'3316'0,"0"0"-1940"0,0 0-860 0,0 0 288 0,0 0 213 0,0 0-17 32,44 69-68-32,-28-42-272 0,-4-2-156 15,4 3-60-15,0 4-80 0,0 0-136 16,4 3-28-16,-5 0-100 0,2 0-24 0,-2-1-64 15,2-5 0-15,-6-4-12 0,2-6-128 16,-6-6 56-16,-3-3-28 0,0-3 36 0,0-5-48 16,-4-2-116-16,0 0-324 0,0 0-272 15,0 0-220-15,-8-7-788 16,4 1-2249-16,-12-2-1651 0</inkml:trace>
  <inkml:trace contextRef="#ctx0" brushRef="#br2" timeOffset="178623.957">8917 14233 4680 0,'0'0'4912'16,"0"0"-3555"-16,0 0-945 0,0 0 0 0,0 0 88 16,0 0 164-16,0 0 508 0,0 0-324 15,0 0-344-15,0 0-216 16,95-15-236-16,-71 5-52 0,0 0-88 0,0-2-88 16,0-8-632-16,0 5-740 0,-9 3-2341 15,6-8-4875-15</inkml:trace>
  <inkml:trace contextRef="#ctx0" brushRef="#br2" timeOffset="210576.645">7881 16954 2740 0,'0'0'1028'15,"0"0"-584"-15,0 0 3672 16,0 0-2628-16,0 0-375 0,0 0-113 15,0 0-52-15,0 0-16 0,0 0-20 0,-17 16-68 16,13-13-60-16,4 0-88 16,0 1 88-16,0-1-32 0,-4 0-160 15,4 0-128-15,0-3-36 0,0 0-60 0,0 0-160 0,0 0-148 0,4-9-56 0,0-1 80 16,5-2 76-16,2-11 24 16,1-6-40-16,1-5-132 0,2-8 48 0,1-2-60 15,0 0-108-15,4-5 96 0,-3-1-48 16,2 3-24-1,1-4-16-15,-5-1-32 16,6-1-164-16,-1-1 68 0,-5-1 32 0,6 3-52 16,-6-6 40-16,2 4 12 0,-2 3 24 15,1 7 64-15,0 2-4 0,-4 10 104 0,-4 7 0 16,0 13 8-16,-4 2 0 0,-4 7 0 16,0 3 8-16,0 0 80 0,0 6-28 15,0 3 12-15,0 5 52 0,5 1 132 16,-2 4-88-16,5 7-164 0,-4-1 4 15,4 4-8-15,4 6-56 0,0 6 56 0,4 3 8 0,0 7 0 16,0 10 4-16,3 5-8 0,2 1 40 16,-1 6-40-16,-1 0 8 0,-2 4 60 0,2-5-60 15,-3-2-12-15,0-4 136 16,-4-5-28-16,4-7 40 0,-8-9-40 16,4-11-60-16,-4-5 28 0,-1-10-64 0,2-3-12 15,-9-10-80 1,4 1 8-16,0-4-12 0,-4-3 8 15,0 0 76-15,0 0 0 0,0 0-96 0,-4-7-172 16,-4-2-160-16,-4-5-212 16,-8-5-212-16,-4-9-700 0,-8-7-1264 15,12 10-1925-15,-23-19-2975 0</inkml:trace>
  <inkml:trace contextRef="#ctx0" brushRef="#br2" timeOffset="210798.65">8088 16684 4468 0,'0'0'6436'0,"0"0"-5419"16,0 0-337-16,0 0-52 0,0 0 336 15,0 0 84-15,0 0-268 0,0 0-248 0,0 0-260 0,0 0 64 0,32-5 76 16,-13 5 268-16,5 0-100 0,0 0-408 16,4 0-40-16,-3 0-64 0,2 0-68 0,4 0-208 15,-3-4 48-15,9-3-76 16,-1 1-320-16,-4-4-272 0,7 1-288 15,-3-4-1144-15,-8 4-889 0,7-4-3019 0</inkml:trace>
  <inkml:trace contextRef="#ctx0" brushRef="#br2" timeOffset="211014.682">9004 16491 5064 0,'0'0'5104'0,"0"0"-3711"0,0 0-917 0,0 0 240 15,0 0 548-15,87-7 188 0,-55 4-384 16,4 1-368-16,5-3-104 0,-2-1 8 0,9 3-48 0,-4-3-92 16,4-1-244-16,-5 1-132 0,6 0-76 15,-2-4-12-15,-4 1-112 0,2-4-96 0,-10 1-172 0,1-1-296 16,-4-3-56-16,-4 0-236 0,-4 3-592 0,-8 1-1364 15,-4-4-2797-15</inkml:trace>
  <inkml:trace contextRef="#ctx0" brushRef="#br2" timeOffset="211299.692">9598 16161 6188 0,'0'0'3920'15,"0"0"-2231"-15,0 0-1469 16,0 0-16-16,0 0 436 0,0 0 264 0,0 0 24 15,87-5-124-15,-63 5-164 0,0 7-120 16,4-3-160-16,-4 2-112 0,-1 7-124 16,-2-1 36-16,-1 5-148 0,-5 1 148 15,-2 1 100 1,-5 8-100-16,-1 0 36 0,-7 2-32 16,0 6-116-16,-7 0 0 0,-1 0 124 0,-1 4-24 15,-6-6 36-15,3 3-72 0,-4-4 8 16,-1-4-120-16,2 1 0 0,-1-7-112 15,0-6-72-15,0-4-236 0,4-1-268 16,-3-11-244-16,6 0-1092 0,-6-7-3141 0</inkml:trace>
  <inkml:trace contextRef="#ctx0" brushRef="#br2" timeOffset="212166.598">10267 16156 6776 0,'0'0'5601'15,"0"0"-4681"1,0 0-208-16,0 0 200 0,0 0 16 16,63 77-136-16,-46-42 392 0,-6 13-296 15,2-1-300-15,-9 8-132 0,3 1-140 0,-7 5-8 16,0-3-88-16,0 1-108 0,0-5-112 15,-3-6-48-15,-1-6-136 0,0-14-132 16,4-9-4-16,0-10-84 0,0-9-36 16,0 0-140-16,0-15-64 0,0-7-612 0,4-10-316 0,0-6-168 15,-1-9 104-15,1-8 87 0,0 1 149 16,-4-4 260-16,0 6 1112 0,0 0 28 16,0 1 456-16,5 6 360 0,-1 5 272 0,4 5-108 15,7 3-179-15,-2 6 123 16,2 5 84-16,1 5-32 0,0 3-244 15,0 7-64-15,-4-1-64 0,0 3-140 0,0 4-180 0,0 0-60 16,-4 7 272-16,-4 6 132 0,0 6-100 16,0 7-132-16,-4 5-152 0,-4 7-160 0,0 1-80 15,-4-1-4-15,0-4 64 16,0-2-64-16,4 0 12 0,4-7-8 16,0-3 0-16,4-3 0 0,8 1 80 0,4-4-8 15,4-4-76 1,-1 1 0-16,6-4 36 0,-1 1 60 15,0-3-92-15,-1 2 84 16,1-3-28-16,-4 7 136 0,0-4 48 0,-4 4 12 16,-4 3-100-16,0 0 4 0,-8 2 80 0,0 1-19 15,-4 4-37-15,0 0-76 16,-4-1 0-16,-8 0-96 0,0-3 0 0,-3 3 48 16,-2-3-56-16,-3-2-4 0,4-5-72 0,-4-3-72 15,5 1-28-15,-6-8-121 0,6 3-35 16,-1-5-108-16,4 0-212 0,-1 0-268 15,6-11-624-15,-1-2-852 0,8 4-1708 0,0-13-2225 16</inkml:trace>
  <inkml:trace contextRef="#ctx0" brushRef="#br2" timeOffset="212378.763">11211 16504 9140 0,'0'0'5225'16,"0"0"-4161"-16,0 0-576 0,0 0 528 0,77 19 336 16,-54-13-332-16,-3 0 24 0,8-3-228 0,0-3-320 0,4 0-215 15,0-3-121-15,3-6-160 0,-3-5-192 0,0 2-125 16,0-4-315 0,0-3-208-16,-1 3-228 0,-3-3-500 0,-3 7-1168 15,-10 2-1997-15,1 0-1939 0</inkml:trace>
  <inkml:trace contextRef="#ctx0" brushRef="#br2" timeOffset="212632.422">11514 16298 3436 0,'0'0'4176'0,"0"0"453"15,0 0-3897-15,0 0-184 0,0 0 340 0,0 0-180 16,0 0 388-16,96 50-12 0,-72-42-400 0,4-1-316 15,-5 0-96-15,5 3-48 16,-4-1-76-16,0-2-100 0,-3 5 36 0,-2-2-84 16,-3 5-8-16,0 1-4 0,-4 7 12 15,-4-2 116-15,-4 5 44 0,0 0-64 16,-4 2-40-16,-4 4-56 0,-4 0-4 0,-4-4-48 16,0 0-80-16,-4 2-176 0,0-5-160 0,-4-6-212 15,1 0-388-15,-6-6-1172 0,9-4-1909 16,-7-9-1759-16</inkml:trace>
  <inkml:trace contextRef="#ctx0" brushRef="#br2" timeOffset="213217.616">12255 16363 6504 0,'0'0'6349'0,"0"0"-5445"0,0 0-420 0,0 0 512 16,0 0 152-16,0 0-288 0,0 0-152 0,0 0-240 15,84-72-244-15,-64 49-128 16,0-2-20-16,0-7-76 0,3 1-44 0,1 2 44 15,4-3 0-15,-4 6-60 16,1 5-40-16,-6 5 4 0,-3 6 8 16,-4 4-72-16,0 6-100 0,-4 3 172 0,-4 6 88 15,4 11 164-15,-1 1 132 0,-2 9-100 16,-1 3 76-16,0 7-16 0,4 4 40 0,-4 0-52 16,3 3-96-16,-2 8-76 0,3-1-60 15,-4-1 76-15,0 5 20 0,-1-4 4 0,1 0 72 16,-4-3-124-16,5-3 256 0,-5-7 136 15,0-10-220-15,0-2-232 0,0-9-92 16,0-8-124-16,0-3-40 0,0-3-172 16,0-2-96-16,-5-2-312 0,-2 3-708 0,-5-5-720 15,-4 0-840 1,4 0-901-16,-12 0-1175 0</inkml:trace>
  <inkml:trace contextRef="#ctx0" brushRef="#br2" timeOffset="213402.395">12399 17021 1488 0,'0'0'9220'0,"0"0"-6603"0,0 0-1245 0,0 0-504 0,0 0 152 16,0 0-124-16,0 0-316 16,0 0-12-16,0 0 0 0,0 0 116 15,92 9-132-15,-60-18-124 0,7-1 8 16,-3 1-84-16,0 0-244 0,4-4-108 16,-4 3-64-16,3-2-68 0,-3 2-124 15,4 0-96-15,0 3-280 0,-4 2-252 16,3 5-556-16,-7 0-1336 0,-8 0-1857 0,0 12-2003 15</inkml:trace>
  <inkml:trace contextRef="#ctx0" brushRef="#br2" timeOffset="-213975.698">8889 15802 628 0,'0'0'2008'15,"0"0"3780"1,0 0-4288-16,0 0-556 0,0 0-95 0,0 0 151 16,0 0-224-16,0 0 0 0,0 0-180 15,75 16-256-15,-47-13-100 0,0 0-116 16,0 0-112-16,-4-3-12 0,3 0-12 16,-3 0 8-16,-3 0-72 0,3-6-12 15,-5 0-48-15,-3-7-116 0,4 0-484 16,-4 1-356-16,-4-4-560 0,-4 6-1165 0,0-10-2483 0</inkml:trace>
  <inkml:trace contextRef="#ctx0" brushRef="#br2" timeOffset="-213559.514">9179 15440 992 0,'0'0'1212'0,"0"0"392"15,0 0 2920-15,0 0-2712 0,0 0-691 0,0 0-105 16,0 0-324-16,0 0-400 0,0 0-112 16,0 0-68-16,-47 44-8 0,42-28-16 0,-3 3 52 0,5-1 52 15,-1 6 8-15,4-2-20 0,0 3 8 0,0 0 28 16,0 4 12-16,4-4 48 0,3 4 12 16,2 3-24-16,-1-3 12 15,3 2-48-15,2-2-116 0,-2-1 64 0,1 0-76 16,-3 2 76-16,2-5-52 0,-3-3-36 15,0-3 48-15,0 0 12 16,0-3 12-16,-4 0 16 0,0-7-164 0,0 4 136 16,-4-3-76-16,0-1 16 0,0-3-28 0,0 5-8 15,0-5-40-15,0-1 112 0,-4 5-40 16,0-6 40-16,-4 2-36 0,1 0-28 0,-2-3-60 16,1 1-136-16,-3-1 52 0,2 0-52 15,-3 0-64-15,1-3-120 0,-6 0-40 16,6 0 36-16,-6 0-136 0,2 0-52 15,6 0-80 1,-2-3-88-16,7 0-284 0,-4 0-512 0,8-4-469 16,-9 3-759-16,9-1-3332 0,-4-5 4532 15</inkml:trace>
  <inkml:trace contextRef="#ctx0" brushRef="#br2" timeOffset="-205060.635">11291 15652 3092 0,'0'0'1120'16,"0"0"196"-16,0 0 1504 0,0 0-1444 0,0 0-500 15,0 0-139-15,0 0 187 0,-8 7 112 16,8-7-32-16,0 0-132 0,0 0-144 0,0 0-60 0,0 0-108 16,0 0-52-16,0 0-72 15,0 0-68-15,0 0-132 0,0 0-128 0,0-3-60 0,0-4-44 0,8-5-4 31,0-4 0-31,0-3-8 0,0-4 0 16,4 5-44-16,-4 1 40 0,0 2-112 0,0 2 52 16,-4 4 12-16,0-1 48 15,0 6 0-15,-4 2-36 0,0-2 48 0,0 4 4 16,0 0 8-16,0 0-8 0,0 0-4 0,0 0 0 16,0 0-4-16,0 0-44 15,0 0-52-15,0 0-72 0,0 0-100 0,0 6 48 0,4 5 12 0,0 4 212 16,-1 7 76-16,1 3-72 0,1 7 4 31,-1 0-8-31,0 3 4 0,3-2-4 0,-3-2-8 0,0 1 8 16,1-4-8-16,-1-6 8 15,0 0 8-15,0-3 128 0,-1-3-72 0,-3-3 20 16,4-3-8-16,-4-3-64 0,0 1 64 16,0-5-28-16,0 0 28 15,0 1 20-15,0-4 28 0,0 0 24 0,0 3-20 0,-4-3-128 16,-3 0-124-16,-1 0-72 0,-1 0-16 15,-6 0-60-15,-1-7-224 0,0-1-224 16,-4-5-136-16,-4 1-520 16,1-8-664-16,2-2-421 0,-3 0-2039 0,4 5-815 15,-3-11 5315-15</inkml:trace>
  <inkml:trace contextRef="#ctx0" brushRef="#br2" timeOffset="-204855.1">11159 15337 5016 0,'0'0'5752'0,"0"0"-4775"16,0 0-605-16,0 0 540 0,0 0 396 15,0 0-132-15,56-65-408 0,-43 52-548 16,6 3-220-16,-3-2-136 0,4 2-168 16,0 1-88-16,0 2-452 0,3 4-256 0,-2 3-408 15,-10 0-953 1,9 6-2783-16</inkml:trace>
  <inkml:trace contextRef="#ctx0" brushRef="#br2" timeOffset="-204228.066">11658 15756 10576 0,'0'0'1645'0,"0"0"-1133"15,0 0 36-15,0 0 648 0,0 0 128 0,0 0-296 0,12 68-392 0,-9-46-328 16,-3 4-160-16,4-5 28 0,-4 5-92 16,0-3-84-16,0-2-8 0,0 2-128 15,0-7-36-15,0-7-12 0,0-2 32 16,0-7-96-16,0 0-212 0,0 0-280 15,0 0-92-15,0-7 76 0,0-2 148 0,0-7 252 16,4-3 228 0,-4 0-152-16,4-3 140 0,-4-4 140 15,5 5 116-15,-5-2-108 16,4 4 156-16,0 0 16 0,-1 3 240 0,5 5 24 16,-4 3-104-16,0 4 28 0,1-2-40 15,-1 3-16-15,-4-1-60 0,3 4-40 0,1 0-68 16,-4 0-8-16,0 0 40 15,0 0-52-15,0 7-124 0,0-1-12 0,0 4 12 0,0 3 112 16,0 0-36-16,0-1-64 0,0-2-12 16,0-4 0-16,4 0-112 0,0-3-28 0,5 1 140 15,-2-1 28-15,1 0 120 0,4 0-36 16,4-3-24-16,-4 3 72 0,4 1-48 16,0-2-12-16,0 5 36 0,-4-1 12 0,0 0 28 31,-4 5 72-31,-1-3-40 0,-3 3 52 15,0 1-12-15,-4-3-64 0,0 3-52 16,0 2-20-16,0-4-36 0,0-1-28 0,0-2 12 16,-4-1-48-16,0 0 112 0,-3 1 12 15,-1-1-40-15,-4 3-36 16,0 1-60-16,-8-1-48 0,0 1-88 0,-4-1 4 16,-4 2-236-16,0-6-16 0,-4 2-180 0,1 0 32 15,-1-5-404-15,0 2-344 0,4-4-680 0,12 0-901 16,-4-4-3427-16</inkml:trace>
  <inkml:trace contextRef="#ctx0" brushRef="#br2" timeOffset="-201440.308">14447 16259 4272 0,'0'0'7101'0,"0"0"-5765"0,0 0-876 0,0 0-28 0,0 0 280 15,0 0 436-15,0 0 60 0,0 0-412 16,0 0-536-16,0 0-12 0,0 0 108 16,31 64-20-16,-23-36-68 0,1 1-44 0,-2-1-140 15,-3 1-84-15,4-4-48 16,-4-6-136-16,1-2 0 0,-1-5 24 0,-4-3-188 15,3-5-380-15,-3-1-320 0,0-3-372 0,0-3-904 16,-3-4-2281-16,-10-11-3586 0</inkml:trace>
  <inkml:trace contextRef="#ctx0" brushRef="#br2" timeOffset="-201290.774">14383 16037 4028 0,'0'0'6716'0,"0"0"-5891"0,0 0-533 16,0 0 592-16,0 0-28 0,0 0-496 0,92-29-360 0,-68 23-204 15,0 0-316-15,3 2-760 0,-3-2-653 0,4 6-2579 16,-8 0-999-16</inkml:trace>
  <inkml:trace contextRef="#ctx0" brushRef="#br2" timeOffset="-200999.106">14830 16098 9472 0,'0'0'1164'0,"0"0"-547"0,0 0 127 16,0 0 512-16,0 0 164 0,0 0-308 16,-9 69-496-16,9-59-352 0,-4 2-80 0,4-3-84 15,0 1 0 1,4 0 24-16,0-1-36 0,4 1 36 0,0 2 64 16,0-5-4-16,4 2-8 0,0 0 92 15,3 1-8-15,-2-3-48 16,2 0-52-16,-2-1-100 0,2 0-60 0,-2 0 8 15,-1 1-4-15,-5-1 8 0,2 0 112 16,-1 4 36-16,-5-4-100 0,-3 4 0 0,0-1-60 16,0 1-12-16,0-1-60 0,-7 0-28 15,-6 1-156-15,2 3-188 0,-6-4-100 0,2 4-88 16,-5-4-188-16,0 1-352 0,0 0-704 16,-4-3-921-16,8-5-2547 0,-8 1 756 15</inkml:trace>
  <inkml:trace contextRef="#ctx0" brushRef="#br2" timeOffset="-200223.174">16176 16300 3008 0,'0'0'7128'16,"0"0"-5851"-16,0 0-469 0,0 0 12 0,0 0 196 16,0 0-4-16,76 70-80 0,-61-70-264 15,2 0 16-15,2-3-40 0,1-8-212 16,0-3-112-16,0-5-136 0,0-4-24 0,0 2-72 15,-4-9-88-15,0 5-56 0,-4-1 44 16,-5-2-120-16,-3 3-128 0,1-1 40 0,-1 0 32 16,-4 5 64-16,0-2 52 0,-4 7 60 15,-8 1-112-15,0 2 24 0,-4 4 100 16,-4-1-4-16,0 4-84 0,0 3 88 0,-3 3 184 31,2 0-48-31,-3 9-20 0,0 1-108 16,5-1 44-16,-1 7 4 0,4 0-56 15,0 3-4-15,8 4 4 0,-1 4-8 0,5 5 8 16,4 7 48-16,0 2-44 0,13 0 52 0,-1 0-56 16,0-3-4-16,7 0-4 15,6-9-4-15,-5-1 12 0,3-9-8 16,5-3-40-16,-4-3-4 16,4-7-84-16,-4-2 88 0,4-4-188 0,-5-7-332 0,5-5 156 0,-4-8-264 15,1-2-660-15,-5 3-1516 0,-1-16-3797 16</inkml:trace>
  <inkml:trace contextRef="#ctx0" brushRef="#br2" timeOffset="-200054.807">16682 16037 5956 0,'0'0'5969'15,"0"0"-4789"-15,0 0-252 0,0 0 372 0,75 67-164 0,-50-45 44 16,-5 0-140-16,3 0-376 0,1-3-448 15,4 0-216-15,0-3-148 0,-4-3 12 0,4-1-316 16,-5-5-264-16,1-4-200 16,4-3-276-16,-3-3-1056 0,-6-7-2509 0,1-9-3763 0</inkml:trace>
  <inkml:trace contextRef="#ctx0" brushRef="#br2" timeOffset="-199870.268">17036 15980 7232 0,'0'0'5665'0,"0"0"-4557"0,0 0-476 0,0 0-140 0,-84 63 476 0,65-41-52 16,-5 4 4-16,4 2-156 0,4-2-348 15,0-1-244-15,4-3-172 0,4 1-208 16,0-5-60-16,4 5-56 0,4-5-180 16,0-1-328-16,4-2-320 0,8-2-1196 0,4-6-2229 15,-4-7-1859-15,12 0 3801 0</inkml:trace>
  <inkml:trace contextRef="#ctx0" brushRef="#br2" timeOffset="-199538.302">17431 16015 1472 0,'0'0'11605'16,"0"0"-10093"-16,0 0-880 0,0 0 284 0,-75 57 188 0,47-36 160 0,4 5-160 15,3 0-528-15,6-4-392 0,-2-3-184 16,14-3-76-16,3-7-104 0,0 1-44 15,0-4-32-15,7-3-124 0,6-3 136 16,2 0-140-16,6-3 128 0,-1-9-40 16,-1-1-88-16,-3-3-4 0,4-3 40 15,-4 3 0-15,0-4 88 16,-4 8 104-16,0-1 148 0,-5 7-4 31,2-1 12-31,-1 7 280 0,0 0 80 0,-5 0 124 16,6 0-60-16,-5 7 108 0,4 2-112 0,-1 5-128 0,-3 1-44 15,0 1-40 1,5 0-36-16,-5 3 12 0,-4-6-184 0,4 3-60 0,-1-7-148 16,1 1-124-16,0-4-260 0,5-3-36 0,-5 0-20 0,3-3-272 15,-3 0-1148-15,4-3-2269 0,1-6-3571 16</inkml:trace>
  <inkml:trace contextRef="#ctx0" brushRef="#br2" timeOffset="-199268.874">17865 15872 3160 0,'0'0'5192'0,"0"0"-2051"0,0 0-1565 0,0 0-520 0,0 0 248 16,-60 76-384-16,53-44 76 0,-1-1-144 15,-1 7-272-15,1-3-208 16,5 4-92-16,-1-6-96 0,0-3-84 0,4-1-4 15,0-11 76-15,0-2-72 0,4-3-100 16,3-3-120-16,1-3 20 0,9-2-328 0,-6-2-52 16,6-3-172-16,2 0-16 0,1-6-200 15,4-10-480-15,-5 0-956 16,-2 0-1949-16,7-15-2643 0</inkml:trace>
  <inkml:trace contextRef="#ctx0" brushRef="#br2" timeOffset="-199037.731">18140 15481 5612 0,'0'0'4780'15,"0"0"-2415"1,0 0-1457-16,4 73-184 0,0-38 472 16,0 6-52-16,0 3 124 0,4 5-220 0,4 5-384 15,0-1-236-15,0 1-64 0,-1 4-168 0,2-4-196 16,-1-7-112-16,0-6 24 15,0-6-340-15,-1-9 52 0,2-8 20 16,-5-1-28-16,-1-11-232 0,-3-3-260 0,0-3-564 16,-4 0-920-16,0-6-537 0,0 0-2387 0,-15-10 248 15</inkml:trace>
  <inkml:trace contextRef="#ctx0" brushRef="#br2" timeOffset="-198884.163">18076 16037 3464 0,'0'0'7064'0,"0"0"-4243"0,0 0-1637 0,0 0-592 0,0 0 24 16,0 0-36-16,0 0 344 0,0 0-92 15,0 0-92 1,0 0 484-16,12 15-260 16,25-18-296-16,2-9-215 0,5-4-189 15,4-3-200-15,-1 0-64 16,-2-3-244-16,2-1-241 0,-3 4-479 16,0 0-392-16,0 6-592 0,-12 5-2632 0,7 3-3877 0</inkml:trace>
  <inkml:trace contextRef="#ctx0" brushRef="#br2" timeOffset="-198241.935">19570 16148 4820 0,'0'0'2888'16,"0"0"-388"-16,0 0-1171 0,0 0-405 0,0 0 8 15,0 0-196-15,0 0 376 16,-83-39-332-16,70 39-64 0,6 3 32 15,-1 4-204-15,-5 5-184 16,6 11-188-16,-5 6 100 0,0 9 48 16,4 6 48-16,0-3-100 0,0 1-108 15,5-7-160-15,3-13-68 0,0-6-64 0,0-7 16 16,0-9 108-16,7 0-92 0,5 0-24 16,0-12 0-16,8-8-24 0,0-5 4 15,-1 0-80-15,5-7 76 0,-3 7-12 0,-1 2 36 16,-5 11-36-16,6-1 88 0,-6 10 72 15,2 0 244-15,-2 3-44 0,-2 3 72 16,-2 6 8-16,1 1 4 0,-4 5 8 0,4-2-20 16,-8 0-116-16,3-1-56 0,2-5-100 15,-5 0-80-15,4-4-92 0,-4-3 0 0,3 0-468 16,6-13-12-16,-2 1-148 16,2-11-472-16,2-6-1176 0,-2 7-2709 15,2-12-3459-15</inkml:trace>
  <inkml:trace contextRef="#ctx0" brushRef="#br2" timeOffset="-198003.249">20140 15500 4592 0,'0'0'8021'16,"0"0"-6553"-16,0 0-724 0,0 0 516 0,4 79 140 15,-12-37 56-15,8 5-316 0,-3 8-380 16,3 1-228-16,0 2-128 0,0-2-135 15,0 2-149-15,0-1-120 0,3-3-84 0,1-4-76 16,4-1-145-16,-4-8-119 0,0-3-4 16,4-6 16-16,0-11 80 0,-4-4 4 0,4-8-16 15,-5-2-136-15,2-4-272 0,-1-3-316 0,-4 0-524 16,0-10-716-16,0-3-373 16,0 5-2347-16,-9-16 240 0</inkml:trace>
  <inkml:trace contextRef="#ctx0" brushRef="#br2" timeOffset="-197810.187">19841 16008 4528 0,'0'0'8097'0,"0"0"-6809"0,0 0-1084 0,0 0 152 16,0 0 148-16,0 0 188 0,0 0 352 0,0 0-296 15,76 3-276-15,-32-12-140 0,4-4-112 16,3-3-84-16,5-3-136 0,0-4-8 15,0 4-100-15,-5-2-4 0,1 2-408 16,0-1-312-16,-4 1-260 16,-4 7-404-16,-12-1-1212 0,4 3-3213 0</inkml:trace>
  <inkml:trace contextRef="#ctx0" brushRef="#br2" timeOffset="-197165.265">21168 15566 92 0,'0'0'11629'0,"0"0"-9685"0,0 0-1232 0,0 0-108 0,0 0 316 16,0 0 456-16,40 67-312 15,-32-28-288-15,-4 1-368 16,0 11-104-16,-4 1-120 0,0-2-184 0,-4-3-12 15,0 2-100-15,-4-12-20 0,0-2-88 16,0-3-360-16,0-10-144 0,1-5 4 16,2-9-40-16,5-1-304 0,-4-7-552 0,0 0-864 15,4-10-2837-15,-4-6-279 16,4 4 4917-16</inkml:trace>
  <inkml:trace contextRef="#ctx0" brushRef="#br2" timeOffset="-196833.261">21300 15652 2632 0,'0'0'1016'15,"0"0"4836"-15,0 0-4444 0,79-73-159 0,-59 60 15 0,1 5-80 0,-6 4-64 16,2 1-76-16,-10 3-236 0,1 0-328 16,0 10-108-16,-5-1-64 0,2 4-24 0,-5 6-52 15,0 3-72-15,0 3-148 0,-8 0-12 16,0 5 4-16,0-3-8 0,1 3 4 16,2-2-4-16,1-2-56 0,4-4 8 15,0 0-32-15,4 0 12 0,12 3 20 16,-1-2 4-16,6-1-12 0,-1-3 60 0,8 3-4 15,-5-6-44 1,1 0 48-16,0 0 4 0,4-4 96 16,-3-2-52-16,-6 2 28 15,-3-2 8-15,-4-3 64 0,-5 2 36 0,2 0-100 16,-9 1-32-16,0 2-4 0,-9 2-44 16,-2-3-4-16,-9 6 4 0,-3-4 8 15,-5-1 0-15,0 1-12 0,-4-6-84 16,4-1-200-16,-8-3-132 0,0-3-100 0,0 0-104 0,4-3-200 15,-4-6-496-15,4 2-780 0,8 1-1789 0,-4 0-1723 16</inkml:trace>
  <inkml:trace contextRef="#ctx0" brushRef="#br2" timeOffset="-196090.798">15877 17408 312 0,'0'0'5432'0,"0"0"-1356"0,0 0-2255 15,0 0-285-15,0 0-140 0,0 0-360 0,0 0-292 16,0 0 300-16,0 0-200 0,104 22-204 16,-61-15-172-16,5-4-112 15,4-3-100-15,0 0-160 0,0 0 0 0,-5-10-96 16,5 1-52-16,-8-4-20 16,0 0-100-16,-5-2-120 0,2-1-360 15,-9 0-136-15,-4-1-192 0,-5 5-512 0,-11 5-988 16,-4 1-2077-16,-8 6-3159 0</inkml:trace>
  <inkml:trace contextRef="#ctx0" brushRef="#br2" timeOffset="-195900.949">15973 17618 3968 0,'0'0'1096'15,"0"0"2196"-15,0 0-1932 0,0 0-388 0,0 0 313 16,0 0-109-16,0 0-196 0,71 66-32 0,-35-59-68 15,0-7-112-15,4 0-120 0,0-4-288 16,-1-4-188-16,-3-3-172 0,5-1-100 16,-10-1-360-16,-3-3-224 0,-4 3-212 15,0 1-388-15,-8-1-932 0,-4 7-2429 16,-8-4-2711-16</inkml:trace>
  <inkml:trace contextRef="#ctx0" brushRef="#br2" timeOffset="-195540.541">15960 17215 8432 0,'0'0'1812'0,"0"0"-743"0,0 0 319 0,0 0-88 0,0 0-756 16,0 0-420-16,-67 83-124 0,43-50-124 15,1 9 36-15,-5 6 88 0,3-4-4 0,-2 3-8 16,2 2-48-16,1-8-32 0,5-3 80 16,-1-3 4-16,8-9 8 0,3-8 140 0,2-1 36 15,7-5-60-15,0-2-104 16,4-1 88-16,8-3 164 0,7 7-60 16,9-4 224-16,4 4 304 0,9 0-236 0,-2-4-148 15,5 4-12-15,0-7-112 0,-4 4-40 16,-1-4-72-16,-3-3-112 0,4 1-4 15,-8-4-120-15,0 0 0 0,-4-4-360 0,4-5-200 16,-4-7-208-16,4-3-316 16,-4-6-1240-16,-13 3-2981 15</inkml:trace>
  <inkml:trace contextRef="#ctx0" brushRef="#br2" timeOffset="-195281.522">16431 17205 9728 0,'0'0'1729'15,"0"0"-717"-15,0 0-104 0,0 0-44 16,100 32 56-16,-76-26-88 0,3 3-328 16,5 1-280-16,-4 0-24 0,-4 2 36 15,4 2-112-15,-12-2-124 0,3 4 12 0,-6 3-12 0,-5 3-48 16,-8 6 8-16,0 7 40 0,-4 3 48 15,-9 4-48-15,-2-1-12 0,-5 0 8 16,0-3-8-16,-4-3-76 0,0-2 84 0,4-8-172 16,-3-3-196-16,2-3-56 0,-3-3-240 15,9-7-100-15,-5-3-564 0,3-2-1104 16,2-4-2465 0,3 0-583-16</inkml:trace>
  <inkml:trace contextRef="#ctx0" brushRef="#br2" timeOffset="-192898.396">17423 17208 444 0,'0'0'8796'16,"0"0"-6871"-16,0 0-93 0,0 0-320 15,96-13-288-15,-64 10-456 0,3 0-308 0,5-3-124 0,-5-1-112 16,-2 4-172-16,-1-3-52 16,0 0-164-16,0-1 40 0,-13 4-224 0,5-3-324 15,-7 3-312-15,-6-1-256 0,1 4-956 16,-4 0-2741-16</inkml:trace>
  <inkml:trace contextRef="#ctx0" brushRef="#br2" timeOffset="-192676.269">17650 17224 1344 0,'0'0'1316'0,"0"0"3592"0,0 0-3244 0,0 0-104 0,24 82-103 16,-12-53-81-16,-4 0-172 0,4-1-308 0,-4 4-484 15,-5 0-348-15,6-4-64 0,-5 0-124 16,0 2-252-16,0-5-140 0,-4 0-52 0,0-5-40 15,0-2-104-15,0-1-556 16,-4 1-369-16,-4-2-1003 16,-4 1-132-16,-4-3-1504 0,0 0 3820 0,0-2 209 15</inkml:trace>
  <inkml:trace contextRef="#ctx0" brushRef="#br2" timeOffset="-192520.915">17610 17754 40 0,'0'0'1576'16,"0"0"-804"-16,0 0-512 0,0 0-52 16,0 0-116-16,0 0 3164 0,0 0-1072 0,0 0-812 15,0 0-260-15,0 0-31 0,-56-25-133 31,60 22-236-31,0 0-176 0,9-1-68 0,2 2 60 16,5-3 40-16,4 3-12 0,0-4-156 16,4 0-232-16,0-1-168 0,3-3-88 0,-6 1-72 15,3-1-396-15,-4-3-272 0,-1 1-372 16,-7 2-808-16,0-3-3077 0</inkml:trace>
  <inkml:trace contextRef="#ctx0" brushRef="#br2" timeOffset="-192059.222">17968 17494 3220 0,'0'0'7925'0,"0"0"-6345"0,0 0-584 0,0 0 4 0,0 0 96 0,0 0 20 0,0 0-184 15,28 76-476-15,-28-60-380 0,4 0-76 16,-4 0-88-16,0-4-36 15,0-2-24-15,0-1-196 0,0-2-68 0,0-7-12 16,0 0-24-16,0 0-80 0,0 0-12 16,5-2 148-16,-1-5 64 0,0-6 328 0,3 0 0 15,1 0 0-15,5 0-4 16,-6 1-48-16,1 2 0 0,1 1-4 16,-1 6 56-16,-1 0 288 0,-3 3-20 0,4 0 108 0,-3 0 116 15,-2 3-232-15,1 3-128 0,0 0 104 16,-4 4-136-16,4-4-96 0,-4 4 84 15,0-7-88-15,4 3-92 0,-4-6-44 0,0 0 60 16,4 0 52-16,4 0 24 16,-4 0 188-1,8-3-28-15,0-3-108 0,4-4 32 0,-5 1-72 0,6 2-12 0,-2-2-16 0,2 6-44 16,-1 0 60-16,0 3 248 0,-5 0-84 16,6 0-16-16,-10 3 36 0,6 6 40 0,-9 1-12 15,3 2-100-15,-3 1-64 0,4 0-48 16,-8 3 0-16,4-3-60 0,-4-1-264 15,0 1-84-15,0-1-252 16,0-2-332-16,0 0-284 16,-4-2-888-16,0-1-1725 0,0-3-2019 0</inkml:trace>
  <inkml:trace contextRef="#ctx0" brushRef="#br2" timeOffset="-191783.719">18674 17498 10844 0,'0'0'5109'15,"0"0"-4465"-15,0 0-644 0,0 0 0 16,0 0 452-16,0 0 404 0,0 0 280 15,0 0-572-15,0 0-320 0,87 6-244 16,-59-19 0-16,4-3-268 0,-4-5-272 0,0-3-312 16,0 2-112-16,-9 0-376 0,2 0-936 0,-14 3-2061 15,2 0-2967-15</inkml:trace>
  <inkml:trace contextRef="#ctx0" brushRef="#br2" timeOffset="-191419.445">18810 17154 4560 0,'0'0'5636'16,"0"0"-4139"-16,0 0-769 0,0 0 0 15,0 0 468-15,0 0-48 0,0 0-200 0,0 0-264 0,-32 48-288 16,32-35-60-16,0 6-40 0,8 3 0 0,-5 3-36 16,5 4-100-16,1 6-24 0,-1 0-124 0,-1 2-8 15,6 5-4-15,-5 3-48 0,-1 2 48 0,5-3-12 16,0 4 8-16,0-7-4 15,0 4 0-15,-4-7-4 0,8 0-36 0,-8-3 0 16,4-3 36-16,-1 0 0 16,2-5-40-16,-1 3 48 15,-5-8 4 1,2 0 0-16,-5-3 8 0,4-3 0 0,-8 0 4 16,3-6 40-16,-3-4-44 0,0 1 4 0,0-2 48 15,0-2 28-15,-3 1 44 0,-5 3-68 0,-9-1-64 16,2-4-48-16,-5 2-4 0,-4-2-20 0,0-2-136 15,0 0-164-15,0-2-108 0,4-4-92 16,-3-7-124-16,3 3-160 16,-1-3-328-16,6-1-708 15,2-6-541-15,9-2-2155 0,1 5-44 0,3-8 4228 16</inkml:trace>
  <inkml:trace contextRef="#ctx0" brushRef="#br2" timeOffset="-191156.646">19551 17558 5196 0,'0'0'8877'15,"0"0"-6457"-15,0 0-1648 0,0 0-28 0,0 0 416 16,0 0-132-16,91 3 20 0,-67-10-343 0,3 4-341 15,5-3-132-15,-4-1-108 0,0 0-124 16,-4 5-192-16,-3-4-184 16,-6 2-209-16,2-3-219 0,-10 7-284 15,1 0-536-15,-8 0-648 0,0 5-1612 16,-4 1-1177-16</inkml:trace>
  <inkml:trace contextRef="#ctx0" brushRef="#br2" timeOffset="-190972.029">19495 17847 3644 0,'0'0'1876'0,"0"0"1484"0,0 0-2132 0,0 0-179 0,0 0 655 15,0 0 204-15,0 0-308 0,91 25-244 16,-59-29-416-16,4-5-412 0,3-1-344 0,-2-2-184 0,-5-1-36 16,0 1-28-16,0 2-156 0,-8 0-272 0,-1 4-200 15,-3 0-176-15,-4 3-248 0,-4 3-944 16,-4 0-2041-16,-4 0-3699 0</inkml:trace>
  <inkml:trace contextRef="#ctx0" brushRef="#br2" timeOffset="-188731.011">20232 17084 5520 0,'0'0'5585'0,"0"0"-3369"0,0 0-1148 15,0 0-600-15,4 89 8 16,0-51 28-16,-1 7 216 0,1 5 100 0,1 5-288 0,-5-1-248 16,4 3-148-16,-4-3-128 15,4-7-8-15,0 1-80 0,-4-7-56 16,4-5-112-16,-1-5-308 0,1-9-56 0,5-6-180 16,-1-10-76-16,7-6-552 0,-2-6-536 0,6-13-873 15,-3-6-1403-15,-4 3 352 0,8-17 3153 16</inkml:trace>
  <inkml:trace contextRef="#ctx0" brushRef="#br2" timeOffset="-188452.638">20554 17395 860 0,'0'0'9712'0,"0"0"-7707"16,0 0-1149-16,0 0-260 0,0 0-64 0,-87 77 72 16,59-51 28-16,0 2-256 0,-3 4-172 15,6-4-116-15,1-2-76 0,5-4-12 16,3-2-52-16,4-6-32 0,-1-1-32 15,10-3 24-15,-1-3 20 0,4-1 72 16,0-4 12-16,4 4 128 0,-1 5 24 16,10-3 36-16,-1 6 236 0,4 2 272 0,-1-4-188 15,6 1-188-15,-2 0-48 0,5 0-88 16,-4-7-12 0,8 0-48-16,-5 0-112 0,2-6-24 0,-1 0-220 0,-4-3-200 15,3-6-160-15,-3-4-176 0,1-3-240 31,-2-3-844-31,-3-3-2277 16,-4 5-3371-16</inkml:trace>
  <inkml:trace contextRef="#ctx0" brushRef="#br2" timeOffset="-188152.388">20666 17589 4744 0,'0'0'7721'16,"0"0"-5937"-16,0 0-1176 0,0 0-80 0,0 0 136 0,64 48 156 15,-53-45 24-15,6-3-324 0,3 0-520 0,-1-6-160 0,2-7-100 16,-6-6-100-16,5 3-140 0,-7-3-48 0,-2 0-144 0,-3 0-240 16,-4 2-248-16,-4 3 96 0,0 3 312 0,-4 3 400 15,-7 1 52-15,-6 3 320 0,2 4 140 16,-6 0 528-16,6 4 24 0,-1 5-128 0,0 4-104 16,4 3-92-16,4 5-12 0,0 2 36 15,3 6 12-15,1 2 48 0,1 2-36 16,3-5-112-16,-4 1-56 0,4-4-72 0,0-3-76 15,0-6-52-15,4-6-48 0,-1-4-120 16,1-3-340-16,5-3-360 0,-1-6-76 16,3-7-348-16,6-9-768 0,-10 6-3573 15,10-15-55-15</inkml:trace>
  <inkml:trace contextRef="#ctx0" brushRef="#br2" timeOffset="-187967.8">21080 17512 3400 0,'0'0'64'0,"0"0"7296"0,0 0-5803 0,0 0-1137 0,60 71-12 15,-48-46 168-15,-4 1 324 0,0 2-20 16,1-3-148-16,-6 0-172 0,-3-1-72 16,4-6-116-16,0-2-188 0,-4-3-132 15,0-4-40-15,0-2 100 0,0-4-52 16,4-3 0-16,-4 0-60 0,0-3 0 16,4-4-72-16,0-5-52 0,-1-4-284 15,6-3 48-15,-1-3-152 0,3 0-240 0,6-4-484 16,-6 0-784-16,6 7-1829 0,-6-6-2119 15</inkml:trace>
  <inkml:trace contextRef="#ctx0" brushRef="#br2" timeOffset="-187350.639">21766 17647 2916 0,'0'0'7248'16,"0"0"-6279"-16,0 0-737 0,0 0 52 15,0 0 332-15,0 0 304 0,0 0 200 16,88 9-160-16,-73 3-396 0,2 11-188 15,-2 5 40-15,2 7-16 16,-6 6-16-16,-3 4-24 0,1 2 12 16,-6 4-64-16,-3 0-36 0,0-3-76 15,0-1-72-15,-8-8-52 0,4-4-68 16,-4-7-4-16,-3-6-8 0,2-9-76 0,-3-3-200 16,1-8-184-16,-2-4-176 15,-6-11-312-15,2-10-216 0,2-5-252 0,-1-10-208 16,4-7-181-16,-1 10-3747 0</inkml:trace>
  <inkml:trace contextRef="#ctx0" brushRef="#br2" timeOffset="-187174.281">21643 17300 4616 0,'0'0'5876'0,"0"0"-4651"16,0 0-189-16,0 0 656 0,0 0-92 0,0 0-348 0,79-13-408 15,-51 7-548-15,3-3-248 16,1-4-48-16,0-3-284 0,0 0-320 0,0 0-180 16,5 0-132-16,-6 1-560 0,-8 5-1344 15,5 1-3213-15</inkml:trace>
  <inkml:trace contextRef="#ctx0" brushRef="#br2" timeOffset="-186465.956">22331 17736 3648 0,'0'0'9277'16,"0"0"-6941"-16,0 0-1496 0,0 0-684 0,21 82 192 0,-17-53 200 15,3 3 568-15,-7-1-328 16,4 4-508-16,0-7-280 0,-4 1-100 0,5-7-12 0,-5 1-60 15,4-8-244-15,-4 2-16 0,0-5-28 16,0-2-12-16,0-7-36 0,0-1-212 16,-4-2-360-16,-1 0-228 0,5-8-788 15,-4-9 727-15,4-2 309 0,0-6-172 16,0 0 892-16,0-4 340 0,0 0 196 16,4 1 156-16,1 0 296 15,6 5 296-15,-3 2 28 0,5 1-71 16,2 4-105-16,-3 3-44 0,0 0-48 15,0 4-120-15,0 3-168 0,-4 2-64 16,0 1-24-16,-1 3 24 0,-2 0 88 16,-1 7 64-16,0 2-204 15,-4 4-64-15,0 6-64 0,0 0-84 0,-4 6-24 16,-5 4-16-16,6-1 0 0,-5 1 28 0,8 0-64 0,0-4-8 16,0-3 4-16,0-3 4 15,11-3 68-15,2 0-80 0,-1-4-52 16,4-1 48-16,-1-5-4 0,2 0 8 0,-2-4 0 15,2 5 64-15,-6-7 24 0,2 4-4 0,-9-1 40 16,3 0-24-16,-3-1-40 0,-4 3 100 16,0-3 64-16,-7 5 108 0,-1 2-12 0,-5 4-248 15,-2 0-72-15,-9-1-172 0,0 1 36 16,-1-6-144-16,-3-5-128 0,-3-2-100 0,3-2-272 16,-4-11-248-16,5-3-468 0,-1 0-1016 15,4-6-1981-15,11 3-2027 16,2-1 5552-16</inkml:trace>
  <inkml:trace contextRef="#ctx0" brushRef="#br2" timeOffset="-186116.33">23053 17561 4500 0,'0'0'8753'0,"0"0"-6865"0,0 0-896 0,0 0-324 0,92 22-84 16,-65-19 160-16,1-3-80 0,0 0-332 16,0 0-332-16,-4-3-60 0,4-7-212 15,-4 1-280-15,-1-1-228 0,-3-2-216 0,-3 1-540 16,-6 6-1588-16,-7-2-4285 0</inkml:trace>
  <inkml:trace contextRef="#ctx0" brushRef="#br2" timeOffset="-185934.588">23153 17777 6916 0,'0'0'7793'31,"0"0"-6621"-31,0 0-1072 0,0 0-52 0,0 0 308 0,0 0 292 0,79 35 616 16,-55-33-412-16,8-2-300 15,-1 0-296-15,5-2-256 0,5-5-136 0,-2-3-244 16,1-2-184-16,4-1-288 0,-4 1-500 16,-8 2-1220-16,7-2-4053 0</inkml:trace>
  <inkml:trace contextRef="#ctx0" brushRef="#br2" timeOffset="-185401.923">24296 17049 3980 0,'0'0'7885'16,"0"0"-6617"-16,0 0-708 0,28 89-12 0,-20-47 284 15,-1 2 428-15,2 4-288 0,-5 3-364 16,0-1-284-1,0-2-140-15,-1-4-24 16,-3-3-104-16,0-2-56 0,0-7-84 0,0-4-112 0,0-6-460 16,-3-6-192-16,-1-3-332 0,4-7-576 15,-4-6-324-15,0-3-501 0,-1-9-3367 16,1-1 2936-16,0-16 2717 0</inkml:trace>
  <inkml:trace contextRef="#ctx0" brushRef="#br2" timeOffset="-184986.493">24388 17148 2540 0,'0'0'624'0,"0"0"5384"0,0 0-4492 0,0 0-383 16,71-67-201-16,-51 61-24 0,-8 3 28 0,4 3-12 16,-8 0-132-16,4 0-68 15,0 7-40-15,-4 1-128 0,3 3-212 16,-2 1-132-16,-1 4-64 0,-4 0-52 0,-1 6-20 16,-3 0-68-1,0 0-8-15,-3 4 0 0,-5-1-8 16,0-3 8-16,3 3 84 0,-2-5 88 15,3 2-12-15,4-3-64 0,0 0-44 16,0-3-52-16,4-3-4 0,8 2-72 16,4-2 68-16,0-2 8 0,7-3 40 15,1 2 84-15,4-3-40 0,4-5-32 0,-4 1-52 16,0 0 0-16,-4 1-8 0,-4-1-4 0,-4 1 12 0,-8 2 0 16,-1 0 180-16,-3 3-104 15,-4 1-4-15,0 3 100 0,0 3 108 16,-11-1-36-16,-1 7-84 0,-8-5-76 0,0-2-24 0,-4 1-12 15,-4-3 12-15,-3-1 4 16,-5-1-64-16,-5-3-72 0,-2 3-84 16,-1-3-296-16,0-2-156 0,1 1-44 0,-2 0 16 15,2-4-80-15,7-1-176 16,0 3-448-16,4-3-808 16,16-2-1853-16,-8 4-2007 0</inkml:trace>
  <inkml:trace contextRef="#ctx0" brushRef="#br2" timeOffset="-182930.093">25483 16917 6432 0,'0'0'2064'16,"0"0"961"-16,0 0-1005 0,0 0-676 15,0 0-260-15,0 0-32 16,0 0-144-16,80 2-144 0,-41-9-176 0,6 1-208 16,2-2-48-16,5-6-88 0,4 2-84 15,0-4-52-15,-5-3-108 0,5 3-48 0,-8 0-36 16,-4 0-188-16,-1 0-252 15,-10 4-128-15,-6-1-88 0,-7 7-100 16,-8-1-324-16,-7 3-852 0,-1 4-1156 16,-13 0-2233-16</inkml:trace>
  <inkml:trace contextRef="#ctx0" brushRef="#br2" timeOffset="-182745.279">25499 17117 10204 0,'0'0'1613'16,"0"0"-1141"0,0 0 588-16,103 6 212 0,-58-6-152 15,-2 0-340-15,5 3-356 0,-4-3-284 0,4 0-140 16,-5-3-128-16,-3-3-396 16,-3-1-216-16,-2-5-156 0,-3-2-476 15,-8 5-1473-15,0-10-4359 0</inkml:trace>
  <inkml:trace contextRef="#ctx0" brushRef="#br2" timeOffset="-182382.477">25746 16504 744 0,'0'0'6100'0,"0"0"-3028"0,0 0-1511 16,0 0-509-16,-20 69-540 0,4-37-28 16,0 0-92-16,-7 6-124 0,-5 6-128 15,0 0-84-15,-8 8-56 0,0 1-60 16,-4 2 60-16,4-2 12 0,1-2 228 16,-1 1 12-16,8-12 28 0,0-5 48 0,12-3-164 15,4-10 8-15,4-3-20 0,8-3-64 16,8-3 128-16,12 3-40 0,7-1-52 0,5 2 116 15,12-2 96-15,0-3 96 0,4 2 64 16,4-5-200-16,-5-2 40 0,2-4-140 0,-2-3 0 16,1 0-96-16,-4 0-100 0,0-3-100 15,-8-4-280-15,-1-2-40 0,-3-1-188 16,-4-2-76-16,-4-5-268 0,0 2-712 0,-8-1-1300 16,4-12-3101-16</inkml:trace>
  <inkml:trace contextRef="#ctx0" brushRef="#br2" timeOffset="-182086.293">26284 16487 664 0,'0'0'8220'0,"0"0"-6460"0,0 0-115 0,0 0-101 0,0 0-328 0,91 23-248 0,-63-17-200 16,4 4-196-16,0-5-152 15,0 6-136-15,4-2 16 0,-4 3-32 16,0 5 40-16,-9-1-148 0,1 3-84 0,-11 6-76 16,-5 0-4-16,-5 8-60 15,-3 4 52-15,-7 4-96 0,-10 4-92 0,-2 6-20 16,-5 0 72-16,-4-4 48 0,0 1-12 0,0-7 28 16,4-2-164-16,5-8-284 0,-6-6-304 15,9-3-260-15,1-6-548 16,2-3-696-16,9-3-2009 0,0-4-1567 0,0-6 5540 15</inkml:trace>
  <inkml:trace contextRef="#ctx0" brushRef="#br2" timeOffset="-181680.674">27268 16780 3756 0,'0'0'6896'16,"0"0"-5443"-16,0 0-341 15,0 0 248-15,112 16-48 0,-69-16-196 0,5-3-296 16,4-7-316-16,3-3-156 0,1-6-152 0,0-1-196 15,-4-1-60-15,-4-2-424 0,0-2-220 16,-5 3-216-16,-7-3-288 0,1-1-764 16,-14 4-977-16,-7 3-2339 0</inkml:trace>
  <inkml:trace contextRef="#ctx0" brushRef="#br2" timeOffset="-181358.276">27778 16319 2612 0,'0'0'4760'0,"0"0"-2144"15,0 0-1159-15,0 0-517 0,0 0 156 0,0 0 20 16,0 0-296-16,0 0-216 16,0 0-72-16,-56 92-36 15,56-57 52-15,0 6 20 0,0 3-100 16,8 5-72-16,1 1-88 0,-2 4-64 16,5 0-148-16,0 4-20 0,0-5-36 15,0-2-40-15,0 3 0 0,4-6 48 0,-4-1 100 16,0-5-40-16,-5-2 28 0,2-4 0 15,-5-1-52-15,0 0-80 0,0-7-4 16,-4 0 0-16,0-2 0 0,0 0 48 0,-8-4-40 0,0-3 0 16,0-3-4-16,-4-3-4 15,0-1-64-15,-4-2-168 0,0-7-48 0,-4 0-160 16,0-3-128-16,1-3-220 0,-2-7 32 16,1-3-288-16,5-2-408 15,2-4-504-15,9 0-353 0,4-7-2383 0,0 11 260 16,8-10 2921-16</inkml:trace>
  <inkml:trace contextRef="#ctx0" brushRef="#br2" timeOffset="-181112.513">28714 16754 1068 0,'0'0'10177'0,"0"0"-7453"0,0 0-2040 0,0 0-444 16,0 0 468-16,24 86 756 0,-20-58-172 16,-4 2-532-1,0 1-500-15,0 1-180 0,0-4-80 16,0 1-4-16,0-4-92 0,0-6-200 0,0 0-444 0,0-7-176 0,-4-1-216 16,4-9-864-16,-4 2-2057 15,-3-4-2799-15</inkml:trace>
  <inkml:trace contextRef="#ctx0" brushRef="#br2" timeOffset="-180957.76">28607 16602 6916 0,'0'0'7509'15,"0"0"-5857"-15,0 0-1188 0,0 0-188 0,0 0 160 0,0 0 24 16,0 0-460-16,0 0-384 15,79-19-688-15,-51 6-748 0,-4 4-1424 16,4-4-5757-16</inkml:trace>
  <inkml:trace contextRef="#ctx0" brushRef="#br2" timeOffset="-180657.597">29116 16723 7672 0,'0'0'7845'15,"0"0"-6365"-15,0 0-1060 16,0 0 116-16,-47 73 328 0,31-54-8 16,4-4-428-16,1 1-344 0,-2 0-80 0,9-3 76 15,-4-1-16-15,8 1-64 0,0-1-64 16,0 2 60-16,4-5-44 0,8 4-36 16,0 0-28-16,4-4 16 0,0 4-16 15,4-1 52-15,4-2 52 0,-4 3-68 0,-1-1 68 16,-2-2-64-16,-1 2 28 0,-4 1 40 0,-1 1-92 15,-7-6-64-15,1 5 76 0,-5-3 20 16,0 3-56-16,-5-5-140 16,-3 6-208-16,-3-5-100 0,-6-2-80 0,-2 2-124 0,-1-3-868 15,0-2-1380-15,-12-1-3501 16</inkml:trace>
  <inkml:trace contextRef="#ctx0" brushRef="#br2" timeOffset="-179978.098">30651 16491 5260 0,'0'0'6109'0,"0"0"-4249"16,0 0-844-16,0 0-420 0,0 0 484 16,0 0 312-16,0 0-488 0,0 0-608 15,0 0-296-15,-83 0-52 0,55 15 4 0,3 5 48 16,-2 2 4-16,6 3 8 16,2 0-12-16,6-2 8 0,6-4-4 0,7 0 0 15,0-3-4-15,0-4-4 0,7 5 4 16,2 2 48-16,7-4 88 15,-5 5 64-15,6-5-40 0,-2 1 48 0,-3-3-84 16,4 3 60-16,-4-4-4 0,-4-2 28 16,4 2 40-16,-7-2-28 0,2 0 0 15,-7-3-40-15,4-2-68 0,-4 4-40 0,-4 2-72 16,-3-3-4-16,-2 6-192 0,-7-2-244 0,-4 1-60 16,0 0-52-16,1-4-64 0,-2-2-124 15,10-4-164-15,-6-3-440 16,10 0-500-16,3-10-496 15,0 1-2345-15,4-13-775 0</inkml:trace>
  <inkml:trace contextRef="#ctx0" brushRef="#br2" timeOffset="-179593.626">30818 16593 1188 0,'0'0'1396'0,"0"0"5732"0,0 0-5139 0,0 0-593 0,0 0 292 0,0 0 0 0,0 0-344 16,0 0-236-16,20 75-188 15,-20-52-212-15,0 3-24 16,0-5-100-16,0 4-183 0,0-2-169 0,0-7-124 16,0 0-108-16,4-4-8 15,0-2-116-15,0-4-20 0,4-3-84 16,0-3-65-16,-1 0-71 0,6 0 8 0,2-6-92 16,6-10-140-16,-1-3-112 0,3-3-12 15,-3-3-64-15,5-1-220 0,-5-3-108 0,-5 4 8 0,5-4 80 16,-8 7 60-16,-4-3 264 0,-4 3 512 15,0 6 180-15,-4 3 256 0,4 7 460 16,-4 3 76-16,0 3-116 0,0 0 32 16,0 3-80-16,0 5-88 15,0 9 164-15,4 3-108 0,0 2-88 16,-4 6-24 0,4 1 280-16,0-3-68 0,-4-1-352 0,0 0-344 0,4-6-84 15,-4-3-372-15,3-3-244 0,-3-4-64 16,5-6-100-16,-5 0-400 0,0-3-1288 0,0-3-3161 15</inkml:trace>
  <inkml:trace contextRef="#ctx0" brushRef="#br2" timeOffset="-179356.095">31225 16529 64 0,'0'0'9012'15,"0"0"-7256"-15,0 0-291 0,0 0 563 0,0 0-200 16,0 0-256-16,67 67-596 15,-59-45-460-15,1 0-172 0,-2 3-64 0,1 1-192 16,-4 0-80-16,-4-1-8 0,0-4-4 16,0 5-8-16,-4-7-40 0,0-3 44 0,0-6 8 15,4-4 12-15,0-3 64 0,0-3-16 0,0 0-60 16,0 0-100-16,0-6-160 0,0-7 4 16,8-6-148-16,5-6 72 0,-2-7-100 15,5-4-140-15,4 3-320 0,0-3-516 0,-1 4-1016 31,2 7-2177-31,3-7-2631 0</inkml:trace>
  <inkml:trace contextRef="#ctx0" brushRef="#br2" timeOffset="-179099.072">31615 16640 3180 0,'0'0'10049'0,"0"0"-8845"0,-12 64-936 0,12-37 424 0,0 5 492 15,0 1-140-15,0 1-464 16,0 4-256-16,8 4-80 16,-4-1 4-16,0 3-128 0,0 4-32 15,-4 0-28-15,0-1 16 0,-4 1-32 16,-4 0-44-16,-4-1-4 0,0-2-132 16,0-4-60-16,0-6-100 0,0-7-72 0,0-9-188 0,5-3-76 15,-6-6 20-15,5-10-44 16,1 0-564-16,-5-19-1108 0,3-3-285 15,2 0-3027-15,-5-23 2404 0</inkml:trace>
  <inkml:trace contextRef="#ctx0" brushRef="#br2" timeOffset="-178923.996">31611 16474 1240 0,'0'0'11681'16,"0"0"-10053"-16,0 0-1160 0,0 0 372 15,0 0 428-15,0 0-672 0,80-9-440 16,-56 6-156-16,0-3-348 0,3-1-324 0,-3 1-380 16,-4 0-740-16,-4 2-2265 0,4-2-3151 0</inkml:trace>
  <inkml:trace contextRef="#ctx0" brushRef="#br2" timeOffset="-178220.945">31934 16731 8340 0,'0'0'4125'16,"0"0"-2621"-16,0 0-1060 0,0 0-252 0,0 0 376 0,0 0 448 0,0 0-140 16,0 0-488-16,0 0-328 0,0 0-60 15,95 20 0-15,-70-36-88 0,-1-2-144 16,-5-6-108-16,1 3-96 0,-4-2-120 16,-4 8-196-16,-4-1 32 0,-4 3 124 15,-4 4 136-15,0 2 256 0,-4 1 204 16,-4-1 0-1,-4 4 0-15,0 0 268 0,-4 3 112 0,4 0-8 16,-3 3-68-16,-2 7-28 0,-3 3-36 16,5 6 36-16,-2 6 16 0,-2 3 8 0,2 4 52 15,2 6 0-15,-5 0-40 0,8 1 12 16,0-5-12-16,8-2-88 0,0-7-64 16,4-5-64-16,4-8-96 0,8-2-260 15,4-7-224-15,8-3-164 0,4-6-160 16,0-8-300-16,8-7-736 0,-9-2-1357 0,9-12-2839 15</inkml:trace>
  <inkml:trace contextRef="#ctx0" brushRef="#br2" timeOffset="-178033.566">32325 16621 2600 0,'0'0'7480'0,"0"0"-4551"16,0 0-1517-16,0 0-616 0,0 0 120 0,0 0 124 15,0 0-72-15,-60 91-116 0,47-61-324 16,6 1-148-16,-1 1 36 0,8-3 32 15,0-4-144-15,0-3-304 0,11-10-96 16,6-1-220-16,2-5-88 0,5-6 12 0,0-6-48 16,8-14-124-16,4-5-200 0,-4-7-592 15,0-6-1072-15,-8 7-2501 0,4-17-2615 0</inkml:trace>
  <inkml:trace contextRef="#ctx0" brushRef="#br2" timeOffset="-177828.382">32639 16056 468 0,'0'0'11669'32,"0"0"-9821"-32,0 0-1516 0,0 0 652 0,0 0 624 0,-4 70-132 15,4-33-384-15,0 5-392 0,0 2-116 16,0 7 148-16,0 0-159 16,0 3-249-16,0 0-176 0,-4-3-136 0,-4 0-12 15,4-4-96-15,-4-3-124 0,0-3-289 16,5-8-63-16,-2-5-52 0,1-9 28 0,4-9-32 15,0 0-316-15,0-7-348 0,0-3-792 16,0 0-1844-16,-4-10-1933 0</inkml:trace>
  <inkml:trace contextRef="#ctx0" brushRef="#br2" timeOffset="-177644.47">32443 16504 836 0,'0'0'4804'0,"0"0"2289"0,0 0-5845 0,0 0-1108 16,0 0 456-16,0 0 536 0,0 0-52 0,84 0-396 15,-48 0-336-15,8-13-312 0,0 1-36 16,0-5-284-16,-4-2-252 0,-1 0-148 16,-3 0-196-16,-4 0-432 0,-8 3-972 0,-8 2-2029 15,0 0-1327-15</inkml:trace>
  <inkml:trace contextRef="#ctx0" brushRef="#br2" timeOffset="-177519.723">32905 16393 1460 0,'0'0'4440'0,"0"0"645"15,0 0-3737-15,-3 69-352 0,3-47 248 0,0 6 104 16,0-5-280-16,0 3-140 0,0-7-248 0,0-1-312 16,0-1-256-16,3-5-112 0,2-5-492 0,-1 2-136 15,-4-6-104-15,0 0-320 0,0-3-752 16,0 0-2365-16,0 0-3339 0,-9-9 6580 16</inkml:trace>
  <inkml:trace contextRef="#ctx0" brushRef="#br2" timeOffset="-177343.638">32882 16291 4288 0,'0'0'3276'16,"0"0"1217"-16,0 0-4057 0,0 0-76 0,0 0 508 16,0 0-44-16,0 0-484 0,0 0-340 0,0 0-732 15,0 0-84-15,76 54-104 0,-69-51-957 16,-2 0-3119-16,-1 2-312 0</inkml:trace>
  <inkml:trace contextRef="#ctx0" brushRef="#br2" timeOffset="-176852.562">33034 16576 300 0,'0'0'8252'0,"0"0"-6184"0,0 0-1407 0,11 86-73 0,-3-57 592 15,-4-8 268-15,5 2-616 0,-2-4-428 0,5-6-180 0,-3-4 56 0,6 1 8 16,-3-7-24-16,4-3-264 0,-1 0-96 15,2-6-104-15,3-7-52 0,-1-3 48 16,2-3 68-16,3-6-28 0,-5-1 0 0,-2 1 52 16,3-4-76-16,-5 1-64 15,-3-1-40-15,0 4-164 0,-4 0-164 0,0 0-84 16,-4 6-112 0,4 2-509-16,-4 1-303 15,0 7-736-15,0-1-580 0,-4 7-276 0,0 3 2960 0,0 3 180 16,0 7 80-16,0 2 1252 15,-4 4-52-15,0 0-756 0,-4 3 1680 0,8-3 1100 0,-4-1-1540 16,4 2-999-16,0-4-353 16,0-1-88-16,4-5 80 0,4-1-56 15,0-6-268-15,0 0-88 0,4 0-44 0,0 0-32 16,0-10-208-16,0 1 48 0,-1-4 131 0,2-3 89 16,-5 4 104-16,-4-2 489 0,-1 6-37 15,-3-3-56-15,0 2 40 0,-3 4 64 16,-5 5-80-16,-5-5 88 0,2 5 64 15,-1 7 124-15,-4 3-456 0,0 5 60 0,0 5-188 16,-4 5 40 0,4 0 140-16,0 4 96 0,0 3-76 15,0-1-116-15,4-1-56 16,5-2-56-16,3-3-80 0,4-6 48 0,0 0-48 16,8-6-4-16,3 0-48 0,2-4-76 0,6-3-148 15,-3-2-328-15,0-4-468 16,0 0-936-16,-4-7-4133 0</inkml:trace>
  <inkml:trace contextRef="#ctx0" brushRef="#br2" timeOffset="-176701.413">33543 16808 4820 0,'0'0'11281'16,"0"0"-11281"-16,0 0-2828 0,0 0-3601 15,0 0 681-15,0 0 5120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49:53.9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9645 9360 4608 0,'-56'9'5544'0,"21"-9"-5544"0,-5 3-24 15,-12-3 24-15,-4 3 244 0,-4-3 389 16,1 0-221-16,0 4 76 0,-1-4 64 0,0 3 304 16,0 0-32-16,4 0-112 0,-4 3-172 15,4-1-200-15,0-3 60 0,-3 4-144 0,4 0-56 16,-5 1-188-16,-4 2-12 16,0-2-44-16,1 2 40 15,-6 1 4-15,2-1-120 0,-5 1 120 16,5-1 128-1,-6-2-4-15,2 2-124 0,0 1 4 0,-6 3-8 0,6-1 0 0,-5 1 4 0,4 3 12 16,-3 3 76-16,3 0-28 0,0 0-8 16,5 4-52-16,-10-2 12 15,10 2 24-15,-4 2 16 0,-2-3-52 0,2 1-8 16,-1 2 4-16,5-3-72 0,-6 0 76 16,6 1 96-16,-1-4-96 0,-4 3-104 0,4-3 104 15,-3 3 0-15,4 0 48 0,-6 0 60 16,6 2-104-16,-1-6 92 0,1 8-96 15,-1-5 0-15,-1 5 36 0,6-4-36 16,-5 6 0-16,8-2-40 0,1 2 40 16,-1 2 0-16,5-3-84 0,3 3 12 15,-4 1-4-15,7-2-12 0,-2 6 88 0,3-4-80 16,1 1 72 0,-1 0 16-16,0 0-80 0,0 2 144 15,0 1-56-15,1 0-16 0,3 4 0 0,0-2 12 16,0 2-12-16,0-2-84 0,4 3 80 15,1 0-16-15,-2 2 20 16,2-1 8-16,3 1-8 0,0 1-64 0,1 1 56 16,3-2 8-16,-5 2 52 0,5 1-52 15,0-4-8-15,4 1 8 0,5-1 0 0,-1 0 8 16,4 1 0-16,1-1 96 0,2-3 20 16,6 0 8-16,-2-3-128 0,9-4-8 0,0-2-32 15,4 0-64-15,0-8-12 16,4 2 24-16,4-1 40 0,1-3 44 0,6 0-52 15,-2-3-108-15,6 3 108 0,1-3 56 16,4 3 96-16,-1 3-96 0,5-2 0 0,4 2 0 16,0 3 48-16,5-3-36 0,-1 4-12 15,-1-1 8-15,5 4 56 0,-1-1-64 16,-2 5 0-16,6-5 12 16,1 3-12-16,0-5 0 15,0 2-4-15,4-6 12 0,-5-2 16 0,9-1-12 16,-3 0 4-16,-2-3 56 15,5 0-72-15,-5 0 8 0,5-4 68 0,1 1-76 16,-2 4 12-16,1-6 64 0,0 3-68 16,4 1-4-16,-1-3 60 15,5 1-60-15,-4-1 56 0,3 2-48 16,-3-1 0-16,4-7 44 0,0 3-48 0,0-5 48 16,0-1-44-16,-5 0 52 0,4-3-40 0,1 0 28 15,0-3-104-15,0-4 92 0,0 5-40 0,-4-5 0 0,4-3 0 16,-1 4 8-16,1-4 64 0,4 3-72 15,0-1 4-15,-5 2 20 0,5-5-24 0,4-1-8 16,-5 2 8-16,5-6 0 16,0 4 52-16,0-4-52 0,-1 0-36 15,1 0 36-15,-1 1 0 0,2 2-12 0,-1-3-48 16,3 4-28 0,0-4 88-16,2-1 0 0,-2 4 48 15,5 1-44-15,0-1 112 0,4 0-112 16,3 1 88-16,1-1-16 0,0-3-72 15,3 1 8-15,5-1-4 0,-5 0 80 16,1 0-88-16,3-3-12 0,-3 0 4 16,0-1-4-16,0 5-16 0,0-4 28 0,3 3 12 15,-8 0-4-15,5 0-8 0,0 3 8 16,0 1-8-16,-1-1 8 0,5 0-8 0,-4 4 48 16,-1-1-36-16,0 1 0 15,-3-1 0-15,4-2-12 0,-5-1 0 0,-3 1 52 16,4-4-40-16,-1 2 24 0,-3-2-36 0,4 1-120 15,0-1 116-15,-1 0 8 16,1 4 20-16,0-4-8 0,-1 3-12 0,1 1 80 0,-4-2-84 16,-5-1-36-16,5 2 32 0,-4 1-60 15,-4-2 60-15,3-2 0 0,-3 4-4 16,0-1-40 0,-4-3 48-16,3 4 8 0,-3-4-4 15,0 3-4-15,0 0-4 0,-1 3-108 16,-3 1 112-16,-1 0-76 0,1 2-48 0,-4 2 112 15,0-2-60-15,-4 0-28 0,4 4 12 16,-1-3 16-16,-3 3 72 0,-1 0-16 0,5-4 12 0,-4 3 4 0,0 2 64 16,0 2-64-16,0-4-28 0,-1 1-24 15,-3-2 52-15,4 1 0 16,-4-3-60-16,-1 1 64 0,1-4-8 0,-4 1-80 16,0 3 72-16,-5-7-40 15,6 4-8-15,-6-4 8 0,1 0-120 16,-4-3 60-16,-4 4 104 0,-1-4-4 0,-3 4 12 15,-4-5 4-15,-4 1 0 0,-7-3 108 16,-2 3-24-16,-7 0 36 16,1-6-8-16,-6 3-32 0,-3-3 16 0,-3-3-12 15,-6 3 0-15,-3-3-16 0,-8-5-68 16,1 2 8-16,-5-1-12 16,-4-2-4-16,-4-1-8 15,-4-3-64-15,0-1-60 0,-4-1 24 0,-4-1 60 16,-4-3-36-16,-3-1 80 0,-1-2-80 15,-8-1 88-15,0-3-8 0,-3 4-108 16,-1-1 112-16,0 1 4 0,-3 3 20 16,3 3 44-16,0 3-52 0,-4 3-12 15,-3 4-88-15,3 2 16 0,-3 1-244 0,-6 3 188 0,2 2 120 16,-1 1-4-16,-3 6-164 0,-1-2-60 0,-4 3 232 16,1-1-40-16,-5 3-44 15,4 1 136-15,0 2-48 0,1 1 0 16,-1 6 132-16,0 0-124 0,5 0-16 0,-5 0 4 15,0 6 4-15,5 3 12 0,-5 1 68 16,4-1-80-16,-3 4-88 0,-1 0-36 0,0-1 124 31,-4-1 0-31,5-2-28 0,-1 1 28 16,0-4 200-16,1-3-200 0,0 0-8 16,2 0 8-16,2-3 100 0,-1 0 40 0,4 0-4 15,1 0-32-15,0-3-100 0,2 3 212 16,2 0-56-16,3 0-160 0,-4 0-68 15,8-3 68-15,0 3 24 0,5-3-20 0,-1-1-8 16,5 2-68-16,-1-3-88 0,0 5 144 16,4-2-96-16,1 2 68 0,-1-3 44 0,7 3 24 15,-2 0-12-15,4 0-24 0,2-3-52 16,1 3 64-16,5-4 0 16,-1 4 0-16,-1-2-120 0,6-3-16 0,3 5 8 15,-4 0 40-15,5 0 28 0,3 0-80 0,-4 0 12 16,3 0-48-16,5 5 0 0,1-3-64 15,2 5-64-15,6-2-544 0,-2 2-364 0,6 3-269 16,3 3-1131-16,4-4-1444 0</inkml:trace>
  <inkml:trace contextRef="#ctx0" brushRef="#br0" timeOffset="4245.543">11028 14846 6492 0,'0'0'1520'0,"0"0"280"0,0 0-1320 0,0 0-300 15,0 0-64-15,0 0 257 0,-84-9 143 16,61 5-16-16,-1 1-116 0,0 3 220 0,-4 0 208 16,-4-3-264-16,0 3-168 15,-4-3-180-15,-3 3-136 0,-2 0-52 16,-2 0 0-16,-2 3-12 0,2 0 0 0,-4 4 120 16,-5 2-112-16,-1 0 56 15,1 1-28-15,1 4-24 0,-5-3 28 16,-4 6 84-16,1-5-48 0,-1 7 12 0,-4-3-88 15,0 2-84-15,-3-1 80 0,-1 2-108 0,0 0 104 16,-4 0-68-16,5 0-52 0,-4 0 4 16,2 4 124-16,1-5 0 0,1 4-64 31,-4 3-36-31,2-1 0 0,-2-2 100 16,3 3 40-16,-3-3 24 0,2 0 0 15,-2 0-56-15,3 1 92 0,1 3-24 0,-6-7-64 0,6 0 140 16,-5-1-52-16,5 1-88 15,-2 3 128-15,2-3-140 0,3 4-68 16,0 3 16-16,1 2 52 0,7 4 8 0,0 3 184 16,1 3 308-16,7-1-284 0,-5 1-208 0,6 4 48 15,-1 0-48 1,1-1 20-16,-2-4 48 0,6-1-76 0,-1-2 188 16,0-1-52-16,0-2-72 0,0-2 120 15,5 2-184-15,-6 1 8 0,2 0 88 16,-1 0-92-16,4 3 128 0,1 3-132 15,-1-1 0-15,-1 5 0 0,10 3 96 0,-5-1-96 0,4 4-132 0,0-1 128 16,4 1-108 0,0-4 40-16,0 4-28 0,4-1 12 15,1-2 36-15,3-3 48 0,-1-1 4 0,2-7 0 16,7-2-4-16,0-3-96 0,4-4 0 16,5 1 0-16,-2-1-36 0,5 0 48 15,0 4-76-15,8-1 152 0,8 2-136 16,0-2 136-16,8 0-40 15,3 4-24-15,1-3 16 0,4 2-28 16,5 2 84-16,2-2 0 0,1 1 4 0,4-4 72 16,0 0-60-16,-1-2-12 0,5-1 0 15,5-2 148-15,-2-2-144 0,5 3 136 16,0-2-128-16,7 0 48 0,1 0 20 16,3-3-72-16,6 7 92 0,-2-1-100 0,9-3 52 15,-1 3 12-15,5 1-52 0,0-4-16 0,3 0 8 16,5-3 92-16,-1-3-88 0,1-3 40 15,0-3-48-15,-1-3 8 0,1-5 176 0,0 1-180 16,3-3 28-16,1 0-32 0,0-3-12 16,4 1 12-16,-1-3 4 15,0-1 44 1,6 3-48-16,2 0 0 0,1 3-12 0,-1-3 12 16,5-1 4-16,-5 1 0 0,-3 0 0 15,-1-3-4-15,1 0-276 0,0-4 100 16,-1-3 128-16,0 1-12 0,2-1 56 0,2-3-80 15,1-1 20-15,-1-2 64 16,1 5 24-16,-1-3 132 0,-3 4-144 16,-1 1-16-16,-3 3 8 0,4-1 0 0,-8 0 44 0,3 1-40 15,0-1 4-15,1 4 4 0,-5-4-20 16,2 4 8-16,-6-3 40 0,-4-1-44 0,1-3-148 16,-4 1 148-16,0-4-52 0,-5-4-12 15,-3 1-40-15,0-3 104 16,-5 0 8-16,5-4 44 0,-8 1-40 0,3 0-12 15,-2 0-12-15,-2-5-76 0,1 2 36 0,-5 0 52 16,5-1-60-16,-8 1 60 0,3-1-8 0,-7-3-144 16,0 0 148-16,-4 1-284 0,0-4 212 15,-8 0-76-15,-8-3 76 16,-1 0 76-16,-7-4 0 0,-4 1 64 0,-8-3 12 16,0 0 12-16,-8-2 0 0,-4-4 0 15,-4-1-88-15,0 1 76 16,-8-5-64-16,-8-2 112 0,-4 1-124 15,0-6 0-15,-4 3-4 16,-8-5 0-16,0-2-44 0,-3-2 44 0,-5 2-12 16,-8-4 16-16,1-3 64 0,-13-1-64 15,-4 6-112-15,-3-6 104 0,-10 4 16 16,-7 0-108-16,1 1 188 0,-8 2-140 0,-1 3 104 16,-3 4-24-16,-6 2-20 0,2 2 60 0,-1 5-68 15,-4 0-60-15,-3 1-40 0,-1 5-100 16,-3-3-52-16,-5 7 24 0,-3 0 224 15,3 10-76-15,5 1 80 0,-1 12 252 16,5 7-64-16,-1 9 92 0,5 2-204 0,-1 6 272 16,0 7-336-16,1 3 88 15,-5 3-88 1,5 2-12-16,-5 2 0 0,4 3-60 0,1-4 56 16,-5 0-96-16,5 1 48 0,-5-1-96 15,4-4 136-15,1 1-64 0,-1 1-128 16,-3-1 196-16,3 0-156 0,-3 3 152 0,7 0-88 15,0 3-52-15,0 4 144 16,13 0-368-16,-5-1-528 0,28-5-692 16,-31 12-2833-16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40:10.79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14793 2504 5960 0,'0'0'1548'0,"0"0"-1300"0,0 0 36 0,0 0 2176 0,0 0-951 16,0 0-321-16,0 0-220 15,0 0-96-15,0 0-144 0,0 0-44 0,0 0 12 16,0 0-88-16,-8 0-236 0,16 0-152 15,1 0-44-15,10 7 204 0,5-1 380 16,4 4-244-16,4 0-368 0,0-3 80 0,3-2-32 16,1 2-12-16,8-7-52 0,-4 0 28 15,3 0-76-15,-2 0-44 0,2-10-40 16,-3 3-8-16,-3 1-40 0,-2-3 0 16,-7-1-24-16,4 0-64 15,-8 1-20-15,-4 0-248 0,-4 2-156 0,-1 1-4 16,-7 0-248-16,-3-1-364 15,-5 7-1044-15,0-3-2217 0,0 3-1851 16</inkml:trace>
  <inkml:trace contextRef="#ctx0" brushRef="#br0" timeOffset="318.388">14985 2600 220 0,'0'0'8556'16,"0"0"-6215"-16,0 0-981 0,0 0-480 16,0 0 140-16,0 0 128 0,0 0-156 0,0 67-232 15,4-42-116-15,3 4-112 0,-3 6-148 16,0 3-104 0,0 6-32-16,-4 4-52 0,4 3-76 15,-4 8 4-15,0 5-116 0,0 3 80 0,0 2-40 16,0 2-48-16,0-11-8 0,0-5 0 15,0-11-4-15,0-6-64 0,0-7-8 16,0-5-40-16,0-5-120 0,0-4-40 0,5-8-132 16,-1-2-92-16,-1 0-24 15,-3-7-276-15,4 0-396 0,0-7-452 0,4-5-272 0,-3 1-805 16,-1-18-2819-16</inkml:trace>
  <inkml:trace contextRef="#ctx0" brushRef="#br0" timeOffset="506.13">15049 3223 8444 0,'0'0'1720'16,"0"0"-1356"-16,0 0 641 0,0 0 519 0,0 0-176 15,0 0-200-15,0 0-192 16,95-29-132-16,-76 29-292 0,6 0-172 0,-5 0-244 16,-1 0-116-16,-2 0-8 0,-2 2-52 15,1 2-76-15,-8-1-224 16,5 1-484-16,-6-1-284 0,1 3-296 15,0 1-692-15,-3-1-1921 0,-5 6-1919 0</inkml:trace>
  <inkml:trace contextRef="#ctx0" brushRef="#br0" timeOffset="748.4">14996 3613 9460 0,'0'0'2181'0,"0"0"-989"0,0 0-696 0,0 0 396 0,0 0 4 16,0 0-116-16,0 0 88 16,0 0 148-16,0 0-272 0,0 0-304 0,88 13-168 15,-60-13-88-15,0 0-24 0,-5 0-12 16,2 0-52-16,3 0-96 0,-4 0 0 16,4-3-80-16,0-1-44 0,3 1 40 15,5 0-152-15,-4-3-168 0,4 2-312 0,-1-3-176 16,1 5-372-16,-4-4-780 0,-4 2-1801 15,4-3-1519-15</inkml:trace>
  <inkml:trace contextRef="#ctx0" brushRef="#br0" timeOffset="1903.523">16458 3076 8448 0,'0'0'2288'16,"0"0"-1039"-16,0 0-249 0,0 0 44 16,0 0-108-16,0 0-68 0,0 0-76 15,0 0-156-15,0 0-128 0,0 0-24 16,32 3 20-16,-12-3 64 0,1 3-200 15,7 1-148-15,3-4-24 0,1 0-4 0,8 0 28 16,-1 0-84-16,6-4-4 0,-2 1-32 16,5-3-56-16,4 3-40 0,0-3 4 15,0 2-8-15,-5 1-36 0,9 3 24 0,0-3-100 0,0 3 112 16,0-3 100-16,-5 3-100 16,1 0-8-16,-5-3-92 15,-2 3 96-15,-6-3-44 0,-3-1-24 0,-8 1-184 0,0 0-52 16,-4 0-192-16,-4-3-64 15,-8 3-300-15,-4-4-424 0,-4 4-624 16,-4-3-556-16,0-1-1581 0,-8-2-1679 16</inkml:trace>
  <inkml:trace contextRef="#ctx0" brushRef="#br0" timeOffset="2237.03">17375 2863 7776 0,'0'0'1948'0,"0"0"-904"0,0 0-295 0,0 0 427 0,0 0 100 16,0 0-136-16,0 0-172 0,92 13-216 15,-68-7-156-15,4-2-160 0,4 2-140 0,-4 0-84 16,3 0 20-16,-3 4 112 0,0-3-48 16,0 2-172-16,-8 1-76 15,0-1 28-15,-5 0-64 0,-2 4-8 0,-5-2 0 0,-1 3 44 16,-3 6-40-16,-4 2 4 0,0 4 36 0,-4 2 16 15,-7 3-64-15,-6 4-76 16,2 1-20-16,-9 2 92 0,3-6-48 16,-2 2-20-1,-1-2-64-15,4-3-120 0,-4-4-76 0,5-2-52 16,2-7-72-16,6-1-16 0,-2-8-12 16,5-1-104-16,4-3-244 0,-3-3-420 15,3-6-1352-15,0-1-2125 0,-9-11-1931 16</inkml:trace>
  <inkml:trace contextRef="#ctx0" brushRef="#br0" timeOffset="6049.338">18754 2416 6564 0,'0'0'1924'16,"0"0"-680"-16,0 0-404 0,0 0-403 0,0 0 15 15,0 0 472-15,0 0-160 0,28 82-100 16,-17-43-32-16,2 5 0 0,-5 7-88 0,-1 9-180 16,1 4-112-16,-8 1-100 0,0 6-52 15,0 0-100-15,0-8-64 16,0-7-36-16,-4-8 40 0,0-7-72 15,4-9 120-15,-4-6-76 0,4-7-24 16,0-7-100-16,-3-2-480 0,3-7-168 16,0 0-212-16,-4-3-308 0,0-3-1617 15,-9-13-3063-15</inkml:trace>
  <inkml:trace contextRef="#ctx0" brushRef="#br0" timeOffset="6503.848">18834 2473 1084 0,'0'0'7276'0,"0"0"-5256"0,0 0-883 16,83-47-73-16,-55 34 108 0,0 3-168 0,-4 3-72 15,4 5-176-15,-9-1-184 0,1 3-260 16,-3 0-164 0,-2 5-88-16,-7 6 116 0,1 3-80 15,-9 13-96-15,0 4-100 0,-5 7-88 16,-7 8-20-1,-3 1 68-15,-5 0 128 0,-5 0-40 0,1-2 52 16,5-6 72-16,3-6 16 0,-4-3 0 0,8-2-40 16,0-9-36-16,3-3-12 0,2-3-12 0,7-3-184 0,0 2-4 15,7 2 72-15,10-2 128 0,-1 1 4 16,7 2 0-16,2-2 96 0,3-3-88 16,3 2 48-16,-3-2 64 0,4-1-36 0,-4-2 48 15,4 2-36-15,-4 0 260 0,-9 1 232 16,2 3-344-16,-10-4-88 0,2 4 48 15,-9 0-72-15,-1-1-40 0,-3 5 4 16,0-2 12-16,0 1 8 16,-11 3-32-16,2-3-16 15,-2 0 52-15,-5-3-52 0,-4 2 12 0,0-2-44 16,-8 0-40-16,0-1-112 0,-8-2-84 16,0 0-84-16,-3-3-152 0,-6-5 4 15,6 1-68-15,-5-3-136 0,4 0-64 0,-4 0-44 16,5 0-316-16,3 0-924 0,8 0-1941 15,-9 0-1663-15</inkml:trace>
  <inkml:trace contextRef="#ctx0" brushRef="#br0" timeOffset="7340.724">13064 3229 11117 0,'0'0'2612'16,"0"0"-1496"-16,0 0-48 16,0 0-188-16,0 0-220 0,0 0-152 0,0 0-40 15,0 0-160-15,0 0 48 0,0 0 52 16,88-3-32-16,-49 6-92 0,9 3-152 15,0 4-44-15,8-4 44 0,0 3-56 0,0 1-76 16,-4-1-4-16,3-6-4 16,-3 1-92-16,0-1-8 0,-9-3-4 0,2 0 28 15,-2-3-64-15,-7-4-168 0,0 1-312 16,-5-3-124-16,-6 2-100 0,-5 1-384 0,-1 0-692 0,-6 2-908 16,-6 1-2181-16,-3 0-1442 0</inkml:trace>
  <inkml:trace contextRef="#ctx0" brushRef="#br0" timeOffset="7575.986">13909 3067 3756 0,'0'0'2292'0,"0"0"-432"0,0 0 84 0,0 0-499 0,0 0-457 15,0 0-104-15,0 0-184 0,71 73-296 16,-67-57-112-16,0-1-52 15,0 5-24-15,-4-1-52 0,0 0-40 16,-4 0-36-16,-4 0-84 0,-3 3 4 0,-5-2-8 16,0-2-36-16,-8 4-216 15,0 4-88-15,-12-1-140 0,0 4-196 0,-8 2-164 16,-3 1-328-16,-5-3-921 0,12-8-1991 0,-24 12-1367 16</inkml:trace>
  <inkml:trace contextRef="#ctx0" brushRef="#br0" timeOffset="8405.75">11833 3803 848 0,'0'0'7008'0,"0"0"-4224"0,0 0-1075 0,0 0-369 0,0 0-364 16,0 0-280-16,0 0-168 15,0 0-24-15,20-66 44 0,-12 34-136 0,4-9-300 16,4-7-112-16,-5-3-12 0,6-2-88 16,-2-5-12-16,-2-2-36 0,2-4-76 15,1-2-264-15,-4 2-80 0,4 1-48 0,-4 2 148 0,4 8 100 16,-4 1 204-16,0 11-100 0,0 6 212 15,-4 10 52-15,0 6 4 0,-5 6 96 0,2 7 40 16,-1 2-36-16,-4 2 48 0,4 2-16 16,-4 0-44-16,0 0 84 0,4 0 128 15,0 0-52-15,0 2-92 0,4 5 92 16,0-1-52 0,0 1 4-16,-1-1-12 0,2 3 44 0,3 4-12 15,-1 3-12-15,2 6 48 0,2 1-36 16,-2 9-36-16,2 2-52 15,-2 8-52-15,2 8-80 0,2 7 8 16,-6 7 12-16,1-1-16 0,0 7-16 16,-4-3 4-16,4-4-60 0,-4-2 60 0,-4-7 4 0,4-3 0 0,0-10 52 15,-5-6-40-15,6-10 148 0,-5-3-100 16,0-6 4-16,-4-4-4 0,4-5-56 16,-4 0 8-16,4-7-4 15,-4 3 0-15,0-3 56 0,0 0 20 0,0 0-84 16,0-3-300-16,-4-4-244 0,-4-5-288 15,-5-4-224-15,-6-7 12 0,-1-6-892 0,1 8-1021 16,-14-17-3947 0</inkml:trace>
  <inkml:trace contextRef="#ctx0" brushRef="#br0" timeOffset="8577.205">11937 3334 6400 0,'0'0'2740'15,"0"0"-1100"-15,0 0-159 0,0 0-153 0,0 0 16 16,0 0-152-16,99 35-324 0,-63-33-324 16,-4 2-232-16,4 3-240 0,-1-7-72 15,2 0-96-15,2-5-80 0,1-1-20 16,4-6-476-16,0-1-648 0,-9 1-1320 16,10-8-3617-16</inkml:trace>
  <inkml:trace contextRef="#ctx0" brushRef="#br0" timeOffset="9422.991">9634 3448 5412 0,'0'0'2236'16,"0"0"-576"-16,0 0-136 0,0 0-351 16,0 0-189-16,0 0-68 0,0 0-92 15,0 0 48-15,0 0-56 0,79 0-180 0,-47 3-140 0,8 3-84 16,4 1 104-16,12-4 224 0,3 3-200 16,5-3-224-16,0 3-144 15,-1-6-132-15,1 4-40 0,0-4-4 0,3 0-4 0,-2-7 0 16,-1 1-88-16,-4-3-40 0,-5-1-48 15,0 4 52-15,-10-1-128 0,-2-2-108 32,-7 3-160-32,-4-1-212 0,-4 1-92 0,-8 0-360 0,-1-1-920 15,-10 1-885-15,-5 0-2287 0</inkml:trace>
  <inkml:trace contextRef="#ctx0" brushRef="#br0" timeOffset="9664.411">10689 3289 7948 0,'0'0'1360'15,"0"0"-764"-15,0 0 669 0,0 0 55 0,0 0-32 16,0 0-144-16,77 55-364 0,-62-43-124 16,-7 3-184-16,4 2-24 0,-8 2-64 15,-4 3-84 1,0 3-116-16,-4 7-184 0,-12-1-184 0,-3 4-176 15,-6 1 88-15,-6-1-76 0,-1-4-140 0,-9 1-16 16,-2-1-164-16,-9 1-304 0,-3-4-108 16,-10 2-996-16,18-8-2293 0,-33 0-2247 15</inkml:trace>
  <inkml:trace contextRef="#ctx0" brushRef="#br0" timeOffset="10970.76">19977 2803 9808 0,'0'0'2369'16,"0"0"-1193"-16,0 0-476 0,0 0 188 0,0 0 156 0,96 23 20 15,-57-17-292-15,5 0-156 0,8-3-184 0,4 1-176 16,0-4-156-16,4 0 60 16,-1-4-108-16,-4-2-52 15,1-1-96-15,0-2-100 0,-4-3-52 0,-1-1-160 16,2 0-196-16,-5-3-276 0,-1 0-452 16,-15 6-1072-16,9-5-2753 0</inkml:trace>
  <inkml:trace contextRef="#ctx0" brushRef="#br0" timeOffset="11196.6">20806 2628 1616 0,'0'0'5856'16,"0"0"-3692"-16,0 0-871 15,0 0 543-15,0 0-704 16,103-9-332-16,-67 9-184 0,0 2-148 0,4 5-92 15,-4 3 52-15,-4 3-168 0,-4 3-96 16,-5-1-152-16,-7 7-12 0,-4 4-224 0,-8 7 12 16,-4 0 100-16,0 6-192 0,-8-4-100 15,-4-3-20-15,0-4-56 16,-4-2-168-16,0-11-572 0,4-2-1129 0,1-6-2403 16,2-7-176-16</inkml:trace>
  <inkml:trace contextRef="#ctx0" brushRef="#br0" timeOffset="15747.854">15985 3175 4092 0,'0'0'1664'0,"0"0"-1000"0,0 0-660 0,0 0 104 0,0 0 84 15,0 0 1224-15,0 0 372 0,0 0-547 0,0 0-521 16,0 0-132-16,0 0 12 15,7-4-12-15,-7 2-104 16,4 2-68-16,1-4 28 0,-1 2-4 16,4-3-28-16,-5 3-72 0,5-5-12 15,1 4-16-15,-2 1-36 0,1-2-40 16,0-3-52-16,-4 7-60 0,4-3-24 16,0 0-36-16,-4 3-16 0,4-4-36 0,0 4 0 0,0 0 60 15,0-2-68-15,4 2 64 16,-4 0-56-16,4 0 76 15,-5 0-76-15,6 0 0 0,-1 0-4 0,-5 0 56 0,6-4-16 16,-2 4-8-16,-2 0-40 16,3 0 0-16,-1 0 0 0,-2 0-4 0,3 0-4 15,-5 0-40-15,6 0 48 16,-6 0 4-16,1 0 56 0,0 0 4 0,1 0-52 16,-2 4 36-16,-3-2 16 0,4-2-52 15,1 4 0-15,-6-1 72 16,5 0-80-16,-4-3-4 0,4 4 0 15,0-1-8-15,0-3 8 0,-4 0 0 16,4 4-4-16,-4-4-4 0,4 2 8 0,-4-2 0 16,4 0 0-16,0 3 0 15,0-3 48-15,0 0-44 0,0 0 52 0,-1 0-56 0,-3 0 0 16,5 3 0-16,-1-3 12 0,-1 0-4 16,-3 0-8-16,5 0-4 0,-1 0-4 0,-4 0 4 15,-1 0-4-15,5 0-52 0,-4 0 52 16,5 0 0-16,-5 0 8 0,3 0-8 15,-3 0-4-15,5 0 8 0,-2 0-4 16,-3 0 8-16,4 0-4 0,-4 0-4 16,5 0 8-16,-6 0 0 0,1 0 0 0,4 0-8 0,-4 0 8 15,0 0 4-15,4 0 0 0,-4 0-4 16,4 0 0-16,-4 0-4 0,4 0-40 16,-5 0 36-16,2 0 4 0,-1 0-48 0,0 0 48 15,0 0-4-15,0 0 0 16,-4 0 0-16,4 0 4 0,-4 0-8 15,3 0-36 1,-3 0 48-16,0 0 0 0,5 0 0 0,-5 0 0 16,4 0-8-16,-4 0-4 0,0 0 0 15,4-3-4-15,-4 3-44 0,4 0-16 16,0 0 16-16,-4 0 48 0,0 0-36 16,0 0 36-16,0 0-4 0,0 0-32 15,0-3 44-15,4 3 0 0,-4 0 4 0,0 0 0 16,0 0 4-16,0 0 0 0,0 0 0 0,0 0 0 0,0 0 0 15,3 0 8-15,-3 0 52 16,0 0-52-16,0 0-4 0,0 0 0 16,4 0 4-16,-4 0 36 0,0 0-40 0,0 0 44 15,0 0-44-15,0 0 4 0,0 0-12 16,0 0-84-16,0 0-40 0,0 0 16 16,0 0-68-1,0 0-120-15,0 0-176 0,0 0-164 16,-7 0-196-16,-1-2-64 0,-4 2-564 15,0-4-1133-15,0 4-2239 0,-12 0 28 16,99 6 3852-16</inkml:trace>
  <inkml:trace contextRef="#ctx0" brushRef="#br0" timeOffset="16502.555">16183 3182 4636 0,'0'0'2372'0,"0"0"-816"0,0 0-468 0,0 0-4 16,0 0-79-16,0 0-121 0,0 0-128 0,0 0-160 15,0 0-100-15,0 0-116 0,0 0-128 16,5-11-12-16,-5 11 36 0,4 0 12 31,0 0-76-31,0 0-68 0,3-2-84 0,2 2 204 16,-1 0-104-16,3 0-20 0,2-4-4 0,-1 4-60 15,-1 0 24-15,5 0-40 0,-4-2 4 16,8 2-4-16,-4-5 28 0,0 3-80 16,4 2 4-16,0-4 48 0,0 1-52 15,0 0-4-15,0 3 56 0,0-2-12 16,-1 2-48-16,5-4 8 0,-3 4 0 0,-1 0 4 0,-1 0 0 15,1 0 36-15,4 0-40 16,-4 0 4-16,0 0 72 16,0-3-80-16,0 3 56 0,0-4-56 0,-1 4-4 15,-2-3-56-15,3 0 56 16,-5 3 0-16,5-4 0 0,0 2 0 16,-4-2 0-16,4 1 0 0,-4 0-4 15,0 3 4-15,4-3-8 0,0 3-36 0,-5 0 44 16,2-3 0-16,3 3 0 0,-5 0 0 15,6 0 4-15,-2-3 8 0,1-1-8 16,0 4 4-16,0 0-8 0,0-3 60 0,0 3-56 16,0-3 12-16,0 3-16 0,-5 0-16 0,2-3-32 15,-1 3 48-15,0-3-8 16,4 3 8-16,-9 0-8 0,6 0 4 0,-6 0 4 16,6-4-52-16,-6 4 48 0,-3 0 0 15,5 0-8-15,-6 0 0 0,5 0 0 16,-4 0 24-16,0 0-12 0,0 0 8 0,0 0-4 15,-1 0-4-15,-2 4 0 0,3-4-4 16,-4 0 4-16,0 0 0 0,0 0 4 16,-1 0 8-16,1 0-4 0,1 0 4 0,-5 0-12 31,0 3-12-31,4-3-48 0,0 0 48 0,-4 0-40 0,4 0-8 0,-4 0-52 16,4 0-100-16,-4 0-148 0,0 0-76 15,3 0-32 1,-3 0-72-16,0 0-152 15,4 0-424-15,1-3-1044 0,-5-1-2085 0,8-5-1427 16,-36 25 4076-16</inkml:trace>
  <inkml:trace contextRef="#ctx0" brushRef="#br0" timeOffset="17266.343">17753 2784 8028 0,'0'0'2420'0,"0"0"-1195"0,0 0-277 16,0 0 100-16,0 0 144 0,0 0 0 16,0 0-100-1,0 0-260-15,0 0-240 0,0 0-172 0,0 0-152 16,-4 10-132-16,8-8-12 0,1 5 84 16,3 0 24-16,-1 2 12 0,1 4 48 15,9 0 40-15,-6-1-28 0,9 1-64 16,1-1 16-16,-2 1-11 0,5 0-61 15,0 0-52-15,0-4-48 0,3 5-72 16,-6-6 96-16,3 3-96 0,0-5-4 0,-5 2-4 0,1-1-4 16,1 0-4-16,-2-2-4 0,-3 2-4 15,-4 0-48-15,0-1-12 0,-4 1 24 0,0-4-12 16,0 3 48-16,-5-6-72 16,2 6 20-16,-5-6-32 0,0 3 23 0,4 1-35 15,-4-4 8-15,0 3 16 0,0 0 0 16,0-3 24-16,0 3-4 0,-4 0 56 0,-1 4 8 15,-2-1-8-15,-1 0-40 0,0 4 36 16,-4-1 4-16,-4 1-52 0,0 2-12 0,-3 1-4 16,-2 3 4-16,-7 3 12 15,0 4-12 1,-7 2-52-16,-1 3-24 0,0 4 40 16,-4-3-52-16,0 3-24 0,5-1-20 15,3-2 8-15,4-4 24 0,0 1-88 0,0-4-60 16,7 0 0-16,2-6-48 0,7 0-52 15,0-7-164-15,4 1-400 0,4-8-468 16,4 5-876-16,0-4-1825 0,0 1-1055 0</inkml:trace>
  <inkml:trace contextRef="#ctx0" brushRef="#br0" timeOffset="22867.29">22236 2232 6372 0,'0'0'5005'15,"0"0"-2801"-15,0 0-684 0,0 0-552 0,0 0-216 16,0 0 80-16,0 0-112 0,0 35-92 0,0-10-112 16,0 7-188-16,0 7-32 15,0-2-188-15,0 8-16 0,0-1-92 16,0 4-4-16,0 3-96 16,-4 2 40-16,0 4-124 0,-3 3-84 15,2 1-212-15,-3-1-160 16,4-2-176-16,0-1-424 0,0-6-652 0,1-17-1040 15,-2 14-2445-15</inkml:trace>
  <inkml:trace contextRef="#ctx0" brushRef="#br0" timeOffset="24157.673">8893 2958 6624 0,'0'0'4597'0,"0"0"-2561"0,0 0-804 0,0 0-48 15,0 0-388-15,0 0-212 0,0 0-336 16,0 0-96-16,0 0-28 0,0 0 48 0,-21 93-48 0,21-52-60 16,0 7-52-16,0 3 48 0,4 3-56 15,0-1 0-15,5 5 44 0,-5-1 32 16,3-3-80-16,-3-7-8 0,4 2 0 16,-3-9-56-16,-1-5 64 0,0-3-96 15,3-7 84-15,-3-3-124 0,4-5 12 16,-3-5-112-16,-1 1-176 15,3-7-248-15,1 0-44 16,0-2-204-16,4-2-464 0,0-2-948 16,4 0-2445-16</inkml:trace>
  <inkml:trace contextRef="#ctx0" brushRef="#br0" timeOffset="34819.904">8135 1181 4700 0,'0'0'128'0,"0"0"1476"0,0 0 1044 0,0 0-828 16,0 0-507-16,0 0-253 0,0 0-28 16,0 0-48-16,0 0-204 0,0 0-128 15,0 0-104-15,0 0-88 0,-4 0-128 16,4 0-96-16,4 0-88 0,4 0-136 16,8 0 212-16,5 0-76 0,2 0 96 15,5 0-60-15,0 0-84 0,4 0-16 16,-1 0 16-16,-3 0-96 0,8-4 0 0,-4-4-4 15,5 1-4 1,-5-6-84-16,-1 3-8 0,1-2-224 16,-4 2-220-16,-5 1-276 0,-2 3-256 15,-6-1-400-15,-2 1-632 0,-2 6-1881 0,-11 0-1475 0</inkml:trace>
  <inkml:trace contextRef="#ctx0" brushRef="#br0" timeOffset="35013.119">8283 1213 6108 0,'0'0'444'0,"0"0"3536"0,0 0-3439 0,0 0-397 0,0 0 252 15,0 70 452-15,8-42 96 16,-5 0-40-16,6 7-324 0,-5 0-200 0,4 4-128 16,-4 2-252-16,-1 0-40 0,-3 0-96 15,4-5-116-15,-4-5 12 0,0-2-152 31,0-7-204-31,4-3-132 0,-4-3-588 0,0-7-1201 16,0 7-2611-16</inkml:trace>
  <inkml:trace contextRef="#ctx0" brushRef="#br0" timeOffset="35165.14">8410 1555 9760 0,'0'0'1112'16,"0"0"-919"-16,0 0 551 15,0 0 320-15,0 0-272 0,0 0-324 0,80-3-24 16,-68 3-100-16,0 0-308 0,4 0-36 16,-1 0-328-16,2 3-700 0,-6-3-480 0,2 3-1317 15,-9 8-2667-15</inkml:trace>
  <inkml:trace contextRef="#ctx0" brushRef="#br0" timeOffset="35365.822">8375 1844 10364 0,'0'0'1457'16,"0"0"-1021"-16,0 0-16 0,0 0 628 15,0 0 16-15,0 0-472 0,0 0-116 0,0 0 168 16,0 0-8-16,91-25-152 0,-59 15-224 16,4 1-196-16,3-3-64 0,-2-2-96 0,3 2-128 15,-1-4-36-15,6 3-588 0,-6 0-648 16,-7 1-1392-16,15 2-3777 0</inkml:trace>
  <inkml:trace contextRef="#ctx0" brushRef="#br0" timeOffset="35998.28">9821 1314 3572 0,'0'0'692'16,"0"0"-288"-16,0 0-80 0,0 0 772 0,0 0 1568 15,24 74-1332-15,-20-53-427 0,-4 2-213 16,0 2-100-16,0 1-56 0,0-4 0 16,0 0-180-16,0 0-48 0,0-6-68 15,0 0-100-15,-4-6-56 16,4-5-84-16,0-1-128 0,0-2-164 0,0-2-740 15,-4 0-956-15,4-2-1957 0</inkml:trace>
  <inkml:trace contextRef="#ctx0" brushRef="#br0" timeOffset="36167.636">9694 1054 11281 0,'0'0'1972'0,"0"0"-1144"15,0 0-628-15,0 0 168 0,0 0 0 0,0 0-204 16,0 0-28-16,0 0-136 0,0 0-92 16,99-6-296-16,-67 6-832 0,-12 0-1276 0,12 0-3465 0</inkml:trace>
  <inkml:trace contextRef="#ctx0" brushRef="#br0" timeOffset="36484.817">10184 1289 9912 0,'0'0'1793'16,"0"0"-909"-16,0 0 96 0,0 0 392 15,-56 69-204-15,48-56-316 0,3-3-292 16,1-7-176-16,4 1-100 0,0-2-152 0,4 2-128 16,5-2 92-16,6 4 52 0,2 5 24 15,2-5-12-15,5 3-100 0,-4 1-56 16,5-4-4-16,-6 4 64 0,1-1-64 0,0 1-12 0,-4-4-12 0,-5 1 24 15,2 2 8-15,-5-2 112 16,-5 2-68-16,5-3 56 0,-8 4 16 0,0-4-12 16,0 0 32-16,-4 7-24 0,-3-3-120 15,-5-1-112-15,0 4-68 0,0-3-152 16,-4-2-160-16,0-1-152 0,-4 3-148 0,-4-3-336 31,4-5-560-31,0 2-2225 0,-8-4-1951 0</inkml:trace>
  <inkml:trace contextRef="#ctx0" brushRef="#br0" timeOffset="37169.884">11419 1283 7056 0,'0'0'284'0,"0"0"2336"16,0 0-1551-16,0 0-233 0,0 0 316 15,0 0 20-15,0 0-124 0,0 0-480 16,0 0-140-16,-88-16-100 0,68 32-68 16,4 6-60-16,0 3 24 0,4 7-76 15,0 0-72-15,8 2 72 0,0-1-48 0,0-5-100 16,4-6-48-16,0-6 44 0,0-10 4 15,4-2 72-15,4-4-72 16,0 0-136-16,4 0 84 0,4-10 48 0,4-6-228 16,4-3-32-16,-4-3 52 0,-1 0 40 15,-2 6 120-15,3 0-60 0,-8 2 0 16,3 8-40-16,-2 4-24 0,-2 2 148 16,-3 0 28-16,4 2 420 0,0 9 52 0,1-2-84 15,-2 3-168-15,1 4-8 0,0-3-12 0,0 3-52 16,0 0-148-16,4 0 0 0,0-4-148 15,0-2-88-15,4-4-64 0,4 0-572 16,-1-6-220-16,9 0-208 0,-12 0-1104 16,16-6-2685-1</inkml:trace>
  <inkml:trace contextRef="#ctx0" brushRef="#br0" timeOffset="37588.968">12212 1454 15369 0,'0'0'2228'0,"0"0"-2104"0,0 0-12 0,0 0-40 16,0 0 288-16,0 0-4 0,0 0-132 15,0 0-28-15,0 0 48 0,0 0 28 16,92-10-28-16,-61-8-244 0,1-12-208 15,0 3-184-15,0-5-76 0,-4 0 0 16,-5 0 48-16,-3 3 24 0,-8 6 20 16,0 2-60-1,-8 5 124-15,-4 3 60 0,0 4 52 0,-12-1 200 0,0 7 136 0,-3-2 196 16,-2 5 128-16,-3 0-112 16,5 0-60-1,2 0-28-15,-2 5 12 0,3 8-112 0,3 6-12 16,-2 9 0-16,-1 4 88 0,4 6 108 15,0 7 24-15,4 0 24 0,0-1-64 16,4-6-56-16,0-3-152 0,0-7-120 0,8-5-44 16,3-8-92-16,6-2-20 0,3-7 20 0,3-6-132 15,9 0-160-15,0-13-324 0,0-6-176 16,4-6-404-16,-4-6-788 0,-9 9-2189 0,5-18-1255 16</inkml:trace>
  <inkml:trace contextRef="#ctx0" brushRef="#br0" timeOffset="37734.992">12761 1158 8988 0,'0'0'3069'0,"0"0"-1865"0,0 0-680 0,0 0 312 31,0 0-4-31,56 80 248 0,-44-55 104 16,4-2-148-16,-5-1-360 0,6 0-540 16,3-3-136-16,-4-3-160 0,0-4-24 0,3-5-344 15,-2-1-336-15,2-6-304 0,1 0-456 16,-3-6-1176-16,2-9-3053 0</inkml:trace>
  <inkml:trace contextRef="#ctx0" brushRef="#br0" timeOffset="37920.03">13028 1124 11657 0,'0'0'2032'16,"0"0"-1460"-16,0 0-152 15,0 0 208-15,-92 83 332 0,65-52 124 0,2 4 92 16,-3 0-292-16,9-4-236 0,-1 1-196 0,4-7-452 0,4 0-156 0,8-2-272 15,0-6-212 1,4-2-344-16,0-2-452 0,0-10-528 16,8-3-464-16,4 0-833 15,4-22-1851-15</inkml:trace>
  <inkml:trace contextRef="#ctx0" brushRef="#br0" timeOffset="38134.128">13219 701 11777 0,'0'0'2068'0,"0"0"-1724"0,0 0 328 0,0 76 384 0,0-34 508 16,0 9-168-16,0 3-292 0,0-1-360 15,0 8-268-15,4-4-88 0,-4 6-208 16,0-2-180-16,0-4-48 0,0-6-28 16,0-9-152-16,5-9-212 0,-1-9-132 15,0-9 192-15,3-5-12 0,-3-4-84 16,0-2-240-16,-4-4-732 0,0 0-1032 0,0-4-1881 15,0-12-959-15</inkml:trace>
  <inkml:trace contextRef="#ctx0" brushRef="#br0" timeOffset="38307.976">12948 1155 13625 0,'0'0'2576'0,"0"0"-1736"0,0 0-120 16,0 0 96-16,0 0 132 0,0 0 200 15,0 0-260-15,0 0-111 16,0 0-169-16,88 7-212 0,-56-7-396 0,-4-10-12 0,4 2-240 16,-1-6-160-16,1 1-144 0,-4 1-29 0,4-1-267 15,-8 0-544-15,-4 7-1464 0,4-1-3413 16</inkml:trace>
  <inkml:trace contextRef="#ctx0" brushRef="#br0" timeOffset="38635.788">13534 1241 1812 0,'0'0'11209'16,"0"0"-9389"-16,0 0-1204 15,0 0 192-15,0 0 188 0,0 0-176 16,0 0-192-16,0 0-248 0,0 0-36 0,0 0-12 16,72 16-332-16,-48-35-60 0,3-10-348 0,1 1-216 15,-4-1 16-15,-3 4 104 0,-6 3 80 0,1 3 100 16,-12-1 36-16,0 8 88 15,-4-1 128-15,-4 4 72 0,-7 2 148 0,-2 1 28 16,-2 3 84-16,-6 3 300 16,6 5-112-16,-5 9-16 0,3 8-112 0,-6 10-36 0,3 6 108 15,0 4 136-15,4 2 84 16,-4 0 204-16,5 4-344 0,-2-7-332 0,9-10-140 16,1-1-132-16,7-11-88 0,0-7-156 15,0-2-136-15,11-7-64 0,1-3 0 0,8-7-260 16,0-5-972-16,-4-1-1220 0,12-16-3889 15</inkml:trace>
  <inkml:trace contextRef="#ctx0" brushRef="#br0" timeOffset="38912.189">13893 1188 10076 0,'0'0'4997'16,"0"0"-4177"-16,0 0-328 0,0 0 652 0,-4 79 352 0,0-54 48 15,-4-3-388-15,3-6-479 0,2-2-445 16,3-6-232-16,0-5-84 15,0 0-76-15,0 1-116 0,3-4-53 16,10 0-71-16,-1-4 8 0,8-5 4 0,-5-3 56 16,6-1-60-16,-1-6-24 0,-1 3-48 15,-3 3 120-15,0 0 72 0,-4 7 36 16,0 3 88-16,-4 0 76 0,0 3 72 0,-4 0 444 16,4 6 108-16,-4 4-108 0,4-1-112 15,-4 1-124-15,0 2-40 0,-4 1 4 16,4 0-60-1,0 2-112-15,-4-2-44 0,4 4-180 16,0-5-448-16,0 1-520 0,-1 0-904 0,2-4-1104 16,-1 3-3997-16</inkml:trace>
  <inkml:trace contextRef="#ctx0" brushRef="#br0" timeOffset="39875.286">14586 1025 4136 0,'0'0'8013'16,"0"0"-6289"-1,0 0-1280-15,0 0-16 0,0 0 40 0,0 0 12 16,-76 45 88-16,52-23 92 0,-4 0-112 16,5 3-212-16,-1 1-212 0,7-3-116 15,-2-2-4-15,7-4 0 0,4-5 4 16,4-6-8-16,4 1 0 0,0-1-52 0,0-2-72 15,8 5 40-15,4-3 84 0,4 7 0 16,4-4 8-16,-1 1-4 0,2-1 44 0,-1 1 28 16,-5 2-4-16,-2-2 16 0,-2 3 24 15,-3-1 36-15,-4 2 0 0,1 0-24 16,-1 0 0-16,-4 2-16 0,0 0-108 16,0-3-56-16,0-4-68 0,0 0-260 15,-4-5-284-15,4-1-316 0,0-3-184 16,0 0-400-1,0-7-1032-15,4-11-2101 0</inkml:trace>
  <inkml:trace contextRef="#ctx0" brushRef="#br0" timeOffset="40036.432">14901 1177 11597 0,'0'0'1968'0,"0"0"-1420"0,0 0-232 0,12 84 404 0,-12-56 564 16,0 0 136-16,-12 1-140 0,4-4-544 0,0-6-660 15,0 0-76-15,0-7-256 0,4-1-176 0,0-5-428 16,4-6-528 0,-4 0-1040-16,-4-3-3641 0</inkml:trace>
  <inkml:trace contextRef="#ctx0" brushRef="#br0" timeOffset="40191.011">14885 974 12045 0,'0'0'2184'0,"0"0"-1880"0,0 0 88 0,0 0 96 0,0 0-308 32,0 0-180-32,0 0-44 0,87-19-144 0,-66 19-128 15,-6 0-644-15,5 0-852 0,-3 0-2877 0,-2 7-2894 16</inkml:trace>
  <inkml:trace contextRef="#ctx0" brushRef="#br0" timeOffset="40454.317">15160 1235 9744 0,'0'0'2013'0,"0"0"-1081"16,0 67-36-16,3-52 308 0,-3 1 68 0,4-3-172 0,1-7-440 0,3-3-440 16,0-3-32-16,4 0 56 0,4-6-84 15,-5-6-160-15,9-5-196 0,1-1-200 0,-6-8-260 16,5 1-140-16,-4 2-108 16,-4 2 32-16,-4 4 164 0,-4 1 136 0,0 7 48 0,-4-1 524 15,-4 7 28-15,-8 0 200 16,0 0 216-16,0 3 168 15,-3 0-68-15,-2 3-4 16,6 3-36-16,-6 4-216 0,6 2-44 0,-2 5 4 16,2-4-148-16,-1 1-100 0,3 0-188 15,6-5-136-15,-1-2-320 0,0-1-556 16,4-6-428-16,4 0-1177 0,3 0-1299 0,10-19 888 16</inkml:trace>
  <inkml:trace contextRef="#ctx0" brushRef="#br0" timeOffset="40748.598">15534 1086 8232 0,'0'0'2833'0,"0"0"-1741"0,0 0-476 0,0 0 388 0,16 76 516 15,-16-57 100-15,0-4-268 0,0-2-600 16,0-3-484 0,0-3-268-16,0-5-120 0,4-2 8 15,0 0 12-15,4 0 92 0,4-2-136 0,0-5-128 0,0-3 84 16,8-3-96-16,-4-2 124 0,3 3 0 15,2-5 24-15,-1 9 12 0,-5-3 24 16,6 5-12-16,-10-1 0 0,6 7 112 0,-10 0 156 16,1 0 164-16,1 4 28 15,-2 2-28-15,-3 3 64 0,0 1-64 0,0-1-160 16,0 2 24-16,0-3-112 0,1 5-72 16,-5-3 0-16,3-1-96 0,-3-2-128 15,4-2-464-15,-4 2-352 0,4 3-424 16,-4-7-1244-16,0 0-4589 0</inkml:trace>
  <inkml:trace contextRef="#ctx0" brushRef="#br0" timeOffset="41396.592">17172 1061 12417 0,'0'0'744'0,"0"0"-744"0,0 0 0 0,0 0 176 16,0 0 664-16,0 0 32 0,0 0 196 15,0 0-88-15,0 0-236 0,0 0-140 16,-48 72-72-16,48-43-92 0,0-3-84 16,0-1-112-16,0-3-124 0,0-3-120 15,8-6-100-15,-4-4-8 0,8-6 8 16,0 1-20-16,4-4 8 0,3-7-184 15,6-6-120-15,3-9 144 0,0-3-108 0,-4-3-152 16,0-5-52 0,-5 5 48-16,-3-1 56 0,-4 7 104 15,0 3 24-15,-8 6 136 0,0 4 116 16,-4-1 100-16,0 4 212 0,-8 3-12 16,0-4 152-16,-4 7 204 0,0 0-168 15,-4 0-240-15,0 10 28 0,1-1-40 0,-2 7-88 16,6-3-48-16,-1 3 0 0,-1 0-200 0,6-3-184 15,3 2-432-15,4-2-1128 0,0-4-2629 0,-4 1-3503 16</inkml:trace>
  <inkml:trace contextRef="#ctx0" brushRef="#br0" timeOffset="41537.234">17670 1044 12645 0,'0'0'1768'0,"0"0"-1112"16,75 17-36-16,-43-17 520 0,-4 0-504 0,4-4-388 15,-4-5 112-15,4-7-188 0,0-3-88 0,0-6-84 16,-1-5-556-16,1-1-560 0,-4-4-696 16,-7 10-1300-16,3-10-4225 0</inkml:trace>
  <inkml:trace contextRef="#ctx0" brushRef="#br0" timeOffset="41800.885">17901 705 5776 0,'0'0'5653'0,"0"0"-4473"0,0 0-744 0,-28 69 288 0,24-41 416 16,4 5 184-16,0-1-40 0,0 9-332 16,4 3-260-16,0 6-288 0,4 5-100 0,0-1-144 15,0 4-152-15,-4-1-8 0,4-7-4 16,0 1-56-16,0-4 48 0,-1-2-36 16,-2-3-4-16,-1 2-32 0,4-5 0 0,-8-2-16 15,0-5 16-15,0-1-76 16,-4-2-76-16,-4-4-44 0,0 1-104 15,-4-6 40-15,-1-2 20 0,2-6 88 0,-9-5-36 16,4 3-176 0,-8-10-124-16,0 0-324 0,-3 0-736 15,3-3-1201-15,-17-11-2571 0</inkml:trace>
  <inkml:trace contextRef="#ctx0" brushRef="#br0" timeOffset="43741.429">19662 724 1228 0,'0'0'1708'0,"0"0"4864"0,0 0-5412 15,0 0-371-15,0 0 31 0,0 0 76 0,0 0-96 0,0 0-116 16,0 0-128-16,0 0-176 15,-59 70-68-15,42-36 16 0,1 8 136 0,1 5 60 16,-6 5-16-16,2 4-148 0,-5 8-176 16,0-1-184-16,-4 1 0 0,4-1-100 15,4-5-60-15,0-7-12 0,9-11-40 16,2-11 28-16,1-7-80 0,8-9-132 0,0-10-496 31,0-3-180-31,4 0-768 0,5-16-1221 16,-2 4-155-16,14-27-2560 0</inkml:trace>
  <inkml:trace contextRef="#ctx0" brushRef="#br0" timeOffset="43949.522">19570 854 7384 0,'0'0'1908'0,"0"0"-900"0,0 0-648 0,0 0 261 16,0 0 111-16,0 0-4 0,0 0 408 15,0 0-84-15,0 0-248 0,88 73-136 16,-64-38-232-16,4 3-136 0,-4 3-76 0,0 4-148 15,-5-1-76-15,2 0-16 0,-2-5 16 16,-6-1-208-16,2-6-156 0,-2-7 128 0,-6-3 76 16,-3-6-56-16,4-7-112 15,-8 1-188-15,5-6-264 0,-5-2-300 16,0-2-504-16,-5 0-985 0,-11 0-2219 0</inkml:trace>
  <inkml:trace contextRef="#ctx0" brushRef="#br0" timeOffset="44114.546">19562 1158 1644 0,'0'0'5912'0,"0"0"-4496"0,0 0-72 0,0 0 137 0,0 0-61 16,0 0-212-16,0 0-196 0,0 0-248 0,0 0-308 15,0 0-372-15,0 0-84 0,-39-38 0 16,50 45 100 0,10-4 88-16,7 4-112 0,3-5-76 0,5-2-152 15,0 0-48-15,8 0-400 0,-4-2-508 16,7-5-704-16,-14 1-1365 0,22-10-4027 15</inkml:trace>
  <inkml:trace contextRef="#ctx0" brushRef="#br0" timeOffset="44556.926">20599 625 11537 0,'0'0'1576'15,"0"0"-1220"-15,0 70-76 0,0-32 192 16,-4 10 460-16,-5 3 100 0,5 0-192 16,-4-1-320-16,1 0-172 0,3-1-260 15,0-5-88-15,-5-3-80 0,5-3-92 16,1-9 24-16,3-6 36 0,0-9 0 0,0-7-64 15,0-3-232-15,0-4 32 0,0 0 20 16,3-4 120-16,5-5 236 0,5-3 192 0,-2-1-112 16,6 0-80-16,-2 3-76 0,-2 1 72 15,2 2 4-15,2 4 112 0,-6 3 144 16,1 0 80-16,-4 0 24 0,0 6 28 16,-4 1-56-16,0-1 116 0,0 4-140 15,-4 3 24 1,0 0-24-16,0-1 12 0,-8 7-76 0,0-3-24 15,-4 0-36-15,-4 0-100 0,0-4-84 16,-3 1-304 0,-6 0-188-16,9-4-60 0,-7-3-140 0,6 1-112 0,2-4-268 0,-1-3-568 15,4 0-968-15,3 0-2857 0,5-16-1043 0</inkml:trace>
  <inkml:trace contextRef="#ctx0" brushRef="#br0" timeOffset="44969.893">20941 1144 8248 0,'0'0'5425'16,"0"0"-4309"-16,4 72-360 15,-8-40 560 1,-7 3 172-16,2-4-208 0,1 1-376 0,0-7-500 0,5-6-404 16,3-9-108-16,0-1-28 0,0-5-96 0,3-4-136 15,9 0 16-15,1 0 156 0,2-4-100 0,1-9 0 16,4 1 124-16,-4-3 64 15,3-5-104-15,-2 4 100 16,-2 0 4-16,2 7 20 0,-6-1-36 0,-2 7 40 16,2 3-8-16,1 0 92 0,1 0 112 0,-2 7 160 0,2 2-88 15,-2 4-24-15,-3 0-36 0,5 5-40 0,-10 1-68 16,5 3 104-16,-4 1 16 0,-4 6 36 16,0-1 24-16,-8 7-12 15,-4 0-72-15,-8 7 32 0,0-4 4 0,-4-1-24 16,1-2-16-16,-5 0-32 15,0-10-4-15,0-2 0 0,4-8-24 0,3-4 28 0,6-9 44 16,4-2-80-16,2 0-40 0,5-9-244 0,0-10-24 16,4-4-112-16,0-8 100 0,8-1 48 15,1-6 8-15,6 0-32 16,5 3 8-16,-1 0-208 31,6-3-448-31,3 3-836 0,-8 10-1232 0,8-13-3365 16</inkml:trace>
  <inkml:trace contextRef="#ctx0" brushRef="#br0" timeOffset="45453.346">21905 794 10544 0,'0'0'2873'16,"0"0"-2285"-16,0 0-400 0,0 0-112 15,0 0 520-15,0 0 296 0,0 0 312 16,0 0-260-16,0 0-336 0,60 101-240 15,-52-57-60-15,-4 5-168 0,-4-2-140 16,4 1-100-16,-4-11-84 0,4-2-136 0,0-9-284 16,0-5-264-16,0-7-104 0,3-11-328 15,2-3-448-15,-1-3-1025 0,-1-4-1191 16,2-18-1512-16</inkml:trace>
  <inkml:trace contextRef="#ctx0" brushRef="#br0" timeOffset="45770.895">22165 724 8796 0,'0'0'2145'16,"0"0"-961"-16,0 0-164 0,0 0 252 0,0 0-136 16,0 0-268-16,0 0-56 0,0 0-32 0,82-23-188 15,-73 33-136-15,-5 6-124 16,0 3-76-16,-4 6-96 0,0 4-36 0,-8 6-88 16,-8 3-36-16,0 0-124 0,0-3-132 15,1 0 84-15,2-9 124 0,5-5 0 16,4-1 32-16,4-5-104 0,0 1-104 0,4-3 28 15,8 0 100-15,4-1 88 0,5 1-56 16,5 1 60-16,2-3 4 0,0-1 124 16,4-1-52-16,-4 1 4 0,0 2 144 0,-7-6-84 31,-6 8 24-31,-7-4 108 0,0-1-36 16,-4 0-60-16,-4 4-12 0,-4 3-36 0,-4 3-124 15,-8-3 8-15,-4 0-8 0,-3-1-100 16,-1 1-48-16,-4-6-108 0,4-1-96 15,-1-2-276-15,2-7-200 0,-5 0-240 16,4 0-636-16,4 0-1260 0,-12-16-3101 0</inkml:trace>
  <inkml:trace contextRef="#ctx0" brushRef="#br0" timeOffset="46288.106">23443 1108 11957 0,'0'0'2576'0,"0"0"-1708"0,0 0-640 16,0 0 212-16,0 0 512 0,0 0 64 0,8 82-288 15,-8-56-372-15,-4-4-172 0,4 1-80 16,-4-5-104-16,4-2-100 0,0-3-144 15,0-4-28-15,0-2-220 0,0-4-224 16,0-3-256-16,0 0-740 0,0 0-1432 16,-4-10-3405-16</inkml:trace>
  <inkml:trace contextRef="#ctx0" brushRef="#br0" timeOffset="46451.674">23403 933 12753 0,'0'0'2188'16,"0"0"-1696"-16,0 0-140 0,0 0 264 0,0 0 168 0,0 0 84 16,0 0-436-16,0 0-380 15,104-6-52-15,-69-4-224 16,2 1-132-16,3-4-712 0,-5 1-668 0,-3 2-1444 0,4 4-5553 16</inkml:trace>
  <inkml:trace contextRef="#ctx0" brushRef="#br0" timeOffset="46635.772">23826 1226 12177 0,'0'0'2864'0,"0"0"-1872"0,0 0-572 0,0 0 536 16,0 0 392-16,87 31-364 0,-59-31-8 16,4-6-476-16,4-10-328 0,4-3-172 0,-1-7-188 0,6-2-432 15,-6-1-260-15,-3-6-340 0,-4 3-840 0,-8 7-2428 16,-5-7-3545-16</inkml:trace>
  <inkml:trace contextRef="#ctx0" brushRef="#br0" timeOffset="46868.551">24105 802 11357 0,'0'0'1936'15,"0"0"-1380"-15,0 0-136 0,0 0 352 16,-28 96 512-16,24-61-24 0,4 1-248 15,0 4-432-15,0 5-248 0,0 3-64 0,4 2-108 16,-4 0-116-16,0 9-40 0,0-3 0 16,0 1 0-16,0 1 8 0,-4 2-8 0,0-3-4 0,-5-4-4 15,6-1-68-15,-5-4 72 0,-5-4-4 0,2-6 0 16,3-3 0-16,-8-6-8 16,4-4-88-16,1-6-180 0,-2-3-128 0,-2-7-108 15,-6-2-112-15,1-4-240 0,-3-3-400 16,-5-3-712-16,4-7-2305 0,-16-15-2819 0</inkml:trace>
  <inkml:trace contextRef="#ctx0" brushRef="#br0" timeOffset="47640.712">22045 783 1840 0,'0'0'2816'0,"0"0"-1008"0,0 0-636 0,0 0-108 0,0 0-132 16,0 0-132-16,0 0-39 16,0 0-129-16,0 0-32 15,0 0-24-15,0 0-104 0,-13-14-28 16,9 10 16-16,4 4 20 0,-3-3 12 0,-1 3 20 0,4-4-68 15,-4 4 4-15,0 0-108 0,0-3-104 0,4 3-112 16,-5-3 12-16,5 3-12 0,0 0 48 16,0-3-60-16,0 3-88 0,0-3-24 15,0-1-172-15,5-2-4 0,3 3 92 16,0-3 72-16,4-1 4 0,-4 1-68 16,3 0 72-1,2 3-120-15,-5-1-48 0,3 1 8 0,2 3-36 0,-2-3 40 0,6 0-252 16,-6 3-536-16,5 0-416 0,0 0-772 15,-4 0-2145-15,4 0-1907 0</inkml:trace>
  <inkml:trace contextRef="#ctx0" brushRef="#br0" timeOffset="48299.977">22056 1396 1604 0,'0'0'1356'15,"0"0"-548"-15,0 0-92 0,0 0 28 16,0 0 36-16,0 0 28 0,0 0-248 0,0 0-120 16,0 0 92-16,0 0 156 15,0 0 76-15,0-6 48 0,0 6-75 16,0 0-121-16,0 0-128 0,0 0-184 0,0-2 32 15,0-2-8-15,-3 4-20 0,3-3-28 16,0 3-52-16,0-4-28 0,-4 4 4 0,4 0 76 16,0 0 8-16,0 0 40 0,0 0 112 15,0 0 124-15,0 0-124 16,0 0-168-16,0 4-100 0,0-4-60 0,4 3 24 16,-1 1 88-16,5-2 24 0,1 4-36 0,-1-2 44 15,3-2 4-15,6 3-16 0,-2-3 40 16,5-2-100-16,1 0-48 0,2 0-124 15,1 0-12-15,0-7 12 0,4 1-12 16,-4-2 0-16,-1-3-272 0,-3-1-268 0,1 2-432 16,-2 1-544-16,-10 0-1112 15,2 2-3793-15</inkml:trace>
  <inkml:trace contextRef="#ctx0" brushRef="#br0" timeOffset="48989.001">25236 983 3068 0,'0'0'6300'0,"0"0"-4271"0,0 0-1005 0,0 0-64 16,0 0 180-16,0 0 96 16,91 68-80-16,-50-56-200 0,2-2-152 0,2-7-140 15,-2-3-116-15,1 0-144 0,0-6-196 16,-1-10-72-16,-2 0-136 0,-5-6-48 16,3-4-344-16,-7-2-256 0,0-1-360 0,-8-3-428 15,0 4-1016-15,-12 6-2649 16,-5-4-3935-16</inkml:trace>
  <inkml:trace contextRef="#ctx0" brushRef="#br0" timeOffset="49183.63">25574 752 11205 0,'0'0'1888'31,"0"0"-1368"-31,-27 83-60 0,23-42 664 0,-4 10 384 16,0-1-168-16,4 5-412 0,4-4-388 0,-4-1-176 15,4-6-128-15,0 0-236 16,0-8-28-16,4-7-360 16,4-10-140-16,4-7-52 0,0-9 88 0,7-3-216 15,-2-6-124-15,7-10-140 0,-1-12-744 0,5-7-1036 16,-8 2-2117-16,4-20-195 0</inkml:trace>
  <inkml:trace contextRef="#ctx0" brushRef="#br0" timeOffset="49826.732">25909 467 8584 0,'0'0'4121'16,"0"0"-2861"-16,0 0-792 0,0 0 216 0,0 0 488 0,0 0-76 16,-8 66-156-16,8-25-300 0,-3 13-148 15,-1 4-24 1,4 2 80-16,-4 3 148 0,4 1-224 16,-4-4-167-16,-1 3-109 0,-3-2-196 0,5-4-8 15,-5-6-128-15,4-7-153 16,-1-5-27-16,5-14 48 0,0-6-40 0,0-13 56 0,0-2-128 0,5-4-148 15,7-4 0-15,-1-5 260 16,6-7 204-16,-2-3-80 0,1-3 8 16,0-3 36-16,-4 2 0 0,0 4 16 0,1 6-16 15,-10 7 0-15,1 4 100 16,0 2 312-16,-4 0 84 0,4 2 144 0,0 7 0 16,5 5-52-16,-2 1-108 0,1 1-124 15,0 0-48-15,0 0-52 0,0-4-56 16,0-5-56-16,0-1-44 0,4 0-8 15,0-6 8-15,-1 0 0 0,6 0-148 0,-1-6-32 0,3-3-128 16,-2-4-20-16,2-1-100 16,-3 2-36-16,0-3-52 0,0 2 0 0,0-3-100 15,0 3-228-15,-4 0-272 0,0 1 208 0,0 5 380 16,-4 1 336-16,0 0 188 31,0 6 4-31,-4 0 192 0,0 0 628 0,3 0-44 0,-2 3-44 16,-1 0 60-16,0 0-148 0,0 0-124 15,0 1-188-15,0-4-160 0,3 0 24 0,2 0-24 16,2-7 132-16,1-5-60 0,4-4-244 16,-4-3-108-16,1-7-248 0,-6 3-36 15,1 4 72-15,-4 5 112 16,1 0 24-16,-5 5 60 0,0 2 24 0,-5 4 100 16,1 0 132-16,-8 3 4 0,5 0 84 0,-6 0-60 15,2 10 0-15,-2-1 48 0,5 10-48 16,-3 0-12-16,-2 10 48 0,6-1-24 15,-5 1 84-15,4 3 12 0,0-4 120 16,0-2-84-16,4-5-120 0,0-7-112 0,4-2-24 16,0-2-48-16,0-7-168 0,0 0-208 15,0-3-136 1,4 0-172-16,8-6 8 0,0-6-48 16,4-5-476-16,4-2-780 0,-5-2-1264 15,2 1-2281-15,-2-5-435 0</inkml:trace>
  <inkml:trace contextRef="#ctx0" brushRef="#br0" timeOffset="50080.329">26531 996 4244 0,'0'0'5456'0,"0"0"-3647"0,0 0-669 0,0 0 236 0,0 0-176 16,0 0-140-16,0 0-164 0,0 0-212 15,0 0-164-15,76 77-176 16,-65-58-48-16,-2 6-88 0,-1-3-36 0,-4 4 24 16,-1-1-84-16,1 4-40 0,-4 0 12 15,0-1-32-15,-4 1-44 0,1-4 52 16,3-6-56-16,-4-6 0 0,0-4-4 0,4-6-4 15,0-3-44-15,4-3-64 0,3-3 104 16,5-7-40 0,4-6 48-16,9-3 96 15,-1-10-96-15,3-3-12 0,1 4-108 0,4-5-124 16,-4 5-200-16,0-1-232 0,-4 4-216 16,4 3-408-16,-8-1-652 0,-5 10-1284 0,2-1-3261 15</inkml:trace>
  <inkml:trace contextRef="#ctx0" brushRef="#br0" timeOffset="50696.452">27037 1221 8808 0,'0'0'1176'16,"0"0"-916"-16,0 0-56 15,0 0 493-15,100-56 63 0,-76 30-156 0,0 1-236 16,-1-3-60-16,1-1-168 0,-4 0-140 16,1 3-4-16,-6 5 4 0,-7 2 4 15,0 6 84-15,-8 1 128 0,0 2 116 16,-4 3-64-16,-8 1 112 0,-3 3 288 0,-6 3-40 16,1 0-60-16,-4 0-320 15,1 9-96-15,-5 4-40 0,4 9 24 0,-4 4 48 16,4 2 28-16,0 7 48 0,4 4 12 0,4-5-24 15,4 4-52-15,1-3-72 0,2-4 12 0,9-1 12 16,0-2-72-16,0-5-76 0,12-5-120 16,8-1-28-16,4-2-100 0,8-5-36 0,0-3-72 15,8-7-4-15,3 0-188 0,1-4-320 16,4-6-464-16,-12 1-984 0,16-10-3145 16</inkml:trace>
  <inkml:trace contextRef="#ctx0" brushRef="#br0" timeOffset="51204.253">28197 1000 11145 0,'0'0'1272'0,"0"0"-784"0,0 0-312 0,0 0 324 0,23 89 476 15,-19-51 144-15,1 4-36 0,-5-2-252 16,0 2-252-16,0-1-220 0,0-3-140 16,0-10-196-16,4-5-24 0,-4-8-84 15,3-2-212-15,-3-9-200 0,0-4-284 16,4-4-372-16,-4-9-704 0,4 5-2137 0,-4-25-4339 16</inkml:trace>
  <inkml:trace contextRef="#ctx0" brushRef="#br0" timeOffset="51344.742">28173 825 12733 0,'0'0'1984'0,"0"0"-1152"0,0 0-656 0,0 0 404 0,0 0 20 16,0 0-600-16,0 0-124 0,0 0-456 0,0 0-388 15,0 0-704-15,91-6-2313 0,-63 6-3879 16</inkml:trace>
  <inkml:trace contextRef="#ctx0" brushRef="#br0" timeOffset="51597.098">28603 1061 12437 0,'0'0'2136'0,"0"0"-1656"0,0 0 24 16,0 0 616-16,-72 78 332 0,56-62-344 16,9 0-508-16,-2-3-392 0,5-3-208 0,4-4-8 15,4 3-32-15,8 3 40 0,4-1 72 16,4 1 4-16,4-2-76 0,4-1 0 15,-5 1-4 1,2-4-60-16,-1 1 64 0,-9-1-48 16,5 4 36-16,-7-4-84 0,-5 3 88 0,-1-2 8 15,-3 2 196-15,-4 2-148 0,0 0-48 16,-8 3-4-16,-3 1-168 0,-9 1-148 16,-4 0-180-16,-4 3-104 0,0-6-260 15,-4 0-520-15,8-4-1156 0,-20-3-3457 16</inkml:trace>
  <inkml:trace contextRef="#ctx0" brushRef="#br0" timeOffset="52151.899">29730 1073 4288 0,'0'0'4036'15,"0"0"-2832"-15,0 0-208 0,0 0 393 0,0 0 183 0,0 0-300 16,0 0-268-16,-92 13-196 0,73 3-160 16,-5 6-52-16,0 6-104 15,0 4-36-15,1 5 160 0,2-1 32 0,1-4-220 16,8-4-208-16,9-8-184 0,-1-8-36 15,4-6-72-15,0-6 24 0,0 0-64 16,7 0-156-16,5-6-172 0,4-6 440 16,5-8 0-16,2-2 0 15,1-3 0-15,0-1-124 0,-8 3 28 0,-4 4-64 16,0 11-12-16,-5 2-24 0,-2 6-28 0,-1 0-4 16,4 2 228-16,-4 10 332 15,3 5 72-15,2 2-120 0,3 6-64 0,-5 1-36 16,10-1-104-16,-6 0-80 0,13 1-60 0,1-10-48 0,6-1-40 15,9-9-404-15,3-1-76 16,6-5-200-16,3-7-732 0,-13-3-1232 0,17-9-3257 0</inkml:trace>
  <inkml:trace contextRef="#ctx0" brushRef="#br0" timeOffset="71124.664">3598 3311 7432 0,'0'0'4301'0,"0"0"-3109"0,0 0-528 0,0 0 8 0,0 0 464 16,-88 6-608-16,60 11-264 15,-8 5 116-15,0 6-80 0,-4 7-52 0,0 3-172 16,1 7 8-16,-1-5 64 0,3 0-8 16,6-3-16-16,7-5 60 0,4-4-84 15,4-5-36-15,8-8-64 0,8-2-96 0,0-6-80 16,8-2-36-16,4 2 164 0,12-4 48 16,3 1 0-16,10-1 148 0,3-3-60 15,-1 0 48-15,-3 0-48 0,4 0 24 0,-8-3-112 16,-4 3 0-1,-5 0-100-15,-6 3 36 0,-6 3-32 0,-2 4-4 16,-5-1 88-16,0 3 12 0,-4 5 72 0,0-1 116 16,-8 6-128-16,-1 0 52 0,-2-3-36 0,-6 1-28 15,2-4 36-15,-1-2-32 0,0 0-52 0,0-2-8 16,0-2-44-16,0-4-44 16,1-2-28-16,2-1-260 0,1-3-224 0,5 0-164 15,-6-7 16-15,9-2-456 0,0-7-444 16,4 3-1137-16,0-16-1555 0</inkml:trace>
  <inkml:trace contextRef="#ctx0" brushRef="#br0" timeOffset="71551.616">3869 2857 7736 0,'0'0'2872'0,"0"0"-443"0,0 0-1321 16,0 0-148-16,0 0 108 0,0 0-440 0,0 0-392 15,0 0 224-15,0 0 260 16,35 73-304-16,-27-34-120 0,0 8-24 0,-4 7-164 0,-4 6 104 31,0 10-128-31,0 3-72 0,-8 10 0 16,4-1-12-16,0 3-60 0,0-5 52 15,0-4-52-15,4-13-88 0,0-9 96 0,0-12-8 16,0-13 60-16,0-10 44 0,0-13-44 16,0-3-120-16,0-3-28 0,0 0-100 15,4-3 140-15,0-3 32 0,4-3 28 16,0-1 36-16,4-3 12 0,-4 4 8 0,3-1-8 0,-2 4 0 16,-1 3-88-16,0 3-12 0,-1 0 40 15,2 3 56-15,-1 6 4 0,3 1 128 16,-2 2-4-16,3 5-28 0,-5-2-20 15,2-2 24-15,-1-1-100 0,-4-1-88 16,3-5-148-16,-3 0 64 0,5-6-76 16,-1 0-520-16,-1-3-1148 0,1-10-352 0,5-6-805 0,-2 3-2823 15</inkml:trace>
  <inkml:trace contextRef="#ctx0" brushRef="#br0" timeOffset="71828.451">4267 3677 6140 0,'0'0'3964'15,"0"0"-2571"-15,0 0-841 0,12 82 24 16,-8-50 688-16,-4 0 64 0,3-4-132 0,1-9-260 16,-4-3-352-1,4-10-340-15,1 0-232 0,3-6 40 0,-1-3-40 16,5-6 468-16,1-4 124 0,2-12-80 0,5-4-264 16,-3-2-260-16,-6-5-88 15,1 1-132-15,-4 4 72 0,-4 2-36 16,0 10 64-16,-4 4 120 0,0 8 68 0,-4 1 8 0,-8 6 128 15,-7 0-204-15,-2 0-64 0,-7 0-32 16,-4 6-124-16,4 1-4 0,0 5 64 16,4 4-60-16,5-3-16 0,3 2 16 0,0 1-64 15,4-2-40-15,4-2-84 16,4-3-604-16,4-2-1232 0,0-2-780 0,0-5-1785 16</inkml:trace>
  <inkml:trace contextRef="#ctx0" brushRef="#br0" timeOffset="72058.227">4422 3486 4044 0,'0'0'1928'16,"0"0"1108"-16,0 0-2064 0,0 0-208 0,83-4 265 15,-62 14-349-15,-10 0-184 0,2 2 28 16,-5 4 176-16,-1 0 236 0,2 3-132 0,-5 4-188 0,0 2-92 16,0 0-236-16,-4 1-64 0,0-1-88 15,0-2-52-15,0-8-76 0,0-2 8 16,0-7 132-16,0-3 12 0,0-3 88 0,0 0 72 15,0 0 48-15,0 0-208 16,0-3-160-16,3-1-80 0,1-4-140 16,9-3 136-16,-2-3 20 0,10-9-108 0,-2-6-508 0,1 1-376 15,4-7-688-15,-4 6-1388 0,8-19-3697 16</inkml:trace>
  <inkml:trace contextRef="#ctx0" brushRef="#br0" timeOffset="72300.028">4928 2944 5976 0,'0'0'5877'0,"0"0"-5157"0,0 0-312 0,-15 79 316 0,10-42 256 15,1 8 128-15,4 6-80 0,0 3-268 16,0 3-20-16,9 6-256 0,2 3-168 16,1 5-168-16,4-4-36 0,0-1 72 0,4-6-184 15,-5-6-48-15,6-5-28 0,-5-16-96 16,-1-6 24-16,-2-12 52 15,-1-8 84-15,-5-4-76 0,6-3 84 0,-5-3-216 16,-1-10-396-16,-3-6-264 0,0-6-464 16,-4-4-1160-16,0 7-2197 0,-4-10-1311 15</inkml:trace>
  <inkml:trace contextRef="#ctx0" brushRef="#br0" timeOffset="72450.575">4861 3542 7148 0,'0'0'5785'16,"0"0"-4361"-16,0 0-552 15,0 0 32-15,0 0-76 0,0 0-268 16,0 0-88-16,0 0-64 0,0 0-100 0,0 0 120 16,0 0 64-16,67-19-160 15,-43 17-220-15,4-7-112 0,0-1-184 16,8 0-180-16,0 0-376 0,-1-2-1052 0,-7 6-3144 0,4-4-6685 16</inkml:trace>
  <inkml:trace contextRef="#ctx0" brushRef="#br0" timeOffset="73059.76">3845 4721 1812 0,'0'0'5156'0,"0"0"-1864"0,0 0-1719 0,0 0-269 0,0 0-160 16,0 0-220-16,79 60-172 0,-63-57-296 16,-1-3-8-1,6 0 4-15,-1-12-96 0,4-1-132 16,-5-12-12-16,6 0-212 0,-5-7-64 15,-5-3-716-15,-7 0-28 0,1 6-36 16,-5 4-152-16,-1 6 92 0,-3 2 204 0,0 9 24 16,-3 4 240-16,-10 1 320 0,1 3 12 15,-4 0-36-15,1 3 68 0,-10 6 72 16,6 1 192-16,-5 6 204 0,8 3-8 0,0 4 96 16,4 2 40-16,4 3 100 0,4 4-120 15,0-1 104-15,4 7 108 0,0 1 0 0,0-4-280 16,8 3-212-16,0-7-100 15,4 1-100-15,0-9-24 0,4-4-208 16,-4-6-4-16,4-7-40 0,0-6 116 0,0-6-252 16,3-11-240-1,2-8-344-15,-1-10-1152 0,-9 10-2353 16,5-23-3550-16</inkml:trace>
  <inkml:trace contextRef="#ctx0" brushRef="#br0" timeOffset="73228.696">4251 4542 1552 0,'0'0'8724'0,"0"0"-7511"0,0 0-661 0,0 0 308 0,52 84 424 0,-33-59 16 16,1 3-204-16,5-2-88 0,-1-3-256 15,-1 2-308-15,1-3-380 0,4-3-64 16,-4 0-224-16,4-6-32 0,-5-4-216 16,5-6-332-16,-4-3-488 0,0-9-716 0,-8-4-1917 15,0-12-2035-15</inkml:trace>
  <inkml:trace contextRef="#ctx0" brushRef="#br0" timeOffset="73391.192">4565 4505 8520 0,'0'0'4441'0,"0"0"-3805"0,0 0-64 0,-88 51 388 16,65-29 44-16,3 7-188 0,-4-1-80 0,5 4-108 0,2-3-148 16,2 3-208-16,2-7-272 15,6 0-112-15,3-2-84 0,0-8-48 16,4 1-164-16,0 0-40 15,4-3-372-15,3-1-396 0,10-1-796 0,-6-3-1233 16,10-8-3227-16</inkml:trace>
  <inkml:trace contextRef="#ctx0" brushRef="#br0" timeOffset="73721.091">4896 4540 2752 0,'0'0'10177'0,"0"0"-7893"0,0 0-1516 0,0 0 160 0,0 0-108 0,0 0-176 15,-60 67 20-15,49-42 48 0,-2 3-212 16,9-2-220-16,1-3-96 0,3-1-184 31,0-6-12-31,3-4-208 0,1-3 88 0,0-5-16 0,5-1 24 16,-1-3 28-16,3 0 24 0,2-9-224 16,-2-1 76-16,1-6-24 0,0 0-64 0,0-3-24 15,0-2-64-15,-4 1 36 0,0 4 36 16,0 0 104-16,-4 7 56 0,4-1 52 15,-4 4 12 1,-4 6-48-16,4 0 148 0,-4 0 112 16,4 3 112-16,-4 6 112 0,4 1 48 0,-1 3-24 0,2 2-152 15,3 1 112-15,-4-3-48 0,0-1-248 16,3 1-24-16,2-3-232 0,-1 0-128 16,0-1 116-16,4-2-352 0,0-5-636 0,-1-2-1616 15,2 0-2157 1,2-9-2243-16</inkml:trace>
  <inkml:trace contextRef="#ctx0" brushRef="#br0" timeOffset="73939.765">5362 4531 1472 0,'0'0'11349'0,"0"0"-9681"0,0 0-1164 15,-60 66 504-15,45-40 368 0,2-1-312 0,-2 0-312 16,11 0-116-16,-5-6-220 0,9-2-244 0,0-2-172 15,0-3-72-15,9-1-100 16,-1-2 24-16,0-6 40 0,4-3 20 16,4 0 80-16,-5-6-248 0,9-13-4 15,1-4-292-15,3-8-260 0,-5-10-568 0,1-4-1296 16,-4 10-2817-16,0-18-2607 0</inkml:trace>
  <inkml:trace contextRef="#ctx0" brushRef="#br0" timeOffset="74132.888">5450 4146 7628 0,'0'0'4521'0,"0"0"-2825"0,0 0-1464 0,-12 77 96 16,12-43 444-1,0 1 412-15,8 4-52 0,4-4-280 16,0 2-160-16,4-2-152 0,0 0-256 0,3 3-284 0,2-2-144 16,-6-1 32-16,5-4-120 15,-3-6-4-15,-2-3-56 0,-7-5-228 16,1-8 76-16,-9 3-324 0,0-5-748 0,0-1-1236 15,-9 0-2445-15,-6 1-2331 16</inkml:trace>
  <inkml:trace contextRef="#ctx0" brushRef="#br0" timeOffset="74277.584">5351 4623 5732 0,'0'0'4360'16,"0"0"-2647"-16,0 0-1261 0,0 0 364 0,0 0 468 15,0 0-196-15,0 0-280 0,91-41-12 16,-68 27-100-16,2 2-288 0,3-4-284 0,0-3-124 0,3 0-212 0,-3 1-332 31,0 1-892-31,-3 4-1472 16,3 7-5441-16</inkml:trace>
  <inkml:trace contextRef="#ctx0" brushRef="#br0" timeOffset="74902.458">6079 4759 5764 0,'0'0'1456'0,"0"0"824"16,0 0-1672-16,0 0-140 0,0 0 381 0,0 0 319 15,-43 64-184-15,22-33 268 16,-2-1-92-16,3 0-244 0,4-1-284 0,0 0-284 16,9-7-148-16,-2-3-64 0,9-6-136 15,0-1-8-15,0-2-104 0,12-1 36 16,4 1 76-1,4-4 172-15,0 0 40 0,7-1-64 16,-3-3 12-16,1 1-112 0,-5-3 16 0,-1 3-64 16,-6 1 0-16,-2-2 0 15,-7 9 0-15,4 1 108 0,-8 3 164 0,0 8 24 16,0-1 56-16,-8 4-144 0,-3-1-96 16,-6-3-40-16,6-3-72 0,-1-3 0 0,-4-2-72 15,4-8-40-15,-1-1-44 0,2-5-236 16,-2 0-224-16,6-9-236 0,-5-4-288 15,4-9-368-15,3-3-504 0,5-4-721 0,0-2-2671 0,9 7 336 16,7-9 4885-16</inkml:trace>
  <inkml:trace contextRef="#ctx0" brushRef="#br0" timeOffset="75180.63">6322 4940 3740 0,'0'0'7104'16,"0"0"-5395"-16,0 0-725 0,0 0 184 0,0 0 152 15,0 0-56-15,0 0-384 0,0 0-212 16,0 0-264-16,0 0-208 0,77 61-48 15,-74-71 24-15,9-3-172 0,-3-9-124 16,2-6-244-16,-3-8-72 0,-4 5-264 16,0-1 96-1,-4 10 100-15,0 3 332 0,0 6 100 0,-12 4-36 16,-3 4-12-16,-2 5 124 0,-7 5 172 16,5 4-84-16,-5 7 124 0,3 9 72 0,2 1 4 0,7 5 20 0,0 1-24 15,3 3 0-15,9-3 12 0,-4-1-48 31,4 1 20-31,4-6-84 16,1-3-92-16,7-4-92 0,-5-5-112 0,2-3-84 0,7-5-124 0,-5-4-124 16,6-2-12-16,3-5-324 0,-1-15-272 15,5-2-876-15,0-13-1128 0,-4 10-3745 0,8-26 2721 16</inkml:trace>
  <inkml:trace contextRef="#ctx0" brushRef="#br0" timeOffset="75494.563">6646 4753 1864 0,'0'0'4336'16,"0"0"1433"-1,0 0-3649-15,0 0-632 0,0 0-144 0,0 70-424 16,-4-45-192-16,0 6 144 16,-5-5-64-16,5-3-220 0,0-4-248 0,4-5-340 15,0-3-12-15,0-8-160 0,0 0-12 0,0-3-156 16,4-3-260-16,4-6 36 16,1-8 272-16,2-4-92 0,1-4-316 15,0-1-456-15,0 0-428 0,1 4 152 0,-6 3 296 0,5 10 460 16,-5-1 224-16,2 7 452 0,-1 3 16 15,-4 3 688-15,0 9 308 0,4 5-8 0,0 5-160 16,-4 3-224-16,4 6-52 0,-1 2-156 16,2 4-64-16,-1 5-48 15,3 2 108-15,2 7-12 0,-5 0 36 0,3 3-76 16,2 0-136-16,-6-1-48 0,1 2-24 0,1-4-148 16,-1-4-40-16,-5-2-56 0,1-7 84 0,4-3-292 15,-4-10-240-15,1 1-220 0,-1-8-132 16,3-5-536-16,-3-3-1284 0,-4-4-2921 15,0-6-163-15</inkml:trace>
  <inkml:trace contextRef="#ctx0" brushRef="#br0" timeOffset="76349.357">7529 5013 12429 0,'0'0'2508'0,"0"0"-1352"0,0 0-80 0,0 0 52 16,0 0-340-16,0 0-248 0,0 0-232 15,0 0-308-15,0 0-172 0,0 0-296 0,0 0-220 16,17 0-200-16,-6 0-1064 0,2 0-2756 16,6 0-5757-16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53:10.07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13737 8417 3724 0,'0'0'756'0,"0"0"172"0,0 0-264 0,28-67 220 0,-20 48-132 15,-4-4 1424-15,0 5-563 0,1-1-381 16,-5-1-312-16,3-2-224 0,-3 3-24 16,0-3-44-16,0 0 80 0,0-1 40 15,0 2-92-15,-3-2 0 0,-2 0-64 16,-3 1-88-16,4 0-76 0,-4 7 24 0,1-1 36 15,-2 3 36-15,1 3-208 0,-3 1 49 16,-2 0-161-16,-2 2-32 0,-2 1-52 0,-2 2 0 16,-5 2-108-16,-4 2-12 0,-4 0-76 15,-4 9-20-15,-4 4-4 16,-4 9-56-16,-4 6 24 0,1 10 8 0,-1 10-8 16,-3 3-1-1,6 9 33-15,-2 4-8 0,11 3 64 0,0-4 44 0,4-3 0 0,12-6 72 16,4-3 24-16,4-7-92 0,5-2 40 0,7-7-44 15,0-4-12-15,15-2 0 16,2 0 12-16,10-4 0 0,4 0 88 16,6 1-40-16,7-5-35 0,4 6-5 0,3-9 0 15,1 5 76-15,4-1-36 0,0 0 4 32,-5-3-48-32,1 0 8 0,-4 0-12 0,-4-2-12 0,-5 1 8 15,-3 1-4-15,-8 0-8 16,-4 1 12-16,-4-1-8 0,-4-1 12 15,-4 4 0-15,-4 5 64 0,-4-2 8 0,-4 0 0 16,0 4 24-16,-4-4-12 0,-7 0 16 16,-6-3-16-16,1 4 0 0,-4-3-36 15,-4-4-40-15,-4 0 52 0,-3 0-48 0,-9-1-8 16,4-5-4-16,-8 0-136 0,4-4-68 0,1-3-64 16,2-6-72-16,5 0 11 0,9 0 61 15,3-3 0-15,3-3-36 0,6 0-124 16,7-4-184-16,0 1 24 0,0-7-176 0,4 0-200 15,4-7-476-15,4-2-656 16,3 0-825 0,2 3-1939-16,7-10-1147 0</inkml:trace>
  <inkml:trace contextRef="#ctx0" brushRef="#br0" timeOffset="518.024">14231 9224 13329 0,'0'0'1764'0,"0"0"-1124"0,0 0-72 0,0 0 108 16,0 0 32-16,88-20 20 0,-68 20-64 16,-4 0-124-16,4 0-124 0,-4 0-60 0,-4 0-148 15,-4 6-124-15,0 1 0 0,-5 5 16 16,-3 4 104-16,0 3-44 16,-3 7-76-16,-9 2-72 0,-1 4 36 15,-2 0 4-15,2-1 20 0,-2-1-60 0,7-5-8 16,0-3-4-16,0 0-8 15,8-6 8-15,0 0-4 0,0-3-44 0,8 2-64 16,4-2 4-16,0 1 0 0,8-3 56 16,-5 5 40-16,10-3-48 0,-9-1 48 0,7 1 4 15,-6-1 8-15,-1 2 0 0,-5-1 12 0,1 2 60 16,-8-2 76-16,1 3 72 0,-5 0-52 16,0 0 16-16,0-1-75 0,-9 2-37 15,-3-2-12-15,1 2-44 0,-2-5-4 16,-2-3-12-16,-5 1-52 0,-1-3-104 15,-2-1-77-15,-5-3-131 0,-4-3-76 16,1 0 4-16,-6 0-212 16,1 0-88-16,1-7-68 15,-1-2-408-15,4-3-688 0,12 1-936 0,-8-8-2653 16</inkml:trace>
  <inkml:trace contextRef="#ctx0" brushRef="#br0" timeOffset="1149.101">15331 8997 9320 0,'0'0'2181'15,"0"0"-185"-15,0 0-676 0,0 0 16 32,0 0-112-32,0 0-112 0,0 0-260 0,0 0-252 0,0 0-148 15,0 0 48-15,0 0-28 0,79 39-144 16,-30-26-95-16,7-5-85 16,3 3-140-16,9-3 0 0,7-1 4 0,5 3 216 15,8-7-156-15,0 0-8 0,4 1-56 0,-1-4-8 16,1 0 8-16,0-7-8 15,-6-6-8-15,-2-2-332 0,0-4-137 0,-8-4 17 16,-4-2-52-16,-12-1-76 0,-9 1-120 0,-7 0-264 16,-12 3-576-16,-9 2-552 0,-6 5-936 15,-10-2-2129-15</inkml:trace>
  <inkml:trace contextRef="#ctx0" brushRef="#br0" timeOffset="1434.437">16658 8712 9232 0,'0'0'1212'16,"0"0"-231"-16,0 0-81 0,0 0 184 15,88 16-28-15,-60-13-84 0,0 0-140 0,-1 1-96 0,1-1-128 16,4 3-136-16,-4-3-152 0,0 3-124 16,0 1-24-16,-4-1-72 0,-4 4 36 15,-5-1 0-15,2 0-40 0,-6 4 4 16,1 3-4-16,-8 3 16 0,-4 4-4 15,0 2-100-15,-12 3-4 0,-3 7-4 0,-9 3-12 16,0 0-36-16,-8 4 44 0,0-4 4 16,-8 3 0-16,0 0-48 0,-4 1-76 15,5-2-12 1,-6 2-120-16,6-7-176 0,3 0-112 16,8-6-148-16,0-7-292 0,8-4-488 0,4-1-1164 15,-4-4-2721-15</inkml:trace>
  <inkml:trace contextRef="#ctx0" brushRef="#br0" timeOffset="5872.802">18630 8497 3576 0,'0'0'848'0,"0"0"3176"0,0 0-3348 16,0 0 8-16,-28-68 28 0,24 46 101 0,4 0 159 15,-3-3-24-15,3-1-84 0,0-2-192 16,3 2-156-16,1 1-88 0,0 2 64 0,0 1-16 16,0 6-76-16,1 0-40 15,-2 4-124-15,1 2-52 0,0 4-24 16,-4-1-48-16,4 5-24 0,-4 2-76 15,0 0-12-15,0 0 0 16,0 0 48-16,-4 6-48 0,0 3-172 16,-8 13-12-16,-4 7 32 0,-4 9-20 15,-4 7 0-15,1 6-4 0,-1-4-36 16,3 3 28-16,-3-1 56 0,9-8 16 0,-2-3 40 16,6-3 32-16,-1-4 40 0,4-1 12 15,4-5 152-15,0-6-152 16,0 3 40-16,4-9-44 0,0 2 4 0,0-5-12 0,0-1-4 15,4 1-4-15,0-1 8 0,0-2 12 16,0 2-12-16,4 5 8 0,0-2 92 16,-4 3 0-16,3 8-28 0,-2 2 40 0,-5 7 0 15,0 6 12-15,0 3-120 0,0 6-4 16,-8 5-40-16,0-4-60 0,0-1-24 16,4-6 0-1,4-3 112-15,-4-3 8 0,4-9-160 16,0-4-84-16,4-6-116 0,4-4-16 0,0-5-132 15,-1-1-388-15,2-3-24 0,3-3-148 16,-1 0 108-16,6-9-649 0,-1-7-147 16,-4 3-1272-16,8-19-2047 0</inkml:trace>
  <inkml:trace contextRef="#ctx0" brushRef="#br0" timeOffset="6142.789">18924 8738 9608 0,'0'0'1076'15,"0"0"-139"-15,0 0-385 16,0 0 164-16,0 0 316 0,0 0-232 0,0 0-120 16,0 0 24-16,0 0-136 0,0 0-172 15,97 28-132-15,-65-25-28 0,4-3-64 16,-1-3-168-16,9-7-4 0,0 1-36 15,-1-7-64-15,6 0-100 16,-10 0-272-16,1 0-240 16,-8 1-244-16,-1 2-336 0,-3-4-800 0,-7 8-2121 15,-1-7-3415-15</inkml:trace>
  <inkml:trace contextRef="#ctx0" brushRef="#br0" timeOffset="6394.529">19176 8436 4788 0,'0'0'7185'16,"0"0"-6473"-16,0 0-708 0,0 0 260 16,0 0 488-16,32 86 528 15,-24-52-4-15,0 4-540 0,-5 6-288 0,1 5-188 16,-4 2-148-16,0 2-112 0,-4 5-64 0,-7-4-96 15,-6 3-112-15,6-7-404 16,-5 2-216-16,0-5-40 0,4-6-16 0,0-6-200 16,0-3-84-16,0-11-469 0,0-2-815 15,5-5-360-15,-6-5-1020 0</inkml:trace>
  <inkml:trace contextRef="#ctx0" brushRef="#br0" timeOffset="6550.111">19025 9268 3544 0,'0'0'2980'0,"0"0"-668"15,0 0-476-15,0 0-623 0,0 0-357 16,0 0 24-16,0 0 124 0,0 0 4 15,0 0-228-15,0 0-192 0,56-13-152 16,-33 13-28-16,-3 0-112 0,8 0-172 16,0 0-24-16,8-10-40 0,0 1-60 0,-1-3-80 0,10-8-92 0,-6 1-396 15,5-6-440-15,0-4-552 16,-12 7-1340-16,11-16-4677 0</inkml:trace>
  <inkml:trace contextRef="#ctx0" brushRef="#br0" timeOffset="6775.723">19996 8350 10997 0,'0'0'1680'0,"0"0"-1668"0,0 0 296 0,0 0 240 0,0 0 216 15,36 93 560-15,-31-60-120 0,3 9-532 16,-4 0-248-16,-1 8-116 15,1 4-112-15,-4 3-196 0,0 1-48 0,0-5-76 16,0 2-148-16,0-8-36 0,0-2-500 16,0-7-236-16,9-10-508 0,-5-5-884 15,7-8-2501-15</inkml:trace>
  <inkml:trace contextRef="#ctx0" brushRef="#br0" timeOffset="7212.119">20658 8276 14985 0,'0'0'1476'16,"0"0"-1364"-16,0 0-100 0,51-69-12 0,-30 44 160 15,-1-1 152-15,-1 4-100 16,2 3-212-16,-1 5-136 0,-1 6-40 0,-2 5-136 15,-2 3-48-15,-6 9 108 0,-5 10 252 16,-4 13 164-16,0 6-124 0,-13 10-24 16,-6 6-16-16,-5 3 8 0,-1-3-4 0,1-4 44 0,5-2 116 15,-1-6-28-15,4-8-48 0,4-2-40 0,8-3 20 16,0-3-68 0,4-1-112-16,4-4 112 15,4 5 4-15,8-4 220 0,-1 4 112 16,6-4-76-16,-1 0-60 0,-1 3-88 0,2 0 0 15,-1 2-100-15,-1 1-4 0,-6 1 92 16,-2-1-28-16,1 8 28 0,-7-5 12 0,-1 7-28 16,-4-3-80-16,0 0 0 0,0 3 4 15,0-1 68-15,0 1-68 0,-9 4-8 16,5-7-4-16,-8 4 0 0,5-7-8 16,-6-5-136-16,2-4-224 0,-6-1-148 0,2-3 48 15,-2-6-104-15,-2-1-264 16,-1-2-804-16,3-3-2549 0,-15-4-3047 0</inkml:trace>
  <inkml:trace contextRef="#ctx0" brushRef="#br0" timeOffset="10634.041">14331 10836 2508 0,'0'0'784'0,"0"0"-472"16,0 0-220-16,0 0-80 0,0 0 3908 0,0 0-2416 0,0 0-380 16,0 0-247-16,0 0-169 0,0 0-28 15,0 0-40-15,-12-18-56 0,8 14-64 16,0 1-128-16,1-1 52 0,-2 4-56 16,-3-3-12-16,4 3 8 0,-4-3-72 15,-4 3-28-15,4 0 40 0,0 0-76 16,1 0 28-16,-2 0 32 15,1 0-148-15,4 0 40 0,1-2-52 16,-1 2-40-16,0 0 28 0,-1 0 24 0,1 0-48 16,4 0-4-16,0 0 16 0,0 0-12 15,0 0-4-15,-4 0 4 16,4 0 12-16,0 0-28 0,0 0 28 0,-3 0-4 16,-5 0-120-16,0 2 12 0,-1 1 160 15,-2 0-60-15,-1 4-32 0,0-1-80 0,-4 4-8 16,-4 3-40-16,-4-1-28 0,0 4 72 15,1 3 4-15,-9 3-8 0,4 0-76 16,-4 3 36-16,4 5-52 0,-4-1 52 16,4 1 36-16,0 0-36 0,4-2-64 0,4 0 16 15,4-2-4-15,0-1 28 0,8-3-28 16,0-3 16-16,5 3-28 0,3-5 28 0,0 1 60 0,0-1 24 16,11 2 0-16,2-4 8 15,6 1 100-15,5 3 52 0,0-3-72 16,0-4-28-16,3 2-48 0,1-5 112 0,-3-3-124 15,3-2 12-15,-4-4 96 16,0 0-20-16,-1-7-28 0,1-2 88 0,-4-4-88 16,0 1 24-1,-8-5 4-15,4 2-88 0,-8-5 0 16,0 5-184-16,-8-1-24 0,4 0 36 16,-4 4 24-16,0 2 64 0,-4-3 24 0,0 6-28 15,-8-2 4-15,0 2-64 16,-4-2-12-16,0 4 36 0,-4-2 0 0,4 0 64 0,0 4 12 15,4-3-88-15,0 6-76 16,4-3-132-16,0 3-52 0,8 0-152 0,-3 0-276 16,3 0-296-16,0 3-644 0,3 3-969 0,9 7-2611 15</inkml:trace>
  <inkml:trace contextRef="#ctx0" brushRef="#br0" timeOffset="11071.102">15758 10718 3252 0,'0'0'7472'0,"0"0"-6363"0,0 0-429 0,0 0 112 15,0 0 412-15,0 0-220 0,0 0 88 16,0 0 8-16,79 48-188 0,-59-13-204 15,0 10-136-15,0 2-184 0,-4 10-100 0,0 0-84 16,-9 1-64-16,6-4-120 0,-2-4-144 16,-2-5-52-16,3-8-48 15,-5-7 60-15,6-5-88 0,-5-9-268 16,3-4-84-16,-3-5-304 0,4-4-560 16,-4-3-300-16,0-3-496 0,-4-7-245 15,1-2-91-15,-5-11-1756 0</inkml:trace>
  <inkml:trace contextRef="#ctx0" brushRef="#br0" timeOffset="11252.543">16040 11046 4152 0,'0'0'952'16,"0"0"776"-16,0 0 1348 0,0 0-1363 15,0 0-585-15,0 0 248 0,0 0-12 0,96-26-156 16,-64 26-312-16,4 0-116 16,3 0-104-16,5 4 36 0,9-4-28 15,-2 0-136-15,5 0-132 0,7-4-100 0,1-5-111 16,4-3 3-16,-5-5-208 0,6 1-56 15,-6-3-92-15,1 3-85 0,-8-3-119 16,-5 0-304-16,-6 2-296 0,-6 6-440 0,-7 1-972 16,-12 6-2400-16,-8-1-2961 0</inkml:trace>
  <inkml:trace contextRef="#ctx0" brushRef="#br0" timeOffset="11490.303">17049 10820 12853 0,'0'0'1388'16,"0"0"-972"-16,0 0 280 15,0 0-56-15,0 0-100 0,95-2 184 16,-75 8 192-16,8 0-248 0,-4 3-128 0,0 3-160 16,0 2-220-16,-1-3-52 0,-3 6-48 15,1-1-48-15,-10 0 4 0,6 0-16 16,-10 0-16 0,1-1-32-16,-8 5-12 0,0 2-112 0,0-4-60 15,-8 5-12-15,-4 0 72 16,-8-1-148-16,0 0 0 0,-4-3 12 0,5 0-4 15,-9-1-60-15,0-1-100 0,0 2-312 16,-4-7-540-16,8-1-1272 0,-8-2-2969 16</inkml:trace>
  <inkml:trace contextRef="#ctx0" brushRef="#br0" timeOffset="12098.717">18842 10871 3132 0,'0'0'7092'16,"0"0"-6343"-16,0 0-245 0,0 0-220 16,0 0 612-16,-77-35 288 0,58 35 172 0,3 0-296 15,-4 3-336-15,4 4-180 16,-1 2-60-16,6 1-112 0,-1-1-52 16,4 4-136-16,0 0-148 0,8-4-36 15,0 7-84-15,0-4 32 0,12 4 44 0,8 3 8 16,4 1 84-16,4-5 12 0,4 4-20 0,-4-2-68 15,0-5-4-15,0 4 20 0,-5-4-16 16,-7 5-8-16,0-5 48 0,-4 7 16 16,-4-3 32-16,-4 3-20 0,0 4-76 0,-4-5 96 15,-4 7 40-15,-8-2-64 16,4 0 52-16,-4-1-52 16,-3-7 0-16,6-2-72 0,-3 0-100 0,1-7-400 0,7-3-68 15,-5-3 16-15,1 0-68 16,5 0-228-16,-5-9-32 0,8 2-364 0,0-8-984 15,0 5-285-15,8-9-3323 0</inkml:trace>
  <inkml:trace contextRef="#ctx0" brushRef="#br0" timeOffset="12576.074">19446 10925 11849 0,'0'0'1664'0,"0"0"-1476"15,0 0 436-15,-95 60 172 0,55-27 376 0,5 0 84 16,3 3-352-16,4-1-264 0,8-4-76 0,4-6-184 16,8-2-380-16,4-6-12 0,4-9-184 0,0 3 0 15,8-9 76-15,0-2-64 0,7 0-52 16,6-7 76-16,3-5 0 16,0-7 0-16,4-4-84 0,-5-2-68 0,1 3 40 0,0 3-100 31,-3 3 136-31,-6 3 52 15,5 8 44-15,-4 5-8 0,0 0 36 0,0 9 60 16,0 7 28-16,-1 6 24 0,2 3 88 16,-2 3 36-16,-2 8-24 0,-2-2-96 0,1 1 60 15,-3 7 24-15,-2-1 60 0,-3 1 52 16,0 1-16-16,0 6 140 0,-4-5-140 16,0 4 100-16,0-1 12 0,-8-2-72 0,4-4-4 15,-7-2-48-15,-2-6-72 0,2 0-28 16,-2-5 40-16,-2-2-64 0,-2-4-36 15,-2 0 36-15,-5-6 0 0,0-7 52 0,-4 2-4 16,0-9-8-16,-4-2-88 0,4 0-36 16,-8-9-260-16,1-4 124 0,3-3-60 15,4 0-88-15,0-3-60 0,4-3-116 0,8 2 36 16,0 2-148 0,8 1-52-16,4-2-224 0,4 0-288 15,0 1-792-15,4 2-653 0,9-9-2311 16</inkml:trace>
  <inkml:trace contextRef="#ctx0" brushRef="#br0" timeOffset="13099.051">19666 10989 11281 0,'0'0'1576'16,"0"0"-1256"-16,0 0 264 15,0 0-12-15,0 0 288 0,80 57 272 16,-77-32-296-16,6 0-288 0,-9 1-152 0,0 2-124 16,0-2-124-16,0-5-148 15,-5 0-8-15,5-7-80 0,-4 0-36 0,4-9-36 0,0-5-88 0,0 0-384 16,9-5-76-16,3-9 432 0,-1-4 196 15,10-7-108-15,-6 2 24 16,5 1 16-16,-3 3 60 16,-2 6-28-16,2 7-32 0,-2 3 148 0,-3 3 176 15,4 3 224-15,-5 6 4 0,2 4 48 16,-1 6-104-16,-4 0-148 0,-4 4 72 16,4-1-148-16,-4-1 24 15,0 5-136-15,-1-3-12 0,1-1-96 16,9 0-124-16,-5-6-392 0,-1 0-740 0,6-7-764 15,-5 1-2069-15,3-8-2175 0</inkml:trace>
  <inkml:trace contextRef="#ctx0" brushRef="#br0" timeOffset="13629.818">20921 10715 12657 0,'0'0'1920'0,"0"0"-1524"15,0 0-392-15,0 0-4 0,0 0 304 0,-83 42 500 16,55-23 72-16,-4 6-464 0,-5 4-188 16,5 6-12-16,-7 0-76 0,3 9-16 15,-3 1 104-15,3 3-28 0,4-2-48 0,8 2 0 16,0-3 0-16,7-3-72 15,6-5-16-15,3-9-56 0,4-2 4 0,4-10-8 16,0-4 76-16,8-5-52 0,7-4-24 16,2-3-12-16,3 0 4 0,3-6 8 0,5-7-8 15,0-6 8-15,0 0-88 0,0-6-60 16,-7 3-72 0,-2-1 60-16,-7 4 96 0,-4 7 4 15,-4 1-88-15,0 9 12 0,-4-2 136 16,-4 1-12-16,-8 0-112 0,-4 3-36 15,-3-2-240-15,-5 2-120 0,-1 0-28 16,-3 2-120-16,0 4-556 0,-3 4-880 0,6 0-2157 16,-10 9-1651-16</inkml:trace>
  <inkml:trace contextRef="#ctx0" brushRef="#br0" timeOffset="14208.091">20355 10931 8612 0,'0'0'1592'0,"0"0"-896"0,0 0-243 0,0 0 175 15,0 0 232-15,0 0-44 0,0 0-156 16,0 0-140-16,-63 70-16 0,50-32 184 16,5 6-44-16,-3 4-108 0,3 6-80 15,-1 0-72-15,6-3-72 16,-1-4-192-16,4-2-120 0,0-9-84 0,4-8-312 16,8-9-100-16,4-6-224 0,8-10-200 15,0-3-628-15,8-13-504 0,-9-4-2257 16,14-16-3339-16</inkml:trace>
  <inkml:trace contextRef="#ctx0" brushRef="#br0" timeOffset="14395.018">21096 11030 5108 0,'0'0'6997'0,"0"0"-5949"16,0 0-436-16,0 0 100 0,49 66 336 15,-42-43 344-15,-7-1-200 0,4 3-624 0,0 1-360 16,-4 0-164-16,0 4-44 15,-4 3-48-15,-7 1-76 0,-2 4-232 16,-6-2-376-16,-5 1-536 0,-4-5-496 16,-4 0-772-16,4-13-1881 0,-20 6-2759 0</inkml:trace>
  <inkml:trace contextRef="#ctx0" brushRef="#br0" timeOffset="15811.266">11144 9257 7552 0,'0'0'1480'15,"0"0"1229"-15,0 0-1901 0,0 0-500 16,0 0-156-16,0 0 244 15,0 0 216-15,0 0 376 0,52 7-72 0,-20-3-324 16,7 2-168-16,5 0-76 0,8-3 64 16,0 1-128-16,3-4-24 0,-3 0-88 15,0 0-24-15,-1-7 24 0,-3 1-84 0,-4-4-88 16,0 1 0-16,-4-3-136 0,-4-2-24 16,0 2-396-16,-9-4-612 0,1-3-288 15,-8 3-420-15,-8 3-1305 0,1-6-2867 0</inkml:trace>
  <inkml:trace contextRef="#ctx0" brushRef="#br0" timeOffset="16033.954">11745 8997 7444 0,'0'0'1144'16,"0"0"-432"-16,0 0 296 0,0 0 37 15,0 0-45-15,95 20-128 0,-74-13-20 16,3-2-132-16,0 4-152 0,-1 2-104 15,-3-3-136-15,-3 3-124 0,-6-3-44 0,1 6-152 16,-7-1 56-16,-1 5 0 16,-4 2-16-16,0 5-36 0,-9 3-12 15,-7 4-200-15,0 4-228 0,-7 1-176 0,-1 2 0 16,-4 2-192-16,-4 0-236 0,8-12-916 16,-16 15-2697-16</inkml:trace>
  <inkml:trace contextRef="#ctx0" brushRef="#br0" timeOffset="21697.447">9582 9760 9500 0,'0'0'1577'0,"0"0"-1165"15,0 0-168-15,0 0-236 0,0 0 328 16,0 0 8-16,0 0 856 15,0 0-600-15,7-84-272 0,2 54-152 16,-1-12 64-16,-1-2-52 0,6-4-72 16,-1-7-40-16,-5-1-76 0,6-7-116 0,-2-1 16 15,1 0-40-15,1-5 80 0,2-4 52 16,-2-1-96-16,2 5-96 0,-2-1 20 16,2 3-8-16,-3 10 188 0,4 6 64 0,-4 7-60 15,0 2-4-15,-4 11 12 0,-1 2 64 0,2 3 24 31,-5 8 4-31,0 2 60 0,0 6-28 0,0 3 16 16,-4 1-12-16,0 6 0 0,3 0-140 0,-3 4-44 0,4 5 44 16,5 3 316-16,-1 11-28 15,3 9-164-15,6 9-24 0,-2 11-100 0,5 4-4 16,5 8 4-16,-6 5-8 0,5 1 16 0,-4 3-8 16,0 0 0-16,0-3 12 0,-4 0 80 15,0-7-28-15,-5-2 12 0,-2-7 0 16,-1-9 48-1,-5-5-116-15,1-10 40 0,-4-5 4 16,4-9-48-16,-4-7 0 0,0-3-4 16,0-2 60-16,-4-4 16 0,0 0-76 0,-3 0-240 15,-6-7-276-15,-2-2-164 0,-2-4-28 16,-6-4 40-16,-1-2-236 0,-4-2-68 16,-4-5-405-16,-3-2-667 0,-6-1-164 15,1 1 188-15,-3 2-288 0,3-2 288 0,0 8 2020 16,8-2 184-16,8 3 168 0,5 6 260 15,2 1 732-15,10 2-80 0,3 4 132 0,0-3-264 16,4 2 100-16,0 1 144 0,4 0-56 16,7-4 21-16,2 4-229 0,2-3-244 15,6 2-184-15,3-3-88 0,3 4-180 16,-3 0-40-16,8-1-100 0,-4 3-276 0,0-1-76 0,3-4 4 16,1 2-80-16,0-3-324 0,0 3-664 15,-4 1-720-15,-4 0-2589 0,8 6-3227 16</inkml:trace>
  <inkml:trace contextRef="#ctx0" brushRef="#br0" timeOffset="22051.717">10291 9153 10152 0,'0'0'1369'0,"0"0"-1113"0,0 0 0 0,0 0 412 0,0 0 440 15,0 0 244-15,0 0-608 16,0 0-444-16,16 67-96 0,-16-44-64 15,0-2-44-15,0 8 20 0,0-1-108 0,0 1 40 16,0-4-40-16,-4-1 44 0,4-6-40 16,0-6 24-16,0-2-36 0,0-4-112 15,4 0 12-15,4-6-24 0,4 6 24 16,8-1 52-16,-5-3 48 0,5 5 112 16,5 3-64-16,-1-4 40 0,-5 3-28 15,5 1 28-15,-7-1 0 0,2 4-24 0,-7-4 36 16,0 4 84-1,-4 3-8-15,-4-3-64 0,-4 0 60 16,0-1 88-16,0 4 296 0,0-4-188 0,-12 5-268 16,0-2-100-16,-4 2-224 15,-3-2-120-15,-5-2-200 0,-1 3-200 0,-3-1-204 16,0-2-488-16,0 3-624 0,1-3-693 16,3-3-1535-16,-12 2-124 0</inkml:trace>
  <inkml:trace contextRef="#ctx0" brushRef="#br0" timeOffset="26139.253">7849 9550 5776 0,'0'0'1536'0,"0"0"-592"16,0 0-320-16,0 0 36 0,0 0 128 16,0 0-336-16,0 0 117 0,0 0 1211 15,0 0-928-15,0 0-484 0,0 0-88 16,39 0 100-16,-15 0 212 0,8 0 100 16,4 0-316-16,3 3-116 0,6-3-96 0,-2 0 44 15,9 0 4-15,-3 0-76 0,2 0-112 0,1-6-24 16,-9-1-84-16,6 1 72 0,-10-3-248 15,1-4 120-15,-4 0-256 0,0-3-284 16,-8-3-224-16,0 0-592 0,-13 3-1697 0,2-6-3959 31</inkml:trace>
  <inkml:trace contextRef="#ctx0" brushRef="#br0" timeOffset="26323.781">8478 9293 8944 0,'0'0'1100'16,"0"0"-1048"-16,0 0 244 0,0 0 533 0,0 0-9 16,0 0 152-16,84 16-68 0,-68-10-332 0,0 4-280 15,0 3-168-15,-8 2-120 0,-1 1 4 16,-7 9 104-16,0 5-112 0,-3 3-140 16,-9 6-188-16,-8-1-1120 0,-1 3-204 0,-3-3-597 15,5-8 305-15,-20 1 212 0</inkml:trace>
  <inkml:trace contextRef="#ctx0" brushRef="#br0" timeOffset="31116.618">6689 9315 2492 0,'0'0'340'0,"0"0"244"0,0 0 3336 0,0 0-3000 15,0 0-568-15,0 0-260 0,0 0-92 16,0 0 0-16,0 0-208 0,0 0-156 16,-19-3 12-16,19 3-360 0,0 0-276 15,0 0-160-15,0 0-36 0,0 0 480 16,0 0 456-16,0 0 116 0,0 0-36 0,0 0-92 15,0 0-120-15,0 0-416 0</inkml:trace>
  <inkml:trace contextRef="#ctx0" brushRef="#br0" timeOffset="31970.833">6554 9207 5564 0,'0'0'3288'16,"0"0"-2320"-1,0 0-192-15,0 0-91 0,0 0 147 16,0 0 156-16,0 0-276 0,0 0 12 0,0 0 56 0,0 0-164 15,-41-19-96-15,41 10-124 16,9-10-208-16,-1-7-188 0,8-5-76 16,0-8 72-16,4-1 0 0,-1-2-56 0,1 1-40 15,1-1-32-15,-6 5 128 0,2 1-60 16,-6 4 56-16,-3 7-80 0,1 3 84 16,-2 6 0-16,-3 6-4 0,-4 4 4 0,0 3-8 15,0 3-128-15,0 0-88 0,0 6-100 16,0 4 68-16,4 6 260 0,-4 6 132 0,4 3 120 15,0 10-116-15,-1 3-84 0,6 7 140 16,-5 6-104-16,4 2-76 16,-4 10-12-16,-1 5 84 0,2-2-80 0,-1 4 60 0,0-3-64 15,-4-7 0-15,4-3 40 0,-4-12-40 16,0-4-100-16,4-9 24 0,-4-4 28 16,0-2-4-16,0-7-104 0,0 0-368 31,0-3-196-31,-4 0-332 0,0-4-376 15,0-2-669-15,4-1-495 0,-9 1-1356 0</inkml:trace>
  <inkml:trace contextRef="#ctx0" brushRef="#br0" timeOffset="32151.628">6629 9799 600 0,'0'0'2388'15,"0"0"-1580"-15,0 0-144 0,0 0 2628 16,0 0-1296-16,0 0-523 16,0 0-397-16,0 0-232 0,0 0 12 0,0 0-288 15,0 0-352-15,-15 18-76 0,26-18 376 16,6 0 328-16,6 0-172 0,1 0-200 0,8 0-196 15,0 0-92-15,3-6-108 0,6-4-76 16,2 1-24-16,6-4-64 0,7 0-172 0,-2 0-660 16,10 0-340-16,0 4-764 15,-16 0-2177-15,23-1-2527 0</inkml:trace>
  <inkml:trace contextRef="#ctx0" brushRef="#br0" timeOffset="33128.621">21643 8624 5348 0,'0'0'5496'16,"0"0"-4799"-16,0 0-297 15,0 0 124-15,0 0 368 0,0 0 264 0,0 0-208 16,0 0-332-16,0 0-336 0,0 0 68 16,31 25 536-16,9-23-192 0,8-2-260 15,7 0-236-15,1 0-24 0,4-2-48 16,-8-4-124-16,4-5-48 0,-5 3-64 15,-3-9 0-15,0 1-36 0,0 0-184 16,0-3-360-16,-4 1-364 0,-5-2-780 16,-11 1-2205-16,0-4-2807 0</inkml:trace>
  <inkml:trace contextRef="#ctx0" brushRef="#br0" timeOffset="33335.229">22303 8331 11881 0,'0'0'1036'0,"0"0"-1036"0,0 0-332 0,0 0 332 0,0 0 640 16,0 0-20-16,84 41-124 16,-59-31 12-16,3 2-92 0,0 4 12 15,-5 0-204 1,-3 3-168-16,0 0-48 0,-8 7-4 0,-8 6-4 0,-1 6-72 0,-3 3-104 0,-11 7-276 16,-6-1-28-16,-2 4-76 0,-1-4-4 15,0-9-36-15,4-2-32 0,0-11-204 16,8-12-473-16,0-4-971 0,8-12-1764 0</inkml:trace>
  <inkml:trace contextRef="#ctx0" brushRef="#br0" timeOffset="33706.964">23172 8249 11597 0,'0'0'1740'0,"0"0"-1612"0,0 0-52 0,0 0 712 0,0 0 120 0,0 0 36 15,0 0-328-15,76-74-612 16,-56 46 4-16,12-8 56 0,0-1-64 16,4-1-100-16,3-1-12 0,1 5 36 0,0 5-48 15,-4 6 12-15,-8 8 48 16,-5 5-104-16,-6 7 20 0,-6 3 72 16,2 0 76-16,-9 10 176 0,-4 5 28 0,0 5 20 15,0 5-60-15,0 4-80 0,-4 6-32 16,0 2 8-16,0 8-44 0,4 6 68 0,-5 3 4 15,1 10-24 1,0 2-52-16,1 7 124 0,3 3 300 0,-4 1 416 16,4-5-472-16,-4 2-380 0,4-11-60 15,0-6-76-15,-4-3 0 0,4-9 24 16,0-4-24-16,0-10 4 0,0-2 44 16,0-4-24-16,-5-5-72 0,1-1-448 15,-3-3-584-15,-1-4-688 0,0-2-1192 16,-16-4-2625-16</inkml:trace>
  <inkml:trace contextRef="#ctx0" brushRef="#br0" timeOffset="33905.1">23164 9192 12165 0,'0'0'1764'16,"0"0"-1764"-16,0 0 0 0,0 0 112 0,0 0 712 15,84-4 108-15,-48 1-288 0,3 0-248 16,6 0-72-16,2-4 76 0,5 1-192 15,0 0-168-15,-1-1-40 0,-2 1-152 16,3-3-120-16,-5 5-24 0,1 1-316 0,-1 3 132 16,-2 0 204-16,-6 0-668 15,-3 10-860-15,-4-1-741 0,-12 4-1963 0,-4 9-104 16</inkml:trace>
  <inkml:trace contextRef="#ctx0" brushRef="#br0" timeOffset="47011.776">9821 10696 10428 0,'0'0'1545'16,"0"0"-737"-16,0 0 184 15,0 0 264-15,0 0 304 0,0 0-180 16,0 0-320-16,0 0-360 0,0 51-444 0,-8-39-108 0,-4 5-40 16,-4 8 4-16,-4 4-4 15,0 6 52 1,-3 0-28-16,-5 6-72 0,0-4-60 16,0 9 0-16,-4-5 0 0,4-3 48 0,0 0-48 15,4-3 4-15,4-7 0 0,4-2 4 16,1-5 4-16,2-1 0 0,5-8-4 15,1-2 4-15,3 0-4 0,4-7-4 16,0 0-4-16,0 3-80 0,0 1-32 16,7-1 40-16,5 7 60 0,8-1 8 0,1 1 4 0,6 3 0 15,-3-1 4-15,4 2 0 16,0 2 4-16,0-4 4 0,0 2 0 16,0-1-12-16,-4-1-12 0,-5 1-36 0,5-3 40 15,-4 3-40-15,0-4-4 0,-4 2 44 16,-1-3 8-16,-2 0-48 0,-1-5-36 0,-5 0-40 15,2 1-60-15,-1-4-220 0,-4 0-320 0,-1 1-324 16,5-4-620-16,-4 0-552 16,-4 0-864-16,5-4-2565 0</inkml:trace>
  <inkml:trace contextRef="#ctx0" brushRef="#br0" timeOffset="47845.214">10203 10969 3360 0,'0'0'1212'16,"0"0"2780"-16,0 0-2220 16,0 0-123-16,0 0-113 0,0 0-52 0,0 0-88 0,0 0-324 15,0 0-416-15,0 0-176 0,0 0-84 16,-28 7-104-16,16 2-120 0,5 1-108 15,-6 2-60-15,5 7-4 0,-3 1-8 0,2 2-44 16,1 3 44-16,5 4-64 0,-1 2-16 31,0 1 76-31,4 1-72 16,0-3-28-16,0 5-8 0,4 1 32 0,0-5-48 0,3 1 88 16,-3-3-28-16,5-3-44 0,-1-5-28 15,-1-5-40-15,1-6-56 0,5-1-156 16,-2-2-120-16,2-7-152 0,-2 0-88 15,6-4-512-15,-6-5-796 0,5-7-1117 16,-4 0-1959-16</inkml:trace>
  <inkml:trace contextRef="#ctx0" brushRef="#br0" timeOffset="48133.881">10450 10985 248 0,'0'0'10124'0,"0"0"-8579"0,0 0-889 15,0 0-68-15,0 0 224 0,0 0 340 16,0 0-96-16,-8 83-380 0,8-61-312 16,0 0-128-16,0 7-52 0,4-1-20 0,-4 4-40 15,4-1-28-15,-4 2-96 0,4 2-64 16,-4-1 0-16,5 1-8 0,-5-3-164 0,0-3 12 0,4-4-124 15,-1-6-440-15,1-3-144 16,0-6-356-16,0-10-652 0,-4 0-1273 16,9-4-3043-16</inkml:trace>
  <inkml:trace contextRef="#ctx0" brushRef="#br0" timeOffset="48647.519">10809 11030 7172 0,'0'0'2800'15,"0"0"-1523"-15,0 0-777 0,0 0-356 16,0 0 228-16,0 0 368 0,0 0 256 0,75 44-288 15,-66-31-392-15,2 0-116 16,-3 2-60-16,-4 4-40 0,1 0 0 0,-1 4-12 16,-4-2-88-16,0 5 0 0,-4 2-4 15,-5 2-208-15,1-2-92 16,1-3 76-16,-1-2 192 0,-1-4 36 0,2-6 124 16,3-5 28-16,0-1 12 0,0-3-124 0,4-1-40 15,0-3-88-15,0 3 72 0,0-3 16 16,4 4 44-16,4-4 196 0,3 5-52 0,2-5-24 0,-2 7-92 15,2-7-56-15,2 0-16 16,2 0-40-16,-2 0 36 0,5 0 4 16,0 0-164-16,0-7-336 0,0 2-752 0,3-5-704 15,-6-1-3141-15</inkml:trace>
  <inkml:trace contextRef="#ctx0" brushRef="#br0" timeOffset="49132.526">11223 11001 4772 0,'0'0'5592'16,"0"0"-4407"-16,0 0-441 0,0 0 12 0,0 0 340 0,0 0-100 15,0 0-116-15,0 0-224 0,0 0-332 0,84-29-88 16,-76 29-124-16,-4 4-100 0,0 5 148 16,-4 5 16-16,0 5 20 0,0 2-8 15,-4 8-92-15,-4-1-92 0,-4 1 0 16,4-4 4-16,-4-3 0 0,8-2-8 15,0-5-72 1,4-2-28-16,0-3-48 0,0 3-24 0,4-5-4 16,4 3 64-16,0-2 4 15,4-2-32-15,4-4 132 0,0-1 0 0,0-2 4 16,0 0-4-16,4 0-48 0,-5 0 52 0,-2 0 4 16,2 0-80-16,-7 0 72 0,-3 0 16 15,-1 4 116-15,0 2 48 16,-4 1-8-16,0 2-16 0,0 1-148 0,-4 2-36 15,0 1-116-15,-5 0-32 0,-2-1-188 0,3 1-280 16,-5 0-180-16,-2 0-240 0,2-3-508 16,2-5-1457-16,-1 2-3139 0,0-7 2657 15</inkml:trace>
  <inkml:trace contextRef="#ctx0" brushRef="#br0" timeOffset="49609.926">11602 10887 6612 0,'0'0'1704'31,"0"0"688"-31,0 0-1415 0,0 0-309 0,0 0 48 16,0 0 292-16,0 0 116 0,0 0-508 15,0 0-364-15,0 0 52 0,28 22-56 16,-16-9-60-16,-1-1 12 0,2 4-12 0,2 0-4 0,2 3 116 16,2-3-176-16,-3 1 12 15,1-3-136-15,-2 2 120 0,-3 4-120 16,-4-5 88-16,0 2 24 0,-4 2-12 0,0-1 84 16,-4 2-36-16,-4 5-24 0,-4 0-76 15,-4 0 0-15,0 5-48 0,-3-2-148 16,-6 1-148-16,1-1-172 0,1-3-88 0,-1-2-4 15,-1 0-284-15,6-11-288 16,2-3-400-16,6-9-981 0,-1 0-1831 0,4-2-1340 16</inkml:trace>
  <inkml:trace contextRef="#ctx0" brushRef="#br0" timeOffset="50234.255">11849 10671 792 0,'0'0'1748'15,"0"0"3604"-15,0 0-3396 0,0 0-551 0,0 0 187 16,0 0-104-16,0 0-276 0,0 0-332 16,0 0-380-16,0 0-224 0,0 0-4 0,4 10 24 15,4-8-24-15,-4 2 408 0,4-1-116 16,0 0-120-16,0 4-104 0,-1-1-8 16,2-3-4-16,3 3-24 0,-5-3-96 31,1 4-48-31,5-1-28 0,-6-3-12 0,5 4-8 15,0-4-15-15,0 3 11 0,4-3-20 16,0 1-16-16,0 3-68 0,0-2-4 0,4 2 12 16,0-5 0-16,0 5 0 0,0 0-12 15,-5 0-4-15,5-2 4 0,1 2 0 16,-6 0-4-16,2-1-4 0,-2 2-4 16,1-1 4-16,-4 0 0 0,1 2-36 0,-2-2 40 15,1-1 4-15,-4 0-12 16,4 1-40-16,-4-1 48 0,0 0 0 0,0 4 0 0,-4-4-4 0,4 0 0 15,-4 1 0-15,-1-4-4 16,-3 3 4-16,5 0 0 0,-1-2 0 16,-4-1 0-16,0 0-4 0,0 0 8 15,0 0 4-15,0 3 4 0,0 4 44 16,-4-1-36-16,-4 2 0 0,0 4 0 0,-4 1-12 16,0 7 0-1,-8-1-108-15,-4 6 11 0,-4 7-99 16,-4 6-264-16,-3 4-140 0,-1 3-44 0,-1 2-8 15,2 2-208-15,7-2-680 16,8-13-1600-16,-11 21-3445 0</inkml:trace>
  <inkml:trace contextRef="#ctx0" brushRef="#br0" timeOffset="56047.389">10665 11957 3676 0,'0'0'1644'0,"0"0"2600"0,0 0-2799 0,0 0-493 15,0 0-32-15,0 0 48 0,-4 73 8 16,12-41-56-16,-3 3-264 0,3 7-232 15,-5 2-112-15,1 0-76 0,0 3-64 16,-4-2-8-16,0-4-164 0,4-4-12 0,-4-7-40 16,0-8-72-16,4-6-112 0,-4-7-284 15,5-2-548-15,-1-7-408 16,3-3-1040-16,1-4-3609 0,1-15 1329 0</inkml:trace>
  <inkml:trace contextRef="#ctx0" brushRef="#br0" timeOffset="56210.367">10852 12115 1892 0,'0'0'468'0,"0"0"3576"0,0 0-1188 0,0 0-983 0,0 0-537 15,13 76-72-15,-13-53-200 0,0 2-156 0,0 4-128 16,0 0-268-16,-4-1-240 16,0 4-272-16,-1 0-148 0,2 2-212 15,-5 1-396-15,0-3-312 0,-1 3-428 16,-2-3-1069-16,3-10-2975 0</inkml:trace>
  <inkml:trace contextRef="#ctx0" brushRef="#br0" timeOffset="56775.138">8992 13134 64 0,'0'0'5536'16,"0"0"889"-16,0 0-5197 0,0 0-820 15,0 0 136-15,-24-69 292 0,20 56-108 16,4 4-156-16,-4 2-100 0,4 4-84 0,0 0-92 0,0 3-124 16,0 0-120-16,-4 0-40 15,4 3 48-15,-3 7-60 0,-1 2-60 16,-5 11-112-16,1 2-16 0,-3 6 88 0,2 7-12 16,-6-2 0-16,2 2 12 0,1 0 96 15,1 0 0-15,-2-2-4 0,-2-5-68 16,2 1-36-1,6-7-12-15,-1 0 0 0,0 1 24 16,3-7 36-16,2-3 52 0,3-1-88 16,0-2-16-16,0-1 52 0,0-1-8 15,0-3 56-15,0 3-156 0,8 1 172 16,0-3 12-16,0 4 0 0,-1 0 64 16,2 3-28-16,-1-4 16 0,-1 5 60 15,1 1-20-15,1 5 36 0,-1 0 84 0,-1 5-76 0,1 2-72 0,-3 3-12 16,3 2 8-16,-1-3-64 0,-3-1-8 0,5-1-108 15,-1 1-116-15,-5 1-64 16,5-4-280-16,0-2-528 0,1-1 400 16,-2-3 72-16,1-3-384 0,0 0-729 0,0-3-1059 15,0-6-2476-15</inkml:trace>
  <inkml:trace contextRef="#ctx0" brushRef="#br0" timeOffset="60245.204">9510 13534 3400 0,'0'0'428'16,"0"0"2024"-16,0 0-1100 0,0 0-484 0,0 0-116 16,0 0-4-16,0 0 56 0,0 0-71 15,0 0-221-15,0 0-152 0,0 0-80 16,60 42 40-16,-52-42-12 0,3 0-104 15,2-4 124-15,-2-2-172 0,2-2 20 16,-5-6 12-16,3 2-96 0,-3-4-80 16,5-3-12-16,-6-3-40 0,-3-1-100 0,4-6-176 0,-3 1-104 15,-1-1 28-15,-4 2-84 0,3 0 44 16,-3-1-84-16,0 2 108 0,0 4 124 0,-3 2 284 16,-1 8 76-16,-5-1 16 15,1 8 152-15,1 2 64 0,-1-1-80 16,-5 4 44-16,2 0 36 0,-2 0-116 0,2 7-184 15,-1-2 40 1,-1 8 4-16,2-3 36 0,3 6-88 16,-4 3-4-16,0 0-8 0,4 3 0 15,0 4 0-15,4-1 8 0,-4 0 4 16,4 4 8-16,0-1-4 0,4 1 60 16,-3 0 64-16,3-1-12 0,0 2 24 15,0-5 12-15,3 0 0 0,1 0-36 0,0 1-52 16,4-4-52-16,0 0 76 0,0-3-88 15,0-3-64-15,0 0 52 0,-1-4 0 0,2-1 12 16,-1-3 12-16,-1-2 104 0,2 5-104 16,-1-5 64-16,3-4-72 0,2 5 112 15,-5 0-116-15,-1-4-60 0,5 0 44 0,1-3 16 16,-2 3 0-16,-3-3 0 0,4 0 0 16,4 0 16-16,-4-3 32 0,4-6-36 0,-4 2 4 15,4-2-12-15,-4 0-4 0,0-4 0 16,0 0-152-16,4 1-168 0,-8-5-148 15,4 4-172-15,-4-2-272 0,3 2-273 0,2 0-703 16,-5 0-956-16,-1 7-2144 0,5-10 4832 16</inkml:trace>
  <inkml:trace contextRef="#ctx0" brushRef="#br0" timeOffset="60601.573">10427 13636 8008 0,'0'0'4725'15,"0"0"-4049"-15,0 0-676 0,0 0-52 16,0 0 52-16,0 73 296 0,-5-54 260 16,-3 0-300-16,1 4-256 0,-1-2-76 0,-1 4-180 15,-2 2-416-15,-1-2-248 0,-1 1-92 16,2-1-589-16,-5-3-1187 0,8-5-2836 0,-12 8 4109 15</inkml:trace>
  <inkml:trace contextRef="#ctx0" brushRef="#br0" timeOffset="61763.532">11243 13306 1584 0,'0'0'1836'15,"0"0"3100"-15,0 0-3224 0,0 0-435 0,0 0-277 0,0 0-104 16,0 0-96-16,0 0-52 0,0 0-180 16,0 0-240-1,-43 19-116-15,39-10-88 0,-5 4-24 0,5 4 44 16,0 2-20-16,1 0 0 0,3 6 28 16,0 0-28-16,0 4-12 15,3 2-64-15,5-2-40 0,1 2-8 0,2 2-12 16,-3-2-60-16,5-2-4 15,-6-4-12-15,5-6-60 0,-4-3-52 0,4 0-232 16,0-10 44-16,-3 5-80 0,2-9-212 16,1 2-400-16,0-4-264 0,4 0-589 15,-4-11-735-15,-4 2-2852 0</inkml:trace>
  <inkml:trace contextRef="#ctx0" brushRef="#br0" timeOffset="62334.089">11621 13328 4316 0,'0'0'5264'16,"0"0"-3687"-16,0 0-1153 0,0 0-168 0,0 0 308 15,0 0 76 1,0 0 188-16,0 0 96 0,77-12-368 0,-70 15-232 0,-3 3-84 16,4 3-52-16,-3 4-88 0,-5 4-20 15,0 5-80-15,0 3-344 0,-5 4-196 16,-3-1-88-16,-3 4 32 0,3 0 60 16,-5-4 156-16,2 1 112 15,3-7 268-15,-1-3 84 16,2-3 108-16,-1-4-24 0,4-5 96 0,4-1-32 0,0-3-4 15,0 0-92-15,0 4-120 0,8-4 120 0,-1 0 92 16,6 4 228-16,2-1-116 16,2-3-76-16,-2 3 24 0,2-6-188 15,-2 4 44-15,-2-4-44 0,2 3-24 0,2-3-76 16,-6 0-100-16,5 0 48 0,0 0-164 16,-1-3-348-16,2 3-80 0,-1-4-448 0,-4 1-488 15,-1 0-1321-15,2 0-2519 16</inkml:trace>
  <inkml:trace contextRef="#ctx0" brushRef="#br0" timeOffset="62731.31">12164 13303 6704 0,'0'0'2724'0,"0"0"-1171"0,0 0-1257 0,0 0-64 15,0 0 512-15,0 0 36 0,0 0-168 16,0 0-244-16,0 0-116 0,0 0-76 0,67-6 52 0,-63 18 88 16,-4 4-212-16,4 3 44 15,-4 3-136-15,0 1-4 0,0-1 0 0,-4 0 4 16,4-3 24-16,-4 0-36 0,4-3-76 15,0-3 16 1,4-1-28-16,0 1-16 0,5-4 92 0,2-2-52 0,-3 3 64 16,4-8 0-16,0 5 76 0,1-7-76 15,-2 4 176-15,-3-2-60 16,0-2 72-16,-4 6 76 0,-4 1-12 0,0 3 0 16,0 3-36-16,-4-1-216 15,-8 7-140-15,-3 0-152 0,-6 0-120 16,1-3-180-16,-8 3-448 0,0-3-540 15,-4 1-1513-15,-7-3-2963 0,11-3 3212 0</inkml:trace>
  <inkml:trace contextRef="#ctx0" brushRef="#br0" timeOffset="63134.338">10876 13204 1840 0,'0'0'352'16,"0"0"-92"-16,0 0 1788 0,0 0 176 16,-35 71-936-16,31-46-160 0,4 0-108 15,0 8-167-15,0-2-285 0,4 3-120 0,0 1-192 16,8 4-76-16,-4-4 12 0,0-1-60 15,-1 5-132-15,6-8-52 0,-2 4-100 0,1-7-208 16,4 1-540-16,1-4-413 0,2-1-879 16,-2-10-1956-16</inkml:trace>
  <inkml:trace contextRef="#ctx0" brushRef="#br0" timeOffset="63471.794">12530 13189 3700 0,'0'0'848'16,"0"0"2556"-16,0 0-2160 0,0 0 8 15,0 0 77-15,84 27 15 0,-68-16-328 16,0-2-304-16,0 4-348 0,0 3 76 0,3 3-200 16,-2 3-116-1,-2 6-48-15,1 4 92 0,-4 7-108 0,-3-1 68 16,-5 6-44-16,-4-3-84 0,0 1 52 16,0 2-52-16,-9-3 0 0,1 1-76 0,0-4-24 0,-4-1-380 0,0-1-236 31,-3-4-168-31,2-4-388 0,-6-2-1077 15,3-8-2491-15,-1-2-1027 0,-6-3 5867 16</inkml:trace>
  <inkml:trace contextRef="#ctx0" brushRef="#br0" timeOffset="64072.938">13327 13764 7852 0,'0'0'1932'0,"0"0"-219"0,0 0-393 16,0 0-272-16,0 0-124 0,0 0-132 16,8 79-188-16,-12-57-276 0,-4 0-204 0,0 0-48 15,0 1-76-15,0-4-100 0,-4-4-24 16,4 5-112-16,0-8-296 0,-3 1-248 16,2-1-284-16,1-2-532 0,4-3-1121 15,1-4-3139-15</inkml:trace>
  <inkml:trace contextRef="#ctx0" brushRef="#br0" timeOffset="64420.888">13825 13319 9424 0,'0'0'1332'0,"0"0"-819"15,0 0 335-15,0 0 228 0,0 0 108 16,-80 67-164-16,65-48-292 0,2 6-324 0,5 0-80 16,-3 4-48-16,7 6-128 0,0-1 16 0,4 2-28 15,0 2-24-15,0 0 12 0,0 0-16 16,4-2-92-16,4-5-4 0,-1-3 40 15,6 1-52-15,-2-4-60 0,-3 0-4 0,9-5-36 16,-6 2 4-16,6-2-32 0,-6-6-44 16,6-1-12-1,-2 0-328-15,5-1-220 0,0-5-248 16,4 0-488-16,0-1-1601 0,-9-6-3555 16</inkml:trace>
  <inkml:trace contextRef="#ctx0" brushRef="#br0" timeOffset="65266.962">14119 13353 3144 0,'0'0'1628'16,"0"0"1800"-16,0 0-1832 0,0 0-139 15,0 0-185-15,0 0-136 0,0 0-136 0,13 70-228 16,-9-44-220-16,4 6-136 16,-5-4-116-16,2 4-88 0,-1-3-52 0,0 3-8 15,-4-4 8-15,4 0-60 0,-4-2-100 16,0 2-56-16,0-5-104 15,0 0 24-15,0-4-312 16,0-5-56-16,0-3-112 0,0-2-228 0,0-6-512 16,0-1-668-16,0-2-1029 0,4 0-1743 0,0 0 1305 0</inkml:trace>
  <inkml:trace contextRef="#ctx0" brushRef="#br0" timeOffset="65821.138">14710 13322 680 0,'0'0'8308'0,"0"0"-5787"0,0 0-1689 0,0 0-424 15,0 0 220-15,0 0 160 16,0 0 284-16,0 0 24 0,0 0-344 0,75 10-308 15,-71-1-208-15,0 1 60 0,-4 3-144 16,4 2-32-16,-4 4-20 0,0 4-40 0,0-4-52 16,-4 3 0-16,0-3-4 0,0 0-4 15,4-7-12-15,-4 4 0 0,4-3 12 16,0-3-12-16,0-1-96 0,0-3-16 16,8 4 24-16,-4 0 12 0,8-1 4 15,-4-2 84-15,4-1 4 0,0 0 44 16,0-4 8-1,0 5-48-15,-4-3 56 0,4 2 36 0,-5-3-16 16,-2 7 80-16,-1-4 20 0,-4 4-24 16,0 2-12-16,0 1-16 0,-4 3-132 15,-8-3-84-15,0 3-224 0,0-1-184 0,-4 2-80 16,-4-4-120-16,4-1-188 16,0 1-392-16,1-4-580 0,-2-4-821 0,6 2-1767 15,3-3-200-15,-5-1 3820 0</inkml:trace>
  <inkml:trace contextRef="#ctx0" brushRef="#br0" timeOffset="66521.545">15327 13293 4012 0,'0'0'8405'15,"0"0"-7053"-15,0 0-908 0,0 0-124 0,0 0 148 0,0 0 72 0,0 0 480 16,83-12 0-16,-78 15-452 15,-1 6-272-15,0 4-12 0,0 3-88 0,-4 6-60 0,0 0-76 16,-4 7 16-16,-4-1-76 16,0 4-52-16,-8 0-48 0,4 3 0 15,0-4-32-15,-4 2-116 0,4-5 12 0,4 1 152 16,1-10 20 0,2 0 16-16,5-6 0 0,0-1-16 15,0-6-60-15,5 4 52 0,2-4 72 16,5 1 24-16,0-1 100 0,4 0 36 15,0-2 64-15,4-2-104 0,-4-2-112 16,8 0-4-16,-5 0-4 0,2-6-244 0,3 0-240 16,-1 0-212-16,-3-4-268 0,0 1-776 15,0-4-2309-15,-12 7-2771 0,0-7 3664 0</inkml:trace>
  <inkml:trace contextRef="#ctx0" brushRef="#br0" timeOffset="66784.425">15801 13306 4316 0,'0'0'6560'0,"0"0"-5403"0,0 0-465 16,0 0 48-16,0 0 236 0,0 0 60 0,88 13 20 0,-76-4-356 15,4 2-364-15,-1 1-164 16,2 3-24-16,-6 8-60 0,2-1 12 15,-5 3-40-15,-4 4 16 0,-4 3 0 0,0-1-76 16,0 1-12-16,-8 6-48 0,-5-3-104 16,2 3-156-16,-6 3-152 15,2-2-236-15,-5 1-264 0,-4 2-264 0,0-1-944 16,-4-3-1889-16,8-9-1323 16,-16 16 3696-16</inkml:trace>
  <inkml:trace contextRef="#ctx0" brushRef="#br0" timeOffset="67870.823">16284 12839 3636 0,'0'0'6080'15,"0"0"-4479"-15,0 0-1177 0,0 0-296 0,0 0 180 16,0 0 512-16,0 0 704 0,0 0-488 16,0 0-508-1,0 0-172-15,3 32-172 0,1-25-44 0,-4-4-96 0,0 0-44 16,4-3-88-16,0 3 88 0,-4-3 0 15,9 3 8-15,-5-3 52 0,3 3-60 0,1 4-8 16,-4 5-52 0,5 4 60-16,-6 14 56 0,-3 3-56 0,0 12-76 15,0 3-48-15,-3 2 0 16,-6 5-40-16,1-4 156 0,4-1-120 16,-3 1 12-16,3-3-44 0,-5-7 108 0,9-9 52 15,0-7 300-15,0-6-108 0,0-3-80 0,0-6-96 16,4-1-16-16,1-3-4 15,2 0 4-15,1 1 48 0,0-1 52 0,8 0 24 16,-4 1-120-16,4 3 0 0,-4-4-4 16,-1 7-4-16,2 0-4 0,-1 2 8 0,0 7 64 15,-4 4-4-15,-4 6-48 0,3-1 64 16,-3 5-76-16,1 2 0 0,-5-1-4 0,0 4 0 31,0 1-4-31,0 3-80 0,0-4 84 0,0-3-8 0,0 0 0 0,0-6 0 0,0-3-128 16,0-7-220-16,0-10-208 0,0-2-200 15,0-4-308-15,0-2-456 0,0-4-1589 16,0 0-5351-16</inkml:trace>
  <inkml:trace contextRef="#ctx0" brushRef="#br0" timeOffset="68028.425">16566 14205 3724 0,'0'0'2708'15,"0"0"-2708"-15,0 0-6431 0</inkml:trace>
  <inkml:trace contextRef="#ctx0" brushRef="#br0" timeOffset="93966.554">13586 15773 6716 0,'0'0'4281'0,"0"0"-3601"16,0 0-244-16,0 0-320 0,0 0 140 15,0 0 320-15,-16 79 368 0,13-50-108 0,-2 2-296 16,1 5-212-16,4 5-40 0,0 3 16 16,4 7-92-16,8 3-36 0,0 10-64 15,4 6-52-15,0 3-60 0,0 3 0 0,3 1-56 16,-2-2-32-16,-2-5-48 0,2-7-88 0,-2-8-44 16,1-8-72-16,-4-15-148 15,4-7-360-15,4-15-332 0,-4-10-500 16,1 0-929-16,2-23-2595 15</inkml:trace>
  <inkml:trace contextRef="#ctx0" brushRef="#br0" timeOffset="94330.132">14351 15926 7644 0,'0'0'3120'16,"0"0"-1475"-16,0 0-841 0,0 0-292 15,0 0 312-15,-96 54 44 0,68-32 104 0,1 6-236 16,-1 4-376-16,0 4-200 0,3 1-72 16,2 5-44-16,3-1-44 15,5-3-48-15,2-3 48 0,5-7 0 0,8-5-12 16,0-4-76-16,0-4-36 0,12-2-24 0,4 0 36 0,4-4 24 16,0 1 28-16,4-1 56 0,0 1-4 0,4-4-68 15,-1 4 64-15,1-1-96 16,-4 0 104-16,0 1-44 0,0 6 48 15,0 3 64-15,-8 0-52 0,-1 4 88 0,-2-1 24 16,-5 3 64-16,-1 4-92 0,-7-1 4 16,0 0-36-1,0-2 84-15,-3 0-36 0,-9-4 0 16,-1-3-112-16,-2 0-212 0,-1-3-72 0,-4 0-104 16,0-1-8-16,1-5-84 0,-2 0-84 15,1-3-28-15,1-5-268 0,3-2-528 16,0-6-717-16,4-7-1135 0,0 3-2844 15,8-8 5800-15</inkml:trace>
  <inkml:trace contextRef="#ctx0" brushRef="#br0" timeOffset="94728.877">14546 16611 4008 0,'0'0'1236'31,"0"0"2308"-31,0 0-2312 0,0 0-199 16,0 0 187-16,0 0-184 0,0 0-212 16,0 0-292-16,0 0-204 0,80 7-240 0,-68-4 104 15,0 0-80-15,-4 3-24 0,3 4-24 16,-7 2 100-16,5 1 48 0,-5 6-24 0,-4 1-72 16,0-1 12-16,4 0-28 0,-4-3-64 15,0-4-36-15,4 1-100 0,-1-3-52 16,1-1-40-16,5-3-32 0,-1 1 124 0,3-4 36 15,2 3 16-15,-2-3-32 0,1 0 80 16,0 1 8-16,-4-1-4 0,0 0 72 0,-4 3 84 16,1 0 116-16,-2 1 104 15,-3 2-56-15,0 4-36 0,0-1-40 16,-3 7-84-16,-10-2-80 0,1-1-72 0,0 0-12 16,-4-4-172-16,5-2-240 0,-5 0-236 0,4-8-284 15,3-2-204-15,-2 0-264 16,-1-6-1017-16,3-10-1655 0,-2 4-1920 0,3-20 5629 0</inkml:trace>
  <inkml:trace contextRef="#ctx0" brushRef="#br0" timeOffset="95013.696">15017 15865 1016 0,'0'0'2660'0,"0"0"3828"0,0 0-4119 16,0 0-625-16,0 0-216 0,0 0-376 0,0 0-468 0,0 0-140 16,0 61-124-16,4-33-76 0,3 7-144 0,-3 6-80 15,9 8-56-15,-2 1-64 0,5 10-12 16,0 3 12-16,0 8-12 0,0 2-60 16,-1 3 60-16,2 0-24 0,-6 0-64 0,2-2-108 15,-1-5 12-15,-5-6-28 0,2-6 64 16,-1-6-24-16,-4-9-40 15,-1-7-60-15,1-10-140 16,-4-6-124-16,4-6-116 0,-4-6-468 16,0-5-468-16,0-2-644 0,0-6-965 0,0-1-3507 15,-8-9 6664-15</inkml:trace>
  <inkml:trace contextRef="#ctx0" brushRef="#br0" timeOffset="95652.26">14610 17361 2596 0,'0'0'444'0,"0"0"5324"0,0 0-4112 0,0 0-447 16,0 0-181-16,0 0 116 0,0 0-40 16,0 0-424-16,0 0-240 0,0 0-248 15,-12 76-20-15,12-51 104 0,0 4-12 0,0 3-16 16,0 3-24-16,4 2-40 0,4-2-72 15,-4 3-112-15,4-2-52 0,-4-4-72 0,0-1-40 16,4-9-220-16,-5 1-128 0,2-14-156 16,-5-3-100-16,4-6-484 15,0-3-512-15,0-9-1125 0,4-5-1843 0</inkml:trace>
  <inkml:trace contextRef="#ctx0" brushRef="#br0" timeOffset="95835.451">14825 17484 5032 0,'0'0'4940'0,"0"0"-3815"0,0 0-637 0,0 0-52 0,0 0 420 0,20 83 392 16,-20-55-108-1,4 1-400-15,-4 3-296 0,0 3-172 16,0-3-148-16,4-1-124 0,-4-2-124 16,4 2-136-16,0-5-396 0,-4-1-224 15,0 1-480-15,4-5-968 0,-4 3-2161 16,0-12-1411-16,0 4 5272 0</inkml:trace>
  <inkml:trace contextRef="#ctx0" brushRef="#br0" timeOffset="96232.824">14802 18091 92 0,'0'0'8264'16,"0"0"-6604"-1,-17 73-808-15,13-45-275 0,0 4 299 16,4 0 108-16,0-1-20 0,0 1-156 0,0 0-264 0,4 0-104 16,4-1-88-16,0 2-100 15,4-1-116-15,4-5-136 0,0-2 12 16,4-5-12-16,0-1 0 0,0-6-96 0,-1-7 88 16,5 1-128-16,1-7-104 15,-5 0 240-15,-1-13-12 0,-3 0 12 0,0-6 0 0,0-1-44 16,-4-5 36-16,-3-2-76 0,-2-3-56 15,-3 2-48-15,0-1 16 0,0 1 32 16,0 2 40-16,-4 5 12 0,0 5 12 0,0 2 76 16,0 6 0-16,-4 4 152 0,-4 2-40 15,0 2-112 1,-8 0 0-16,1 2 140 0,-6 4 60 16,1 4-192-16,1 0 80 0,-5 2-28 15,3 4-8-15,2 0-52 0,-1 0-44 16,8-4-216-16,0 1 44 0,4-4-36 0,0 1-364 15,8-3-528-15,0-5-812 0,0-2-2029 16,0 0-2503-16,8-2 5416 0</inkml:trace>
  <inkml:trace contextRef="#ctx0" brushRef="#br0" timeOffset="97833.126">15790 16208 4000 0,'0'0'2928'0,"0"0"-604"16,0 0-1200-16,0 0-632 0,0 0 37 0,0 0 343 0,0 0 252 15,0 0-184-15,0 0-320 0,95 0-228 0,-67 0-168 16,0 0-60-16,0-3-164 0,-1 0-24 16,-3-3 24-16,-4 2-52 0,5-2 44 15,-10 3-144-15,5-3-264 0,-8 2-516 0,-4 1-344 16,0 3-829-16,-4 0-1783 0,-4 3-2088 15</inkml:trace>
  <inkml:trace contextRef="#ctx0" brushRef="#br0" timeOffset="98076.401">15865 16449 744 0,'0'0'2256'16,"0"0"3288"-16,0 0-4004 0,0 0-675 15,0 0-233-15,0 0 200 0,0 0 12 16,0 0 136-16,76 3-296 0,-44-3-308 16,-4 0-100-16,4 0-112 0,0-3 24 0,-1 0-88 15,1-3-100-15,0-1-8 16,0 1-68-16,0 0-48 0,4-4-428 0,-1 1-220 16,1 0-256-16,4-4-864 0,-4 3-2689 15,-12 1-2410-15</inkml:trace>
  <inkml:trace contextRef="#ctx0" brushRef="#br0" timeOffset="98672.089">17116 15649 784 0,'0'0'756'15,"0"0"5916"-15,0 0-4924 0,0 0-459 16,0 0-221-16,0 0-20 0,0 0-72 0,0 0-228 16,0 0-232-16,0 0-152 0,0 0-72 0,8 35-4 15,0-3-4-15,0 13-96 0,4 2 0 16,-4 10-128-16,4 7-56 0,-4-1-4 15,4 1-8-15,-9 3 0 0,6-4-80 0,-1 0 4 16,-4-2 20-16,0-8-84 0,3-1-4 16,2-11-60-16,-5-6-48 0,4-10-236 15,-1-6-332-15,6-6-364 0,-5-10-1060 0,3-3-461 32,2-6-535-32,-2-8-1852 0</inkml:trace>
  <inkml:trace contextRef="#ctx0" brushRef="#br0" timeOffset="99121.654">17865 15621 6796 0,'0'0'608'16,"0"0"1624"-16,0 0-1380 0,0 0-708 16,0 0 177-16,0 0 387 0,0 0-144 0,0 0-168 15,-84 58-396-15,69-33-76 16,-2 2-104-16,6 8-24 0,-6 4-104 0,6 2 0 16,-1 0 64-16,0-2 152 0,8-4 88 15,0-10 8-15,4-3 44 0,0-6 120 16,0-7-44-16,8 1-120 0,-5-7-4 15,10 0 80-15,-5-3 8 0,3 0-88 0,2 0 12 16,-2 0 40-16,2 0 0 0,-1 0-40 0,-5 0 244 16,6 0 52-16,-2 3-64 15,-3 7 76-15,1 2 164 0,-1 5-88 16,-1 4-80-16,1 2-164 0,-4 3-40 0,1-4-96 16,-2 6-4-16,1-2 52 15,-4-4-64-15,4 0-52 0,-4-3-12 0,0-3-64 0,4-3-188 16,-4-4-420-16,4-2-316 0,-4-4-529 15,0 0-851-15,4-3-1636 0,-4 3 528 16,4-3 2981-16</inkml:trace>
  <inkml:trace contextRef="#ctx0" brushRef="#br0" timeOffset="99405.523">18152 16002 2812 0,'0'0'4244'0,"0"0"-1056"0,0 0-1487 0,0 0-757 16,0 0 128-16,0 0-124 0,0 0-152 0,0 0-204 15,100 9-268-15,-77-15-88 0,5-1-140 16,-4-5-92-16,4-1 32 16,-4 1-36-16,0-5-100 15,-4-1-364-15,0-2-428 0,-1 1-332 16,-6-3-868-16,-2 6-2853 0,-7-3-1863 0</inkml:trace>
  <inkml:trace contextRef="#ctx0" brushRef="#br0" timeOffset="99605.465">18260 15773 6836 0,'0'0'2104'15,"0"0"-640"-15,0 0-976 0,-4 76-127 16,4-44 579-16,0-1 312 0,4 1 80 0,0-3-440 16,-4 3-568-16,3 0-324 0,-3-4-188 15,0 0 36-15,0 5-664 0,0-5-352 0,0 1-840 16,-3-1-2053-16,-5-2-1367 0,4-7 3344 15</inkml:trace>
  <inkml:trace contextRef="#ctx0" brushRef="#br0" timeOffset="99758.511">18183 16335 1228 0,'0'0'624'16,"0"0"-272"0,0 0 4012-16,0 0-2688 0,0 0-624 0,0 0 136 15,0 0-27-15,92-6-113 0,-72 3-244 16,1-4-204-16,2 0-168 0,1-1-220 15,0-5-72-15,0-4-140 0,0-1-112 16,-1-8-752-16,-2 1-524 0,3-3-1149 16,-13 5-3983-16</inkml:trace>
  <inkml:trace contextRef="#ctx0" brushRef="#br0" timeOffset="100021.405">18733 15529 928 0,'0'0'2488'0,"0"0"4124"0,0 0-5788 15,0 0-707-15,0 0 375 0,0 0 624 16,0 0 436-16,0 0-412 0,13 73-500 0,-13-45-352 0,0 4-72 16,0 4-116-16,0 4-96 0,0 8-4 15,0 3-8-15,0 3-168 0,4-3 104 0,0-1-20 16,0-2 88-16,3-7 4 0,6-3-8 15,-5-3-80-15,-1-6-12 0,1-7-304 16,1-3-36-16,-5-6-180 0,3-7-432 16,-3-6-508-16,5 0-1097 0,-5-16-2155 15,0 4 432-15</inkml:trace>
  <inkml:trace contextRef="#ctx0" brushRef="#br0" timeOffset="100655.534">18897 15507 928 0,'0'0'1068'0,"0"0"3492"0,0 0-2376 16,0 0-648-16,0 0-411 0,0 0-125 15,0 0-232-15,0 0-108 0,0 0 52 0,0 0 20 16,0 0-228-16,60-26-216 0,-40 19-36 16,0 1-112-16,-5 3 120 0,6 0-12 15,-10 3-48-15,6 0-192 0,-10 0 132 16,6 10 68-16,-9 2-60 0,0 11 16 15,-4 3-64-15,0 4-100 0,-4 5-176 0,-5 7-48 16,-3-3-96-16,5 5-92 0,-6-1 0 16,2-4 8-16,-1-1 164 15,-1-2 116-15,10-9 124 0,-5-4 48 0,8-4-48 16,-4-11-4-16,4 3-108 0,0-5-12 16,4 1 108-16,4-1-28 0,-1 4 44 0,2-4 4 15,-1 3 96 1,3 1 0-16,-2 6 16 0,-1-1 44 15,3 5 56-15,-3-1 12 0,1 2 84 16,-2 5 0-16,1-3-148 0,0 2-164 0,-3-3-64 16,2 0 0-16,-3-3-136 0,4-3-364 15,-4-2-304-15,0-6-408 16,0-4-1356-16,0-2-3677 0,4-4 1337 16</inkml:trace>
  <inkml:trace contextRef="#ctx0" brushRef="#br0" timeOffset="101022.929">19515 15383 10140 0,'0'0'1045'15,"0"0"-981"-15,0 0 284 0,0 0 472 16,0 0 76-16,0 0-440 0,0 0-456 15,0 0-36-15,0 0-68 0,0 0 104 16,32-35 0 0,-24 45 140-16,-5 5-36 0,1 8-16 0,0 2 40 15,0 0-16-15,-4 8 16 0,0 0 88 16,0 6 0-16,0 1 96 0,0 9 168 16,0 2 48-16,0 9-236 0,0 4-132 15,0 5-160-15,5 3-48 0,-1 5-40 16,0 2 24-16,3 5-36 0,1-6-16 0,1 2-8 15,-2-4-16-15,1-8-136 0,-4-10 40 16,0-9-32-16,-4-8-60 0,0-12-164 16,0-11-460-16,0-5-1176 0,0-7-2345 0,0-1-827 15,-4-5 3901-15</inkml:trace>
  <inkml:trace contextRef="#ctx0" brushRef="#br0" timeOffset="102041.465">18260 16786 1448 0,'0'0'848'0,"0"0"1796"16,0 0-1340-16,0 0-356 0,0 0 104 0,0 0-40 15,0 0-28-15,-17 73 33 0,17-67-129 16,0 1-120-16,0-4-184 0,0-3-176 0,0 0-152 16,0 0-92-16,0 0-76 0,0 0-24 15,0 0 0-15,0 0-16 0,0 0-40 0,0 0 44 16,0 0 12-16,-4 0 24 0,4 0 88 16,0 0 0-16,0 0-12 0,0 0 40 0,0 0 32 15,0 0 28-15,0 0-60 16,0 0-64-16,0 0-40 0,0 0 0 31,0 0-12-31,0 0 8 0,0 0 4 0,0 0-12 16,0 0 12-16,0 0-48 0,0 0-44 0,0 0-8 15,0 0 4-15,0 0 44 0,0 0 52 16,0 4-12-16,0 1-40 0,0 4-48 16,0 8-72-16,0 2 56 0,0 3-44 0,0 3 52 15,0 4 4-15,0 3-48 16,0-1-8-16,0 1 56 0,4 3-48 0,-4 3-84 15,5-3 36-15,3 0 24 0,-4-6-72 16,0-3-28-16,-1-12-216 0,1 0-108 0,0-11-232 0,1-3-524 16,3-10-148-16,-4-9-633 0,3-2-695 15,1-9-1768-15,-3 5 2480 16</inkml:trace>
  <inkml:trace contextRef="#ctx0" brushRef="#br0" timeOffset="102205.221">18462 16849 3768 0,'0'0'2228'0,"0"0"2132"0,0 0-3215 0,0 0-449 0,5 80 56 16,-5-51 168-16,0 2 80 0,-5 1-144 15,5-1-380-15,-4 4-248 0,4-3-228 16,-3 0-48-16,-1 0-268 0,4 0-400 0,-8 0-220 16,4-4-260-16,-5 1-712 0,-2-4-2429 15,3-3-1687-15,-12 7 5096 0</inkml:trace>
  <inkml:trace contextRef="#ctx0" brushRef="#br0" timeOffset="102539.835">18168 17719 3252 0,'0'0'3284'0,"0"0"1117"15,0 0-3565-15,0 0-284 16,0 0 560-16,0 0 4 0,80-44-244 0,-61 31-160 0,-2 7-168 15,2-3-160-15,-2 2-160 0,-2 4-120 16,-2 3-104-16,-2 0-72 0,-3 3 72 0,0 6 92 16,-4 7-92-16,0 6-48 0,0 3-88 15,-4 8 48-15,0-1 12 0,0 3 68 16,-4-4-64-16,4 5 64 0,0-3-44 16,0-3 52-16,0-2 4 0,8-6 108 15,0-6 100-15,4 0 12 16,0-6-76-16,4-4 0 0,7 1-24 0,1-5-12 15,1-2 0-15,3 0-12 0,3-6-40 0,5-3-60 16,0-4-144-16,-4-3-152 0,8-3-252 0,-4 3-184 16,0-3-476-16,-1 4-936 0,-3-2-2513 15,-8 4-3027-15,8 1 7164 0</inkml:trace>
  <inkml:trace contextRef="#ctx0" brushRef="#br0" timeOffset="103148.565">20212 15931 2596 0,'0'0'8292'16,"0"0"-6111"-16,0 0-821 0,0 0-464 0,0 0-268 16,0 0-148-16,0 0-104 0,0 0-140 0,0 0-48 15,0 0 84-15,0 0-84 0,0 0-40 16,20 0-100-16,-20 0-44 15,0-2 72-15,0 2-4 0,0 0-72 0,0 2-64 0,0 5-384 16,-4 6-24-16,-4 3-12 16,3 3-84-16,2 0-124 0,-1-3-164 15,0 0-440-15,4-7-720 0,0 1-2881 0,0-4-1350 16</inkml:trace>
  <inkml:trace contextRef="#ctx0" brushRef="#br0" timeOffset="103528.101">21057 15326 2300 0,'0'0'1500'0,"0"0"3788"0,0 0-3568 15,0 0-539-15,0 0 63 0,4 65-12 0,0-35-160 16,-1 1-192-16,1 10-244 0,4 3-176 16,5 8-148-16,-2 5-40 15,2 3-28-15,2 7-20 0,-2 3-28 16,-2 3-24-16,5 0-92 0,-4 0-80 0,0-4-148 15,0-4-72-15,0-9-164 0,-4-4-124 0,0-14-176 0,-4-7-64 16,4-11-220-16,0-5-360 0,-5-5-728 16,1-7-549-16,1 0-1595 0,-1-3 476 15,0 0 2928-15</inkml:trace>
  <inkml:trace contextRef="#ctx0" brushRef="#br0" timeOffset="104063.935">21738 15398 1580 0,'0'0'1028'15,"0"0"-700"-15,0 0 1300 16,19-72 1236-16,-14 58-1128 0,-1 9-520 0,0 2-171 16,-4-1-45-16,0 4 228 0,0 4-24 15,0 1-184-15,-4 9-404 0,-5 4-328 16,-2 14-76-16,3 6-140 0,-5 13 40 0,-2 6 28 15,4 10-4-15,-6 3 0 0,2 3-76 16,-2 0 88-16,-3 4-36 0,5-8-100 0,-2-6 40 16,2-9-52-16,2-10-224 15,2-8-84-15,3-14-68 0,4-9 16 0,4-10-52 16,0-6-256-16,0-10-532 0,0-12-620 16,0-11-341-16,8-8-403 0,-1-7-1352 15,1-4 864-15,1 15 2296 16</inkml:trace>
  <inkml:trace contextRef="#ctx0" brushRef="#br0" timeOffset="104379.995">21662 15544 1356 0,'0'0'940'16,"0"0"-588"-16,0 0 5252 0,0 0-4048 0,0 0-407 15,0 0-209-15,88-37-132 0,-68 53 32 16,0 5 12-16,-1 8-144 0,6 3-320 16,-10 6-112-16,5 3 28 0,-3 6-36 0,-6 1-72 0,1 0-32 15,-3-1-128-15,-2-5-36 0,-3-4-60 16,0-3-64-16,-4-9-268 0,4-4-100 0,-4-7-100 15,0-5-64-15,-4-4-232 16,-4 0-504-16,-3-1-785 0,-6-5-795 16,2 0 56-16,-5 0 608 0,-1-7 1332 0,2 0 976 15,-5-2 52 1,4-1 640-16,-5-3 232 0,6 1 1412 16,-1-4-20-16,0 3-952 0,8 1-380 0,4 5-28 15,5 1-15-15,3 2-325 0,0 2-180 16,11-3 320-16,-3 3 20 15,8-4-180-15,3 2-292 0,2-2-128 0,-1-1-176 16,4-1 0-16,-1-3-164 0,1 3-636 0,1-5-652 16,-1 1-1069-16,-9 1-3787 0</inkml:trace>
  <inkml:trace contextRef="#ctx0" brushRef="#br0" timeOffset="104680.672">22180 15872 2692 0,'0'0'7600'0,"0"0"-6647"16,0 0-517-16,0 0 516 0,0 0 296 16,0 0 4-16,0 0-336 0,0 0-508 15,0 0-296-15,0 0-24 0,64 47 8 0,-64-35 20 16,0 5-56-16,0-2-56 16,0 2 0-16,0 1 0 0,0-5-4 15,0 0-72-15,8-4-80 0,0-2-36 0,0-1 52 16,3 0 24-16,2-2 32 0,2 2-8 0,2-6-48 15,-6 3 36-15,2 0 48 16,-2 1 52-16,1 3 12 0,-7-2 88 0,-1 2 0 16,-4 2 64-16,0 0 28 0,0 5-192 15,-13-2-12-15,-2 1-192 0,-2-5-272 0,-2 3-320 16,-1-5-380-16,-1-6-728 16,6 0-2077-16,-1-10-2035 0,4 1 5608 0</inkml:trace>
  <inkml:trace contextRef="#ctx0" brushRef="#br0" timeOffset="104906.325">22554 15107 5212 0,'0'0'896'0,"0"0"2752"0,0 0-2435 0,0 0 355 0,0 0 556 15,0 0-248-15,0 0-520 0,37 82-552 16,-33-47-460-16,4 13-148 0,-1 3-60 15,-3 5-52-15,5 8-80 0,-5 2-4 0,0 4-160 16,-4 7-256-16,0-4-312 16,0 3-224-16,0 0-492 0,-4-1-932 15,-5-4-1857-15,-3 0-1411 0,5-24 2332 0</inkml:trace>
  <inkml:trace contextRef="#ctx0" brushRef="#br0" timeOffset="105716.333">22017 16973 9696 0,'0'0'1705'0,"0"0"-1129"0,0 0-128 0,0 0 220 16,0 0 412-16,0 0-44 15,0 0-408-15,0 0-376 0,0 0-100 16,0 0-36-16,0 0-44 16,47 61-72-16,-47-46 0 0,-8 4-84 0,5 4-32 15,-5-4 24-15,0 2 48 0,-1-1 44 0,6-1 64 16,-1-6 76-16,0-1 96 0,4-5-60 16,0-1-84-16,0-3-92 0,8 1-164 15,4-4 164-15,4 0 4 0,0 0 8 0,3 0 0 16,-2 0-4-16,2 0-4 0,-3 0-4 0,-4 0 12 15,1 2 64-15,-6 2 60 0,1 2 148 16,0 1 76-16,-3 2 520 0,-2 4-324 16,1-4-240-16,-4 7-156 0,0-4-48 15,0 5-100-15,-7-1 36 0,-2 0-40 16,1 0 0-16,-3-1-8 16,-6-2-4-16,2 3-216 0,-6-3-208 15,1-4-80-15,-3 1-144 16,-1-4-92-16,-4-3-272 0,4 1-596 0,-4-4-1028 15,0 2-2241-15,9-2-807 16,-13 5 4932-16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02:58.38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8308 4404 2028 0,'0'0'418'0,"0"0"-257"15,0 0 129-15,0 0-24 0,0 0-43 0,0 0-70 0,0 0 49 0,0 0 46 16,0 0-53-16,14-12-24 0,-9 12-16 16,2 0-40-16,-2 0-14 0,3 0-18 15,-4 0-12-15,-1 0-56 0,1 0-15 16,2 0-25-16,-2 0 25 0,2 0 16 15,1 3-15-15,1 1 20 16,0 0-21-16,1 0 0 0,0 0 1 16,2 1 15-16,-2-1-16 15,2-1-2-15,2 3 2 0,3-1-3 0,1-3 3 16,2 3 0-16,3-4 4 0,3 3-1 0,4-3 12 16,0-1-15-16,1 0 0 0,4 0 1 0,-1 0-1 15,1-1 2-15,2-3-2 0,1 3-1 16,0-4-1-16,-1 3 1 0,0-2-2 15,-1 3 0-15,-1 0 3 0,2 1-24 16,-4 0 23-16,5 0-13 0,-2 0 2 0,-1 0 9 16,1-2-13-16,1 1 13 0,0 1 3 15,0-2-3-15,-1 2-18 0,-1 0 21 16,2-3-16-16,-4 1 4 0,1 0-9 0,-1 2 21 31,-2-3-19-31,-1 1 17 0,1 2 2 0,-1 0-15 16,0-1-7-16,-2 0 10 0,-2-1-6 15,2 1 14-15,-1-1-14 0,0 0 17 16,0 1-30-16,1-1 16 0,-2 1 13 16,1-3-35-16,0 2 21 0,-2-1 11 15,1 2 5-15,-1-1 1 0,-3 2-1 16,2 0 6-16,-2-1-18 0,1 1 12 0,-2 0-1 0,1 0 0 16,2 0 0-16,-4 0-21 0,4 0 20 15,0 0 2-15,1 0-21 0,2-1 5 16,-2-1-15-16,5 2 29 0,-2-2-14 15,3 0 14-15,-1-1 4 0,1 1 5 16,1-1-5-16,0 1-4 0,0 0-11 16,0-1 12-16,3 1 1 15,-3 0 0-15,2 0 0 0,2 1 0 16,0-2-3-16,2 1 6 0,0 2-4 16,1-3 1-16,1 3-3 0,4-2 3 15,-1 1 1-15,1 0-1 0,0-1 0 16,1 0-1-16,0 1 1 0,0 0 0 0,-3-2 3 15,2 2 7-15,-1-1-10 16,0 2-25-16,0-3 23 0,-2 3-20 0,2-1 22 0,-2 1-3 16,1 0 2-16,-2 0 1 0,1 0-1 0,-3 0 1 15,3 0-3-15,-1 0 3 16,1 0 2-16,-1 0-2 0,0 0-10 0,-2 1 10 16,3-1 0-16,-1 3-12 0,0-3 12 15,3 0 0-15,-2 0-1 0,1 0 1 16,0 0 14-16,0 0-11 0,-1 0-2 0,0 0 10 15,1 0-10-15,-1 0-1 0,-1 0 3 16,1 0 0-16,-2 0-1 0,1 0-2 16,1 0 16-16,-1 0-16 0,2 0-11 0,-1 0 8 15,3-3 6-15,-1 2 7 0,4-1-10 16,-3-3-13-16,5 4 13 0,-3-3 0 16,0-1 2-1,0 3-2-15,-1 0 1 0,-1-1 12 16,-3 2-13-16,2 1-12 0,-3 0 12 15,0 0 1-15,-2 0 1 0,3 0-1 16,-1 0-2-16,-3 0-10 0,2 1 11 0,2 0 1 16,-2 3-1-16,-1-4 1 0,2 0-1 0,1 0 0 15,-4 1-3-15,2 0 3 0,-2 1 12 16,-1-1-11-16,-1 1 1 0,1-1-2 16,1 2-3-16,-2-2-10 0,-1-1 13 0,2 3-10 15,0 1 8-15,-1-4 2 0,1 4-2 16,2-2-11-16,1-1 13 0,1 0 0 0,1-1 1 15,0 0 0-15,2 0 2 0,2 0-3 16,0-1-2-16,0-2-10 0,3 0 12 16,-1 2 10-1,2-1-9-15,-1 0 23 0,2 1-24 16,0-1-2-16,0 2-1 0,2 0 1 16,-1-1 2-16,2-2 1 0,1 3-1 15,3-1 0-15,-2-1-1 0,2-1 4 16,0 1-15-16,3-2 15 0,-3 2-3 15,2-3 3-15,1 2-1 0,-4 0-2 16,1 1 1-16,-3-2 2 0,1 4-3 0,-4 0-1 0,-1 0-1 16,-1 0 1-16,1 0-1 0,-2 4 1 15,0-2 2-15,-2 2 10 0,2-2-11 16,-1 0 0-16,0 0 15 0,3-2-13 16,-1 0 0-16,0 0-1 0,0 0-1 15,1 0-12-15,1 0 12 0,-3-4 0 0,0 4 1 16,2-2-1-16,-3-1 12 0,-1 1-12 0,2 1 1 31,-3-3 0-31,0 4 0 0,1-2 2 16,-1-1 0-16,1 0-3 0,0-1 0 0,1 1 16 15,-1-1-16-15,2 1 0 0,1-1 0 16,3 1 3-16,0 0-2 0,1-1-1 16,2 0-3-16,0 0-11 0,0 1 14 15,-1 0 0-15,2 3 15 0,-2-2-15 0,2 0-16 16,-3 1 14-16,0-1 1 0,-1 1 0 15,-1 0-2-15,0 1 3 0,0 0 0 0,1 0 10 16,1-1-10-16,-1-1-2 16,0 2 0-16,2-3 1 0,1 2 1 15,-2-2 0-15,1 3 0 0,-1-3 22 16,-2 2-21-16,-1-2 1 0,0 0 20 0,-3 1-10 0,0-2-10 16,-1 3-2-16,-3-3 0 0,1 3 0 0,-1-1 0 15,-3 0-17-15,4-1 4 0,-4 0 13 16,0 2-12-16,1-1 12 0,-2-2-2 15,-1 2 2-15,-1-3-28 0,3 3 28 16,-2-2 2-16,0 2 1 0,-1-1-1 16,1 0-2-16,2-1-1 15,-2 2 1-15,2-3 0 0,-1 4-2 16,1-3-11-16,-2 1 11 0,1 0-21 16,-2 2 20-16,0-3-16 0,-1 2 19 0,-1 1 2 0,0-3-2 0,-2 2-2 15,1 1 2-15,2-2 1 16,0 1-1-16,-1 0-1 0,2-1-1 0,0 2-14 15,0-2-5 1,0 1 20-16,0 1-33 0,-2-1 31 0,0 0-38 16,1 2-56-16,-2 0 29 0,0 0 68 15,4 0-1-15,-4 0 0 0,4 0-2 16,-1-1-19-16,1-1-4 0,3 0 13 16,1 0-3-16,1-2 14 0,2 1-17 0,1-2 7 15,2 1 10-15,0-1-23 0,0 1 25 16,2-2 1-1,2 1 2-15,-1 0-2 0,-1-1-1 16,4 1 3-16,-1 2-1 0,0-2-1 16,4 1-1-16,1 1 0 0,0-1 19 15,1 1-19-15,-1 1-17 0,1-1 16 0,-2 0 1 16,-1 2 0-16,1 1-1 0,-3-2 2 16,1-1-1-16,1 2 0 0,-1 0 13 15,0-3 6-15,-1 1-19 0,3-1 1 0,-1 2 10 16,-2-3-10-16,-1 0 1 0,2 0 11 0,-3 2 19 15,0-1-16-15,-1-1 0 0,-1 2-1 16,-5-2 10-16,2 1-6 0,-5 0-17 16,-1 0 35-16,0 2-34 0,-3-2 1 15,1 2 24-15,-1-3-7 0,-1 3-5 16,1-2-13-16,0 0 21 0,-3 2-24 0,-2-3-1 16,-2 0 1-16,-4 2 22 0,-4-1-19 15,-3 2-2-15,-6 0 11 0,-3 1-10 16,-5 1 14-1,-2 0-13-15,-1-2 25 0,-2 2-6 16,0 0 9-16,0 0-7 0,0 0-8 0,0 0-1 16,0 0 4-16,0 0-17 0,0 0-1 15,0 0-1-15,0 0-3 0,0 0-16 16,0 0 1-16,0 0-7 0,0 0-6 16,0 0-34-16,0 0-10 0,0 0-18 15,0 0-71-15,0 0-125 0,-2 0-350 16,-6-5-837-16,18 10-126 0</inkml:trace>
  <inkml:trace contextRef="#ctx0" brushRef="#br0" timeOffset="19224.65">8028 2631 1580 0,'0'0'254'16,"0"0"-69"-16,0 0-52 0,0 0 494 0,0 0-306 15,0 0-72-15,15 81 18 0,-15-61-59 16,0 5-29-16,0 0 10 0,-3 3-12 16,0 0-50-16,-2 4-31 0,1 1-41 15,1 5-3-15,-2 3-5 0,2 5-14 16,-2 8-20-16,1 3 17 0,-3 7-28 16,-1 6-2-16,0 2 0 15,-1 3 1-15,1 1 12 0,-2 2-1 0,1 0 0 16,2-2 7-16,-1 0 17 0,0-3 16 15,4-4-33-15,-1-6-19 0,4-4-14 16,-1-6-14-16,2-5 7 0,0-6-38 0,2-7-42 0,2-7-10 16,2-7-74-16,1-7-51 0,0-10-84 15,2-4-179-15,1-9 99 0,-1-2-195 16,4-22-1116-16</inkml:trace>
  <inkml:trace contextRef="#ctx0" brushRef="#br0" timeOffset="21242.316">8090 2615 703 0,'0'0'404'16,"0"0"583"-16,0 0-693 0,0 0-90 0,0 0 31 15,0 0 57-15,0 0 2 0,0 0-75 16,0 0-81-16,0 0-59 0,0 0-25 0,7-8-26 0,1 8 13 16,4 0 18-16,3 0 36 15,5 3 2-15,2-1-75 0,7-1-22 0,1 0 0 16,3-1 11-16,4 0 4 0,2 0-14 15,3 0-1-15,6-1 28 0,-2-4-10 32,3 2-18-32,0-1-1 0,1-1 1 15,1 3 0-15,-1-4-32 0,1 1 32 0,-1-1 0 16,1 2-10-16,0-3 10 0,1-1-13 16,-1 1 13-16,-1-2-18 0,2 0 2 15,-3 1 0-15,0 0 1 0,-1 1 15 0,-1 0 0 16,-4 0 3-16,0 0-3 0,-2 0 0 15,-2 2-13-15,1 1 13 0,-2-2 0 16,-1 2-1-16,1-2-17 0,-1 1 5 0,3-1-5 16,-1 0-4-16,-1-1 9 0,-1 1-24 15,4 0 7-15,-5-1 18 0,0 1 12 16,-2 0 0-16,0 0 1 0,-3 1 0 0,0 0-1 16,-1 1-13-16,-1 0 11 0,-1 0-16 15,3 1 18-15,0-1 2 0,0 0-2 16,2 0-17-16,0-1 17 15,2 0 44-15,0 0-42 16,1-1-2-16,-1 1 0 0,1 0 4 16,-1 0-4-16,-1 1-3 0,1-2-13 0,-1 0 14 15,-2 4 4-15,1-2-1 0,-1 2 1 0,0-1-2 16,-1 3-29-16,0 0 3 0,0 0 24 16,4 0-12-16,0 0 14 0,1 0 0 15,3 0 1-15,1 3 28 0,3-3-27 0,3 1-2 16,-1-1 2-16,5 0 13 0,-1 0-11 15,3-1-2-15,0-2-1 0,2 3-1 16,2-1-23-16,3 0 22 16,1 1-1-16,2-2-2 0,2-1 3 15,2 2 1-15,3-1-2 0,0-1 1 0,2-1-1 16,4-1 2-16,-2 1 0 16,4 0 17-16,-1 1-1 0,1-2-3 15,0 4-13-15,0-2 0 0,-1 2 10 16,2 1-10-16,1 0-1 0,0 0-40 0,1 0 19 15,2 0 9-15,1-1 12 0,1-3 1 16,4 1 13-16,1-4-12 0,2 1 15 0,1-2-15 16,2-1 11-16,-2 1 16 0,-1-1 6 15,-3 2-34-15,0-2 0 0,-6 2-1 16,2-1 1-16,-4 4-22 0,-2-3 6 16,1 2 14-16,-2-1-11 0,0 3-2 15,0-2 13-15,-1 0-1 0,-1 0-13 16,1-1 13-16,0 4 3 0,0-4 0 0,-3-3 15 15,0 3-14-15,-2-1 15 0,-1-1-15 16,-3 3 1-16,1-2-2 0,-1 3 0 0,-1-1-25 16,-2 1 22-16,1-2-35 0,0 2 35 15,2 0-22-15,-2 0-31 0,2 2 5 16,-2-1 30-16,3 0 20 0,-1 1 2 16,0-1 10-16,-2 2-10 0,0-1 2 15,-2 1 6-15,2-1-9 0,-2 0-14 0,-1 2 14 16,3-3 3-1,-2 1-3-15,1-2-12 0,1 1 9 16,-1 1-10-16,1-1 12 0,0 2 1 0,-1 0 1 16,-1 0 2-16,1 1 9 0,-2 0-12 15,-2 0 0-15,1 0 0 0,-1 0 2 16,-1 3-2-16,2 0 1 0,-2-1 2 16,3 0 15-16,-2-1-18 0,4-1 0 15,-2 0 16-15,3 0 3 16,-1 0-6-16,1 0-12 0,-1 0 1 0,2 0-2 15,-1-1 0-15,-2-1-13 0,0 2 13 16,1 0 3-16,-1 0-2 0,-1 0 12 16,0 0-13-16,3 0 2 0,0 0 8 15,3 0-10-15,2-3 2 0,-1-2-4 16,2 0-11-16,2-1 13 0,-2 0 0 16,1-2 0-16,2 3 12 0,-2-6-11 15,0 4 15-15,1 1-16 0,-1-1-18 0,2 1 18 16,1 1 0-16,-1-2-3 0,2 2-22 15,0-2 25-15,3 0-1 0,1 0-12 0,3-3 13 16,1-1-3-16,1-1-22 0,3 0 22 16,-2 0-19-16,-1 0 21 0,-1 3 0 15,-6 0-11-15,-2 1 12 0,-5 3 13 16,-3 0-10-16,-5 1-3 0,-3 2-1 0,0 1-27 16,-6-3-7-16,1 2 32 0,-4-1-35 15,0 0-3-15,0-3-16 0,-4 1 15 0,1 0 23 16,-3-1 19-16,1-1 0 0,-5 1 19 15,0-1-19-15,-1 0 4 0,-2 3 15 16,-1-3-9-16,-1 2-10 0,-3 1-13 16,1 1-7-16,-1-1 18 0,-1 1-15 0,-2 0 1 15,1 0 4-15,0-1-7 0,4 0-45 0,-1 0 19 16,0 0 7-16,1-1 36 0,-1-1-24 16,-3 3 26-16,-4 0 2 0,-3 1 1 15,-4 1 19-15,-6 1 4 0,-3 0-20 16,-3 0-5-1,-3 0-2-15,-2 0-14 0,-2 0-10 16,-1 0 25-16,3 0 3 0,-3 3 19 16,3 2 7-16,-1 0-4 0,-1 0-22 15,2-2 7-15,2 1 19 0,-1 0-17 16,1 1 11-16,-2 0 12 0,2-1 47 16,-1 2-31-16,0 0 12 0,-1 3-3 0,0 1-19 15,0 3 19-15,3 3-32 0,-1 3 19 0,1 0 32 16,2 2-78-16,0 1 14 0,2 2 30 15,-1 1-17-15,1 0 13 0,1 3-10 16,1 1 13-16,-2 2-10 0,0 2 22 16,-1 1-25-16,-2 3-9 0,0 2 6 15,-3 2-25-15,1 3 19 0,-2 2-19 0,0 4 22 16,-2 0-4 0,1 2-2-16,-1 2-17 0,1 1 0 15,-2 0 32-15,0 1-3 0,0 1 3 0,0 1 0 16,2-3 15-16,0 0 4 0,2 0-23 15,3 0-2-15,0-3-4 16,4-2 10-16,0 1 3 0,1-7 0 0,-1 2-16 16,4-3-2-16,-4-3-17 0,3-2 1 15,-2-3-3-15,0-3-1 0,1-2 1 0,-3-4-11 16,1-2 10-16,-1-4 0 0,-2-1-2 16,-1-7-12-16,-2 0 12 0,0-5-12 15,-4-1 3-15,1-4-4 0,-1 0 1 0,0 0 14 16,-1-2 1-16,0 0 2 0,0 0 0 15,0 0 1-15,0 0-3 0,0 0-2 16,0 0-26-16,0 0-9 0,-2 0-9 0,-1-2 6 16,-2 0 13-16,1 0-13 0,0-1-10 0,0 0-8 15,1 3-20-15,0-5-49 0,0 3-22 16,0-2-24-16,-2 1-63 0,3-1-23 16,-5 0-124-16,4 3-354 0,-7-7-1107 0,66 49 1308 15</inkml:trace>
  <inkml:trace contextRef="#ctx0" brushRef="#br0" timeOffset="25168.724">20692 4182 726 0,'0'0'91'16,"0"0"-91"-16,0 0 137 0,0 0 979 0,0 0-792 15,0 0-40-15,0 0-11 0,0 0-4 16,0 0-39-16,0 0-24 0,13 0 5 16,-9 3 7-16,1 0 15 0,1 2-41 15,-1 0 18-15,-1 0-32 0,1 2-49 16,0 0-20-16,-1 3-20 0,1 1-7 16,2 4-33-16,0 3-4 0,7 2-24 15,3 5 4-15,6 1-7 0,2 3-3 16,10 1-6-16,4-1-7 0,5 1-2 15,4 1 0-15,4-3 1 0,-1-1 10 16,3-1-11-16,-2-1 0 0,1-5 16 16,-5-1-16-16,1-2 0 0,-6 0-13 0,0-1 12 15,-7-3-19-15,-2 1-10 0,-6-1-1 0,-2-1 13 16,-4-1-6-16,-3 0-6 0,-5-1 11 16,1-1-5-16,-4-3 3 0,-1 1 6 15,-3-2-10-15,-4-1-14 0,0-2 5 16,-1-2-15-16,-1 0-3 0,-1 0-24 15,0 0-19-15,0 0 3 0,0-4-46 16,0-3-131-16,-6-1-288 16,2 2-435-16,-7-11-292 0</inkml:trace>
  <inkml:trace contextRef="#ctx0" brushRef="#br0" timeOffset="25569.589">21246 4271 2442 0,'0'0'316'31,"0"0"-206"-31,0 0 60 0,0 0 153 0,0 0-60 0,0 0-114 16,0 0-39-16,0 0-16 0,0 0 29 0,76 57 8 0,-52-34-19 16,0 1 9-16,4 3-35 0,-1 1 7 15,3 1 12-15,1 0-10 0,0-2 58 16,2 0-52 0,-1-2-68-16,0-6-30 0,0-1-2 15,-2-1-1-15,-1-4-12 0,-1-5 12 16,-2 2-21-16,-2-3-22 0,-3-3-12 15,-4-1-34-15,-4-1-39 0,-2 0-8 0,-4-2-3 0,-5 0-47 16,-2 0-105-16,0 0-118 0,-6-2-183 16,0-2-486-16,-7-7-385 0</inkml:trace>
  <inkml:trace contextRef="#ctx0" brushRef="#br0" timeOffset="25891.948">20818 4038 965 0,'0'0'225'0,"0"0"582"0,0 0-411 16,0 0 17-16,-73 66-38 0,48-38-56 15,-2 1-63-15,-2 3-49 0,2 1-46 0,0-2-52 0,1 2-37 16,2-2-35-16,3-4-37 0,1-2-3 16,2-3-41-16,3 0 4 0,1-1-7 15,0-2-18-15,0 0-65 0,1-4-4 16,1-2-74-16,3-2-52 0,1-3-79 16,4-3-56-16,2-4-93 0,2-1-253 0,0-3-681 15</inkml:trace>
  <inkml:trace contextRef="#ctx0" brushRef="#br0" timeOffset="26086.336">20838 4221 417 0,'0'0'1426'0,"0"0"-917"0,0 0-51 16,0 0-48-16,0 0-12 0,87 11-61 15,-59-7-52-15,6 2-42 0,8 0-80 0,7 0-21 16,4 1-32-16,3 3-46 0,3 0-33 15,0 0-15-15,1 2-16 0,-3-1-12 16,0 1-16-16,-3 0 4 0,-2-4-37 16,-6 2-4-16,-3-5-27 0,-7 1-102 15,-2-3-32-15,-7-2-84 0,-6 1-198 0,-6-2-289 16,-5 0-626-16</inkml:trace>
  <inkml:trace contextRef="#ctx0" brushRef="#br0" timeOffset="26734.975">21347 4928 960 0,'0'0'215'0,"0"0"1274"0,0 0-1116 0,0 0-25 0,0 0 7 15,0 0-103-15,0 0-58 0,0 0-10 16,0 0-23-16,85 12-65 0,-60-5-38 15,2 0-21-15,3 2 18 0,1-1-9 0,-1-1 7 16,-2-1-7-16,2-2-16 16,-1-2-8-16,-1-1 33 0,1-1-3 0,2 0 21 15,-3-3 0-15,0-4-31 0,-2-2-17 0,-1 1-4 16,-3-1-6-16,-2 2-12 0,-3-1-2 0,-2 3 12 16,-2-1-1-16,-2 5 0 0,-2-4-9 15,-1 3 18-15,0-2 0 0,-2 3 7 16,0-2 5-16,-1-1 7 0,4-1-4 15,-3-1 3-15,1-4-21 0,0 1-18 16,3-3 0 0,0 0-30-16,0-5-6 0,2-4-34 15,-1-4-54-15,3-1-59 0,-2-5-46 16,0-1-51-16,-5-1-203 0,0-2-315 16,-2 9-600-16,-4-11-514 0</inkml:trace>
  <inkml:trace contextRef="#ctx0" brushRef="#br0" timeOffset="27453.989">23169 4603 274 0,'0'0'414'16,"0"0"612"-16,0 0-789 0,42-77-16 15,-29 54-37-15,-2 5 39 0,-1 3-4 16,-4 2-10-16,1 4-14 0,-4 3-16 15,0 2-36-15,-1 2-20 0,-2 2 7 0,0 0 37 0,0 0-19 16,-2 10-52 0,-4 5-14-16,-4 10 48 0,-5 11-34 0,-4 9-19 15,-4 5-28-15,-5 8-21 0,-1-1 0 16,-1 0-28-16,1 4-2 0,-2-5-29 0,0 2 30 16,1-5-1-16,4-7-38 0,4-5 21 15,5-7-2-15,3-9-1 16,4-6 1-16,3-8-7 0,2-1-6 15,2-7-41-15,3-3-12 0,0 0-40 16,3-8-56-16,7-6 7 0,5-10-61 16,1-9-196-16,5-6-113 0,2-7-153 15,-7 11-433-15,12-20 370 0</inkml:trace>
  <inkml:trace contextRef="#ctx0" brushRef="#br0" timeOffset="27838.407">23168 4619 248 0,'0'0'466'0,"0"0"-384"16,0 0-14-16,0 0 950 0,0 0-684 15,0 0-75-15,0 0-37 0,0 0 90 16,86-31-46-16,-67 46-63 0,3 3-32 0,-1 5-51 16,0 3-9-16,0 5 20 15,-2 3-14-15,-4 1-8 0,-2 2-28 0,-5-1-28 16,-4 3-22-16,-3 0-31 0,-1-1-12 16,0-3 12-16,-4-3 9 0,-2-4-9 15,2-3-22-15,-1-6-12 0,3-2 15 0,-3-5-21 0,1-4-7 16,1 0-27-16,0-4-20 0,0 0-39 15,-2-4-24-15,-3 0-26 0,-2 0-43 16,-1 0-48-16,-2-8-60 0,0-1 24 16,-2-8 126-16,1 1-21 0,-1-4 105 0,1-1 100 15,1-1 58-15,0-2 95 16,2 4 64-16,3 1-43 0,1 1-38 0,2 3 12 16,3 4 38-16,1 2-17 0,1 4 35 15,0-1-45-15,0 1-51 0,3 2-48 16,2-2-16-16,2-1-3 0,4 2 28 15,1 2 0-15,2-2-6 0,1 3-57 0,3-1-6 16,0 2-2-16,1-1-17 0,4 1-25 16,-1 0-28-16,2 0 0 0,0 1-187 15,-4 1-219-15,11 1-720 0</inkml:trace>
  <inkml:trace contextRef="#ctx0" brushRef="#br0" timeOffset="28462.852">24524 4751 754 0,'0'0'2'0,"0"0"78"0,0 0 1172 0,0 0-802 0,0 0-118 16,0 0-40-16,0 0-5 0,0 0-62 15,0 0-39-15,0 0-48 0,-13-48-56 16,5 46 9-16,0 0-38 0,-1 0-10 16,0 2-43-16,-2 0 0 0,1 7-28 15,-2 6-9-15,0 6 37 16,-2 10 9-16,2 2 19 0,3 2-28 15,2 2 1-15,1-1-2 0,3-3-19 16,1-1 7-16,2-7-34 0,0-2-27 0,8-4-12 0,3-5-62 16,9-2-120-16,6-8-66 0,3-2-66 15,-6 0-230-15,19-16-705 0</inkml:trace>
  <inkml:trace contextRef="#ctx0" brushRef="#br0" timeOffset="28793.295">24904 4744 505 0,'0'0'1148'0,"0"0"-402"16,0 0-220-16,0 0-222 0,0 0-72 16,0 0-35-16,0 0-77 0,-89 40-23 15,67-13 4-15,2 4 16 16,3 1-24-16,1-1-24 16,4-2-29-16,3-4-40 0,1-5-9 0,5-5-19 15,0-6-9-15,3-3-1 0,0-4-40 16,6-2-20-16,5 0 17 0,6-5 78 15,3-9-48-15,4-3-59 0,2-6-70 16,-1-3 2-16,1-2-10 0,-4 4-1 16,1 3 39-16,-6 2 30 0,-5 5 75 0,-2 8 42 15,-4 1-19-15,-3 5 22 0,2 2 12 16,0 9 271-16,-1 3 41 0,-1 6-115 0,0 0-38 16,0 2-29-16,2-3-16 0,-3 0-48 15,4-1-59-15,1-5-19 0,0-2-2 16,-1-4-17-16,2-2 18 0,1-4-30 15,-1-1-82 1,3 0-114-16,-1-9-97 0,0 2-359 16,2-14-1295-16</inkml:trace>
  <inkml:trace contextRef="#ctx0" brushRef="#br0" timeOffset="29294.223">25236 4718 427 0,'0'0'268'16,"0"0"-138"-16,0 0 862 0,0 0-460 16,0 67-148-16,-2-48-82 0,2 1-24 0,-3-1-27 15,3 2-80-15,-3-1-77 0,1-1-56 16,-3-1-37-16,2-3 2 0,0 2-3 15,3-6-2-15,-1 1-14 0,1-6-12 16,0 1 6-16,0-4-22 0,0 0-3 16,0-1-36-16,0-1-24 0,0-1 15 15,0 0-1-15,1 0 30 16,-1 0 24-16,2 0 39 0,1-1 10 16,0-4 35-16,0 1-26 0,2-6-19 15,1 2-39-15,3-5-12 0,-2-2 13 16,0 1 9-16,4-3-32 0,-2 4 42 15,1-4-48-15,-1 3 3 0,0 4 32 16,-1 3 0-16,-2 0 29 0,0 5-16 0,-1 0 9 16,0 2 10-16,-2 0 33 0,0 0 12 0,1 0 35 15,0 0 26-15,-1 2 5 0,2 2-21 16,2 4-14-16,-2 0-12 0,1 5 6 16,-1 4-20-16,1 1-9 0,-1 2 23 0,-1 4-1 15,-2-1-28-15,-1 2-32 0,1-5-2 16,-2 1-1-16,1-3-29 0,1-3-37 15,1-4-54 1,-1-1-169-16,1-3-228 0,7-7-639 0</inkml:trace>
  <inkml:trace contextRef="#ctx0" brushRef="#br0" timeOffset="29974.064">26098 4411 33 0,'0'0'2154'0,"0"0"-1679"0,0 0-186 0,0 0-84 16,0 0 101-16,0 0-43 0,0 0-36 0,51 73-38 15,-40-30 1-15,-5 8-23 0,-4 5-62 16,-2 2-31-16,0 1-3 0,-8-4-16 16,0-5-9-16,2-5-33 0,1-6-13 15,0-8-33-15,2-7-7 0,3-8 38 16,0-2-20-16,0-8 4 0,0-1-10 15,5-3 27 1,3-2 1-16,3 0-27 0,6-3 26 0,4-6 0 16,1-3-36-16,3-1-18 0,0 0-26 15,-2 1 26-15,-1 2 18 0,-3 3 6 0,-5 7 3 16,1 0-22-16,-4 0 10 0,-1 4 15 16,-3 3 25-16,-2 1 15 0,-2 2 10 0,-3 0 62 15,0-1-22-15,0 0-12 16,0 0-10-16,-3-3-3 0,-4-1-6 15,-5 1-3-15,-1 0 0 0,-5-1-31 16,-1-1-24-16,-4 0-34 0,-2 0 14 16,2-3 7-16,1 0-6 0,1-1-75 15,2 0-19-15,3-1-76 0,2-5-89 0,4-6-92 16,4-6-196-16,2 4-209 0,6-17-611 0</inkml:trace>
  <inkml:trace contextRef="#ctx0" brushRef="#br0" timeOffset="30296.77">26574 4891 463 0,'0'0'1383'0,"0"0"-622"15,0 0-279-15,0 0-131 0,0 0-9 0,0 0-75 16,0 0-91-16,0 0-52 16,90 18-59-16,-66-29-43 0,1-1-22 0,-1-1-31 15,1-3-9-15,-4 2-13 0,-5 0-28 16,0 4 28-16,-6 0-15 0,-3 2 17 15,-5 2 26-15,-2-1 25 0,0-1 0 0,-4 1-31 16,-5 0-16-16,0 1 22 0,-1-1-3 16,1 7 28-16,-1 0-2 0,-2 1-39 0,-2 11 9 15,-4 6 32-15,0 5 79 0,-2 4 6 16,2 3 25-16,-1 4-38 0,2-3 6 16,0 4 18-16,3-4-31 0,6-3-15 15,2-3-35-15,6-7-11 0,1-4 11 16,12-2 25-16,7-3-40 0,3-4-25 15,8-4-71-15,3-1-25 16,2-4-50-16,3-7-74 0,0 0-220 16,-10 3-528-16,14-11-607 0</inkml:trace>
  <inkml:trace contextRef="#ctx0" brushRef="#br0" timeOffset="31498.654">22493 4248 861 0,'0'0'101'0,"0"0"1012"0,0 0-563 0,0 0-151 15,0 0-16-15,-14 75-40 0,14-49-76 16,-2 3-66-16,1 0-77 0,-1 2-62 15,-1-1-12-15,2-1-7 0,-3-2-40 16,2-5-3-16,0-4-6 0,0-3 4 16,1-3-32-16,-1-3 18 0,1 0-18 15,-1-1-19-15,1-2-46 0,-1-1-57 16,-1 1-55-16,0-4-60 0,0-2-130 16,1 0-190-16,-1 0-192 15,-1-15-874-15</inkml:trace>
  <inkml:trace contextRef="#ctx0" brushRef="#br0" timeOffset="31916.85">22360 4211 424 0,'0'0'225'16,"0"0"-85"-16,0 0 954 0,0 0-763 0,0 0-37 0,0 0 3 16,0 0-53-16,0 0-104 0,-86-6-25 15,73 18-16-15,-1 7-19 0,1 4 2 0,1 7 64 16,-1 4-1-16,3 6-14 0,-1 4 2 15,2 2-43-15,2 2-12 0,4-6-22 16,3-1-19-16,0-8-15 0,4-5-21 16,6-5 15-16,5-3-16 15,-1-5 0-15,3-4 0 0,2-2 6 16,3-3-4-16,-1-3 31 16,2-3-32-16,1-2 1 0,1-5 20 0,1-5 2 15,0-5-21-15,1-1-3 0,-1-4-40 16,1-4-16-16,-1-4-18 0,1-1-19 15,-1-4-4-15,-2-2-7 0,-2-2 16 16,-2-1-15-16,-3 0 2 0,-4 0-3 0,-4-1 15 0,-1 0 61 16,-5 0-1-16,-1 1 14 0,-2 2 15 15,-2 4 22-15,-3 0 23 0,-8 5-44 16,-2 3 11-16,-2 4 42 0,0 3 0 16,-3 7 12-16,2 1-9 0,-1 5-25 15,2 5-32-15,1 1-45 0,-4 0-5 0,2 7-19 16,-1 5-33-16,-3 6-6 0,-1 2-35 0,1 7-122 15,-1-1-250-15,6-6-159 0,-5 10-561 0</inkml:trace>
  <inkml:trace contextRef="#ctx0" brushRef="#br0" timeOffset="32871.088">27556 4593 696 0,'0'0'365'16,"0"0"803"-16,0 0-745 0,0 0-24 0,0 0-80 15,0 0-30-15,0 0-59 0,0 0-53 16,0 0-6-16,4 46-9 0,-2-15-17 16,-2 2-3-16,0 5-47 15,2-1-45-15,0-1-23 0,-1-4-15 16,4-2-12-16,-1-6-18 0,5-2 6 16,-4-8 10-16,3-2-4 0,-1-5 6 15,1-2 40-15,-2-2 5 0,1-3-11 0,-1 0 9 16,6 0-13-16,-4-8 19 0,3 0 6 15,0-7-3-15,1-1-21 0,-1-5-31 16,3-1-3-16,-3-4-19 0,1-1-14 0,-1-2-28 16,0-1-43-16,1 1-13 0,-4 1 0 0,3 2-15 15,0 7-7-15,-2 0-13 0,-2 3-88 16,-1 3-35-16,1 2-169 0,-2 2-194 31,-3 3-145-31,2-5-726 0</inkml:trace>
  <inkml:trace contextRef="#ctx0" brushRef="#br0" timeOffset="33066.172">27994 4570 1503 0,'0'0'108'16,"0"0"612"-16,0 0-371 0,0 0-59 16,0 74 55-16,0-54-40 0,-2 2-78 15,2 1-101-15,0-2-73 0,0 0-17 0,0 0-36 0,0-4-3 16,0-2-16-16,3 0-35 0,-1-6 7 15,1-3-88-15,-2-4-51 0,2-2-59 16,-1 0-71-16,1-4-173 0,0-1-638 16,0-13-212-16</inkml:trace>
  <inkml:trace contextRef="#ctx0" brushRef="#br0" timeOffset="33213.406">28044 4332 734 0,'0'0'1982'16,"0"0"-1632"-16,0 0-213 0,0 0 1 16,0 0-24-16,0 0-66 0,0 0-39 15,0 0-9-15,0 0-76 0,0 0-208 0,81 10-162 16,-62-8-688-16</inkml:trace>
  <inkml:trace contextRef="#ctx0" brushRef="#br0" timeOffset="33535.017">28263 4557 1399 0,'0'0'4'0,"0"0"785"0,0 0-440 0,0 0-84 0,0 0-34 0,0 0-20 15,80 31-80-15,-57-34-52 0,1-5-34 0,1-2-45 16,-1-4-6-16,-4 0 5 0,0 1 1 16,-5-2-31-16,-4 2 18 0,-3 0 13 15,-5 5 28-15,-3-4 11 0,0 3 33 16,-8-1-53-1,-3 0-18-15,-1 3 50 0,2 1-13 16,-3 1 16-16,2 5-20 0,-3 0-34 16,0 8-31-16,0 5 16 0,0 7 15 15,-2 0 19-15,1 8 0 0,2-1 28 16,0 0 19-16,3 3 6 0,4-4-6 16,0-4-21-16,3-2 14 0,3-7 10 15,0-1-13-15,4-4-43 0,6-1 1 0,1-3-14 0,7-1-22 16,-1-3-6-16,5-2-65 0,3-8-102 15,1-2-98-15,2-6-200 0,-9 6-545 16,9-14-526-16</inkml:trace>
  <inkml:trace contextRef="#ctx0" brushRef="#br0" timeOffset="33935.652">28691 4353 401 0,'0'0'505'15,"0"0"-166"-15,0 0 471 0,0 0-325 16,0 0-146-16,0 81 0 0,0-50-27 15,0 1 32-15,0 0-83 0,0-1-71 16,2-5-66-16,1-2-22 0,1-5-71 16,2-3-31-16,1-7-11 0,4-3 10 15,4-3 1-15,2-3-15 0,4-3 2 0,5-6-18 0,-1-7-40 16,1-3-16-16,2-2 7 0,-5 0 20 16,-4 2 39-16,-2 3 21 0,-6 3 15 15,-3 2-13-15,-4 5 51 0,0 0-50 16,-3 6 10-16,-1 0-1 0,3 0 13 0,-1 7-12 15,-1 3 73-15,2 4-14 0,2 0-26 16,-1 1-24-16,0-2-1 0,5-3-18 0,1 1 16 16,0-5 18-16,4-4 9 0,-2-2 9 15,2 0 25-15,2 0 15 0,1-7-21 16,1-5-13-16,1-1-34 0,0-5-26 16,1-1 0-16,-3 0-1 0,-1-1-12 15,-1 1-25-15,-1 0-2 0,-2-2 5 16,-3 3-64-16,-2 2-22 15,-4 2 13-15,0 4 20 0,-1 1-9 16,-2 4-40-16,0 2-79 0,0 3-179 16,0 0-236-16,0 0-523 0,5 0-442 0</inkml:trace>
  <inkml:trace contextRef="#ctx0" brushRef="#br0" timeOffset="34488.688">29464 4465 1547 0,'0'0'1424'0,"0"0"-1235"0,0 0-151 0,0 0 226 16,-9 66 103-16,9-52-143 0,4-2-124 15,5-2-53-15,4 0 0 0,4-5 15 16,2-1-16-16,3-4-42 0,2 0-4 0,1-8-16 16,-2-4-34-16,2-4-9 0,-5 0-31 15,0 1-14-15,-6-1 47 0,-2 1-24 16,-4 0-4-16,-3 2 15 0,-4 1 39 0,-1 2 31 15,0 2 6-15,-6 1 16 0,-4 2 85 16,2 3 0-16,-5 2-22 0,-2 2-84 16,-2 9 15-1,-2 2 47-15,-1 6 31 0,1 4 5 16,1 0 19-16,2 1-10 0,-2 0-37 16,7-3-58-16,1-4-13 0,6-1 1 0,4-8 10 15,0 1-11-15,5-4-49 0,10-2-13 16,5-2 6-16,6-1-46 0,6-7-66 15,8-4 5-15,0-3-117 0,2-4-202 16,-2 0-108-16,-1 1-44 0,-7 1 110 0,-6 1 215 16,-7 5 309-16,-6 2 13 0,-9 3 449 15,-4 4 71-15,0 1 106 0,-9 1-108 16,-4 6-258-16,-3 3-100 0,-1 3 57 16,1 3 10-16,2-1-76 0,2 1-43 15,6-4-47-15,2 0-37 0,4-6-35 16,0-2-2-16,4-2-1 15,8-2-17-15,5 0 17 0,5-11 1 16,6-5-58-16,2-5-41 0,2-4-3 16,1-4 31-16,0-1 21 0,-1-1-3 15,-1-4 6-15,0 2-31 0,-3-4 13 0,0-1-84 16,-1-4-109-16,-3-2-225 0,-1-2-96 16,-7-2-123-16,-1 12-95 0,-4-17 60 0</inkml:trace>
  <inkml:trace contextRef="#ctx0" brushRef="#br0" timeOffset="34704.847">30297 3891 1256 0,'0'0'748'15,"0"0"-191"-15,0 0-132 0,0 0-109 16,0 0-74-16,0 0-71 0,0 0-77 0,0 0-50 16,0 0-22-16,0 0 22 0,0 0 29 15,-11 28 9-15,5-12 9 0,0 2-4 16,-1 5 0-16,-1 4 0 0,-2 5-16 0,0 6 6 16,-1 4 0-16,-4 3 9 0,1 2-12 0,0 3-40 15,0 0-16-15,5-1 13 0,3-6-28 16,6-1-1-16,0-5-1 0,11-2-1 15,5-5 0-15,6-4-24 0,3-4-72 16,2-6 13-16,4-6-31 0,2-3-40 0,-1-3-89 16,0-4-181-16,-10 0-359 15,6-17-800-15</inkml:trace>
  <inkml:trace contextRef="#ctx0" brushRef="#br0" timeOffset="38724.835">26887 5806 460 0,'0'0'1024'15,"0"0"-949"-15,0 0 633 0,0 0-211 16,0 0-221-16,0 0-26 0,0 0 1 16,0 0-49-16,0 0-92 0,0 0-12 15,0 0-32-15,-83 49 19 0,65-32-4 0,1 1 16 0,2 1-16 16,4-6-38-16,4 3-43 0,2-4-28 15,3-1-6-15,2-1 0 0,0-1-13 16,0-1 13-16,5-1-19 0,4 1 22 16,2 0 15-16,3-2-12 0,-2 2 16 15,1-2 11-15,-1 2 1 0,1 0 0 16,-3 1 0-16,0 0 12 16,-1-1-12-16,-2 3 1 0,-1-2 12 15,-2 1-12-15,-1-2 2 0,0 1 34 16,0 2-9-16,-3-4-25 0,0 1 0 15,0 1 29-15,0-3 2 0,-4 0 6 0,-4 1 1 16,1 0-10-16,-3-2-13 16,-4 2-15-16,3 0-3 0,-3-2-11 0,5-1-29 15,-1-3-44-15,3-1-53 0,-1 0-46 0,2-5-97 16,1-3-166-16,2-3-280 0,0 4-445 16</inkml:trace>
  <inkml:trace contextRef="#ctx0" brushRef="#br0" timeOffset="39257.113">27060 5885 140 0,'0'0'1100'16,"0"0"-999"-16,0 0 74 0,0 0 1040 16,-14 65-763-16,11-40-127 0,1 2 10 15,-1 3-27-15,3-1-37 0,-1 2-83 0,1-4-77 0,0-4-46 0,0-5-65 16,4-3-4-16,2-4-8 0,5-3 10 31,1-4-69-31,1-2 4 0,7-2-1 0,0-7-6 0,1-4-10 0,2-4-9 16,-2-4-38-16,1-1 47 0,-5-1-17 0,0-1 7 15,-1 2 24-15,-3 1-2 0,-3-1-29 16,-2 4 38 0,-2-2 31-16,-3 4 32 0,0 0 44 15,-3 2-6-15,0 1 41 0,0 4 9 16,0 2 16-16,0 4 12 0,-3 1-11 0,0 0-49 15,-2 7-31-15,1 5-7 0,-4 4-15 16,3 6 47-16,-4 0 40 0,3 1 13 0,1 0-70 16,0-4-33-16,2 0 0 0,-1-3-12 15,2-3-9-15,-1-4-1 0,3-2-15 16,0-4-44-16,0-3-37 0,0 0-38 0,0 0-65 16,3-1-114-16,0-5-163 0,2-1-275 15,2-9-666-15</inkml:trace>
  <inkml:trace contextRef="#ctx0" brushRef="#br0" timeOffset="39656.636">27489 5488 874 0,'0'0'212'16,"0"0"-59"-16,0 0-23 0,0 0 915 15,0 0-661-15,0 0-72 0,8 73-48 16,-8-43-25-16,0 5 10 0,-5 3-22 15,-2 2-53-15,2 2-62 0,-3-3-7 16,-1 1-75-16,-2 1-30 0,1-5-37 16,1-4-22-16,2-5 16 0,2-6 0 15,2-5-7-15,3-7-31 0,0-5-16 16,5-2 18-16,4-2 57 0,1 0 22 0,3 0 19 16,4-4-16-16,0-1 22 0,2 0-24 15,1 1-1-15,-1 1-47 0,3 3 12 0,-1 0 10 31,-2 5-19-31,0 2 16 0,-1 2 27 0,-4 4-19 16,-2 2 20-16,-1-2 3 0,-6 5 54 16,-2-6 6-16,-3 2-4 0,0 1 5 15,0-3-33-15,0 1-3 0,-1-1-26 16,-3-2 11-16,1-1-13 0,-3-4 3 16,-3 0 0-16,1-2 37 0,-3 0 4 0,-3-3-22 15,0 0 1-15,-3 0-23 0,0-7-84 16,2-4-102-16,-1-1-115 0,0-5-96 0,1-1-315 15,4 4-491-15,0-8-216 0</inkml:trace>
  <inkml:trace contextRef="#ctx0" brushRef="#br0" timeOffset="40272.955">28181 5963 447 0,'0'0'635'15,"0"0"-459"-15,0 0 120 0,0 0 490 0,-104 32-363 0,73-11-134 16,-3 5-5-16,4-1 31 16,1 4-95-16,6-3-50 0,5-5-47 0,8-5-33 15,5-6-46-15,5-4-44 0,0-3-33 16,6-2 8-16,7-1 25 0,4 0 16 16,5-6-16-16,1-6 0 0,0-1-72 0,0-1-21 15,0-3 13-15,-5 3 5 0,0 0-32 16,-5 4 13-16,0 3 8 0,-4 1 14 15,-3 5-1-15,0 1 16 0,0 0 27 0,0 7 30 32,-1 1 60-32,1 5 29 0,-1 1-7 0,2 3-9 15,-1-2-13-15,1 2-29 0,-1 1 1 16,2 2-7-16,-2 3 16 0,0 0 25 16,-3 3 23-16,0 2-8 0,-1-1-19 0,-2 5-31 15,0 0 4-15,0 5-33 0,0 0-1 16,-5 2 0-16,-1-1 14 0,-2 2-15 15,-1-5 2-15,0-2 14 0,-1-4-13 0,0-1 34 16,0-6 10-16,1-2 12 0,0-4 15 16,-2-5-9-16,3-2-22 0,-5-2-3 15,0-4 3-15,-4 0-20 0,-1-3-23 0,-2 0-25 16,0-3 3-16,1-4-8 0,1-6-23 16,1-5-15-16,3-5-31 0,5-8-46 15,2-5-5-15,4 0-82 0,3-5-153 16,0 2-238-16,0 10-524 0,10-14-579 0</inkml:trace>
  <inkml:trace contextRef="#ctx0" brushRef="#br0" timeOffset="40559.564">28487 5916 320 0,'0'0'420'16,"0"0"-289"-16,0 73 1034 0,0-39-495 0,0 8-198 16,3 2-71-16,0 2-86 15,0 2-88-15,0-1-105 0,-2-2-39 0,0-1-80 16,2-2-3-16,-3-1-18 0,0 1 2 16,0-1-2-16,0 1 2 0,-3 0 13 15,1 0-22-15,-1-1 10 0,-3-3-26 0,3-4-43 0,-2-6-46 16,5-7-17-1,0-4-49-15,0-5-20 16,0-6 12-16,3-5-94 0,2-1-40 0,4-6-131 16,0-11-204-16,2 4-498 0,2-17 920 0</inkml:trace>
  <inkml:trace contextRef="#ctx0" brushRef="#br0" timeOffset="40843.94">28596 5986 137 0,'0'0'130'0,"0"0"1000"0,0 0-577 0,0 0-323 16,46-75-65-16,-32 67 87 0,1 2 16 0,1 1-76 16,1 5-38-16,3 0-42 0,-3 1-30 15,0 8-9-15,-3 0-6 0,-2 6-7 32,-4-1-9-32,0 3-7 0,-5 1-3 0,-3-1-3 15,0 4-10-15,-3 1 1 0,-6-1 12 16,-4 1-4-16,-1-3-2 0,-4 1-7 0,-2-1-3 0,-3-1 6 15,-1-3 2-15,-1 0-2 0,3-5 0 16,-1 0-30 0,2-4-1-16,3-2-50 0,1-4-92 15,4 0-50-15,2-4-70 0,3-8-134 16,3 2-361-16,2-14-780 0</inkml:trace>
  <inkml:trace contextRef="#ctx0" brushRef="#br0" timeOffset="41336.327">29327 5879 137 0,'0'0'479'0,"0"0"-453"0,0 0 23 0,0 0-42 0,0 0 1341 16,0 0-843 0,-6 71-80-16,-1-41-67 0,0 3-69 15,1 2-18-15,2 1-41 0,2-4-65 16,2-1-19-16,0-5-38 0,3-7-37 15,7-2-18-15,3-4-10 0,1-7-9 0,5-2-1 16,4-4-33-16,5-4-12 0,1-11-34 16,2-5-50-16,2-3-30 0,1-3-45 15,-6 1 3-15,1-1 45 0,-4 1 26 0,-5 4 16 16,-4 0 2-16,-8 5 34 0,-2 0 45 16,-6 3 60-16,0 2 18 0,-7 0 20 15,-5 1 0-15,-2 2-14 0,0 6 6 0,-5 2-40 16,0 0-6-16,-1 8-44 0,-2 6 0 15,2 1 2-15,4 1 4 0,2-2-6 16,5 0-50 0,4-3-24-16,0 0-130 0,5 0-139 0,0-3-275 0,6-2-524 0,6-5-248 15</inkml:trace>
  <inkml:trace contextRef="#ctx0" brushRef="#br0" timeOffset="41448.349">29677 6018 183 0,'0'0'512'15,"0"0"-359"-15,0 0 1051 0,78 0-422 0,-51 4-264 16,4-3-59-16,0-1-97 15,6 0-154-15,-1-5-118 0,2-2-77 0,1-5-13 16,0-3-90-16,0-1-193 0,-2-2-143 16,-12 4-323-16,6-11-655 0</inkml:trace>
  <inkml:trace contextRef="#ctx0" brushRef="#br0" timeOffset="41760.568">30140 5765 737 0,'0'0'290'0,"0"0"-62"16,0 0 788-16,0 0-625 0,0 0-25 15,0 0-11-15,0 0-98 0,-84-16-74 16,75 26-10-16,-2 1 40 0,2 5-11 16,-1 4 21-16,0 5-26 0,3 1 32 15,1 3-31-15,0 7-46 0,1 1-48 16,1 1-44-16,1 3-33 0,3 3 1 0,0 1-25 16,0 2 18-16,4 0-19 0,4-1 7 0,3-2-9 15,-1-2-2-15,3-6-34 0,-2-3-1 16,2-2-5-16,-3-3-4 0,0-4-2 15,-1-1-7-15,-3-4-3 0,-3-6 4 16,-1 0 5-16,-2-2 6 0,0-4 16 16,-2-1-19-16,-4-1-27 0,-3-1-28 0,-1-3-6 15,-2 1 30-15,-2-2 16 0,0 0 11 0,-3-2-30 16,-2-3-68-16,-6-3-57 0,-1-4 1 16,-3-3-111-16,-2-4-216 0,6 6-526 0,-15-17-735 15</inkml:trace>
  <inkml:trace contextRef="#ctx0" brushRef="#br0" timeOffset="42564.33">30675 5573 342 0,'0'0'362'15,"0"0"355"-15,0 0 79 0,0 0-302 0,0 0-153 16,0 0-28-16,0 0-8 0,0 0-63 16,0 0-28-16,0 0 4 0,67 11-35 15,-44-11-47-15,8 1-13 16,2-1-13-16,6-1-3 0,7-5-40 0,1-5-46 15,4-1-21-15,0 0-22 0,-3-2-20 16,1 2-38-16,-6-4-49 0,0 1-58 16,-9 1-42-16,-6 1-82 0,-10 1-124 15,-7 4-222-15,-11-2-622 0</inkml:trace>
  <inkml:trace contextRef="#ctx0" brushRef="#br0" timeOffset="42803.136">30878 5647 261 0,'0'0'720'15,"0"0"645"-15,0 0-871 0,-12 87-26 0,12-54-18 16,0 6-69-16,0 2-89 0,0 3-97 16,0 0-14-16,2 1-43 0,1-3-62 15,1-3-24-15,-1-4-36 0,1-7-16 16,0-6-32-16,4-3-5 0,0-5 19 15,4-2-83-15,-4-6-28 0,1 1-52 16,-1-5-89-16,1-2-234 0,-3 0-489 16,1-6-554-16</inkml:trace>
  <inkml:trace contextRef="#ctx0" brushRef="#br0" timeOffset="42987.076">30989 5985 995 0,'0'0'2076'16,"0"0"-1687"-16,0 0-278 0,0 0-41 15,0 0 132-15,85-38 56 0,-58 30-65 0,3 0-62 0,3 1-72 16,1 3-38-16,-3-2-21 0,1 1-18 16,-5 5-13-16,-1-4-16 0,-7 3-21 0,-2 1-97 15,-5 0-130-15,-4 2-94 0,-5 6-173 16,-3 0-200-16,-9 5-444 0</inkml:trace>
  <inkml:trace contextRef="#ctx0" brushRef="#br0" timeOffset="43154.1">31120 6144 642 0,'0'0'180'0,"0"0"159"0,0 0 1066 16,0 0-967-16,0 0-138 0,0 0-14 16,-77 69-36-16,77-66-49 0,0 0-7 15,3 0-23-15,8 3-10 0,6-2 5 16,4-1-24-16,6 1-17 0,5-3-21 16,4-1-34-16,3 0-33 0,3-1-37 0,3-4-19 15,0-1-14-15,1 1-46 16,-2-1-93-16,-1 0-138 0,-1 0-177 0,-11 1-605 15,8-3-996-15</inkml:trace>
  <inkml:trace contextRef="#ctx0" brushRef="#br0" timeOffset="44151.539">25168 7697 463 0,'0'0'264'16,"0"0"1458"-16,0 0-1226 0,0 0-122 0,0 0-78 16,0 0-3-16,0 0-57 0,0 0-112 15,0 0-55-15,-86-15-32 0,71 36-9 16,-2 5 31-16,1 8-4 0,2 6 63 15,3-2 54-15,5-1-65 16,4-4-45-16,0-8-47 0,2-7 0 16,0-4-18-16,6-4 3 0,1-6-37 15,5-2-15-15,1-2 0 0,7-5 22 16,2-8-10-16,4-6-65 0,-1-7-15 16,1-1-19-16,-3-1-44 0,-4 0-81 15,0 4 16-15,-6 3 39 0,-2 2 110 16,-4 5 7-16,-1 3 92 0,-4 1 48 0,-1 3 41 15,-1 4 66-15,0 2-16 0,0 1-51 0,0 0-22 16,0 4 32-16,0 8-10 0,-1 4 15 16,-4 5 3-16,2 3 34 0,1 0 29 15,-1 1-6-15,0-3-46 0,0-4-93 16,3-5-24-16,-1-2-16 0,1-7-8 0,0-1 12 16,0-2-22-16,0-1-15 0,0 0-50 15,1 0-49-15,5 0-50 0,-1-5-112 0,4-3-273 16,-1-3-224-1,-2 2-472-15,2-6-67 0</inkml:trace>
  <inkml:trace contextRef="#ctx0" brushRef="#br0" timeOffset="44444.351">25308 7801 623 0,'0'0'153'0,"0"0"-68"0,0 0 952 0,0 0-548 16,0 0-79-16,0 0-121 0,0 0-65 16,0 0 39-16,0 0 34 0,0 0-79 0,0 0-50 15,8 77-50-15,-8-64-40 0,2-1-63 16,-1-2-15-16,1-2-15 0,1-3-1 15,-2 0-9-15,1-2 0 0,0-2-15 16,5-1-72-16,-1 0 41 0,4-4-7 16,5-2-36-16,-4-5-18 0,5 0-10 0,-4 1 47 15,-1-1 29-15,-2 4 37 0,-4 0 27 16,0 5 2-16,-4 0 15 0,1 2 32 16,-1 0 26-16,-1 0 3 0,0 7-10 15,2 0 79-15,-2 3-19 0,3 2-32 16,0-1 3-16,-2 3-23 0,2-4-6 0,1-1 13 15,-1 0-54 1,0-1-27-16,3-3-2 0,-2-1-26 16,2 0-22-16,4 0-71 0,0-3-113 0,4 0-109 0,-2-1-374 15,14 0-782-15</inkml:trace>
  <inkml:trace contextRef="#ctx0" brushRef="#br0" timeOffset="44835.604">25767 7859 1161 0,'0'0'97'0,"0"0"897"0,0 0-393 0,0 0-188 15,0 0-89-15,0 0-62 0,0 0-50 16,-102 40-53-16,73-14-38 0,2 3 15 16,2 2 28-16,4-1-32 0,8-6-58 15,3-5-37-15,5-3-37 0,5-8-12 16,0-4-13-16,0-1-12 0,8-3 31 0,4 0 6 16,6-7 15-16,3-10-15 0,5-5-52 0,0-8-55 15,3-4-14-15,-2-7 19 0,1 2-13 31,-1-6 7-31,-1-2-62 0,-1-2-40 0,-4-1-52 16,-5 2-12-16,-3-1-46 0,-7 4 150 16,-5 3 170-16,-1 4 3 0,0 9 52 15,-3 4 186-15,0 10 17 0,1 5 2 16,2 6-7-16,-4 4-42 0,4 0-68 0,-2 0-49 16,1 0-11-16,-1 3-55 0,-1 6-28 15,-3 7 0-15,4 3 19 0,-1 6 80 16,0 7 70-16,3 5-64 0,0 2-56 15,0 8-13-15,0 3 10 0,1 4-27 16,1 2 2-16,-2-1-18 0,0-1-3 16,0-4-15-16,0-2-22 0,4-6-27 0,2-6-13 0,5-6-40 15,2-6-15-15,7-6-29 0,1-5-141 16,-4-4-358-16,12-9-884 0</inkml:trace>
  <inkml:trace contextRef="#ctx0" brushRef="#br0" timeOffset="56358.313">20934 6103 1701 0,'0'0'260'0,"0"0"-134"0,0 0 69 0,0 0 12 16,0 0-10-16,0 0-62 0,-28-69 352 15,22 60-271-15,0 1-36 0,-2 2 25 16,2-1 18-16,-1 2-48 0,-3 1 2 0,0 3 38 16,1 1-27-16,-5 0-23 0,2 8-40 15,-1 1-70-15,-2 3-15 0,1 3-31 16,-3 6-9-16,1 4 0 0,1 1 0 16,4 6 24-16,0 1 3 0,8 2 7 31,0 2-34-31,3-8 0 0,0-2-2 0,5-8-13 0,2-5 14 15,1-6-21-15,4-4 19 0,2-4-15 16,2 0-3-16,4-6 5 0,-1-7-5 16,6-5-15-16,-2-4-28 0,0-4-31 15,-3-2-24-15,-1-2-7 0,-5 3 34 16,0 0 24-16,-3 3 10 0,-2 3 27 16,-3 3-37-16,-1 2 31 0,-4 9 37 0,1 2 3 0,-1 4-3 15,1 1-7-15,-1 0-30 0,3 6-40 16,1 2 77-16,3 8 40 0,-1 2 50 15,2 4-34-15,2 2 36 0,-2-2-36 16,1 0-26-16,-1-3 3 0,1-4-33 16,0-4-3-16,-1-1-12 0,2-5-10 0,2-3-2 15,2-1-51 1,-2-1-76-16,2-1-64 0,1-8-231 16,-7 0-515-16,8-6-533 0</inkml:trace>
  <inkml:trace contextRef="#ctx0" brushRef="#br0" timeOffset="56727.926">21422 5884 297 0,'0'0'2023'16,"0"0"-1542"-16,0 0-61 0,0 0-13 16,0 0-148-16,0 0-99 0,0 0-75 15,0 0-16-15,-70 82-16 0,52-59 6 16,0 1 6-16,0 1-40 0,3-2-24 15,1 1 0-15,5-3 2 16,3-5-3-16,4-4-31 16,2 0-9-16,5-2-1 0,6-2 29 0,4-2-19 15,3 1 28-15,4-2-10 0,1-1 13 16,1 0-3-16,-1-1 2 0,-2 1-24 16,-1 2 22-16,-2 0 3 0,-4 1 0 0,-1 0 3 0,-4 4 47 15,0-3-25 1,-4 4 31-16,-2 0-7 0,-1 0-27 0,-2-1 3 0,0 0-3 15,0-2-1-15,-4 0-5 0,-2 1-16 16,0-3-2-16,-5 0-11 0,-1 0-2 16,-1 0-10-16,-2-2-18 0,-3 0-41 15,0-1-53-15,-2-2-17 0,1-2-50 16,-6 0-68-16,2 0-184 0,6 0-552 16,-9-7-541-16</inkml:trace>
  <inkml:trace contextRef="#ctx0" brushRef="#br0" timeOffset="57545.694">22578 6035 1489 0,'0'0'1011'0,"0"0"-563"0,0 0-137 0,0 0 26 15,0 0-119-15,0 0-55 0,0 0 38 16,0 0-48-16,0 0-91 0,0 0 3 16,0 0-13-1,-68-47-33-15,60 54-19 0,-4 8-6 16,1 5 6-16,3 9 27 0,-1 4 48 15,3 7-2-15,3 2 32 0,0 5-19 16,1-2-34-16,2-2-40 0,0-8-12 16,0-6-17-16,0-6 17 0,5-9 0 0,4-5 0 0,0-3-3 15,2-4-13-15,3-2 1 0,3-3 6 16,3-8 6-16,2-6-6 0,1-7-34 16,0-3-19-16,-1-2-33 0,-2-3-4 15,0 1 16-15,-4-1-25 0,1-1 11 16,-5 2 10-16,-1 2 0 0,-4 2 43 15,-4 3 41-15,-1 0 6 0,-2 7 22 16,0 4 28-16,0 3-25 0,0 6 22 16,0 1 3-16,0 1-42 0,0 2-11 0,0 0-24 0,0 5-4 15,0 6-10-15,0 7 38 0,0 5 59 16,0 8 16-16,0 1-7 0,0 0-24 16,0 2-13-16,0-3-4 0,0-5-2 15,1-4-23-15,2-2-2 0,5-6-3 16,1-1-22-16,2-6 22 0,4-1-25 15,1-5-9-15,7-1-102 16,0-7-48-16,5-3-134 0,-9 1-334 16,9-7-792-16</inkml:trace>
  <inkml:trace contextRef="#ctx0" brushRef="#br0" timeOffset="58426.594">23463 5938 752 0,'0'0'1726'16,"0"0"-1384"-16,0 0-188 0,0 0 48 15,0 0 123-15,0 0-72 0,43 68-43 0,-33-39-74 16,-3 2-30-16,-1 0-34 0,-1 1-10 16,-4-1 0-16,1-3-31 15,-2 0-31-15,0-3 0 16,0-2-26-16,0-2 14 0,0-6-7 0,0-2-3 0,0-5 10 0,-2-3-7 15,2-1-37-15,-1-4 3 0,1 0-6 16,0 0-16-16,0 0-35 0,1-7 31 16,3-3 79-16,3-4 0 0,1-7-4 15,0-3-9-15,1-4 10 0,1-1 3 0,-3-3 16 16,-1 1-14-16,1 1 23 0,0 3-6 16,-1-1 3-1,0 5-22-15,0 4 28 0,0 4-12 16,2 3 6-16,-4 3 26 0,2 4-14 15,-3 2-6-15,-1 1-3 0,1 2-5 16,2 0-20-16,2 2-31 0,-1 6 31 0,3 3 55 16,0 6-2-16,0 1-6 0,0 1-4 15,-3 5 13-15,-2-2-16 0,1 2-24 16,-4 2-14-16,-1-1 1 0,0 4-3 0,-6 1 0 16,1-4-15-16,-3 1-28 0,0-2-28 0,-1-3-4 15,3-3 3-15,1-4 1 16,2-4 4-16,1-4 17 0,2-3-13 0,0-4-104 15,0 0-127-15,3 0-140 0,1-5-74 16,4-8-594-16</inkml:trace>
  <inkml:trace contextRef="#ctx0" brushRef="#br0" timeOffset="58896.929">23901 6009 1709 0,'0'0'568'15,"0"0"-141"-15,0 0-32 0,0 0-25 16,0 0-66-16,-1 79-50 0,-1-60-53 16,1 1-67-16,-1 1-41 0,-1 0-22 15,0 1-22-15,0-2-33 0,2 1-14 16,0-3 0-16,1-2-2 0,0-1-28 0,0-4 6 0,5 0 4 15,3-3 17-15,0-1-27 0,4-2 9 16,1-2 4-16,0-3-59 0,1 0 30 16,2-3 16-16,0-6-15 0,-1 1-4 15,0-6 3-15,-2 0-18 0,2-4-11 16,-2-1-8 0,1 0-10-16,-2 0-7 0,-1-3-6 0,-1 1 9 15,-4-1 19-15,-2 1 31 0,-4 0 45 16,0 2 0-16,-3-5 19 0,-4 3-6 15,-6 0 60-15,2 2-26 0,-3 5-5 16,0 0 27-16,1 6-9 0,0-1 69 0,0 7-22 16,1 1-28-16,-2 1-38 15,1 1-39-15,-2 7-2 0,1 3-16 0,-3 5 15 16,1 1-11-16,-1 2-1 0,3 3-15 0,-1 1-11 16,1 0 5-16,1 2-26 0,3-2-6 15,1-1-66-15,2-3-77 0,6-6-144 0,1-2-190 16,1-3-98-16,4-4-120 0,9-4-8 15</inkml:trace>
  <inkml:trace contextRef="#ctx0" brushRef="#br0" timeOffset="59264.831">24109 5895 170 0,'0'0'1512'0,"0"0"-1132"0,0 0-192 0,0 0 136 16,0 0-15-16,0 0-136 0,0 0-32 15,0 0 15 1,0 0-25-16,64 69 2 0,-58-41 6 16,-1-2-7-16,-4 3-41 0,-1 1-25 15,0-1-15-15,0 1-4 0,-4-2-35 0,-1-2-12 16,-1-5 0-16,4-3-12 0,0-5 12 16,1-3-18-16,1-5 18 0,0-3 1 15,0-2 33-15,0 0 10 0,0 0-10 16,0-6-31-16,3-5-3 0,1-3-3 0,3-4-12 15,1-4 3-15,1-2 12 0,-1-4 1 0,0-1 2 16,0-1 22-16,2-5-22 16,-2 4-3-16,1 2 0 0,2 6-29 15,-2 2 5-15,1 4 5 0,-1 5-9 0,-1 1-10 16,-2 5 1-16,-1 4-5 0,1 0-21 16,-1 2-12-1,-1 0-57-15,-1 2-74 0,0 1-96 16,0 4-115-16,-1-2-235 0,0 6-581 0</inkml:trace>
  <inkml:trace contextRef="#ctx0" brushRef="#br0" timeOffset="60100.558">24398 5947 2188 0,'0'0'385'16,"0"0"-186"-16,0 0 132 0,0 0 17 0,0 0-88 15,0 0-40-15,48 82-53 0,-44-52-89 0,0-1 9 16,-4-1 0-16,0 0-6 0,0 0-35 16,0-3-5-16,-1-5-39 0,-2-1-1 15,2-2-1-15,-1-6 0 0,1-4-2 16,1-3-14-16,0-3 4 0,0-1-1 31,0 0-45-31,3-7-1 0,5-3 21 0,1-8-27 0,2-1-13 16,3-6 28-16,0-2 7 0,-3 0 11 15,4 0-3-15,-4 0 35 0,0-1 10 16,1 3 3-16,-4 0 0 0,0 6 0 16,-2 5 9-16,0 4-19 0,-1 5-2 15,-2 2 1-15,-1 3 29 0,1 0-6 16,0 8 19-16,1 4 49 0,-1 5-21 0,0 3 11 0,-2 4-36 16,-1-1 5-16,3-1 1 15,-3-1-41-15,0-3-10 0,0-4-2 16,1-2-3-16,-1-4-19 0,3-4-2 0,-3 0 5 15,5-4 1-15,-1 0-19 0,2-3-22 16,3-5 40-16,0-4 16 0,3 0 1 16,2-4 0-1,-3 1 0-15,0 0-17 0,-2 1 19 16,-2 3 1-16,-1 3 12 0,-3 2-13 0,0 1-1 16,0 5-24-16,-3 0-22 0,2 0-9 15,4 2 50-15,-2 7 6 0,4-1 72 16,-3 4-7-16,3 3 15 0,-1 0-21 15,-2 1-16-15,1-1 7 0,-3 1-1 0,0-3-27 16,0 1-19-16,0-3-3 0,-2 1-2 0,2-2-20 16,1-3-6-16,-2 4-24 0,-1-5-19 0,4 0-44 15,-3-1-62-15,1 0-61 0,3-2-83 16,-1-2-162-16,4-1-144 0,-1 0-180 16,6-4-720-16</inkml:trace>
  <inkml:trace contextRef="#ctx0" brushRef="#br0" timeOffset="60526.22">25172 6053 1251 0,'0'0'504'15,"0"0"-160"-15,0 0 125 0,0 0 43 16,0 0-56-16,0 0-100 0,0 0-104 16,0 0-84-16,0 0-69 0,0 0-9 15,0 0 3-15,-62-31-29 0,46 31-30 16,-1 6-6-16,-2 7 9 0,-1 3 15 15,-1 6 22-15,0 6 42 0,3 1 46 16,-1 4-31-16,4-1-37 0,4-4-33 16,2-3-31-16,4-6-28 0,3-6-2 0,2-5 0 15,2-3-24-15,6-2-55 0,4-3-9 16,2 0 33-16,6-5 12 0,0-7 19 0,-1-4-13 16,3 0-21-16,-1-2 9 0,-2 0 19 15,-2 1 2-15,-3 3 12 16,0-2 14-16,-4 3 3 0,-1 2-1 15,-3-1 21-15,0 3 1 0,-3 3-4 16,0 1-18-16,-1 4-2 0,-2 1-44 16,1 0-18-16,-1 3 3 0,2 8 61 15,-1 4 58-15,1 3 28 0,0 1 2 16,1 3-21-16,0-2-24 0,3-5-30 0,0-3-13 16,2-1-18-16,1-7-6 0,5 0-1 15,-1-4-48-15,6 0-13 0,1-8-45 0,3-11-66 0,3-4-162 16,0-3-194-16,1-5-205 0,-6 7-350 15,9-16-108-15</inkml:trace>
  <inkml:trace contextRef="#ctx0" brushRef="#br0" timeOffset="60752.536">25555 5564 1501 0,'0'0'472'16,"0"0"-229"-16,0 0 135 0,0 0 76 15,0 0-55-15,0 0-73 0,0 0-59 16,5 75-67-16,-4-47-29 0,1 3 12 16,-1 7-11-16,2 5 0 0,-1 5-68 15,-1 3-28-15,1 0-30 0,-2 2-31 16,0-1-15-16,0-2-27 0,0-6-16 16,0-2-88-16,0-2-84 0,2-5-53 0,2-7-136 0,4-3-250 15,-2-9-580-15,7 0-829 0</inkml:trace>
  <inkml:trace contextRef="#ctx0" brushRef="#br0" timeOffset="62741.503">27306 7514 382 0,'0'0'1829'16,"0"0"-1476"-16,0 0-105 15,0 0 127-15,0 0-72 0,80 50-66 16,-48-36-41-16,2-4-29 0,6 1-33 16,2-4-28-16,2-6-10 0,2-1-22 15,-2 0-3-15,-1-1-25 0,-4-6-25 16,-1-4-21-16,-3 3-19 0,-4-4-24 0,-2 1-53 16,-4-2-133-16,-5 0-104 0,-4-1-242 15,-5 6-521-15,-7-6-662 0</inkml:trace>
  <inkml:trace contextRef="#ctx0" brushRef="#br0" timeOffset="62979.032">27663 7504 659 0,'0'0'563'0,"0"0"778"0,0 0-984 0,-11 82-62 0,10-50 46 15,1 3-23-15,0 3-41 16,0 2-59-16,4-1-51 0,-1 1-47 15,0 0-33-15,-1-2-20 0,1-1-27 16,-3-4-30-16,0 0-10 0,0-5-15 16,0-3-4-16,0-4 1 0,0-1-34 15,0-5-31-15,0-2-44 0,2-2-65 0,-2 0-38 16,0-3-82-16,4-4-159 0,-4 2-171 16,2-5-176-16,1-1-535 0</inkml:trace>
  <inkml:trace contextRef="#ctx0" brushRef="#br0" timeOffset="63162.998">27683 7900 1023 0,'0'0'29'0,"0"0"1166"0,0 0-704 0,0 0-115 16,0 0-16-16,0 0-28 0,0 0-112 0,89-12-78 16,-67 12-27-16,2-3-34 0,4 1-41 15,-4 0-21-15,0-1-19 0,-5 0-22 16,0 0-28-16,-4 0-83 15,-6 1-184-15,-1 1-202 0,-2 1-626 16,-6 0-989-16</inkml:trace>
  <inkml:trace contextRef="#ctx0" brushRef="#br0" timeOffset="63348.734">27638 8154 1000 0,'0'0'55'0,"0"0"1668"0,0 0-1242 0,0 0-201 15,0 0-34-15,0 0-48 0,0 0 3 0,0 0-14 16,0 0-88-16,101 7-43 0,-64-9-28 16,2-3-28-16,-1-2-4 0,0-4-14 0,1 1-13 0,1-3-59 15,-1-3-171-15,1-3-164 0,-9 4-550 16,16-16-794-16</inkml:trace>
  <inkml:trace contextRef="#ctx0" brushRef="#br0" timeOffset="63642.915">28629 7521 852 0,'0'0'0'0,"0"0"0"16,0 0 1513-16,0 0-1029 0,0 0-199 16,0 0-36-16,0 0 8 0,0 0-55 15,-67 86-23-15,49-55-9 0,-5 3-30 0,1 7 2 16,-2 1-21-16,-5 3-29 0,1 7-12 15,-7 0-22-15,-4 5-12 0,0 4-3 16,-1-1-15 0,-3 5-13-16,-1 1-15 0,2 1 0 15,2-1-2-15,1 0 2 0,6-4-12 16,6-4-10-16,5-3-54 0,6-8 5 0,4-5-9 16,4-6-31-16,2-9 9 0,3-6-46 15,1-7-52-15,2-3-111 0,0-6-228 16,0-4-459-16,0-1-684 0</inkml:trace>
  <inkml:trace contextRef="#ctx0" brushRef="#br0" timeOffset="64264.041">28713 8099 222 0,'0'0'254'0,"0"0"-78"0,0 0 1347 0,0 0-984 15,0 0-67-15,0 0-140 0,-14 67-70 0,8-38-36 16,0 6-53-16,-1 4 4 15,0 4-6-15,-1 2-39 0,-1 2-21 16,-2-2-31-16,-2 0-19 0,-2-1-15 16,-1-2-45-16,-2-4-1 0,5-5-1 0,1-3-17 15,1-10-22-15,5-6-12 0,4-5-43 16,2-7-44-16,0-2-9 0,0 0-38 16,0-5-109-16,2-8-200 0,7-4-209 15,1-9-75-15,2-4-413 0</inkml:trace>
  <inkml:trace contextRef="#ctx0" brushRef="#br0" timeOffset="64522.489">28719 8068 726 0,'0'0'26'16,"0"0"98"-16,0 0 1072 0,0 0-678 16,0 0-174-16,0 0-40 0,55 68-65 15,-37-33-20-15,-2 1-17 0,1 6-68 16,1-3-33-16,-4 1-1 0,-1 1-16 0,-1-3 9 15,-4 2-28-15,0-4-21 0,-5-2-17 16,1-2-11-16,-4-5-16 0,0 0-1 16,0-5 0-16,0-3-2 0,0-3-13 15,0-5 4-15,0 0-13 0,0-4-21 0,0-2-32 16,0-2-40-16,0-1-28 0,0-1-21 16,0-1-13-16,0 0-66 0,-3-1-111 0,-1-5-137 15,-2-5-128-15,-1 0-174 0,-4-2-337 16,3 2 1113-16</inkml:trace>
  <inkml:trace contextRef="#ctx0" brushRef="#br0" timeOffset="64694.807">28699 8471 443 0,'0'0'225'0,"0"0"-172"0,0 0 572 16,0 0-147-16,0 0-260 0,0 0-72 15,0 0 90-15,0 0 13 0,0 0-66 0,0 0-22 16,0 0-81-16,-20-16-67 0,41 14 15 15,6-4 27-15,4-1-14 0,2-4-39 0,-1 0-2 16,1-1-70-16,-3-1-177 0,-1 1-130 16,-8 1-345-16,3-2-1041 0</inkml:trace>
  <inkml:trace contextRef="#ctx0" brushRef="#br0" timeOffset="65740.382">29532 7654 447 0,'0'0'329'16,"0"0"1102"-16,0 0-824 0,0 0-238 15,0 0-120-15,0 0 33 0,0 0-46 16,0 0-85-16,0 0-57 15,0 0-23-15,0 0-18 0,65-59-3 0,-37 42-25 16,3-2-1-16,-3 2 1 0,3 3-12 16,-6 2-10-16,3 0 28 0,-3 1-19 15,3 4-9-15,0-4-1 0,-1 3-2 16,0 1-12-16,-1 0-10 0,-1 0-3 16,0 3-9-16,-2 1-6 0,-1 3 0 0,1 2-29 0,-4 8 10 15,0 6 19-15,-4 3 5 0,-1 4 26 16,-5 6 6-16,-1 0 6 0,-1 1 19 15,-2-3 0-15,3-2 18 0,0-4-21 0,4-6-18 16,2-1 0-16,3-6 2 0,2-2 10 16,4-6 8-16,2 0-8 15,4-6-13-15,2-7-87 0,0-2-124 0,-2-3-50 16,-2 0-75-16,-3 1-192 0,-3 2-273 16,-7 3-548-16</inkml:trace>
  <inkml:trace contextRef="#ctx0" brushRef="#br0" timeOffset="66111.16">29597 8124 365 0,'0'0'1951'16,"0"0"-1418"-16,0 0-280 0,0 0-13 16,0 0 45-16,0 0-48 0,0 0-45 15,0 0-70-15,0 0-38 0,0 0-22 0,84 16-12 0,-62-16 9 16,4 0 9-16,2 0 28 0,3-4 21 16,2 1-34-16,5-2-16 0,1 1-12 15,3-3-18-15,3-1-22 0,0-1-15 0,1 2-18 31,1-4 0-31,-2 4-1 16,-3 0-8-16,0-1-19 0,-2 1-3 0,-1 4-10 16,-2-1 4-16,-6 2 3 0,-3 2 18 0,-5 0 15 15,-7 0-12-15,-5 0-3 0,-5 2 0 16,-2-1 6-16,-2 1 1 0,-2-2-23 0,0 0-15 16,0 1-38-16,0-1-98 0,0 0-161 15,0 0-301-15,0-4-612 0</inkml:trace>
  <inkml:trace contextRef="#ctx0" brushRef="#br0" timeOffset="66863.508">31369 7403 408 0,'0'0'75'16,"0"0"1984"-16,0 0-1598 0,0 0-126 15,0 0-27-15,0 0 23 16,15 71-80-16,-13-34-40 0,1 11-22 15,0 6-8-15,0 5-28 0,3-3-24 16,-6 2-35-16,1-1-39 0,-1-1-12 16,0-6-33-16,-1 0-10 0,-5-5-1 15,0-3-17-15,1-6-7 0,0-7 1 0,2-8-34 0,3-5-49 16,0-7-55-16,0-5-53 0,5-2-26 16,0-2-155-16,1-3-340 0,9-15-640 0</inkml:trace>
  <inkml:trace contextRef="#ctx0" brushRef="#br0" timeOffset="67395.473">31466 7407 863 0,'0'0'1181'15,"0"0"-425"-15,0 0-364 0,0 0-118 16,82-82 36-16,-55 68-11 0,1 2-74 15,2-1-89-15,0 8-37 0,0 3-25 16,-2 2-18-16,-2 1-7 0,-3 7-6 16,-6 4 18-16,-1 3 13 0,-5 1-19 0,-5 4-3 0,-3 1-15 15,-3 3-10-15,-3 2 7 0,-11 2-4 16,-5 1-27-16,-5 2 10 0,-4 3-10 16,2-4 12-16,-3-1-14 0,2-2 0 15,1-1-1-15,5-3-2 0,5-1 0 16,1-4-20-16,9-1 7 0,4-2-9 15,2 1 2-15,2-2-5 0,9 2 9 0,7-3 18 0,4 1-16 16,4-3 4-16,4 1 10 0,2-4-1 16,2 1 1-16,-1-1-10 0,-2 0-4 15,-1 0 4-15,-1 1 10 0,-4 0 0 16,-2-2-1-16,-1 2 3 0,-4 1 1 16,-2 1 30-16,-1 2-7 0,-4 1 16 15,-3 0 0 1,-3-1-19-16,-2 1-3 0,-3 0-6 15,0-1 1-15,-3 0-10 0,-5 3 9 0,-3-2 3 16,-3-1-3-16,-3 2 4 0,-3-2 2 16,-1-2-3-16,0-1 12 0,-3-2-11 0,0 0 51 0,-2-1-10 15,-2-2-29-15,4-2-16 0,-4-1-12 16,2-2 0-16,1 0-31 16,-1-2-78-16,-2-5-31 0,2-1-34 0,2-4-44 15,-4 1-84-15,2-1-150 0,3-2-103 16,0 0-201-16,7 4-443 0,-4-6-258 15</inkml:trace>
  <inkml:trace contextRef="#ctx0" brushRef="#br0" timeOffset="96165.925">26822 10800 2534 0,'0'0'303'0,"0"0"-98"0,0 0 108 0,-9-67-46 16,0 48-21-16,-2 1-28 0,-3 1-66 0,-3 1-12 15,-2 3 67-15,0 1-31 0,-2 0-62 16,-4 5-23-16,-4-3-5 0,-1 4-34 0,-1 3 27 16,0 0 0-16,0 3 7 15,-3 0-29-15,-2 9-32 0,-6 3-25 0,-4 6-25 16,-3 3-11-16,-3 9-1 0,-1 4 34 0,2 2-45 16,3 2 33-16,4 1 15 0,7-3 34 0,8-3-4 15,10-4-18-15,4-1-8 0,7-2 8 16,5-3-12-16,3 0 2 0,5 2 13 15,10-4-12-15,4 4 12 0,7 0 9 16,8 0-8 0,2 0 5-16,5-2-9 0,3-1-12 15,-1 1 0-15,3-1 0 0,-1-1-15 16,4-3-13-16,-5 1 26 0,4 1-14 16,-3-1 16-16,3 0 0 0,-2 0-2 15,2 1 2-15,-3 2 37 0,-3-1 2 0,-3 0-2 16,-8-2-16-16,-3 1 6 0,-5-2-12 15,-6 2-13-15,-3-1-2 0,-6-1-3 0,-4 3 3 16,-3 0 2-16,-1-2 19 0,-5-2 4 16,-6 1 20-16,-3-1-12 0,0-5-5 15,-5 2-1-15,0-4-12 0,-2-2 0 16,-2-2 0-16,-3-2-13 0,0-1 0 16,0-2 12-16,-5-1-14 0,-2 0-21 0,1-3-12 15,-2-2-9-15,4-1-16 0,4-1-27 0,3 0-12 16,4-4-39-16,4 3-47 0,4-3-74 15,2 0-158-15,5-1-241 0,1 4-595 16,3-6-827-16</inkml:trace>
  <inkml:trace contextRef="#ctx0" brushRef="#br0" timeOffset="96697.887">27162 11582 935 0,'0'0'1332'15,"0"0"-777"-15,0 0-94 0,0 0-32 0,0 0-29 16,0 0-102-16,0 0-91 0,0 0 2 15,0 0-43-15,5 86-23 0,-4-54 13 16,-1 1-13-16,2-2-52 0,-1-2-64 16,1-2-12-16,-1-3-13 0,1-2-2 15,0-3-2-15,2-3-1 0,-1-3-21 16,0-3 12-16,0-3-3 0,2-2 2 16,-3-4-23-16,1 1-31 0,0-2 22 0,0 0 26 15,6-6 19-15,-1-3 1 0,3-3 18 16,4-7-19-16,1-2-2 0,4-4-35 15,-3 1-12-15,2-2 10 0,0-2-22 0,0 2 0 16,1 0-19-16,-1 5 13 0,-2 4 27 16,-1 6 13-16,-5 5 15 0,-2 4 12 15,0 2 32-15,-2 2 5 0,-1 8 58 16,0 1-25-16,-1 3-12 0,2 4-12 0,-2 4-31 16,1-2 9-16,-4-1-21 0,1 2 7 15,-3 0-10-15,3 1-12 0,-3-1 11 0,0 0-20 16,0-2-13-16,0 1-11 0,0-2-41 15,-3-1-27-15,2-4-43 0,-1 1-109 16,2-6-136-16,-1-2-210 0,1 0-399 16,0-6-555-16</inkml:trace>
  <inkml:trace contextRef="#ctx0" brushRef="#br0" timeOffset="97151.958">27546 11243 238 0,'0'0'2054'0,"0"0"-1508"0,0 0-178 0,0 0-21 15,0 0 41-15,0 0-83 0,0 0-88 0,78 5-57 16,-47-5-39-16,8 0 8 0,9-1 27 16,2-6 2-16,9-1-66 0,2-2-50 15,2-3-17-15,2 1 14 0,1-3-16 0,-2 1-23 16,-2-3-18-16,-5 3-3 0,-2-4 18 16,-3 3-22-16,-2 0-23 0,-8-1-16 15,-3 2-31 1,-4 0-67-16,-8 0-67 0,-7 1-86 15,-8 1-217-15,-4 3-522 0,-8-4-724 0</inkml:trace>
  <inkml:trace contextRef="#ctx0" brushRef="#br0" timeOffset="97421.099">28370 10839 1148 0,'0'0'1698'16,"0"0"-1173"-16,0 0-214 0,0 0 7 15,0 0 11-15,0 0-60 0,0 0-94 16,0 0-80-16,98-8-33 16,-70 12 5-16,-3 3-9 0,4 0-3 15,0 2-12-15,-2 3-19 0,1 0 3 0,-2 5-14 0,-4 0 11 0,-2 4-14 16,-6-1-10-16,0 5-27 0,-6 0 2 16,-5 4-5-16,-3 0-4 0,0 1-17 15,-8 1-8-15,-3 0 1 16,-4 1-6-16,1-2-37 0,0-2-40 0,-1-3-42 15,2-1-34-15,3-2-96 0,1-4-129 16,1-1-101-16,2-3-118 16,2-5-317-16,1 2-200 0</inkml:trace>
  <inkml:trace contextRef="#ctx0" brushRef="#br0" timeOffset="101730.384">29501 10826 173 0,'0'0'1661'15,"0"0"-1246"-15,0 0-143 0,0 0 50 16,0 0 108-16,0 0-27 0,0 0-82 0,82-8-98 15,-57 4-52-15,5-3-20 0,2 1-6 16,-2 0-28-16,2 0-37 0,-2-1-37 16,-2-1-41-16,1-2-2 0,-4-1-25 0,-2 3 4 15,0-4-74-15,-4 1-106 0,-2-2-93 16,-3 1-145-16,-6 2-297 0,-1-3-674 16</inkml:trace>
  <inkml:trace contextRef="#ctx0" brushRef="#br0" timeOffset="101927.045">29771 10488 904 0,'0'0'684'0,"0"0"-232"0,0 0-138 0,0 0-52 16,0 0 63-16,0 0-60 0,0 0-32 16,-6 80-5-16,6-47-20 0,4 2-21 15,-1 3-6-15,2 0-60 0,-2 3-72 0,-3-1-49 16,0-1-28-16,0 1 16 0,-3-1-75 15,0-1-125-15,0-5-24 0,1-3-118 16,2-6-132-16,0-3-174 0,0-7-406 16</inkml:trace>
  <inkml:trace contextRef="#ctx0" brushRef="#br0" timeOffset="102111.724">29670 11107 1732 0,'0'0'432'16,"0"0"-209"-16,0 0 10 0,0 0 140 15,0 0-15-15,0 0-104 0,0 0-71 16,0 0-57-16,0 0-10 0,0 0 35 16,0 0 42-16,76 30-51 0,-45-30-46 0,0 0-40 15,2-6-56-15,4-4 0 0,0-4-37 16,0 0-102-16,1-6-113 0,-2 0-115 16,-9 1-350-16,9-12-931 0</inkml:trace>
  <inkml:trace contextRef="#ctx0" brushRef="#br0" timeOffset="102342.981">30283 10507 1513 0,'0'0'452'0,"0"0"105"15,0 0-42-15,12 85-75 0,-6-49-130 16,-1 5-62-16,-2 5-59 0,-1 4-52 15,-2 3-16-15,0 3-20 0,-1 1-67 0,-5-1-34 0,-1-3-27 0,1-4 14 16,1-10-21-16,5-5-9 0,0-7-53 31,2-7-56-31,10-7-77 0,-1-3-120 0,-3-3-250 16,7-7-765-16</inkml:trace>
  <inkml:trace contextRef="#ctx0" brushRef="#br0" timeOffset="102928.028">29181 10338 2262 0,'0'0'646'0,"0"0"-470"0,0 0-118 0,0 0 34 16,0 0 93-16,0 0 40 0,0 0-121 15,0 0-100-15,0 0-4 0,0 0 0 0,0 0 15 16,58-50 39-16,-64 58-10 0,-2 8 47 16,-4 6-31-16,-5 8-6 0,-5 5 2 15,0 3-9-15,-5 1 12 0,0 3-21 16,-1-6 5-16,3 3-43 0,2-6 0 16,7 0 20-16,1-5-20 15,7-3-16-15,2-4 4 0,6-3 9 0,0-4-35 16,0 1 36-16,6-5 2 0,2 0-22 15,4-1-3-15,-1 1 24 0,4 2-1 16,-2 4 2-16,4 3-18 0,0 5 18 16,2 7 0-16,-2 6 0 0,3 8 96 0,-3 3 25 0,1 2 0 15,-2 0-10 1,-2 0-13-16,-2-1 4 0,-1-6-35 16,0-4-27-16,-3-4-12 0,1-6-14 15,1-4-14-15,0-4 0 0,1-6-15 16,2-3-25-16,2-3-74 0,1-6-33 0,1-1-26 15,0-2-75-15,3-7-185 0,-6-1-365 16,11-13-955-16</inkml:trace>
  <inkml:trace contextRef="#ctx0" brushRef="#br0" timeOffset="103391.881">30791 10190 1140 0,'0'0'983'0,"0"0"-899"0,0 0-55 0,0 0 46 15,0 0 25-15,0 0-100 0,89-26-48 16,-72 30-17-16,-2 4 16 0,-2 6 49 15,-1 4 2-15,-4 3 96 16,0 1 34-16,-2 3 71 0,-1 0-29 0,-3 5-20 16,-2-2 77-16,0 1-69 0,0 4-3 0,-5-3-17 15,3 6 19-15,-4-2-64 0,1 1-15 0,2-1-6 16,0 2-20-16,3 0-6 0,-3-1-3 16,3 1-32-16,0 0-13 0,0 1 1 15,3-3 13-15,5 0 15 0,2-2 6 16,3-1-21-16,1 0-16 0,3-2 0 15,2-2-1-15,4 2-30 0,-1-6 3 0,1 2-59 32,-1 0-54-32,1-1 18 0,-2 1-9 0,0 1 66 0,-4 1 63 15,0 3 3-15,-3 1 41 16,-3-1 157-16,-2-1 71 0,-1 1-52 16,-2-2-140-16,-3-4-61 0,-1-1-14 15,-2-1-2-15,0 0-17 0,0-3-112 0,0-1-98 16,0-5-165-16,-2-2-335 0,-4-4-839 0</inkml:trace>
  <inkml:trace contextRef="#ctx0" brushRef="#br0" timeOffset="104329.623">24452 11425 874 0,'0'0'1449'0,"0"0"-959"0,0 0-143 0,0 0-51 15,0 0-49-15,0 0-48 0,0 0-20 0,0 0-20 16,0 0-40-16,0 0-64 0,37-13 4 16,5 0 18-16,5 0-9 15,4-1-18-15,1 4-10 0,1 1 9 16,2-1 15-16,-1 4-21 0,-1-2-3 15,1 1-24-15,-1-1-16 0,-5 0-18 0,1 0 3 16,-2-1-13-16,-5 2-6 0,-3-4-33 16,-7 2-84-16,-2-2-112 0,-7-1-116 15,-7-1-192-15,-4 3-506 0,-6-5-429 0</inkml:trace>
  <inkml:trace contextRef="#ctx0" brushRef="#br0" timeOffset="104529.78">25171 11055 130 0,'0'0'1718'15,"0"0"-1121"-15,0 0-211 0,0 0-94 0,0 0 2 0,0 0-47 16,0 0-76-16,0 0-18 0,0 0 2 16,0 0-15-16,0 0-25 0,66 59-47 15,-52-43-28-15,0 1-3 0,-3 2-24 16,-2 0 2-16,-6 3-13 0,-3-1-2 16,0 7 3-16,-11-2-3 0,-6 4-1 15,-7 1-24-15,-3 2-33 0,-4-1-69 16,-3-1-91-1,0-2-141-15,7-10-314 0,-12 0-1159 0</inkml:trace>
  <inkml:trace contextRef="#ctx0" brushRef="#br0" timeOffset="104978.439">23335 10982 1186 0,'0'0'982'0,"0"0"-619"0,0 0-60 0,0 0-40 16,0 0 49-16,5 87-26 0,-5-56-41 0,0 6-9 15,-1 4-52 1,-3 9 11-16,-5 11-29 0,0 5 6 16,-4 10 2-16,-4 4-70 0,-4 2-55 15,0-3-16-15,-5 0-22 16,3-7-11-16,-1-6-27 0,4-11 0 15,2-9 14-15,5-10 10 0,4-9-15 16,4-9-12-16,2-6-25 0,3-8-9 0,0-2-28 16,0-2-25-16,0-2-43 0,5-5-37 0,3-7 23 0,1-5-70 15,2-6-146-15,4-6-43 0,-1-5-161 0,-3 6-176 16,4-23-382-16</inkml:trace>
  <inkml:trace contextRef="#ctx0" brushRef="#br0" timeOffset="105262.321">23382 11060 1155 0,'0'0'670'0,"0"0"-135"0,0 0-99 0,0 0-22 15,0 0-90-15,0 0-68 0,0 0-76 16,0 0-63-16,0 0-27 0,0 0-12 0,0 0 108 16,59 22-4-16,-39 7-37 0,-1 4-31 15,1 7-4-15,2 4-3 0,-2 4-13 16,3 7-11-16,-3 3-20 0,-1 0-14 15,0 3-34-15,-2 0-13 0,-4-5 10 16,0-3-12-16,2-5-2 16,-4-7-25-16,0-7-9 0,-2-5-4 15,-1-5 13-15,0-3-1 0,-1-6-2 16,-2-2-13-16,0-4-3 0,-2-3-11 16,0-4-14-16,-3-1-30 0,2-1-18 15,-2 0 11-15,0-3 3 0,0-7-34 16,0-5-134-16,-2-6-136 0,-4-2-179 15,-1 4-419-15,-9-12-250 0</inkml:trace>
  <inkml:trace contextRef="#ctx0" brushRef="#br0" timeOffset="105411.38">23425 11576 1722 0,'0'0'581'0,"0"0"-158"0,0 0-101 16,0 0-3-16,0 0-27 0,0 0-9 16,0 0-91-16,0 0-86 0,0 0-59 15,0 0-31-15,0 0-14 0,-26-37-2 16,49 37 14-16,4-4-14 0,4 3-31 15,4-3-25-15,1 0-148 0,3-2-104 0,3 0-175 16,-11-2-580-16,18-2-1111 0</inkml:trace>
  <inkml:trace contextRef="#ctx0" brushRef="#br0" timeOffset="107981.427">23959 11875 2418 0,'0'0'570'0,"0"0"-234"0,0 0-231 16,0 0 72-16,0 0 123 0,0 0-42 16,0 0-72-16,0 0-52 0,76 0-5 15,-56 15 25-15,0 7 6 0,-1 2-29 16,-2 2-24-16,-3 2-22 0,-3 0-18 16,-4 0-27-1,-1-3-22-15,-2-2-15 0,-2-3 0 16,-1-6-1-16,1-3-2 0,-1-3-2 0,-1-3-10 15,0-3-9-15,0 0-28 0,0-2-42 16,0 0-25-16,3 0 15 0,-2-2 12 16,4-3 6-16,0-4 25 0,1-3 24 15,5-2 6-15,1-5 13 0,0-1 13 16,-1 1-19-16,1-3 17 0,-2 2 4 0,0-3 16 16,-1 4-13-16,-1 2 0 0,0 1 7 15,0 5-10-15,-1 3-27 0,-1 6-7 16,2 2 34-16,0 0 30 0,1 6 17 0,-1 6 11 15,4 3-3-15,-1 6 1 0,-2 3 11 16,2 2-12-16,-3-2-28 0,-1 2-5 16,-1-3-22-1,-2 0 0-15,0-4-49 0,-2-2-40 0,-1-1-43 16,-1-2-52-16,0-1-101 0,0-2-296 16,0-4-617-16,0 2-1047 0</inkml:trace>
  <inkml:trace contextRef="#ctx0" brushRef="#br0" timeOffset="108523.458">21972 11986 2055 0,'0'0'663'16,"0"0"-243"-16,0 0-104 0,0 0-9 15,0 0-43-15,0 0-66 0,0 0-49 0,0 0-16 16,0 0-25-16,0 0-6 0,-73-3-10 0,73 3-3 16,0 0-31-16,3 0-24 15,9 0-1-15,4 0 47 16,9 0 54-16,9 0-21 0,5-2-22 0,7-5-25 16,0-5-29-16,3-2-19 0,-1-5-18 15,0-2-24-15,-3-3-52 0,-2 1-97 0,-4 1-65 0,-6 1-124 16,-4 2-322-16,-9 7-808 0,-4-4-994 0</inkml:trace>
  <inkml:trace contextRef="#ctx0" brushRef="#br0" timeOffset="108715.086">22471 11643 1641 0,'0'0'646'0,"0"0"-310"0,0 0-20 0,0 0-3 0,0 0-87 16,0 0-77-16,0 0-16 0,81-6-23 0,-69 13-41 0,-2 4-6 31,-3 2-2-31,-3 5 7 0,-4 4-15 16,-1 3-9-16,-11 6-44 0,-8 5-9 15,-2 3-76-15,-6 0-13 0,-1 3-68 16,-2-2-67-16,3-2-142 0,-3-3-215 16,8-10-504-16,-13 8-411 0</inkml:trace>
  <inkml:trace contextRef="#ctx0" brushRef="#br0" timeOffset="110066.901">31330 10703 1094 0,'0'0'544'16,"0"0"534"-1,0 0-581-15,0 0-131 0,0 0-82 16,0 0-1-16,0 0-3 0,0 0-18 0,0 0-77 16,0 0-60-16,0 0 3 15,65-2 76-15,-32-2-70 0,5-2-49 16,1 1-37-16,1-3-14 0,3 2-22 15,0-3-12-15,6 2-2 0,-2 0-22 16,1-1-13-16,-1-1 13 0,-1-2-9 0,-3 2-19 0,-1-2-51 16,-3 0-92-16,-5-1-77 0,-3 2-202 15,-9 1-509-15,-5-1-731 0</inkml:trace>
  <inkml:trace contextRef="#ctx0" brushRef="#br0" timeOffset="110328.718">31868 10368 1941 0,'0'0'674'0,"0"0"-333"0,0 0-98 0,0 0 50 0,0 0-52 15,82 14-62-15,-65-3-34 0,2 0-1 16,-3 3-4-16,1 2-28 0,-2 7-26 16,-3 1-36-16,-1 2-7 0,-6 4-28 15,-2 2-15-15,-3 2-55 0,-8 2 11 16,-10 3 7-16,-2-2 13 0,-4 1 2 15,-2-4-15-15,3-3-7 0,4-6 16 16,3-7-9-16,4-5-72 0,7-7-79 0,-2-1-76 16,5-3-116-16,1-2-190 0,1 0-510 15,1-3-445-15</inkml:trace>
  <inkml:trace contextRef="#ctx0" brushRef="#br0" timeOffset="117718.356">21272 11679 101 0,'0'0'1278'16,"0"0"589"-16,0 0-1454 0,0 0-89 15,0 0-20-15,-33 74 9 0,30-49-43 16,1 3-58-16,2 5-66 0,0 0-55 0,0 3-36 15,0 0-28-15,2 4 7 0,1-2-16 16,-1 4 9-16,-1 0-18 16,0-2-9-16,-1-1-24 0,0 1-6 15,0-1-13-15,0 2-54 0,0-2-49 16,-1-2-123-16,0 0-221 0,1-11-498 16,0 8-641-16</inkml:trace>
  <inkml:trace contextRef="#ctx0" brushRef="#br0" timeOffset="118833.074">32746 10115 183 0,'0'0'114'0,"0"0"1690"0,0 0-769 0,0 0-611 16,0 0-105-16,0 0 1 0,0 0-50 0,0 0-8 15,0 0-68-15,0 0-54 0,-42 22-24 16,42-21 3-16,0 4 5 0,0 1-8 16,0 2-10-16,0 7 30 0,1 3 3 15,2 1-45-15,0 2-31 0,1 2-9 16,-1 2-15-16,4 2-8 0,-3 4-16 15,2 5-13-15,2 4-2 0,-4 5-1 16,0 5-24-16,2 6 4 0,-5 2-3 0,1 2-63 16,-2 0-70-16,0-1-70 0,0-2-31 15,0-3-86-15,0-3-283 0,0-13-570 16,0 8-905-16</inkml:trace>
  <inkml:trace contextRef="#ctx0" brushRef="#br1" timeOffset="-205024.516">19021 7261 2568 0,'0'0'399'15,"0"0"258"-15,0 0-401 0,0 0 17 0,0 0-30 16,0 0 7-16,0 0-16 0,0 0-84 15,0 0-34-15,45 3-1 0,-21 2 16 16,5 1-40-16,1-1-51 0,1 0-29 16,-2-2-11-16,-1 1-21 0,1-1-13 0,1-3-90 15,1 0-59-15,0-7-61 0,1-3-94 16,-9 0-329-16,8-9-801 0</inkml:trace>
  <inkml:trace contextRef="#ctx0" brushRef="#br1" timeOffset="-204806.415">19684 6909 3320 0,'0'0'595'0,"0"0"-287"0,0 0-171 0,0 0 39 16,0 0 24-16,0 0 18 0,0 0-19 16,3 100-102-1,0-62-30-15,0 8-18 0,2 3-10 0,0 4-21 0,-1 1-17 16,-2-1-1-16,1-2-21 0,-2-1-73 15,1-3-37 1,-1-5-46-16,1-3-44 0,-2-4-93 16,0-4-283-16,2-10-695 0,-2 4-790 0</inkml:trace>
  <inkml:trace contextRef="#ctx0" brushRef="#br1" timeOffset="-203659.869">12709 6345 2009 0,'0'0'531'0,"0"0"-334"0,0 0 300 0,0 0-61 16,0 0-144-16,0 0-87 0,0 0-28 15,0 0-16-15,0 0-50 0,0 0-37 16,0 0-15-16,-65 71-4 0,60-53-12 16,-1 1 12-16,1 2-9 0,0 2-15 15,2 3-4 1,0-1 1-16,3 5-10 0,0-2-3 0,0-2-15 0,4 3 0 15,3-1-2-15,1-2-38 0,4-3 16 16,0-2-16 0,4-5-45-16,1 1-103 0,5-5-65 0,2-3-58 0,1-3-158 15,2-1-290-15,-5-2-704 0,4-3 30 0</inkml:trace>
  <inkml:trace contextRef="#ctx0" brushRef="#br1" timeOffset="-203263.315">13030 6357 767 0,'0'0'1767'0,"0"0"-1175"0,0 0-153 0,0 0-10 15,0 0-67-15,0 0-86 0,0 0-55 16,0 0-37-16,0 0-20 0,11 68-36 15,-6-42-52-15,1 2-12 0,0 3-25 16,0 2-23-16,0 2 11 0,0 0-24 0,-3 0-1 16,2-4-2-16,-1-4-15 0,-1-5-15 15,3-4-16-15,-2-7-76 0,0-2-27 16,-1-1-40-16,0-1-87 0,-3-4-206 16,0-1-614-16,0-2-890 0</inkml:trace>
  <inkml:trace contextRef="#ctx0" brushRef="#br1" timeOffset="-202936.303">13336 6384 2711 0,'0'0'749'15,"0"0"-284"-15,0 0-18 0,0 0-95 0,0 0-88 16,86-4-136-16,-74 5-70 15,-1 2-58-15,-2 2-9 0,0-2-19 16,-3 6 4-16,-2 0-25 0,-1 3 13 0,-3 5 14 0,0 4-18 16,-9 3 16-16,-4 1-31 0,-4 1 21 15,1-2 12-15,-1-1 22 0,2-5 21 16,4-5 10-16,2-1-13 0,5-6-18 16,2 1-6-16,2-1-6 0,0-1-1 15,3 3 13-15,6 0 62 0,7-1-1 16,3 0-24-16,4-2 5 0,5-1-14 0,1 0-15 15,1-4-13-15,-1 0-33 0,-1 0-13 16,-4 0-68-16,-2-7-79 0,-2 1-168 0,-7-1-342 16,6-8-995-16</inkml:trace>
  <inkml:trace contextRef="#ctx0" brushRef="#br1" timeOffset="-202669.236">13846 6247 2508 0,'0'0'614'16,"0"0"-196"-16,0 0-143 0,0 0 21 16,82 50-32-16,-63-31-41 0,-3 1-35 15,0 1-66-15,-5 3-67 0,-1 2-21 16,-5 1-14-16,-5 3-20 0,0 3-15 0,-12 4-6 0,-4 1-22 0,-7 3-46 15,-4 2-28-15,-3-1-3 0,-2-2-22 16,0-4-35-16,-1-4-63 0,0-2-167 16,7-10-217-16,-13 8-726 0</inkml:trace>
  <inkml:trace contextRef="#ctx0" brushRef="#br1" timeOffset="-191156.414">17940 7642 2108 0,'0'0'1734'0,"0"0"-1404"0,0 0-212 0,0 0-74 0,0 0-13 16,0 0 71-16,-7-64 145 16,7 49-20-16,0 2-86 0,-3-4-68 0,1 1 61 15,-6 2-1-15,1-3-63 0,-6 1-27 16,-1 1-16-16,-5-2-25 0,0 3 10 15,-4-2 46-15,-3 2-7 0,-3 0-18 0,-2-1-14 16,-5-1-19-16,-3-3 0 0,-4 0 0 16,-2 0 1-1,-3 1-1-15,-1-2-15 0,-6 1 3 16,-1 0 11-16,-3 0 1 0,-3 0-12 16,-3 1 10-16,-2 1 2 0,-5 3 1 15,0 0 0-15,-4 2 21 0,-6 0-20 16,-2 2-2-16,-4-1 0 0,-2 2-52 0,2 1 51 15,0 1 0-15,2 0-11 16,-2 2-18-16,3-1-16 0,1 2 22 0,1 2 12 16,2 2-12-16,3 0 23 0,1 0 0 0,4 5-15 15,4 0 14-15,3 1-19 0,7 2 9 16,5-1 12-16,6 1 0 0,7 0 2 0,8-2-2 16,6 0 0-16,7-3-12 0,5-1 11 15,4 0-11-15,3-1-13 16,3 1 1-16,2-2 6 0,1 0 6 15,1 0 0-15,1 1-16 0,-2-1-8 0,2 0 11 0,0 0 4 0,0 1-6 16,0 0-37-16,-3 1-58 0,2 2-77 16,-2-1-94-16,-1 0-101 0,3 0-82 15,1-2-125-15,0-1-195 0,0 0-468 0,14-18 257 16</inkml:trace>
  <inkml:trace contextRef="#ctx0" brushRef="#br1" timeOffset="-190471.269">15316 6809 160 0,'0'0'205'16,"0"0"98"-16,0 0 1190 0,0 0-999 16,0 0-111-16,0 0-67 0,0 0-8 15,0 0-68-15,0 0-61 0,0 0-7 0,31-27 2 16,-31 27-23-16,0 0-46 0,0 0-43 15,0 0-29-15,0 0-31 0,0 0 1 0,0 0 10 16,0 0-10-16,0 0 18 0,0 0 1 16,-2 0-7-16,2 0 1 0,-1 0 11 15,-2 0 1-15,0 0-25 0,-2 2-3 16,-3 0-20-16,-4 1-26 0,1 4 3 16,-5 2 0-16,-2 3 10 0,-2 3 2 0,-4 6-3 15,-3 2 3 1,0 1 3-16,-1 4 16 0,0-2 0 0,4-1 12 15,1-4 3-15,4 1-3 0,2-3 0 0,4-3-16 16,1-1-5-16,4 2-1 0,2-1 7 16,4-2-4-16,2 1 4 0,0 0 15 15,6-1 58-15,9 2 57 0,5 4-45 16,4 0-20-16,4 1-11 0,0 0-32 16,1-1-7-16,0-2-25 0,-1 0-33 15,2 0 21-15,2 0-68 0,-1-5-133 16,5 1-162-16,-11-5-408 0,8 2-1133 0</inkml:trace>
  <inkml:trace contextRef="#ctx0" brushRef="#br1" timeOffset="-189639.776">18097 7209 215 0,'0'0'473'16,"0"0"1324"-16,0 0-1259 0,0 0-113 15,0 0-27-15,0 0 10 0,0 0-80 16,0 0-57-16,0 0-60 0,0 0-67 0,0 0-41 16,6-2-21-16,-7 2-15 0,-1 4-19 15,-1 7-14-15,-3 5 14 0,0 9-8 16,-2 4-7-16,0 4-3 0,-1 3-12 0,3 4 4 15,-2 1-10-15,2 3-12 0,-3-2-1 32,2 1-36-32,1-3 25 0,0-4-18 0,1-5 9 0,2-2-28 0,-3-4-45 15,3-1-39-15,0-2-1 0,2-3-9 0,-2-5-56 16,3-1-115-16,0-1-265 0,0-4-515 16,0-5-698-16</inkml:trace>
  <inkml:trace contextRef="#ctx0" brushRef="#br1" timeOffset="-188132.276">18319 5117 2141 0,'0'0'576'15,"0"0"-137"-15,0 0-180 0,0 0 10 16,0 0-17-16,0 0-82 0,0 0-76 16,0 0-44-16,0 0-16 0,0 0 19 15,-12-63-22-15,7 63-31 16,-1 0 0-16,-2 5-16 0,-4 3 16 16,-1 9 11-16,-1 2 17 0,-5 7 18 0,1 2-6 15,-1 6 1-15,-3-1-23 0,1 2-18 16,0 1 3-16,1-3 13 0,5 0-16 15,1-5 3-15,4-6-3 0,6 1 12 0,2-9-12 0,2-2 31 16,0-2-31-16,5-2 1 16,3-2-1-16,3-1-53 0,4-1 32 0,1-1 21 15,1-1-25-15,-2 1-31 0,4 0-21 16,-6 0 21-16,2 3-12 0,-3 4 2 16,2 1 32-16,-5 3 15 0,3-1 17 15,-4 4-11-15,1-2 13 0,-3 2 15 16,0-1 7-16,0-1-6 0,-1 1-5 15,-2-2-10-15,1 1-2 16,0 1-18-16,-1-1-18 16,-3-1-10-16,2 2-79 0,-1-3 19 0,-1-1-26 15,0 0 45-15,0 0-1 0,-3-2 70 0,-1-2 16 16,1 0-19-16,0-1-20 0,0 0-53 16,3-2-122-16,0-1-155 0,0-2-259 15,0-1-587-15,2-1 379 0</inkml:trace>
  <inkml:trace contextRef="#ctx0" brushRef="#br1" timeOffset="-187546.548">18499 5496 1289 0,'0'0'1238'16,"0"0"-528"-16,0 0-221 0,0 0-142 15,0 0-17-15,0 0-77 0,0 0-59 0,0 0-68 16,0 0-50-16,76-27-45 0,-55 19-31 0,2 0-13 15,0 2-23-15,5-2-32 0,-1 3-5 16,3-2-90-16,-4 2-130 0,-1-2-200 16,-9 3-576-16,-1-4-708 0</inkml:trace>
  <inkml:trace contextRef="#ctx0" brushRef="#br1" timeOffset="-187278.916">18720 5192 1015 0,'0'0'322'0,"0"0"966"0,0 0-1065 0,0 0-53 15,0 0 76-15,0 0 43 0,0 0-1 0,-16 84-90 16,16-58-51-16,0 2-38 0,0 3-9 15,3 2-23-15,-3 2-23 0,0 1-54 16,0 0-40-16,0-1-10 0,0-2-24 16,0-4-66-16,0-1-80 0,4-5-98 15,-4-5-261-15,3-5-543 0,-3-5-660 0</inkml:trace>
  <inkml:trace contextRef="#ctx0" brushRef="#br1" timeOffset="-187075.822">18637 5667 342 0,'0'0'2531'15,"0"0"-1971"-15,0 0-203 0,0 0-79 16,0 0-54-16,0 0 18 0,0 0-14 0,0 0-62 0,85 19-65 0,-60-17-46 16,3-2-22-16,-2 0-33 0,4-2 0 15,1-4-21-15,-3-1-53 16,1-3-115-16,-2 0-113 0,-1-2-178 15,-9 2-750-15,2-11-1238 0</inkml:trace>
  <inkml:trace contextRef="#ctx0" brushRef="#br1" timeOffset="-186809.823">19093 5177 638 0,'0'0'1790'0,"0"0"-1316"0,0 0-134 16,0 0-32-16,0 89-1 0,0-60-15 16,0 1-74-16,2 1-82 0,1 2-49 0,1 1-44 15,1 0-23-15,-3 0-20 0,2-1-31 16,-2-1-2-16,-1-3-17 0,2-5 4 15,0-2-100-15,2-8-100 16,3-2-28-16,2-6-137 0,0-5-223 16,-1-1-929-16,5-8 510 0</inkml:trace>
  <inkml:trace contextRef="#ctx0" brushRef="#br1" timeOffset="-186164.436">19449 4999 267 0,'0'0'219'0,"0"0"-177"0,0 0 141 0,0 0 117 15,0 0-1-15,0 0-149 0,0 0-78 16,0 0-40-16,0 0 30 0,0 0 13 15,-36 31 32-15,34-29 7 0,0 0 12 16,2-1 1-16,0-1-17 0,0 0-13 16,0 0 3-16,0 1-13 15,2-1-9-15,-2 0 12 0,2 0 0 16,-2 0 0-16,0 0-16 0,2 0-13 0,-1 0-16 16,-1 0-32-16,0 0 54 0,0 0 3 15,0 0-6-15,0 0 15 0,3 0 1 16,-2 0 21-16,2 0 10 0,0 0 0 15,4 0-20-15,1-1-38 0,2-2 13 16,1 2-12-16,-2 0-19 0,2-1 5 0,-3 0-8 16,-3 1-17-16,0 1-15 0,-2 0-14 15,0 0-11-15,0 1-16 0,1 7 7 16,-2 3 14-16,-2 5 20 0,0 2-1 0,0 1 1 16,-6 5 11-16,-3 0-11 0,-3 2-4 15,-1 0 4-15,2 2 0 0,-1-6 2 0,2 1 20 16,1-6 9-16,2-3-6 0,1-3-25 15,2-3-15-15,3-1 14 0,-1-4-18 16,2 2 16-16,0-2-22 0,0 2 22 16,0 3-11-16,0 1 11 0,0 3 3 0,0 0-16 15,3 4 13-15,3 1 2 0,-2 3-33 0,3-1 32 32,-1 3 2-32,2-1 0 0,1 2 0 15,-3-3 15-15,3 4-12 0,-2-2 42 16,0-1 2-16,-1 3-3 0,0-1-32 15,0 1-2-15,-2-1-8 0,2 0-3 16,-1-3 2-16,-2-1-2 0,0-1 1 0,-1-1-31 0,-2-3 9 16,0 0-6-16,-5-2-55 0,-5 0-102 15,-3-1-55-15,-3-1-180 0,1 0-375 16,-10-3-737-16</inkml:trace>
  <inkml:trace contextRef="#ctx0" brushRef="#br1" timeOffset="-184879.149">17509 5284 261 0,'0'0'2314'0,"0"0"-1729"0,0 0-178 0,0 0-57 16,0 0-48-16,0 0-100 0,0 0-39 15,0 0-15-15,0 0-19 0,0 0-49 16,0 0-37-16,-21-5-19 0,8 4 4 16,1-4 8-16,-5 3 4 0,0-2-3 15,-5 0-4-15,-1 0 1 0,-3 0-10 16,-3 2 7-16,-2-3-4 0,-4 0-9 0,-7 3-9 15,0-3-9-15,-8 4-16 0,-4 1 16 16,-5-1 9 0,-6 1-9-16,-8 0-15 0,-3 0 0 15,-8 2 15-15,-2 3 18 0,-3 1-6 16,-1 0 3-16,2 0-12 0,2-1 13 16,-1-2-16-16,4 1-3 0,2-2 2 15,2-1-12-15,3-1 1 0,3 0-9 0,1 0-6 16,3 0-1-16,4-2 4 0,3 0-19 0,7-1 4 15,4 0 17-15,2-1 1 0,7 3 9 16,4-4-1-16,5 3 13 0,6-2 13 16,5-1 5-16,8 3-18 0,2 1-2 15,5-3-56-15,4 4-16 0,0 0-42 0,3 0-22 16,-1 0-32-16,1 0-50 0,0 0-74 16,0 0-71-16,-2 0-73 0,2 0-198 15,-1 5-128-15,-2-4-307 0</inkml:trace>
  <inkml:trace contextRef="#ctx0" brushRef="#br1" timeOffset="-184547.211">15519 5042 378 0,'0'0'1550'0,"0"0"-408"0,0 0-661 0,0 0-127 16,0 0-9-16,0 0-72 0,0 0-122 15,0 0-151-15,0 0-12 16,0 0-10-16,-86 7 7 0,56 7 15 16,-1 2 15-16,-3 2-13 0,1 0 29 0,-1 1-3 15,0 2-7-15,-1-2 10 0,2 3-4 16,-3-1-27-16,0 3-13 0,4-1-5 16,1-1-13-16,6 1 0 0,5-2-3 15,4-2-18-15,10-1 18 16,6 0-6-16,0 0 40 0,11-3 22 0,7 2 22 0,7 1 8 0,3-2 31 15,6-1-24-15,2 1-59 16,1-2-7-16,1 1-42 0,0 4-18 0,0-1-35 16,-3 2-177-16,-10-3-277 0,12 6-928 0</inkml:trace>
  <inkml:trace contextRef="#ctx0" brushRef="#br1" timeOffset="-183762.363">12589 5159 437 0,'0'0'2267'0,"0"0"-1795"0,0 0-179 15,0 0-75-15,0 0 47 0,0 0-45 16,0 0-71-16,0 0-84 0,0 0-52 15,0 0-11-15,-62 46-2 0,42-22 40 0,-4 2 10 16,2 1-13-16,-2-2-16 0,-1 0 29 16,-1 2 2-16,3-4 22 0,-1 4-3 15,1-7-4-15,3 2-12 0,1-4-21 0,0-1-17 16,4-2-17-16,3-1-18 0,1-1-6 16,6-3 8-16,-1 0-2 0,3-2 0 0,3 2-1 15,0-3 19-15,2 4 10 16,5-3 42-16,1 3-6 0,4 0 15 0,1 3-18 0,1-3 3 15,6 2-12-15,-1-2 2 0,9 1-8 16,2-1-27-16,5-3-1 0,2 0-1 31,-1-3-57-31,-3-1-43 0,-3 2-34 16,-2-1-18-16,-4-4-50 0,-1 3-57 0,0-3-132 16,-4-1-305-16,-7 0-946 0,-1-3 155 0</inkml:trace>
  <inkml:trace contextRef="#ctx0" brushRef="#br1" timeOffset="-183392.894">12876 5141 699 0,'0'0'1170'0,"0"0"-461"0,0 0-348 0,0 0-76 16,0 0 52-16,0 0-44 0,0 0-41 15,0 0-62-15,5 76-47 0,-4-58-38 16,2 2-6-16,0 3-22 0,5 3-19 15,-5 2-18-15,2 3-12 0,-1 3 6 0,0-2-3 16,-1 2-31-16,-1-4-18 0,-1-1-7 0,2-4 4 16,-2-5-1-16,1-3-8 0,1-4-16 15,-2-3-65-15,3-4-115 0,2-2-63 16,-1-4-180-16,-1 0-561 0,4-7-743 0</inkml:trace>
  <inkml:trace contextRef="#ctx0" brushRef="#br1" timeOffset="-182559.691">12777 5297 362 0,'0'0'1611'15,"0"0"-1022"-15,0 0-206 0,0 0-143 16,0 0 6-16,0 0-18 0,0 0-4 16,0 0-67-16,-38 76-38 0,38-57-44 15,0-1-6-15,2 2-32 0,5 3-6 16,0 1-7-16,2-1-24 0,2-1-16 15,0-1-2-15,1-1-4 0,0-1-18 0,1-3-110 16,1-1-73-16,2-3-61 0,3-3-78 16,1-5-419-16,-5-2-803 0</inkml:trace>
  <inkml:trace contextRef="#ctx0" brushRef="#br1" timeOffset="-181957.602">13284 5198 117 0,'0'0'2606'16,"0"0"-2163"-16,0 0-251 0,0 0-37 15,0 0 16-15,0 0-13 0,0 0-29 16,0 0-25-16,23 66-63 0,-26-46-7 15,-3 0-18-15,-2 1-15 16,-2-2 1-16,0 0-1 0,1-1 10 0,-1-1 8 16,3-4-19-16,2 3 1 0,1-8 10 15,1 2 2-15,3-2-13 0,0-4-25 16,0 3 16-16,3-1 9 0,6 1 3 16,0 0 22-16,3-3-13 0,1 1 1 15,0-1-10-15,0-1-3 0,2-2 0 0,-1-1-53 0,2 0-148 16,0 0-111-16,-2 0-184 0,-2-4-727 15,1-7-455-15</inkml:trace>
  <inkml:trace contextRef="#ctx0" brushRef="#br1" timeOffset="-181664.971">13585 5227 868 0,'0'0'59'0,"0"0"1411"0,0 0-1096 0,0 0-133 16,0 0 22-16,0 0 17 0,82 16-75 15,-64-11-98-15,3 3-53 0,-1 2-11 0,-1 2 1 16,-2-1 1-16,-2 2-35 15,-1-1-8-15,-6 4-4 16,-4-1 2-16,-3 3-17 0,-1 1-11 0,0 2-69 0,-5 3-42 16,-6-3-16-16,-4 3-32 0,-1-1-42 15,-4-1-178-15,-2-3-259 0,6-7-404 16</inkml:trace>
  <inkml:trace contextRef="#ctx0" brushRef="#br1" timeOffset="-180957.849">13889 5176 457 0,'0'0'2839'0,"0"0"-2348"0,0 0-286 16,0 0 14-16,0 0 61 15,88 8-58-15,-60-6-35 0,0 4-46 0,1 0-47 16,1 1-33-16,-2 1-9 0,-1-1-27 0,-1 1-4 16,-6-1-9-16,-1-1-12 0,-4 0-1 15,-4-1-23-15,-4-1-4 0,-1 1 7 16,-5 1 0-16,-1 3-4 0,0-1 23 16,-7 3-34-16,-6 3 25 0,-4 2 9 15,-8 1 2-15,-2 4-39 0,-5 1-41 16,-1 0-45-16,-3 1-32 15,-1 3-62-15,-2 0-138 0,12-7-371 0,-18 8-1078 0</inkml:trace>
  <inkml:trace contextRef="#ctx0" brushRef="#br1" timeOffset="-156828.119">29824 12183 2713 0,'0'0'463'15,"0"0"-221"-15,0 0-7 0,0 0 26 0,0 0-9 16,0 0-44-16,0 0-72 0,0 75-37 0,0-51-37 0,-3 3 24 0,-2 3 52 16,-3 0-46-16,0 3-43 0,-4-2-10 15,-2 2 13-15,-3-2-15 0,-6 3-16 16,-2-3-21-16,-4-2 3 0,-6 1-3 15,-2-5 0-15,-2 1-11 0,-3-2 8 32,-1-1 0-32,0 1-9 0,-1-3 12 15,1-4 3-15,4-1 24 0,0-2-15 0,-2-3-11 16,0-1 0-16,-4-3-1 0,-2-2 0 16,-5-2 23-16,-1 0 4 0,-6-3-8 15,-3-2-19-15,-7-5 0 0,-5 0-1 16,-6-4-2-16,-6 2-12 0,-3-3-3 0,-5 0-3 15,-1 0-25-15,0 2-12 0,0 0 28 16,2 1 8-16,3 1 22 0,9 0 0 0,2 0 12 16,11-2 4-16,6 3 1 0,11-2-16 0,9 0 1 15,10 0 19-15,11 0-5 0,9 3-14 16,7 0 28-16,5 3-30 0,3-2-43 16,8-1-27-16,4 0-9 0,1-1-10 15,6 1-12-15,-1 0-19 0,-2 0-127 0,-2 2-80 31,-3-1-143-31,-2 0-80 0,-1-2-266 0,-4-1-641 16,-3 1 651-16,1-6 806 0</inkml:trace>
  <inkml:trace contextRef="#ctx0" brushRef="#br1" timeOffset="-156521.768">27874 12310 254 0,'0'0'366'16,"0"0"1164"-16,0 0-1181 0,0 0-223 15,0 0-26-15,0 0 154 0,0 0 95 16,0 0-92-16,0 0-86 0,0 0-58 16,0 0-34-1,-56 35-26-15,37-18 14 0,-4-1-30 0,-3 2-9 0,-4 2-3 16,-3 1 3-16,-5 3-28 16,-2 0-12-16,4 0-10 0,2 1 19 15,3-1 3-15,8 0 12 0,4 0-10 16,2 1 18-16,7 3-19 0,4 2 11 15,6 0 13-15,2 0 6 0,12-1 9 0,11-3 19 16,6-2 6-16,6-4 4 16,4 0-1-16,1-2-16 0,1-1-46 0,0 0-6 15,-1 0-102-15,1-1-133 0,-1 0-198 0,-11-6-112 16,13 7-859-16</inkml:trace>
  <inkml:trace contextRef="#ctx0" brushRef="#br1" timeOffset="-156053.233">29046 13153 1899 0,'0'0'1485'16,"0"0"-998"-16,0 0-487 0,-86 6-12 15,61-1 12-15,0-1 160 0,2 0 62 0,3 2-54 0,7-2-106 16,4 1-59-16,3-1 16 0,4 1 15 15,2 1-16-15,0 4-17 0,6 0-1 16,1 4 0-16,0 0-15 0,3 2 15 16,0 1-3-16,0 2 1 0,2-2-20 15,-1 0 22-15,3 1 0 0,-2-1-3 16,-1-1 1 0,-1 0 1-16,1 1-13 0,-4-1-24 15,-2 1 10-15,-2-4 10 0,-3 3-7 0,-5-7-3 0,-6 2 3 16,-7-1 11-16,-7-1 14 0,-9 0 0 0,-5 0-3 15,-7-1-44-15,-4-2-34 0,-9 1 22 16,-5-5-64-16,-8 4-306 0,-3-3-602 16,18-2-758-16,-38 2 1159 0</inkml:trace>
  <inkml:trace contextRef="#ctx0" brushRef="#br1" timeOffset="-155088.336">23728 14383 1289 0,'0'0'1276'16,"0"0"-260"-16,0 0-701 0,0 0-144 0,0 0-90 15,0 0 19-15,0 0 98 0,0 0-15 16,0 0-26-16,102 19-44 16,-48-17-46-16,1-2-39 0,4 0 6 15,-2 0-34-15,-1-1-38 0,-8-1 4 0,-2 0-33 16,-7 2-114-16,-6 0-32 0,-7 0-213 15,-9 0-595-15,-11 4-717 0</inkml:trace>
  <inkml:trace contextRef="#ctx0" brushRef="#br1" timeOffset="-154904.774">23818 14543 1770 0,'0'0'1498'0,"0"0"-1186"0,0 0-208 0,0 0-101 16,0 0 86-16,0 0 124 0,0 0 54 0,100 48-87 15,-41-46-96-15,3-2-39 0,3-2-45 16,-1-8-83-16,-4-2-85 0,-5-2-101 16,-5 0-109-16,-4 1-207 0,-10-1-237 15,-14 3-1380-15</inkml:trace>
  <inkml:trace contextRef="#ctx0" brushRef="#br1" timeOffset="-154635.265">24168 14099 1251 0,'0'0'1603'15,"0"0"-1314"-15,0 0-101 0,0 0 123 16,112 57 35-16,-70-36-76 0,1-1-136 16,0 2-79-16,-2 0-38 0,-4 1-16 0,-4-3-1 15,-4 5 12-15,-4 2 22 0,-11 2-34 0,-3 2 0 16,-8 1 9-16,-3 4-9 0,-14 1-1 0,-5 2-3 15,-7 0 1-15,-2 0 2 0,-3-2 0 16,2-2 0-16,1-4 1 0,2-5-1 16,4-2-11-1,2-5-13-15,4-3-59 0,3-4-118 0,4-5-55 16,2-3-157-16,5-4-603 16,2 0-1051-16,0-7 1882 0</inkml:trace>
  <inkml:trace contextRef="#ctx0" brushRef="#br1" timeOffset="-154034.951">25958 14252 1509 0,'0'0'409'0,"0"0"860"0,0 0-792 0,0 0-109 16,0 0-5-16,0 0-104 0,0 0-74 16,-70-66-57-16,46 62-33 0,-1 4-15 0,-2 0-20 15,0 1-8 1,-1 7-9-16,0 0-7 0,1 5-5 16,-1 2-4-16,-1 1 10 0,1 2-16 15,3 2 9-15,3 1-9 0,4-2-2 0,1 3-1 0,7 1-3 16,4-2-14-16,5 3-1 0,1-1-11 0,1 1-19 15,10 2-1-15,2-1 1 0,5 2-10 16,5-2 25-16,2 3 0 0,1-2-9 16,1 2-1-16,1 0 25 0,0-2-21 15,-2 0 6-15,-4-2 3 0,-3 1 11 16,-4 0 1 0,-1-2 36-16,-3 1-5 0,-5 0-28 15,-3 1-1-15,-3 0-2 0,-3 0-2 16,-9-2-14-16,-1-1 13 0,-7-1-24 0,0-3-3 15,-5-4-1-15,-1-1 7 0,4-6-4 16,-3-2-39-16,5-5-21 0,0 0-13 16,1-5 6-16,2-4-22 0,-1-4-68 15,4-4-178-15,4-1-194 0,1-6-238 0,9 1-646 16,0 4 255-16</inkml:trace>
  <inkml:trace contextRef="#ctx0" brushRef="#br1" timeOffset="-153316.711">26791 14612 1228 0,'0'0'1593'0,"0"0"-1024"0,0 0-170 0,0 0-115 16,0 0 12-16,0 0-9 0,0 0-53 16,0 0-69-16,78 25-46 0,-37-22-40 0,4 0-27 15,2-3-33-15,-2 0-19 0,1-6-27 16,-4 0-37-16,-6-2-92 0,-4 1-55 15,-9 5-50-15,-11-2-195 0,-9 4-612 16,-3 0-962-16,-17 8 1433 0</inkml:trace>
  <inkml:trace contextRef="#ctx0" brushRef="#br1" timeOffset="-153159.766">26802 14844 1307 0,'0'0'2114'16,"0"0"-1583"-16,0 0-249 0,0 0-18 15,0 0-24-15,87 16-49 0,-45-16-51 16,6 0-94-16,3-4-46 0,-2-3-32 16,-2 2-161-16,-2 2-105 0,0 0-190 0,-5 3-738 15,-10 0-868-15,2-1 1448 0</inkml:trace>
  <inkml:trace contextRef="#ctx0" brushRef="#br1" timeOffset="-152548.253">28157 14096 2495 0,'0'0'573'0,"0"0"-222"0,0 0-85 0,0 0 5 16,0 0-17-16,0 0-27 0,-7 65-60 0,4-35-22 15,-2 7-13-15,-2 6-16 0,-6 7-12 16,-4 6-4-16,-5 7-5 0,-5 5-28 16,-5 3-28-16,-4 4-11 0,-5 3-16 15,0-2 3-15,4-7-14 0,3-6 0 16,8-12-2-16,9-11-10 0,9-10-47 0,3-11-60 15,5-8-59-15,5-4-50 0,7-7 40 16,4-2-97-16,3-10-195 0,1-7-167 16,3-6-473-16,0-3-262 0,-5 3 610 15</inkml:trace>
  <inkml:trace contextRef="#ctx0" brushRef="#br1" timeOffset="-152268.999">28220 14164 2157 0,'0'0'531'0,"0"0"-248"0,0 0 84 0,0 0 1 15,40 73-50-15,-29-39-74 0,0 6-70 16,3 4-38-16,-3 5-25 0,3 3-19 16,-2 0-27-16,2-1-34 0,0-1 24 15,0-1-31-15,-2-5-5 0,1-5-18 16,0-3-1-16,0-5-4 0,0-6 4 15,-1-3-12-15,-1-3 12 0,-2-3-24 0,1-4-62 16,-6-4-43-16,1-3-28 0,-4-1-38 16,-1-2-48-16,0-2-94 0,0 0-97 15,-4 0-33-15,-6-5-94 0,-6-1-186 0,-2-6-298 16,1 2 901-16,-11-10-133 0</inkml:trace>
  <inkml:trace contextRef="#ctx0" brushRef="#br1" timeOffset="-152106.809">28068 14633 1603 0,'0'0'273'0,"0"0"701"0,0 0-679 0,0 0-43 16,0 0 125-16,0 0-9 15,0 0-147-15,0 0-141 0,0 0-24 16,0 0 9-16,97 0-16 0,-65 3-49 16,0 0 0-16,-2-2-40 0,-1 0-130 15,-1 1-227-15,-3-2-576 0,-6 0-1233 0,5 0 1877 0</inkml:trace>
  <inkml:trace contextRef="#ctx0" brushRef="#br1" timeOffset="-151331.152">29418 14621 2704 0,'0'0'720'0,"0"0"-280"0,0 0-48 0,0 0-64 16,0 0-81-16,0 0-70 0,0 0-121 15,0 0-56-15,0 0-15 0,0 0 3 16,0 0-111-16,37 16-184 0,-30-13-303 15,6 0-912-15</inkml:trace>
  <inkml:trace contextRef="#ctx0" brushRef="#br1" timeOffset="-150713.804">30447 14179 2695 0,'0'0'673'0,"0"0"-318"0,0 0-62 0,0 0 35 16,0 0-83-16,0 0-107 0,-77 69-49 16,55-48-21-16,0 3-16 0,-3-1-9 15,-1 4-7-15,0 1-14 0,-2 0-7 16,-1 3 6-16,-1-3-21 0,2 1 0 15,3-2 0-15,2-2-1 0,3-4 1 16,4-2 0-16,7-3-2 0,0-2 0 16,4 1 2-16,5 0 37 0,0 0 3 15,0 2-10-15,9-1 10 0,5 5 60 16,2-2-24 0,7 1-18-16,2 1-16 0,4 0 1 0,2 1-10 15,1 0-33-15,1-3-20 0,0 1-23 16,2-4-124-16,-2 0-49 0,0 1-25 15,-2 0-98-15,-3 3-442 0,-2 2-877 16,-9-5-423-16,-6 13 2060 0</inkml:trace>
  <inkml:trace contextRef="#ctx0" brushRef="#br1" timeOffset="-149613.023">32248 13996 333 0,'0'0'2535'15,"0"0"-1991"-15,0 0-262 0,0 0-43 0,0 0 87 16,0 0-22-16,0 0-36 0,48 70-63 0,-29-53-77 16,2-3-46-16,4 3-15 0,3-4-3 31,3 0 3-31,0 0-16 0,4-1-20 0,0-3-21 15,-1 0-10-15,-4-1-15 0,-4 0 12 16,-6-1-16-16,-4-1 1 0,-4 1 3 16,-4-1-6-16,-5 2-7 0,-3 2 13 0,-3 5 13 0,-12 3-37 15,-6 3 11-15,-4 3 10 0,-6-2 6 16,-3 3-18 0,-3 0-59-16,-3-2-39 0,1 1-46 0,-4 0-51 0,2-1-155 15,10-7-261-15,-9 3-789 0</inkml:trace>
  <inkml:trace contextRef="#ctx0" brushRef="#br1" timeOffset="-149065.406">30959 14315 685 0,'0'0'345'16,"0"0"862"-16,0 0-764 0,0 0-202 16,0 0-55-16,0 0 48 0,0 0-6 15,-84 44-44-15,69-29-49 0,4 5-22 16,-2 2 23-16,1 8 47 0,4 1-43 16,-2 6-38-16,4 1-41 0,4 0-14 0,2-1-16 15,3-2-28-15,8-6 0 0,4-4 3 0,5-6-6 16,2-7-59-16,7-5-42 0,1-7-42 15,1 0-49-15,0-3-138 0,-2-7-230 16,-2-1-574-16,-7 2-707 0,-1-7 1685 0</inkml:trace>
  <inkml:trace contextRef="#ctx0" brushRef="#br1" timeOffset="-148707.346">31285 14331 176 0,'0'0'65'15,"0"0"1996"-15,0 0-1496 0,0 0-216 0,-11 81-59 16,11-54-12-16,0 2-67 0,0 2-94 16,0-1-64-16,0-1-53 0,0-4 0 15,-1 0-4-15,-1-3-17 0,-1-5-84 16,0 0-136-16,3-5-82 0,0-3-156 15,0-4-327-15,5-4-846 0,5-1 1648 0</inkml:trace>
  <inkml:trace contextRef="#ctx0" brushRef="#br1" timeOffset="-148404.842">31571 14324 1395 0,'0'0'159'15,"0"0"1111"-15,0 0-790 0,0 0-184 16,82-3-37-16,-58 3-99 0,0 0-97 0,0 0-60 16,-2 3 29-16,-8 6-32 0,-2 1-38 15,-10 4-16-15,-2 3 16 16,-9 6 35-16,-7 1 3 0,-7 4 12 16,-5 2 16-16,-1 1 29 0,1-1 0 0,4-2 14 0,4-5 51 0,6 0 54 15,5-8-43-15,6-4-65 0,3-2-53 16,8-3 7-16,7 3 24 0,5-7-22 15,5 0-24-15,7-2-40 0,4-6-43 16,-3-4 0-16,-1-2-65 16,-4-2-104-16,-6 2-175 0,-2-5-298 0,-8 7-731 15,-1-9-129-15</inkml:trace>
  <inkml:trace contextRef="#ctx0" brushRef="#br1" timeOffset="-148159.502">31887 14208 303 0,'0'0'137'31,"0"0"1682"-31,0 0-1225 0,0 0-219 16,77 38-104-16,-49-25 0 0,0 0-22 16,0 4-36-16,1-1-89 0,-5 0-49 0,2 2-16 15,-6 1 15-15,-4 0 9 0,-4 3-3 16,-7 2-31-16,-5 2-30 0,-1 5-7 0,-15 5 1 15,-8 3-13-15,-7 3-18 0,-9 4 16 16,-2 1-26-16,-4-1-30 0,-1-2-72 16,-1-2-27-16,2-4-58 0,-1-1-48 0,3-3-119 15,0-3-288-15,3 0-694 0,9-12-161 16</inkml:trace>
  <inkml:trace contextRef="#ctx0" brushRef="#br1" timeOffset="-140920.718">25994 16667 1800 0,'0'0'1084'0,"0"0"-760"0,0 0-57 0,0 0-89 16,0 0 33-16,85 3 100 0,-55-3-75 15,2 0-100-15,-4 0-55 0,3-2-44 16,-3-1-22-16,0-1-15 0,-5-2 9 15,-1 2-9-15,-4-1-31 0,-2-1-70 16,-2 2-97-16,-6 3-86 0,-2 1-176 16,-6 0-518-16,0 1-498 0,-8 9 315 0</inkml:trace>
  <inkml:trace contextRef="#ctx0" brushRef="#br1" timeOffset="-140747.003">26050 16792 1114 0,'0'0'1707'0,"0"0"-1367"0,0 0-190 16,0 0-90-16,0 0 71 0,0 0 103 0,0 0-83 15,0 0-51-15,85 54-59 0,-54-44-26 16,0-1-14-16,-3-4-2 0,3 1 0 16,-4-3-112-16,-1-1-101 0,0-2-132 15,-1 2-195-15,-9 0-672 0</inkml:trace>
  <inkml:trace contextRef="#ctx0" brushRef="#br1" timeOffset="-139141.575">27038 16230 509 0,'0'0'34'0,"0"0"-32"0,0 0 36 0,0 0 750 16,0 0-469-16,0 0-218 0,0 0-69 0,0 0 27 16,0 0 96-16,0 0 30 0,-20-21-26 15,20 17-49-15,0-1 6 0,-1 0 7 16,1-2 44-16,-2 2-29 16,2-2 54-16,0 0 18 15,0-2-67-15,0-3-51 0,0 0-20 0,0-6-37 16,-1 2-35-16,0-2-16 0,-2 2 4 15,0 0 9-15,1 3 3 0,-1 1 0 16,0 5 26-16,-1 2-1 0,-1-1 35 0,2 3 12 31,-2 2-12-31,-1 0-1 0,1 1-11 0,-4 0-48 16,-1 0-29-16,-2 0 0 0,0 5-12 16,1 4 6-16,-2 6-2 0,1 3 2 0,-2 8 16 15,-1 3 19-15,2 10 1 16,-2 3 21-16,2 4 0 0,-2 2-3 0,1 2 25 15,1-1-41-15,-1 0 16 0,2-5-19 16,0-3 1-16,4-5-2 0,1-5 1 16,3-7-22-16,2-3 20 0,2-7 0 0,0 0-11 0,0-5-12 15,3 1-9-15,2-3-32 0,0 0 0 16,1-1 6-16,3-2-23 0,-2-2 39 16,2 3 16-16,-1-3 9 0,4 5 0 15,-1 4 7-15,0 2 12 0,1 6 29 16,0 6 43-16,-1 8 8 0,0 3 5 0,-4 4 22 15,-1 1-54-15,1-1-34 0,-2-2 9 16,-2-2-25-16,0-1 0 0,-3 0-2 16,0 0 3-16,0-2-4 0,0 1-64 15,-6-1-8-15,1-2-48 0,-2-1-41 0,4-4-106 16,1-5-214-16,2-5-233 0,0-7-619 16,8-6 1082-16</inkml:trace>
  <inkml:trace contextRef="#ctx0" brushRef="#br1" timeOffset="-131573.453">26053 14916 49 0,'0'0'2124'15,"0"0"-712"-15,0 0-1012 0,0 0-164 0,0 0-6 16,0 0-39-16,0 0-22 0,0 0-10 15,0 0-18-15,75 10-46 0,-48-6-28 16,-2-1-34-16,-5 1-15 0,-7 2-18 16,-3-2-15-16,-3 1-12 0,-6 4 5 15,-1-2 10-15,0 2-9 0,-9 2 21 16,-5 3 2-16,-6 0-2 0,1-1-1 16,-4-2-11-16,5 0-1 0,3-4 13 0,6-4-12 15,5-1-12-15,3 1 0 0,1 1-7 16,1 3 4-16,11 3 27 0,-1 1 23 15,7 0-23-15,-5 1-3 0,2 0-12 16,0-4 14-16,-2 2 1 0,-2-1 0 16,0-1 0-16,-2 3 1 0,-1-3 0 15,-2 3 26-15,-2 0-2 0,-3-1-25 0,-1 4 0 16,0-2-31-16,0 2-2 0,-7 0-35 16,-2-1-8-16,-5 0 18 0,1-3 18 15,-3-1 9-15,-3-3-3 0,-4 0-15 16,-5-5-22-16,-3-1-27 0,-5 0-26 15,-1-7-78-15,-3-1-153 0,11 3-199 16,-12-6-663-16</inkml:trace>
  <inkml:trace contextRef="#ctx0" brushRef="#br1" timeOffset="-130824.941">28926 14697 336 0,'0'0'2535'0,"0"0"-2122"0,0 0-266 0,88-23-17 16,-52 17 198-16,1 0-2 0,-3 2-130 15,-3 4-87-15,-7 0-51 0,-6 0-41 16,-4 6-17-16,-8 1 0 0,-3 5 9 16,-3 1 9-16,-12 5 13 0,-6 3-3 15,-8 3-6-15,-4 3 5 0,-3-1 19 0,0 2 7 16,1-4 17-16,3-1 68 0,6-2-59 15,5-3-61-15,7-3-18 0,6-2-36 16,5-1 8-16,1-2 1 0,11-1-37 16,5-1-16-16,4-1 0 0,0 0 40 15,0-2 16-15,-2-1 5 0,-3 1 7 0,-4 1 12 16,-3 1 14 0,-6 2 57-16,-1 2-16 0,-2 1 4 15,-3 5-4-15,-8-1 9 0,-3 0-37 16,-3-1-27-16,-2 2-11 0,-1 1-139 15,-3 0-169-15,1-2-188 0,-3 1-216 16,4-4-607-16,-12 3-585 0</inkml:trace>
  <inkml:trace contextRef="#ctx0" brushRef="#br1" timeOffset="-129868.8">27560 16418 1391 0,'0'0'110'16,"0"0"1322"-16,0 0-978 0,0 0-159 15,0 0 35-15,0 0-26 0,0 0-124 0,0 0-109 16,-83 44-54-16,75-27-17 0,2 2 0 15,1 6 33-15,1 3 4 0,4 6 0 16,0 0 6-16,0 3-9 0,0 3-6 0,4-2-10 16,-1-1-18-16,-1-3-11 15,1-3 8-15,2-3-37 0,-1-5-43 0,4-4-118 16,3-4-31 0,0-6-126-16,8-4-186 0,0-5-466 0,-3 0-709 0,10-6 1354 15</inkml:trace>
  <inkml:trace contextRef="#ctx0" brushRef="#br1" timeOffset="-129347.622">27811 16521 691 0,'0'0'36'15,"0"0"0"-15,0 0 1338 0,0 0-853 0,0 0-94 16,0 0-38-16,0 0 41 0,0 0-85 15,0 0-103-15,0 0-66 0,4 0-50 16,-4 2-34-16,3 4-13 0,-3 2-21 0,3 5-3 16,-1 5-33-16,2 6-19 15,-2 2-3-15,1 3 0 0,0 0-3 0,0 0-12 32,-1-1-16-32,1-5 3 0,-3 1-63 0,1-2-41 15,-1-2-47-15,0-4-21 0,0-2-43 16,0-4-156-16,2 0-281 0,-1-5-775 0,1-2-105 15,0-3 1474-15</inkml:trace>
  <inkml:trace contextRef="#ctx0" brushRef="#br1" timeOffset="-128852.299">28082 16623 430 0,'0'0'2222'16,"0"0"-1625"-16,0 0-282 0,0 0-53 16,0 0 99-16,0 0-41 0,0 0-138 15,79-11-99-15,-60 11-24 0,1 0-23 16,-3 0-14-16,1 4-22 0,-7 3-12 16,0-1-47-16,-2 0-2 0,-7 3 2 15,-2 2 7-15,0 2 15 0,-11 4 3 0,-3 3 9 0,-4 0 13 16,-1 1 10-16,-1-2 2 0,1-1 1 0,2-2 2 31,5-3-2-31,2-1-1 0,4-5-15 16,5 0-7-16,1-2-2 0,0-2 24 0,4 0 53 15,7-1 21-15,1-1 6 0,1-1-21 16,6 0-29-16,-1-1-30 0,1-4-2 16,0 0-41-16,0 1-58 0,0-2-51 0,1 4-80 15,-4-3-189-15,2 0-759 0,-5 1-989 16,4-3 1951-16</inkml:trace>
  <inkml:trace contextRef="#ctx0" brushRef="#br1" timeOffset="-128461.102">28588 16455 1554 0,'0'0'773'15,"0"0"-22"-15,0 0-467 0,0 0-94 16,0 0 252-16,0 0-142 0,0 0-135 16,77 4-60-16,-63 1-25 0,-3-1-34 15,-2 0-18-15,-4 1-13 0,0 1-13 16,-4 3 23-16,-1 0-4 0,0 2 7 15,0 3-10-15,-3-2 7 0,-2 0 3 0,2 0 15 0,-2-1 12 0,4-3-19 16,-1 1-14-16,2 0-22 16,0 0 0-16,0 0 0 0,3 0-2 0,2-1-14 15,-2 1 13-15,1-1-9 0,-1-1 0 16,-2 2-3-16,1-1-28 0,-2 2-28 16,0 2 10-16,-8 0 12 0,-5 3 18 15,-2-2 3 1,-1 2 4-16,-2-4-19 0,1-1-87 0,4-4-65 0,2-2-134 15,-1-3-256-15,4-1-552 0,2 0-625 16,3-10 1645-16</inkml:trace>
  <inkml:trace contextRef="#ctx0" brushRef="#br1" timeOffset="-128150.906">28909 16383 176 0,'0'0'241'16,"0"0"1646"-16,0 0-1357 0,0 0-251 16,0 0 11-16,0 0 33 0,0 0-112 15,0 0-98-15,79 46-59 0,-67-33-19 0,-4 1-4 0,0 4-11 16,-2 1-20-16,1 3-22 0,-5 0 21 16,1 2-24-16,-3 0-22 0,0 0 2 15,-1 1 17-15,-3-1 15 0,-3 1 13 16,1-3 1-16,-2-1 1 0,-2 1-2 15,-1-2-13-15,-2-1-34 0,-3 0-69 16,2 1-64 0,-5-1-71-16,1 0-55 0,-2 0 1 0,0-2-403 15,-2-1-267-15,0-3 196 0,4-5 746 16,-12 3 33-16</inkml:trace>
  <inkml:trace contextRef="#ctx0" brushRef="#br1" timeOffset="-126594.153">29155 16115 408 0,'0'0'81'0,"0"0"-9"0,0 0-23 16,0 0-20-16,0 0-16 0,0 0 261 0,0 0-95 15,0 0-3-15,0 0 97 0,0 0 40 16,-4 3-54-16,5-3-6 0,-1 0 44 0,0 0 15 15,0 0-37-15,0 0-71 0,2 0-30 16,-1 0-19 0,2 0-17-16,0 0-41 0,5-5-24 15,-1 2-13-15,3-2-39 0,-2-1-19 16,1 1 1-16,1 2-3 0,-3-2-2 16,-1 2-16-16,-1 0 15 0,-3 3-13 15,-2-1 4-15,2 1 10 0,-2 0-17 16,1 0 0-16,-1 0-3 0,2 1 22 0,-1 6 35 15,3 4-6-15,-2 2-29 0,1 5-3 16,-3 1 0-16,0 1 3 16,1 2 0-16,1-2-3 0,-1-1 0 0,0-3-12 0,2-2 12 15,0-4-19-15,2-2 19 0,-1-4 3 16,0 0 3-16,3-2 31 0,-2-2 10 0,1 0-19 16,-1 0-25-16,3-2-16 0,0-6-46 15,-1-3-52-15,2-1-84 16,-1-5-52-16,-2-1-10 0,-1 1-108 0,-2-2-258 15,-3 0-706-15,0 3 524 0</inkml:trace>
  <inkml:trace contextRef="#ctx0" brushRef="#br1" timeOffset="-126393.536">29214 15824 183 0,'0'0'143'16,"0"0"1646"-16,0 0-1213 0,0 0-207 16,0 0-65-16,0 0-12 0,0 0-188 15,0 0-103-15,0 0-1 0,81-33-57 16,-71 29-123-16,-2 4-186 0,-3 0-232 0,0 0-811 16,-2 4 258-16,0-2 1151 0</inkml:trace>
  <inkml:trace contextRef="#ctx0" brushRef="#br1" timeOffset="-124969.97">29934 16487 577 0,'0'0'46'16,"0"0"87"-16,0 0 1117 0,0 0-864 16,0 0-44-16,0 0-34 0,0 0 107 15,0 0-57-15,0 0-72 0,0 0-24 0,0 0-9 16,-2-11-50-16,2 12-53 15,0 1-21-15,0-2-16 16,0 1-52-16,0 3-46 0,-3 5-15 16,0 4-22-16,0 7 4 0,1 4-9 15,-2 3-19-15,1 2 3 0,1 0 40 0,-1 1-27 16,2-3-1-16,-1-2 7 0,2-3-1 0,0-2-21 0,0-5-42 16,0-2-29-16,6-4-24 0,3-1-29 31,-1-3-48-31,6-3-142 0,0-2-169 0,2-1-430 15,-2-4-661-15,3-9 980 0</inkml:trace>
  <inkml:trace contextRef="#ctx0" brushRef="#br1" timeOffset="-124757.178">30249 16474 648 0,'0'0'283'0,"0"0"1186"0,0 0-1043 0,0 66-150 16,0-40 2-16,0 1 1 0,0 3-143 15,0-2-121-15,0-2-15 0,0-1-47 16,0-3-41-16,0-2-182 0,0-3-113 16,0-4-258-16,0-3-610 0,3-4 220 15,2-6 985-15</inkml:trace>
  <inkml:trace contextRef="#ctx0" brushRef="#br1" timeOffset="-124438.659">30537 16467 173 0,'0'0'1593'0,"0"0"-899"0,0 0-324 0,0 0-68 15,0 0-12-15,0 0-134 16,0 0-156-16,87 10-10 0,-76-8-37 16,-2 3-33-16,-1 2-22 0,-6 2 26 15,-2 5-14-15,0 2 52 0,-2 4 38 0,-9 3 115 16,-4 1-35-16,2 0-36 16,-5-2 96-16,7-3-3 0,3-4-21 0,3-3-2 15,2-4-36-15,3-1-62 0,0-5-4 16,5 1 23-16,4 0 7 0,2-3 11 0,6 0-53 15,-1-4-60-15,4-5-82 0,3-3-43 16,0-4-72-16,-1-1-331 0,-5 2-1057 16,2-8 545-16</inkml:trace>
  <inkml:trace contextRef="#ctx0" brushRef="#br1" timeOffset="-124197.289">30878 16399 957 0,'0'0'183'0,"0"0"1034"0,0 0-820 0,0 0-88 16,0 0 23-16,0 0-37 0,81 81-28 15,-66-63-84-15,-2 3-84 16,1 1-39-16,-5-1-11 0,-1 2-21 16,-4 1 3-16,-3 2 3 0,-1 1-31 0,-3 1-3 15,-5 2-80-15,-5-1-1 0,-6 1-50 16,-2-1-55-16,-1-3-40 0,-1-1-59 15,-2-5-242-15,2-6-640 0,9-3-236 16,-8-10 1145-16</inkml:trace>
  <inkml:trace contextRef="#ctx0" brushRef="#br1" timeOffset="-123539.003">31238 16125 46 0,'0'0'375'16,"0"0"417"-16,0 0-171 0,0 0-378 15,0 0-158-15,79-48-40 0,-64 39-22 16,-2 2-11-16,-2 2-11 16,-2 3 37-16,-1 2 10 0,0 0 27 0,-3 2 60 0,1 8 36 15,1 1-36-15,-2 6-32 0,-1 2-45 0,-1 2-36 16,-2 3 4-16,1-1-13 0,-1 0-13 16,-1 0 13-16,0-2-13 0,0-2 32 15,0-1 64-15,-3-3 79 0,0-2 6 16,-1 0-54-16,0-3-61 0,-2 0-32 15,3-4-34 1,0-2-2-16,-2-2-26 0,0-2-86 16,-2 0-69-16,-4-4-165 0,-1-3-57 15,-2-5-134-15,1 0-192 0,1 1-490 0,-7-11 1106 16</inkml:trace>
  <inkml:trace contextRef="#ctx0" brushRef="#br1" timeOffset="-123367.917">31285 15777 856 0,'0'0'463'15,"0"0"697"-15,0 0-908 0,0 0-175 16,0 0-77-16,96-33-26 0,-75 26-338 31,0 1-405-31,-7 2-703 0,6-2 1355 0</inkml:trace>
  <inkml:trace contextRef="#ctx0" brushRef="#br1" timeOffset="-122837.786">31670 15774 850 0,'0'0'241'16,"0"0"1547"-16,0 0-1318 0,0 0-130 0,0 0 31 16,0 0-59-16,0 0-102 0,0 0-102 15,3 85-28-15,1-63-9 0,-1 6-4 16,2 6 7-16,-2 4 8 0,1 8 10 0,-1 4-1 0,-2 6 3 0,-1 6-36 15,0 5-21-15,0 2-16 0,0 4-21 16,-3 2 0-16,-1 2-15 0,-2 3 12 16,0 2-28-16,2-1-36 0,1 5 25 15,3-1 5-15,0-1-11 0,0-5 2 16,9-3-39-16,-2-4-16 0,2-8 6 16,0-4 6-1,2-7-34-15,-2-7-38 0,2-7-18 0,-1-6-128 16,0-5-108-16,-1-9-124 0,0-3-195 15,-4-4-385-15,-2-5 134 0,0-1 894 0</inkml:trace>
  <inkml:trace contextRef="#ctx0" brushRef="#br1" timeOffset="-110015.23">32141 15911 124 0,'0'0'411'0,"0"0"-150"0,0 0-66 0,0 0-29 16,0 0-3-16,0 0-160 0,0 0 72 16,0 0 130-1,0 0 764-15,0 0-718 0,0-30-97 0,0 23 22 16,0 0 60-16,2-1-10 0,-1-1-9 0,1-1-41 0,-1-1-43 15,1 0 75-15,-1-1-41 0,1 4-55 0,-2-3 5 16,0 3 73-16,0 0-34 16,0 3-34-16,-3 1-4 0,-2 0 19 15,0 2-10-15,-4 2-42 0,0 0-33 16,1 0-7-16,-4 6-24 0,2 7-21 16,0 5-11-16,-1 7-4 15,3 5 13-15,1 1-16 0,1 2 3 16,1 0 0-16,2-1-22 0,1-3-8 15,2 0 24-15,0-6-7 0,0-2 10 16,7-6-12-16,1-3 12 0,0-3 17 16,3-4-24-16,0-3 1 0,3-2-6 0,4-5 30 15,1-7 35-15,4-4-35 0,-1-5-3 16,4-4-33-16,2-2-1 0,-6-3-14 0,1 0 8 16,-3 3-9-16,-4 0 10 0,-5 1 29 15,-5 2 1-15,-3 1 1 0,-3 0 11 0,-2 6 37 16,-7 1-19-16,-5 3 3 0,0 2 1 15,-3 5 5-15,0 2-25 0,0 2-2 0,0 2-36 16,0 0-4-16,0 7-9 0,1 3-24 31,1 1-40-31,-1 1-129 0,2 0-153 0,1 1-267 0,3-4-457 0,-6 4-697 16</inkml:trace>
  <inkml:trace contextRef="#ctx0" brushRef="#br1" timeOffset="-109414.208">32743 15643 1246 0,'0'0'1345'16,"0"0"-933"-16,0 0-124 0,0 0 80 15,0 0-9-15,0 0-155 0,0 0-145 16,0 0-59-16,0 0 0 0,-80 40 9 16,51-17 27-16,2 1-36 15,1 2-3-15,5 1-18 0,5-5 18 0,4-4-19 16,8-3-22-16,4-5 44 0,1 0 16 16,12-3 52-16,0 0-18 0,4 0-50 15,-1-2 0-15,2 4 3 0,-1-2 37 16,2 2-3-16,2 1 4 0,-2 0-7 15,0-2 9-15,-2 0-15 0,0 1-28 16,-5-2-10-16,-1-2-8 0,-2 0-28 0,-2-2-57 0,-4 2-186 16,-1-1-114-16,-2-2-335 0,-2 2-686 0</inkml:trace>
  <inkml:trace contextRef="#ctx0" brushRef="#br1" timeOffset="-109239.242">32482 16081 1899 0,'0'0'460'0,"0"0"-192"0,0 0 64 0,0 0 45 0,0 0-129 0,81 36-55 15,-57-30-42-15,0 0-73 0,2-2-27 0,0 0-51 16,-2-1-1-16,1-2-44 0,-2-1-140 16,0 0-118-16,-4 0-221 15,-5 0-633-15,-2 0-565 0</inkml:trace>
  <inkml:trace contextRef="#ctx0" brushRef="#br1" timeOffset="-108891.031">33016 15739 1770 0,'0'0'639'0,"0"0"-426"0,0 0-129 0,0 0 119 16,0 0 101-16,0 0-129 0,0 0-92 16,0 0-35-16,0 0 40 0,0 0-12 15,0 0 0-15,71-15 31 0,-63 31 40 16,-2 6-45-16,-1 5-56 0,-4 2-8 15,-1-1-4-15,0 0-18 0,-6 0-1 16,0-4-13-16,0-3 11 0,0-3-13 16,1-6 0-16,2-3-22 0,1-2-18 0,2-7-35 15,0 0-83-15,0 0-93 0,2-10-88 16,1 0-318-16,5-14-1020 0</inkml:trace>
  <inkml:trace contextRef="#ctx0" brushRef="#br1" timeOffset="-108739.686">33062 15427 1835 0,'0'0'347'16,"0"0"-123"-16,0 0 195 0,0 0-34 16,0 0-134-16,0 0-152 0,81 39-83 15,-61-33-16-15,-1-3-19 0,1 1-134 0,-1-1-269 0,-7-2-349 16,2-1-918-16</inkml:trace>
  <inkml:trace contextRef="#ctx0" brushRef="#br1" timeOffset="-108476.493">33452 15550 450 0,'0'0'2218'0,"0"0"-1819"15,0 0-143-15,0 0 99 0,0 0 23 0,-11 66-172 16,4-48-159-16,-3 0-47 0,2 1-22 15,-1-1 20-15,-1-1-23 0,1 2-3 16,0-1-12-16,1-1-7 0,-1-2-6 16,4-1-20-16,0-4 45 15,4 0 26-15,1-4-19 0,0 0 21 16,0-2 9-16,6 1 32 0,2 1 44 16,6-2-54-16,1-1-2 0,4 0-16 15,-3-1-13-15,2-2-41 0,-1 2-12 16,-3 0-107-16,-4-2-51 0,-3 0-164 15,-6 0-398-15,-1 3-644 0</inkml:trace>
  <inkml:trace contextRef="#ctx0" brushRef="#br1" timeOffset="-108292.027">33278 15933 642 0,'0'0'1095'0,"0"0"-696"0,0 0-53 0,0 0 96 0,0 0-14 16,0 0-95-16,0 0-128 15,79 32-38-15,-57-31-76 0,1 0-51 16,-1-1-40-16,4 0-25 0,-1 0 21 16,0 0 1-16,-3-2-104 0,0-1-135 0,-4 0-39 15,-1 0-197-15,-5 2-751 0,-3 0-590 0</inkml:trace>
  <inkml:trace contextRef="#ctx0" brushRef="#br1" timeOffset="-107554.594">33668 15650 1816 0,'0'0'693'0,"0"0"-303"0,0 0-22 0,0 0 42 0,0 0-111 16,0 0-138-16,0 0-52 0,0 0 12 15,0 0 68-15,0 0-66 0,80-13-46 16,-66 13-40-16,-2 0 3 0,1 1-7 15,-4 7-8-15,0 0 15 0,-4 0 3 16,-3 4 5-16,-2 4 17 16,-5 2-7-16,-7 4-7 0,-4 2-26 15,-1-1-25-15,-1-1-1 0,-1 2-11 16,3-4-7-16,-1 1-5 16,6-4 6-16,1-2 17 0,4-5-27 0,4-1-8 15,2-1-16-15,0-2 6 0,0-2 33 16,9 0 13-16,1 1 56 0,2-2-8 15,3-1-26-15,1-1-22 0,0-1-18 16,0 0-13-16,1 0-67 0,-2 0-34 16,-1 0-21-16,-2 0-76 0,-1 0-221 0,-2 1-628 15,-8 2-898-15</inkml:trace>
  <inkml:trace contextRef="#ctx0" brushRef="#br1" timeOffset="-106336.128">32610 17187 1296 0,'0'0'1352'0,"0"0"-1123"0,0 0-127 0,0 0 100 15,0 0 69-15,0 0-87 0,0 0-80 0,0 0-50 16,0 0-53-16,94-27-1 0,-71 15-19 16,-4 2-3-16,-2 1-41 0,-4-1 59 15,-2 3-24-15,-4 4 12 0,-2 0-19 16,-2 3 32-16,0 0-38 0,-3 3 41 15,0 10 22-15,0 3 73 0,0 8-35 16,-3 2-58-16,-2 4 30 0,2 1-13 16,-2 1-17-16,-2 0 0 0,2-1-2 15,-1-1 0-15,1-3 3 0,2-3 0 16,-2-3 22-16,4-6 32 0,1-2-47 0,0-4-10 16,0-4-18-16,0-2 2 0,0-2 4 15,0-1 11-15,0 0-42 0,-2 0-127 16,-2-5-75-16,0-6-144 15,0 2-259-15,-5-12-763 0</inkml:trace>
  <inkml:trace contextRef="#ctx0" brushRef="#br1" timeOffset="-106164.61">32743 16939 1881 0,'0'0'466'0,"0"0"-155"0,0 0 13 0,0 0 9 0,0 0-139 16,0 0-127-16,0 0-67 0,0 0-26 16,86 24-78-16,-76-24-187 0,-3 0-136 15,-3 0-365-15,-4 0-755 0</inkml:trace>
  <inkml:trace contextRef="#ctx0" brushRef="#br1" timeOffset="-105734.7">32512 17154 1812 0,'0'0'510'0,"0"0"-165"0,0 0 9 0,0 0 1 16,0 0-29-16,0 0-115 0,0 0-111 16,0 0-42-16,0 0 1 0,0 0-59 15,-22 47 0-15,7-32-79 0,2 0 41 0,-5 1-5 16,2-4 5-16,1 2 0 0,2-2 4 15,2-2 34-15,2-1 19 0,3-2-13 0,3-2-4 16,1 2-2-16,2 0 2 0,2 0 1 16,5 4 19-16,3-3-6 0,2 3-4 15,-1-4 10-15,3-1 13 0,3 0 12 16,-3-3-34-16,-1 0 9 0,0-2-22 16,-5 0-57-16,0 1-109 0,-4 0-17 15,-2-2-103-15,-2 1-161 0,0 1-636 0,-9 2-711 0</inkml:trace>
  <inkml:trace contextRef="#ctx0" brushRef="#br1" timeOffset="-105580.261">32296 17501 1474 0,'0'0'569'0,"0"0"-216"0,0 0-82 0,0 0 64 15,0 0-175-15,0 0-135 0,0 0-21 16,84 23-8-16,-75-23-124 0,-3 0-26 15,-1-1-122-15,-3 0-369 0,-2-3-726 0</inkml:trace>
  <inkml:trace contextRef="#ctx0" brushRef="#br1" timeOffset="-105200.553">32052 17266 1018 0,'0'0'664'0,"0"0"-238"0,0 0 20 0,0 0-66 0,0 0-95 15,0 0-106-15,0 0-20 0,0 0-83 16,87 18-26-16,-77-16-34 0,1 4 9 16,4 1-5-16,-4 5-20 0,3 2-9 0,-5 1 9 15,-1 1 19-15,-3 3-7 0,-2 0 7 16,-3-1-19-16,0-1 16 15,0 2-3-15,-3-5 2 16,-1 1 17-16,-2-3-7 16,0-1 0-16,-3-2 6 0,1-3 16 0,-3-2 0 15,-4-1-17-15,1-3-30 0,-3 0-1 0,-2-3-51 16,2-4 40-16,-1-3-114 0,1-3 70 16,2-3 31-16,1-3-51 0,4-4 0 0,4 2-19 15,5-2-16-15,1 3 92 0,4 0-83 16,8 2-67-16,3 1 47 0,0 3 7 31,3 1-111-31,-3 4-113 0,-2 3-297 0,1 1-569 16</inkml:trace>
  <inkml:trace contextRef="#ctx0" brushRef="#br1" timeOffset="-104671.106">33261 17023 1208 0,'0'0'690'0,"0"0"-249"0,0 0-131 0,0 0 98 15,0 0-22-15,0 0-85 0,0 0-40 16,0 0-35-16,0 0-74 0,0 0-35 16,0 0-117-16,-42 35 0 0,21-14 0 15,-3 2-18-15,-1 4-20 0,2-5-5 0,1 0-41 16,4-2 0-16,5-1-25 0,5-5-33 16,5-2-28-16,3-2 3 0,0-3 2 15,11 0 92-15,0-3 73 0,6 0 1 0,1-3 41 16,3 1-14-16,1-2-12 0,-2 1 3 15,0 2-3-15,0 0-16 0,-5 0-10 16,-2-1 10-16,-5 0-51 0,-2 1-80 0,-4-1-211 16,-2 0-228-16,0 1-506 0,-5 1-266 0</inkml:trace>
  <inkml:trace contextRef="#ctx0" brushRef="#br1" timeOffset="-104514.597">33055 17371 307 0,'0'0'1917'16,"0"0"-1542"-16,0 0-297 0,0 0 89 16,0 0 20-16,0 0 4 0,0 0-34 15,0 0-87-15,88 52-45 0,-63-46-25 0,-2-2-44 0,-1 1-180 0,-2 0-48 16,-9 0-260-16,3 1-999 0</inkml:trace>
  <inkml:trace contextRef="#ctx0" brushRef="#br1" timeOffset="-103916.312">33560 16981 1679 0,'0'0'1066'15,"0"0"-707"-15,0 0-116 0,-23 92 112 16,17-57-37-16,0 2-114 0,1-1-92 15,0 1-56-15,4 0-28 0,-2 0-4 16,3 0-24-16,0-3-15 0,0 1-7 16,0-4-28-16,0 0-117 0,-2-2 3 15,1-4-59-15,-1-6-90 0,2-5-121 16,0-7-123-16,0-7-639 0</inkml:trace>
  <inkml:trace contextRef="#ctx0" brushRef="#br1" timeOffset="-103015.228">33745 16420 372 0,'0'0'1349'0,"0"0"-956"0,0 0-124 0,0 0 80 31,0 0-54-31,0 0-106 0,0 0-96 0,0 0-4 0,87-61-7 0,-75 53 10 16,-4 0-35-16,0 1 4 0,-4 4-14 16,-4 0-16-16,3 2-9 0,-3 1-6 15,0 0 22-15,0 7 41 0,0 8 69 16,0 4-54-16,0 7-91 0,0 3-3 16,-6 4-19-16,0-1-3 0,-3 0-28 15,1-2-39 1,-1-1-11-16,1-1 37 0,0-3 63 15,0-1 16-15,1-2 15 0,-1-1-5 0,0-2-8 16,2-2 1-16,1 0 9 0,-2-3-3 16,5 1-25-16,2 0-23 0,0 2-17 15,0-1-7-15,5 5 35 0,2 1 12 0,4 2 60 16,-3-3-60-16,5 3-10 0,-1-1 10 16,-1-2 16-16,4 3-16 0,-7-1 1 15,-2-1-1-15,0 5 16 0,-6 1 9 0,3 3-10 16,-3 1 1-16,0 5 15 15,0 1 2-15,0 0-14 0,0 2 3 0,0 0-22 16,0-2 0-16,0-2-2 0,0-3-16 0,0-2-1 16,0-3 18-16,0 0-19 0,0-5-93 15,0-3-38-15,0-1 31 0,-3-5-16 0,-4 0-106 16,1-3-190-16,1-3-288 0,-5-1-601 0</inkml:trace>
  <inkml:trace contextRef="#ctx0" brushRef="#br1" timeOffset="-101365.482">27910 17224 1979 0,'0'0'415'16,"0"0"-115"-16,0 0-55 0,0 0 49 15,38 82-55-15,-27-62-125 0,0-1-19 16,0-2-41-16,-1-3-13 0,0-1-13 0,1-3-25 16,-2 0 13-16,2-2-16 15,-3-3-1-15,1 0-24 0,-1-3-13 0,1-1 25 0,2 0-2 16,0-1-14-16,2 0-34 15,2-2 0-15,4-2 18 0,0-1 33 0,2 2 10 16,4-2-1-16,0-1-25 0,2 4 28 16,3-4-26-1,1 2 26-15,0-3 1 0,2 1-1 16,2-1 0-16,-4 0 0 0,3-2-2 0,-6 2 1 16,-1-1 1-16,0 2 1 0,-3 0 1 15,1 1-1-15,-4 3 12 0,1 1 25 16,0 1 7-16,-2 1-20 0,-3 8 3 0,0 2 14 15,-3 3 71-15,-3 3-37 0,-5 1-38 16,-2 0-26-16,-2 0-12 0,-2-1-3 16,0-2-28-16,0-3 9 0,0-2-19 0,1-4 22 0,0-2-16 15,1-1 32-15,-1-1 0 0,-1-1 3 16,0-1 0-16,0 0 3 0,0 1-3 16,0-1-51-16,0 0-12 0,-3 0-10 15,3 0 7-15,0 0-17 0,0-5-41 16,3-3 15-16,9-6 68 0,4-5 39 15,7-4-1-15,4 1-29 0,3 0 20 16,3 2-4-16,1 5 16 0,-1 5 19 16,-2 2 74-16,1 1-23 0,-2 4 19 15,1 2-22-15,0-1 16 16,-2 1-33-16,1 1-5 0,-1 0-17 0,2 0-17 0,0 3-9 0,0-1-4 16,-3 3-15-16,3 2 16 0,-3 0-13 15,1 3 12-15,-3-1-6 0,0 2 8 16,-3-2 41-16,-1 0 19 0,-2 0 3 15,0-4 19-15,0 1 12 0,-1-3 10 16,6-3-22-16,1-1-16 16,5-8-16-16,2-9-50 0,4-2-16 15,4-5-74-15,0-2-24 0,-2-2-31 16,-5 2-15-16,-3 3 27 0,-6 1-86 0,-5 6-188 16,-5 3-137-16,-8 3-105 0,-3 1-97 0</inkml:trace>
  <inkml:trace contextRef="#ctx0" brushRef="#br1" timeOffset="-100796.361">27807 18051 1800 0,'0'0'726'0,"0"0"-253"15,0 0-277-15,33 66-53 0,-24-42-31 0,-4-3-61 0,1-2-51 16,-3-1-16-16,0-6-29 0,-2-4-72 16,1-3-69-16,-1-2-99 0,-1-1-235 15,0-2-693-15</inkml:trace>
  <inkml:trace contextRef="#ctx0" brushRef="#br1" timeOffset="-100612.031">27756 17820 3265 0,'0'0'630'15,"0"0"-489"-15,0 0-99 0,0 0 52 0,0 0-7 16,0 0 0-16,0 0-85 0,0 0-2 16,93 0-1-16,-71-3-76 0,3-2-149 0,-1 1-73 15,0 0-173-15,-6 1-296 0,8 3-851 0</inkml:trace>
  <inkml:trace contextRef="#ctx0" brushRef="#br1" timeOffset="-100364.322">28239 17836 2499 0,'0'0'544'0,"0"0"-221"0,0 0 13 0,0 0-72 0,0 0-115 16,-78 88-68-16,59-58-25 0,1 0-22 15,5-3-24-15,1-1-10 0,6-4-3 16,5-2-31-16,1-4-13 0,4-3 10 15,8-2 34-15,2-3 3 0,3-1 13 16,2-2 12-16,4-1-23 0,-1 1-2 16,-2-1-12-16,0 2-13 0,-3 3 25 15,-2 3-3-15,-5 1 22 0,-6-1-19 16,-4 2 0-16,0 1-35 0,-8-1-85 16,-5 0-39-16,-3 0-18 0,0-2-73 15,-3-4-85-15,3-1-186 0,4-3-550 16</inkml:trace>
  <inkml:trace contextRef="#ctx0" brushRef="#br1" timeOffset="-99626.615">29212 18033 2368 0,'0'0'670'0,"0"0"-392"15,0 0-122-15,0 0-10 0,8 86 5 16,-5-47-69-16,2 2-16 0,-1 2-25 0,0-4-41 0,-1-6-9 15,3-3-10 1,0-7-25-16,1-9-3 0,2-4-10 16,2-7 0-16,2-3 13 0,6-7 16 15,0-8-36-15,2-9 1 0,2-7-83 0,-2-3-14 16,1 0-67-16,-3-1 79 0,-1 2 36 16,-4 3 89-16,-3 2 10 0,-2 1 26 15,0 3 13-15,-7 1 45 0,-2 3 28 0,0 2 78 16,-2 2 50-16,-7 5-24 0,3 2 13 15,3 4-15-15,0 3-37 0,3 2-67 0,0 3 8 16,0 7-21-16,0 7-84 16,0 5 2-16,0 7 39 0,0 3-38 15,0 4 37-15,0-3-31 0,0-2-9 16,-2-1-31-16,-3-5-12 0,2-3-109 16,0-5-68-16,0-5 7 0,3-6-2 0,0-5-183 0,3-1-238 0,6-7-595 0</inkml:trace>
  <inkml:trace contextRef="#ctx0" brushRef="#br1" timeOffset="-99294.834">29638 17974 2334 0,'0'0'552'0,"0"0"-331"0,0 0 16 0,0 0 86 16,0 0-83-16,0 0-70 0,0 86-61 15,0-62-21-15,0 1-8 0,-2-1-27 16,-1-1-53-16,3-2-12 0,0-1-19 0,0-5-31 15,0-4 59-15,1-4-32 0,3-4-39 16,5-3-1-16,1 0 5 0,3-9 10 16,4-3 13-16,-1-3 47 0,3-3 16 15,-1-3 3-15,-1 2-7 0,0 3 7 16,-3 1 42-16,-1 3 14 0,-4 3-32 16,-3 2-5-16,-2 4 15 0,-3 3-35 15,2 0-5-15,-3 0-1 0,4 2-10 16,-1 3 85-16,0 6 18 0,2 0-46 15,-3 3-25-15,-2 2-22 16,3 0-1-16,-1 2-11 0,-1-1-47 16,2-3 44-16,-1-1-55 0,1-3-85 15,-3-3-103-15,1-3-106 0,2-3-319 16,-3 0-670-16,0-2-425 0</inkml:trace>
  <inkml:trace contextRef="#ctx0" brushRef="#br1" timeOffset="-99130.065">30061 18083 2334 0,'0'0'481'0,"0"0"-262"16,0 0 126-16,-25 68 26 0,19-45-139 15,-1 0-87-15,3-6-67 0,1-2-78 0,1-7-53 16,2-3-170-16,0-2-108 0,0-3-166 16,0 0-308-16,0-14-941 0</inkml:trace>
  <inkml:trace contextRef="#ctx0" brushRef="#br1" timeOffset="-98979.166">29932 17842 1918 0,'0'0'1113'16,"0"0"-823"-16,0 0-226 0,0 0 28 0,0 0 3 16,0 0-92-16,0 0-3 0,0 0-53 15,84 44 51-15,-61-38-237 0,2-1-142 16,0-2-96-16,-6 1-227 0,13-2-352 0</inkml:trace>
  <inkml:trace contextRef="#ctx0" brushRef="#br1" timeOffset="-98609.686">30492 17914 359 0,'0'0'2079'16,"0"0"-1419"-16,0 0-281 0,0 0 60 16,0 0-100-16,0 0-162 0,0 0-53 15,-93 75-13-15,67-41-25 0,1 4-3 16,3 5 15-16,2-2-22 0,6-5-9 15,5-5-51-15,4-8-16 0,5-6-61 16,0-6-31-16,8-4 0 0,1-4 18 0,5-3-49 16,3-10 9-16,3-5 40 0,4-7 21 15,2-5 0-15,-1-2-2 0,1 1-29 16,-4 0-13-16,-2 3 5 0,-3 3-11 0,-4 3-17 0,-4 2 46 16,-1 6 74-16,-5 3 59 0,-2 6 27 15,-1 2 67-15,0 0 8 0,0 2-34 16,0 8-58-16,-7 2-69 0,2 8 0 15,-3 5 0-15,2 8 62 0,1 5 47 16,-4 5 5-16,5 6-16 0,0 6 0 16,-2 4-24-16,1 2-37 0,-1 3-13 15,0 0-24-15,3-3-3 16,1-4 1-16,2-5-13 0,2-5-10 0,5-9-36 16,3-5-74-16,1-5-10 0,-2-8-6 0,4-6-23 0,-1-5-123 15,0-9-176-15,1-2-192 0,-2-3-392 16,1-18-743-16</inkml:trace>
  <inkml:trace contextRef="#ctx0" brushRef="#br1" timeOffset="-98407.818">30959 18324 1539 0,'0'0'2829'0,"0"0"-2511"0,0 0-238 0,0 0 64 0,0 0 76 16,0 0-214-16,0 0-6 16,0 0-189-16,0 0-47 0,0 0-61 15,-9 10-464-15,1-10-1601 0</inkml:trace>
  <inkml:trace contextRef="#ctx0" brushRef="#br1" timeOffset="-95889.3">30880 17846 1641 0,'0'0'101'0,"0"0"866"0,0 0-722 0,0 0 4 0,0 0 111 15,0 0-19-15,0 0-93 0,0 0-67 16,0 0 29-16,-20-9 18 0,20 9-84 0,0 0-37 16,0 0-12-16,0 0 18 0,0 8-16 15,-2 3-21-15,-1 7-9 0,-3 8-52 16,-3 5-12-16,1 5-1 0,-1 2 23 16,-2-2-25-1,3 0 0-15,0-1-12 0,2-4 12 16,1-1 0-16,5-8 0 0,0-5-1 0,0-5-32 0,0-5-3 15,3-3-7-15,5-4 16 16,2 0-19-16,4-2-33 0,1-8 27 0,2-4 10 16,0-3 2-16,0-1 37 0,-1 2 2 15,-3-3 1-15,-1 4 2 0,-1 1-1 16,-1 0 0-16,-2 1-1 0,0 3-15 16,1 1 14-16,-2 4-18 0,-1 0 7 15,-2 2 12-15,1 1 2 0,1 2 26 0,0 0 20 16,-1 0-5-16,1 5-6 0,-1 0-19 15,1 0 3-15,-2-1-6 0,1 2-11 16,0-3-2-16,0-1-2 0,1-2-16 16,3 0-8-16,0 0-52 0,3-9-46 0,4-2 15 15,-3-4-77-15,5 0-131 0,0-2-254 16,0 0-171-16,2 2-416 0,-6 5-196 16,6-6 767-16</inkml:trace>
  <inkml:trace contextRef="#ctx0" brushRef="#br1" timeOffset="-95572.79">31299 17923 995 0,'0'0'157'0,"0"0"1938"0,0 0-1691 0,0 0-240 16,0 0 2-16,0 0 38 0,0 0-107 15,0 0-97-15,-25 64 0 0,36-62-28 0,1-2-19 16,4 0 10-16,1-9 2 16,2-3 14-16,1-4-1 0,-3-2-32 15,2 0 7-15,-4 1 9 0,-3 3 13 16,-4 2 23-16,-2 5 2 0,-6 2 27 0,0 0 54 0,0 4 8 0,-9 1-45 15,-4 0 6-15,-2 0-1 0,-2 4-27 16,0 5-6-16,-3 3-16 16,2 5 65-16,0 3 9 0,-1 3-6 15,2 5-6-15,2-1-9 0,1 3 5 16,3 1 1-16,3 0-29 0,5-1-5 16,3-1-25-16,0-2-12 0,5-1-13 15,6-4-3-15,1-3-39 0,-1-4-10 16,6-3 6-16,-1-3-22 0,5-2 21 15,1-3-49-15,1-4-105 0,4 0-164 16,2-6-187-16,-7-2-505 0,15-7-741 0</inkml:trace>
  <inkml:trace contextRef="#ctx0" brushRef="#br1" timeOffset="-95440.269">31856 18048 2353 0,'0'0'1120'15,"0"0"-609"-15,0 0-36 0,0 0-72 16,0 0-106-16,0 0-127 0,0 0-139 15,0 0-31-15,0 0-12 0,0 0-162 16,0 0-107-16,-36 14-197 0,23-6-899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46:45.0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1983 1267 9868 0,'0'0'1665'0,"0"0"-1037"0,0 0-216 0,0 0 1256 15,0 0-104-15,97 0-76 0,-50 0-568 16,13 0-476-16,0-6-100 0,3-4-40 16,-3 3-132-1,-4-2-12-15,-9 0-152 0,-6 2-8 0,-1-3-12 0,-9 3-184 16,-3 1-160-16,-7 0-520 0,-2 0-336 0,-7 3-356 0,-4 3-956 16,-4-4-2593-16,-8 4-799 0</inkml:trace>
  <inkml:trace contextRef="#ctx0" brushRef="#br0" timeOffset="179.912">2346 1355 5852 0,'0'0'1264'15,"0"0"-1044"-15,0 0 1908 0,-39 73-952 0,39-44-119 0,0 6-249 16,0 6 236-16,7 7-52 0,1 3-148 16,4 2-192-16,0 8-184 0,-4-5-20 0,0 5-208 15,0-7-168-15,-4-2-64 16,0-12-8-16,0-5-236 0,-4-3-112 15,0-10-268-15,0 1-228 0,-4-5-496 0,-4-1-1012 16,0-4-2089-16,-12-1-1747 0</inkml:trace>
  <inkml:trace contextRef="#ctx0" brushRef="#br0" timeOffset="357.917">2080 2165 2996 0,'0'0'5544'0,"0"0"-4328"16,0 0-504-16,0 0 265 0,0 0-13 15,0 0-80-15,87 38-108 0,-56-32-4 16,1-2-180-16,9-1-80 0,-2-3-44 16,5 0-116-16,0-7 8 0,0-2-360 0,4-7-164 0,-5-3-572 15,6-2-424-15,-14 4-1700 0,17-12-5569 16</inkml:trace>
  <inkml:trace contextRef="#ctx0" brushRef="#br0" timeOffset="516.405">2971 1971 5016 0,'0'0'5632'0,"0"0"-5015"0,77 13 167 0,-38-13 892 16,5 0-144-16,0-10-524 0,4-1-360 0,-4-8-176 0,4-4-200 31,-5-9-268-31,1 0-4 0,-4-9-484 0,0-1-464 16,-5-2-312-16,-7-3-836 0,-3 12-2477 0,-10-13-2827 15</inkml:trace>
  <inkml:trace contextRef="#ctx0" brushRef="#br0" timeOffset="800.615">3323 1396 6808 0,'0'0'2816'16,"0"0"-1075"-16,0 0-853 0,0 0-124 0,0 0 104 16,-72 90 96-16,67-62-108 0,5 4-212 0,0 6-60 15,0 4-72-15,9 5-28 16,-1 7-92-16,-1 7-32 0,-3-1-92 15,5 6 16-15,-1-3-52 0,-4 4 88 0,-1 0-40 16,1-4-96-16,0-2-72 0,-4-4-112 0,0-3-4 16,4-6 0-16,-4-7-48 0,0-6 52 15,0-3 0-15,0-7 88 0,0-3 20 0,0-2 16 16,-8-8-64-16,4 1-52 16,-3-4-8-1,-6-2-148-15,-2-1-32 0,-2-6-64 0,-6 0-100 16,-5 0-172-16,-4-3-96 0,-3-10-228 15,-6-3-616-15,9 3-1048 16,-15-14-3169-16</inkml:trace>
  <inkml:trace contextRef="#ctx0" brushRef="#br0" timeOffset="1530.149">7486 1628 7656 0,'0'0'1052'0,"0"0"1701"0,0 0-1001 16,0 0-112-16,0 0-240 0,-8 80-192 15,-4-39-132-15,0 12-192 0,-3 12-236 0,-9 12-208 16,-1 5-148-16,-3 9-36 0,-7 5-120 0,3 2-64 16,-4 1 64-16,4-7-4 15,4-13 160-15,8-9-147 0,5-17-85 0,2-13-48 16,5-15-12-16,8-10-72 16,-3-8-293-16,3-4-231 15,0-3-60-15,3-3-92 0,1-7 36 0,8-13-300 16,4-8-912-16,5-14-972 0,-6 11-2205 0,9-37-1419 15</inkml:trace>
  <inkml:trace contextRef="#ctx0" brushRef="#br0" timeOffset="1801.937">7362 1794 7928 0,'0'0'2292'16,"0"0"-1131"-16,0 0-261 0,0 0 312 0,0 0-296 15,0 0-396-15,0 0 132 0,0 0 168 16,77 44 228-16,-54-12-108 0,-3 6-176 15,4 6-240-15,-5 4-108 0,2 3-84 16,-1 6-76-16,-5 0-84 0,2-1-76 0,-6 9-24 16,1-5-60-16,-3 4 44 0,-2-4-56 0,-3-3-16 15,4-7 12-15,-3-1-4 0,-1-12 0 0,3-5-64 32,-3-10 12-32,0-2 12 0,0-8-16 15,0-5 4-15,-4 0-60 16,0-5-136-16,0-2-88 0,0 0 16 0,0 0-68 15,-4 0-144-15,-8-2-360 0,1-12-604 0,-9 2-832 16,-5-8-748-16,10 5-1241 0,-22-14-159 0</inkml:trace>
  <inkml:trace contextRef="#ctx0" brushRef="#br0" timeOffset="1950.493">7387 2527 380 0,'0'0'6052'0,"0"0"-3768"0,0 0-628 0,0 0-443 16,0 0-393-16,0 0-256 0,0 0 32 0,0 0 116 15,0 0-204-15,0 0-92 0,0 0-204 16,71-35 4-16,-47 32-176 0,4-4-40 15,0 1-188-15,4-3-504 0,-4 2-652 0,-5-2-1068 16,10-1-3701-16</inkml:trace>
  <inkml:trace contextRef="#ctx0" brushRef="#br0" timeOffset="2149.753">8131 2537 8400 0,'0'0'4065'0,"0"0"-2929"0,0 0-272 15,-3 84 144-15,3-54 24 0,3 1-148 0,1 1-288 16,0-2-348-16,0 1-196 0,-4 1-52 0,5-1-148 16,-5-2-572-16,4-1-336 0,-4-6-648 15,4-2-2353-15,-4-5-3523 0</inkml:trace>
  <inkml:trace contextRef="#ctx0" brushRef="#br0" timeOffset="2702.442">8670 2286 8020 0,'0'0'1840'0,"0"0"2349"0,0 0-2485 0,0 0-624 0,0 0-24 0,0 0 44 16,0 0-108-16,0 0-176 0,0 0-292 0,0 3-328 16,15 0-192-16,13 3 216 0,8 0 21 15,12-2-33-15,3 2-208 0,9-6-72 0,-8 0 24 16,4-3-40-16,-5-4 16 15,1-5-13 1,1-1-183-16,-6-6-304 0,1 0-196 0,-8-3-272 0,-5-1-740 0,-7 8-2412 16,-4-10-3273-16</inkml:trace>
  <inkml:trace contextRef="#ctx0" brushRef="#br0" timeOffset="2928.583">9239 2002 6796 0,'0'0'792'0,"0"0"2056"0,0 0-983 16,0 0-445-16,0 0-116 0,0 0-488 0,84 46-236 0,-65-34-180 16,5 1-64-16,-3 3 36 15,-6 0-48-15,2 3-116 0,-6 3 52 16,-7 1-48-16,-4 8-212 0,-4 4-40 0,-11 3-156 16,-6 6-40-16,-7-3-20 0,0 1-120 15,0-4 16-15,5-9-24 16,3-4-96-16,4-9-160 0,8-7-316 0,4-5-468 15,0-4-1029-15,4-13-4503 0</inkml:trace>
  <inkml:trace contextRef="#ctx0" brushRef="#br0" timeOffset="3166.35">9900 1720 6352 0,'0'0'5677'16,"0"0"-3901"-16,0 0-500 0,0 0 72 0,0 0-188 16,-4 89 88-16,-4-44-220 0,1 9-392 15,-6 9-184-15,-2 4 48 0,-2 6 157 0,-2 4-369 16,-5 2-276-16,0-2-12 0,0-8-108 16,4-6-144-16,4-12-177 0,4-15 53 0,9-11-76 15,3-13-244-15,0-5-504 16,0-7-968-16,7 0-2024 0,5-26-1645 15</inkml:trace>
  <inkml:trace contextRef="#ctx0" brushRef="#br0" timeOffset="3435.919">9860 1898 9460 0,'0'0'2489'15,"0"0"-1517"-15,0 0-244 0,0 0 336 16,0 0 20-16,0 0-116 0,0 0-24 0,73 83-168 15,-54-48 0-15,1 6-64 0,0 4-164 16,4 2-84-16,-4 0-160 0,-4 5-144 16,0-2-100-16,-8 1-56 0,4-6-4 0,-8-1-84 15,4-6 20-15,-4-3-176 0,-1-7-28 16,1-4 36-16,0-12 24 0,-4 1 48 16,5-7-72-16,-5-4-172 0,0-2-24 0,0 0 84 15,0 0 72-15,0-2-220 0,0-8-192 16,0-5-360-16,-5-8-532 0,-3 1-88 15,-3-7-312-15,-5 4-205 0,-4-4-299 0,0 1 80 16,-4 3-244-16</inkml:trace>
  <inkml:trace contextRef="#ctx0" brushRef="#br0" timeOffset="3552.193">9933 2327 1184 0,'0'0'3972'16,"0"0"-1500"-16,0 0-156 0,-76-29-459 16,68 29-421-16,4 0-128 0,0-3-224 0,4 3-164 0,0 0-224 15,4 0-164-15,0 0-220 0,4 0-228 0,8 0 16 16,3 0 120-16,2 0-96 0,7-3-124 15,-4-3-172-15,-5-1-468 0,5 1-108 0,-8-4-304 16,0 4-864-16,0 0-2865 0</inkml:trace>
  <inkml:trace contextRef="#ctx0" brushRef="#br0" timeOffset="3821.584">10407 2333 6004 0,'0'0'380'15,"0"0"3960"-15,0 0-2079 0,0 0-381 0,87 4-168 16,-67-2-344-16,-4-2-308 16,0 5-388-16,0 0-388 15,-4-2-284-15,-4 8-4 0,-4-3-72 0,-4 9 4 16,0 2-112-16,-12 2 36 0,-4 5 52 16,-4 2 92-16,1 1-44 0,2-7 48 15,2 1 4-15,6-8 44 0,5-2-48 16,0-6 12-16,4-2-12 0,0 2 4 0,8-3-4 15,5-1 108-15,-2-3-108 0,9 0-212 16,0 0-44-16,4-7-200 0,0-2-308 0,4-4-504 16,-9 7-1192-16,9-11-3469 0</inkml:trace>
  <inkml:trace contextRef="#ctx0" brushRef="#br0" timeOffset="4390.392">11064 2333 6596 0,'0'0'1000'0,"0"0"3661"15,0 0-2697-15,0 0-728 0,0 0-216 0,0 0-572 16,0 0-12 0,0 0 284-16,104-3 412 0,-57 0-496 0,9 0-232 15,0-4-184-15,0-2-136 0,-1-1-76 16,1-2-4-16,0-4-4 0,-4-3-72 16,-1 0-12-16,-3-4-208 0,-4 2-532 15,0-4-308-15,-12-1-632 0,-8 6-2276 0,4-8-2861 0</inkml:trace>
  <inkml:trace contextRef="#ctx0" brushRef="#br0" timeOffset="4621.79">11741 1971 4728 0,'0'0'1448'0,"0"0"1720"0,0 0-963 16,0 0-629-16,0 0-356 0,0 0-284 15,0 0-172-15,99 80-172 0,-71-58-104 16,-4 0-52-16,1 4-28 0,-5 2-112 0,-5 0 72 15,-3 4-192-15,-3 4-164 0,-9-2-12 16,0 4-108-16,-4 1-52 16,-5-4 36-16,-3 0-172 0,1-7-112 0,2-3-76 15,-2-2-264-15,3-8-232 0,4-5-524 0,-1 0-952 16,1-3-2405-16,4-5-1830 0</inkml:trace>
  <inkml:trace contextRef="#ctx0" brushRef="#br0" timeOffset="4996.584">12912 1762 7340 0,'0'0'1948'0,"0"0"1337"0,0 0-1757 0,-35 101-604 15,19-56-96-15,-4 10 28 0,0 3-108 0,-3 3-144 16,-2 6-232-16,-3 5-136 0,-3 2 20 15,-9 2-32-15,3 1-152 0,-2-4-72 0,7-10-12 16,0-6-48-16,8-9-40 0,5-13-12 16,6-10-72-16,2-5-148 0,7-14-248 15,4-6-240-15,0-4-448 0,7-15-828 32,5 4-2525-32,16-33-3323 0</inkml:trace>
  <inkml:trace contextRef="#ctx0" brushRef="#br0" timeOffset="5241.174">12825 1905 3616 0,'0'0'6128'0,"0"0"-4375"0,0 0-749 0,0 0 232 0,0 0 92 16,0 0-308-16,0 0-56 0,96 95-168 16,-77-60-80-16,2 6-100 0,-2 4-128 0,1-1-120 0,-7 4-148 15,2 2-120-15,-7-2-92 0,1-3-8 16,-6-1-4-16,1-6-48 0,-4-3-104 15,0-6-40-15,0-4 36 0,0-6-12 0,-4-2-48 16,4-9-76 0,-3 2-132-16,3-7-116 15,-5 1-88-15,1-4-40 16,0 0-220-16,-8 0-456 0,0-7-1148 16,-4-3-1833-16,0 4 89 0</inkml:trace>
  <inkml:trace contextRef="#ctx0" brushRef="#br0" timeOffset="5356.502">12801 2403 1512 0,'0'0'2152'0,"0"0"-928"0,0 0 3312 0,0 0-2919 0,0 0-193 0,0 0-416 16,0 0-104-16,0 0-96 0,32-70-80 0,-9 61-136 0,2-1-356 16,3 0-236-16,-1-2 0 0,5-1-160 15,-4 1-220-15,0-1-536 0,0 0-452 16,-12 4-1148-16,12-4-4281 0</inkml:trace>
  <inkml:trace contextRef="#ctx0" brushRef="#br0" timeOffset="5654.436">13458 2235 7068 0,'0'0'2268'15,"0"0"133"1,0 0-825-16,0 0-192 0,0 0 204 16,0 0-220-16,0 0-340 0,0 0-352 15,4 76-320-15,-8-66-172 0,1 2-112 16,-1-1-72-16,0 1-56 0,4-3-56 0,0 0 16 15,0 5-16-15,4-2-24 0,3 1 16 0,5 0 8 0,-3-1 40 16,6 4 8-16,-2 0 4 0,2 0 52 0,2 0-80 16,2-1 88-16,-3 1-8 0,0-3-4 15,-4 4 0-15,0-9 0 0,-8 5 12 16,0-3 0-16,-4 3 8 0,0-4-8 16,-8 3 48-16,-8-2-48 0,-4 3-24 0,0-4-356 15,-4-2-276-15,1-1-188 16,2-3-296-16,1 0-576 0,8-3-1212 0,-4-3-2989 15</inkml:trace>
  <inkml:trace contextRef="#ctx0" brushRef="#br0" timeOffset="5916.452">13977 2238 2632 0,'0'0'4936'15,"0"0"593"-15,0 0-4297 0,0 0-120 16,87 22 168-16,-51-19-248 0,11 1-192 16,6-1-88-16,2-3-92 0,5 0-292 0,0 0-284 15,0-3-84-15,-4-4-96 16,-5 1-64-16,-3-3-368 0,-4-1-304 15,-5-4-440-15,-7 0-1048 0,-8 3-2657 16,-7-8-3079-16</inkml:trace>
  <inkml:trace contextRef="#ctx0" brushRef="#br0" timeOffset="6124.818">14574 2028 2916 0,'0'0'1800'0,"0"0"-200"0,0 0 468 0,0 0 1073 16,0 0-1097-16,0 0-584 0,80 35-236 0,-56-22-352 15,-5-4-312-15,6 4-140 16,-5 0-40-16,-1 3-32 0,-3 1-4 0,-8 2 48 16,0-1-12-16,-8 4-76 0,0 3-176 15,-8 4-128-15,-12 0-172 0,-12 6 0 16,-4 2-168-16,-11 1-164 0,-5-2-100 0,0-1-136 16,-8 0-392-16,13-10-1424 0,-26 4-3841 15</inkml:trace>
  <inkml:trace contextRef="#ctx0" brushRef="#br0" timeOffset="6979.362">5817 2365 1096 0,'0'0'7260'0,"0"0"-2331"0,0 0-3645 16,0 0-488-16,0 0 112 0,0 0 28 0,0 0-156 15,0 0-312 1,0 0-184-16,0 0 124 0,0 0 276 15,112 9-156-15,-65 1-260 16,-4 0-100-16,2-4-168 0,-2 4-64 0,2-4 60 16,-6-3-64-16,-3-1 20 0,3-2-40 15,-2 0-216-15,-1-8-344 0,-1-2-272 16,-3-2-320-16,4-5-1040 0,-16 1-2145 0,12-5-2543 16</inkml:trace>
  <inkml:trace contextRef="#ctx0" brushRef="#br0" timeOffset="7195.376">6554 2213 1384 0,'0'0'6308'15,"0"0"-4688"1,0 0-908-16,0 0 657 0,0 0 39 0,0 0-236 16,0 0-196-16,84 44-220 0,-69-31-240 0,6-1-128 0,-10 4-112 15,-3 0-104-15,-4 3-8 0,-4 6-116 16,0 1 20-16,-12 3-68 0,1-1 0 15,-10 4-12-15,1-7-140 0,-3 4-32 16,-1-4-168-16,0-2-100 0,-1-2-200 0,1-1-320 16,-3-4-464-16,11-3-680 0,-12 5-2785 0</inkml:trace>
  <inkml:trace contextRef="#ctx0" brushRef="#br0" timeOffset="8833.496">16482 2232 5440 0,'0'0'1460'0,"0"0"-1356"0,0 0-104 15,0 0-1108-15,0 0-2044 0</inkml:trace>
  <inkml:trace contextRef="#ctx0" brushRef="#br0" timeOffset="8982.05">17076 2177 5564 0,'0'0'2184'15,"0"0"-176"-15,0 0-1128 0,0 0-596 16,0 0-284-16,0 0-456 0,0 0-1980 0,0 0-3304 16</inkml:trace>
  <inkml:trace contextRef="#ctx0" brushRef="#br0" timeOffset="9145.215">17519 2124 3220 0,'0'0'3272'0,"0"0"-1868"16,0 0-328-16,0 0 528 0,0 0-23 16,0 0-493-16,0 0-656 0,0 0-432 0,0 0-100 15,0 0-604-15,15 6-600 0,-11-6-1021 0,5 0-3075 16</inkml:trace>
  <inkml:trace contextRef="#ctx0" brushRef="#br0" timeOffset="11393.494">15371 2739 5824 0,'0'0'3892'0,"0"0"-2523"0,0 0 811 0,0 0-504 0,0 0-520 16,0 0-292-16,0 0-68 15,0 0-116-15,0 0-164 0,0 0-256 0,0-15-100 0,4-5-112 16,0-5 52-16,4-6-100 16,0-7 0-16,0-1-112 15,-1-5-36-15,6 3 0 0,-1-7 16 16,0-2-40-16,0-5-52 0,3 1-24 15,2-4-24-15,-1 2-48 0,3 2 36 0,-2 0 36 0,-2 6 24 16,1 8-16-16,0 4 68 16,-4 5 60-16,-4 5 104 0,0 10 8 0,-4 4 8 15,0 5 116-15,-1 7 164 0,-3 0-216 0,0 0-60 0,5 0 28 16,-1 7-40 0,0 2 0-16,4 10 336 0,-4 7-88 0,8 5-24 15,0 7-100-15,-5 7 24 16,6 6 36-16,2 6-172 0,-2 3 76 0,-1 1-28 15,-1 2 16-15,2-2-72 0,-2-4 44 16,-3-10 100-16,4-6 60 0,-4-9-60 0,-4-7 72 16,0-5-96-16,5-8-112 0,-9-2-12 15,3-4-112-15,-3-4 16 16,0-2-40-16,0 0 12 0,0 0-464 0,0 0-220 0,0-2-184 16,-3-7-356-16,-2-5-592 0,-3-1-909 15,4-1-1147-15,-7-10 44 0</inkml:trace>
  <inkml:trace contextRef="#ctx0" brushRef="#br0" timeOffset="11543.159">15530 2257 1084 0,'0'0'7352'16,"0"0"-5140"-16,0 0-555 0,0 0-469 0,0 0-260 0,0 0-196 16,0 0-188-16,0 0-120 15,0 0-56-15,0 0-172 16,0 0-196-16,48-6-252 0,-32 6 116 0,8 3-332 15,-4 3-640-15,8-3-696 0,-9 1-2253 0,17-1-3111 0</inkml:trace>
  <inkml:trace contextRef="#ctx0" brushRef="#br0" timeOffset="11889.921">16168 2371 3572 0,'0'0'5512'0,"0"0"-4596"0,0 0-552 0,0 0 229 0,0 0 359 16,0 0-92-16,-17 70-108 16,10-48-268-16,-1-3-296 0,0 3-88 15,0 1-84-15,4-1 44 0,0-2 196 16,0-1-40-16,4-4-80 0,0 1 4 0,12 0 24 15,0-3 76-15,4-1 184 0,4-2 184 16,4-1-60-16,0-2-104 0,3-4-72 16,1 0-172-16,-4-3-200 0,-4 0 0 15,5 0-28-15,-10-3 16 0,5 0-28 0,-4-4-68 16,0-2-516-16,0-4-108 0,-4 1-200 0,4-5-480 16,-9 2-1556-16,2-10-4025 0</inkml:trace>
  <inkml:trace contextRef="#ctx0" brushRef="#br0" timeOffset="12082.132">16308 2381 8444 0,'0'0'1788'16,"0"0"-1055"-16,0 0 119 0,0 0 236 0,-13 70-20 0,13-42-116 15,4 7-24-15,0 3-208 0,5 1-60 16,-2 5-116-16,1 3-196 0,0 4-200 0,0 0-100 15,-4 0-48-15,4-7-172 16,0-2-48-16,4-7-292 0,0-9-32 16,8-12-300-16,-1-7-388 0,6-3-864 0,-9-4-1137 0,16-16-2987 15</inkml:trace>
  <inkml:trace contextRef="#ctx0" brushRef="#br0" timeOffset="12342.149">17192 2289 11041 0,'0'0'1972'0,"0"0"-1232"16,0 0-132-16,0 0 616 0,0 0 60 15,0 0-440-15,87-32-424 0,-62 26-308 16,-1 0-52-16,4-4-60 0,-1 1-172 16,1-1-76-16,0 1-460 15,3-2-420-15,-3 6-532 0,-3-2-1344 0,6-3-3489 16</inkml:trace>
  <inkml:trace contextRef="#ctx0" brushRef="#br0" timeOffset="12481.643">18020 2191 6520 0,'0'0'1756'16,"0"0"-644"-16,0 0 737 0,0 0-5 0,0 0-368 16,0 0-204-16,0 0-228 15,0 0-200-15,0 0-288 0,80 5-496 0,-64-10-60 0,0-5-940 16,8-6-512-16,-8 7-1380 0,12-10-4013 16</inkml:trace>
  <inkml:trace contextRef="#ctx0" brushRef="#br0" timeOffset="12630.029">18726 2098 8248 0,'0'0'2849'16,"0"0"-1757"-1,0 0 284-15,0 0 120 0,0 0-284 0,0 0-80 0,0 0-488 16,0 0-532-16,0 0-112 16,0 0-172-16,32 7-496 0,-25-10-512 0,6-1-732 0,-2-2-2821 15</inkml:trace>
  <inkml:trace contextRef="#ctx0" brushRef="#br0" timeOffset="13347.792">20136 1613 4440 0,'0'0'2680'0,"0"0"1445"0,0 0-2613 0,0 0-504 16,0 0 44-16,0 0 44 0,-52 89-56 0,37-42-120 16,-2 13-156-16,-3 4-196 15,1 7-104-15,-5 1-96 0,0 4-12 0,-4-3-28 0,0 0-84 0,1-3-84 16,-1-4-112-1,4-5-48-15,3-14-72 0,6-8-4 16,6-14-44-16,5-13-380 0,0-1-100 16,4-11-332-16,4-4-228 0,9-9-124 0,2-9-884 0,2 0-1869 15,7-29-1839-15</inkml:trace>
  <inkml:trace contextRef="#ctx0" brushRef="#br0" timeOffset="13693.092">20052 1816 5732 0,'0'0'2976'15,"0"0"-1396"-15,0 0-407 0,0 0 223 16,0 0-324-16,0 0-100 0,0 0-52 0,0 0-16 16,81 60-68-16,-62-22-144 15,-3 4-152-15,0 4-72 16,0 6-112-16,-1-1-160 0,2 2-100 16,-6-2-96-16,2 0-4 0,-1-3 4 15,-5-4-84-15,2-5 84 0,-1-11 0 0,-4-2-52 16,-1-14 48-16,1 1-92 0,-4-10-124 0,0 3-504 0,0-6-104 15,-7 0-4-15,-5 0-168 0,-4 0-108 0,0-3-212 16,-4-6-120-16,0-1 127 16,-8-2 785-1,5-1 528-15,-5-6 645 0,0 0 151 0,0 2 128 16,3 3 160-16,5 0-196 0,9 4 196 0,7 8-192 16,4-2-272-16,0 4-236 0,0-3-136 15,11 0-72-15,6-3-92 0,3-1-60 0,7 1-24 16,5-4-148-16,0 4 64 15,-1-4-76-15,2 1-140 16,3-1-472-16,-4-2-220 0,0 2-548 0,-8 1-1488 0,8-2-4137 0</inkml:trace>
  <inkml:trace contextRef="#ctx0" brushRef="#br0" timeOffset="13888.392">20578 2203 7096 0,'0'0'4517'15,"0"0"-3657"-15,0 0-400 0,-11 86 700 0,7-51 380 16,4 4-12-16,-4-2-400 0,4 1-376 0,0-3-284 16,4 0-200-16,4 1-268 0,-1-9 0 0,1-2-220 15,5-2-468-15,2-7 60 16,1-10-52-16,5-2-44 0,-2-8-128 16,5-9-432-16,4-8-1020 0,-13-2-1881 0,13-15-1011 15</inkml:trace>
  <inkml:trace contextRef="#ctx0" brushRef="#br0" timeOffset="14055.256">20825 2311 9320 0,'0'0'2813'0,"0"0"-901"0,0 0-560 0,0 0-280 0,-91 16-28 0,66-4-228 15,2 12-148-15,3 1-276 0,5 3-148 16,6-3 0 0,5 4 52-16,4-7-40 0,4 0 24 0,12-3-12 15,8-3-60-15,3-2-196 0,5-8-12 0,9-4-148 16,2-2-240-16,2-6-332 0,-2-10-128 15,-3 0-324-15,0-3-736 0,-12 3-2224 16,-5-3-3117-16</inkml:trace>
  <inkml:trace contextRef="#ctx0" brushRef="#br0" timeOffset="14358.774">18933 2098 8644 0,'0'0'2248'0,"0"0"-271"0,0 0-121 0,0 0-80 0,0 0-408 16,88 41-232-16,-56-31-280 15,7-7-352-15,5 1-152 0,0-4-144 0,0 0-112 16,4-4-88-16,-9-4 0 16,5-3-8-16,-8-1-72 0,0-1-24 15,0-3-224-15,-4 4-436 0,-4-5-264 16,0 5-412-16,-13-1-964 0,2-4-3497 16</inkml:trace>
  <inkml:trace contextRef="#ctx0" brushRef="#br0" timeOffset="14573.901">19439 1958 8796 0,'0'0'2092'0,"0"0"-1343"0,0 0 223 0,0 0 292 0,80 16-164 0,-52-9-232 15,4 3-148-15,3-5-84 16,1 1-80-16,0 5-12 0,-4-3 0 16,-8 6-252-16,0 2-56 15,-9 0-76-15,-6 6-88 0,-5 6 16 0,-4 4 44 16,-9 7-128-16,-6 1-4 0,-6 2-96 15,-3-1-76-15,5 0-100 0,-5-9-108 16,4-3-236-16,4-7-348 0,5-6-488 0,-2-7-912 16,9-2-1885-16,4-7-2643 0</inkml:trace>
  <inkml:trace contextRef="#ctx0" brushRef="#br0" timeOffset="14974.562">21220 2067 6808 0,'0'0'6625'15,"0"0"-5369"-15,0 0-792 0,0 0 216 0,0 0 212 0,112 6-108 0,-73 1-104 16,10-5-36-16,-2 1-240 0,9-3-208 0,0 0-136 15,4-3-60-15,-5-9-16 0,1-1-80 32,-4-6 8-32,-5 0-328 0,-6-4-768 0,-6 1-580 0,-14 4-2220 15,-2-14-3761-15</inkml:trace>
  <inkml:trace contextRef="#ctx0" brushRef="#br0" timeOffset="15176.804">21682 1809 4224 0,'0'0'8481'0,"0"0"-7565"0,0 0-520 0,0 0 440 0,0 0 168 16,84 64 88-16,-52-48-24 15,-4 0-192-15,4 3-288 0,0-4-244 16,-8 4-172-16,-1-3-88 0,-7 4-84 0,-4 2-12 16,-8 3 0-1,-4 4 0-15,-8 9-60 0,-7 0-40 0,-13 7-44 16,0 2-68-16,-4-3-104 0,0-2-4 0,0-3-212 15,4-8-408-15,-4-4-616 16,12-10-1512-16,-12-4-5045 16</inkml:trace>
  <inkml:trace contextRef="#ctx0" brushRef="#br0" timeOffset="17559.527">4677 4613 10628 0,'0'0'1541'16,"0"0"-861"-16,0 0-284 15,0 0 188-15,0 0-128 0,0 0 152 0,0 0-140 16,0 0-40-16,60 85-80 0,-48-55-200 16,0-2-148-16,-4-3-80 0,3-3-56 0,-7-2-16 0,5-8-36 15,-5-2-228-15,0-4-212 16,-4 0-172-16,4-2-260 0,-4-1-917 0,0-3-2283 15,-4 0-1356-15</inkml:trace>
  <inkml:trace contextRef="#ctx0" brushRef="#br0" timeOffset="17709.198">4649 4298 5488 0,'0'0'8157'16,"0"0"-6993"-16,0 0-648 0,0 0 200 15,0 0 64 1,0 0-468-16,0 0-312 0,0 0-288 0,0 0-400 0,0 0-40 16,0 0 300-16,64-12-180 15,-40 12-1200-15,0 3-1425 0,8 6-3811 16</inkml:trace>
  <inkml:trace contextRef="#ctx0" brushRef="#br0" timeOffset="18024.658">5259 4423 10152 0,'0'0'2189'16,"0"0"-1217"-16,0 0-120 16,-60 75-56-16,32-42-92 0,0 2-20 15,4-4 24-15,5-5-196 0,2-1-476 0,6-6-36 16,-2-7-124-16,13 1 48 0,0-7-24 0,0 1-148 16,4-1-88-16,13 4 88 0,-2-3 196 15,9 1 52 1,0-2-24-16,4 5 24 0,0-5-12 0,0 1 0 15,-5-1-52-15,1 3 64 0,1-2 0 16,-9 2 112-16,-1 1 76 0,2-1 36 16,-6-2-112-16,-3 2 88 0,1-3-76 15,-5 1 36-15,-4-4-60 0,0 3-8 16,0-3-92-16,0 4-212 0,0-1-208 16,-13 3-228-16,5-2-24 0,-8 3-20 0,-3-1-28 0,-2 3-168 15,-3 2-572-15,5-5-1017 16,-17 7-2463-16</inkml:trace>
  <inkml:trace contextRef="#ctx0" brushRef="#br0" timeOffset="18741.514">7439 4547 10496 0,'0'0'1417'0,"0"0"-953"15,0 0 312-15,0 0 232 16,0 0-148-16,-101 0-92 0,78 2-128 0,-1 5 196 16,0 3-180-16,7-1-208 0,2 4-104 0,-1 6-60 15,4 3-52-15,4 6-36 0,1 4 0 16,2 7-36-16,1-1 24 0,4-3-64 15,0-4-52-15,4-2-68 0,5-11-12 0,-6-5-64 16,5-7-32-16,4 1-28 0,0-7 76 16,4 0 52-16,4-9-176 0,8-8-48 0,-4-8-112 15,4-3-52 1,-9-1-36-16,5-7 12 0,-3 6 36 16,-6 1-76-16,-2 4 124 0,-2 2 48 15,-3 7 108-15,0 7 68 0,0 3-16 16,-4 2-4-16,0 4 132 0,4 0 412 15,-1 4 144-15,10 5-184 0,-6 4-12 16,10 2-60-16,-1 9-116 0,-1-3-20 16,2 5-104-16,3-1-60 0,-5-6 0 0,1 0-236 0,4-6 40 15,-4-4 8-15,4-5-320 0,0-4-460 16,-8 0-1352-16,16-7-3633 0</inkml:trace>
  <inkml:trace contextRef="#ctx0" brushRef="#br0" timeOffset="19710.495">8996 4451 10368 0,'0'0'1609'0,"0"0"-1145"0,0 0 60 0,0 0 240 16,0 0-56-16,-92 3 188 0,81 7-104 16,-2 3-200-16,2 2-216 0,3 7-204 15,4 4-96-15,-1 9 84 0,5 0 124 16,0 0-84-16,0 4-52 0,0-2-60 15,5-5-88-15,3-4-8 0,-4-6-80 0,3-2-60 16,1-11 12-16,5-3-100 0,-2-6-36 16,6 0-128-16,-2-12-248 0,9-7-324 0,0-10-432 15,-8 7-1396-15,8-29-3969 0</inkml:trace>
  <inkml:trace contextRef="#ctx0" brushRef="#br0" timeOffset="20144.212">9172 3886 11925 0,'0'0'2056'0,"0"0"-1560"0,0 0-444 0,0 0 388 0,0 0 216 16,0 0 300-16,3 92-184 0,1-57-204 16,0 6-84-16,4 3-104 0,1 7 4 0,-2 10-92 15,5 2-44 1,-3 6-140-16,-2 8 28 0,1 0-96 15,0-5-40-15,0-8-112 0,-4-7 52 0,4-12 48 16,0-13 12-16,-4-10-12 0,0-9-72 16,4-7-52-16,-4-3-108 0,4-3-112 0,-1-3-64 15,6-7 12-15,-5-9 172 16,3 0 152-16,-2-6 8 0,-1-4-48 16,-1 1 0-16,-3 2 48 0,1 1 76 0,-5 9 52 0,0 3 84 15,0 4 52-15,0 3-188 0,4 2-92 16,-4 4 92-16,0 0 48 0,4 0 52 15,3 6-24-15,1 4 380 0,1 3-88 16,2 6 16-16,1 0-264 0,-3 6 52 16,2 1-84-16,1-1-4 0,0 1-36 15,4-5-48-15,-7-1-52 16,2-5-156-16,1 2 96 0,0-8 28 16,-4-3 36-16,4-3-212 0,-4 1-256 0,4-4-300 15,-5 0-304-15,10-10-544 0,-6 4-1140 16,10-10-2841-16</inkml:trace>
  <inkml:trace contextRef="#ctx0" brushRef="#br0" timeOffset="20476.898">9877 4575 11509 0,'0'0'2160'0,"0"0"-1324"15,0 0 124-15,0 0 320 0,-84 35-84 0,64-16-136 16,-3 3-116-16,-2 4-296 0,9 2-200 15,1 3-68-15,2-1-52 0,5-2-51 0,4-9-81 0,4-3-124 0,0-7-72 16,0-2-72-16,0-7-96 16,8 0-113-16,0-3 25 0,8-10 96 15,5-3 16-15,2-9-160 0,1-4-88 16,4 1-108-16,0-1-76 0,-4 6 48 16,0 8 148-16,-1 5-16 0,1 7 272 0,-7 3 124 15,2 0 24-15,-3 13 236 16,-8 2 124-16,4 2 132 0,-4 1-236 15,-4 4 52-15,0-2-88 16,0 2-36-16,-4-3 0 0,0-3-96 0,0-3-112 16,4-4-52-16,-4-6-116 0,0-3-140 15,4 0-364-15,-4-3-400 0,8-6-604 16,-4-1-844-16,4-15-2877 0</inkml:trace>
  <inkml:trace contextRef="#ctx0" brushRef="#br0" timeOffset="20628.938">10199 4588 11969 0,'0'0'2080'0,"0"0"-1548"16,0 0-204-16,13 72 456 0,-13-46 580 0,0 2-100 0,0-2-280 15,0-7-380-15,0 0-348 16,0-3-256-16,0-3-124 0,0-7-304 0,0 1-248 16,0-4-320-16,0-3-560 0,0 0-1480 15,0-13-3513-15</inkml:trace>
  <inkml:trace contextRef="#ctx0" brushRef="#br0" timeOffset="20774.815">10184 4438 9004 0,'0'0'4641'15,"0"0"-3577"-15,0 0-460 0,0 0 240 16,0 0-28-16,0 0-208 0,0 0-384 0,0 0-224 16,0 0-224-16,0 0-64 0,0 0-496 15,83-60-624-15,-71 60-956 16,-4 0-2633-16,0 10-2742 0</inkml:trace>
  <inkml:trace contextRef="#ctx0" brushRef="#br0" timeOffset="21014.657">10403 4638 10816 0,'0'0'1849'15,"0"0"-1301"-15,15 71 216 0,-11-46 236 16,1 0 424-16,-1-3-116 0,0-2-308 0,3-8-472 31,-3-5-196-31,4-4 72 0,4-3 0 16,0-3-212-16,1-7-192 0,6-6-136 0,-3-6-120 0,4-3-100 15,-4-1-96-15,4 3 44 0,-4 2 92 0,0 4 68 16,-1 5 88-16,2 2 12 0,-6 4 36 0,1 6 112 16,1 0 248-16,-6 0 96 0,1 0 48 15,-4 6-72-15,1 1-72 0,-1 2-40 16,3 4-88-16,-3-3-44 0,0 2-64 16,0 4-12-16,-4 0-200 0,5-1-268 15,-5 5-280-15,4-4-356 0,-4 3-1048 0,0-3-2917 16,0 3-4551-16</inkml:trace>
  <inkml:trace contextRef="#ctx0" brushRef="#br0" timeOffset="21692.908">12108 4467 6188 0,'0'0'4676'16,"0"0"-2983"-16,0 0-365 0,0 0-140 15,0 0-56-15,0 0-216 0,0 0-148 16,-16 94-28-16,16-54-124 0,4-3-100 16,4 4-112-16,3-6-16 0,2-2-168 0,-5-5-72 0,3-9-144 15,-2-6-4-15,2-7 0 0,-3-3-8 16,5-3-104-16,2-3-156 0,2-13 88 0,-2-3-116 15,5-6-56-15,-4-7-92 0,0-3-8 16,-8 3 44-16,1 1 136 16,-6 5 112-16,1 4 160 0,-4 6 0 0,0 4 112 15,-12 5-4 1,0 1 104-16,-4 3-4 0,0 0 100 16,-4 3-12-16,1 0-40 0,-2 6-180 15,1 2-76-15,9 6-12 0,-1-2-76 16,3 2-20-16,6 1-76 0,-1 1-88 0,4 0-108 15,4 0-388-15,3-7-264 16,2 4-540-16,6-3-764 0,-7-8-1981 0,12 5-1775 16</inkml:trace>
  <inkml:trace contextRef="#ctx0" brushRef="#br0" timeOffset="21804.558">12526 4654 7068 0,'0'0'3032'0,"0"0"-983"0,111-3-657 0,-70-3 392 0,2-7-916 15,-3 0-640-15,-8-3-116 0,4-5-104 16,-9-2-8-16,-2-5-212 15,-1-5-592-15,-4-1-612 16,-9 5-1140-16,1-12-3429 0</inkml:trace>
  <inkml:trace contextRef="#ctx0" brushRef="#br0" timeOffset="22072.211">12686 4216 2600 0,'0'0'7932'15,"0"0"-6387"-15,0 0-869 0,0 0-24 0,-52 68 164 0,48-47 104 16,4 8 72-16,0 3-100 15,0 5-272-15,11 2-136 0,2 5-64 0,2 4 12 16,-2 6-4-16,2 3-12 0,-2 3-172 16,-2 3-84-16,-3 1-60 0,-4 2-40 15,5 2-52-15,-2-2 4 0,-3-6 48 16,0 1-60-16,5-7-44 0,-2-7-16 16,-3-5-40-16,4-4-8 0,-4-6-4 0,0-10 40 15,1 0 64-15,-5-6 4 0,0-4 4 16,0-2-136-16,-13-1-232 0,1-2-184 15,-8-4-40-15,-4 0 100 0,-8-3-56 16,-7-3-148-16,-1-3-360 16,-8-7-384-16,12 0-988 0,-24-9-2361 0</inkml:trace>
  <inkml:trace contextRef="#ctx0" brushRef="#br0" timeOffset="22696.256">14220 4505 5744 0,'0'0'1236'16,"0"0"-820"-16,0 0-324 0,0 0 104 0,0 0-108 15,0 0 68-15,0 0 116 16,0 0-272-16,0 0-156 0,0 0-348 0,0 0 36 15,-13 9 24-15,13-2 132 0,0 0-352 16,0-1-76-16,0 0-356 0,0-4-168 16,0 3-316-16,13-47 608 0</inkml:trace>
  <inkml:trace contextRef="#ctx0" brushRef="#br0" timeOffset="23647.152">14108 3832 6732 0,'0'0'2312'0,"0"0"-504"0,0 0-675 0,0 0 175 16,0 0 112-16,0 0-260 0,48 98-296 0,-32-57-228 15,-4 7-52 1,4 3-116-16,0 0 12 0,-5 3-124 15,-3 3-60-15,0-3-124 0,1 2-164 16,-6-2-8-16,-3 4-12 0,4-7-160 0,-4-3 48 16,0-7-12-16,0-12 40 0,0-7 84 15,0-13-196-15,0-3 96 0,4-2-148 16,-4-4-48-16,4 0-60 0,5-7 20 16,-2-5 320-1,-3-4 20-15,8-3 12 0,-3-7-8 0,-2 1-100 16,1 0 28-16,-4 5 68 0,4 4 4 15,0 4-132-15,-4 5 72 16,4 7 64-16,0 0 300 0,4 0 60 0,-4 10 72 0,3 3-24 16,2 2-28-16,-5 2-112 15,3 2-80-15,-6 0-8 0,3 0-80 16,0 0-12-16,-5-3-88 0,5-4-108 0,-3 1-40 0,-1-7-60 16,0-3-172-16,0 1-272 0,3-4-180 15,2-4-212-15,-1-5-504 0,-1-4-640 0,1 4-1041 16,1-13-2503-16</inkml:trace>
  <inkml:trace contextRef="#ctx0" brushRef="#br0" timeOffset="23931.428">14586 4521 6672 0,'0'0'3116'15,"0"0"-1235"-15,0 0-497 0,0 0-60 16,0 0-140-16,32 73-128 0,-28-57-60 0,4-7-156 16,0 1-284-16,0-7-224 0,0 0-76 15,0-3 36-15,3-3 28 16,6-3-196-16,-2-10-116 0,5-6-8 0,-3-5-160 15,2 0-148-15,-3-2-108 0,0-3 12 16,-4 7 48-16,0 3 96 16,-8 6 64-16,5 2 100 0,-9 6 96 0,0 2 196 0,0 2 76 15,-13 1-172-15,1 3 220 16,-4 0-196-16,-3 0-112 0,-2 7-4 16,1 2-16-16,5 7 4 0,-2 3 4 0,2 3 36 15,2 0 112-15,6 0-40 0,-5-3-108 0,8 1-36 16,-1-9-196-16,2 3-112 0,3-9-520 15,0 2-304-15,3-7-704 0,6 0-1184 16,-1-7-1641-16,7-14-519 0</inkml:trace>
  <inkml:trace contextRef="#ctx0" brushRef="#br0" timeOffset="24343.86">14913 4309 8656 0,'0'0'2289'0,"0"0"-1057"0,0 0 160 0,0 0-32 0,0 0-24 16,0 0-80-16,67 69-180 0,-58-44-216 0,-5 1-124 15,-1 2-40-15,1-6-112 16,0 1-232-16,-4-4-340 0,4-6-12 0,0-5-160 16,1-1 4-16,2-3-220 0,1-4-184 15,0 0 156-15,4-11 108 0,0 0-8 16,4-3 8-16,-4-5 40 0,0-2 48 0,0 1 36 16,-4 5 48-16,0-1 72 0,0 3 52 15,-4 7 8-15,0 0 56 0,-4 6-4 16,0 0 200-16,0 0 168 0,4 0-8 15,-4 6-140-15,4 3 24 0,-4 4-84 16,4 0-12-16,-4-1 0 0,0-2-48 16,3-4-104-16,-3-3-56 0,4 1-76 0,1-4 76 0,-1 0 96 15,0 0-96-15,4-4-48 16,-1-2 48-16,2-1 0 0,3 1 12 0,-5-3-12 16,6 6-96-16,-2-1-84 0,1 1-76 15,4 3 256-15,1 3 144 0,-2 7 148 16,5-1 0-16,-4 4-36 0,0 3-60 0,0-4-39 31,-4 4-53-31,0-6-96 0,-1 0-16 16,-2-2-48-16,-1 3-297 0,-4-5-327 0,3 1-248 0,2-5-188 0,-5-2-864 15,4 0-3224-15,-4-2-4965 0</inkml:trace>
  <inkml:trace contextRef="#ctx0" brushRef="#br0" timeOffset="24605.062">15634 4498 6140 0,'0'0'7665'0,"0"0"-6297"0,0 0-780 16,0 0 356-16,0 0 312 0,0 70-72 0,0-66-268 15,4-4-328-15,4 0-200 16,3-4-180-16,2-5-144 0,2-3-64 0,2-4-180 16,-2-4-88-1,2-2-136-15,-6 0-84 0,6 3-28 16,-10 0 12-16,-3 3 76 0,0 6 20 15,-4 3 160-15,0 2 100 16,-4 2 24-16,-7-1 124 0,-10 4 48 0,-3 0 224 16,1 7-96-16,-5-2-92 0,4 9-32 15,0 2-40-15,0 0-12 0,4-1-60 0,4 1-88 16,4 0-88-16,-4 0-444 0,8-4-876 0,1-1-1616 0,-1-3-3869 16</inkml:trace>
  <inkml:trace contextRef="#ctx0" brushRef="#br0" timeOffset="26391.148">16120 4588 13093 0,'0'0'3800'16,"0"0"-2772"-16,0 0-632 15,0 0 244-15,0 0 332 0,0 0-276 0,0 0-64 16,0 0-120-16,0 0-440 0,0 0-72 16,0 0-232-16,4-4-316 0,-4 4-316 0,0 0-348 15,0 0-1144-15,0 4-3489 0</inkml:trace>
  <inkml:trace contextRef="#ctx0" brushRef="#br0" timeOffset="27056.871">17120 4426 6536 0,'0'0'4973'0,"0"0"-3577"0,0 0-364 0,0 0-260 16,0 0 196-16,75 6 212 0,-38-3-260 0,3 0-128 16,-1-3-312-16,1 0-236 0,0-3-96 15,-4-6-72-15,0-1-76 0,-4-5-48 16,-4-2-36-16,0-1-336 0,-4-2-380 15,-5-2-140-15,-3 3-352 0,-4 3-1428 16,-8-6-3513-16</inkml:trace>
  <inkml:trace contextRef="#ctx0" brushRef="#br0" timeOffset="27288.704">17442 3965 9700 0,'0'0'1729'32,"0"0"-829"-32,9 92 20 0,-1-47 300 0,0 6 340 15,-1 3-120-15,6-1-364 0,-5-2-388 0,-1-1-284 16,6-1-204-16,-9-2-200 0,3-12-184 16,1-3-12-16,1-9-108 0,-1-11-312 15,3-10-212-15,2-2 156 0,2-12-380 0,1-9-460 16,0-2-1140-16,0-22-2453 15</inkml:trace>
  <inkml:trace contextRef="#ctx0" brushRef="#br0" timeOffset="27794.958">17813 3651 8160 0,'0'0'2328'16,"0"0"-1039"-16,0 0-521 0,0 0 380 0,0 0 260 15,0 0-288-15,0 0-172 0,5 70-216 16,-5-32-272-16,4 6 8 15,0 4-16-15,-1 6 64 16,-3 6-112-16,4 1-136 0,-4-1-156 0,0 0-112 16,0-5-12-16,4-5-124 0,0-6-60 15,-4-8 48-15,4-8-8 0,4-12-128 16,-4-3-168-16,4-10-116 0,0-3-24 16,4 0 60-16,-4-3-52 0,7-7 172 0,-2-7-56 15,-1 2-20-15,4 0-80 0,-1-2 52 0,-2 8 260 16,2 2 44-16,2 4 108 0,2 3 104 15,-2 10 660-15,3 2 84 0,-1 5-140 16,1 2-60-16,-4 3-48 0,4-3-72 16,-4 0-4-16,4-3-24 0,-4-3-184 0,3-7-16 15,-2-3-96-15,3 0 96 16,-4-3 12-16,4-3-60 0,-5-10-136 0,2 1-12 0,2-4-136 31,-6-6-72-31,-2 2 12 0,2-2-40 16,-6 0 28-16,-3 3 108 0,0 3 100 15,-4 0-56-15,0 3 56 0,-8 1 72 0,-4 2-20 16,-4 1 8-16,0 3-12 16,-3-1 116-16,2 7 44 0,2 0-24 15,-2 10-124-15,2 2-52 0,-1 4-4 0,4 9 8 0,3 1 132 16,-2 0 80-16,7 4 32 0,0-3 100 16,0-2-88-16,4-3-156 0,0-3-112 0,4-3-64 15,4-2-8-15,-1-9-24 0,6 2-124 16,2-5-88-16,-2-2-160 15,2-2-48-15,6-8-28 0,-2-6-372 0,1 0-712 16,1-6-1368-16,-6 3-2493 0</inkml:trace>
  <inkml:trace contextRef="#ctx0" brushRef="#br0" timeOffset="28082.48">18535 4292 468 0,'0'0'8868'15,"0"0"-6131"-15,0 0-1025 0,0 0-156 0,28 74-312 0,-24-49-100 16,-1 0-20-16,1 4-156 0,-4-7-184 0,4-3-212 15,0-3-232-15,1-4-224 0,-1-5-116 16,3-4-48-16,1-3-132 0,5-3-28 16,2-7-12-16,5-5-72 0,0-11-48 15,4 1-28-15,0-4-36 0,0-3 12 0,4 4 60 16,-5 6 72-16,1 2 124 0,-3 4 52 16,-2 4 72-16,-3 5 12 15,0 5 196-15,-4-2 64 0,0 4-40 0,-5 4-12 0,2 5-36 0,3 0 24 16,-5 5-72-16,2 1-28 15,-1 3-8-15,0 1-28 0,-5 2-60 0,6-2-44 16,-1-1-520-16,-4 1-420 0,3 0-728 16,1-6-2336-16,9 6-3289 0</inkml:trace>
  <inkml:trace contextRef="#ctx0" brushRef="#br0" timeOffset="28695.336">20578 4235 4788 0,'0'0'5652'0,"0"0"-4415"0,0 0-197 0,0 0 32 0,0 0 468 15,0 0-80-15,104 57-220 16,-64-40-264-16,0-5-252 0,-1-2-212 0,6-7-244 15,-6-3-96-15,-3-3-84 0,4-11-88 16,-4-5-220-16,0-2-256 0,-4-5-268 16,-4-6-280-16,-4-3-428 0,-9 10-1736 0,2-17-4737 15</inkml:trace>
  <inkml:trace contextRef="#ctx0" brushRef="#br0" timeOffset="28896.041">20937 3937 12209 0,'0'0'1912'16,"-12"66"-1040"-16,12-24-252 0,-4 5 336 15,4 10 412-15,-4 4 48 0,4-1-388 16,0 1-444-16,0-8-292 0,0-2-208 0,0-9-84 16,4-14-156-16,0-9-320 0,8-9-72 15,0-10-64-15,8-10 72 0,0-9 120 16,3-9-532-16,2-14-836 0,-5 8-1428 15,8-27-3201-15</inkml:trace>
  <inkml:trace contextRef="#ctx0" brushRef="#br0" timeOffset="29512.828">21332 3537 11297 0,'0'0'2496'16,"0"0"-1548"-16,0 0-228 0,0 0 164 0,0 0 348 15,0 0-120-15,4 95-460 0,-4-45-272 0,0 5 60 16,0 9 424-16,4 2-256 0,-4 1-231 15,3 2-109-15,-3-2-112 0,4-3-156 16,0-7 0-16,0-10-144 0,1-12-60 0,-1-10 8 16,3-6 75-16,5-8-99 15,1-8-120-15,2-3-88 0,5-3 52 0,1-14 56 16,-2-2-68 0,5-6-140-16,0 0-164 15,-5-1-72-15,2 4 144 0,-1 6 308 0,-5 6 88 0,2 10 12 16,2 0 212-16,-3 14 428 0,0 5 204 15,-4 3-60-15,4 6-92 16,-7 5-72-16,2-6 8 0,1 4-24 0,0-5-24 16,-4-3-60-16,0-4-64 0,4-6-136 0,0-4-96 15,-5-3-12-15,6-6-48 0,2 0-64 16,2 0-132-16,2-12-144 0,1-1-92 16,5-6-108-16,-6 0-140 0,5 0-140 0,0-3-408 15,-4 2-112-15,0 1 260 0,0 8 780 16,-9-3 348-16,2 4 572 15,-5 4 280-15,-1 3 104 0,1 0-8 0,-3 0-16 0,-1 3-4 16,4-3-64-16,-5-1-156 0,5 1-240 31,1-3-236-31,-1 0-136 0,-1-4-88 0,1 0-8 16,1 1-80-16,-5-3-188 0,-1 1-40 16,-3 6 76-16,0 1 232 0,-3 1-4 15,-10 3 8-15,1 0 104 0,-8 3-60 16,1 3 84-16,-1 8 88 0,-1 0-12 15,2 6 96-15,-1 6 112 0,4-1-112 0,0 0-84 0,8-3-99 16,1 0-49-16,2-2-24 0,1-1-40 16,4-3 4-16,9-4-12 0,2-2-12 15,9 0-84-15,3-4-25 0,9 0 109 16,5-3-76-16,3 1-32 0,3-4-48 16,5 0-136-16,4-7-136 0,-4 1-304 15,4-4-92-15,-5 1-472 0,-11 0-1256 0,20-4-3369 0</inkml:trace>
  <inkml:trace contextRef="#ctx0" brushRef="#br0" timeOffset="30278.2">24036 3991 3100 0,'0'0'924'16,"0"0"5380"-16,0 0-4923 0,0 0-585 15,0 0-44-15,0 0 152 0,0 0 268 0,0 0-224 16,-83 3-164-16,63 10-148 16,5 6-132-16,-6 3-32 0,5 9-4 0,4 2 32 15,1 1 52-15,-2 2-16 0,9-5-108 0,1-2-88 0,-1-7-108 16,4-7-39-16,0-5-97 0,0-7-88 0,0-3-8 15,4 0-72-15,3-6-97 0,6-7 145 16,6-6-40-16,1-12-8 16,5-10-232-16,-6-4-84 0,5-6-88 0,0 0-36 15,-4-2-140-15,0 1-24 0,0-1-136 0,-5-1-136 16,2-4-156 0,-6 5 48-16,2-5 408 15,-2 7 384-15,-7 0 264 0,0 11 88 0,0 1 180 16,-4 11 124-16,0 6 148 0,0 6 40 15,0 5 76-15,0 6-32 0,0 5-76 16,0 0-76-16,0 0-188 0,0 5-52 16,0 9-44-16,5 5 68 0,-1 9 100 0,0 10 12 15,-1 7 72-15,1 3 196 0,0 2-100 16,0 4-184-16,-4 3-120 0,0-3-135 0,0-3-97 16,0 0-60-16,0-10-97 0,0-3-271 15,-4-6-156-15,4-6-236 0,0-11-172 16,0-2-504-16,9-10-1124 0,-5 1-2101 0,7-8-1399 15</inkml:trace>
  <inkml:trace contextRef="#ctx0" brushRef="#br0" timeOffset="30445.076">24348 3942 3160 0,'0'0'8585'16,"0"0"-6833"-16,0 0-748 0,19 71 96 0,-11-42 140 15,-3-4-160-15,-1 0-16 0,0 0-304 16,-1-5-332-16,-3-4-276 15,4-3-152-15,0-8-136 0,-4-5-364 0,4 0-252 0,-4 0-60 16,0-9-356-16,0 3-1840 0,0-22-5201 16</inkml:trace>
  <inkml:trace contextRef="#ctx0" brushRef="#br0" timeOffset="30599.512">24384 3660 5228 0,'0'0'7565'15,"0"0"-6165"-15,0 0-704 0,0 0 336 0,0 0 184 0,0 0-288 16,0 0-332-16,0 0-416 0,0 0-180 16,79-22-124-16,-59 16-456 0,0 3-524 15,0 0-716-15,0 0-2997 0,0 3-4879 16</inkml:trace>
  <inkml:trace contextRef="#ctx0" brushRef="#br0" timeOffset="31378.102">24929 3994 5884 0,'0'0'208'0,"0"0"2780"15,0 0-1308-15,0 0-867 0,0 0 71 0,0 0 188 0,0 0-44 0,-83-23-184 16,63 23-152-1,-1 4-252-15,2 9-16 0,-5 2 12 0,4 8 36 16,0 8-64-16,0 4 0 0,5 7 132 16,-2 2 172-16,6-3-236 0,2-3-172 15,1-6-156-15,4-10-68 0,4-5-80 0,0-11-172 16,0-4-216-16,4-2-64 16,4-2 48-16,5-8 316 15,2-5-32-15,5-8-200 0,1-6-88 0,-6 1-48 16,1 0 148-16,0 2-128 0,-4 7 52 15,-4 3 120-15,4 6 64 0,-5 8 64 0,2 2-116 16,-1 0 252-16,3 9 64 0,-2 10 348 16,3 3-48-16,-1 7-16 0,-2 2-40 15,2 4-36-15,-3 3-24 0,1 0-48 0,-1 7-64 16,-5-1 72-16,1 4 52 0,-4 6 132 16,0 0 48-16,-4 0 88 0,-7 3 164 15,2-6-132-15,-2-4-123 0,-6-5-85 16,2-3-144-16,2-9-100 0,-2-1-48 15,-2-6-52-15,2-8 4 0,3-2-12 16,-8-6-192-16,4-7-220 0,-4 0-137 16,4-13-11-16,-3-7 60 15,2-1 12-15,-3-12-24 0,5-2 92 16,-2-6-192-16,2 0-56 0,2 0-412 0,5-1 0 16,1 5-640-16,7-2 100 15,0 14-1241-15,11-16-2811 0</inkml:trace>
  <inkml:trace contextRef="#ctx0" brushRef="#br0" timeOffset="32382.73">24579 3934 4528 0,'0'0'664'0,"0"0"92"0,0 0 3532 0,0 0-3039 0,0 0-197 15,0 0-156-15,0 0-20 0,0 0-92 16,0 0-92-16,-68 79-100 0,60-54-132 0,0 4-72 15,4-1 84-15,4 5-64 16,0-5-100-16,0-6-160 0,0-4-136 16,4-4-12-16,1-8-4 0,-2 1-4 0,1-7-116 15,4 0-36-15,0 0-52 0,8 0-84 16,-4-13-136-16,4-3-104 0,-1-7-156 0,2-2-176 16,-2-4-28-16,-2 1-32 0,2 3 100 15,-7 3 188-15,1 3 340 0,-9 6 300 16,0 6 232-16,0 0 152 0,0 5 76 15,-4 2 164-15,-1 0-188 0,1 0-8 16,0 2-212-16,0 5-204 16,4 6 280-16,-3 3-12 0,3 3-80 0,0 0 52 15,0 0-112-15,0 1-140 0,3-1-104 0,1-7-96 16,4 1-480-16,1-4-552 16,6-3-356-16,-7-3-913 0,12-3-2127 0</inkml:trace>
  <inkml:trace contextRef="#ctx0" brushRef="#br0" timeOffset="33604.772">25061 4003 2568 0,'0'0'2932'0,"0"0"1540"0,0 0-2963 16,0 0-225-16,0 0-152 0,0 0 324 16,0 0-288-16,79 16-368 0,-59-6-244 0,-4 3-136 31,-4 2-124-31,0 1-60 0,-3 3-4 0,-2 3-72 16,-3 1-24-16,-4-1-28 15,0-3-56-15,0-1 8 0,0-1-56 0,0-7 44 16,-4-1-40-16,4-6 56 0,-3 0-16 15,3-3 36-15,0 0 12 0,0 0-96 0,0-3-8 16,0-6 4-16,0-7-56 0,3-6-60 16,5-4 32-16,-4-6 40 15,9-3-88-15,-6 4-180 0,1 2-204 0,8-3-180 16,0 7-184-16,4 0-356 0,-4 9-984 16,11-7-2973-16</inkml:trace>
  <inkml:trace contextRef="#ctx0" brushRef="#br0" timeOffset="34253.32">25551 4001 7432 0,'0'0'4553'15,"0"0"-2105"-15,0 0-1148 16,0 0-320-16,-60 76 460 0,48-58-24 0,0 1-220 0,8-3-464 16,-3-4-392-16,7 2-247 0,-5-8-93 15,5 0-48-15,0-3-1 0,0 1-99 16,0-4-140-16,9 0-176 0,-2 0-12 15,1 0 72-15,8-4-12 0,0-5-88 0,0 0-120 16,4-4-108-16,0-3 76 0,-4 4 68 16,0-2 124-16,0 8 200 0,-4 0 76 0,-1 6 188 15,-2 0 88-15,-5 0 364 0,3 0 100 16,-3 6 8-16,-4 0 24 0,0 1-40 16,0 2-40-16,0-2 24 0,0 0-112 0,0-5-84 15,0 2-212-15,4-4-120 0,-4 0-72 16,0 0-52-16,4 0-304 0,5-4-72 15,-2-5 216-15,9 0-60 0,0-8-140 0,5 1-72 16,-2-3-4-16,1 4 64 0,-4 2 152 16,0 4 132-16,-1 5 84 0,2 1 128 0,-9 3 356 15,-1 0 124-15,2 0 180 0,-5 7-100 16,0-1-32-16,-1 3-32 0,1 1-16 16,-4-1-4-16,0 1-60 0,4 0-100 0,-4-1-84 31,0-3-148-31,0-3-84 0,5 0-100 15,-1 1-44-15,0-1-212 0,3-3-12 16,5 0 112-16,4-7 84 0,0 1 24 0,8-7-60 16,0-2 48-16,4 2 28 0,0-3 68 15,-4 4-20-15,3 2 8 0,-3 4 64 16,-3 2 12-16,-1 2 228 0,-5 2 156 16,-3 2 68-16,0 5-12 0,-4 2-108 0,5 4-40 15,-6 0 0-15,-3 2-12 0,0 2 72 0,0-2 161 16,0 2-249-16,0-9-140 15,1 3-76-15,-2-2-40 0,1-4-8 0,4 2-48 16,0 0 0-16,0-1-4 0,4 0 40 16,3 1-96-16,2 0 12 0,3 2-60 15,-1-4-161 1,2 2-171-16,-1 0-132 0,-1-1-200 16,-2 1-184-16,-2-1-1128 0,1 0-4121 0</inkml:trace>
  <inkml:trace contextRef="#ctx0" brushRef="#br0" timeOffset="34737.609">27495 4013 4724 0,'0'0'80'0,"0"0"5928"15,0 0-3851-15,-3 66-441 0,3-31-104 0,0 7-228 16,0-2-176-16,0 6-176 15,0-4-128-15,0-5-236 0,0-5-243 16,0-7-253-16,0-9-172 0,0-7-96 0,0-2-329 16,0-7-255-16,0 0-88 0,0-14-56 15,0 0-840 1,3-2-1372-16,1-22-3133 0</inkml:trace>
  <inkml:trace contextRef="#ctx0" brushRef="#br0" timeOffset="34869.017">27359 3816 7052 0,'0'0'0'16,"0"0"3032"-16,0 0-1127 0,0 0-397 0,0 0 92 0,0 0-496 15,0 0-488-15,0 0-392 0,88-13-212 16,-56 13-12-16,0 0-284 0,4-7-912 0,4 2-648 16,-8 2-2233-16,19-10-3479 0</inkml:trace>
  <inkml:trace contextRef="#ctx0" brushRef="#br0" timeOffset="35124.632">28069 3921 3404 0,'0'0'8853'16,"0"0"-7261"-16,0 0-844 0,-55 80 676 0,30-55 128 15,5-3-96-15,5-6-340 16,2-3-484-16,5-4-412 0,5-3-220 0,3-3-144 16,0 4-16-1,7 0 88-15,10-2-160 0,-2 9 48 16,5-5 72-16,5 3 64 0,-2 1-36 15,-3-4-28-15,0 4 100 0,-4-1-56 0,0 2 68 16,-4-1 160-16,-1 2 60 16,-2 1-36-16,-5 0-4 0,-4-2-180 0,0 0-36 15,-8-1-172-15,-4-3-12 0,0 3-132 16,-4-5-116-16,0-1-380 0,0 0-516 16,-4-2-988-16,8 0-2233 0,-7-5-3091 0</inkml:trace>
  <inkml:trace contextRef="#ctx0" brushRef="#br0" timeOffset="35454.482">29058 4048 1604 0,'0'0'7156'16,"0"0"-6120"-16,0 0-584 0,0 0 413 0,0 0 343 15,-60-73 180-15,43 69-4 0,2 4-316 0,-9 7-540 0,0 11-180 16,-4 9 36-16,0 7 64 16,0 7 428-16,0 3 204 0,8-2-92 15,0 0-208-15,9-4-159 0,2-4-221 0,1-8-232 16,4-4-96-16,4-7-72 0,4-8-88 0,9 0-92 31,2-7-100-31,5 0 0 0,8-14-85 0,-1-5-303 16,10-2-148-16,-5-5-360 15,-4-2-716-15,-5 6-1876 0,9-7-1705 0</inkml:trace>
  <inkml:trace contextRef="#ctx0" brushRef="#br0" timeOffset="35966.27">29363 4016 2704 0,'0'0'560'16,"0"0"7877"-16,0 0-6417 0,0 0-1008 16,0 0 308-16,0 0 156 15,0 0-140-15,0 0-244 0,-75 29-212 0,59-10-248 16,0 9-111-16,-4 4 87 0,1 3 128 16,2 0-168-16,6 0-132 15,-2-7-112-15,6 1-128 0,3-10-92 0,4-3-104 16,0-6-96-16,4-7-136 0,3-1-212 15,6-2 56-15,6 0 40 0,1-5 8 16,4-12-84-16,4 1-24 0,0-9-25 0,0-3-63 16,4-1-196-16,-9 1-24 0,5-1 32 0,-3 0 144 15,-5 4 88-15,-5-1 180 0,-2 7 152 16,-6 7 160-16,-3 6 0 0,0 2 236 16,0 4 420-16,-4 7-104 0,0 5-132 15,0 8 180-15,0 1-40 0,0 9-24 0,0-5 12 16,0 0-11-16,0-2-185 0,0-8-276 15,4-5-76 1,-4-4-184 0,9-3-216-16,-2-3-13 0,5 0-87 15,4-12-132-15,4-10-140 0,8-4-1160 0,-8 0-3444 0,8-18-4509 0</inkml:trace>
  <inkml:trace contextRef="#ctx0" brushRef="#br0" timeOffset="36188.189">29890 3238 5032 0,'0'0'6401'16,"0"0"-4697"-16,0 0-824 0,-8 71 700 15,4-34 232-15,0 5 260 16,0 11-444-16,0 1-427 0,0 10-377 0,-4 3-124 0,4 2-108 16,-8 1-340-16,4 3-180 0,-4-6-72 15,4-7-108-15,0-6-216 0,5-9-16 16,3-11 4-16,0-8-64 0,7-8-168 15,5-7-76-15,4-8-169 0,4-3-127 0,4-7-876 32,4-12-1352-32,-4 1-2229 0,15-21-2451 15</inkml:trace>
  <inkml:trace contextRef="#ctx0" brushRef="#br0" timeOffset="36415.97">30276 3276 2492 0,'0'0'4952'0,"0"0"961"0,0 0-4793 16,0 68-604-16,-4-35 164 0,0 9 588 0,-3 6 256 16,2 6-184-1,-3 0-400-15,4 3-232 0,-3 0-127 0,3 3-33 16,-5-2-184-16,1-5-184 0,5-1-84 0,-1-8-96 16,4-4-4-16,0-7-44 0,0-5-48 15,0-6-196-15,7-3-132 16,1-5-193-16,1-5-199 0,2-6-224 0,1-3-344 0,8 0-1584 15,-3-7-3269-15,11-12-3047 16</inkml:trace>
  <inkml:trace contextRef="#ctx0" brushRef="#br0" timeOffset="37041.244">30563 4060 572 0,'0'0'5296'15,"0"0"3037"-15,0 0-6641 0,0 0-1176 16,0 0 60-16,0 0 516 0,0 0-20 0,0 0-192 0,0 0-380 15,0 0-460-15,0 0-40 0,0 0-124 16,56 24-48-16,-32-44-168 0,0-2-52 16,-9-1-148-16,2 5-16 0,-6-1 52 15,-7 0 204-15,-4 2 264 0,-4 1 36 16,-3 0 88-16,-10 0 208 0,-2 4 36 0,-1-1-24 16,-1 7-232-16,-2 3 108 0,3 3 12 0,0 9 100 15,0 7 96-15,0 9 0 0,5 7 36 16,-5 4 20-16,3 1 52 0,2 1 205 0,-2 0-305 15,10-5-196-15,3-8-92 16,4-7-24-16,0-1-88 0,11-9-208 16,2-1-228-16,6-3-108 0,5-4-53 0,8-4-111 15,9-11-12 1,10-2-408-16,1-8-48 0,0 0-2580 16,3-1-937-16,-7 1 429 0,-4 3 3496 0,-4 6 768 15,-8 3 1836-15,-13 7 660 16,-6 6 349-16,-9 0-425 0,-4 13 52 15,-4 6-8-15,-13 6-696 0,2 3-588 16,-1 4 21-16,0-3-137 16,7-4 0-16,2-6-464 0,7-3-360 0,0-6-88 0,7-4-152 0,6-3-204 15,6-3 0-15,5 0-132 0,8-6-112 16,4-10-92-16,1-4-52 0,-2-8-112 16,5 0-80-16,-4-7-217 0,-5-3-267 15,1-3-256-15,-4-3-16 0,-4-8 220 16,-3-5 96-16,-10-3 92 0,-3-4 760 0,1 1 372 15,-9 3 88-15,0 9 196 16,0 13 684-16,0 15 280 16,0 11-76-16,0 8-136 0,-5 4-268 15,1 11 44-15,0 1 240 0,0 9-184 0,-4 12-248 16,-4 5-47-16,0 9 191 0,1 5-148 16,-6-1-220-16,2 2-188 15,-1 1-148-15,-5 0-60 0,6-3-12 0,-2-7-268 16,6 1-252-16,-6-7-108 0,6-3-184 0,-9-4-453 15,8-5-1215-15,-4 9-5069 0</inkml:trace>
  <inkml:trace contextRef="#ctx0" brushRef="#br0" timeOffset="38172.534">6756 6661 9416 0,'0'0'2437'16,"0"0"-1221"-16,0 0-616 15,0 0 72-15,0 0 376 0,88 12-484 16,-71-21-268-16,2-7-24 0,1-3 16 0,1-10-288 0,2-2-200 16,-3-4-216-16,0-3-100 15,-8 1 40-15,0 4-16 0,-4 1 48 16,-4 7 192-16,-4 6 48 0,0 3 128 0,-8-1 76 16,-1 9 240-16,-2-3 64 15,-9 5-100-15,4 3-16 0,-8 0-36 16,0 3-36-16,1 0 8 0,-5 0-112 15,0 6 164-15,0 5 52 16,0 3-112-16,0 5-4 0,4 8 236 0,0 1 60 16,4 7 64-16,4 0 136 0,4 7 248 0,9-4-144 0,-1 2-208 15,4 1-136-15,4 1-112 0,3-3-72 16,10-6-148-16,2 0-36 0,1-11-196 0,-1-3-24 16,2-6 208-1,3-7-60-15,0-3-64 0,-1-3-24 16,1 0-132-16,4-9-164 0,0-7-220 0,4-6-268 0,-4-7-744 15,-8 7-2456 1,8-20-3293-16</inkml:trace>
  <inkml:trace contextRef="#ctx0" brushRef="#br0" timeOffset="38345.932">7370 6340 7716 0,'0'0'2720'0,"0"0"-839"16,0 0 55-16,76 86 32 0,-51-58-224 0,-6 4-404 15,1-3-348-15,-1-3-296 0,2 2-512 16,-5-6-184-16,3-3-240 0,-2-7-124 16,2-2-212-16,-3-7-84 0,5-3-176 0,-2-6-616 0,1-10-1240 0,-8 0-2549 15,8-12-3323-15</inkml:trace>
  <inkml:trace contextRef="#ctx0" brushRef="#br0" timeOffset="38539.566">7718 6261 52 0,'0'0'12437'0,"0"0"-10373"0,0 0-1284 0,-81 16 0 0,57-1 460 0,0 4-288 0,1 6-260 16,-5 5-164-16,4 1-112 0,-4 4-88 15,4 3-32-15,1 1-44 0,-1-5-68 0,3 4-184 16,1-6-36-16,1 0-244 0,2 0-208 16,2-4-160-16,2-2-140 0,6-1-224 15,3-6-432-15,0 0-776 0,4-9-1789 16,4 3-2511-16</inkml:trace>
  <inkml:trace contextRef="#ctx0" brushRef="#br0" timeOffset="39340.905">8148 6305 6200 0,'0'0'4024'0,"0"0"-3043"0,0 0-29 16,0 0 376-16,0 0 108 0,-80 17-356 15,63-8-152-15,2 7-184 0,3-4-184 16,-4 7-216-16,4-3-84 0,4 7 20 16,0-5-20-16,4 6-52 0,-4-6-36 0,8 4 0 15,-3-4-40-15,3-1 4 0,0-1-52 16,0-3 4-16,0-1 8 0,0-6-96 15,0 1-4-15,3-1-56 0,-3-3 48 16,8 0 0-16,-4 1-48 0,0-1 8 16,5 0 44-16,-6-3-40 0,9 0-36 15,-4 0-100-15,0-3-88 0,4-4-8 0,-4-2-4 16,4-1-24-16,0-2-48 0,-1-1 36 31,-2-2-4-31,3-4 28 0,-5 2 72 0,2 1 76 16,-1 0 12-16,-1 2 72 0,-3 0 20 15,4-2 40-15,-3 6 4 0,-1 1-68 16,0-1 68-16,-1 7 12 0,1 0 52 0,-4 0-56 16,0 3 4-16,0 0 112 15,0 0 248-15,0 0-124 0,4 3-124 16,-4 7-24-16,4-1 84 0,-4 4 76 0,4 6-48 0,1-3-28 16,2 3 0-16,-3 0-24 0,4-1-100 15,1 1-48-15,-5 1 40 0,3-1-16 0,1-6-36 16,0-1-100-16,-3 1-8 15,2-4-40-15,1-2 24 0,-4-4-96 16,4 0-140-16,-4 1-208 0,4-4-192 0,0 0-144 16,-1 0-620-1,6-7-860-15,-5 1-1869 0,3-7-1031 16</inkml:trace>
  <inkml:trace contextRef="#ctx0" brushRef="#br0" timeOffset="39948.871">8566 6284 9624 0,'0'0'4093'15,"0"0"-3461"-15,0 0-224 0,0 0 208 16,0 0 228-16,0 0 68 0,0 0-32 16,0 0-212-16,-76 72-240 0,76-40-108 15,0-1-12-15,0 9 20 0,8-3 88 16,-4 1 0-16,4-6-88 0,4-4-168 0,-4-5-160 15,0-5-44-15,4-8-40 0,0-3-60 16,-1-7-296-16,2 0 12 0,2-10-172 0,2-10-296 16,-2-5-612-16,-2 3-1660 0,6-29-4353 0</inkml:trace>
  <inkml:trace contextRef="#ctx0" brushRef="#br0" timeOffset="40162.966">8912 5915 12089 0,'0'0'2004'16,"0"0"-1728"-16,13 70 208 0,-6-33 548 16,1 11 492-16,1 4-40 0,2 1-244 0,1 4-352 15,0 0-244-15,0 1-279 0,-4-5-157 16,0-5-208-16,4-4-44 16,-4-8-100-16,-4-11-149 0,4-6 37 0,-4-6 136 15,0-4-52-15,-4-6-364 0,0-3-260 16,0 0-196-16,-4-3-576 15,-4 0-2256-15,-8-10-2449 0</inkml:trace>
  <inkml:trace contextRef="#ctx0" brushRef="#br0" timeOffset="40330.119">8765 6309 11461 0,'0'0'2632'16,"0"0"-1632"-16,0 0-308 0,0 0-64 15,0 0 196-15,0 0 56 0,0 0-92 0,0 0 132 16,0 0-112-16,104-4-164 15,-65-5-388-15,6-3-220 0,2-5-36 0,1-2-220 16,-1-3-300-16,2 0-152 0,-2-1-272 16,1 1-748-16,-12 6-2852 15,12-5-4641-15</inkml:trace>
  <inkml:trace contextRef="#ctx0" brushRef="#br0" timeOffset="41295.102">10622 6617 10164 0,'0'0'1625'0,"0"0"-881"0,0 0-28 0,0 0 376 0,0 0 8 16,0 0-244-16,0 0 56 15,0 0 40-15,0 0-152 0,0 0-208 16,88 60-248-16,-69-34-124 0,-3 2-12 0,-4 0-76 16,0-2-132-16,-4-4-72 0,-4-6-40 15,0-4-8-15,0-2-124 0,-4-7-64 16,0 1-588-16,0-4-380 0,0-4-876 0,0 1-2645 15,-12-19-4991-15</inkml:trace>
  <inkml:trace contextRef="#ctx0" brushRef="#br0" timeOffset="41448.272">10637 6410 9108 0,'0'0'2609'16,"0"0"-1201"-16,0 0 244 0,0 0-152 15,0 0-440-15,0 0-268 0,88-10-288 16,-60 4-404-16,4 3-100 0,0 0-84 0,0-4-336 0,3 1-636 16,-3 0-508-16,-4 3-1648 15,4-4-3493-15</inkml:trace>
  <inkml:trace contextRef="#ctx0" brushRef="#br0" timeOffset="41605.619">11247 6528 9956 0,'0'0'1649'0,"0"0"-905"16,0 0 112-16,0 0 668 0,92 41-36 0,-72-41-512 16,-1 0-532-16,1-6-160 15,1-10-184-15,-2-3-100 0,-3-6-360 0,0-8-448 16,-4-2-472-16,0 4-1828 0,-4-14-5113 16</inkml:trace>
  <inkml:trace contextRef="#ctx0" brushRef="#br0" timeOffset="41896.812">11279 6153 4468 0,'0'0'5956'0,"0"0"-4591"0,0 0-249 0,0 0 180 15,0 0 32-15,-44 82 0 0,44-60-96 0,0 7-308 16,4 0-276-16,4 6-120 0,5 9-76 0,2 4 0 0,-2 6-100 16,2 9-100-16,1 4-176 0,0 3-64 15,0 3-8-15,0 3 8 0,-5-4-12 16,6 2-4-16,-6-4-4 0,2-3-64 0,-6-7 56 15,1 1-32-15,1-4 40 16,-5-10-52-16,0 0 56 0,-4-9-56 16,0-2 12-1,0-7 36-15,0-8-36 0,-4-2-64 0,0-6-56 16,-1-3-28-16,-3-4-36 0,-3-3-12 0,-2-3-60 16,2 0-176-16,-10 0-120 15,2-9-76-15,-5-4-388 0,0-6-316 16,-4-7-740-16,9 7-929 0,-13-13-2323 0</inkml:trace>
  <inkml:trace contextRef="#ctx0" brushRef="#br0" timeOffset="42606.492">12877 6407 7160 0,'0'0'3120'15,"0"0"-763"-15,0 0-793 0,0 0-148 16,63 77-24-16,-46-46-104 0,-6 4-316 0,1 0-260 15,0-1-320-15,-8 1-160 0,0-5-208 16,0-5-24-16,-4-6-76 0,0-6-20 0,0-4-160 0,0-6-320 16,0-3-284-16,0 0-288 0,-8-6-980 15,1 0-2617-15,-10-11-2439 0</inkml:trace>
  <inkml:trace contextRef="#ctx0" brushRef="#br0" timeOffset="42751.871">12893 6322 9156 0,'0'0'2197'0,"0"0"-1081"16,0 0 352-16,0 0-16 0,0 0-456 0,0 0 36 15,0 0-360-15,92-36-416 0,-77 30-256 0,5 3-8 16,0-7-212 0,0 0-264-16,0-2-484 0,3-1-556 15,-6 3-2300-15,3-8-4569 0</inkml:trace>
  <inkml:trace contextRef="#ctx0" brushRef="#br0" timeOffset="43009.768">13442 5936 11161 0,'0'0'2000'0,"0"0"-856"0,0 0-360 0,0 86 108 0,5-51 248 16,3 6 72-16,-1 4-276 0,1 6-348 0,5 0-172 15,-2 7-12-15,-3-2-16 0,4 2-84 16,-4-5-132-16,0-6-52 0,4-5-52 0,-4-13-68 16,0-7-64-16,4-10 16 0,-4-5-108 0,0-4-40 15,0-3-156-15,0-3-4 0,0-7 40 16,-4-5-88 0,4-8-344-16,-8-2-472 0,0-7-1244 0,0 11-2133 15,0-15-2087-15</inkml:trace>
  <inkml:trace contextRef="#ctx0" brushRef="#br0" timeOffset="43179.969">13307 6257 5396 0,'0'0'5300'0,"0"0"-4079"0,0 0-773 0,0 0 220 0,0 0 528 16,0 0 240-16,0 0-228 16,84 39-364-16,-48-39-300 0,3 0-212 0,2 0-108 15,2-10-128 1,5 1-96-16,0-1-12 0,0-5-72 15,-1-2-312-15,1 4-556 0,-4-2-588 16,-8 2-1216-16,12-3-3661 0</inkml:trace>
  <inkml:trace contextRef="#ctx0" brushRef="#br0" timeOffset="43706.259">14833 6197 8824 0,'0'0'4701'0,"0"0"-3913"0,0 0-80 15,32 67 132-15,-24-35 340 16,0 3 148-16,-4 3-124 0,-1-3-472 0,-3-4-304 15,0 1-232-15,0-7-64 16,0-2-132-16,-3-7-40 0,-1-6-56 0,0-1-16 16,0-6-336-16,0 0-436 0,-8-3-332 15,0 0-708-15,4-3-2148 0,-16-9-2329 16</inkml:trace>
  <inkml:trace contextRef="#ctx0" brushRef="#br0" timeOffset="43842.17">14817 6115 8352 0,'0'0'1788'0,"0"0"-499"0,0 0-197 0,76-10-264 0,-53 10-828 0,2-2-48 15,-5-5-552-15,4 0-812 0,-5 2-1629 0,13-15-5119 16</inkml:trace>
  <inkml:trace contextRef="#ctx0" brushRef="#br0" timeOffset="44127.375">15395 6092 8976 0,'0'0'4341'0,"0"0"-3465"0,-16 67-80 16,4-41 468-16,0-1 80 0,-4 4 76 15,8-7-328-15,-4 3-412 0,4-6-264 0,4-2-220 16,0-5-120-16,4 1-76 0,4-7-44 16,4 4 44-16,4-1 48 0,8-3-48 0,0 4 0 15,0-4-84-15,3-3 20 0,2 4 4 16,-5-1 0-16,-1 1 0 0,5-2 60 15,-4 2 0-15,1-1 4 0,-6 4 52 16,2-1 28-16,-10 4-36 0,1 0-48 0,-4-1-4 16,0 5-4-16,-4-2-160 0,0 2-100 0,-8 1-220 15,4-2-160-15,-4-3-260 0,0-1-464 0,-4 1-896 16,4-4-1896-16,-8 1-3065 16</inkml:trace>
  <inkml:trace contextRef="#ctx0" brushRef="#br0" timeOffset="44804.782">16969 6394 7900 0,'0'0'1828'0,"0"0"-331"0,0 0-213 0,0 0 284 15,24 76-80-15,-9-62-208 0,6-12-348 16,7 1-228-16,-4-3-196 16,7-9-92-16,-3-4-172 0,4-6-96 0,-5-7-76 15,1-2-72-15,-4-3-88 0,1-4-156 16,-5-1-76-16,-5 1-124 0,-2 0-60 16,-6 4 20-16,-3 3-84 0,-4 1 92 0,0 8 64 15,0 7 272 1,-7-1 140-16,-2 7 68 15,-6 0 68-15,-2 6 200 0,-2 0 64 16,-5 0-164-16,0 9 112 0,-1 7-248 0,2 3 160 16,3 10-64-16,4-1 12 0,4 7 16 0,4 6 108 15,4-2 84-15,4-1-36 16,0 3-24-16,4-3 48 0,8-3-64 16,4-3-132-16,0-1-112 0,0-6-4 0,7-5-88 0,1-1-4 15,1-6 36-15,3-7-36 0,0-3-192 16,-1-3-136-16,5 0-136 0,-4-9-88 0,8-1-320 15,0-5-324-15,-1 2-940 16,-7-1-2080-16,8-5-1257 0</inkml:trace>
  <inkml:trace contextRef="#ctx0" brushRef="#br0" timeOffset="45281.472">17818 6150 11117 0,'0'0'2484'0,"0"0"-1004"0,0 0-812 0,0 0 40 16,0 0 224-16,0 0 20 0,0 0-100 0,0 0-8 16,0 0-292-16,51 82-152 15,-35-50-60-15,0-4 76 0,4 4-63 0,-5-3-89 16,2-7-172-16,-2 0-92 16,-2-2-76-16,-2-8-56 0,6 1-124 0,-6-7-217 15,2 0-247-15,-1-6-24 0,3-2-332 0,1-8-892 16,-4 0-2724-16,0-12-3657 0</inkml:trace>
  <inkml:trace contextRef="#ctx0" brushRef="#br0" timeOffset="45459.042">18084 6153 12525 0,'0'0'2060'15,"0"0"-1240"-15,0 0-164 0,-71 73 48 0,47-45 240 16,-4 4 56-16,3-1-200 0,2-1-228 15,3-2-96-15,4-3-120 0,0-6-212 0,8 1-144 16,-4-5 0-16,4-2-132 16,4 0-272-16,1-4-388 0,3 1-92 0,0 0-316 0,0-8-1000 15,15 4-2881-15</inkml:trace>
  <inkml:trace contextRef="#ctx0" brushRef="#br0" timeOffset="45844.106">18554 6264 6128 0,'0'0'8077'15,"0"0"-6673"-15,0 0-880 0,0 0 368 16,-96 28 164-16,73-15 28 0,-5 6-92 16,4 0-348-16,0 7-216 0,0-1-4 0,5 7 53 15,2 1-41 1,6-3-72-16,3-2 8 0,3-4-68 0,1-9-220 15,4-5-84-15,0-4 0 16,4-3-108-16,5-3-60 0,2 0-76 0,10-9 64 16,2-10-4-16,5-4-104 0,4-9-64 15,-1 1-61-15,1-1-15 0,1 3 52 16,-6 4 108-16,-3 9 60 0,0 4 36 16,1 5 76-16,-6 7 96 0,-3 0 48 0,0 7 184 0,-4 5 24 15,0 4 60-15,-5 0 16 0,-2 0-44 16,3 3-79-16,-4 0-49 0,0 0-40 15,0-3 0-15,-1-4-120 0,2 1-4 16,-1-3-92-16,4-3-36 16,-4-1-137-16,3-6-183 0,2 3-168 0,-1-3-40 15,3 0-284-15,2 0-736 0,2-7-1004 0,-7 5-2305 0,9-9-3267 16</inkml:trace>
  <inkml:trace contextRef="#ctx0" brushRef="#br0" timeOffset="46093.308">19081 6181 7868 0,'0'0'6305'16,"0"0"-5169"-16,0 0-468 0,0 0 384 16,-41 71 28-16,30-46 224 0,-2 3-68 0,2 3-396 0,7-1-267 15,0-2-185-15,0-3-112 0,4-2-116 0,0-4-100 16,0-3-60-16,4-7-60 0,4 1-76 15,-1-7-80-15,6-3-64 0,2 0 0 16,2-7-13-16,7-8-95 0,-1-8-148 16,5-5-292-16,-4-7-744 0,-4 10-1452 15,8-19-3549-15</inkml:trace>
  <inkml:trace contextRef="#ctx0" brushRef="#br0" timeOffset="46308.882">19495 5750 13865 0,'0'0'2360'0,"0"0"-1584"0,0 0-256 0,-24 85 100 16,20-50 564-16,0 6 172 0,4 1-296 15,4 2-371-15,3 4-189 0,6-4-68 16,-5 1-116-16,3-1-196 16,2-3-120-16,-5-3-176 0,-1-6-248 0,2-4-96 15,-5-2-72-15,0-6-41 0,-4-2-75 16,0-2-244-16,-4-3-472 0,-9 3-1144 15,2-7-2593-15,-13 1-2479 0</inkml:trace>
  <inkml:trace contextRef="#ctx0" brushRef="#br0" timeOffset="46430.079">19280 6298 8564 0,'0'0'2369'16,"0"0"-917"-16,0 0 396 0,0 0-108 0,91-28-376 15,-55 19-116-15,3 0-264 0,6-4-188 16,-6 0-260-16,10-3-292 15,-10-3-244-15,9 3-92 0,-8-6-124 0,0 3-592 16,4 0-468-16,-17 2-968 16,14 3-3513-16</inkml:trace>
  <inkml:trace contextRef="#ctx0" brushRef="#br0" timeOffset="47291.008">21686 6336 3664 0,'0'0'1864'16,"0"0"996"-16,0 0 357 0,0 0-1185 0,0 0-396 15,-43-66-352-15,30 57-92 0,1 2-228 0,1 5-104 0,-2-2-140 0,2 4-292 32,-2 0-172-32,2 4-108 0,-1 11-88 15,-4 7 60-15,0 11 28 0,4 1 180 16,0 4 133-16,4 3 131 0,3-3-204 0,2-2-192 0,-1-11-188 16,4-6-8-16,0-9-76 0,0-4-8 15,0-3-60-15,7-3-244 16,2 0-120-16,7-3 23 0,4-10 45 15,-1-2 64-15,1-9-136 0,1 3-100 0,-6-2-64 16,2 2 52-16,-2 4 56 0,-2 8 180 16,-2 2 216-16,2 7 172 0,-2 0 0 15,1 3 484-15,0 10 72 0,0 4-4 16,-4-2-60-16,4 4-24 0,0-2-128 0,-5-3-72 16,2 0 40-16,-1-2-104 0,-4-2-56 15,3-4-140-15,-3-2-8 0,5-4-108 0,-1 0-176 16,3-13-32-16,6-6-112 0,-2-7-452 15,5-9-540-15,-3 7-2624 16,10-23-2789-16</inkml:trace>
  <inkml:trace contextRef="#ctx0" brushRef="#br0" timeOffset="47514.787">22272 5785 2692 0,'0'0'9281'0,"0"0"-7365"0,0 0-916 0,0 0 388 16,-16 82 144-16,12-44 32 0,-1 10-304 0,2 3-348 15,3 2-171-15,3 5 83 16,6 2-208-16,-1 0-240 0,3-6-136 16,6-3-216-16,-6-10-24 0,6-5-360 15,-2-8-88-15,2-9-12 0,-2-10 72 16,-2-2 36 0,2-7-169-16,-7 0-259 0,1-13-440 0,-2-2-1344 15,-7-2-3484-15,-4-5-4889 0</inkml:trace>
  <inkml:trace contextRef="#ctx0" brushRef="#br0" timeOffset="47678.094">22045 6239 6584 0,'0'0'6357'15,"0"0"-4677"-15,0 0-284 0,0 0 216 0,0 0-328 0,0 0-120 16,0 0-260-16,0 0-528 0,0 0-156 0,4-32 85 16,31 22 315-16,10-2-100 0,6-4-424 0,5-3-96 15,0-3-108 1,4 3-112-16,-4-4-252 0,4 4-401 15,3 0-187-15,-3 3-1128 0,-20 6-3392 16,19 1-5973-16</inkml:trace>
  <inkml:trace contextRef="#ctx0" brushRef="#br0" timeOffset="48310.184">23551 6359 2888 0,'0'0'7956'16,"0"0"-7091"-16,0 0-649 0,0 0 348 15,0 0 624-15,0 0 660 0,0 0-120 16,0 0-380-16,64 67-252 0,-40-51-96 16,-1 1-232-16,1-9-235 0,0-5-193 15,0-3-180-15,-4 0-64 0,4-6-20 0,0-10-76 16,-5-3-168-16,1-6-172 0,1-4 11 16,-6 1 49-16,-2-4-60 15,-2 3-36-15,-7 7 20 0,0 0 16 0,-4 2-16 16,0 8-72-16,-8-1 72 0,-7 4 268 0,2 2 88 15,-6 4 284-15,-5 3 120 0,4 0-108 16,4 7-92-16,-4 8-20 0,4 7-24 16,4 8 36-16,0 4 36 0,9 4 72 15,-2 7 24-15,1-4-12 0,4 3 1 16,0 1 11-16,9-10 32 16,2-3-44-16,-3-7-136 0,8-9-180 0,-4-4-48 0,8-9-228 15,-1-3 32-15,5-3 64 0,1-12-64 0,3-8-132 16,0-5-193-16,-4-3-275 0,3-7-672 15,-3-1-1048-15,-4 11-1804 0,8-14-1809 16</inkml:trace>
  <inkml:trace contextRef="#ctx0" brushRef="#br0" timeOffset="48511.761">24152 6172 6140 0,'0'0'5217'0,"0"0"-3489"0,0 0-732 0,0 0 40 0,28 76 124 15,-20-47 12-15,1 3 100 0,2-1-376 0,1 4-160 16,0-6 68-16,0-1-99 0,0-1-269 15,0-6-180-15,3-5-52 0,-6-1 4 16,3-4-40-16,0-9-36 0,-4 2-132 16,3-4-36-16,2-4-60 0,2-11 24 15,2-5 60-15,2-8-60 0,1-4-136 16,1-3-144-16,-2-3-72 0,-3-1 35 0,4 2-59 16,-4-8-164-16,0 4-364 0,0 3-812 15,-8 10-2256-15,8-4-2137 16</inkml:trace>
  <inkml:trace contextRef="#ctx0" brushRef="#br0" timeOffset="48849.248">24666 6286 12913 0,'0'0'2600'0,"0"0"-1872"0,0 0-300 0,0 0-16 15,0 0 132-15,0 0 580 0,0 0-360 0,0 0-448 16,92-13-132-16,-76-8-184 0,4-2-288 15,-4-2-216-15,0-1-24 16,-5 7 72-16,2 0 96 0,-6 7 148 0,-3 1 28 16,-4 5 184-16,0 0 124 0,0 6 136 15,-11 0 24-15,-2 0 88 0,-6 0-176 16,-1 4-12-16,0 4 12 0,0 9-84 0,0 2-28 16,8 6 76-16,-4 4 36 0,8 3 124 15,0-1-16-15,5 4 28 0,-6 0 68 16,5 0 196-16,4-3-207 0,-4-4-145 0,4-9-100 15,0-6 4-15,0-3-148 0,4-7-48 16,9-3-268-16,-2 0-37 0,6-10 61 16,2-6-120-16,1-3-236 0,8-9-332 15,-4-1-968 1,-5 7-2356-16,9-12-2265 0</inkml:trace>
  <inkml:trace contextRef="#ctx0" brushRef="#br0" timeOffset="49090.537">25089 6064 9232 0,'0'0'4377'16,"0"0"-3905"-16,0 0-260 0,0 0 396 0,0 0 588 16,0 0 404-16,43 76-144 0,-39-50-564 0,0-1-280 15,5 0-76-15,-5 4 193 0,0-1-169 16,-1 2-188-16,-3-5-116 0,4 0-52 0,-4-6-104 16,0 0-52-16,0-6-48 0,0-7-12 15,0-3-40-15,4-3 44 16,-4 0 0-16,0 0-52 0,4 0-72 0,5-6-72 15,-2-4-4 1,9-6 200-16,0-2 0 0,5-11-148 0,-2-2-220 16,1-5-145-16,4-5-99 0,-1-4-188 15,1-2-476-15,1 2-1072 0,-5 13-2872 16,3-9-3317-16</inkml:trace>
  <inkml:trace contextRef="#ctx0" brushRef="#br0" timeOffset="49511.92">25574 6200 4256 0,'0'0'8849'16,"0"0"-7097"-16,-19 67-848 0,15-45 264 16,-4 0 432-16,4-5 80 0,4-2-448 15,-4-8-675-15,4-4-421 0,0-3-136 16,8 0-164-16,4 0-201 0,0-6 73 16,8-5-48-16,-1-3-24 0,5-10-64 0,0 6-48 0,-3-5 32 15,-2 5 176-15,1 8 108 0,-4 3 36 16,-4 4-12-16,0 3 48 0,0 7 88 15,-4 2 284-15,-4 10 112 0,0 4-116 0,4 3-108 32,-4 5-84-32,4 1-24 0,-4 6-56 15,8 3 120-15,-4 3 140 0,0 3 60 0,4 5 4 16,-9 2-116-16,1 3 28 0,1 0-84 16,-5 0-28-16,0 0-36 0,-9 4 16 15,-2-7-3-15,-1-4 39 0,-4-5-40 0,0-8-36 16,4-7-24-16,-4-5 0 0,4-9-36 15,-4-10 0-15,4-3 68 0,-4-3-80 16,0-3-108-16,4-9-60 0,-4-11 8 16,4-2 100-16,1-10-97 0,2 0-87 0,5-5-96 15,4 1-64-15,0 1 28 0,4 0-4 0,13 2 40 16,-2 5 8-16,9-1 24 0,4 4-48 16,0-4-152-16,8 4-208 0,3-5-1124 15,-7 8-1116-15,24-10-2921 0</inkml:trace>
  <inkml:trace contextRef="#ctx0" brushRef="#br0" timeOffset="50034.786">27587 5807 2460 0,'0'0'8128'15,"0"0"-7419"-15,0 0-709 0,0 0 1128 16,0 0 288-16,-28 77 256 0,16-37-392 0,-4 11-348 15,5 9-104-15,-2 3 108 0,1 8-80 16,0-1-40-16,-4 2-75 0,0 2-193 16,1-5-260-16,-6-1-128 0,2-9-112 0,3-8-48 0,4-10-40 15,0-11-108-15,8-11-128 0,4-10-64 16,0-9-49-16,0 0-159 0,0-7-36 16,7-12 44-16,6-9-376 0,6-7-540 15,5-10-356-15,0-5-564 0,1-1-793 16,-10 9-1451-16,9-21-780 0</inkml:trace>
  <inkml:trace contextRef="#ctx0" brushRef="#br0" timeOffset="50221.89">27638 5950 612 0,'0'0'4796'0,"0"0"-164"15,0 0-3007-15,0 0-317 16,0 0-76-16,80-52-44 0,-63 52-240 16,-2 13-176-16,5 10-128 0,4 2-64 0,0 10-84 0,8 6-68 0,-4 4-24 15,3 3-72-15,-3 2-88 0,0 1-108 16,0 0-76-16,-4-3 12 0,-4-4-72 0,-4 1-56 15,0-8-16-15,-8-5-4 0,0-1-44 16,-8-5-88-16,0-3-112 0,0-4-156 16,-4-4-288-16,-12-5-188 0,-4-1-624 15,-4-2-1440-15,4-4-2253 0,-16-3-1435 0</inkml:trace>
  <inkml:trace contextRef="#ctx0" brushRef="#br0" timeOffset="50382.759">27659 6467 3180 0,'0'0'1836'0,"0"0"3088"0,0 0-3956 0,0 0-399 16,0 0 151-16,0 0 200 0,0 0-56 0,0 0 76 16,0 0-148-16,0 0-88 0,91-35-192 0,-59 29-236 15,4-1-276-15,-1-5 0 16,6-1-164-16,-5-3-532 0,3-3-552 16,-3 0-784-16,-8 7-2405 0,8-7-4071 15</inkml:trace>
  <inkml:trace contextRef="#ctx0" brushRef="#br0" timeOffset="50636.072">28476 6467 1668 0,'0'0'10569'16,"0"0"-8717"-16,0 0-1232 0,0 0 84 0,0 0-64 0,0 0 92 16,0 0 200-16,79 17-376 0,-67-17-360 15,4 2-192-15,-5 1-4 0,6 7-72 16,-6 2 72-1,-2 5 108-15,-1 5 124 0,-4 3-24 16,0 4 16-16,-4 2-40 0,0-2 48 0,0-1-36 16,-4-3-12-16,0-1 60 0,4-9 36 0,0-5 196 15,0-4-160-15,0-3-216 0,4-3-100 16,0 0-160-16,3-9-144 0,2-7-24 16,-1-3-100-16,-1-7-244 0,1-6-388 15,1 1-1140-15,-5 6-2980 0,-4-17-5469 16</inkml:trace>
  <inkml:trace contextRef="#ctx0" brushRef="#br0" timeOffset="50783.088">28619 6185 7140 0,'0'0'8065'16,"0"0"-6733"-16,0 0-408 0,0 0 728 16,87-29-672-16,-59 16-356 15,4 1-320-15,-4-4-304 0,4-1-400 16,0 5-628-16,-12-1-548 15,3 1-3264-15</inkml:trace>
  <inkml:trace contextRef="#ctx0" brushRef="#br0" timeOffset="54447.399">1450 9112 15105 0,'0'0'2156'16,"0"0"-2156"-16,0 0 188 0,0 0 416 0,99 13 284 15,-63-7-332-15,8-3-180 0,-8 4-140 16,7-7-68-16,-2 3-160 0,2-3-8 0,-2 0-8 0,-2-6-112 15,1-4-76-15,-4-2-308 16,-1-1-356-16,-7-3-388 0,-4 0-1008 0,-7 2-1900 16,-9 0-2465-16</inkml:trace>
  <inkml:trace contextRef="#ctx0" brushRef="#br0" timeOffset="54639.043">1721 9224 6292 0,'0'0'5185'0,"0"0"-4389"31,-56 69-400-31,44-34 472 0,-4 9 452 0,4 4-40 16,0 8-200-16,0 5-164 0,8 3-164 0,0-1-164 0,1 4-144 0,-2-4-212 16,5-2-232-16,0-4-76 0,0-6-132 15,8-10-60-15,-4-9-224 0,0-11 76 16,0-2-128-16,0-8-436 0,0-5-660 16,4-6-780-16,-8 0-1593 0,0-10-963 0</inkml:trace>
  <inkml:trace contextRef="#ctx0" brushRef="#br0" timeOffset="54944.183">1601 9871 10544 0,'0'0'2541'16,"0"0"-1661"-16,0 0-272 0,0 0 124 15,0 0-80-15,0 0-32 0,75-67-24 0,-54 62 0 16,3-2 24-16,0 0-240 0,4 4-228 16,-1-4-148-16,1 7-8 0,0-3-236 15,-4 3-20-15,-4 0-60 0,0 0-524 0,-12 7-220 0,0 2-180 16,-8 4-240-16,0 6 128 0,-8 4 356 15,-8 5 223-15,-4 0 513 0,-4 4 264 16,-4 0 244-16,0-1 156 16,1 1 385-16,-1-1 203 0,0 2 72 0,3-5-160 15,6 1-164-15,3-7 40 0,8-3-144 16,4-6-184-16,0-3-124 0,4-3-324 0,8-1 0 0,7-1 0 16,10 2 36-16,6 0 312 0,14-4-12 15,-2-3-80-15,9 0-164 0,-1-10-92 16,2-2-160-16,3-5-12 0,-4-5-324 31,3-4-500-31,-3-5-464 0,0-4-1028 16,-16 6-2165-16,7-9-2387 0</inkml:trace>
  <inkml:trace contextRef="#ctx0" brushRef="#br0" timeOffset="55307.704">2430 9862 3344 0,'0'0'860'0,"0"0"6033"16,0 0-3801-16,0 0-1312 0,0 0-528 0,0 0-336 15,0 0-200-15,-80 21 20 0,61-1 0 16,-2 5-92-16,1 4-228 0,9 6-88 15,-6 2-15-15,9-2 127 0,1 0 32 0,3-9-424 16,4-7-48-16,0-4-256 0,4-8-60 0,0-4-72 16,3-3 23-16,6 0 185 0,2-3 88 15,2-10 88-15,2-6-104 0,-3-6 0 16,0-1-88-16,0 0-72 0,-4 8-48 0,0 5 96 16,0 4-88-16,-1 5 40 0,6 4 12 15,-1 0 132-15,4 13 124 16,0 4 96-16,4 4 52 15,-5 2 0-15,5 5 36 0,-7 4-36 16,-2 3-28-16,-3 3 88 0,-4 6 36 16,-8 4 100-16,0 3-52 0,-3 6 24 0,-6-1-124 15,-6 2 17-15,-2 0-1 16,-2-7 8-16,2-4-60 0,-7-6-44 16,1-3-16-16,-5-6 48 0,0-3 16 0,-4-8-88 15,-3-1-24-15,-6-8-48 0,5-5-176 0,-7-1-56 16,2-6 40-16,-2 0-100 0,0-6-97 15,-2-10-99-15,-2-7-72 0,-1-2-12 0,-1-7-324 16,-2-9-1164-16,16 13-1764 0,-25-21-1665 16</inkml:trace>
  <inkml:trace contextRef="#ctx0" brushRef="#br0" timeOffset="55608.278">976 10506 2996 0,'0'0'428'16,"0"0"3948"-16,0 0-2176 0,0 0-367 16,0 0-437-16,0 0-468 0,0 0-144 15,0 0-80-15,0 0-204 0,0 0 280 0,0 0 40 0,71-3-64 16,-31-4 116-16,8 1-320 0,8-1-76 16,8 5-76-16,11-5-168 15,9 1 208-15,8 3-172 0,3 0-268 0,12-4 0 16,1 3-132-16,8-4 132 0,-1 1 100 15,-3-5-100-15,-4 1 4 0,-13-1-4 0,-12-1-92 16,-10 4-112-16,-9-1-88 0,-12 4-64 0,-13 0-32 16,-7 2-64-16,-4 1-124 15,-9 0-288-15,-6 3-720 0,-5 0-2396 0,-8 0-3581 16</inkml:trace>
  <inkml:trace contextRef="#ctx0" brushRef="#br0" timeOffset="56725.17">7594 9429 6836 0,'0'0'6137'16,"0"0"-5133"-16,0 0-444 0,0 0 436 0,0 0 160 16,0 0 12-16,0 0 76 0,0 0-92 0,0-9-336 0,-5 18-328 15,-3 11-292-15,-7 12-75 16,-1 9 11-16,-5 12 16 0,-2 11-16 0,-1 3 40 16,0 9-52-16,-4 6-24 0,-4 7-88 15,0 4-8-15,0 1 0 0,1 2-8 31,-1-4-64-31,4-9-24 0,9-13-16 0,2-14-56 16,9-15-64-16,1-12-145 0,2-12-95 16,5-12-76-16,0-2-76 0,0-3-224 0,5-14-456 15,2-10-104-15,9-11-268 0,-4-12-676 16,0 6-1973-16,4-36-1923 0</inkml:trace>
  <inkml:trace contextRef="#ctx0" brushRef="#br0" timeOffset="56963.112">7450 9601 1840 0,'0'0'8088'16,"0"0"-6463"-16,0 0-713 0,0 0 200 16,0 0-224-16,0 0-360 0,0 0-160 15,0 0 108-15,0 0 216 0,96 25 144 0,-72 17-204 16,4 5-64-16,4 7 24 16,-4 6-68-16,4 4-56 0,-4 0-200 0,0 3-96 15,-5-1-64-15,1 1-12 0,-8-6-40 16,0-8-56-16,-9-2-8 0,6-14-44 15,-5-4-20-15,-5-12-48 0,-3-8-28 16,4-3 0-16,-4-3-84 0,0-4-184 16,0-3-148-16,-4 0-248 0,-7-3-616 15,-6-8-808-15,-2-1-1020 0,3 3-1325 0,-20-10-555 0</inkml:trace>
  <inkml:trace contextRef="#ctx0" brushRef="#br0" timeOffset="57133.712">7323 10076 5164 0,'0'0'872'15,"0"0"4217"-15,0 0-3421 16,0 0-688-16,0 0-332 0,0 0-192 0,0 0 72 16,0 0 368-16,0 0-136 0,0 0-124 15,92 23-80-15,-61-23-212 16,1 0-208-16,8 0-136 0,-1-12-120 0,2-1-40 16,-2-4-296-16,5-1-560 0,0-4-644 15,-12 4-1580-15,11-6-7821 0</inkml:trace>
  <inkml:trace contextRef="#ctx0" brushRef="#br0" timeOffset="57379.51">8271 9922 8140 0,'0'0'7961'0,"0"0"-7009"0,0 0-664 0,0 0-188 0,0 0 396 15,107-4 84-15,-71 4 220 16,9 4-20-16,2-1-144 0,9 3-172 0,0-3-148 16,7 0-136-16,5-3-72 0,-4 0-108 15,7-3-112-15,-2-6-20 0,-6-7-36 0,1 0-164 16,-8-1-32 0,-5-2-64-16,-3-2-120 0,-8 2-176 0,-8-4-524 15,-8 4-1140-15,-9 4-2877 16,-10-1-4343-16</inkml:trace>
  <inkml:trace contextRef="#ctx0" brushRef="#br0" timeOffset="57627.77">9048 9588 5136 0,'0'0'7133'0,"0"0"-5449"16,0 0-1480-16,0 0 340 0,0 0 100 15,0 0 144-15,88 32 152 0,-69-23-80 0,5 5-196 16,0-2-172-16,1 1-148 0,-6 0-112 15,5 2-60-15,-8-2-160 0,0 3 100 16,0-1-108-16,-4 8 0 16,-5-4 4-16,-7 6 40 0,0 4-48 15,0 3-48-15,-11 3-220 0,-6-1 20 16,-2 1-44-16,-1-3 32 0,-4 0-172 16,0-4-260-16,-3-2-276 0,-5-4-364 15,8-6-896-15,-12 0-3245 0</inkml:trace>
  <inkml:trace contextRef="#ctx0" brushRef="#br0" timeOffset="58498.396">9928 9531 9548 0,'0'0'2361'16,"0"0"-1297"-16,0 0-8 16,52 70 260-16,-40-35 4 0,-4 10 68 15,-4 2-352-15,-4 7-420 0,0 3-188 16,0 3-100-16,-7-6-84 0,-2 4-48 0,5-12-196 16,-4-4-12-16,4-7-172 0,4-10-192 15,-3-8-152-15,3-5-84 0,0-6-128 16,0-6-200-16,0-2-448 0,0-11-312 0,0-7-580 15,0-8 167-15,0-10-219 0,0-4 172 0,0-5 624 16,3-4 1248-16,1-3 288 16,0 1 1004-16,0-5 520 15,9 7 348-15,2 4-8 0,5 6-147 16,4 5-389-16,0 8 60 16,0 9-216-16,0 0-240 0,-9 9-232 0,-2 4-216 15,-2 3-140-15,-3 0-84 0,-3 3-36 0,-1 0 72 0,-4 6 292 0,0 10-12 0,0 9-76 16,-4 7-120-16,-5 10-176 15,-2 5-80-15,-2 4-16 0,1-3-96 0,1-1-12 16,2-3-76 0,9-5-68-16,0-11-4 0,0-3 12 15,13-6-32-15,2-2 80 0,5-4 4 0,5-5 36 16,3 6 48-16,0-9-60 0,3 6-4 16,1-5 60-16,-4 2 0 15,4 6 4-15,-9-5 320 0,1 7-100 0,-7 3-28 16,-2 0-20-16,-7 0-4 0,1 3-56 0,-9 2-4 15,0-6 64-15,0 1 21 0,-13 0 39 16,1 0 108-16,-4-3 36 16,-3 0-220-16,-5 0-108 0,-1 0-48 0,-2-4-8 15,-1-2-136-15,1-4-280 0,-6-3-148 0,6 1-133 16,-5-4-27-16,4 0-196 0,4-10-572 16,11 0-620-16,2 4-1880 0,11-13-2393 0</inkml:trace>
  <inkml:trace contextRef="#ctx0" brushRef="#br0" timeOffset="58708.606">10781 9969 10348 0,'0'0'4561'0,"0"0"-3653"0,0 0-64 0,99 19 408 0,-58-15-412 16,-2-4-176-16,5 0-136 0,0 0-40 15,0-7-172-15,0-3-216 0,-1-2-100 0,1-1-200 16,-4 0-412-16,-8 1-124 16,-4 2-224-16,-5 4-452 0,-10 3-1572 0,-5 3-3981 15</inkml:trace>
  <inkml:trace contextRef="#ctx0" brushRef="#br0" timeOffset="58951.259">11223 9753 8824 0,'0'0'4045'0,"0"0"-3573"15,0 0 64-15,0 0 288 0,0 0 96 16,88 51-28-16,-64-38-80 0,0-4-304 0,0 1-152 16,-1 0-132-16,1 1-212 0,-3 3 28 0,-6 2-32 15,-2 3-8-15,-6 3 8 0,-3 3-8 0,-4 7-4 16,-4 3-104-16,-7 2-164 0,-2 5-112 15,-6-4-76-15,-1 1 100 16,-1-4 24-16,2-7-132 0,-1-9-312 0,3-3-484 16,6-14-1008-16,-1-2-3061 0</inkml:trace>
  <inkml:trace contextRef="#ctx0" brushRef="#br0" timeOffset="59351.45">11917 9604 11805 0,'0'0'5464'0,"0"0"-5164"0,0 0-300 15,0 0-264-15,0 0 264 0,0 0 176 0,67-70 132 16,-35 35-280-16,0-2-28 0,0-5-100 15,3 4-136-15,-3 3-200 0,0 3 112 16,-4 10 112-16,-8 5 200 0,-3 5-52 16,-2 5-8-16,-7 7 72 0,1 0 36 15,-6 7 388-15,1 3 200 0,-4 9-140 16,4 3-216-16,-4 7-80 0,4 6-52 0,-4 6 36 16,4 3 60-16,0 4 52 0,4 3 84 15,0 6 0 1,0-1 84-16,0 8 24 0,0 0-52 15,0 0-144-15,0-4-96 0,-4-3-148 16,4-6-36-16,-4-6-268 0,-4-8-184 0,0-2-20 16,0-6-152-16,0-7-320 15,0 0-552-15,0-5-1060 0,-4-5-1945 16,-4-3-1483-16</inkml:trace>
  <inkml:trace contextRef="#ctx0" brushRef="#br0" timeOffset="59498.246">12147 10229 7492 0,'0'0'5945'15,"0"0"-4313"-15,0 0-976 0,0 0-76 16,0 0 156-16,0 0 232 0,0 0 56 0,0 0-92 16,80 52-260-16,-52-52-320 15,8-5-144-15,0 0-208 0,-4-8-48 0,-1 4-464 16,-3-8-260-16,0 5-120 0,-7 3-544 0,-6-1-2632 16,-2 3-4637-16</inkml:trace>
  <inkml:trace contextRef="#ctx0" brushRef="#br0" timeOffset="60293.479">6139 10201 8220 0,'0'0'4741'0,"0"0"-3941"0,0 0-280 0,0 0 216 0,0 0 588 15,0 0 44-15,0 0-172 16,0 0-276-16,0 0-272 0,0 0-196 16,0 0-208-16,-47-16-244 0,62 16 72 0,13 3 76 15,13 3 228-15,2 1 85 0,9-4-157 16,-5 4-300-16,2-7-4 0,-6 0-72 16,-3-4 68-16,0-4 4 0,0-12-64 0,3 0-32 31,-2-5-280-31,-6-3-293 0,1-4-195 15,-4 4-400-15,-4-1-1520 0,-12 11-2833 0,0-2-3087 16</inkml:trace>
  <inkml:trace contextRef="#ctx0" brushRef="#br0" timeOffset="60492.848">6733 9972 5520 0,'0'0'6077'16,"0"0"-4121"-16,0 0-1688 0,0 0-168 15,0 0 636-15,0 0 460 0,0 0 84 16,0 0-264-16,0 0-388 0,0 0-124 0,0 0-48 15,51 48-176-15,-47-39-84 0,-4 8-48 16,0-6-52-16,0 8-96 0,-4 1-12 16,-3-1-268-16,-5 0-76 0,-4 0-24 15,-5 4-160-15,2 0-212 0,-9-2-252 0,0-2-400 0,-4 4-976 16,4-9-2033-16,-19 6-2359 0</inkml:trace>
  <inkml:trace contextRef="#ctx0" brushRef="#br0" timeOffset="61102.301">5068 10159 1384 0,'0'0'6440'16,"0"0"-3215"-16,0 0-1137 0,0 0-704 15,0 0-184-15,0 0-220 16,0 0-136-16,0 0-112 0,0 0-312 15,0 0-296-15,47-72-76 0,-35 53-44 16,0-3 4-16,4 2 52 0,0-2-60 0,0-3-72 16,0-1-4-16,4-2 16 0,3-7 52 15,2 0-40-15,3-7-52 0,0 1 0 16,3-3-36-16,-3-1 0 0,4 5-12 0,-4 4-24 16,0 1 0-16,-9 7 48 0,2 6 36 15,-10 9-12 1,-2 3-24-16,-1 7-112 0,-8 3 76 0,4 3 160 0,-1 4 236 15,-3 5-12-15,4 4 36 16,0 3-48-16,-4 3-52 0,0 4-24 16,0-1-124-16,0 4 88 0,0-1-16 0,0 7 0 15,0 4-80-15,0 3-8 16,0 2 0-16,0 6-60 0,0 4 60 16,0 3 0-16,0 1-80 0,0-2-40 0,0-2 24 15,0-2 28-15,5-8-40 0,-5-6 0 16,4-7 104-16,-4-2 8 15,0-3-52-15,0-7 40 0,4-4-60 0,-4-2-16 0,0-3-48 16,0-1 24-16,0-2 12 0,0-1-36 0,0-1-216 16,0 0-264-16,0-3-164 15,0 2-268-15,0-1-8 0,0 0-44 0,-4 0-237 16,0-3-811-16,-5 4-1088 0,5-4-1328 0,-3 0 3809 16</inkml:trace>
  <inkml:trace contextRef="#ctx0" brushRef="#br0" timeOffset="61407.321">5402 10643 2508 0,'0'0'560'0,"0"0"1760"0,0 0 944 0,0 0-1220 0,0 0-527 0,0 0-213 15,0 0-36 1,0 0-212-16,0 0-152 0,0 0-132 0,-8 0-92 15,8 0-112-15,0 0-64 0,0 0-84 16,0 0-92-16,0 0-144 0,8 0-184 16,4-4 8-16,4 1 16 0,8 3 220 0,4-7-36 15,4 2 36-15,3 1-48 0,-3-3-76 16,4 5-112-16,-4-5-4 0,-4 2 0 16,4-2-4-16,-8 0-4 0,0 0-104 0,-9 5-124 15,2-5-364-15,-6 4-92 0,2 3-184 16,-5 0-696-16,-5 0-1504 0,-3 3-3645 0</inkml:trace>
  <inkml:trace contextRef="#ctx0" brushRef="#br0" timeOffset="62367.738">14347 9655 1044 0,'0'0'10537'16,"0"0"-8529"-16,0 0-768 0,0 0-220 16,0 0-28-16,0 0-208 0,0 0-16 15,0 0 340-15,0 0-156 16,75 21-148-16,-30-14-220 0,2-3-51 15,9-4-85-15,4 0-144 0,0-4-112 16,-1-5-68-16,1-1-52 0,0-5-60 0,0-2-12 0,0-2-8 0,-4 0-88 16,-1-6-28-16,-7 3-116 0,-1-3-428 31,-6-1-265-31,-2 1 81 0,-11 5-632 0,-7 5-928 0,-10 5-2456 0,-11 4-2289 16</inkml:trace>
  <inkml:trace contextRef="#ctx0" brushRef="#br0" timeOffset="62588.71">14506 9785 3616 0,'0'0'7120'16,"0"0"-5419"-16,0 0-541 16,0 0-512-16,0 0 160 0,0 0 464 15,56 66-188-15,-16-60-68 0,8-1-144 0,3-5-296 16,5 0-160-16,-4-11-96 0,0-1-204 15,0-3-116-15,-4-5-60 0,-5 4-12 16,-2 0-344-16,-6 1-368 0,-3-2-312 16,-9 8-728-16,-2 3-2436 0,-10-4-3253 0</inkml:trace>
  <inkml:trace contextRef="#ctx0" brushRef="#br0" timeOffset="62952.164">14534 9144 6000 0,'0'0'156'0,"0"0"2872"0,0 0-1051 0,0 0-337 0,0 69-188 15,-11-31-440-15,-10 7-284 16,1 6-288-16,-4 3-76 0,-3 2-104 15,-1-1 16-15,-4-1-28 0,4-3 0 0,-4-4 12 16,1 1-112-16,3-3-40 0,0-1-56 16,4-6-48-16,3-6 0 0,6-4 4 15,7-5-8-15,4-8-8 16,4 1-140-16,4 0 60 0,8-3 80 0,8 4 8 16,3-5 88-16,9 3 72 0,8 2 100 0,4-3-4 15,4 3 112-15,-1-1 100 0,6 0 44 0,-1-4-84 16,-5 4-184-16,1-3-148 0,-4-1-96 15,0-2-4 1,3-3-152-16,-7-7-28 0,4-4-132 16,0-9-200-16,0-9-220 0,-1-9-420 0,-11 1-1408 0,16-22-3553 15</inkml:trace>
  <inkml:trace contextRef="#ctx0" brushRef="#br0" timeOffset="63220.962">15264 9213 7052 0,'0'0'6069'0,"0"0"-5089"0,0 0-372 0,0 0 360 15,107 32-84-15,-79-13-52 16,4 0 48-16,-8 4-56 0,0 2-272 0,-1 4-148 0,-3 3-280 16,-3 2-40-16,-6 4-36 0,-7 7 40 15,-4-1-84-15,0 4 0 16,-4 2-8-16,-7 2 0 0,-2 2-84 0,-6 0-20 15,-1-3-40 1,-1-1 4-16,-3-5 8 0,-3-1-96 16,3-6-28-16,-4-6-120 0,0-4-176 15,4-9-136-15,-4-3-388 0,4-6-1000 16,9-7-2237-16,-10-3-3527 0</inkml:trace>
  <inkml:trace contextRef="#ctx0" brushRef="#br0" timeOffset="64130.734">8231 9257 6216 0,'0'0'432'0,"0"0"2592"0,0 0-1451 15,0 0-405-15,0 0 148 0,0 0-12 0,0 0-324 16,76 58-252-16,-53-55-192 16,5-3-124-16,0-3-116 0,4-6-88 15,5-4-132-15,-5-6-76 0,3-4 0 0,1-4-360 16,-4-3-644-16,3-1-340 0,1-1-616 16,-16 7-2389-16,5-7-3715 0</inkml:trace>
  <inkml:trace contextRef="#ctx0" brushRef="#br0" timeOffset="64591.387">8578 8857 1004 0,'0'0'9708'0,"0"0"-8127"0,0 0-877 0,0 0 392 0,0 0 104 0,0 0-52 0,0 0-92 15,0 0-252-15,0 0-284 16,-68-8-228-16,64 8-96 0,4 0-36 0,0 0 0 15,0 0-48-15,0 2-64 0,0 9 36 16,0-2 16-16,0 10 8 0,0 3 40 16,0 7 0-16,0 2-16 0,0 4-44 15,0 3-16-15,0 0-24 0,0 4-40 16,0 2 0-16,0-3-4 0,4 4-4 16,4-1 4-16,0-3 56 0,0 1-60 0,-1-4 64 0,6-3 32 0,-5 0-48 15,-1-7 28-15,2 1-16 0,-1-4 0 16,0-3-52-16,-5-6 0 0,5 3-4 15,-3-5 4-15,-1-2-8 0,0-3 0 0,0 1 4 16,-4-1 0-16,3 1 0 16,-3-4 56-16,0 1 40 0,0-1 8 15,0-3 48-15,0 0 113 16,-3 1 11-16,-1-1-12 0,0 0-88 16,-5-3-96-16,-2 6-84 0,-5-6-156 15,0 3-40-15,-8 0-140 0,0-3-81 0,0 4-7 16,0-4 96-16,0 0-16 15,4 0-108-15,1 0 112 0,2 0-52 16,2 0-28-16,7-4-20 0,-5 1 44 0,6 0-236 16,-1-3-252-16,-5 3-312 0,6-4-676 0,3-2-628 15,0 3-681-15,0-1-3475 0</inkml:trace>
  <inkml:trace contextRef="#ctx0" brushRef="#br0" timeOffset="66241.599">16845 9547 4128 0,'-4'0'144'0,"4"0"5160"0,0 0-3227 0,0 0-325 0,4 0-636 16,8 6-16-16,8 4 104 0,4-1-184 15,4-2-256-15,4-1-172 16,0 1-164-16,0-7-156 0,3 0-52 0,1 0-52 16,0-7-104-16,-4-3-64 0,3-2-64 15,-2-1-92-15,-1-3-200 0,-5 0-368 16,-3 1-360-16,-4-5-520 0,-4 8-1520 16,0-14-3749-16</inkml:trace>
  <inkml:trace contextRef="#ctx0" brushRef="#br0" timeOffset="66661.731">17053 9153 9296 0,'0'0'1332'0,"0"0"-379"16,0 0 455-16,0 0-60 15,0 0-148-15,0 0-380 0,0 0-348 16,0 0-272-16,0 0-148 0,0 0-48 15,0 0 156-15,-4 44 76 0,12-17-12 0,-5 0 12 16,5 9-28-16,0-2 28 0,-3 5-76 16,2 2 36-16,1 3-36 0,5 4-36 15,-6-1-40-15,1 1-84 0,4 3 4 16,-4 0-4-16,0-1 12 0,0 2 64 0,-1-1-72 16,-2-4 80-16,-1-3-32 0,0-3-44 0,-4 1-4 15,0-8 8-15,0 2 36 0,0-5 12 16,-4-2-8-16,0 0-40 0,-4-4-12 0,0-2 12 15,0-4 60-15,0 0 16 16,0-7-28-16,0 1 24 0,0-7-80 16,-4 1 108-16,4-1-68 0,-4-6-44 0,-4 3-8 0,5-3-140 15,-10 0 4-15,2 0-104 0,-1-6 40 16,-4-1-36-16,-1-2-176 0,6-4 124 16,-5 3-60-16,8-3 80 0,0 5-8 15,5-6-28-15,2 3-36 0,1-6-204 16,4 4-24-16,4-3-612 0,0 1-696 0,0-5-809 15,4 5-2307 1</inkml:trace>
  <inkml:trace contextRef="#ctx0" brushRef="#br0" timeOffset="67324.919">19300 9439 312 0,'0'0'9776'15,"0"0"-8087"-15,0 0-369 0,0 0-100 0,0 0 4 16,19 89-132-16,-15-57-156 0,5 0-268 16,-5-4-224-16,-1 3-76 0,1-1-60 0,0-5-76 15,0 0-120-15,-4-3-112 0,0-3-28 16,0-3-128-16,0-5-92 0,0-3-60 0,0-4-48 15,0 2-136-15,0-3-152 0,-8 1-316 16,1-4-664-16,3 0-1472 0,-13-7-3149 16</inkml:trace>
  <inkml:trace contextRef="#ctx0" brushRef="#br0" timeOffset="67478.539">19192 9280 4468 0,'0'0'5596'0,"0"0"-4307"0,0 0-237 0,0 0 224 0,0 0 104 0,0 0-348 16,0 0-528-16,80-4-504 0,-56 4 0 15,3-2-212-15,5-4-644 0,1 0-764 16,-6 1-1621-16,9-3-4839 0</inkml:trace>
  <inkml:trace contextRef="#ctx0" brushRef="#br0" timeOffset="67767.995">19882 9372 1668 0,'0'0'9252'16,"0"0"-8019"-16,0 0-209 15,0 0 424-15,0 0 152 0,-49 79-104 0,33-56-236 0,1-1-536 16,3 0-248-16,-1 0-112 16,6-2-80-16,3-5-168 0,4 2-116 15,0-2-72-15,4-2 24 0,3 3 48 0,6-3 44 16,6 2-32-16,2-3-8 15,-1 2 8-15,3-1-4 0,1-1-8 16,0-2 0-16,0 2-52 0,-4-2 44 0,4 0-4 0,-4 2-40 16,-1-2 48-16,-2-1 0 0,-6 4-4 0,-2-3-52 15,-9 3-184-15,0-5 148 0,-5 6-88 16,-6 2-124-16,-1-4-84 16,-8-3-196-16,-1 4-288 0,2-3-616 0,-5-1-1232 15,4-6-2093-15,-8 4-3447 0</inkml:trace>
  <inkml:trace contextRef="#ctx0" brushRef="#br0" timeOffset="68406.805">21798 9599 1396 0,'0'0'8728'0,"0"0"-8276"0,0 0-248 0,0 0-192 0,0 0 841 31,0 0 655-31,-96 27 108 0,76-14-436 15,-4-1-360-15,0 5-176 0,5 2 28 0,-2 3-80 16,6 3-28-16,-2 4-24 0,10 2-124 0,-1 4-136 16,3 0-156-16,5-3-76 0,0-3-48 15,5-7-48-15,3-6-40 0,-1-7-68 16,6-2 20-16,2-7 12 0,6-4-56 16,-2-12 92-16,9-9-132 0,0-6-60 0,4-8-140 15,-4-1-120-15,-4-2 156 0,0 4 0 16,-5 6 60-16,-2 3 76 0,-6 10 60 0,2 4 112 0,-5 5 76 15,-5 3 8-15,-3 7 64 16,4 0 316-16,0 0 72 16,5 7 96-16,-5 5 84 0,7 5-148 0,-3 5-160 15,5 0-4-15,-2 0-32 16,-3 1-40-16,1 2 12 0,-2-6-208 16,1-3-60-16,0-1-196 0,4-4-120 0,-4-3-212 15,3-4-72-15,2-4-224 16,-1 0-476-16,-5 0-1628 0,6-12-4225 0</inkml:trace>
  <inkml:trace contextRef="#ctx0" brushRef="#br0" timeOffset="68715.44">22228 9575 9744 0,'0'0'5257'15,"0"0"-3849"-15,0 0-584 0,-7 74 464 0,2-49-136 16,1 4-112-16,0-4-212 0,0-3-828 15,4-6 0-15,0-3-244 0,0 0 24 16,4-4-108-16,4-3-60 0,4-2-52 16,0-4 48-16,4-4 36 15,0-9 132-15,4-2-8 16,-1-7-64-16,1-1 24 0,5-2 24 0,-1 3-36 16,-5-1 148-16,5 8 60 0,-4 2 76 0,0 3 12 15,0 4 324-15,0 3 160 16,-4 3 20-16,0 3-84 0,-4 6-28 15,4 5-96 1,-8 0-4-16,3 3-36 0,-2 2-48 0,-5 0 36 0,0 0-136 0,0 0-120 16,-1 3-60-16,1 0-132 0,-4 1-308 0,8-1-408 15,-3 3-432-15,-1-8-1512 0,7 8-4137 0</inkml:trace>
  <inkml:trace contextRef="#ctx0" brushRef="#br0" timeOffset="69014.471">23451 9594 8732 0,'0'0'10225'15,"0"0"-9485"-15,0 0-740 0,0 0-88 16,64 74 88-16,-56-36 4 0,-8 6 584 16,0 7-124-16,-8-3-184 0,-4-4-36 0,0-6 96 15,8-6-120-15,1-3-196 16,-2-10-24-16,5-4-124 0,0-5-192 0,0-3-180 0,8-1-164 16,-4-4-212-16,0-2-196 0,0 0-976 15,-4 0-2264-15,0-8-3105 0</inkml:trace>
  <inkml:trace contextRef="#ctx0" brushRef="#br0" timeOffset="69180.827">23415 9424 15221 0,'0'0'2368'0,"0"0"-1540"16,0 0-360-16,0 0-196 0,0 0-128 0,0 0 128 15,0 0-52-15,0 0-220 0,88-32-564 16,-60 15-296-16,4 2-592 0,-12-1-1444 0,16 0-4521 0</inkml:trace>
  <inkml:trace contextRef="#ctx0" brushRef="#br0" timeOffset="69481.961">23961 9540 13053 0,'0'0'2420'16,"0"0"-1856"-16,0 0 152 0,0 0 652 0,-24 73 48 0,12-54-72 0,5 0-384 15,-2 1-463-15,1-4-289 16,4 0-100-16,4-1-108 0,0-2-4 0,0-4-4 16,0 4 4-16,4 0-8 0,8-4-72 15,4 4 80-15,1 3-8 0,2-3 0 16,1-1-48-16,4 5 48 0,3-6-36 16,1 3 0-1,-4 2 36-15,1-4 0 0,-5 4-56 0,-5 0 68 16,2-3 12-16,-10 2 60 0,1 1-60 0,-4-3 124 15,-4 3-16-15,0 0-72 0,-4 0-48 16,-7 3 0-16,-6-3-132 16,2 0-64-16,-6-4-192 0,1 1-145 0,-3-7-163 15,3-2-84-15,0-4-548 0,4-4-1436 16,-4-15-3373-16</inkml:trace>
  <inkml:trace contextRef="#ctx0" brushRef="#br0" timeOffset="69765.595">24663 9772 964 0,'0'0'13429'0,"0"0"-10589"16,0 0-2036-16,-17 85 268 0,9-59 348 0,1 0-19 0,3-7-177 0,0-3-644 0,4-3-556 0,8-4-24 31,7-6-96-31,2 0-84 0,7-3-4 16,3-9-80-16,9-7-148 0,-4-6-84 15,0-7-77-15,-4 1-59 0,0-4-124 0,-5 3-4 16,-3 1 292-16,-8 6 248 0,-8-1 132 0,-4 4 28 16,0 3 60-16,-12 0 196 0,-3 4 100 15,-9 3 48-15,-4 2-48 0,0 7-152 16,0 0-20-16,-4 0-116 0,0 9-8 0,-4 3-124 0,5 8-108 16,-1-4-172-16,4 3-408 15,4 3-852-15,8-6-2320 0,-4 7-2941 16</inkml:trace>
  <inkml:trace contextRef="#ctx0" brushRef="#br0" timeOffset="70699.573">25503 9668 7200 0,'0'0'872'0,"0"0"1496"0,0 0-1027 0,0 0-101 0,0 0 32 16,0 0-120-16,0 0-132 15,0 0-48-15,0 0-132 16,0 0-260-16,36 104-176 0,-36-52-132 0,-4 0-88 16,-4 0 24-16,0-5-64 0,5-5-20 15,-6-13-124-15,9-7-56 0,0-7 44 16,0-8-112-16,0-7-60 0,4 0-244 0,8-7 24 15,0-8 316-15,8-10-12 0,-1-5-72 0,-2-4-72 16,-2-1 56-16,-2 0-68 0,2 2 144 16,-2 3-12-16,-2 1 48 0,2 6 72 15,-2 4-96-15,-3 7 88 0,0 6 12 16,-3 2 100-16,2 4 224 0,-3 4 8 0,0 8 64 16,0 1 20-16,0 4-144 0,0 4 8 0,-4-2-60 15,0-1-72-15,0-1-12 0,0-4-136 16,0-4 0-16,0-2-124 0,0-7 0 15,0 3 52-15,5-3 72 0,-5 0 64 0,3 0-56 16,5-3 4-16,4-4 96 16,0-2 28-1,4 3-136-15,0-1-40 0,0 1-128 16,4 6-4-16,-5 0 48 0,2 3 120 0,3 7 4 16,-5 5 184-16,2 1 24 0,-2 3-24 0,-2 0 0 15,-2 0 60-15,1 0-160 0,-3-3 52 16,-6-3-92-16,5-1-44 15,-8-5-8-15,4 0-80 0,-4-4-44 16,0-3-236-16,0 0-316 0,4-3-200 0,0-11-140 0,8 2-524 16,-4-4-1232-16,12-16-3025 0</inkml:trace>
  <inkml:trace contextRef="#ctx0" brushRef="#br0" timeOffset="70985.959">26252 9763 2720 0,'0'0'11145'0,"0"0"-9253"0,0 0-1224 15,8 73 280-15,-4-47 500 0,-4-1 108 16,4-3-204-16,0-6-527 0,0-1-513 0,4-5-176 16,0-3-124-16,0-5 48 15,4 2-16-15,4-4-44 0,-1-6-48 16,2-7-120-16,3-6-244 0,3-3-52 0,-3-5-21 0,-3 6 61 16,-6 2-52-1,1 0 172-15,-8 1 68 0,1 1 44 0,-5 4 192 0,0 4 64 0,-13-1-60 16,-2 0 44-16,-6 7 124 0,-7 0 12 15,1 3-64-15,-1 0 148 0,0 6-120 16,4 7-80-16,-4 3-68 0,4 0-72 16,4 3-12-16,1-3-16 0,2-4-56 0,10-1-152 15,-1-5-240-15,-1-4-376 0,9 2-1044 16,0-4-2300-16,0 0-2813 0</inkml:trace>
  <inkml:trace contextRef="#ctx0" brushRef="#br0" timeOffset="71216.836">26567 9657 6156 0,'0'0'4829'15,"0"0"-3161"-15,0 0-1132 0,87 26 88 0,-71-13 300 0,-4 0 248 0,1 3 204 0,-6-1-148 16,-3 5-552-16,-4-1-224 16,0 3-84-16,0-3-88 0,0 0-108 0,-4-3-76 15,0-3-44-15,1-5 8 0,3-3 36 16,-4-3 64-16,4-2 24 0,0 0-28 0,0-2-8 15,0-8-148-15,7-10-12 0,5-2-196 16,1-6-72-16,2-4 36 0,5 3-60 0,4 1-188 16,-4 3-132-16,8 2-276 0,-4 5-436 0,-4 1-1608 15,3-2-3929-15</inkml:trace>
  <inkml:trace contextRef="#ctx0" brushRef="#br0" timeOffset="71468.684">27057 9722 8068 0,'0'0'5053'16,"0"0"-3401"-16,-20 79-708 0,12-37 248 0,0 11 232 16,0 10 224-16,0 7-124 0,1 13-407 15,-6 4-417-15,5 7-276 0,1 5-180 0,-2-1-232 16,-3-6-12-16,5-3-172 0,-1-10-176 15,3-11-220-15,5-15-124 0,-4-9 47 0,4-12 37 16,0-7 24-16,0-12-164 16,0-6-220-16,0-4-380 0,4-3-484 0,-4-13-560 15,5 0-1725-15,-1-19-1439 0</inkml:trace>
  <inkml:trace contextRef="#ctx0" brushRef="#br0" timeOffset="71688.708">27061 9699 4196 0,'0'0'7533'16,"0"0"-5857"-1,0 0-1076-15,0 0-120 0,0 0 216 16,0 0 308-16,0 0-116 0,0 0-192 0,0 0-276 16,72 70-108-16,-72-38 20 15,0-1-64-15,0 1-168 0,-8 3-92 0,-5-3 32 0,-2 3-40 16,-5-2-96-1,-4-3-92-15,0 3-276 0,-4-12-268 0,0 2-188 0,8-14-448 16,1-2-1332-16,2-14-2681 16</inkml:trace>
  <inkml:trace contextRef="#ctx0" brushRef="#br0" timeOffset="72191.107">27467 8953 2632 0,'0'0'9325'0,"0"0"-6825"0,0 0-1568 0,12 83-72 0,-8-39 520 0,-4 10 272 0,0 6-136 15,-4 3-311-15,-4 5-465 0,1-1-316 0,-2 3-120 16,1-4-172 0,-3-6-132-16,3 1-116 15,-1-7-224-15,1-7-60 0,1-5-12 0,7-14 24 16,0-5 23-16,0-15 1 0,11-4-172 15,6-4 120-15,2-9 220 0,5-11 40 16,4-2-52-16,-4-3-112 0,4-1-112 0,-5 7 64 16,-2 3 108-16,-9 10 76 0,0 6 172 15,-4 3 12 1,-5 7 420-16,1 5 120 0,1 8 12 0,-5 2-100 0,0 4-132 16,-5 0-64-16,1-1 60 0,1-3 24 15,-1 1 52-15,0-4-51 0,4-6-101 16,-4-4-120-16,4-5-120 0,0-4-44 0,0-3-124 0,0 0-221 15,8-10-219-15,3-2 108 16,6-7-12-16,-2-7-272 0,1 4-496 0,5-3-624 16,-6 5-216-16,2 5 192 0,-6 8 579 15,6 2 589-15,-6 5 760 0,-3 5 504 16,0 5 897-16,0 2 275 0,-4 5-68 0,4-2-252 16,-4 1-136-1,0 3-284-15,-4-3-220 0,4 0-92 16,-4-3-88-16,4-1-172 0,0-2-248 0,-4-1-116 15,0-2-112-15,0-4-288 16,0 4-4-16,0-7-96 0,0 2-200 16,0-2-252-16,-4 4-712 0,0-4-2284 0,0 0-2529 15</inkml:trace>
  <inkml:trace contextRef="#ctx0" brushRef="#br0" timeOffset="72361.078">28025 9540 5412 0,'0'0'10221'0,"0"0"-8033"16,0 0-1436-16,0 0-148 0,0 0 168 16,0 0 740-16,0 0-371 0,0 0-717 0,0 0-424 0,0 0-48 0,0 0-436 0,0 0-281 31,60 32-295-31,-48-32-432 0,0 0-2840 16,4 0-4685-16</inkml:trace>
  <inkml:trace contextRef="#ctx0" brushRef="#br0" timeOffset="72649.129">28372 9662 7128 0,'0'0'7385'0,"0"0"-5657"15,0 0-1088-15,-100 72 16 16,68-49 248-16,0 2 8 0,4-3 4 0,8-2-488 16,5-1-368-16,7 2-56 0,3-4 20 15,5 1-24-15,5-2-108 0,7-3 0 0,4-4 8 16,3 1 28-16,2 0-16 15,3-4 4-15,4-3 0 0,-5 0 20 16,-3 3 16-16,4-2 36 16,-8 5-72-16,-4-3 84 0,0 7 128 0,-4 0 276 15,-5-1 60-15,-3 5-40 0,0-2-108 16,0 4-71-16,-7-3-161 0,-1 0-20 0,-5-3-64 16,2-1-112-16,-1-2-265 0,0-7-207 15,4 1-160-15,0-4-148 0,4-4-216 0,1-9-948 16,3 1-2344-16,0-17-2129 0</inkml:trace>
  <inkml:trace contextRef="#ctx0" brushRef="#br0" timeOffset="73017.851">28643 9829 7200 0,'0'0'7257'0,"0"0"-4953"0,0 0-1784 16,0 0-48-16,0 0 392 0,7 83 744 0,-14-61 169 15,-5-6-601-15,8 0-716 0,-4 0-328 0,4-10-132 16,4 0-48-16,0-1-36 0,0-5-84 0,0 0-304 31,12 0-100-31,8-11 272 0,4 2-17 16,4-7-59-16,3 0-16 0,-3-3 52 0,0 3 12 15,0 3 96-15,-1 1 84 0,-2 6 76 16,-1-1-40-16,-8 7 112 0,-4 0 88 16,-1 7 288-16,-7 5 100 0,1 1 24 0,-5 6-76 15,0 3-107-15,0 0-25 0,0 1-12 16,-5-4-40-16,1-4-8 0,4 2-112 15,0-9-48-15,0 3-24 0,4-9-44 16,1 5-4-16,7-7-108 0,4 0-108 0,3 0-88 0,5-3-36 16,4-3-108-16,0-1-25 15,4 1 9-15,-4 3 96 0,0 0 112 16,0 3 160-16,-5 0 48 0,-3 6 40 0,1 0 8 16,-6 3 84-16,-3-2-28 0,0-2-56 15,-4 2-404-15,0-3-624 0,-3-1-1668 16,-2-3-3101-1</inkml:trace>
  <inkml:trace contextRef="#ctx0" brushRef="#br0" timeOffset="85532.171">5454 10585 2584 0,'0'0'1604'15,"0"0"-680"-15,0 0-288 0,0 0-48 0,0 0-44 0,0 0-140 16,0 0-104-16,0 0-120 15,0 0-24-15,0 0-40 0,-8-3 16 0,8 3 76 0,0 0-16 16,0 0 936-16,-4 3-352 0,4 0-247 16,-4-3-309-16,0 0 36 0,4 4-12 15,-4-2-40-15,0-2-12 0,4 0 16 16,-4 0-16-16,4 0 0 0,-4 0-16 0,4 0 4 16,0 0 12-16,0-2 24 15,0 2 88-15,-4 0-8 0,4 0-32 0,0-4-12 0,0 4-12 0,0 0-48 16,0 0-40-16,0 0 36 15,0 0 24-15,0 0-8 0,0 0-56 32,0 0-60-32,0 0-24 0,0 0-56 0,0 0 4 15,0 0-12-15,0 0-4 0,0 0-84 16,0 0-36-16,0 0 24 0,4-3-64 16,4 0-12-16,4 3 176 0,4-4 76 0,0 2-76 15,4-5 64-15,0 4-52 0,0 0-12 16,-4-3 0-16,0 2-84 0,-1-2 84 0,2 3 4 15,-2-4-4-15,-2 4 0 0,-2-3-76 16,1 3-12-16,-3-4 88 0,-2 4-88 16,-3 0-16-16,4 0-32 0,-4 0-4 15,-4 0-48-15,4 3 48 0,-4-3-12 0,0 3-12 16,0 0 0-16,0 0-40 0,0-4-52 0,0 4-188 16,0 0-196-16,-4-3-256 15,0 0-265-15,-4 0-339 0,4-1-1604 0,-3-3-1692 16</inkml:trace>
  <inkml:trace contextRef="#ctx0" brushRef="#br0" timeOffset="85974.428">5546 10350 3908 0,'0'0'1640'16,"0"0"-612"-16,0 0-52 0,0 0 220 0,0 0-108 15,0 0-236-15,0 0-195 0,0 0-41 0,0 0-92 0,0 0-48 31,0 0 44-31,-4 51-24 0,4-39-164 0,0 1-144 16,4 4-184-16,-1-5 48 0,1 1-52 16,0 2-4-16,1 2-68 0,-1-5 72 15,0 4 0-15,0 0-12 0,-1-1 0 0,1 2-56 16,0-5 68-16,-4 1 8 16,4-1 0-16,-4-1-8 0,5-6-12 0,-5 2-52 0,0-4 12 0,0 1 48 15,4-4-4-15,-4 0-56 0,0 0-12 16,0 0-24-16,0 0-28 0,0 0 0 15,0 0-12-15,0 0-12 0,0 0-116 0,0 0-216 16,0 0-156-16,0-4-80 0,0 4-65 16,4-3-211-16,-4 3-340 15,0-4-236-15,3 4-300 0,-3-3-932 0,-7 17 808 16</inkml:trace>
  <inkml:trace contextRef="#ctx0" brushRef="#br0" timeOffset="159034.547">5351 10629 860 0,'0'0'952'0,"0"0"-468"0,0 0-120 0,0 0-36 16,0 0-320-16,0 0 136 0,0 0 2720 15,0 0-1212-15,-32-3-484 0,28 3-288 0,-1 0 12 16,1 3 9-16,0-3-157 0,1 0 0 16,-1 0-80-16,0 0-144 0,-4 0 0 15,3 0 8-15,1 0-100 0,1 0-76 16,-1 0-8-16,4 0 64 0,0 0 204 0,0 0-180 15,0 0-208-15,0 0-160 0,0 0-16 0,0 0-40 16,0 0 0-16,4 0 80 0,3 0-84 16,2 0 132-16,-1 0 12 0,-1 0-100 0,-3 0 64 15,5 0-100-15,-1 0 84 0,-4 0-44 16,3 0 44-16,-3 0-8 16,5-3-40-16,2 1 12 0,-3-2-8 0,1 2-4 15,2-3-40 1,1 3 80-16,4-5 32 0,-4 4-116 15,4 1 0-15,-4-3 84 0,-1-1-76 0,6 3 36 16,-6 0 52-16,6-1-32 16,-6 2-68-16,2-5-4 0,-1 4-32 15,-1 0 36-15,6-1 4 0,-10 2 56 16,6-2-60-16,-2 1-12 0,1 0 0 0,-3 0-100 16,-2 3 40-16,5 0-52 0,-3-3 76 0,2 3 0 15,-3 0-40-15,0 0-8 0,0 0 92 0,4 0-60 16,-4 0 56-16,0 0-40 15,-4 0 44-15,4 0-108 0,0 3 112 16,-5-3 4-16,2 0-4 0,-1 0 4 0,0 0 8 16,0 0 60-16,-4 0-72 0,0 0 0 15,4 0 0 1,-4 0 8-16,0 0 4 0,0 0-4 0,0 0-8 16,0 0-4-16,0 0-44 15,0 0-52-15,0 0-60 0,0 0-84 16,0 0-116-16,0 0-136 0,4 0-100 0,-4 0-240 15,0 0-776-15,0 0-1028 0,0 3-2205 16,-4-6-2279-16</inkml:trace>
  <inkml:trace contextRef="#ctx0" brushRef="#br0" timeOffset="160989.574">17192 9121 3152 0,'0'0'0'0,"0"0"0"0,0 0 4596 0,0 0-3352 15,0 0-364-15,0 0-64 0,0 0-147 0,0 0 39 32,0 0 212-32,0 0-180 0,0 0-120 0,3-53-48 0,1 47-172 15,1-1-48-15,3-3-48 0,-4 3 36 16,0 1 60-16,-4 0 48 0,3 0 36 16,-3-1-160-16,0 1-28 0,0 0-112 15,0-1 16-15,0 1-128 0,0-3 16 0,0 2-16 16,-3-2-24-16,-1 2 40 0,-4 1-88 31,4 0 84-31,-1 3-76 0,-2 0 152 16,3-1 48-16,0 1 40 0,-4 0-28 0,-1 3-216 15,6 0-4-15,-9 0 0 0,4 0-8 0,0 0 0 16,-4 0 0-16,4 6-128 16,1-2 0-16,-6-1 76 0,5 3 0 15,1 0-16-15,2-3 68 0,-3 4-52 16,4-1 12-16,-3 0-4 0,3 1 40 0,-5-1-48 0,5 3 0 15,-4-2-4-15,5 2 56 0,-1-2-52 16,0 2 12-16,0 0-4 0,-1 2 4 16,1-5 40-16,0 3 0 0,4-2-40 15,-3 2-4-15,3-2-8 0,-4-1 48 16,4 0-64-16,0-2 64 0,0 2-48 0,0-3-4 16,-4 3 4-16,4 1 0 0,0-1-4 0,0 4 16 15,0-4 40-15,0 4-92 0,4 2 0 0,0 1 16 16,-4-3 8-16,7 2-12 15,-3 1-60-15,1-1-460 0,-1 2-52 16,4-6 328-16,-5 5-92 0,5-3-888 16,-4-1 268-1,1 1-440-15,3 0-373 0,-5-4-463 16,5 3-712-16,0-6-1535 0,-3 4 4567 16</inkml:trace>
  <inkml:trace contextRef="#ctx0" brushRef="#br0" timeOffset="-209754.49">6996 13960 5736 0,'0'0'1132'32,"0"0"1660"-32,0 0-2092 0,0 0 85 0,0 0-193 0,0 0 268 15,0 0 148-15,0 0 20 0,0 0-184 16,0 0-128-16,0 0-136 15,0 0 164-15,0 0 60 0,-16-13 48 0,16 1-128 16,0-7-188-16,4-3-96 0,0-7 56 16,0-6-296-16,4 0-200 0,-5-7-108 0,6-2 96 15,-1-3-36-15,-4-7 8 0,7-7-116 0,-2 1 20 16,6-4-32-16,-2 1-260 0,2 0 172 16,2 6 48-16,-2 0 72 0,2 6 76 15,-2 3 52-15,2 4 0 0,-2 2 0 16,-2 4 0-16,2 3 8 0,-2 0 0 0,-2 3 4 15,1-3-4-15,-4 7 48 0,4-1-48 16,-8 4 0 0,3-1 0-16,2 4 0 0,-1 3 4 15,-4 3-4-15,3 7 4 0,-3-1 96 16,1 4 20-16,-1 0-8 0,-4 2-64 16,4 2 0-16,-4 2-36 0,0 0 0 15,0 0-4-15,0 0 0 0,0 0-8 0,0 0-4 16,0 0 4-16,0 2 4 0,0 5 12 15,4 2 44-15,-4 4 0 0,7 9 48 0,-3 7-44 0,5 2 32 16,-1 11 16-16,3 9-4 16,2 6-36-16,-2 6-72 0,1 13 0 15,4 4-44-15,5 3-4 0,-6 2 96 0,5-5-48 16,-4-4 4-16,0-3 56 0,0-13 40 16,0-6-4-16,-1-6 0 15,-2-11-32-15,-1-8-60 16,-5-4 80-16,2-6-24 0,-5-2 12 15,0-8-32-15,0-2-40 0,-1-1-4 0,-3-3 4 16,0-3 4-16,0 0 8 16,0 0-12-16,0 0-24 0,0 0-204 0,0 0-528 15,-7-6 748-15,-1 0-532 0,-12-5-8 16,-1 3-312-16,-3-9-168 0,-3-2-508 16,-1 0-656-16,8 3-1025 0,-16-6-2735 0</inkml:trace>
  <inkml:trace contextRef="#ctx0" brushRef="#br0" timeOffset="-209531.22">7087 13503 2660 0,'0'0'7448'0,"0"0"-6247"0,0 0-469 0,0 0-40 0,0 0 444 16,0 0 168-16,0 0-364 0,0 0-312 16,0 0-152-16,0 0 132 0,49 44 256 0,-30-44-396 15,5 0-76-15,4 0-76 16,0 0-216-16,0 0 36 0,0 0-136 0,0 0-48 15,0 0-24-15,-5-3-52 0,1 3-20 16,4 0-140 0,-4 0-488-16,4 0-368 0,0 0-660 15,-5 0-2024-15,5 0-1873 0</inkml:trace>
  <inkml:trace contextRef="#ctx0" brushRef="#br0" timeOffset="-208767.933">8028 13293 808 0,'0'0'6324'0,"0"0"-1151"0,0 0-3461 16,0 0-776-16,0 0-56 0,0 0 264 0,0 0-228 0,0 0-260 15,0 0-212-15,40-9 60 0,-12 6 108 16,11-3-148-16,6 2-160 0,2-2-84 0,5 3-64 16,-1-1 28-16,5-2 44 15,0 3-140-15,0-3-16 16,0-1-60-16,-5-2 17 0,1-4-29 0,-3 3-61 15,-6-3-11-15,-7 1 20 16,-1-1-80-16,-3 0-52 0,-4 1-204 16,0-1-268-16,-8-3-204 0,1 4-160 0,-6-1-468 15,-7 1-900-15,1 2-532 0,-6 0-2173 16,-3 1-1355-16</inkml:trace>
  <inkml:trace contextRef="#ctx0" brushRef="#br0" timeOffset="-208493.845">8706 12919 3224 0,'0'0'4892'0,"0"0"-2756"15,0 0-755-15,0 0 39 0,0 0 28 0,0 0 0 0,91 15-332 16,-75-8-284-16,4-1-264 0,-5 0-36 0,6 1-152 16,-1-1-100-16,-1 0-8 15,-2 1-152-15,2 0-32 0,-3 2-24 16,0-2-56-16,-8 5-8 0,4-3 0 0,-4 8-76 15,-3 1 76-15,-2 5 0 0,-3 5 0 16,0 4-8 0,-3-1-80-16,-6 5-60 0,-3-1-32 15,-4 0-40-15,4-4-28 0,-4-1-60 16,0-5-208-16,0-3-64 0,1-6-64 16,7-2-120-16,-1-3-168 15,-2-5-508-15,7-3-1048 0,0 1-2153 0,0-1-1439 16</inkml:trace>
  <inkml:trace contextRef="#ctx0" brushRef="#br0" timeOffset="-207944.223">9598 12658 8796 0,'0'0'2080'16,"0"0"-487"-16,0 0-585 16,0 0-44-16,0 0 312 0,0 0-36 0,0 0-136 15,0 0-360-15,60 86-244 0,-52-47-132 0,-1 11-48 16,-3 4-40-16,0 10-192 16,-4-1-88-16,0 4-44 0,0-7-20 15,-8-3-96-15,4-9-280 0,1-10 36 0,-1-10-100 16,0-8-88-16,4-8-212 15,0-9-280-15,0-3-456 0,0 0-432 0,0-8-701 0,-5-19-1963 16</inkml:trace>
  <inkml:trace contextRef="#ctx0" brushRef="#br0" timeOffset="-207567.393">9690 12732 2824 0,'0'0'5548'15,"0"0"-3944"-15,0 0-211 0,79-74 311 16,-51 62-380-16,-4-1-428 0,-4 7 36 15,-4 2-8-15,0 4-68 0,-4 0-176 0,-1 7-68 16,2 2-180-16,-6 4-28 0,1 6-40 16,-4 7-144-16,1 5-96 0,-5 5-124 0,-5 8-80 0,1-3-100 31,-7 3-40-31,3-5 96 0,-1-7 124 0,1-5 4 16,5-4 44-16,3-4-36 0,0-6-12 0,0-1-72 15,0-2-88-15,11 0-32 0,2-1 192 0,6 1 8 16,1-4 152-16,4 0 72 0,4 1-96 15,0-1-16-15,0 4-108 0,-1-3 64 16,-3 1-16-16,1 3-12 0,-5-3 12 16,-5 5 40-16,-2-1 96 0,-2 5-16 15,-7-2 16 1,0 5 8-16,0-1-92 0,-4 3-39 16,0 0-13-16,-8-3 0 0,1 0 0 0,-6 1-44 15,-2-5 80-15,-2 1-44 0,-2 0-52 16,-5 0-232-16,-4-3-193 0,-4-1-99 15,0 1-132-15,0-7-92 0,0 0-184 16,1-2-428-16,-1-1-560 0,11-3-1052 16,-3 0-2757-16</inkml:trace>
  <inkml:trace contextRef="#ctx0" brushRef="#br0" timeOffset="-207002.893">10865 13058 8232 0,'0'0'5169'0,"0"0"-3257"0,0 0-516 0,0 0-648 0,0 0-116 15,0 0 412-15,0 0-308 0,0 0-112 16,99 48-124-16,-59-42-196 15,4-2-24-15,0-4 1 0,4 0-97 0,3-7-76 16,-3-2-108-16,1-1 0 0,-6-2-136 16,0-4-205-16,2-3-35 0,-6-1-24 0,-3-1-64 15,-4-2-60-15,-4 4-176 0,-4-2-324 16,-4 4-740-16,-12 4-2124 16,-4-3-2297-16</inkml:trace>
  <inkml:trace contextRef="#ctx0" brushRef="#br0" timeOffset="-206750.746">11451 12795 8080 0,'0'0'2604'0,"0"0"-859"0,0 0-301 0,0 0-52 16,103-9-248-16,-75 6-172 0,0 3-92 15,0 0-312-15,0 0-288 16,-4 0 16-16,-1 3-172 0,1 6 20 15,-7 4-8-15,-2 2-136 0,-2 8 0 0,-6 6-108 16,-3 5 96-16,-4 4-76 0,-8 6-60 16,-4 1-24-16,0 3-24 0,-4-7 112 15,-3-2-16-15,-2-5 40 0,1-2-200 16,1-4-72 0,-5-5-128-16,-4-1-108 0,0-6-192 0,0-1-212 0,5-5-492 0,2-1-964 15,-7-4-2649-15</inkml:trace>
  <inkml:trace contextRef="#ctx0" brushRef="#br0" timeOffset="-206133.816">12801 12697 6140 0,'0'0'4236'0,"0"0"-2483"0,0 0-589 0,0 0-72 16,0 0 56-16,0 0-256 0,0 0-68 16,0 0-216-16,0 0-336 0,-91 3-64 15,70 12 40-15,1 9-24 0,1 3-92 16,-1 9 64-16,-1 1-24 0,6 8 28 16,-1-1-56-16,4 7-8 0,0 0-64 0,9 0-20 0,3 0-4 15,0-4-36-15,7-3 72 0,5 1-8 16,4-7-76-16,4-3 0 0,0-4 4 15,4-5 0-15,4-3-4 16,0-8 12-16,-1-5 24 0,6-1-24 0,-1-6-4 16,-1-3-8-16,5-3-192 0,-4-3-40 0,0-3 24 31,0-4-124-31,-4 0-148 0,3-3-224 0,-6 1-372 16,-2-2-684-16,-3 4-2152 0,4-6-2733 15</inkml:trace>
  <inkml:trace contextRef="#ctx0" brushRef="#br0" timeOffset="-205764.241">13486 13062 11325 0,'0'0'1976'15,"0"0"-1444"-15,0 0-404 0,0 0 276 0,0 0 660 16,0 0 228-16,0 0-112 0,96 25-340 15,-56-19-224-15,4 1-140 0,7-4-96 0,5 3-172 16,4-3-60-16,0 1 32 16,0-1-104-16,-1 0-76 0,-3-3-8 0,0 0-64 15,-8-3-12-15,0-7-256 0,-5 1-236 16,-3-4-212-16,-4-3-296 0,-4-3-712 16,-9 3-2020-16,-6-6-2133 0</inkml:trace>
  <inkml:trace contextRef="#ctx0" brushRef="#br0" timeOffset="-205485.376">14263 12797 3180 0,'0'0'6368'16,"0"0"-5036"-16,0 0-471 0,0 0 343 0,0 0-32 15,88 11-32-15,-73-3-20 0,6-1-224 16,-1 3-276-16,-5 3-272 0,6-1-104 0,-6 8-32 15,2-1-4-15,-6 3 0 0,-2 3-24 0,-5 3-84 16,-1 8 0-16,-3-4-16 16,-3 6-24-16,-10 0-60 0,5-1 0 15,-7 1-8-15,-1-2-52 0,0-1-52 0,0-4-132 16,0-5-100-16,0-1-160 0,-1-5-92 16,6-1-124-16,-1-7-104 0,4-2-360 15,0-7-1152-15,0-3-3421 0</inkml:trace>
  <inkml:trace contextRef="#ctx0" brushRef="#br0" timeOffset="-204884.322">14976 12928 10544 0,'0'0'1941'0,"0"0"-793"0,0 0-524 0,0 0 124 16,0 0-68-16,0 0 0 0,0 0-132 0,45-85-348 15,-34 58-192-15,2-3-8 16,2-5-4-16,2-1-148 0,-2 2 16 15,5-1-64-15,-4 5-12 0,0 3-52 0,0 7 112 16,-4 4 28-16,0 4 60 0,-5 5-60 16,-3 5 36-16,1-2-64 0,-1 4 152 15,0 4 64-15,0 3 212 0,0 1-16 0,-1 5 36 16,5 3-72-16,1 5-40 0,-1 5 92 16,-5 7-52-16,5 4 48 0,1 4-12 15,-2 4 52-15,1 3 8 0,0 6 124 16,1-1-112-16,-6 4-112 0,1 1-60 15,0 2-36 1,0 0-52-16,0 1 0 0,-4-7-60 0,4-6 0 16,-4-8-12-16,0-4-8 0,0-8-52 15,0-6-64-15,0-3-244 16,0-6-268-16,0-3-316 0,-8-1-416 0,0 1-844 16,1-4-2157-16,-6 1-2211 0</inkml:trace>
  <inkml:trace contextRef="#ctx0" brushRef="#br0" timeOffset="-204714.608">15108 13589 1292 0,'0'0'9540'16,"0"0"-7907"-16,0 0-689 15,0 0 516-15,0 0-328 0,80 19 308 16,-49-16-8-16,5-3-364 0,5 0-336 0,2 0-196 16,0-6-172-16,2-4-180 0,-2 1-184 0,2-5-76 0,-2 2-264 31,1-1-352-31,-8 0-248 0,-4 4-280 15,0 0-752-15,-13 5-2512 0,1 4-3429 16</inkml:trace>
  <inkml:trace contextRef="#ctx0" brushRef="#br0" timeOffset="-203820.78">5542 13475 1304 0,'0'0'8728'15,"0"0"-6899"1,0 0-473-16,0 0-288 0,0 0-56 0,0 0 60 16,0 0-348-16,0 0-156 0,0 0 28 15,0 0 80-15,91-4-108 0,-47 4-240 16,0-3-8-16,7-3-64 0,5-4-112 16,-4 1-20-1,4-4-120-15,-5-1-4 0,-2-4 0 0,-1 3-84 16,-5-4-4-16,-3-1-68 0,-4-2-296 0,-5 3-200 0,-3 0-136 15,-7 0-252-15,-5 6-748 0,-8 4-1052 0,-4 2-1993 0,-4 1-1307 16</inkml:trace>
  <inkml:trace contextRef="#ctx0" brushRef="#br0" timeOffset="-203597.462">6060 13195 2520 0,'0'0'2776'16,"0"0"-1016"-16,0 0-384 15,0 0 304-15,0 0 113 0,0 0-309 16,0 0-520-16,0 0-204 0,0 0-80 0,83-26-24 16,-67 26-132-16,-4 3-80 0,0 4-180 15,-4 0-128-15,0 5-136 0,-4 1-100 16,0 6 96-16,-4 3-108 0,0 7-236 0,0 2-124 16,-8 1-144-16,0 3 12 0,-3-3 12 0,-2-3-192 15,-2-1-412-15,-2-6-740 16,2-3-845-16,-13 4-1671 0</inkml:trace>
  <inkml:trace contextRef="#ctx0" brushRef="#br0" timeOffset="-203010.768">4202 13522 5824 0,'0'0'8265'16,"0"0"-6825"-16,0 0-1088 0,0 0-92 16,0 0 232-16,0 0 304 0,0 0 24 15,0 0-120-15,0 0-48 0,0 0-188 16,53-79-180-16,-37 50-140 0,-1-2-144 16,2-8-48-16,-2 1-48 15,6-6-64-15,-1-4-60 16,-1 0-48-16,1 1-88 0,4 6-64 0,-4 6 76 15,-4 3 72-15,-4 10 52 0,0 2 44 0,-4 9 28 0,0 4-12 16,-4 3 0-16,-4 4-16 0,3 0 176 0,-3 0 76 16,0 4 36-16,4 5 160 0,1 3 0 15,-1 7 0-15,4 4-124 0,-1 3 60 16,1 5-20-16,1 4 20 0,2 6-60 0,-3 7 36 16,5 3-124-16,-2 6 52 15,2 6-104-15,2 1 52 0,-3 3-60 16,0-4-108-1,0-7 32-15,0-7 76 0,-4-8-4 0,0-12 0 16,0-6 0-16,-5-9-68 0,6 0-28 16,-5-2 28-16,0 1-76 0,0-1-136 0,-4 1-344 0,0-3-80 0,0 6-176 31,0-4-436-31,-4 1-772 0,-4-1-761 0,4-2-1995 16,-8 0-536-16</inkml:trace>
  <inkml:trace contextRef="#ctx0" brushRef="#br0" timeOffset="-202749.226">4350 14065 4000 0,'0'0'208'0,"0"0"5296"0,0 0-3607 0,0 0-501 16,0 0-224-16,0 0-48 0,0 0-256 0,0 0-204 16,0 0-288-16,0 0 132 0,0 0 172 15,68-13 32-15,-40 10-280 16,3 0-188-16,6 3-72 0,-1 0-64 0,3-3-32 15,5 3-16-15,0 0-48 0,0 0-12 16,0 0-4-16,-1 0 4 16,2 0-72-16,-9 0-148 0,-5 0-272 0,1 0-84 0,-4 0-152 31,-5 0-152-31,-2 0-284 0,-5 3-476 0,-1 3-564 16,-7-3-953-16,5 4-2839 15</inkml:trace>
  <inkml:trace contextRef="#ctx0" brushRef="#br0" timeOffset="-186304.549">6633 16008 8172 0,'0'0'5853'0,"0"0"-4741"0,0 0-496 0,0 0-108 0,0 0 376 16,0 0 220-16,0 0-280 0,0 0-308 16,-12-10-320-16,24 10-188 0,16-2 152 15,8 2 220-15,16-4-124 0,8 1-160 16,3 0 4-16,5 0-92 0,0-3 108 16,0 2-104-16,-4-2 32 0,-1 0-44 0,-7 1-96 15,0 0 88-15,-9-2-128 0,-7 1-96 16,-8-1-24-16,-4 2-440 15,-8 2-116-15,-5-1-376 0,2 4-536 0,-13 0-728 16,0 0-1965-16,-4 4-1639 0</inkml:trace>
  <inkml:trace contextRef="#ctx0" brushRef="#br0" timeOffset="-186104.467">6741 16205 9440 0,'0'0'1152'16,"0"0"-547"-16,0 0-309 0,0 0 168 0,0 0 392 0,0 0 100 0,0 0 84 16,64 69-396-16,-29-62-180 0,10-1 92 0,-2-2-144 15,9 3-100-15,-1-7-152 16,-2 0-136-16,-2 0-24 0,-3 0-172 16,-4 0-80-16,-4 0-184 0,-5 0-356 0,1-7-176 15,-4 0-648-15,-4 2-733 0,-7-2-807 16,-6-3-1400-1</inkml:trace>
  <inkml:trace contextRef="#ctx0" brushRef="#br0" timeOffset="-185688.35">6777 15529 6916 0,'0'0'2388'0,"0"0"-956"0,0 0 101 0,0 0-637 0,-32 67-492 16,12-30-264-16,-3 9-140 0,-5 4-76 0,-4 4-88 16,0 3 12-16,-5 3-168 0,1-4 320 15,1 3 52-15,-5-6 380 0,5-2-228 16,-1-7 256-16,-1-2-32 0,9-4-100 15,1-2 52-15,7-11-40 0,3-3-140 16,10-10-48-16,7-2-152 0,0-4-76 0,0 1-164 16,16-1 228-1,3 0 12-15,9 7 140 0,12-1 120 16,8 5 96-16,8 1 20 0,4 1-28 0,4 3-24 16,3 2-176-16,1 1 88 15,-5 0-64-15,6 0-160 0,-1 0 76 16,-5 4-88-16,-3-7 0 0,-9 1-40 0,-3-4-32 15,-8-6-28-15,-4-11-36 0,-8-2-348 16,-4 0-336-16,0-13-140 0,-9-5-404 0,-6 2-944 0,-1-25-2785 16</inkml:trace>
  <inkml:trace contextRef="#ctx0" brushRef="#br0" timeOffset="-185388.024">7299 15640 6248 0,'0'0'2920'15,"0"0"-1200"-15,84 25-383 0,-49-9 223 0,5 3-120 0,4 0-548 16,4 3-76-16,-4 3-404 0,-1-2-152 16,1-1-172-16,-4 0-4 0,0-3-80 15,-8 1 4-15,-4-5-8 0,-4 4 76 0,-9 4 48 16,-2 2 12-16,-5 1 332 0,-5 5-36 0,-3 7-124 15,0 4-100-15,-7 2-104 0,-6 1-100 16,-2 2 44-16,-6-2 60 16,-7 2-24-16,-3-3-84 0,-9-2-160 0,-3 2-184 15,-2-6-272-15,-2-2-100 0,-1-5 60 0,4-2-300 16,4-7-216-16,4-3-820 0,12-6-1245 16,1-7-3859-16</inkml:trace>
  <inkml:trace contextRef="#ctx0" brushRef="#br0" timeOffset="-182997.456">8120 12439 9548 0,'0'0'2425'0,"0"0"-1169"0,0 0-836 0,0 0-128 15,0 0 264-15,0 0 216 0,0 0 248 0,0 0-236 16,0 0-360-1,0 0-52-15,0 0-40 0,0 0-20 0,88 64-56 16,-69-61-44-16,-3-3-80 0,4 0-68 0,0 0 8 16,-5 0 4-16,6-6-76 0,-1 3-8 15,-5-4-152-15,2-2 12 0,-6-1-296 0,6-3-348 16,-10 1-252-16,5-4-276 0,1 0-704 16,-10 4-969-16,5-11-2443 0</inkml:trace>
  <inkml:trace contextRef="#ctx0" brushRef="#br0" timeOffset="-182567.491">8243 12125 7068 0,'0'0'1624'0,"0"0"-756"15,0 0-96-15,0 0 325 0,0 0 83 16,0 0-108-16,0 0-272 0,0 0-296 0,0 0-200 15,0 0-64-15,0 0-64 0,-80 44-40 16,76-28 4-16,4 3 8 0,0 0-16 16,0 4-20-16,0-1 100 0,0 0-76 15,0 0 52-15,0 5-40 0,4-6 16 0,0 5-4 0,4-1-12 16,-3-3 4-16,6 3-92 0,-3-2-52 0,5 2 40 16,2-3 64-16,-2 0-100 0,-2-3 36 15,1 1-44-15,0-1 76 16,0 0-80-16,-1-3 40 0,2 3-40 0,-5 0 136 15,-1 0-68-15,6-4-64 0,-9 2-4 16,0-2 48 0,-1-2-40-16,1-4 0 0,0 1 76 0,-4-3 16 0,5-2-28 15,-5-1 4-15,0-2 48 0,0 3 192 16,-9-5-8-16,5 6-148 16,-3-3-88-16,-6 0-72 0,5-3-40 0,-7 2-168 15,2-2-36-15,-2 0-76 0,-1 0-172 0,4 0-52 16,-4-2 60-16,0-1-140 15,0 0-204-15,0-1-280 0,0 2-544 16,4-3-436-16,5 5-1005 0,-2-2-1283 0</inkml:trace>
  <inkml:trace contextRef="#ctx0" brushRef="#br0" timeOffset="-181363.356">11108 11953 940 0,'0'0'6460'15,"0"0"-4680"-15,0 0-644 0,0 0 13 16,0 0-45-16,0 0-148 0,0 0-232 0,0 0-192 15,0 0-116-15,0 0-88 16,-80 44-40-16,72-25 24 0,-4 8 8 0,8 1 64 16,-4 4 16-16,8-1-92 0,0 1-32 15,0-3-32-15,0-1-56 0,4-8-188 0,4-7-60 0,-3-4-76 16,2-6-72-16,-3-3 20 0,4 0 28 16,0-6 112-16,4-4-4 15,0-3 44-15,0-5-140 0,0-6-112 0,-1 3-16 16,2-2 0-16,-5 4 104 0,-1 0 16 15,2 7 80-15,-5-1 12 0,0 7 16 16,0 0-4-16,-1 2-8 0,1 4-28 0,-4 0 64 16,4 4 24-16,5 5 124 0,-5 4 24 0,3 2-20 15,-3 2 52-15,4 4-32 0,-3 2-60 16,3-2-24-16,-1 5 36 0,-3 0-52 16,0 3-48-16,0 2 88 0,1-1-80 15,-5-3-8-15,4 4 88 0,-4-5-80 16,0 3 0-16,0-3 92 15,0-4 12-15,0 3-24 0,0-6-16 16,-4-3 28-16,-1 0-88 16,1-6 0-16,-4-1 64 0,4-2 0 0,-3-5-16 15,-2 2 52-15,5-4-12 0,-7 0-100 0,3 0-52 16,-5 0 48-16,-2-4-92 0,2-3-56 16,-2 1 68-16,2 1-216 0,-2 2 152 15,7-8-4-15,-4 5 92 0,4 0-52 0,0-1-152 16,4 4 12-16,0-3 100 0,0 3-12 15,4-4-60-15,0 5-68 0,0-2 4 0,4-2 112 16,4-1 164-16,-4 1 8 16,4 0 4-16,0 0-4 0,0-1-60 15,4 1 56-15,-1 0-44 0,2-1-136 0,-5-2-332 16,8 3-372 0,-4-1-172-16,-1 4-169 0,-2 0-563 15,-1 3-1428-15,3 0-2388 0</inkml:trace>
  <inkml:trace contextRef="#ctx0" brushRef="#br0" timeOffset="-169899.13">11566 15408 3860 0,'0'0'9513'0,"0"0"-7893"0,0 0-1612 0,0 0 772 16,27 66 548-16,-22-31-424 0,-5 10 416 16,0 9-292-16,0 6-296 0,-8 10-4 15,0 3-231-15,0 3-265 0,-4 4-172 16,4-1-12-16,-4 1-36 0,0-4 60 0,4-10-72 16,0-11-12-16,1-15-36 15,-2-14 36-15,9-13-84 0,-4-7 0 16,4-6-112-16,-4-10-48 0,4-8-97 0,-4-11-459 15,4-16-484-15,0-5-592 0,0-14-276 16,0-2-228-16,0-4-617 0,0 0 105 16,0 0-364-16,0 0 412 0,0 1 1800 15,0 1 1056-15,8 8 784 0,0 2 652 16,8 8 1352-16,-4 6-588 0,4 2-112 0,0 11-343 16,0-2-257-16,4 8-112 0,0 7-412 0,0 2-284 15,-5 3-140-15,5 3-196 0,1 5 52 16,-2 5-84-16,1 0-112 0,-3 0-64 15,-2 12 36-15,-3 4-32 0,0 10-32 16,-4 2 56-16,-4 10-28 0,-4 3-16 16,0 1-8-1,0 2-112-15,-8-4 124 0,-3 2 196 0,-2-1-196 16,1-3-84-16,5-2-40 0,-2-5-4 16,5-8 0-16,4-1-68 0,4-3-140 15,9-3 164-15,2-1 0 0,5 2-104 16,4-4 152-16,3-5 0 15,1 6 0-15,0-5 72 0,0 4 100 0,0-5 0 16,-4 3-36-16,-3 2 0 0,-2-4 60 0,-6 4 0 0,-2 0 72 16,-3-1-96-16,-4 1 36 0,0-1-36 15,-4 4-12-15,0-3 32 0,-8 4 40 16,0 1 84-16,-8-3-120 0,-4 5-88 0,0-1-24 16,-4 0-32-16,-4-3-4 15,1 0-36-15,-5 0 0 0,-4-4 37 0,0-2-49 16,-4-4-97-1,-4 1-15-15,4-7-192 16,1 2 76-16,3-2-104 0,4 0-44 0,8 0-176 0,13 0 64 16,2-2-276-16,5 2-272 0,4 0-1092 15,4 0-1688-15,5 0-821 16,10-7-1295-16</inkml:trace>
  <inkml:trace contextRef="#ctx0" brushRef="#br0" timeOffset="-169514.62">13315 15084 8944 0,'0'0'4341'15,"0"0"-3641"-15,0 0-532 0,0 0 324 16,0 0 228-16,0 0 388 0,0 0 360 15,0 0-532-15,0 0-580 0,0 0-208 16,-51 67-24-16,26-29 8 0,-6 10 100 0,-1 5-48 16,-4 11-12-16,-8 6-100 15,-4 15-20-15,-8 8-48 0,-3 11 56 0,-9 5 0 16,-4 5 52-16,4-3 32 0,1 3 16 16,3-6-100-16,4 0-60 15,4-6-180-15,4-1 12 0,5-2-4 0,-1-4 48 16,4-6 76-16,5-3-36 0,3-10-4 15,3-10-20-15,10-12 48 0,3-12-28 16,4-11-20-16,8-12-52 0,0-6-124 0,4-9 76 0,4-2-64 16,-4-2-48-16,4 0-72 15,0 0-180-15,0-2-348 0,0-8-188 0,4 3-892 16,0-2-909-16,7-7-1875 0</inkml:trace>
  <inkml:trace contextRef="#ctx0" brushRef="#br0" timeOffset="-168897.918">12845 16726 10452 0,'0'0'1957'0,"0"0"-1521"0,0 0 136 15,0 0 472-15,99 0-88 0,-63 0-120 0,8 0-400 16,0 0-100-1,-4 0-148-15,4 0-52 16,-5-7-88-16,2 0 32 0,-6-1-80 0,-3-3-76 16,-4-1-72-16,0-1-76 0,-5-3-704 15,-6 4-344-15,-6 2-1004 0,2 1-2513 16</inkml:trace>
  <inkml:trace contextRef="#ctx0" brushRef="#br0" timeOffset="-168559.514">13184 16815 1656 0,'0'0'5260'0,"0"0"-3364"15,-8 66-460-15,16-30 265 0,-5 5-157 0,5 3-224 0,-3 3-276 16,-1-3-212-16,-4-2-320 0,4-4-316 0,-4-6-196 16,0-3-36-16,0-1-112 0,-8-6 36 15,3 0-64-15,-6-2-296 0,-1-1-172 0,-1-3-224 16,-2-1-272-16,-1-2-252 0,-4 0-397 15,0 0-227-15,0-4 224 0,0-3 684 16,-4 1 928-16,4-4 180 0,-4 0 428 16,1 1 224-16,2-2 480 0,1-2 268 0,13 0-44 15,-1 0-335-15,8 0-229 0,0 0-316 16,0-2-44-16,8-5 104 16,8 4-16-16,3-7-40 0,9 4 204 0,4-3 44 0,4 2-300 15,0-3 44-15,0 4-136 0,-4-3-336 16,4 2-60-16,-5 1-76 0,1-3-152 15,-4-1-628-15,0 0-724 0,-4 3-1092 16,0-1-3617-16</inkml:trace>
  <inkml:trace contextRef="#ctx0" brushRef="#br0" timeOffset="-168122.206">13530 17110 5276 0,'0'0'5268'0,"0"0"-4095"0,0 0 403 0,0 0 136 0,0 0-340 16,20 82-164-16,-20-59-504 0,0-1-372 16,0 0-184-16,0-2-148 0,0-1-24 15,0-5-136-15,0-3-24 0,0-5 0 16,0-4 48-16,0-2 72 0,0 0-36 16,0 0-196-16,0-5-140 0,8-4 100 15,4-4-12-15,-4 0 212 0,4-3 8 0,4 3 24 16,-4 3-8-16,0 1 64 15,4 3 44-15,-5-1 0 0,2 7-108 0,-2 0-4 16,2 4 116-16,-5 5 240 0,-1 0-92 16,1 4 44-16,1 1-92 0,-5-2 24 0,3 1-24 15,-3-7-84-15,-4 1-16 0,4-5-40 32,-4-2-120-32,4 0-80 0,1-2 60 0,2-5 180 15,1-3 244-15,0-3-80 16,4 1-164-16,-4-4-176 0,4 6-28 0,0-2 188 15,-4 5-68-15,4 1 20 0,0 6-88 0,-4 0 28 16,3 3 124-16,-2 4 48 16,-1 6 168-16,3-1 32 0,-2 1-16 15,-5 6-32-15,4-4-28 0,-4 2-20 0,-1-2-100 16,1 1-52-16,-4-3-100 0,0 0-72 0,5-4-216 16,-5 1-760-16,4-4-1164 0,-4-3-2169 0,4 1-3207 0</inkml:trace>
  <inkml:trace contextRef="#ctx0" brushRef="#br0" timeOffset="-167874.119">14116 17117 2644 0,'0'0'8337'16,"0"0"-6237"-16,0 0-1092 0,0 0-112 0,0 0-52 16,0 0-188-16,0 0-232 0,0 0 124 15,0 0-116-15,0 0-184 16,95 2-108-16,-67-11-140 0,0-3-60 0,-4-2-28 16,0-5-108-16,0-3-524 0,0 0-508 15,-4-4-664-15,-4 7-1244 0,-4-15-3801 0</inkml:trace>
  <inkml:trace contextRef="#ctx0" brushRef="#br0" timeOffset="-167427.061">14271 16691 3740 0,'0'0'6996'0,"0"0"-5631"16,0 0-33-16,0 0 328 0,0 0-300 0,0 0-240 15,0 0-120-15,0 0-312 0,-83 60-380 16,79-48-184-16,-1 5-116 0,5 5-8 0,0 3-8 15,0 4 8-15,0 6-12 16,0 0 8-16,9 3 4 0,3 0 16 0,-5 0-12 16,6 3 44-16,-2 1-40 0,1-1 76 15,4-3-72-15,-4 3-12 0,0-3-40 0,0 0-20 16,-4 1 48-16,0-5-52 0,0 1 56 0,-4-3-28 16,0 0 32-16,0-4 8 15,0-2 68-15,-4-1 12 16,0-3 28-16,0-2 8 0,-4-2 16 0,-4 1 36 15,0-6-28-15,-4 0 52 16,-4-1 12-16,5-1-16 16,-6-3-68-16,-3 3-52 0,1-9 64 15,2 5-40-15,-2-7-8 0,-1 0-88 0,0 0 0 16,0 0-12-16,0 0-36 0,4-7 44 16,0 5 0-16,5-5-168 0,-2 3 40 0,5-1 48 15,1 2-40-15,3-4-44 0,-1 0-28 16,1 2-36-16,4-2-76 0,-4-3-20 0,4 2 32 15,0-3-120-15,0-2-200 0,4 1-188 0,0-4-316 16,5 3-316-16,-2-3-860 16,-3 7-1977-16,4-7-3219 0</inkml:trace>
  <inkml:trace contextRef="#ctx0" brushRef="#br0" timeOffset="-166410.469">15534 16227 2132 0,'0'0'480'0,"0"0"5980"16,0 0-4331-16,0 0-473 0,0 0-268 15,0 0-188-15,0 0-220 0,0 0-180 16,0 0-204-16,0 0-264 0,-8 3-172 16,8-3-96-16,4 0-56 0,0 0-8 15,5-3 84-15,6 0 264 0,5 3 192 0,0-3-16 16,8 0-120-16,0 0-184 0,3-1-24 16,1 4-100-16,5-3 28 0,-1-3-112 0,3 2 84 15,5-2-88-15,4 0 152 0,0-3-156 16,3-1-4-16,5-1 108 0,-4 0-32 15,3-3-28-15,-3 2 24 0,-3-1-64 16,-6 5 76-16,-3-3-76 16,-4 3-8-16,0 1 0 0,-4-3 0 15,-4 7-44-15,0 0-64 16,-9-1 108-16,1 1-8 0,1 3 4 0,-10 0-56 16,5 0-28-16,-8 0 16 0,0 0-36 15,0 0 56-15,-4 0-20 0,4 3 64 16,-4 1-112-16,0-4 44 0,-4 3-56 0,4-3 20 15,0 0-80-15,-4 0 20 0,0 0-96 0,0 0-16 16,0 0 16-16,0 0-52 0,0 0-196 16,0 0-228-16,0 0-448 0,-4 0-1064 15,-8 0-3093-15</inkml:trace>
  <inkml:trace contextRef="#ctx0" brushRef="#br0" timeOffset="-165840.286">16503 15837 3484 0,'0'0'832'0,"0"0"4056"0,0 0-3167 0,0 0-449 16,0 0-188-16,0 0-140 0,0 0-88 0,0 0 152 16,0 0-328-16,0 0-148 0,0 0-144 15,87 22-104-15,-67-9 0 0,4-4-88 16,0 3-48-16,0-1-36 15,-5-3-12-15,2 3-28 0,-1-3-64 16,-5-1 52-16,-2 3-52 0,-1 3 80 16,-5-1 12-16,1 1-40 0,-3 6 76 15,-5 3 12-15,0 3-52 16,-5 4 16-16,-7 2-52 0,1 5 0 0,-6-4-56 16,-3-1-4-16,5-2-84 0,-6-1-124 0,2-3-296 15,-5-2-348-15,4-4-300 0,-4-3-440 16,8-6-1164-16,-4-4-2577 0</inkml:trace>
  <inkml:trace contextRef="#ctx0" brushRef="#br0" timeOffset="-165207.854">15706 15827 744 0,'0'0'6584'16,"0"0"-3732"-16,0 0-1103 0,0 0-737 15,0 0 124-15,0 0-24 0,0 0-184 16,0 0-236-16,0 0-304 0,0 0-128 0,0 0 48 16,-8-66 16-16,16 46-28 0,-1 5 24 15,1-5-24-15,5 1-64 0,-2-3-36 16,6 0-12-16,-6-3-12 16,6 3-36-16,-2-4-76 0,1 4 12 15,-4 3-64-15,4-1 44 0,-4 8-52 0,0-1-48 0,-4 8-108 16,4-2-80-16,-1 7 140 0,2 0-100 15,-1 9 36-15,4 7 88 0,-1 6 60 0,-2 3 20 32,2 4-16-32,2 3 8 0,-2-7-8 15,2-3-112-15,-6-2 76 0,6-5 44 16,-2-4 0-16,-2-5 8 0,2-4 40 0,5-2 60 16,0 0 52-16,-4-6-60 0,3-3-28 15,5-1-68-15,-3 1-4 0,-1-4-208 0,3 3-468 16,5-2-240-16,-4-1-440 0,4 0-636 0,-4 4-2061 15,8-7-3679-15</inkml:trace>
  <inkml:trace contextRef="#ctx0" brushRef="#br0" timeOffset="-163662.257">18264 15735 3544 0,'0'0'548'0,"0"0"3988"0,28-79-2712 0,-21 53-547 16,-3-6 43-16,0 4-48 0,-4-1-136 15,0 4-16-15,0 2-176 0,-8-2-200 0,-3 3-104 16,-2 0-64-16,2 0-132 15,-10 6-80-15,6 0-56 0,-5 4-140 0,-5-2-56 0,2 5-4 16,-1 3-24-16,0 6-32 16,4 0-40-16,-3 0-12 0,-1 3-48 0,-4 9-88 15,3 7-12-15,-6 4-20 0,3 9-4 16,-4 5 0-16,-4 8 64 0,4 6 20 16,0 3 16-16,1 3 24 0,3 4 40 15,3-1-52 1,6 0 60-16,3 1 4 0,4 2-4 15,8-6-52-15,-1 3 44 0,5-6 8 16,0-3 48-16,9-3-36 0,3-6 60 0,0-9-12 16,4 0 52-16,0-8-40 0,3-2-72 0,6-5 72 15,-1-2-8-15,0-3-52 16,3-4 132-16,1 1-140 0,-4-7 60 16,4 0-60-16,-4-3 68 0,0 0-12 0,-1 0-12 15,1-3 0-15,1-3 28 0,-5-4-64 16,-1 1-12-16,1-1-48 15,1 1-16-15,-2-4-32 0,-3 4-148 16,-4-4-344-16,-1 3-72 0,2-2-176 0,-1-1-244 0,-5 3-584 16,-2-5-884-16,3 4-1885 0,-8-1-2359 0</inkml:trace>
  <inkml:trace contextRef="#ctx0" brushRef="#br0" timeOffset="-162335.224">16395 16906 2048 0,'0'0'992'15,"0"0"4668"-15,0 0-3568 0,0 0-599 16,0 0-381-16,0 0-44 0,-48-66-108 16,41 60-80-16,-6-1-32 0,5 4-204 0,1 0-124 15,-2 3-124 1,1 0-16-16,0 0-12 16,5 3-60-16,-6 7-260 0,1 5-48 15,1 4-120-15,3 6-28 0,-4 5 88 0,8-2-16 16,0 1-8-16,0-7 20 15,0-3-32-15,4-10-88 0,0 1-16 0,0-7 40 0,-1-3 0 0,1 0 112 16,4 0 48-16,1-6 0 16,-2-7-136-16,1 0-48 0,5-3-4 0,-2 4 52 15,1-1-72-15,0 7 32 16,4 3 4-16,-4 3 8 16,4 0 104-16,0 6 8 0,0 3 40 0,0 4 12 15,-4 3 12-15,4 0 100 0,-4 6 0 16,-5-3-48-16,6 6 60 0,-9 0-24 0,0 1 12 15,-1 6-40-15,-3 0 16 0,0 3-28 0,0 0 52 16,-3-1 24-16,-1-2 172 0,-4-3 76 16,-1-4-16-16,2-2 28 0,-1-8-44 0,0-2-20 15,-4-2-64-15,4-3-36 16,-4-5-48-16,4 0-64 0,-8-3-120 0,4 0-60 16,-8-3-88-16,4-6-32 0,-3-4-164 0,-2-3-120 15,1-3 12 1,1-3 20-16,-1 3-96 0,3-3-228 15,2 3-552-15,-2-7-876 0,6 5-1081 16,-1 4-2151-16,0-11-23 0</inkml:trace>
  <inkml:trace contextRef="#ctx0" brushRef="#br0" timeOffset="-161935.338">16148 16649 1852 0,'0'0'3180'0,"0"0"1640"0,0 0-3091 0,0 0-397 16,0 0 4-16,0 0-160 0,0 0-196 15,0 0-180-15,0 0-268 0,0 0-224 16,8 0-48 0,-4 0 0-16,8 0 208 0,-1 0 256 0,2 0-408 15,2 0-56-15,6 0-80 0,-1 0-44 0,-1 0-40 16,1 0-84-16,1-3-8 0,-6 3 84 0,5-3-88 16,0 0-48-16,-8 0 0 0,4 0-72 15,-4 3-4-15,0-4-120 0,-5 1 36 16,2 0-256-16,-1 0-64 0,-4 0-160 15,3 0-204-15,-3 3-748 0,1 0-1516 0,-5 0-3437 16</inkml:trace>
  <inkml:trace contextRef="#ctx0" brushRef="#br0" timeOffset="-151861.038">9916 13855 3276 0,'0'0'0'15,"0"0"0"-15,0 0 548 0,0 0 992 16,0 0-384-16,0 0-64 0,0 0-28 0,0 0-144 16,0 0-364-16,0 0-128 15,0 0-132-15,0-3-63 0,0 0-41 0,0 3-36 16,0 0-80-16,4 0-24 16,-4 0-44-16,0 0 4 0,0 0 40 15,0 0 12-15,0 0 40 0,0 0 12 0,0 0 48 16,0 0 16-16,0 0-24 15,0 0-28-15,0 0 12 0,0 0 0 16,0 0-24-16,0 0-4 0,0 0-96 0,0 0-4 16,0 0-8-16,0 0 4 0,0 0-8 15,0 0-4-15,0 0-48 0,0 0-36 0,0 0 12 16,0 0 12-16,0 0 0 0,0 0 12 16,0 0 0-16,0 0-24 0,0 0 24 0,0 0 0 15,0 0-12-15,0 0-52 16,0 0-60-16,0 0-44 0,0 0-12 0,0 0 28 15,0 0 24-15,4 0 12 0,-4 0-65 16,0 0 1 0,0 0 0-16,0 0 52 0,0 0-52 0,0 0-68 15,0 0-88-15,0 0-52 0,0 0 0 16,4 0-288-16,-4 0-348 16,5 0 72-16,-5 0-12 0,4-3-144 0,-4 3-508 15,0 0-127-15,0 0 1795 0,-13 3-1 16</inkml:trace>
  <inkml:trace contextRef="#ctx0" brushRef="#br1" timeOffset="-139591.887">9179 11833 484 0,'0'0'2216'0,"0"0"-1068"0,0 0-380 0,0 0-92 0,0 0 144 16,0 0-400-16,0 0-136 0,0 0 224 16,0 0 1788-1,0 0-1072-15,0 0-499 0,0 0-241 16,0 0-32-16,0 0 8 0,0 0-4 16,0 0-48-16,0 0-192 0,0 0-216 0,0 0-48 0,0 0 48 0,8 16 88 31,1 6 188-31,-2 7-108 15,5 3-92-15,-4 8-28 0,4 4-48 0,-4 2 0 16,0 1 8-16,0 4 32 0,0 3-40 0,0 0 8 0,-4 3-4 16,0 4-4-16,4-1-8 0,-4 0 0 15,0 0-76-15,0 1 80 0,3-1 4 0,-3 0-64 16,5-3-40-16,-1 1 44 16,-1-1-4-16,1 0 0 0,1-3 20 0,-1 0 36 15,-1-4 4-15,2 2-4 0,-5-5-92 0,4-2 48 16,-5 2 52-1,5-6-12-15,-4 1 8 16,1-7 4-16,-1-1 228 0,3-5-228 0,-3-1-12 0,4-2-76 16,1 3-4-16,-2-4 44 0,5 4-16 15,-3 2 12-15,2 1 48 0,-3 1-112 16,0 0 52-16,0-3-12 0,-4 1-36 0,0-2-80 0,0-1 192 16,0-2 0-1,-4-1-116-15,4-2 52 0,-4-4 52 16,0-4-40-16,4 1 44 0,-4-3-40 0,4 0-32 15,0-1 76-15,-4 1 4 0,4 3 76 16,0 3 16-16,0 0 36 0,0 3 140 16,0 3-92-16,-4 4-100 0,3 0-32 15,2-1-44-15,-5-3 0 0,0 1 8 0,0-4 92 16,0-3 16-16,0-5-64 0,4-6 48 0,-4-2 0 16,0-6-100-16,0 0-112 0,0 0-68 15,0 0 80-15,4 0 92 0,-4 0 8 16,4 0 88-16,-4 0-36 15,4 0 88-15,-1 0 112 0,6 0 28 16,-5 0-92-16,0 0-76 0,4 0-24 0,-5 0 4 0,10 0 120 16,-5 0-36-1,-1 0 24-15,1 0 16 0,5 0-56 16,-6 0-16-16,5 0-32 0,1-2 24 16,2-2 12-16,1 2-144 0,0-4 64 0,4 1 96 15,4-1-100-15,-1 3 20 16,5-2 12-16,0-6-96 0,4 5-8 15,0-4-104-15,0 5 112 0,0-2 36 0,4-3 20 16,0 4-56 0,0-1 0-16,-1-2-68 0,1 0 60 0,0 2-84 15,-4 1 92-15,4-4 0 0,0 4 64 16,-4 0-64-16,4-4-40 0,-5 4 32 0,1 0-44 16,0 2-84-16,0-3 136 15,0 7-76-15,-4-2-32 0,0 2 108 0,-4 0 0 16,4 0 0-16,-5 0-4 0,5 0 0 15,-4 2-4-15,0 2-28 0,0-1 24 0,0 1 12 16,0 2-8-16,0-3-56 0,0 0 56 16,0 4-36-16,-1-4 44 0,5 0 40 15,0 0-36-15,4 0 84 0,4 0 24 16,4-3-12-16,-4 0-92 0,3 0-8 16,1 0 0-16,-3 4 0 0,6-4-4 0,-3 0 4 15,4 0 0-15,-1 0 0 0,6 0 8 16,-2-4 4-16,1-2-12 0,3 0-12 15,1 0 12-15,-3 2 4 0,2-2-4 0,1 0-76 16,-4 2 72-16,-1 1 4 0,2-1-8 16,-2 4 8-16,1 0-8 0,-4 0 8 15,4 0 8-15,-5 0-8 0,2 0 4 16,-2 4 0-16,2-1 144 0,-2 1-136 0,0-1 312 16,2 3 76-16,-2 1-328 0,2-1-20 0,-2-3 8 15,5 3-60-15,-4-3-64 0,4 1 64 16,-1-4 44-16,1 0-44 15,0 0 0-15,0 0-8 16,-1 0 12-16,1 0-4 0,0 0 44 0,0 0-40 16,0 3-4-1,0 0 4-15,-4 3 8 0,7-3 28 0,1 7-40 16,0-7-24-16,-1 3-28 0,5-3 28 0,0 1 20 16,0-1-8-16,4-3 4 0,-5 0-44 15,5-3 52-15,-4-4 16 0,8 1-16 16,-8 0 0-16,3-4-4 0,-3 4-60 15,4 0 64-15,-4-1 8 0,3 4-8 0,-3 0 48 16,4 0-48-16,0 0 12 0,-1 0-24 0,-3 3 28 16,8-4-16-16,-4 1 4 0,4 0 0 0,-5 0-4 15,1 0 0-15,0-4 0 0,0 1 0 16,0 0-8-16,-4 0 0 16,-1-1-56-16,1 1 60 0,0 0-8 0,-4-1 0 15,-1 0-88-15,1 4 100 0,0 1 0 16,-1 2 4-1,1 0 0-15,0 0-4 0,-1 0 0 16,5 5 44-16,-3-2-40 0,2 3-4 16,-3 1 0-16,4-3 0 0,-4 2-32 0,0 1 32 0,-5-1 0 15,1 0 8-15,0 0 104 0,0 1-112 16,-5-1 4-16,5 0 128 0,-8 1-40 16,3 2-84-16,-2 1-8 0,2-4 124 0,-7 3 48 15,5 1-72-15,-6-4-100 0,-3 4 0 16,0-4 4-16,-4 1 0 15,-4-1 4-15,-1 1 52 0,-2-5-8 0,-1 1 32 16,-1-3-84-16,-3 4-4 0,0-4 0 16,-4 0-8-16,0 0-28 0,1 0 40 15,-6 0 0-15,-3 0 8 0,4 0 4 0,0-4-4 32,-4 1-4-32,0 1 48 0,0-2-48 0,4 1 8 15,-4-3 48-15,3-4-12 0,-2-3-36 16,7-3 0-16,-4-6-12 0,-1-6-60 15,6-5 0-15,-2 0-100 0,2-9-40 16,2-3 52-16,-2-2-60 0,2 0 8 0,2-2-48 16,-2-2 12-16,2 4 60 0,-2-4-24 15,-2 0 128-15,-2-3 72 0,1-6 8 16,0-1 4-16,4-8-12 0,0-5-112 0,0-5-76 16,4-10-104-16,0 5-236 0,-1-6 0 15,2 1 124-15,-6 4 124 0,2 5 168 16,-2 4 8-16,1 3 104 0,-8 3 4 15,5 6 132-15,-6 4 92 0,-3 5-12 16,4 5-52-16,-4 3-156 0,-4 5-8 0,0 0 12 0,0 5-12 16,0 5 4-16,-8 0 8 0,0 1 100 15,4 5-104-15,-4 1 108 0,-4 0-112 0,4 6 84 16,1-4-80-16,-2 4 156 16,1 4-64-16,1-5-100 0,-6 8 0 15,9-4 0-15,-3 6 0 0,3-2 4 0,-4 1 4 16,-1 6 68-1,2-2-76-15,3 1 12 0,-4-1 76 16,4 4-36-16,-5 0-48 0,6-1 56 16,-5 2-8-16,4-4-40 0,-5 6 36 0,5-4 4 15,1 1-44-15,-5-1-4 0,4 2 84 16,-4-1-80-16,3 0-8 16,-2-1 64-16,-1 2-64 0,0-3 0 0,0 3-128 15,-4-2 80-15,4 4-16 0,-4-3 60 16,0 3 4-16,1-2 4 0,-2 2 0 0,2 0-4 15,-2-3 64-15,-2-1 12 0,3 4 128 0,-4-3-80 16,-1-1-116-16,2 4 40 16,-9-3-48-16,4 0-76 0,-4 0-24 0,-4 0-16 15,0-1 8-15,-4 1 108 0,1 3 0 16,-5-2-76 0,-5 2-152-16,6 0 16 0,-9 0 104 15,5 0 108-15,-10 0 44 0,1 0-40 16,5-4 4-16,-9 1 4 0,0 0 48 15,0 0-8-15,-4-1-44 0,0 1-8 0,-3 0 0 16,-1 3 4-16,-4 0 0 0,0 0-8 16,1 0-52-16,-5 0 52 0,5 0 8 15,-5 3 44-15,4 0-36 0,1 1-12 0,-6 2-4 16,2-3 4-16,-1 3 8 0,0-3 68 0,1 4-68 16,-2-4 128-16,-2 0-124 0,0 0 60 15,-2 1-72-15,2-1-8 0,-1-3 4 16,5 0-4-16,-5 0 4 0,0-3 4 0,5-1-4 15,-6-2 0-15,2 3-48 16,-1 0-48-16,0-4 100 0,-3 5 0 0,3-5 16 16,0 1-4-16,1-1 76 0,-1 1-16 0,0 0 80 15,0-4-128-15,1 4-24 0,-5-7-60 16,8 7-4-16,-3-8 12 0,2 6-8 16,2-5-4-16,-1 3-24 0,1-2 88 15,3 1-48-15,-3-1 108 0,-2 3-32 16,2-3-16-16,-1-2 88 15,0 5-40-15,5-4-44 0,-1 4 84 16,0-1 12-16,-4-3-112 0,4 4-40 16,1-4 32-16,-1 1-52 0,4-4 44 0,0 3-84 15,5 0-36-15,-1-3 12 16,0 4 60-16,0 2 64 0,4-3 0 16,1 4 0-16,-5-4 12 0,4 3 76 0,1 1-80 15,-5 3 56-15,4-4 24 0,0 4-48 0,4-4-32 16,0 4-16-16,1-1-40 0,-1 2-36 15,0-2 80-15,0 4-120 0,1 0 12 16,-1 3 64-16,4-3 32 0,-4 3-108 16,0 0 124-16,0 0-52 0,4 0 104 0,-3 0-92 15,-1 3 40-15,0 0 0 0,0 3 64 32,1 1-64-32,-2 2-8 0,2 1-44 0,-1-1-48 15,1 1 100-15,-2 2-40 0,1-2 36 16,1 2 4-16,-5 1 0 0,5-1 52 15,2 2-12-15,-2-2-32 0,-1 2-8 16,4-2 52-16,-4 1-48 0,5-5 96 0,-2 6-56 16,2-1-40-16,-6-4-8 0,6 0 8 15,-1 4 44-15,0-3-40 0,1-1-8 0,-2 0 4 16,6 1 60-16,-1 0-56 0,0-3 4 16,4-2 100-16,0 2-100 0,1 0 52 0,7-5-12 15,-4 2-40-15,4-4 100 0,0 0-72 16,4 3-40-16,-4-3 0 0,5 0 12 15,-1 0 40 1,-1 0 4-16,5 0-52 0,1-3-4 0,-1 3 72 0,-1-4-72 0,2 4 0 16,3-2-64-16,-4 2 64 0,4-5 76 15,1 5-72-15,-2 0 44 0,6 0-40 16,-2 0 0-16,5 0 80 0,1 0-24 0,-1 0-16 16,-1 0-48-16,5 0 8 15,0 0 0-15,1 0-4 0,3 0 72 0,-4 0-68 16,4-2 4-1,0 2-4-15,0 0-8 0,0 0-8 16,0 0 8-16,0 0 4 0,0 0 12 0,0 0 32 16,0 0 0-16,0 0 4 0,0 0-48 15,0 0-4-15,0 0-52 16,0 0-8-16,0 0-28 0,0 0-12 0,0-4-12 16,0 4-40-16,0 0-12 0,0 0-24 0,0 0-12 15,0 0-16-15,0 0-48 0,0 0-544 0,0-3-872 16,0 3-533-16,-4-12-1763 0,8 31-2556 15</inkml:trace>
  <inkml:trace contextRef="#ctx0" brushRef="#br1" timeOffset="-124131.453">16969 12569 11489 0,'0'0'3040'15,"0"0"-1556"-15,0 0-568 16,0 0-72-16,0 0 132 0,0 0-852 16,0 0 1052-16,0 0-700 0,0 0-476 15,-24-3 40-15,55 3-40 0,14 0 412 0,15 0 112 16,3 0-135-16,5-2-181 0,-1-2-196 15,1 1 72-15,-8-1-76 0,0-2 76 16,-4 0 12-16,0-7-48 0,-1 0-48 16,-3-2-80-16,0-4-100 0,-9 0-149 0,-6 0-255 15,-10-1-72-15,-7 8 20 0,-12 3-100 0,-4-2-384 16,-8 6-748-16,-16 2-2112 0,4-1-1165 16</inkml:trace>
  <inkml:trace contextRef="#ctx0" brushRef="#br1" timeOffset="-123958.541">17184 12649 3860 0,'0'0'6020'0,"0"0"-3687"16,0 0-1157-16,0 0-604 0,0 0-152 15,0 0 20-15,-24 63 592 0,40-50 12 16,12-4-200-16,4 4-164 0,11-7 8 16,6-2 12-16,2-4-112 0,5 0-224 15,0-10-144-15,-4-5-220 0,-9-5-172 16,1 1 172-16,-4-3-48 0,-8 0 48 0,0-6-608 15,-8 2-212-15,-5-5-512 0,-2 8-1596 16,-13-9-3489-16</inkml:trace>
  <inkml:trace contextRef="#ctx0" brushRef="#br1" timeOffset="-123690.85">17451 12339 10332 0,'0'0'4169'16,"0"0"-4017"-16,0 0 40 0,92 0 564 0,-49 0 72 0,5 0 96 15,4 0-8-15,4 0-128 0,3 2-124 16,1 1-52 0,4-3-272-16,-4 3-212 0,0-3-128 15,-5 3-60-15,-7 0 48 16,-4 1-84-16,-4-1-28 0,-8 3 28 0,-4 4-16 0,-8-3 28 16,-5 1-12-16,-3 5-28 0,-3-1-96 15,-9 2-12-15,0 5-100 0,-4 3 12 16,-9 0-36-16,-2 0-4 0,-9 2 16 15,-1 1-204-15,-6 0-524 0,-1-3-996 0,4-6-1080 0,-16 6-3745 16</inkml:trace>
  <inkml:trace contextRef="#ctx0" brushRef="#br1" timeOffset="-122974.479">20120 11816 1188 0,'0'0'8408'0,"0"0"-7168"0,0 0-19 0,0 0-93 16,0 0 80-16,0-66 116 0,0 57-132 15,4 5-88-15,-4 1-252 0,0 3-312 16,5 0-244-16,-1 3-164 0,3 13-132 15,5 9 380-15,0 13 328 0,0 17-112 0,-4 11-255 16,-5 8-257-16,-3 5-4 0,0-3-80 16,-3-3-60-16,-1-6-109 15,0-9-39-15,0-8 16 0,0-12-16 0,0-6 24 16,4-10-192-16,0-9-152 0,-3-10-280 0,3-3-224 16,0 0-284-16,-5-13-604 0,1-12-1892 0,4-7-53 15,-4 3-131 1,4-30 788-16</inkml:trace>
  <inkml:trace contextRef="#ctx0" brushRef="#br1" timeOffset="-122612.207">20120 11912 928 0,'0'0'2372'0,"13"-79"2716"0,2 57-2347 0,5-4-893 0,4 5-600 15,-1-2-152-15,5 7-24 0,-3 3-248 0,3 1-168 16,-8 5 0-16,-1 1-152 0,-6 6-148 16,-2 0-100-16,-3 3-96 0,1 3-36 15,-2 7 84-15,-7 6-12 0,0 6 36 0,0 11-88 16,-3 5-144-16,-10 7-48 0,1-1-24 0,1-6 20 15,-2 1 40-15,6-11 8 16,-1-5 0-16,8-4-68 0,0-6 60 0,0 0-60 16,11-1-52-16,1-2 60 0,4 4 56 31,9-5 8-31,-1-3 0 0,3 1 0 0,1-1 72 0,3 1-72 16,-3-1 8-16,0-2 80 15,-7 6 20-15,-2 0 52 0,-3-1-100 0,-8 4 12 16,-4 3 88-16,-4 0-28 0,0 3 16 0,-8 3-40 15,-7-3 40-15,-5 3-52 0,-1-5-84 16,-7 2 84-16,0-2-88 16,-4-5-8-16,1 1-88 0,4-6-120 0,-6-4-156 15,1 1-172-15,9-7-136 0,-5-4-88 0,8-5-176 16,4-4-268-16,7 0-544 16,6-2-524-16,3-5-1773 0,7 8-979 0</inkml:trace>
  <inkml:trace contextRef="#ctx0" brushRef="#br1" timeOffset="-122258.804">21579 11639 756 0,'0'0'10869'0,"0"0"-9241"0,0 0-852 0,0 0-28 16,0 0 320-16,0 0 200 0,-48 76-204 16,20-41-408-16,3 7-264 0,-6 5-184 15,-1 4-84-15,-8 6-84 16,1 7-40-16,-13 3 0 0,4 5 4 0,-11 8 8 16,-5 5-12-16,-1 8 0 0,-10 5-688 0,0 4 688 15,-2 5 100-15,-3 5-100 0,5-5-76 0,0 2-68 16,2-5 44-16,10-2-24 0,7-12 124 15,9-8 0-15,7-16 136 0,12-14 72 16,8-15-208-16,3-8-492 0,10-13 492 0,3-7 372 16,4-9-372-16,0 0-212 0,4-3-428 15,12-10-116 1,3-10-92-16,5-8-844 16,-3 5-2141-16,3-24-3955 0</inkml:trace>
  <inkml:trace contextRef="#ctx0" brushRef="#br1" timeOffset="-121592.983">21085 12821 7140 0,'0'0'2504'0,"0"0"-723"15,0 0-625-15,0 0-224 0,0 0 260 16,0 0-412-16,0 0 404 0,0 0-56 15,0 0 108-15,0 0-660 0,0 0-332 0,8-5-192 16,-5 25 44-16,-3 9 272 0,0 15-76 16,0 7-24-16,0 3-136 0,0 7-84 0,0-4-48 15,0 0-76-15,0 0-8 0,0-3-64 16,4-3-120-16,0-7-84 16,5-3-40-16,-1-6-172 0,3-9-212 0,2-7-200 0,-2-10-600 15,5-9-508-15,-4 0-732 16,7-25-3561-16</inkml:trace>
  <inkml:trace contextRef="#ctx0" brushRef="#br1" timeOffset="-121336.52">21487 12989 5716 0,'0'0'6073'0,"0"0"-5213"0,0 0-528 0,-84 34 64 31,49-14 188-31,-1 5 316 0,-1 4 56 0,1 2-324 16,5 1-320-16,3-3-76 0,5-4-88 0,6 1-72 15,6-8-76-15,2 2 4 0,5-8 4 16,4 1 4 0,0-4 0-16,9 4 52 0,2-6 144 15,5 5 152-15,0-3 408 0,8 2-132 0,-5-3-216 0,2-1-80 16,3 3-20-16,-5-4-16 0,1 1-156 0,1-1-64 16,-6-3-80-16,2 0-4 0,2-1-100 0,-3-2-8 0,5 0-64 15,-6-5-536-15,5-8-336 16,-4 1-760-16,-4 2-2504 0,0-8-3045 15</inkml:trace>
  <inkml:trace contextRef="#ctx0" brushRef="#br1" timeOffset="-121039.373">21506 13249 1564 0,'0'0'11021'0,"0"0"-9429"0,0 0-1060 0,0 0 248 15,0 0 452-15,0 0 36 0,17 67-440 0,-9-64-608 16,-1-3-24-16,6-3 24 15,-2-7 40-15,10-9-64 0,-6-3-196 16,-2-3-12-16,2-4-124 0,-2 1-120 16,-2 5 32-16,-7 4 4 0,0 3 60 0,-4 7 160 15,0 2 60-15,-4 1 140 0,-7 3-140 0,-2 0 76 16,1 3-64-16,1 0-24 0,-6 9 148 16,6 1-72-16,2 8 0 15,-2 6-40-15,3 1 12 0,4 3 28 0,-5 4 24 0,5-4-28 16,1 1-120-16,3-1-24 15,0-5-108 1,0-5-116-16,0-1-68 0,3-5-308 16,5-5-140-16,5-4-152 0,-6-3-412 0,10-3-840 15,-6-7-1097-15,6-16-2475 0</inkml:trace>
  <inkml:trace contextRef="#ctx0" brushRef="#br1" timeOffset="-120825.466">21781 13160 3756 0,'0'0'992'16,"0"0"3604"-16,0 0-2931 0,0 0-433 0,0 0-104 0,0 0 0 15,81 44-116-15,-70-25-44 0,-7 4-84 16,5 2-228-16,-5 1-124 16,-4-1-76-16,3-3-188 0,-3 0-60 0,4-5-72 15,-4-5-60-15,0-2-16 0,0-4 72 0,0-3-32 16,0-1-28-16,0-2 4 16,0 0-16-16,0 0 36 0,4 0 16 0,-4-5-112 15,8-8-108-15,1-6 24 16,2-7-76-16,6-2-192 0,-2 0-264 0,9-4-296 15,4-3-388-15,-9 13-1752 0,13-17-2945 0</inkml:trace>
  <inkml:trace contextRef="#ctx0" brushRef="#br1" timeOffset="-120287.626">22311 12986 9068 0,'0'0'5789'15,"0"0"-4745"-15,-59 85-192 0,35-44 492 0,0 0-212 16,4 1 104-16,4-7-432 0,4-7-644 0,8-2-160 16,0-10-172-16,4-7-12 0,0-2 52 15,4-4-52-15,5-3-96 0,2 0 136 16,5-13 8-16,0-3 64 0,4-9-164 16,0 0-32-16,-4-4 24 0,-1 1 84 15,6-2 36-15,-6 9 28 0,-2 1 48 16,2 5 44-16,-2 2-64 0,-2 7 56 0,2 3 0 15,-5 3 12 1,3 0 196-16,-3 9 0 0,1 0 52 16,2 10-28-16,1 3-36 0,0 10 36 0,4 4-12 15,-4 5 48-15,4 3-64 16,-4 3-68-16,-4 5 8 0,0-2-56 16,-1 4-76-16,-2 3-124 0,-5 4 72 0,0-4 52 15,0 0 208-15,-9-2-160 0,2-2-40 16,-5-9-8-16,0-6 0 0,0-6 8 0,-4-10 52 0,4-2 24 15,-4-8 16-15,4-5 92 16,-3-4 4-16,-6-3-3 0,5-3-129 16,-7-11 56-16,3 2-72 0,-5-7-36 0,10-2-12 15,-5-6-60-15,8 2 48 0,0 0-60 16,0-1-88-16,8 1 3 16,4 3 33-16,0 3-628 0,4-4 752 0,4 4 424 0,8-3-216 15,0-3-148-15,4-1-60 0,4 1-60 16,-1-3 0-16,1 2 48 0,4 1-112 15,0 2-8-15,0 1-76 0,-4 0-84 16,-1 6-280 0,2 3-128-16,-5 4-120 0,-1 3-680 15,-2 2-988-15,-1 4-1829 0,-1 0-2915 0</inkml:trace>
  <inkml:trace contextRef="#ctx0" brushRef="#br1" timeOffset="-119271.333">23411 12553 5764 0,'0'0'6073'0,"0"0"-4705"0,0 0-628 0,0 0 236 15,0 0 16-15,0 0 24 0,0 0-108 16,0 0-440-16,0 0-108 0,0 0 20 0,64 16 0 16,-28-13 72-16,0 4-48 0,8-3-72 15,4-4 8-15,7 0 452 0,5 0-295 0,7-4-169 16,2-3-88-16,2 1-44 0,4-3-88 16,5-4-24-16,-3 1-72 15,2-5-12-15,1 2-52 0,-1-4-20 0,-7 6 12 31,-4-3-24-31,-4 7-16 0,-5 2 16 16,-6 1-48-16,-10 3-76 0,-7 3-180 16,-5 0-25-16,-3 0-59 0,-11 0-76 0,-2 0-88 15,-7 0-88-15,-4 0-496 16,1-4-776-16,-5-3-876 0,0 5-1893 0,-13-15-3519 0</inkml:trace>
  <inkml:trace contextRef="#ctx0" brushRef="#br1" timeOffset="-119039.743">24778 12237 6856 0,'0'0'6045'15,"0"0"-5269"-15,0 0-624 0,0 0 256 16,0 0 552-16,0 0 424 0,51 69-400 0,-38-53-476 16,2 3-224-16,-2-3-64 0,-1 3-12 15,-5 0-8-15,-3 2-68 0,-4 2 28 16,0 3-60-16,-8 6-4 0,-7 3-96 15,-1-1-60-15,-9 4-24 0,1 1-64 16,1-4-60-16,-5-7 8 0,4-2-56 0,0-5-216 16,0-8-272-16,1-3-252 0,2-3-388 0,6-7-1148 15,-13-4-2957-15</inkml:trace>
  <inkml:trace contextRef="#ctx0" brushRef="#br1" timeOffset="-118655.09">23615 12132 11025 0,'0'0'2028'31,"0"0"-1352"-31,0 0 212 0,0 0 444 0,47-67-64 15,-27 45-352-15,8-5-384 0,0 2-240 0,4 3 4 0,0 3-12 0,0 1-40 32,0 1-108-32,-1 8-16 0,-3-1 4 15,-3 4-124-15,-6 6-120 0,1 0-100 16,-4 10 112-16,0 5 108 0,-4 4 56 0,-4 7-8 16,0 3-36-16,0-2-4 0,-1 3 4 0,-2-5 0 15,3-3 40-15,3-3-40 16,6-6-12-16,2 1 0 0,1-12 72 0,8 1 12 15,8-3-8-15,4-5-76 0,4-12-64 16,3 1-144-16,2-3-512 0,-2-3-316 16,1 3-328-16,-4 3-1044 0,-8 2-2317 0,4-1-4799 15</inkml:trace>
  <inkml:trace contextRef="#ctx0" brushRef="#br1" timeOffset="-117754.144">26539 12221 4136 0,'0'0'180'0,"0"0"2268"0,0 0 276 0,0 0-1368 0,0 0-235 15,0 0 67-15,0 0 48 0,0 0-88 0,0 0-204 16,0 0-272-16,-52-68-124 16,32 65-116-16,1 0-60 0,-6 3-40 15,-3 0-24-15,1 3-100 0,-5 4-36 0,0 2 0 16,0 1-16-16,0 5 4 15,-4 2 24-15,5 2-88 0,-5 0-96 16,4 3-48-16,0 3-12 0,4 1 48 16,0 2-48-16,4-3-4 0,4 5 4 0,1-2-12 15,2 7-16-15,2-3 80 0,-2 3-52 16,2 2 0-16,6 2 8 0,1-1-8 0,1 3 48 16,3-3-24-1,4 1 36-15,0-1 96 16,4-7 16-16,3 1-100 0,10-4 60 0,-2-2 88 15,6-4-12-15,3 1-40 0,-1-8 76 16,9 1-36-16,0-3-4 0,4-5 4 16,0-1-52-16,0 0 52 0,-1-7-52 15,1 0-92-15,-4 0-4 0,4 0-12 16,-8-7-72-16,3 0-40 0,-3-1-388 0,0-2-112 0,-4 1-272 16,-3-1-536-16,-6 3-1440 0,2-1-3389 15</inkml:trace>
  <inkml:trace contextRef="#ctx0" brushRef="#br2" timeOffset="-105548.952">6816 12287 6036 0,'0'0'168'0,"0"0"4100"0,0 0-3519 0,0 0-313 16,0 0 308-16,0 0 8 0,0 0-88 0,0 0-16 15,0 0-16-15,0 0-80 0,0 0-188 16,0 0-72-16,0 0-80 0,0 0-24 15,0 0 0-15,0 0 0 0,0 0-16 32,0 0-48-32,0 0-124 0,0 0-40 0,-15 19 40 15,15-3-4-15,0 6-4 0,4 3 8 16,-4 3-76-16,4 5 72 16,-1-1-60-16,1 3 4 0,0 0-16 0,5 2-60 15,-5 2 124-15,3 2-64 0,1 3 64 0,1 4-124 16,-1 0 128-16,3-1-44 15,2 4 40-15,-6 1-64 0,1 0-36 0,0 3-48 0,1-1-60 16,2 4-56-16,-3-2 40 0,1 5 32 16,2-2-20-16,-3-2 84 0,4 4 0 15,0-7 52-15,-4 0-24 0,0-3 104 16,0-4-68-16,0 1 76 0,-4-3 0 0,3-1 0 16,2-3-104-16,-5 0 16 0,4 1 12 15,-1-3-12-15,2-2-64 0,-5-2 64 0,4-3-16 31,-1 0 28-31,-3-1 76 0,5-3-140 0,-5 2-76 0,0-5 152 0,-1-3 52 16,5-6 0-16,-4 0-92 16,1-4 16-16,-1-2 36 0,-4-4 40 0,4 1-92 15,-4-4 56-15,3 0 32 0,-3 1-48 16,0-4 64-16,0 2 104 16,0-2 36-16,0 3 0 0,0-3 0 0,0 4-64 15,0-2 28-15,0 2-16 16,0-1-80-16,0-3-4 0,4 3 8 0,-4-3 4 15,0 0 48-15,0 0-4 0,0 0-48 16,0 0-4-16,0 0 68 0,0 0 24 16,0 0 40-16,0 0 12 0,0 0-36 15,4 0-16-15,-4 0-36 0,4 0-56 0,-4 0 168 16,4 0-48-16,1 0 60 0,-1 0 0 0,-1 0 28 16,-3 0 48-16,4 0 36 0,4 0 56 15,-4 0-8-15,5 0 0 16,-2-3-60-16,5 0-76 0,-3-1 20 0,6 2-20 15,-4-5-64-15,6-2 12 0,3 3-36 16,-4-1 48 0,4-3-72-16,-5 1-16 0,6 0 4 15,3-1 0-15,-5 1-4 0,5-1 16 0,0 4 32 16,0-4-120-16,-1 1 88 0,2-1 36 16,3 1-128-16,0 0 40 0,0-2 12 0,0-2-56 15,0 4 4-15,0-3 40 0,0 2-48 16,-5 0 0-16,5-2 4 15,0 2-4-15,-4-3-12 0,0 4 12 0,4 0 12 0,-5-1 0 16,-3 1-12-16,4-1 8 0,1 1-4 16,-6 2 4-16,5-2-8 0,-4-1 0 15,3 1-112-15,1 0 104 0,1-2 8 16,-1 5-72-16,-5-3 12 0,1 2-52 16,1 2 52-16,-2 1-76 0,1 1 84 15,-3-1 48-15,2 4 4 16,-3-3 0-16,0 3 4 0,4 0 12 15,-5 0-8-15,2 0-8 0,-2 0 0 16,2 0-28-16,3 3 28 0,-1-3-48 16,-2 0 48-16,2 0 4 0,1 0-4 15,0 0 0-15,0 0 0 0,0 0-4 0,0 0 0 16,-1 0 0-16,6 0-44 0,-5-3 48 16,8 3 36-16,-5 0 48 0,1 0-84 0,4 0 0 15,0-3 4-15,0 3 4 16,0 0 4-16,0 0 32 0,0 0-44 0,4 0 0 0,-4 0-8 15,4 0 4-15,3 0-8 0,-3 0 4 0,0 0-56 16,0 0 8-16,0 0 56 0,0 0 0 16,-4 0 48-1,3 0-40-15,-3 0 0 0,0 0 68 0,4 0-68 16,-4-3-8-16,4 3 72 0,-4-3-8 0,4-1-64 0,0 1-48 16,0-3 48-16,-1 2 0 15,5 2 0-15,-4-1 0 0,0-1 16 0,0 1-12 16,-4 0 4-16,3-4 0 0,-3 7 64 0,0-3-64 15,0 0 52-15,4 0-60 0,-4 3-8 32,-1-3 8-32,5 0 0 0,-4 3 0 15,4-4-4-15,-4 1-4 0,4 3-36 16,-4-6 44-16,0 6 0 0,0-3-40 0,0 0 28 16,0 3-28-16,0-3 40 0,0-1 8 15,-5 4 112-15,5 0-116 0,0-3 4 16,4 0 4-16,-5 0 4 0,5-1-16 15,0 4-28-15,0-2-32 0,0-3 60 0,0 3-52 0,0 2 44 16,-1-3-60-16,1 0 68 0,1 3 0 16,-1-3 4-16,0 0 20 15,0-4-16-15,3 3 76 0,-3-1-84 0,0 2 0 16,4-1 0-16,-1-3 0 0,1 5-72 16,1-2 56-16,-2-2-36 0,1 4 52 15,0-3 12 1,3 3-12-16,-3-2-4 0,1 1 4 0,-2 0-4 15,-3 3 8-15,0-2-4 0,4 2 0 16,-4-4 0-16,-1 4 0 0,1 0-4 16,0-3-44-16,0 3 48 0,0-4 0 15,4 4 0-15,-5-3-4 0,1 0-4 16,5 0 8-16,-1 0 52 0,-5-1-52 16,5 1-4-16,-4 0 4 0,4 3 0 0,-4-3-48 0,-1 3 40 15,1-4-76-15,4 4 84 0,-8-2 4 0,9 2 40 16,-6-3-40-16,1 3-4 15,-4-4 4-15,4 1 8 0,0 0-12 16,-4 3 0-16,4-3 0 16,-5-1-4-16,1 4 0 0,4-3 4 0,-4 3 0 15,3 0-8-15,1 0-44 0,0 0-28 0,0 0 80 0,0 0 0 0,1 0 0 16,-2 0 0-16,1 0 4 16,-5 0 8-16,6 0-12 0,-1 0-12 15,-5 0 4-15,10 0 4 0,-6 0-40 0,5 0 36 16,0 3 0-16,3-3 4 15,2 0-8 1,-2 0-44 0,-3 4 56-16,4-4 0 0,-5 3-48 0,2 0 48 15,-1-3-4-15,-4 3 4 0,-1-3 0 16,1 4 0-16,-4-4 96 0,0 5-84 0,0-1 52 16,-5-1-24-16,5 0-40 0,-3 0-4 0,-1 1 4 0,-4-4-4 15,3 3 8-15,-7-3-4 16,0 0 8-16,-4 0 40 0,-4 0-44 15,-4 0-4-15,0 0 0 0,-4 0 88 0,0 0 60 0,0 0 12 16,0 0 8-16,0-3-8 0,0 3-60 0,0-4-28 16,0-2-72-16,0-3-72 0,0-7-136 15,0-3 36-15,-4-10 172 0,4-2-308 16,-4-7 172-16,4-7 28 0,-4-3 104 16,0-7-196-16,4-1 92 0,0-7-28 15,0-1 136 1,4 0 48-16,4 1-48 0,0 3-44 15,0 3 44-15,4 0 0 0,0 3-12 0,-4-1 12 16,4 1-12-16,-4 0-88 16,0 1-136-16,0-1 76 0,0-1 88 15,-4 5-40-15,3-1 36 0,-2 7 16 0,-1 2 60 16,0 8 12-16,-4 2 76 0,0 3-76 16,0 4-4-16,0 2 52 0,0 8 76 0,-8-2-72 0,3 5 32 31,-2-1-96-31,-1 7-60 0,0-1 60 0,-1 4-44 15,-2-3 40-15,3 3-56 0,0 1 0 0,-4-3 52 16,4 3 8-16,0 2-12 0,0-4 12 0,4 4 0 16,-4 0 8-16,4 0 52 15,0 0-8-15,1 0-52 0,-2 0-96 16,1-3 96-16,4 3 0 0,-4 0 0 0,-4 0 112 0,4 0-112 16,-3 0-72-16,-2 0-16 15,1 3 4-15,1 1 72 0,-6-2-36 0,5 3 48 16,1-3 4-16,-6 1 60 0,5 0 36 0,1-3-28 15,-5 0-24-15,3 0 40 0,-2 0-12 16,3 0-16-16,-1 0 0 16,-2 0-8-16,-1 0 20 0,0 0-20 15,0 0-4-15,0-3-48 0,-4 0-88 16,5 1 80-16,-6-5 0 0,2 3-52 16,-6-2 56-16,5-1-4 0,-3 1-44 0,-1-3-120 15,-5-1-24-15,2 1 196 0,-1 2 184 16,-4-2-144-16,4 2-40 0,-4 1-8 15,-4 0-40-15,4-1-40 0,-4 5 4 0,-3-2 84 16,3 1 0-16,-4-1 0 0,0 1-8 16,1 3-44-16,-2 0 4 0,-3-3 36 0,5 3-40 15,-5 0-44-15,0 0 84 0,0 0 8 16,1 0-44-16,-2 0 48 0,-2 0 4 16,3 0 48-1,0-4-40-15,0 2 92 0,0 2-104 16,5-6 0-16,-2 2 56 0,-2 1-52 15,3-1 0-15,0 2 36 0,0-2-36 0,1 2-8 16,-2-4 4-16,1 1-8 0,1-1 8 16,3 0 0-16,-4 4 76 0,4-5-68 15,-3 0 4-15,3 1 64 0,0-1-40 16,-5-2-36-16,5 3 0 0,-3-4 0 16,3 4 0-16,0-4-8 0,-4 1 4 0,4 3 0 0,-3-4 4 15,3 1 8-15,-4 2 0 16,0-2-4-16,4 0 4 0,-4-2 72 0,0 5-80 15,-3-3-8-15,3-1 0 0,-4 1 4 16,0 2-56-16,4-2-52 0,-8 0 112 16,8 2 12-16,-7-3 0 15,3 1-12-15,0 2-84 16,-4-2 76-16,0 3-4 0,0-4-88 0,1 4 36 16,-5-1 52-16,4 1 12 0,0 0 12 15,-3 0 0-15,2-1 40 0,-2 1-52 16,3-1-12-16,-4 0 12 0,0 5 0 15,5-1 12-15,-6 0 64 0,2-1-68 16,-1 2 36-16,0-2-36 0,0 4-8 0,0-3 0 16,1 3-88-16,-5 0 16 0,5 0 72 0,-2 0-64 15,1 0 56-15,-3 0-68 0,3 0 76 16,0 0-84-16,-4 0 80 0,4 3 4 16,-3 1 40-16,-1-2-40 0,5 2 0 15,-6-1 24-15,5 0-24 0,-3-1 8 0,3 5 4 16,-4-3-12-16,4-1-8 15,0 3 8-15,1-3 12 0,2 4-12 16,-2-4 0-16,3 6-72 0,-3-2 72 0,-2-1-40 16,6 3-8-16,-5 1 28 0,4-1 16 0,0 1 4 15,0-1-52-15,1 5 44 0,-5-3-4 0,4 0 12 16,4 1-4-16,-4 1 4 0,5-1 0 16,-2-1 12-16,6-2 100 15,-1 0-28-15,0 1-80 16,1-4 0-16,-2 1 96 0,1-1-96 15,4 0 8-15,-3 0 44 0,-1 1-56 0,4-1-8 16,-4 0 8-16,5 1-4 16,-1 3 4-16,0-5-12 0,0 5-36 0,-5-4-16 15,5 1 64-15,1 2-72 0,-1-2 72 16,0 2 0-16,0-3 0 0,-4 0 4 16,5-2 4-16,-5 3 0 0,4-1 64 0,-4 0-60 15,5 0 72-15,-1 1 4 0,0-1-88 16,-5 1 4-16,5-1 0 0,-3 4-4 0,3-1 12 15,0-2 0-15,0 2-4 0,4 1 44 16,0-1-48-16,5 0 68 0,-1 1-68 16,0-1-4-16,0-2 64 0,4-1-16 15,-4 0 76 1,8 1 24-16,-3-3 0 0,6-2-48 0,-2 1 72 16,-2 0-52-16,6 1 28 0,3-4-24 15,-5 0 36-15,9 0-12 0,1 0-88 16,-1 0 12-16,0 0-72 0,4 0-8 15,0 0-148-15,0 0-116 0,0 0-48 0,0 0-24 16,0 0-28-16,0 0-72 0,8 0-300 16,-1 0-560-16,1-4-1100 0,12-2-3181 0</inkml:trace>
  <inkml:trace contextRef="#ctx0" brushRef="#br2" timeOffset="-103961.597">21602 14081 744 0,'0'0'428'0,"0"0"6248"31,0 0-5472-31,0 0-376 0,0 0-156 0,0 0 101 16,0 0 139-16,0 0 76 0,0 0-124 0,0-32-220 16,0 32-176-16,0 0-140 0,0 0-40 0,0 0-52 15,0 3-68-15,0 4-56 16,0 5-24-16,0 7 112 0,0 7 136 15,0 9-84-15,0 3-44 0,0 6 4 0,0 0-36 16,0 1-28-16,0-1-88 0,0 4-60 16,-4-3-24-16,0-1-64 0,0-6 76 15,4-2-48-15,0-8-28 0,0-3 0 0,0-12-60 16,0-1-24-16,0-5-40 0,0-7-76 16,0 0-296-16,0 0-124 0,0 0-240 15,8-13-360-15,-4 0 96 0,5-5-605 16,-5-9-983-16,-1 6-2412 0</inkml:trace>
  <inkml:trace contextRef="#ctx0" brushRef="#br2" timeOffset="-103753.588">21794 14077 6248 0,'0'0'428'15,"0"0"2456"-15,0 0-1620 0,0 0-683 16,0 0 7-16,0 0 360 0,-16 70 200 0,8-45-236 15,4 8-236-15,4-2-212 0,-4 4-84 0,4 3-180 16,-5 0-96-16,5 4-104 0,0-1-4 16,-4-3-44-16,4 3-28 0,0-3-72 15,0-2-68-15,0-5-36 0,0-2-212 0,4-7-392 16,1 0-60-16,-1-2-500 0,0-9-965 0,-4 10-2739 16</inkml:trace>
  <inkml:trace contextRef="#ctx0" brushRef="#br2" timeOffset="-103136.443">21184 14966 560 0,'0'0'1656'16,"0"0"-1444"-16,0 0-176 0,0 0-36 0,0 0-8 0,0 0-56 15,0 0 12-15,0 0-16 16,0 0-112-16,0 0-380 0,0 0-971 0</inkml:trace>
  <inkml:trace contextRef="#ctx0" brushRef="#br2" timeOffset="-102812.106">21089 15059 300 0,'-9'6'7012'0,"1"-6"-5316"16,4 3-568-16,1 1-83 0,3-4 111 0,-4 0 108 15,4 0-200-15,0 0-456 0,7 2-432 0,10-2 112 16,2 5 356-16,9-3 80 0,0-2-204 16,4 3-248-16,0-3 12 0,3 0-136 0,-3 0-108 15,0 0-40-15,0-3-124 0,-4 1 48 0,4-9-84 16,-4 5-260-16,-4-4-388 0,0 1-184 0,-5-1-448 15,-2 1-728-15,-10 3-1093 0,-3 2-3131 16</inkml:trace>
  <inkml:trace contextRef="#ctx0" brushRef="#br2" timeOffset="-102612.283">21336 15135 1068 0,'0'0'7280'0,"0"0"-5996"0,0 0-624 0,0 0 217 15,-4 89 203-15,4-61 248 0,4 4-112 16,0-4-272-16,-1 1-400 0,1 3-296 16,0-3-248-16,-4-4-36 0,0 0-140 0,0 2 36 15,0-9 28-15,0 4-380 16,-4-4-224-16,-3 6-284 0,-1-6-276 0,-9-1-409 16,2-2-551-16,-5-5-948 0,8-1-1944 0,-16 1 5080 15</inkml:trace>
  <inkml:trace contextRef="#ctx0" brushRef="#br2" timeOffset="-102459.04">21093 15656 2720 0,'0'0'564'0,"0"0"1116"0,0 0 1312 0,0 0-1424 0,0 0-472 0,0 0-115 16,0 0-325-16,0 0-16 0,0 0 352 0,0 0 8 15,0 0-220-15,56-32-196 0,-37 26-172 16,5-1-140-16,0-2-208 0,0-2-64 0,4-3-124 16,-1 0-140-16,-3-1-592 15,4 0-364-15,-4-2-628 0,-3 5-2409 16,2-1-4174-16</inkml:trace>
  <inkml:trace contextRef="#ctx0" brushRef="#br2" timeOffset="-102024.312">21615 15389 1604 0,'0'0'6488'0,"0"0"-2627"0,0 0-3121 16,0 0-316-16,0 0 480 0,0 85 424 15,-4-62-120-15,0-1-388 0,-1 0-448 16,5-2-372-16,0-8-24 0,0 1-124 15,0-3-16-15,0-4 68 0,0-3-4 16,0-3 36-16,0 0 60 0,0 0-120 16,5 0-64-16,-1-3 20 0,3-3 168 15,5-7 0-15,1-4-52 0,-2 5-48 0,2-1-72 16,-2 5 56 0,1 1-12-16,-3 4 4 15,-2-1 8-15,-3 4 48 0,4 0 68 0,-4 0 148 0,-1 4 16 16,-3 2 92-16,0 0 104 15,0 0-60-15,0 1-40 0,0-1-84 0,0 1-52 16,0-2 12-16,0-5-24 0,0 4-24 16,0-4-88-16,0 0-172 0,0 0 36 15,0 0-24-15,9-4 84 0,-1-1 76 0,0-2 88 16,-1 1-52-16,2-1-36 0,-1 3-100 16,-1 4-60-16,6 0 160 0,-5 0 60 15,-1 0 176-15,6 7 0 0,-5 0-36 0,-1 3-28 16,1-1 0-16,1 4-160 0,-5 0 88 15,0-1-96-15,-1 1-4 0,1-4-48 16,0 4-52-16,-4-4-72 0,0 1-188 16,0 0-548-1,0-3-260-15,0-2-588 0,0 2-760 0,0-5-1729 16,-8 3-2311-16</inkml:trace>
  <inkml:trace contextRef="#ctx0" brushRef="#br2" timeOffset="-101817.251">22092 15523 2736 0,'0'0'8409'0,"0"0"-5909"0,0 0-1752 0,0 0-128 16,0 0 420-16,0 0 164 0,0 0-300 16,0 0-260-16,80 28-240 0,-59-38-160 0,2-2-108 15,5-5-136-15,0-4-148 16,0 2-464-1,0-4-156-15,0-2-260 0,-4 6-552 16,-5-3-804-16,-6 9-1657 0,-2-3-1499 0</inkml:trace>
  <inkml:trace contextRef="#ctx0" brushRef="#br2" timeOffset="-101393.756">22288 15202 4720 0,'0'0'768'0,"0"0"4008"0,0 0-3587 0,0 0-613 15,0 0 204-15,0 0 240 0,-44 63-80 16,40-47-148-16,0-4-316 0,4 7-256 0,0-2-20 16,0 5-40-16,0 4-36 15,0-1-12-15,4 3 64 0,0 1-40 0,-1-1-76 16,2 4-56-16,3 0 92 0,-4 0 16 16,0 3-52-16,3-1 16 0,-3 1-4 15,1-3-64-15,-1 3 68 0,0-3-64 0,0-3 64 16,0-4-72-16,-4 0 8 0,3-6 0 15,-3 3-4-15,4-2 80 0,-4-4-40 16,0-2-48 0,0 3 12-16,0-7 76 0,0-1 36 15,-4-3-28-15,4 1 4 0,-3-4 24 16,-1 4-12-16,0-4 8 0,0 0 40 16,-5 0 0-16,2 0-36 0,-1 0 60 0,-4 0-48 15,0 1 96-15,0-1-96 16,-4 0-28-16,0-3-36 0,4 3 40 0,-4-3-76 15,0 0-36-15,1 0-4 0,-2-3-80 16,2-3-28-16,-2 2 64 0,6-2-52 0,-2 3 52 16,5 0-36-16,1 0-88 0,3 0-136 0,0-1 52 15,0 4-76-15,-1-3-188 0,1 3-236 16,4 0-240-16,0 0-692 0,0 0-1192 16,-3 0-3333-16</inkml:trace>
  <inkml:trace contextRef="#ctx0" brushRef="#br3" timeOffset="-90809.03">3450 12493 704 0,'0'0'8944'0,"0"0"-7395"0,0 0-1369 0,0 0-100 15,0 0 292-15,0 0 588 16,0 0 404-16,0 0-292 0,0 0-344 0,0 0-220 15,0 0-148-15,0 0-48 16,0 0-52-16,0 0 28 0,0 0-80 0,11 67-20 16,-6-41-28-16,-1-1-88 0,-4 3 4 15,4 1-68-15,-4 3-8 0,4 2 0 16,0 4-44-16,0 6 40 0,-1 8-8 0,6 2-72 16,-1 7-40-16,0 5-48 15,3 4 60 1,2 6 0-16,-6 4 48 0,6-4-8 0,-5 6-4 15,-1-3-172-15,1-2 124 0,-4-1 12 16,5 0 24-16,-5-6-24 0,-1-4 20 16,5-2 88-16,-4-7 4 0,0-6-112 0,4-3 0 15,-4-1-24-15,0-2 48 16,4-1-4-16,-4 0 88 0,4-3-4 0,-4 1-104 16,0-4 48-16,0-3-60 0,0-6 60 15,4-4 12-15,-4-3-72 16,0-6 112-16,0-2-88 0,-4-2 36 15,4-5 12-15,-4-1 40 0,4-4-36 0,-4-2 40 0,0 4 0 16,0-4-44-16,0 0 40 0,0 0-52 16,0 0-12-16,4 0 28 0,-4 0 32 0,0 0 16 15,0 0 8 1,4 0 172-16,-1 0 84 0,-3 0-52 16,9 0-48-16,-5-4 72 0,4 2-4 0,-1-2 4 15,6-3-60-15,-5 5-52 16,3-2-120-16,-2-2 8 0,3 4-4 15,-5-2 44-15,6-3-4 0,-2 4-8 0,1-4-28 16,4 5-12-16,-4-2 8 0,8 1-4 0,-3 1-4 16,-2-2 100-16,5 1-28 0,3 0-20 0,-2-4 32 15,3 4 16-15,0 0-100 0,4-4 12 16,-1 4-12-16,1-3-32 16,0 3 32-16,0-3 0 0,0 2 0 0,0-2 0 15,0 3 12-15,-4 0 0 0,4 0 36 16,-5-4-36-16,5 4-12 0,0-3 12 15,0 3 60-15,0-4-64 0,0 1-4 0,0 3 8 16,4-4-12-16,0 0 8 0,-4 2-4 0,4-2 8 16,-1-2-8-16,1 3 0 0,0 0-4 15,0-5-76-15,4 5 76 0,-5 0 72 16,5-1-12-16,0-3-60 0,0 4-12 0,0-3-48 16,4 3 44-16,-5-4 28 15,6 4-12-15,-1-4 60 16,-1 1-52-16,5 2 68 15,-4-2-72-15,3 3 0 0,2-1-4 0,-6 1-8 16,5 3-56-16,0-3 52 16,-4 2-48-16,4-2 60 0,-4 3 0 15,-1-4 0-15,1 4 0 0,0-3 0 0,0 3 72 16,-1-4-60-16,-3 0-12 0,1 1 0 16,-1 0 64-16,-1-1-56 0,1 1 0 0,-4 0 4 15,3 0 52-15,-3-4 20 0,0 4-84 0,0-1 0 16,0 4-8-16,-4-3 8 0,0 0 64 0,4-1-64 15,-8 1 12-15,4-1-12 16,0 1 4-16,0-3-12 0,0 2 8 16,-4 1-52-16,-1 0 52 0,5-4-4 15,-8 4-8 1,8 2-36-16,-5-1 40 0,1-2-68 0,1 4 76 16,-1 0 0-16,0 0 0 0,4-1-40 0,-5 1 40 15,1-1 0-15,4 2 0 0,0-1-64 16,0 0 4-16,-4-1-4 15,3 2 64-15,1-3 4 0,0-1 4 0,0 4 44 16,0-2-40-16,0-3 64 16,0 5-76-16,0-2 116 0,0 1-116 0,0 0-44 0,0 1 40 15,-1-2 0-15,1 1 4 0,0-1-8 16,4 1 8-16,-4 0-4 0,4 0-8 16,-1-4 0-16,1 4 8 0,4 0-40 0,-4-4 44 15,1 5 4-15,-1-5-4 0,-6 4 4 16,6 0 0-16,1-4-8 15,-1 4 4-15,-5-3-72 0,6 3 72 0,-6 0 0 0,5-4-8 0,1 4 8 16,-2 0-64-16,-4-3 64 16,5 6-72-16,0-3 72 0,-4-1 8 15,4 4 52-15,0 0-20 0,-4 0-36 0,0 0-8 16,3 0-44-16,-3 0 40 0,0-3 0 16,4 3-32-16,-4-3 40 0,4 3 84 15,-4-3-84 1,4-1 8-16,-4 2 68 0,0-3-72 15,0 5 0-15,0-2-4 0,0 2 0 16,-1-3-52-16,-3 3 44 0,4 0 8 0,-4 0-4 16,4 0 0-16,-4-3-4 0,-1 3-68 15,1 0 76-15,1 0 4 0,-1 0 84 0,0 0-88 16,3 0 48-16,-3 0-48 0,0-3 64 16,0 0-64-16,-1 3-12 0,1-4-48 15,1 4-28-15,-1-3 88 0,0 3 0 0,-1-4-8 16,-3 4-52-16,4-2 60 0,-4 2-12 15,0 0 16-15,4 0-8 0,-4 0 8 16,3 0 40-16,2 0-44 0,-1-3-44 16,4 3 36-16,-4-3-40 0,-1 3 48 0,5 0 8 31,0-4-8-31,-4 4 4 0,0-2 0 0,-1 2 8 16,1-5-12-16,-3 5-8 0,3-2 8 15,-5 2 0-15,5-4-4 16,0 4 0-16,1-2 0 0,3 2 0 0,-1 0-56 15,1 0-40-15,-1 0 100 0,1 0 4 0,0-4 4 16,0 4 56-16,0 0-52 16,0-2-12-16,0 2 4 0,0-5 72 0,-1 3-76 15,1-2 0-15,4 1 0 0,-4 0 0 0,0-3 12 16,0 3-12-16,-4-1-40 0,4 1 36 0,0 0-4 16,-4 0 0-16,3 0-68 0,-3 3 68 15,4-4-40-15,-3 4-16 0,-1-3 64 0,-1 3 8 16,-3-3-8-16,0 3-4 0,-4 0-4 15,4 0-40 1,-4 0-16-16,4 0 64 0,0 0 28 16,-1 0-16-16,2 0-12 0,3 0 48 15,-5 0-48-15,5 0 0 0,0 0 0 16,-3 3-84-16,-2 0 84 0,1-3 0 0,0 4 56 16,-4-4-56-16,-5 0 0 0,2 0 48 15,-2 0 8-15,-3 0-48 0,1 0 80 16,-5 0 0-16,3 3-12 0,-3-3-68 15,5 0-8-15,-1 0 60 0,-4 0-52 16,3 0-4-16,1 0 4 0,1 0-4 0,-2 0 8 16,1 0 36-16,-4 0-40 0,5 0-4 15,-5-3 0-15,-1-1 96 0,5 1-24 16,-4 0 24-16,0-6-92 16,1-1 60-16,-1-6 4 0,-1 0-60 0,1-3-12 0,-4-3 0 15,4-3 0-15,-4 0-4 0,0-5 0 0,0 2 4 16,4-3-84-16,-4-4-116 0,4 0 28 15,-4-6-152-15,4-4 164 16,-4-3-452-16,0-7 288 0,0 5-32 0,-8-4 208 16,0 4-292-16,1-4 200 15,-2 6 232-15,-3 0-132 16,5 1 52-16,-2 5 88 0,1 5-4 16,0 2 4-16,1 3-4 0,-2 3-96 15,-3 1 48-15,1-1-48 0,-2 0-64 0,2 1-128 16,-2-1-140-16,-2 1 0 0,3-1 228 15,0 4 192-15,0-1 12 0,0 3 164 16,8 2-112-16,-4 2-40 0,4 0 52 16,0 1-64-16,0 1 76 0,1 1-76 0,3 3 292 15,-5 4-152-15,5-1 52 0,0 7-52 16,0-3-4-16,0 3 68 0,0 3-64 16,0 0-76-16,0 0 0 0,0 0 84 0,0 0 104 15,0 0 12-15,0 0-72 0,0 0-56 16,0 0-36-16,0 0 0 0,0 0 0 0,0 0 32 15,0 0 28-15,0 0 16 0,0 0-28 0,0 0-8 16,0 0-28-16,0 0-40 16,0 0 4-16,0 0 36 15,0 0 12-15,0 0 36 16,0 0 16-16,0 0 8 0,-4 0-24 16,4 0-8-16,-4 3-140 0,0 0-12 0,-4-3-52 15,1 3-32-15,-2-3 84 0,-3 0 8 16,0 0-8-16,0 0 0 0,1 3 0 15,-10-3 4-15,6 4-4 0,-1-1 0 0,-5 0 8 16,2 0-8-16,-1 0 0 16,-4 4-64-16,1-4 64 0,-5 0 48 15,3 3-48-15,-3-3 0 0,0 0 60 0,0 4-60 16,0-4-8-16,-3 0 8 0,-1 1 48 16,0-2 4-16,0 3-52 0,-4-5 8 0,5 2 76 0,-5 1-84 15,0 0 8-15,-4-3-8 0,4 3 0 16,-7-3-52-16,2 0-96 0,-2 3 148 15,3-3 12-15,-8 4 0 0,4-4-12 0,4 0-48 16,-4 3-100-16,1-3 60 16,-1 0 88-16,0 0 8 0,0 4-4 15,0-4-4 1,5 2-12-16,-6-2 12 0,6 3 0 16,-5 0-4-16,4 1 4 0,0-1 8 0,1 1-8 15,-2-1 0-15,2 0 40 0,3-1-40 16,0 2 60-16,0 3 12 0,0-5-8 15,0 5-64-15,1-4-4 0,-1-1 4 16,4 5 80-16,0-3-80 0,0-1-12 0,4 0 0 16,-3-3 8-16,3 3 4 0,0 0-60 15,-4-3 48-15,4 0 12 0,0 4-52 0,-4-4 52 16,4 3-12-16,-4-3 8 0,4 3 4 16,-4-3 12-1,4 3-12-15,-4 1 0 0,4-2-60 0,-3-2-4 0,-1 4 64 16,-4-1 0-16,4 0 100 0,-3 0-100 15,-1 0-8-15,0-3-52 0,-4 4-128 0,4-1 176 16,-4 0 0-16,1 0-80 0,-6 3 84 0,6-2-68 16,-6-1-112-16,-2 3 180 0,3-3-56 15,-3 0 12-15,-2 4 44 0,-2-4 8 0,3 0-12 32,-4 4 12-32,1-5 48 0,-1 3 4 15,-1-3-52-15,2 1-12 0,-1-3 12 16,0 0 0-16,1 3-28 0,-1-3 28 0,0 0 52 15,5 3 8-15,-6-3-56 0,1 3-4 0,1 1 108 16,3-4-108-16,-4 3 0 16,5 1 0-16,-6-2 36 0,6-2-36 0,-1 0-4 0,-4 3 4 15,5-3 64-15,-6 0-64 0,1 0-100 16,5 0 52-16,-5 0-8 0,1-3 48 16,3 1 4-16,-5-2-8 0,2-3 12 15,-1 4-60-15,4 0-104 0,1-3-8 0,-2 4 172 16,2 2 0-16,-1-7 0 15,5 7 0-15,-2-7 8 0,-2 4 4 0,2 0 48 16,-2-4-16-16,3 4-36 0,-3 0 32 16,-2 0 96-16,2 0-120 0,-1 0 80 15,0-1-104 1,0 1 16-16,1 0-16 0,-1 3-76 16,-4-3-4-16,4 3 0 0,0 0 48 0,-3 0 40 15,3 0 0-15,-1 0 84 0,-2 0-76 16,3 0-8-16,5 0 60 0,-2 3 16 15,2 0-28-15,3 0-40 0,-4 1 68 0,4-1 8 16,5-3-20-16,-1 3-60 0,-1 0 8 16,9-3 36-16,-4 3-32 0,9-3-12 15,-5 3 148-15,4-3-144 0,4 0 96 0,1 0-96 16,2 0 104-16,2 0-52 0,-2 0 136 16,10 0-36-16,-1 0-24 0,-1 0 64 15,5 0-116-15,4 0-76 0,0 0-8 0,0 0-108 16,0 0-52-16,0 0-52 0,0 0-36 15,0 0-60-15,0 0-124 0,0 0-316 16,0-3-560-16,4 0-948 0,9 0-3221 0</inkml:trace>
  <inkml:trace contextRef="#ctx0" brushRef="#br3" timeOffset="-80924.848">21491 17052 2936 0,'0'0'8809'16,"0"0"-7117"-16,0 0-616 0,0 0 288 15,0 0 100-15,0 0-128 0,0 0-268 16,0 0-288-16,0 0 48 0,-8-76-255 0,12 54-209 16,0 3-24-16,0-4-84 15,0 4-124 1,-4-2-132-16,0-8-48 16,0 1 36-16,0-7 0 0,0 0-48 0,0-4-16 15,0 1 4-15,0 0-12 0,-4-3-84 0,4-6-76 16,0 3-205-16,0-8-3 0,0 4-84 15,4 1-60-15,3 0-348 0,-3-1-424 0,5 7-376 0,-1 3-568 16,-1 3-528-16,-3 12-1593 16,0 2-447-16</inkml:trace>
  <inkml:trace contextRef="#ctx0" brushRef="#br3" timeOffset="-80761.953">21519 16072 3404 0,'0'0'924'0,"0"0"-168"0,0 0 4140 15,0 0-3015-15,0 0-445 0,0 0-116 0,0 0-200 16,0 0-152-16,0 0-272 15,-88 57-324-15,68-35-248 0,-4 7-124 0,-3 2 0 16,3 1-208-16,-4 4-68 0,4-5 16 0,3 1-40 16,6-7-24-16,3-6-328 0,0-3-16 15,8-10-104-15,0-3-216 16,0-3-1048-16,4-3-2785 0</inkml:trace>
  <inkml:trace contextRef="#ctx0" brushRef="#br3" timeOffset="-80607.528">21439 16218 7008 0,'0'0'2256'0,"0"0"-732"0,0 0 429 0,0 0-413 0,0 0-252 0,0 0-380 0,0 0-284 16,92 19-328-16,-68-13-296 0,0 0-24 16,4 1-200-16,-5 5-484 0,1 4-440 15,-4 10-816-15,-8-10-2361 0,1 21-4107 0</inkml:trace>
  <inkml:trace contextRef="#ctx0" brushRef="#br3" timeOffset="-79650.442">21459 17421 6004 0,'0'0'900'16,"0"0"3301"-16,0 0-2661 0,0 0-280 16,0 0-220-16,0 0-8 0,0 0-256 15,0 0-264-15,0 0-200 0,0 0-152 16,0 0-36-16,-52 77 0 0,37-46 24 16,2 4-12-16,2 3-48 0,-6 7 32 15,6-5-20-15,-6 9-52 0,6-5-44 16,-6 0-4-16,6 0-96 0,-1-2-40 0,3-7-36 15,2-3-28-15,-1-7 4 0,4-9-92 0,4-7-196 0,0-6-40 16,0-3-192-16,0-3-456 16,0-6-364-16,4-7 100 0,4-9 147 0,-1-4-131 15,2-9-712-15,-1 9-300 0,3-15-620 16</inkml:trace>
  <inkml:trace contextRef="#ctx0" brushRef="#br3" timeOffset="-79429.594">21375 17634 1632 0,'0'0'2448'16,"0"0"-492"-16,0 0-188 0,0 0-356 15,0 0-300 1,0 0-103-16,0 0 119 0,0 0 8 0,0 0-172 0,0 0-220 16,80 25-140-16,-64-3-124 0,0 7-44 0,0 3-112 15,0-1-64-15,-1 8-48 0,-2-2-88 0,2 5-112 0,-2-4-4 16,-5-3 32 0,-1-7-40-16,1-2-64 0,-4-10-12 15,1-3-60-15,-5-6 0 0,4-5-48 16,-4-2-304-16,0 0-340 0,0 0-140 0,-9-2-236 15,-3-5-944-15,1-3-33 0,-6-3-259 16,2-3 852-16,-1 3-252 16,-12-9-400-16</inkml:trace>
  <inkml:trace contextRef="#ctx0" brushRef="#br3" timeOffset="-79305.589">21375 17856 1696 0,'0'0'2280'0,"0"0"40"0,0 0-280 16,0 0-616-16,0 0-119 0,0 0 55 0,0 0 20 0,0 0-192 15,0 0-268-15,36-35-192 0,-12 35-104 16,0 0-128-16,8 0-308 0,0 0-188 15,0-3-200-15,3-3 40 0,1-7-524 16,-4 0-360-16,4 0-696 16,-12 4-2193-16,4-7-3575 0</inkml:trace>
  <inkml:trace contextRef="#ctx0" brushRef="#br3" timeOffset="-78264.283">21845 16891 4972 0,'0'0'3292'0,"0"0"-1404"0,0 0-559 0,0 0 119 16,0 0-148-16,0 0-240 0,0 0-368 16,0 0-264-16,0 0-52 0,0 0 48 15,0 0-152 1,0 0-100-16,-11-45-72 0,11 29 0 0,0-6 0 15,0 3-28-15,0-3 16 0,3 0-76 0,5 0-12 0,-4-1 0 16,1 2 4-16,3 1 0 0,-5 1-4 16,5 3 8-16,-4 3-4 0,5 4-4 15,-5 0-64-15,-1 5-24 0,1 1 0 0,0 0-72 0,4 3 36 16,-3 0 124-16,2 0 88 0,1 3-76 16,4 0-12-16,-4 4-76 0,4-5 72 31,-4 5 8-31,4-1 0 0,-4 1 0 0,3-4 8 15,-2-3-8-15,3 0 48 0,-5 0 8 16,6-10 16-16,-1 1 8 0,-1 0-84 0,-2-4-224 16,-1 0 24-16,-1 0-120 0,-3-3-20 15,0 4-108-15,1-2-120 0,-5 0-212 0,4-3-420 0,0 4-564 16,-4 1-553-16,0 5-1715 0,0 4-608 16</inkml:trace>
  <inkml:trace contextRef="#ctx0" brushRef="#br3" timeOffset="-77972.409">22028 17098 6472 0,'0'0'2832'0,"0"0"-1167"0,0 0-365 16,0 0 140-16,0 0-248 0,0 0-260 0,0 0-240 16,0 0-428-16,0 0-64 0,0 0 48 15,25-77-224-15,-18 51-24 0,6-2-160 16,2-1-16 0,2 1-12-16,-2-1-160 0,2 0-244 15,2 1-12-15,1 6 8 0,0-4-416 16,0 4-792-16,-8 6-817 0,4-3-1987 0</inkml:trace>
  <inkml:trace contextRef="#ctx0" brushRef="#br3" timeOffset="-72750.432">26834 14672 4396 0,'0'0'272'16,"0"0"-260"-16,0 0 80 0,0 0 2704 15,0 0-1160-15,0 0-8 0,0 0-147 16,0 0-373-16,-52-67-76 0,52 64 76 16,0-4-200-16,0 7-48 0,0-4-156 0,0 4-72 0,0 0-68 15,0 0-60-15,0 0-52 0,0 0-24 16,0 0-196-16,0 11-184 0,0 1 148 0,4 14-28 16,0 8 4-16,0 8-64 15,0 2-36-15,-4 4-4 0,0 3-68 16,-4-1-60-16,0 2-48 0,0-5-76 0,0-6 16 15,-4-3-100 1,4-6 0-16,0-7-220 0,0-8-76 16,4-6-52-16,0-4-120 0,0-3-108 0,0-4-188 0,0 0-216 15,0-6-148-15,0-8-84 0,0-2-101 16,0-9 493-16,4-7 740 0,0-3 320 16,5 1 28-16,-6-8 68 0,5 4 228 0,-4 1 52 15,8-2 416-15,-4 4 229 16,4 3 55-16,4 4 36 0,0 5-232 0,4 5-72 15,-5 3-12-15,6 1-104 0,-6 4-116 16,5 4-124-16,-8-1-128 16,8 7-100-16,-8-3-96 0,0 3-28 0,-4 0 4 15,0 3-16-15,0 4-52 0,-8 6 116 16,0 4 12-16,0 4 12 0,-3 4-148 16,-10 11-48-16,-2-2-76 0,-2-2 60 0,2-1 52 15,-2-2 12-15,6-4 0 0,-2-6 64 16,5-6-16-16,5-3-48 0,-1-3-100 15,4-1-84-15,0 0-124 0,4 0 112 0,7 4 188 16,6-4 4-16,-2 4-92 0,5-1 96 16,1 1 60-16,-2-1 88 0,5 2-12 15,-4 0 12-15,0-1 16 16,-4 2-56-16,-1-2-20 0,-2 3 32 16,-1-1 80-16,-9-1-40 15,1 1-40-15,1 1 52 0,-5 2-12 0,0 1-24 16,0 3 8-16,-5-3 76 0,-2 3-36 0,-5-3 12 15,-4-3-24-15,-4 2 20 16,-4-1-44-16,0-3 20 0,0 3-156 16,-4-4-8-16,0-5-4 0,5 2-96 0,-5-3-36 15,4-4-124-15,0 0-36 0,4 0-148 0,0-4-148 16,8-3 72-16,4 4-100 0,0-2-40 16,8-5-300-16,0-1-540 0,4-3-1360 0,8 3-1513 15,4-11-1647-15</inkml:trace>
  <inkml:trace contextRef="#ctx0" brushRef="#br3" timeOffset="-72178.969">27961 14566 7716 0,'0'0'1700'16,"0"0"-732"-16,0 0 157 0,0 0 219 15,0 0-276-15,0 0-16 0,0 0-184 0,0 0-336 16,0 0-32-16,0 0-16 16,-80 80-24-16,61-58-52 0,3 7-16 15,-4 3-60-15,-8 3 0 0,4 6-48 0,-8 6-28 16,-3 5-84-16,-6 5 24 0,-2 3-36 16,-5 6-16-16,-7 5-144 15,-5 4 0-15,-4 8-60 0,-4 3-48 0,0 3 44 16,0-3 52-16,5 2-108 0,-1-2 108 15,8-4-40-15,4-6 44 0,5-2 0 16,6-8-52-16,6-6 12 0,3-6-16 16,9-6 16-16,2-3-36 15,5-10 36-15,4-3-16 0,5-7 16 16,3-6 36-16,-1-3-36 0,1-3-28 0,0-4 16 16,4-3 56-16,0 1 4 15,-4-4 0-15,4-3 72 0,0 0 28 16,0 0-16-16,0 0-20 0,0 0-64 0,0 0-56 15,0 0-288-15,0 0-108 0,0 0-152 16,0-3-228-16,4 0-164 0,4-7-792 16,1-6-852-16,2 3-1581 0,6-15-1095 0</inkml:trace>
  <inkml:trace contextRef="#ctx0" brushRef="#br3" timeOffset="-71379.216">27683 15479 3892 0,'0'0'1940'0,"0"0"-548"0,0 0-496 0,0 0 76 0,0 0 216 16,0 0 117-16,0 0-125 16,0 0-212-16,0 0-120 0,0 0-16 0,0 18-152 15,-8-3-112-15,-1 2-84 0,2 2-24 16,-1 3-4-16,-5 4-108 0,2 2-64 16,-1 4-64-16,-4 3-12 15,4 5-48-15,-8 6-72 0,4 1-28 0,-4 3-60 16,0 2-8-16,1 2-52 0,-6-4-64 15,5-1 40-15,5-2-28 0,-2-6-24 0,2-6 52 0,2-4 80 0,2-8-60 16,7-7 56-16,0-7-40 0,0-6-52 16,4-3-72-16,0 0-484 0,0 0 24 15,0-5-116-15,0-6-208 16,8-8-256-16,0-3-536 0,-1 3-657 16,6-16-2047-16</inkml:trace>
  <inkml:trace contextRef="#ctx0" brushRef="#br3" timeOffset="-71028.666">27655 15577 7796 0,'0'0'1608'0,"0"0"-924"16,0 0-376-16,0 0 313 0,0 0 499 0,0 0 108 15,0 0-556-15,0 0-584 0,0 0 280 16,0 0 252-16,39 38-16 0,-22-16-88 15,-2 0-200 1,1 6-92-16,0 4-112 0,0 0 0 16,-4 6 48-16,0 0-148 0,0 3 64 0,0 3-72 15,-4 0-4-15,0 2-76 0,0-2 76 0,-1-3-60 16,-2 1 8-16,3-8 48 0,0-1-4 0,-4-5 4 16,-1-3 0-16,1-2-44 15,1-8 48-15,-1-2 8 0,-4-3 56 16,4-4-64-16,-4-3-100 0,0 1 4 0,0-4-180 15,0 0 0-15,0 0 60 16,0 0-84-16,0 0-140 0,-4 0-104 0,-5-4-316 16,2-3-464-16,-9-1-517 0,0 2-667 15,-8-5-1820-15</inkml:trace>
  <inkml:trace contextRef="#ctx0" brushRef="#br3" timeOffset="-70830.576">27492 16119 9020 0,'0'0'1600'16,"0"0"-1223"-16,0 0-365 0,0 0 556 0,0 0 292 0,0 0 72 15,0 0-552-15,0 0 164 0,0 0-60 16,0 0 32-16,0 0-76 16,95-13-128-16,-71 11-172 0,-1-4 40 15,5-5-180-15,0 5-4 0,0-3-108 0,4-4-120 16,-4 3-244-16,0-2-256 0,-4-1-76 15,4 4-456-15,-5-1-689 0,-2 1-1931 16,-1 2-1244-16</inkml:trace>
  <inkml:trace contextRef="#ctx0" brushRef="#br3" timeOffset="-70091.898">28699 15297 7444 0,'0'0'4453'0,"0"0"-3173"0,0 0-732 31,0 0-92-31,0 0 744 0,0 0 96 0,0 0-252 16,0 0-476-16,0 0-308 0,0 0 36 15,63-23 84-15,-27 14 60 0,7-1-144 0,6 4-112 16,7-3-28-16,0 2 16 0,3-2-88 0,9 3 40 16,-4-1-52-16,3-2-72 15,1 3-48-15,-5-7 0 0,1 2 0 0,-4 0-16 16,-8 1-92-16,-4-4-52 0,-4 6-100 16,-12-2-204-1,-1 3-56-15,-7-1-208 0,-3 1-228 0,-6-3-412 16,-3 4-724-16,-7-3-913 0,-5-1-3695 0</inkml:trace>
  <inkml:trace contextRef="#ctx0" brushRef="#br3" timeOffset="-69865.947">29707 14966 8884 0,'0'0'1320'16,"0"0"-531"-16,0 0 99 15,0 0 276-15,0 0-148 0,0 0-116 16,92 11-208-16,-73-9-276 0,-3 2-224 15,4 2-20-15,-8 3-8 0,4-2-40 0,-8 6-72 16,0-4 84-16,-4 7-60 0,-4 0 36 16,0 6-112-16,-12 4-72 0,0-1-92 15,-9 6-184-15,-2-3-32 0,-5 2 132 16,0-5-40-16,-4 1-168 0,-3-8-416 0,-6-1-208 0,2-5-328 16,7-5-953-16,-20-4-1871 0</inkml:trace>
  <inkml:trace contextRef="#ctx0" brushRef="#br3" timeOffset="-69516.519">28922 14852 10768 0,'0'0'1965'16,"0"0"-1353"-16,0 0-52 0,0 0 176 0,0 0 372 0,0 0-76 16,0 0-548-16,20-75-236 15,-5 52-48-15,5-2-28 0,1 3-36 0,-2-4-12 16,5 0 12-16,0 7-12 0,0 1-12 16,0 5-40-16,-4 3 4 0,4 4-64 15,-5 6 84-15,2 0-32 0,-1 0 28 0,-5 6-92 16,5 4-120-16,-8 3 56 0,8-1 52 0,-4 1 12 31,0-1-84-31,0 5 84 0,4-8-12 0,-4 0 12 0,7 1-8 0,-2-3-40 16,7-5 36-16,0-2-48 0,3 0 8 15,1-9-280-15,8-4-348 0,-4-2-156 0,8-2-408 16,-1-2-604-16,-11 7-845 0,16-7-2467 16</inkml:trace>
  <inkml:trace contextRef="#ctx0" brushRef="#br3" timeOffset="-68928.018">31487 14618 8200 0,'0'0'3905'15,"0"0"-3097"-15,0 0-720 0,0 0 220 0,0 0 456 16,-99-32 120-16,71 32-192 0,0 0-228 0,-4 0-84 16,0 5-20-16,0 6-36 15,0 1-100-15,-3 7-60 0,-1 3-28 16,-4 10-124-16,4 3-12 0,-4 7-8 16,1 2-56-16,-1 3 64 0,3 2 0 15,2 1 4-15,3 1 60 0,0 3 20 16,8-4-20-16,5-1 96 0,2-2 40 0,10-3-4 0,-1-3-84 0,8 1 60 31,0-1-76-31,0-3 16 0,8-3-36 0,7-2-28 16,1-3 100-16,5-4-88 0,2 0-60 15,5-8 100-15,0 1-4 0,7-2-48 16,2-5 16-16,-1-2-4 0,3-4-12 0,1-3 52 16,0 0-88-16,4-3-8 0,-5 0-4 15,2-3-12-15,-1-3 0 0,-1-7-208 0,-3 1-136 16,-4-1-76-16,-4-3-100 0,0-4-60 15,-8 5-80-15,-5-3-268 16,2-3-496-16,-10 2-652 0,1 5-1081 0,-8-6-2323 16</inkml:trace>
  <inkml:trace contextRef="#ctx0" brushRef="#br3" timeOffset="36781.989">4414 17287 1800 0,'0'0'1852'15,"0"0"-928"-15,0 0-116 0,0 0 272 16,0 0 12-16,0 0-596 0,0 0-16 16,0 0 1020-16,0 0 101 0,-19-35-857 0,19 32-260 0,0 1 204 0,-4 2 240 15,4 0-220-15,0 0-92 16,0 0-148-16,0 0-68 0,-5 5-104 0,5 2-20 16,-4 2-140-16,0 2-36 15,4 3 36-15,-4 5 48 0,4 0-84 0,0 4 60 16,0 3-108-16,0 6 32 0,0-1-32 15,0 7-52 1,4 4-48-16,0 2 44 0,0 3-68 16,5 4-4-16,-2 7-20 0,1-1-56 0,0 0 104 15,4 0 40-15,-4 0 4 0,0-6 0 16,0-6-4-16,-4-8-4 0,0-2-40 16,4-9-44-16,-4-7-4 0,-4-6-112 15,3-10-136-15,-3 0-112 0,5-3-108 16,-1 0-100-16,4 0-228 0,0-3-516 0,-1-4-1069 0,2 1-539 15,-1-7-140-15</inkml:trace>
  <inkml:trace contextRef="#ctx0" brushRef="#br3" timeOffset="37247.147">4713 17421 5004 0,'0'0'1780'0,"0"0"-740"0,0 0-156 0,0 0 256 16,0 0 201-16,0 0-81 0,0 0-304 0,0 0-268 16,0 0-156-16,0 0-128 0,0 3-40 15,0 7 28-15,4-1-144 0,-4 10-136 16,7 3-4-16,-2 4 28 0,-1 6-60 15,4-1 36-15,0 1-56 16,-5 3-56-16,6 4-4 0,-5-6-56 0,4 9-28 16,-1-7-76-16,-3 0-64 0,0-5-60 15,1-5-280-15,-1-10-48 0,-4-3-20 0,4-6-100 16,-4-1-212-16,0-5-272 0,0-5-357 16,0-1-199-16,0-2-888 0,-8-11-376 15</inkml:trace>
  <inkml:trace contextRef="#ctx0" brushRef="#br3" timeOffset="37630.721">4737 17583 1512 0,'0'0'2324'16,"0"0"-488"-16,0 0-120 0,19-73-172 0,-10 54-108 15,3 3-263-15,-1 0-209 0,2 4-264 16,-2-1-292-16,2 3-12 0,-2 3-16 16,-3 2 88-16,5 1-40 0,-6 4-40 15,1 0-60-15,0 0 76 0,1 0-40 16,-6 7-168-16,5 2 16 0,0 7 0 15,0 3-176-15,-4 6-36 0,4 1-48 0,-4 2-88 16,-4 1 88-16,4-7 48 16,-4-3 8-16,0-3-4 0,0-3-4 15,0-3-76-15,0-1-172 0,4-3 36 0,0 0 12 16,0-2-52-16,4 3 72 0,4-5 172 0,-4 4-92 0,8-2 92 16,-5-1 4-16,-2 1 8 0,3-1-52 15,-5 0 108-15,2-1-20 16,3 4 276-16,-9-1-80 15,1 1-48-15,0 2-24 0,5-1-16 0,-9 6-48 16,0-3 48-16,0 6-48 0,0-4-16 16,0 4-84-16,0 0-12 15,-9 0-100-15,5 1-88 0,-3-3-48 16,-5-1-228-16,-1 0-40 0,2-3 112 16,-2 3-376-16,2-7-120 0,-5-3-592 0,4-3-609 15,0 0-827-15,0-7-1524 16</inkml:trace>
  <inkml:trace contextRef="#ctx0" brushRef="#br3" timeOffset="38000.166">5203 17192 7372 0,'0'0'1764'0,"0"0"-976"0,0 0-128 0,0 0 513 0,0 0 247 15,0 0-252-15,0 0-472 0,0 0-204 16,0 0-152-16,0 0-16 0,0 0 16 0,28 87-40 16,-20-60-88-16,-1 5-60 15,2 3 8-15,-1 7 12 0,0-1-120 16,-1 7 20-16,2 2 28 0,-1 4-92 0,-1-3 0 16,1 0-8-1,5 0-12-15,-6-4-116 0,1 1 120 16,1 0-108-16,-5-7 16 0,3-3 88 15,-3-3-48-15,0-10 8 0,5-2-84 0,-5-8 36 16,0 2 0-16,-1-9 0 16,1 3-60-16,-4-5-16 0,4-3-124 15,-4-3-40-15,0 3-128 0,0-3-72 0,0 0-120 16,0 0-128-16,0-3-308 0,0-4-925 0,0 5-1219 16,-4-14-2780-16</inkml:trace>
  <inkml:trace contextRef="#ctx0" brushRef="#br3" timeOffset="38679.742">5609 17729 1760 0,'0'0'6380'0,"0"0"-4668"16,0 0-708-16,0 0-227 16,84-3 3-16,-56 3 40 0,-4 0-136 0,-1 0-212 15,2 0-232-15,-5-3-152 0,-1 3-12 16,1-4-76-16,-3 2-92 0,-2-3-88 15,-3 3-136-15,-3-2-596 16,2 4-600-16,-7 0-1185 0,0 0-3299 0</inkml:trace>
  <inkml:trace contextRef="#ctx0" brushRef="#br3" timeOffset="38859.189">5837 17945 6868 0,'0'0'1492'0,"0"0"-1064"16,0 0 300-16,0 0-108 0,0 0 140 16,0 0 1-16,79 9-337 0,-59-9-232 0,4-3 12 0,-4-3-204 15,4-8-12-15,0 6-320 0,-1-9-1293 16,-6 9-403-16,11-11-2648 0</inkml:trace>
  <inkml:trace contextRef="#ctx0" brushRef="#br3" timeOffset="39218.132">6442 17367 4864 0,'0'0'5288'16,"0"0"-4279"-16,0 0-677 0,0 0 40 31,0 0 512-31,0 0 188 16,0 0-132-16,0 0-388 0,0 0-260 0,0 0-204 15,0 0 0-15,-4 48 84 0,8-23 16 0,4 3 44 16,-3 8-72-16,2 5-32 0,1 0-16 16,0 3 48-16,0 5-108 0,0-2-52 15,0 0-64-15,-1 4 60 0,-3-3-120 0,1-3 112 16,-1-1-64-16,0-6-12 15,0-3 76-15,-4-3-88 0,4-7-88 0,-4 1-128 0,3-7-36 16,-3-1-112-16,4-5 48 16,-4 0 8-16,0-7-176 0,0 0-244 0,0-6-504 0,5 0-901 15,-5 0-1843-15,0-6-1128 16</inkml:trace>
  <inkml:trace contextRef="#ctx0" brushRef="#br3" timeOffset="39786.782">7147 17331 5928 0,'0'0'4296'15,"0"0"-2775"-15,0 0-685 16,0 0-324-16,0 0 112 0,0 0 248 15,0 0 36-15,0 0-188 0,0 0-396 0,0 0-160 16,0 0 84-16,-43 30-240 0,34-8 44 16,5 7-48-16,0 8 0 0,1 8-4 15,-1 3-4-15,4 2-72 0,-4 5 16 0,0 2-4 16,-1-3-48-16,1 2 12 0,0-5-112 16,1 1-256-16,3-11-60 0,-4-7-24 0,4-8-272 15,0-14 100 1,0-5-160-16,-4-7-657 15,4 0-1371-15,-4-23-2636 0</inkml:trace>
  <inkml:trace contextRef="#ctx0" brushRef="#br3" timeOffset="39987.282">7187 17479 6444 0,'0'0'1392'0,"0"0"-912"0,0 0 296 0,52 66 412 16,-36-38 169-16,-4 4-373 15,3 0-216-15,2 3-436 0,-1-1-104 0,0 5-12 16,-5-4-92-16,2 3-84 0,-6-7-40 16,1-1-4-16,-4-8-84 0,1-4-168 15,-5 1-240-15,0-6-128 0,0 0-284 0,0-4-637 16,-5-2-1099-16,-7-4-1788 0</inkml:trace>
  <inkml:trace contextRef="#ctx0" brushRef="#br3" timeOffset="40172.022">7143 17827 964 0,'0'0'6280'0,"0"0"-4772"16,0 0-928-16,0 0-24 15,0 0 260-15,0 0-19 0,0 0 155 16,0 0 156-16,0 0-460 0,0 0-164 0,76-6-56 16,-56 6-304-16,0-3-64 0,3-1-60 15,-2-2 0-15,-1-3-4 16,4-1-68-16,-9-2-648 0,6-1-436 0,-2-3-288 15,-3 6-1225-15,5-9-3327 0</inkml:trace>
  <inkml:trace contextRef="#ctx0" brushRef="#br3" timeOffset="40450.666">7673 17265 5532 0,'0'0'2936'0,"0"0"-2000"0,0 0-548 0,0 0 424 0,0 0 333 16,13 70 139-16,-13-47-268 0,4-1-368 15,-1 6-244-15,5 4-16 0,0 7-112 0,1-1-60 16,-2 6-156-16,1 0-52 0,5 5-8 16,-2 1 0-16,-3 0-4 0,4-2 0 15,-4 4-84-15,4-5 0 0,-5 0 28 0,2-6 48 16,-1-3-48-16,-1-3 60 0,-3-3 0 15,5-7-108-15,-5-2-108 0,0-7-112 16,-4-7-224-16,4-3-136 0,-4-6-332 16,0 0-712-16,3-6-1293 0,-3-10-2231 15</inkml:trace>
  <inkml:trace contextRef="#ctx0" brushRef="#br3" timeOffset="40889.492">7968 17783 7884 0,'0'0'2912'0,"0"0"-1727"15,0 0-813-15,0 0-76 0,0 0 8 0,0 0-60 16,0 0-20-16,0 0-220 0,0 0 4 16,0 0-8-16,60-10-92 0,-44 4-584 0,-4-3-492 15,0-1-845-15,-1-7-2671 0</inkml:trace>
  <inkml:trace contextRef="#ctx0" brushRef="#br3" timeOffset="41207.01">8303 17211 7628 0,'0'0'2720'0,"0"0"-1971"0,0 0-585 0,0 0 148 0,0 0 404 0,-5 68 180 16,5-43-68-16,0 2-412 15,0 9-148-15,9-1-28 0,3 10-52 16,-5-1-112-16,10 7-12 0,-2 2-4 16,5 1 16-16,1 7-8 0,-2-1-68 15,1 0-12-15,1 1 8 0,2-7 0 16,-7 0 4-16,0-10 0 0,0-8-64 15,-5-9-60-15,2-7-68 0,-5-8-336 0,-1-5-132 16,2-7-424-16,-1 0-752 0,-4-7-49 16,0-14-1339-16</inkml:trace>
  <inkml:trace contextRef="#ctx0" brushRef="#br3" timeOffset="41536.272">8908 17389 12449 0,'0'0'1896'0,"0"0"-1440"0,0 0-16 0,0 0 304 0,0 0 284 16,0 0-196-16,0 0-192 0,0 0-280 0,-71 76-164 15,63-57-160-15,-1 3-36 16,5 3-148-16,1 2-36 0,3 1 48 15,0 0 76-15,0 1-28 0,3 0 44 0,1-3 44 16,9-5 72-16,-5-2-60 0,-1-3-8 16,6-3-4-16,-5-3-64 0,3-1 56 15,2-3-40 1,2-3 36-16,-2 1-64 0,-2-1-108 16,6-3 48-16,-6 0-76 0,5 0-124 15,-4 0-160-15,4 0-176 0,-4-7-236 0,4-2-344 16,-4-4-612-16,0 4-1177 0,4-10-3759 15</inkml:trace>
  <inkml:trace contextRef="#ctx0" brushRef="#br3" timeOffset="41838.978">9287 17180 444 0,'0'0'7960'0,"0"0"-6184"0,0 0-859 0,0 0 251 15,0 0 196-15,0 0-172 0,0 0-44 0,0 0-260 16,0 0-128-16,0 0-16 0,0 0-32 16,-4 3-244-16,12 13-284 0,0 9-112 15,3 10-64-15,2 4 40 0,-1 8 16 16,4 3 12-16,-1 4-76 0,2 7-4 0,-2 2-108 15,2 4 40-15,2-3-24 0,-3 2-4 0,5 1-132 16,-6-6-236-16,2-5-112 0,-6-5 124 16,5-7-116-16,-4-6-188 0,-4-2-496 15,3-11-452-15,-2-6-944 0,-5-3-2373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04T08:56:03.3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5502 2051 4608 0,'0'0'2588'0,"0"0"-1676"0,0 0-200 0,0 0-220 0,0 0 1805 15,0 0-937-15,0 0-584 16,-4 70-180-16,4-52-28 0,0 6 200 0,4 4-136 0,-4-3-156 16,4 7-92-16,-4 2-24 0,4 1-112 15,0 6-84-15,0 1-16 16,-1 6 0-16,-3 2 24 0,9 1-100 16,-9 7-64-16,8-2 44 0,-8-2-44 15,4 0-16-15,0-6 16 0,-4-4 44 16,3-5-40-16,-3-8-12 0,4-6-12 0,-4-6-100 15,4-5 16-15,-4-9-28 0,5 2-72 0,-1-3-104 16,-4-4-120 0,4 0-64-16,0 0-156 0,-1 0-180 0,1 0-316 15,4-7-584-15,-3 1-529 0,3-11-2507 0</inkml:trace>
  <inkml:trace contextRef="#ctx0" brushRef="#br0" timeOffset="737.643">6614 2467 7564 0,'0'0'1660'16,"0"0"2621"-16,0 0-3177 15,0 0-464-15,0 0 4 0,0 0 72 0,0 0-292 16,0 0-312-16,0 0 88 0,0 0 344 0,107 19-148 16,-59-13-36-16,3-3-80 0,5 0-132 0,0-3 12 15,0 0-88-15,0 0 28 0,-9-3-12 16,2-3-88-16,-6-1-52 15,-7-2-68-15,0 3-164 0,-9-4-296 0,1-2-184 16,-4-1-468-16,1-3-584 0,-10 3-1244 16,-6-9-4081-1</inkml:trace>
  <inkml:trace contextRef="#ctx0" brushRef="#br0" timeOffset="968.971">7183 2251 4700 0,'0'0'2028'16,"0"0"-948"-16,0 0-520 0,0 0 1832 0,0 0-1171 0,88 19-453 16,-64-13 0-16,0 4 232 0,-5-4-140 15,2 6-208-15,-1-2-172 0,-5 0-180 16,2 3 0-16,-10 2-64 0,1 4-112 16,-4 6 196-16,-4 0-132 0,-8 8 8 15,-3 2-72-15,-6 3-124 0,-3 0-132 0,1 4-52 16,-5-4-76-16,-1 3-288 0,1-6-36 15,1 0-132-15,7-7-508 0,0-2-696 0,4-10-937 0,0-4-2463 16</inkml:trace>
  <inkml:trace contextRef="#ctx0" brushRef="#br0" timeOffset="1613.73">8681 1895 5136 0,'0'0'1044'16,"0"0"-432"-16,0 0-80 0,0 0 2332 0,0 0-1047 0,0 0-489 15,0 0-160-15,0 0-156 0,0 0-156 16,0 0-220-16,0 0-164 0,-35 89-76 16,26-52 60-16,-3 12-96 0,1 2 8 15,-6 9-160-15,6 7 16 0,-6 2-80 0,2 5-44 16,-1 2-100-16,0 1 0 16,0-5 0-1,0-2 60-15,4-7-60 0,0-12 0 0,8-10-124 16,1-15-56-16,-1-11-104 15,4-8-172-15,0-7-220 0,0 0-244 16,7-13-508-16,1-6-392 0,4-6-620 16,0 0-1685-16,0-26-2503 0</inkml:trace>
  <inkml:trace contextRef="#ctx0" brushRef="#br0" timeOffset="1868.951">8614 2067 1356 0,'0'0'6504'0,"0"0"-4716"15,0 0-804-15,0 0-43 0,0 0 135 16,0 0-272-16,83 15 60 0,-63 8-256 16,0 2-192-1,4 8-116-15,0 4 52 0,0 1 4 0,0 6-96 16,-5 4 16-16,1-1-116 0,-3 2-36 16,-6-2-60-16,-3 1-64 0,1-6 4 15,-1-5 40-15,-8-2-36 0,3-7-8 0,1-2 0 16,-4-4 0-16,0-6-92 0,0-4-184 15,-4-2-124-15,1-3-180 0,-1-5-184 16,-5-2-352-16,-3 0-1540 0,5 0-2513 0,-10-12 345 16</inkml:trace>
  <inkml:trace contextRef="#ctx0" brushRef="#br0" timeOffset="2024.428">8650 2575 4560 0,'0'0'2264'15,"0"0"36"-15,0 0-956 0,0 0-199 0,0 0-17 16,0 0-144-16,0 0-312 0,0 0-356 0,0 0-112 0,0 0 8 0,0 0 128 15,67-31-124-15,-47 26-44 32,8 3-72-32,-1-5-100 0,6 1-52 0,-1-4-24 0,-5 0-112 0,6 1-416 15,-1 0-928-15,-9-1-1653 16,17 1-4671-16</inkml:trace>
  <inkml:trace contextRef="#ctx0" brushRef="#br0" timeOffset="2386.842">9658 2333 10925 0,'0'0'2168'0,"0"0"-1608"15,0 0-80-15,0 0 420 0,0 0 360 0,95 4-276 16,-51-2-276-16,0 8-204 0,0-3-120 15,4 0-88-15,-5-1-100 0,1-4-100 16,0-2-32-16,-4 0-8 0,-1-2-56 0,2-11-60 0,-9-4-336 16,3-1-352-16,-7-5-280 0,0-2-600 0,-12 3-1440 15,4-13-3377-15</inkml:trace>
  <inkml:trace contextRef="#ctx0" brushRef="#br0" timeOffset="2602.858">10227 2057 4212 0,'0'0'4388'0,"0"0"-2836"0,0 0-583 0,0 0 19 16,0 0 240-16,0 0 168 15,88 80-88-15,-64-65-128 0,-5 4-340 0,5 1-392 16,-3 2-276-16,-6 0-64 0,-2 3-108 16,-6 4 52-16,-3 3-4 15,-4 10-48-15,-11-2-56 0,-10 8-180 0,-3-1-60 16,-4-1 0-16,0 1-100 0,-3-6-252 15,-1-3-252-15,4-4-588 0,1-5-1020 16,6-6-1989-16,1-10-2099 0</inkml:trace>
  <inkml:trace contextRef="#ctx0" brushRef="#br0" timeOffset="3058.16">11621 1854 6836 0,'0'0'444'0,"0"0"2212"0,0 0-1183 16,0 0-473-1,0 0 492-15,0 0 152 0,28 67-328 16,-19-30-344-16,3 7-304 0,-5 8-216 0,1-1-144 16,-3 0-48-16,-5 0-212 0,4-7-48 15,-4-3-116-15,0-3-56 0,0-5-120 16,0-8-300-16,0-10-40 0,0-2-64 16,0-10-100-16,-4-3-492 0,4-3-448 0,0-10-729 15,0 1-1815-15,0-21 1232 0</inkml:trace>
  <inkml:trace contextRef="#ctx0" brushRef="#br0" timeOffset="3357.165">11717 2044 1604 0,'0'0'2296'16,"0"0"228"-16,28-70-208 0,-16 59-416 16,0-6-499-16,4 8-273 0,-4 2-136 0,-4 7-208 15,4 0-156-15,-4 0-136 16,0 3 100-16,-1 8 68 0,2 1-128 0,-1 3-64 0,0 8-120 16,0 2-28-16,-4 4-28 0,0-1-68 15,0 1-28-15,0-4-88 0,-1 1-24 16,5-8-76-16,-3 4 0 0,3-5 0 15,3 2-8-15,-3-3-4 0,5-1-48 0,-2 1 52 16,2-3 8-16,-2 3 68 16,1-3 108-16,-3 3 12 0,2-1 168 15,-3 2-60-15,-4 5 184 16,1-3-184-16,-5 3-135 0,0 0-33 0,-9 3-88 16,1-2-40-16,-7-1-8 0,-2 0-76 15,-3 1-157-15,-3-1 61 16,3-3-8-16,-8-3-100 0,4-1-24 0,-4-2-88 15,4-7-108-15,-4-3-40 0,4-3-208 16,0 0-476-16,0-12-300 0,5-7-460 0,6 6-920 16,5-15-2693-16</inkml:trace>
  <inkml:trace contextRef="#ctx0" brushRef="#br0" timeOffset="3562.352">12371 2226 9140 0,'0'0'3173'16,"0"0"-1541"-16,103 6-316 0,-63-3 340 15,8 0-404-15,-1-3-328 0,2 0-396 16,-1 0-284-16,-1 0-168 0,1-6-76 16,-4-7-52-16,-1 1-288 0,-2-7-508 15,-9 0-476-15,-13 2-1084 0,5-5-3469 0</inkml:trace>
  <inkml:trace contextRef="#ctx0" brushRef="#br0" timeOffset="3810.472">12845 2007 7976 0,'0'0'2420'15,"0"0"-847"-15,0 0 367 0,88 31-436 16,-60-21-344-16,3-1-152 0,-3 4-228 15,-3-3-228-15,-2-1-184 0,1 0-172 0,-4 4-48 16,-4-3 24-16,-4-1-60 0,-4 7-104 0,-4 1 64 16,-4 1-64-16,0 10 28 15,-12 1-36-15,-4 6-132 0,-5 0-52 16,-2 3-36-16,-5-3 60 0,-4 3-76 16,1-6-144-16,-5 3-212 0,-1-7-252 0,-2 2-408 0,3-9-916 15,12-5-2057-15,-8-6-2907 0</inkml:trace>
  <inkml:trace contextRef="#ctx0" brushRef="#br0" timeOffset="4479.461">14136 1988 6280 0,'0'0'584'15,"0"0"4593"-15,0 0-3465 16,0 0-444-16,0 0-124 0,0 0 132 0,0 0-104 15,-84-32-432-15,65 32-360 0,-6 9-224 16,5 7-20-16,-4 5 84 0,1 9 0 16,3 8 24-16,-1 6-24 0,6 5-12 15,2 4 20-15,10 1-32 0,-1 0-48 0,4-1-76 16,4-2-72-16,4-3-68 0,4-3 64 16,8-3-8-16,-1-9-60 0,2-3-24 15,3-5-24-15,-1-9 120 0,10-7 12 16,-1-3-12-16,7-6-144 0,1-6-136 0,-1-10-144 0,6-6-276 0,-2-3-232 15,1-7-784 1,-16 9-1328-16,12-14-2337 0</inkml:trace>
  <inkml:trace contextRef="#ctx0" brushRef="#br0" timeOffset="4663.864">14450 2304 7188 0,'0'0'884'0,"0"0"812"0,0 0 817 15,0 0-537-15,88 10-436 0,-52-3-136 16,4-7-340-16,8 3-288 0,4-3-152 16,-1-3-220-16,9-4-132 0,-4-5-40 0,4-1-172 15,-5-3-60-15,-2 0-136 16,-2-3-252-16,-7 0-412 0,0 3-308 0,-13 1-480 16,-3 1-2324-1,-4 5-3365-15</inkml:trace>
  <inkml:trace contextRef="#ctx0" brushRef="#br0" timeOffset="5039.785">15204 1994 6292 0,'0'0'4957'0,"0"0"-3353"16,0 0-456-16,0 0-48 0,103 34 172 0,-67-21-116 15,0 0-312-15,4 0-292 0,-4 0-220 16,0-1-84-16,-5-2-40 0,1 2-52 15,-4-2-68-15,-8 3-4 0,-4-1-76 0,-5 4-4 16,-6 3 44-16,-5 0 4 0,-5 6 56 16,-6 1 4-16,-5 2-28 0,-8 4-24 0,-4-2-60 15,0-5 0-15,0 0-364 0,0-3-324 16,0-3-380-16,0-3-384 0,5-4-808 0,7-8-2373 16,4-4-3467-16</inkml:trace>
  <inkml:trace contextRef="#ctx0" brushRef="#br0" timeOffset="5329.464">16048 1908 8504 0,'0'0'3293'0,"0"0"-2577"0,0 0-712 0,0 0 948 16,0 0 608-16,48 76 312 0,-36-41-436 16,0 6-476-16,-4 7-200 0,0 2-220 15,0 5-188-15,-4 2-144 0,-4 3-124 16,0 1-84-16,-8-4-84 0,0-7-136 0,0-4-352 16,4-13-88-16,4-3-92 15,0-11-172-15,0-7-540 0,8-9-756 0,-4-3-2073 0,0-13-3047 16</inkml:trace>
  <inkml:trace contextRef="#ctx0" brushRef="#br0" timeOffset="5596.545">16200 1996 8868 0,'0'0'3937'15,"0"0"-2877"-15,0 0-644 0,0 0 432 16,99-27 108-16,-71 23-388 0,0 4-48 15,0 0 76-15,4 4-188 0,-4 4-124 16,0 6-96-16,-9-3-16 0,1 8 0 0,-3 1-64 0,-9 2-8 16,-5 4 84-16,-3 2-36 0,-3 4-52 0,-14 3 64 15,-2 2-48-15,-5 2-16 0,-8-1-12 0,-4-3-20 32,0 3-64-32,0 1 0 0,-4-8-100 0,5 1-44 15,-1-7-80-15,8-2-252 0,4-5-104 0,3-8-124 0,2-3-236 31,7-7-468-31,0 0-856 0,0-4-2137 0,0-15-3163 16</inkml:trace>
  <inkml:trace contextRef="#ctx0" brushRef="#br0" timeOffset="6082.604">17104 2248 6444 0,'0'0'532'16,"0"0"4389"-16,0 0-3297 0,0 0-684 15,0 0 44-15,80 9 348 16,-32-6-164-16,11 0-220 0,6-3-272 0,2 0-308 16,1 0-124-16,-5 0-108 0,1 0-76 15,-4-6-60-15,-4-3-112 0,-4-4 108 16,-1-3-204-16,-3-7-476 0,-4 1-524 15,-5-3-504-15,-11 3-1348 0,4-10-3261 16</inkml:trace>
  <inkml:trace contextRef="#ctx0" brushRef="#br0" timeOffset="6301.023">17881 1944 4060 0,'0'0'2164'16,"0"0"680"-16,0 0-983 0,0 0-321 15,0 0 116-15,0 0-328 0,87 58-136 0,-66-39-172 16,-1 4-288-16,-5 6-240 0,-2 0-76 16,-5 2-120-16,-8 5-52 0,0 4-36 15,-8 2-208-15,-5 5-4 0,-2-1-104 16,-5-6-88-16,4-3-296 0,4-4-196 0,0-5-312 0,4-8-324 0,3-5-504 16,2-5-788-16,3-10-2625 0</inkml:trace>
  <inkml:trace contextRef="#ctx0" brushRef="#br0" timeOffset="6699.285">18718 1908 9452 0,'0'0'5513'0,"0"0"-3765"0,0 0-852 0,0 0-216 0,51-70-360 15,-31 34-148-15,8-4-132 16,4-5-40-16,4-2-224 0,-4-4 76 16,3 6-48-16,-3 4 60 0,-4 6-12 15,-4 10 36-15,-3 6 108 0,-10 9-72 16,-3 4 16-16,-3 6 60 0,-1 0 152 16,-4 0 120-16,0 6 0 0,4 7-12 0,-1 3-28 15,1 6-96-15,0 10 24 16,4-1-100-16,1 11-20 0,-6-1-32 15,9 10 84-15,-4 1 152 16,0 0 208-16,0 6 184 0,-4 2-148 16,0-3-172-16,-4 0-60 0,0-3-87 0,0-3-97 15,0-3-64-15,0-8-8 0,0-1-8 16,0-7-52-16,0-3 0 16,-4-4 12-16,4-6-73 0,0-3-307 0,0-3-144 15,0-7-88-15,-4 1-72 0,0-1-180 0,-4-3-500 16,0 0-736-16,0-3-1712 0,-12 2-2253 15</inkml:trace>
  <inkml:trace contextRef="#ctx0" brushRef="#br0" timeOffset="6899.076">18929 2470 872 0,'0'0'5264'16,"0"0"1061"-16,0 0-5293 0,0 0-596 15,0 0 564-15,0 0 192 0,0 0 48 16,0 0-176-16,96 22-400 0,-77-22-244 0,5 0-80 15,4 0-32-15,4 0-124 0,0-6-112 16,4 2-72-16,-1 1-8 0,2-3-76 16,-1 6-112-16,-4-3 120 0,-1 0-708 15,1 3-408-15,-8 0-200 0,-1 3-912 16,-2 6-4665-16</inkml:trace>
  <inkml:trace contextRef="#ctx0" brushRef="#br0" timeOffset="7837.268">3351 5698 7248 0,'0'0'2324'0,"0"0"85"0,115 19-621 0,-64-14-356 32,9-3-312-32,0 2-296 0,0-4-288 0,0-4-168 15,-4 2-368-15,-5-9-12 0,-3 3-172 16,-5 1-264-16,-11-3-312 0,-4 4-344 0,-7 3-832 15,-10 3-3245-15</inkml:trace>
  <inkml:trace contextRef="#ctx0" brushRef="#br0" timeOffset="8012.905">3566 6004 6988 0,'0'0'548'15,"0"0"2096"-15,0 0-1175 0,0 0-381 16,0 0 328-16,0 0-16 0,119 28-208 0,-55-28-172 15,4 0-304-15,3-10-196 0,1-8-56 16,0-1-256-16,-5-3-208 0,-7-5-96 0,-4 2-224 16,-9-2-516-16,-2-3-280 15,-10 2-384-15,-10 2-1120 0,-6-8-4117 0</inkml:trace>
  <inkml:trace contextRef="#ctx0" brushRef="#br0" timeOffset="8285.052">4084 5416 6168 0,'0'0'2044'0,"0"0"-996"0,87-6 2033 0,-47 6-1157 16,7 0-660-16,2 3-444 0,3 4-112 16,-5 2-112-16,1 4-124 0,0 6-224 15,-9-1 8-15,-6 8-160 0,-1 3-96 16,-13 3-48-16,-2 5-28 0,-10 5 76 15,-3 2 52-15,-8 7-52 0,-7 3-56 0,-13 6-56 16,-4 1-8-16,-12 5-4 0,3-2 72 16,-6-4-108-1,-1 1-160-15,0-11-228 0,1 1-160 16,-2-9-388 0,2-4-652-16,11-13-1241 0,-16 0-3795 15</inkml:trace>
  <inkml:trace contextRef="#ctx0" brushRef="#br0" timeOffset="11088.414">5379 3369 848 0,'0'0'1460'0,"0"0"-572"15,0 0-316-15,0 0-48 0,0 0-472 16,0 0-44-16,0 0 212 0,0 0 40 16,0 0 1536-16,0 0-532 0,0 0-396 0,0 0-40 15,0 0 140-15,0 0 1 0,0 0-73 16,-21-10-168-16,18 10-140 0,3 4-44 0,0-4 52 16,0 0-80-16,0 0-176 0,0 0-152 15,0 0-124-15,0 0-64 0,0 0 0 0,0 0-12 16,7 0-112-16,1 0 124 15,5 0 240-15,2 0-112 0,1 2-116 16,4-2 64-16,0 4 24 16,-4-4-100-16,4 0-44 15,0 0 36-15,-5 2 16 0,6-2-16 0,-5 4-72 16,3-4 72-16,2 0 12 0,-1 2-8 16,-5-2-72-16,9 0 68 0,-4 0-4 15,4-2-76-15,0-2-40 0,0 2-96 0,-5 2-456 16,5-4 36-16,-3 4-156 0,-6 0-696 0,-2 0-797 15,-2 4-911-15,-7 4-2940 0</inkml:trace>
  <inkml:trace contextRef="#ctx0" brushRef="#br0" timeOffset="11981.997">11566 3067 7400 0,'0'0'3913'0,"0"0"-2961"0,0 0-504 0,0 0-180 16,0 0 256-16,0 0 276 0,0 0 144 16,0 0-140-16,0 0-224 0,0 0-128 0,0 0-56 15,-16 41-160-15,28-38 24 16,0 0 48-16,4 0-12 0,0 1 24 0,3-2-112 16,5 2-48-16,4-4-48 0,4 0-108 15,0 0-4-15,4-4-12 0,4 2-100 16,0-5-36-16,3 4-144 0,2-3-548 0,-2-1-80 15,9 1-320-15,-5 0-984 0,-14-1-2609 16,11 1-3930-16</inkml:trace>
  <inkml:trace contextRef="#ctx0" brushRef="#br0" timeOffset="12805.237">16044 2982 1472 0,'0'0'3224'0,"0"0"2408"0,0 0-4279 0,0 0-261 0,0 0-340 16,0 0-156-16,0 0-112 0,0 0 32 15,0 0-36-15,0 0 32 0,0 0-120 16,84 25-56 0,-56-19-60-16,4 0-104 0,0 1-36 15,4-1-72-15,-5-3-60 0,1 3 8 16,-4-2-4-16,4-1-8 0,0 0-48 16,4-3-88-16,3 0-16 0,6 0-208 0,2 0-996 15,-7-3-656-15,24-10-3097 0</inkml:trace>
  <inkml:trace contextRef="#ctx0" brushRef="#br0" timeOffset="15308.813">7127 5305 8264 0,'0'0'88'0,"0"0"1828"0,0 0-831 0,0 0-313 16,0 0 200-16,0 0-68 0,0 0-56 0,0 0 20 16,0 0-12-16,0 0-172 31,0 0-176-31,0 0-184 0,0 0-200 0,0 0-112 16,0 0 244-16,0 0 128 0,0 0-40 15,0 0-76-15,56 92-96 0,-43-51-48 16,-2 7-16-16,1 2-100 0,-4 8 8 15,0 2 32-15,0 3-48 0,-4 8-40 0,-4-2-60 16,3 5-60-16,-3-1 64 0,0-7 20 16,0 0-32-16,0-5-16 0,0-6 52 15,0-9-16-15,0-4-36 0,0-7-72 16,0-10 0-16,0-3-124 0,0-9-76 16,0-3-400-16,5-7-168 0,3-3-624 0,0 0-564 15,3-9-125-15,2-1-1019 0,2-19-3360 0</inkml:trace>
  <inkml:trace contextRef="#ctx0" brushRef="#br0" timeOffset="15717.539">7980 5486 11985 0,'0'0'1904'0,"0"0"-1624"15,0 0-192-15,0 0-36 0,0 0 628 0,8 95 364 0,-8-53-28 0,-4 8-208 16,0 5-192-16,-4-2-196 0,1 5-248 16,-2-1-128-16,1 0-44 0,0-3-84 15,5-7-100-15,-1-5 12 0,-1-10-4 0,5-7-180 16,0-9-52-16,0-7-52 16,0-6-288-16,0-3-448 0,5-6-536 15,-1-6 416-15,3-15-357 16,5 0-499-16,-3-12-220 0,-2-2 280 15,1-7 212-15,0 1 424 0</inkml:trace>
  <inkml:trace contextRef="#ctx0" brushRef="#br0" timeOffset="16026.068">8012 5781 580 0,'0'0'1748'0,"24"-89"556"16,-13 51-140-16,6 7-424 0,-2 6-96 0,2 2-355 15,-2 7-45-15,2 4-236 0,-2 1-172 0,-2 3-192 16,-2 4-92-16,-3 4-176 16,1 0-44-16,-2 0-60 0,1 4 28 15,-4 4 48-15,1 6-36 0,-5 2 72 0,0 6 20 16,0 3-192-16,-5 4-88 15,-3-4-28-15,-3 0-8 0,2-2-88 0,1-2 12 16,4-4 48-16,0-2-52 0,1-2-8 16,3-3-72-16,0 3-88 0,11-4-52 15,2 4 200 1,6-4 4-16,1 4-40 0,4 0 44 0,-4-4-8 16,4 5-36-16,0-2-16 0,-5-3 64 15,-2 3 76-15,-1 5-64 0,-8-4 184 16,-1 6 12-16,-3 0-12 0,-4 3 40 0,0 0-100 15,-11 6-52-15,-2-1-84 0,-6-6 0 0,-1 5-220 16,-5-4-160-16,2-6-4 16,-1 0-184-16,4-4-100 0,1-2-80 15,2-7-120-15,6 0-328 0,-2-3-648 0,5-3-1157 0,1-13-2475 16</inkml:trace>
  <inkml:trace contextRef="#ctx0" brushRef="#br0" timeOffset="16317.973">8753 5350 11641 0,'0'0'1688'0,"0"0"-1268"15,0 0-76 1,0 0 340-16,0 82 512 0,0-50-180 0,0 2-224 15,0 8-184-15,0 3-252 16,4 2-120-16,0 7-116 0,0 3-120 16,4 7-24-16,-4 2-48 0,-4 4-52 0,4 3 76 15,-4-3-88-15,0 0-12 16,0-7-88-16,0-2-36 0,4-10-60 16,-4-7-16-16,0-2-36 0,4-11-240 0,-1-6-184 0,2-2-720 0,-1-14-1028 15,0-3-2189-15,0-6-1855 0</inkml:trace>
  <inkml:trace contextRef="#ctx0" brushRef="#br0" timeOffset="17228.012">9256 5810 6836 0,'0'0'364'16,"0"0"3745"-16,0 0-2813 0,0 0-136 16,0 0 120-16,0 0-20 0,0 0-176 15,0 0-280-15,0 0-308 16,0 0-324-16,0 0-172 0,3 0-208 15,5 0-76-15,-4-10 160 0,8 4-136 0,4-7-696 16,-5 0-524-16,2 1-1528 0,2-4-4117 16</inkml:trace>
  <inkml:trace contextRef="#ctx0" brushRef="#br0" timeOffset="17528.479">9789 5248 7112 0,'0'0'1452'16,"0"0"1161"-16,0 0-1625 0,0 0-412 16,0 0 408-16,-4 69 208 0,4-39 12 0,0 8-348 15,4 6-300-15,0 11-72 0,4 1-76 16,-1 11 96-16,2 3-108 0,-5 3-212 0,4-1-88 15,-1 4-8-15,2-2-88 0,-5-1-64 16,4-7 16-16,-1-2-12 0,6-7-124 0,-5-5-100 16,3-12-84-16,2-8-128 0,-2-7-184 15,2-9-292-15,-5-6-400 0,3-10-848 16,-3 0-257-16,1-13-2143 0</inkml:trace>
  <inkml:trace contextRef="#ctx0" brushRef="#br0" timeOffset="17852.14">10287 5492 4808 0,'0'0'300'0,"0"0"3736"0,0 0-3052 0,0 0-95 15,16 80 127-15,-12-45 60 0,0 3-48 0,0 3-116 16,-4 1-108-16,0 5-236 0,4-2-16 16,-4 2-180-16,4 1-188 0,-4 0-184 15,0-4-112-15,0-6-172 0,4-10-276 0,-4-5-184 16,0-10-388-16,0-11-404 15,3-2-632-15,-3-6-589 0,0-22-2423 16</inkml:trace>
  <inkml:trace contextRef="#ctx0" brushRef="#br0" timeOffset="18088.597">10442 5521 7292 0,'0'0'2024'16,"0"0"-371"-16,0 0-1021 0,0 0 72 15,0 0 180-15,0 0-44 0,0 0 84 0,88 35 80 16,-72-16-224-16,4 0-192 16,-4 3-144-16,0 4-108 0,-5-1-104 0,-2 4-8 15,-1 3-64-15,-8 3-24 0,0-1-76 16,-4 1 28-16,-4 3-40 0,-12 1-40 16,0-5 64-16,0 1 16 0,-8 0-80 0,-4-6-8 15,1-1 0-15,-1-6-160 16,4-3-256-16,0-6-264 0,0-6-300 15,8-7-340-15,4 0-932 0,0-9-2641 0,4-17-3119 16</inkml:trace>
  <inkml:trace contextRef="#ctx0" brushRef="#br0" timeOffset="18381.575">10908 5229 5716 0,'0'0'52'0,"0"0"5389"0,0 0-3761 0,0 0-280 16,0 0 304-16,49 69-252 0,-38-36-204 0,2 4-388 15,2 5-152-15,-3 5-196 16,0 5-208-16,4 5-192 0,-4 3-64 16,0 3-40-16,-1 7 76 0,2 0-84 15,-5 6-60-15,4-3-72 0,-8 0-76 0,4-2 36 16,-4-5-204-16,-1 0-128 0,1-5 28 15,0-4-176-15,-4-3 24 0,5-10-216 16,-1-5-152 0,-4-7-632-16,4-10-892 0,0-7-1821 0,-1-12-1967 15</inkml:trace>
  <inkml:trace contextRef="#ctx0" brushRef="#br0" timeOffset="18931.491">11877 5642 5228 0,'0'0'4788'0,"0"0"-3087"0,0 0 115 16,0 0-272-16,107 12 4 0,-67-9-340 16,0-3-148-16,4 0-260 0,4-6-276 15,-5-3-244 1,2-4-60-16,2-3-160 0,-3 1-60 0,0-5-4 16,-5 1-128-16,2 0-444 15,-9 0-464-15,-5 3-292 0,-11 7-984 0,-4 5-3261 16</inkml:trace>
  <inkml:trace contextRef="#ctx0" brushRef="#br0" timeOffset="19129.788">12080 5981 4712 0,'0'0'3200'0,"0"0"49"16,0 0-1953-16,0 0-528 0,0 0 196 15,0 0 260-15,0 0-40 0,0 0-52 0,80 29-216 16,-41-35-304-16,-3-4-244 0,8-3-196 15,0-2-172 1,4-4-48-16,-5 0-136 0,2 0-48 16,-2 2-780-16,-3 2-452 0,-8 2-1380 0,8 0-3617 15</inkml:trace>
  <inkml:trace contextRef="#ctx0" brushRef="#br0" timeOffset="19715.447">13872 5128 3436 0,'0'0'480'16,"0"0"3560"-16,0 0-2124 0,0 0-187 15,0 0-257-15,0 0-100 0,0 0-260 16,0 0-228-16,0 0-88 0,0 0-128 15,5 79-112-15,-1-41-124 16,0 9-52-16,4 8 0 0,-1 5 0 16,2 0-96-16,-5 7-28 0,4-1-100 0,-4 1 16 15,-1 0-64-15,1-7-60 0,1 0 12 16,3-5-60-16,0-5-100 0,-1-2-168 16,2-4-72-16,-1-9-88 0,3 1-100 15,-3-8-84-15,4-6-216 0,-4-6-200 16,5-7-644-16,-2-2-304 0,-3-7-1013 0,0-4-1707 0,4-21-824 15</inkml:trace>
  <inkml:trace contextRef="#ctx0" brushRef="#br0" timeOffset="19972.325">14594 5136 8160 0,'0'0'5393'0,"0"0"-4377"0,-24 90-484 0,12-43 108 0,-4 8 240 16,1 2 164-16,-6 3-116 0,1 0-388 0,5 1-256 15,-6-4-64 1,6 0-72-16,-1-3-96 0,-4 0-52 16,4-3-132-16,-1-6-64 0,2-7-136 15,7-10-136-15,0-10-160 0,0-8-156 16,4-10-188-16,4-10-200 0,0-11-960 15,0-15-653-15,4-11-1623 0,8-7-1360 0</inkml:trace>
  <inkml:trace contextRef="#ctx0" brushRef="#br0" timeOffset="20312.676">14514 5238 1696 0,'0'0'4700'15,"0"0"-2620"-15,0 0-1096 0,0 0-480 16,0 0 256-16,84 54-23 0,-64-25-97 0,0 6 0 15,-4 6 152-15,3 7-120 0,2 5-24 0,-5 2-84 16,-1-1-148-16,-2 3-228 0,-5-6-36 0,-1 0-48 16,-3-7-104-16,-4-9-184 0,0-3-144 0,0-6-60 15,0-7 24-15,-8-10-92 16,1 0-140-16,-6-6-412 0,-2-3-876 0,-2-3-405 16,-2-6-87-16,-5-5 644 0,4 0 1236 15,-4-5 288-15,0-1 208 0,-4-2 704 16,0 0 312-16,0-1 844 0,1 4-548 0,6 4-408 15,6 2 40-15,2 3 293 16,9 6-73-16,4 2-272 0,0 2-348 0,0 0-240 16,9 0-140-16,7-3 324 0,4 0 40 0,8-3 216 15,4-1-136-15,3-3-308 0,1-3-140 16,7 1-120-16,-2-4-40 0,6-6-148 16,-2 0-200-1,-6-4-812-15,1-2-680 0,-8 9-2737 0,3-11-4743 0</inkml:trace>
  <inkml:trace contextRef="#ctx0" brushRef="#br0" timeOffset="20545.043">15292 5161 6232 0,'0'0'6145'15,"0"0"-4653"-15,0 0-680 0,0 0-220 0,0 0 60 16,0 71 240-16,0-39-8 0,0 2-216 15,0 8-240-15,7 3-156 0,-3 2-112 0,4 7-60 16,0 0-52-16,-3 6 48 0,2 4-96 16,-3-4-36-16,0 4-244 0,-4-4-140 15,4-3-48-15,-4-3-128 0,0-3-372 0,0-10-352 16,0-6-1024-16,0-10-1853 16,0-8-2787-16</inkml:trace>
  <inkml:trace contextRef="#ctx0" brushRef="#br0" timeOffset="21016.218">15793 5724 4304 0,'0'0'7413'0,"0"0"-5825"0,0 0-840 0,0 0 88 0,0 0 272 16,0 0-304-16,0 0-256 0,0 0-288 15,0 0-172-15,92 12-88 0,-73-12-4 0,6-5-136 16,-1-9-728-16,4 0-416 16,-8 0-752-16,7-11-2985 0</inkml:trace>
  <inkml:trace contextRef="#ctx0" brushRef="#br0" timeOffset="21316.482">16538 5181 6492 0,'0'0'2700'0,"0"0"97"0,0 0-1605 0,0 0-608 16,0 0 76-16,0 0 176 0,4 76 172 0,0-44-260 16,5 10-412-16,-2 2-224 0,1 4-112 15,9 6-4-15,-6 3-92 0,9 0 92 16,-4 6-92-16,0-2 92 0,0 2-120 16,0-2-88-16,-4-2-48 0,-5-4-208 15,2-4-32-15,-1-10-4 0,0-2-420 16,-1-12-796-16,-3-7-1241 0,5-4-2923 15</inkml:trace>
  <inkml:trace contextRef="#ctx0" brushRef="#br0" timeOffset="21865.21">17391 5305 11437 0,'0'0'1592'16,"0"0"-1172"-16,0 0 204 0,0 0 172 16,-80 35 112-16,60-22 32 15,1 6-268-15,-2 0-200 0,10 3-176 0,-6 0-60 16,10 4-124-16,3-1-40 0,4 4 40 16,0-1-4-16,0 4-32 15,4-4 24-15,7 1 20 0,2-4-32 0,2-2 60 16,2-5-40-16,2-1-8 0,5-4-96 15,-4-5 8-15,4-1-12 16,4-7-128-16,-4 0-264 0,4-3-124 0,0-9-40 16,0-5-264-16,0-2-508 0,-8 0-1240 15,8-15-2985-15</inkml:trace>
  <inkml:trace contextRef="#ctx0" brushRef="#br0" timeOffset="22179.294">17805 5029 5244 0,'0'0'6221'0,"0"0"-4545"0,0 0-668 16,0 0-224-16,0 0 20 0,0 0 16 15,0 0 148-15,0 0-88 0,0 0-204 0,0 0-160 16,28 80-64-16,-16-53-84 0,-4 9-64 15,0 2-96-15,4 6 24 16,-4 0-112-16,0 8-108 0,4 1-12 0,-5 8-44 0,-2-4-4 16,3 3-36-16,-4 1-184 15,-4 0-124-15,4-1-120 0,-4-7-128 16,0 1-196-16,0-7-252 0,0 2-652 0,0-8-908 16,0 0-1861-16,0-12-2255 0</inkml:trace>
  <inkml:trace contextRef="#ctx0" brushRef="#br0" timeOffset="28656.091">10279 10839 11129 0,'0'0'4356'0,"0"0"-3804"0,0 0-552 0,0 0-48 16,0 0 48-16,0 0 504 0,0 0 480 15,0 0-56-15,0 0-228 0,16-89-440 16,4 32-200-16,-5-12 48 0,6-5-108 16,3-5-160-16,-4 0-184 0,-1-1 108 15,5 0 104-15,-3 1 20 0,2 0 36 0,1 4 8 16,0 1 64-16,0 0 0 0,-4 5 0 16,0 2-72-16,0 9-96 15,-5 8 112-15,2 3 60 0,-6 9 8 0,1 6-8 16,1 10 0-1,-2 5 156-15,-3 11 140 0,1 0-24 16,2 6-16-16,-3 0-120 0,1 10-88 16,-2 5-36-16,1 11 64 0,5 9 32 15,-2 12-96-15,1 7 40 0,4 10-48 16,0 6-4-16,4 6-8 0,0 6-80 0,3 4 88 16,1 3 8-16,0 0 104 0,1 0-108 0,-1-3 80 15,-1-4-84-15,-3-9 12 0,-4-7 52 0,0-8 56 16,-1-11-44-16,-2-12-16 15,-5-3 36-15,-1-13-36 0,-2-3-60 0,-5-7-52 16,4-2-4-16,-4-7 52 0,0 0-140 16,-4-7-272-16,-8-5-308 0,-4-11-488 15,-8-5-804-15,-8-10-532 0,0-6-729 16,-7-4-1879-16,6 13 641 0</inkml:trace>
  <inkml:trace contextRef="#ctx0" brushRef="#br0" timeOffset="28809.227">10526 10325 2552 0,'0'0'4072'0,"0"0"841"0,0 0-3937 0,0 0-632 16,0 0-52-16,0 0 180 0,0 0 228 16,0 0 184-16,0 0-256 0,0 0-36 15,20 9-268-15,4-6-140 0,4-3-180 0,3 0-8 16,1 0-52-16,0 0-144 16,0-3-444-16,4-3-224 0,0-4-484 0,-9 4-1388 15,14-6-4713-15</inkml:trace>
  <inkml:trace contextRef="#ctx0" brushRef="#br0" timeOffset="35944.577">11582 10468 9320 0,'0'0'3221'15,"0"0"-1957"-15,0 0-708 0,0 0-136 16,0 0 284-16,0 0 192 0,0 0 40 0,0 0 140 15,0 0-140-15,11 35-252 16,-11-7-96-16,0 7-152 0,0 6-80 16,0 1-140-16,0 2-56 0,0-3-100 0,0-6-60 15,-3-3-72-15,3-7 8 0,0-5-92 0,0-1-28 16,0-10-80-16,0-2-288 0,3-5-156 0,2-2-136 16,3-7-96-16,0-1-388 0,3-11-532 15,-2 2-1148-15,-1-21-3461 16</inkml:trace>
  <inkml:trace contextRef="#ctx0" brushRef="#br0" timeOffset="36150.708">12076 10024 13789 0,'0'0'1304'0,"0"0"-776"0,0 0-116 0,108 12 156 15,-65-9 44-15,9-3 108 0,4 0 68 0,3 0-320 0,10-3-136 16,-2-7-16-16,5-5-228 16,0-2-88-16,3-5-100 0,-3-3-132 0,0 0-184 15,-8-4-212-15,-4 4-140 0,-13-4-152 16,-3 3-596-16,-12 1-1076 0,-13 6-2633 16,-15-6-2271-16</inkml:trace>
  <inkml:trace contextRef="#ctx0" brushRef="#br0" timeOffset="36389.512">12773 9715 14309 0,'0'0'1108'0,"0"0"-916"0,0 0-132 0,0 0 4 0,88 16 112 15,-56-13 128-15,0 3 72 16,7 1 24 0,-3-1 20-16,4 1 88 0,-4-1 24 15,-4 3-272-15,-4 4-176 0,-8 3-84 0,-4 4-36 16,-4 2 36-16,-12 6 72 0,-4 7-68 0,-13 6 124 15,-6 8-52-15,-9 1-16 16,0 0 16-16,-8 4-28 0,4-8-48 16,0-6-40-16,8-8-416 0,1-13-212 15,2-6-236-15,2-10-512 0,7-6-1228 0,4-7-2337 0,0-15-2343 16</inkml:trace>
  <inkml:trace contextRef="#ctx0" brushRef="#br0" timeOffset="36633.911">13793 9238 14633 0,'0'0'1828'16,"0"0"-1080"-16,-7 68-116 0,-6-24-52 0,-11 13 196 16,-3 10 412-16,-5 12-252 0,-5 11-363 0,6 1-77 15,-1 11-156-15,4-1-96 0,5-2-160 16,-2-1-84-16,5-6-84 0,5-12 0 15,2-17-196-15,9-14-204 0,0-18-101 0,4-15-35 16,8-13-124-16,5-9-188 0,2-20-200 16,5-9-448-16,0-19-600 0,0-6-1028 15,-4 9-1981-15,0-32-315 0</inkml:trace>
  <inkml:trace contextRef="#ctx0" brushRef="#br0" timeOffset="36847.918">13681 9534 10844 0,'0'0'2261'16,"0"0"-977"-16,0 0-428 0,0 0 100 0,0 0 60 15,88 67-148-15,-64-29-104 0,-3 10 8 16,2 2-24-16,1 5-44 0,0 2-120 16,0 0-303-1,-1-4-197-15,1-5-84 0,-3 0-48 0,-2-10-60 0,-3 0-197 16,1-10-83-16,-6 1-88 16,-3-10-84-16,-4-2-76 0,-4-9-104 15,0-1-72-15,-4-7-120 0,-8 0-472 0,-8-7-620 0,-4-5-640 16,-8-4-1237-16,0-6 1533 0,-3-1 632 15,-1 1-12-15</inkml:trace>
  <inkml:trace contextRef="#ctx0" brushRef="#br0" timeOffset="36956.827">13713 10029 2984 0,'0'0'2824'0,"0"0"204"0,0 0-635 0,0 0-573 15,-56-66-512-15,65 62-272 0,6 4 60 0,6-2 148 16,3 2-368-16,4 0-212 0,7 0-244 16,-3-4-300-1,4 1-120-15,0 0-24 0,-4 0-172 16,-1-4-468-16,-3 4-396 0,0-3-432 0,-11 3-1060 15,2 0-3021-15</inkml:trace>
  <inkml:trace contextRef="#ctx0" brushRef="#br0" timeOffset="37212.946">14271 10074 14189 0,'0'0'1640'0,"0"0"-1172"0,95-3-132 15,-58-4-224-15,-1 0 128 0,0 1 380 0,-9 4 184 16,-2-1-460-16,-6 3-48 15,-7 0-296-15,-4 5-36 0,-4 6 36 0,-4 3 60 16,-4 9 76-16,-7 6-40 0,-6 6 16 0,-3 6-24 16,1 4 96-1,-2 2-100-15,6-2-24 0,2-7 76 16,10-6 72-16,3-7 0 0,0-3-60 0,7-9-148 16,10-3-204-16,-2-8 80 0,9-2-36 15,8 0 0-15,0-12-60 0,8-4 124 0,0-7-852 0,3-2-376 16,-11 6-984-16,9-12-3929 0</inkml:trace>
  <inkml:trace contextRef="#ctx0" brushRef="#br0" timeOffset="37437.075">15040 9851 15809 0,'0'0'3792'0,"0"0"-3656"0,0 0-76 15,112-27-60-15,-69 20 8 0,2 1 236 0,-2 2 64 16,1 1 116-16,4 3-168 0,0-5 12 0,3-2-256 16,1-3-12-16,0-3-280 0,-8-3-268 15,-4-3-428-15,-8 0-464 0,-5-3-844 16,-10 5-1988-16,-10-8-2709 0</inkml:trace>
  <inkml:trace contextRef="#ctx0" brushRef="#br0" timeOffset="37665.284">15574 9525 13937 0,'0'0'1540'0,"0"0"-1424"0,0 0 56 0,0 0-84 15,83 41 40-15,-62-32 388 0,-1 4 256 0,-5-2-40 16,6 0-176-16,-10 3-152 15,6 5-244-15,-10 0 124 0,-7 2-112 16,0 11 0-16,-3 3 96 16,-14 3-72-16,-6 6-124 0,-5 0-72 0,-4 5-24 15,-5-5-316-15,6 0-472 0,-5-6-344 16,13-8-224-16,-1-5-752 0,7-9-2017 0,2-4-2887 16</inkml:trace>
  <inkml:trace contextRef="#ctx0" brushRef="#br0" timeOffset="38073.56">16299 9249 15429 0,'0'0'2152'0,"-15"104"-1732"16,11-44-360-16,-5 17 4 0,-2 12 84 15,-6 3 236-15,-2 6 20 0,-9-3-172 0,4-2-132 0,0-11 36 16,0-9-136 0,4-13-52-16,9-14-156 0,2-15-208 0,1-12-188 0,8-13-140 15,0-6-64-15,0-16-260 0,4-13-956 16,4 4-2069-16,4-32-911 0</inkml:trace>
  <inkml:trace contextRef="#ctx0" brushRef="#br0" timeOffset="38406.113">16403 9283 13685 0,'0'0'2000'16,"0"0"-1360"-16,0 0-276 0,48 99-52 15,-36-52 184-15,-4 5 592 0,-4 7-116 0,3 2-228 0,-7 2-180 16,8-2-152-16,-3-1-180 0,3-6-232 0,-1-3-24 31,1-7-208-31,1-3-48 16,-1-5-196-16,-1-8-96 0,-3-5 20 0,0-9 144 15,-4-7 28-15,0 0-112 0,0-7-240 0,-4 0-288 16,-4-9-520-16,-8-4-572 16,-3-4-241-16,-5-5 61 0,-4 0 228 0,-4-3 632 0,0-4 296 15,0 1 888-15,0-4 248 0,8 3 1788 16,5 1 656-16,6 5-176 0,13 4-435 15,0 7-385-15,17-1-264 0,7 4-220 16,3-1-72-16,5 4-76 0,-1-1-220 0,6 4-124 16,3-3-212-16,-8 3-88 0,-1 0-172 15,-3-1-76-15,0 1-196 0,-4 0-560 0,-4 0-372 16,-4-3-688-16,-8 2-2317 0,0 4-3667 16</inkml:trace>
  <inkml:trace contextRef="#ctx0" brushRef="#br0" timeOffset="38742.788">16917 9937 15517 0,'0'0'1592'0,"0"0"-1368"0,0 0 84 0,80 16 88 0,-56-10 0 16,-9-6 368-16,-2 7 324 16,-5-4-548-1,-1 0-248-15,-3 4-100 0,-4-1-180 0,0 1 112 0,0 5 32 0,-8 4-84 0,-3 3-72 16,-6-1 0-16,-3 6-72 15,5-6 64-15,2-2-4 0,2-3-96 16,7-4 24-16,0-6-100 16,4 4-208-16,8-4-20 15,8 4 252-15,3-1 64 0,2 3 84 0,3 4-112 16,4 1-12-16,-5-2 40 0,1 3 96 0,0 2 40 16,-9-2 108-16,2 8 60 15,-6-4 84-15,-7 6-12 0,-4 0-72 0,-7 1-60 0,-9-1-4 0,-4-2-144 16,-4-4 0-16,-4-4-220 0,0-5-304 31,5-4-244-31,-1-6-312 0,-1 0-468 0,10-12-740 16,-1-7-500-16,12 5-1857 0,0-16-1951 0</inkml:trace>
  <inkml:trace contextRef="#ctx0" brushRef="#br0" timeOffset="38990.174">17538 9959 16573 0,'0'0'1996'0,"0"0"-1936"16,0 0 100-16,0 0-160 0,100-25 88 0,-52 16 452 0,0-4 464 16,12 4-128-16,3-4-388 0,5-1-51 15,3 2-37-15,2-1-120 0,-6-2-220 16,-3-1-60-16,-4-3-148 0,-4 0-188 0,-9 3-212 15,-11-3-181-15,-8 0-123 0,-8 3-312 16,-12 3-428 0,-8 1-612-16,0 1-1884 0,-25 3-2833 15</inkml:trace>
  <inkml:trace contextRef="#ctx0" brushRef="#br0" timeOffset="39205.251">18183 9624 14409 0,'0'0'2368'0,"0"0"-1512"0,0 0-396 15,105 33-164-15,-73-22-184 0,-4-3 292 16,-1 6 236-16,-7-1 180 0,0-1-320 0,-5 4-136 16,-2 0-192-16,-5 0-100 15,-4 3-68-15,-4 6 8 0,-12 0 36 0,-8 7-48 16,-8 3-132-16,-4 0-76 0,-8 6 36 0,1 1-60 16,-9-2-108-16,0-1-148 15,4-1-308-15,4-6-340 16,5-6-256-16,11-11-708 15,7-2-2201-15,9-9-4379 0</inkml:trace>
  <inkml:trace contextRef="#ctx0" brushRef="#br0" timeOffset="39534.774">20818 9696 17949 0,'0'0'2384'0,"0"0"-1616"0,0 0-768 0,0 0-404 15,103 0-208-15,-75-3 40 0,-4-7-636 16,0-2-960-16,-12 3-1824 0,4-10-2185 16</inkml:trace>
  <inkml:trace contextRef="#ctx0" brushRef="#br0" timeOffset="39680.486">21702 9740 16281 0,'0'0'2112'0,"0"0"-1868"0,79 7-244 0,-43-14-716 0,-4 1-736 16,-8 0-1124-16,8-7-4645 0</inkml:trace>
  <inkml:trace contextRef="#ctx0" brushRef="#br0" timeOffset="39808.348">22674 9629 10348 0,'0'0'5489'0,"0"0"-4905"0,0 0-584 0,99 3-404 0,-71-3-84 16,0-3-56 0,-7 3-672-16,-1 0-3389 0,-5 0-1523 15,6 0 3093-15</inkml:trace>
  <inkml:trace contextRef="#ctx0" brushRef="#br0" timeOffset="40253.746">24575 9550 13073 0,'0'0'1968'16,"0"0"-1000"-16,0 0-968 0,0 0-288 15,0 0 288-15,0 0 476 16,0 0 764-16,0 0-128 0,84-54-116 0,-56 54-68 16,7 3-244-16,5 4-236 0,3-1-131 15,9 4-133-15,-3-1-136 0,2-3-48 16,5-3 0-16,-4-3-148 0,4-3-117 15,-9-6 21-15,5-4-36 0,-4-3-232 16,-8-7-244-16,0 2-140 0,-9-2-436 0,-3 1-468 16,-7-3-728-16,-10 9-2025 0,-11-6-1567 15</inkml:trace>
  <inkml:trace contextRef="#ctx0" brushRef="#br0" timeOffset="40480.075">25065 9262 8172 0,'0'0'8093'0,"0"0"-6293"15,0 0-1348-15,103 31-452 16,-62-21-176-16,2-1 176 0,-7 0 200 0,0 4 84 16,-5-3-52-16,-7 3-48 0,1-1-12 15,-10 1-160-15,1-1 0 0,-12 4-4 0,-4 3-8 16,0 1-44-16,-15 2 40 0,-9 3-44 0,-8 7-148 16,-4-3-76-16,-8 2-36 15,-3 5-148-15,-2-5-4 0,-3 4-208 16,9-7-188-16,3 1-236 0,4-4-364 0,16-9-400 15,4-3-2005-15,12-3-2975 0</inkml:trace>
  <inkml:trace contextRef="#ctx0" brushRef="#br0" timeOffset="40859.994">26368 8696 11041 0,'0'0'2648'16,"0"0"-1140"-16,-36 92-780 0,19-35-476 15,-2 13 64-15,-9 7 144 0,0 5 324 16,-8 1-44-16,-3-2-100 0,-2 2-60 0,2-3-92 16,3-5-220-16,4-4-108 0,0-8-160 0,8-9-124 15,4-9-96-15,5-10-172 0,7-10 76 16,3-9-152-16,5-9-208 0,0-7-204 15,5-7-668-15,10-15-368 0,6-7-692 0,-10 1-1257 16,21-35-1683-16</inkml:trace>
  <inkml:trace contextRef="#ctx0" brushRef="#br0" timeOffset="41227.935">26336 8836 116 0,'0'0'10833'16,"0"0"-8945"-16,0 0-1112 0,35 73-496 0,-22-26 0 0,-5 14 100 15,-5 5 376-15,1 11 112 0,-4 6 120 16,0 2 68-16,0 0-232 16,0-2-356-16,4-4-212 0,0-5-72 0,-4-11-180 0,5-6-4 15,3-9-88-15,-5-10-56 0,1-10-128 16,4-5-8-16,-3-7-104 16,-1-10-32-16,0-3-128 0,-4-3-228 0,0-6-52 15,-4-7-96-15,-9-6-472 0,-2-10-432 16,-6-3-197-16,-6-6 361 0,-5 1 388 15,-4-8 220-15,0-3-212 0,1 1 196 0,-2-1 1044 16,5 7 24-16,5 3 1236 16,3 10 600-16,11 11 424 0,6 8 25 0,3 5-593 15,4 4-548-15,0 0-308 0,0 0-184 16,8 0-56-16,4 0 4 0,11 4 208 16,5-1-92-16,8-3-248 0,4 0-212 0,0 0-168 15,3 0-88-15,-2-7-4 16,-2 1-280-16,1-3-332 15,-8-1-312-15,5 2-412 0,-18 1-904 0,9-6-3725 16</inkml:trace>
  <inkml:trace contextRef="#ctx0" brushRef="#br0" timeOffset="41494.646">26869 9599 6320 0,'0'0'7989'0,"0"0"-6953"0,5 65-760 16,-5-39-128-16,0 2 508 0,-5-6 960 15,-2 4-4-15,-1-10-744 0,0-4-588 0,8-5-224 16,-4-4-56-16,4-3 0 0,0 0-220 16,4 0 36-16,8-5 24 15,4-9 76 1,-1 1 12-16,10-6-16 0,-1 3-44 0,-1 1-16 16,-3 5 60-16,-3 4 88 0,-6 6 48 15,1 0 96-15,0 6 16 0,-4 7 24 16,0 2 0-16,0 5-28 0,0 8-20 15,0 1-64-15,0 3-68 0,-5-5 40 0,6 6-44 16,-1-5-8-16,0 1-564 0,-5-3-432 16,6-5-512-16,-5-2-1024 0,-4 6-3981 0</inkml:trace>
  <inkml:trace contextRef="#ctx0" brushRef="#br0" timeOffset="42584.272">6610 13160 9592 0,'0'0'2669'15,"0"0"-2045"-15,83 31-444 0,-35-24 304 0,12 3 216 16,0-7-156-16,3-3-152 0,5 0-80 16,-1-7-160-16,1-6-64 0,1 1-84 15,-6-7-4-15,1 0-212 0,-8-3-556 16,-5 3-428-16,-10-3-552 0,-15 9-1301 0,2-6-2431 15</inkml:trace>
  <inkml:trace contextRef="#ctx0" brushRef="#br0" timeOffset="42813.396">6756 13468 10496 0,'0'0'1249'16,"0"0"-813"-16,0 0-128 0,0 0 308 0,0 0-4 0,0 0 172 15,0 0 188-15,0 0-40 0,0 0-120 16,105 48-168-16,-45-58-212 0,3-6-220 16,5-3-140-16,-5-6-12 0,5-5-60 15,-8 0-4-15,0 2-128 0,-1-5-152 0,-3 5-200 16,-3 2-48-16,-6 4-156 16,-3 3-268-16,-4 0-380 0,-8 6-680 0,-12 6-1001 0,-5-1-2355 15</inkml:trace>
  <inkml:trace contextRef="#ctx0" brushRef="#br0" timeOffset="43100.78">7323 12772 11205 0,'0'0'1072'0,"0"0"-1064"0,0 0-8 16,0 0 564-16,0 0 48 0,92-12 164 0,-64 12-32 15,3 6-100-15,1 4-28 0,8 3-88 16,-5 2-244-16,5 4-108 0,-3 1-116 16,-5 5-48-16,-4 0 88 0,-5 1 0 0,-7 6 0 15,-4 3 36-15,-4 2 160 0,-8 8 28 0,-5 3 80 16,-6 2-244-16,-9 7-108 16,0-2-52-16,-4-1 0 0,0 0 0 0,0-4-76 15,5-2-36-15,-5-4-36 16,3-8-36-16,6-9-24 0,-5-4-300 0,-1-7-176 15,2-6-168 1,-1-7-504-16,4 0-1176 0,-8-3-2737 16</inkml:trace>
  <inkml:trace contextRef="#ctx0" brushRef="#br0" timeOffset="44062.212">10212 12674 5732 0,'0'0'1936'15,"0"0"-624"-15,0 0-72 0,0 0-283 32,0 0-521-32,0 0-88 0,0 0 1820 0,0 0-916 15,0 0-436-15,0 0-124 0,0 0 76 16,0 51-24-16,4-19-116 0,-1 6-200 16,1 10-108-16,0-1-76 0,4 7-96 0,-4 4 24 15,1 2 8-15,2 6-20 0,1 1 12 16,-4 9-88-16,5 0-80 0,-2 10-4 15,1 0-12-15,0 3-172 0,-4 0 124 16,0-7 0-16,0-6 12 16,4-6-4-16,-4-9 4 0,-4-14 40 0,4-6-40 0,0-9-36 0,-1-6-76 15,2-11-48-15,-1-9-136 0,-4 1-356 16,4-7 96-16,-4 0-76 0,0 0-164 16,0-9-212-16,0-3-368 0,0-11-256 0,0 7-973 15,0-25-2223-15</inkml:trace>
  <inkml:trace contextRef="#ctx0" brushRef="#br0" timeOffset="44417.068">10940 12849 9804 0,'0'0'1921'0,"0"0"-1241"0,0 0-116 0,0 0 364 15,0 0 264-15,0 0-240 0,0 0-232 0,0 0-300 16,-39 85-84-16,27-47-24 16,-1 11 72-1,2 5 292-15,3 5-112 0,-8 9-208 16,4 5-64-16,0 5-108 0,0 2-72 0,-4 6-52 15,0-7-52-15,0 0 104 16,0-9-112-16,4-6-48 0,0-10-36 0,5-13-36 16,3-12-52-16,-1-11-12 0,5-7-124 15,0-11-192-15,0 0-512 16,0-13 60-16,0-6-364 0,0-14 208 0,5-8-620 0,-1 6-921 16,3-37-2195-16</inkml:trace>
  <inkml:trace contextRef="#ctx0" brushRef="#br0" timeOffset="44684.948">10869 12871 6260 0,'0'0'3128'15,"0"0"-2000"-15,0 0-744 0,0 0 389 0,0 0 523 16,0 0-240-16,0 0-108 0,0 0-156 16,80 10-160-16,-61 18-96 15,5 4-40-15,0 10 4 0,4 2-32 0,-4 7-148 16,4-1-100-16,-1 5-96 0,-2-2-116 15,3 4-8-15,-4 1-4 0,-5-1-44 16,1 0-16-16,1 0 4 0,-6-3 48 0,1 0-100 16,-4-7 40-16,0-2-4 0,-4-7 4 15,-4-7 8-15,0-6 4 16,-4-5 0-16,0-10-16 0,0-4-244 0,-4-6-176 16,-12 0-300-16,4-9-388 0,-12-4-712 15,0-9-797-15,1-3 81 0,-5-7 156 0,4 9-344 16,-16-11-124-16</inkml:trace>
  <inkml:trace contextRef="#ctx0" brushRef="#br0" timeOffset="44851.54">10925 13579 2856 0,'0'0'2764'0,"0"0"-556"0,0 0-248 0,0 0-219 16,0 0-217-16,0 0-340 0,0 0-300 15,0 0-268-15,0 0-176 0,0 0-112 16,0 0-4-16,-13-3 236 0,37 3 148 16,4-4-240-1,4-2-248-15,0-7-84 16,0 1-132-16,0-1-4 0,-1-6-60 0,1 0-348 15,-4 0-368-15,0-3-132 0,0 3-288 16,-12 3-968-16,8-3-3277 0</inkml:trace>
  <inkml:trace contextRef="#ctx0" brushRef="#br0" timeOffset="45149.57">11649 13684 10496 0,'0'0'1853'16,"0"0"-1341"-16,0 0 48 0,0 0-48 0,0 0-160 0,0 0 16 15,0 0-116-15,0 0-88 0,0 0 52 16,0 0 36-16,60-29 72 0,-52 36-8 0,1 5-64 16,-2 8 24-16,-3 2-64 15,0 3-36-15,0 4-40 0,-4 3 0 0,5-4 24 31,-5-3 28-31,4 4-4 0,-4-7 28 16,3-3-28-16,1-3 0 0,-4-6-24 0,4-3-24 16,-4-5-128-16,0-2-8 0,0 0-160 0,0 0-220 15,0-9-116-15,4-10 64 16,-4-7-268-16,0-3-344 0,0-5-560 16,0-4-1068-16,0 12-1981 0</inkml:trace>
  <inkml:trace contextRef="#ctx0" brushRef="#br0" timeOffset="45520.011">11634 13405 12017 0,'0'0'2092'0,"0"0"-1092"0,0 0-724 0,0 0 28 15,0 0-116-15,0 0 192 16,0 0 216-16,0 0 128 0,0 0-244 0,0 0-156 15,0 0-188-15,92-10-136 0,-77 4 0 16,5 0-12-16,-4-5-76 0,0 5-296 16,0-2-372-16,-4-6-292 0,0 4-312 0,-5 1-1260 15,2-4-3529-15</inkml:trace>
  <inkml:trace contextRef="#ctx0" brushRef="#br0" timeOffset="45918.336">12199 12528 13549 0,'0'0'2240'0,"0"0"-1812"0,0 0-240 0,0 0-112 0,0 0 472 0,0 0 752 16,0 0-388-16,28 88-432 0,-20-52-104 16,1 5-32-1,6 7 72-15,-3 6 8 0,4 3-120 0,-4 7-144 16,4 6-15-16,0 6-25 0,0 3-116 0,-4 7-4 15,0-1-96-15,0 1 48 16,-5 0 44-16,6 0-8 0,-5-7-209 0,3 0-59 16,-2-9-36-16,2-6-72 15,-3-4-88-15,1-10-308 0,-1-4-236 0,-1-9-108 16,1-8-364-16,-4-10 16 0,1-10-500 16,-1-5-625-16,-1-11-1883 0</inkml:trace>
  <inkml:trace contextRef="#ctx0" brushRef="#br0" timeOffset="59302.354">8418 14693 8308 0,'0'0'1984'15,"0"0"-1211"-15,0 0-29 16,0 0 488-16,0 0-316 0,0 0-320 0,0 0-156 15,0 0-112-15,84 23-88 0,-72-7-24 0,0 3-116 0,0 7 12 16,0 2-24-16,-4 0-76 0,-4 4 36 16,-4-4-32-16,0-2-8 0,0-7-8 15,0 1 0-15,0-12-188 0,0-4-352 0,0-4-524 16,0-4-652-16,-4-4-2333 16,-4-18-2803-16</inkml:trace>
  <inkml:trace contextRef="#ctx0" brushRef="#br0" timeOffset="59467.412">8446 14358 9440 0,'0'0'2361'16,"0"0"-1233"-16,0 0 132 0,0 0 192 0,0 0-448 16,0 0-416-16,0 0-496 0,0 0-92 0,0 0-4 15,0 0-120-15,84-19-240 0,-73 21-664 0,6 1-1412 16,-6 4-1673-16,2 2-3355 15</inkml:trace>
  <inkml:trace contextRef="#ctx0" brushRef="#br0" timeOffset="59983.688">8956 14872 9380 0,'0'0'1925'16,"0"0"-1141"-16,0 0 188 0,0 0 260 16,0 0-80-16,0 0-284 15,0 0-132-15,0 0-164 0,80-7-112 16,-64-12-164-16,-5-3-124 0,2-4-172 0,-1-2-184 16,-5-3 72-16,-3 6 0 0,5-2-172 15,-9 8-64-15,0 6 64 0,0 4 8 16,0 6 92-16,-4 0-92 0,-9-1 100 0,2 4 36 15,-6 0-36-15,2 0 176 0,-5 0 0 16,4 7 64-16,0 2 100 0,1 7-100 16,6 0-52-16,-3 7 88 0,8 2-36 0,1 3 24 15,3 3 24-15,0 5 84 0,0 2-8 16,7-3-12-16,1-3 60 0,5-1 12 0,-2-5-24 16,1-4-64-1,0-3 36-15,4-9-152 16,-4-1-44-16,4-9-96 0,0 0-28 0,-1-6-88 15,2-7-244-15,2-9-68 16,-2-3-304-16,-2-7-444 0,-2-6-760 0,2 4-1925 16,-6 4-671-16</inkml:trace>
  <inkml:trace contextRef="#ctx0" brushRef="#br0" timeOffset="60226.251">9271 14693 8460 0,'0'0'1788'16,"0"0"-1376"-16,0 0 261 0,0 0 379 0,0 0 248 0,32 84-56 0,-25-63-316 0,2 5-272 15,-1-4-56-15,0 0 68 0,-1 0-60 16,2 1-176 0,-1-4-40-16,-1-4-12 0,-3 1-124 0,5-7-72 15,-5-2-48-15,0 0-16 0,-4-7-8 0,4 0 60 0,-1 0-16 16,1 0 28-16,4-9 0 0,1-7-4 16,-2-1-108-16,5-8-72 15,-3-4-124-15,2-6-96 0,1 4-180 0,-3-4-176 0,2 0-184 16,1 6-248-1,0 1-332-15,0 5-860 0,-4 8-1725 0,4-1-2055 0</inkml:trace>
  <inkml:trace contextRef="#ctx0" brushRef="#br0" timeOffset="60568.081">9621 14814 11957 0,'0'0'1876'16,"0"0"-1520"-16,0 0 12 0,0 0 252 0,0 0 256 0,0 0-208 16,0 0-404-1,0 0-40-15,0 0 12 0,0 0-16 0,84 7-20 0,-71-26-200 16,2-6-92-16,-3 2-168 0,0-6-12 0,0 8 24 16,-4 1 48-16,-4 1 24 0,0 6 28 15,0 4-52 1,-4 2 84-16,0 1 116 0,0 3 84 15,-8 0-84-15,0 0 0 0,-4 0-60 16,1 3 60-16,2 0 216 0,-3 6-80 0,5 6-136 16,3 1-124-16,-1 12-24 0,1 1 68 15,4 6 80-15,-4 2 180 0,4 2 4 0,0-1-20 16,0 0 0-16,0-7-4 0,0-6 16 16,4-6-176-16,0-3-188 0,1-6-112 15,2-7-176-15,5-4 12 16,4-12-92-16,0-6-632 0,4-10-624 0,-4 3-2333 15,4-18-2723-15</inkml:trace>
  <inkml:trace contextRef="#ctx0" brushRef="#br0" timeOffset="60842.219">10016 14643 10104 0,'0'0'2317'16,"0"0"-1829"-16,0 0-168 0,4 75 300 0,-4-49 420 15,0-4 324-15,0-2-280 0,0-8-416 0,0-2-284 16,0-7-176-16,0 0-96 0,0-3-104 15,4 0-8-15,4-6-8 0,4-4 8 16,0-5-76-16,0-2-120 0,0-2-52 16,4 1-72-16,-5 3 72 0,2 1 12 15,-1 7 52-15,-1 4 44 16,2 3-20-16,2 0 84 0,-2 7 24 0,-2 5 52 16,1 4 112-16,0 3-40 0,-4 3-20 15,4-2-12-15,-4 2-40 0,4-3-8 0,-4 3-128 16,4-6-52-16,-4 3-628 0,4-3-900 15,-4-3-1496-15,4-1-4225 0</inkml:trace>
  <inkml:trace contextRef="#ctx0" brushRef="#br0" timeOffset="61552.218">14426 13052 1788 0,'0'0'5592'16,"0"0"-4840"-16,0 0 3617 0,0 0-2713 0,0 0-396 31,0 0-76-31,0 0-152 0,0 0-328 15,0 0-136-15,0 0-4 0,0 0-72 0,0 0-16 16,0 0-84-16,120 54-100 0,-72-54-136 16,4-6-44-16,-1-4-104 0,-2-2-8 15,-2-4-76-15,-3 0-80 0,-4 0-16 0,-1-3-240 16,-2 3-336-16,-10 4-244 16,-3 1-516-16,-7 8-1028 0,-10 0-2241 0,-7 9-1851 0</inkml:trace>
  <inkml:trace contextRef="#ctx0" brushRef="#br0" timeOffset="61726.889">14630 13391 9080 0,'0'0'1832'15,"0"0"-699"-15,0 0 59 0,0 0 204 0,-16 67-24 0,28-54-132 0,3-3-336 16,13-4-300-16,4-3-124 16,9 0-100-16,6-3-124 0,5-9-108 0,0-7-16 15,3-3-132-15,-3-3-64 0,4 0-104 16,-4-4-472-16,0 0-432 0,4 1-664 31,-13 6-2272-31,17-9-4749 0</inkml:trace>
  <inkml:trace contextRef="#ctx0" brushRef="#br0" timeOffset="66882.319">8857 12862 2936 0,'0'0'7608'0,"0"0"-6075"0,0 0-497 0,0 0-68 0,-84 16 116 0,68-16-88 15,0 0-356-15,9 0-168 16,-2 0 64-16,9 0 56 16,0 0-88-16,0 0-244 0,9-3-140 0,6-4 92 0,9 4 264 15,8-4 208-15,4-2-308 0,-1 3-60 16,6-4-144-16,2 0 8 0,1 3-7 16,0-1-173-16,-1-3 4 0,2 3 40 15,2-5-44-15,-2 1-133 0,-2-1 85 0,-4 3-112 16,2-3 4-16,-5 7-52 15,-4-4-244-15,-1 4-108 16,-6 0-248-16,-6 3-116 16,1-1-364-16,-4 4-716 0,-8-3-664 0,0 3-1657 15,-8 0-1355-15</inkml:trace>
  <inkml:trace contextRef="#ctx0" brushRef="#br0" timeOffset="67111.366">9104 12983 5700 0,'0'0'3016'0,"0"0"-1528"0,-13 66-391 15,13-37 287-15,0 2 20 0,0 7-268 16,0 1-420-16,4-2-108 16,0 5-260-1,1-4-124-15,3 0-112 0,-4 0-104 0,3-6-4 16,2-7-4-16,-5-6-176 0,4-6 4 15,-5-6-340-15,5-7-320 0,1 0-216 16,-1-4-232-16,-1-12-360 0,1-3-957 16,1 4-2347-16</inkml:trace>
  <inkml:trace contextRef="#ctx0" brushRef="#br0" timeOffset="67334.806">9359 12795 7280 0,'0'0'4077'0,"0"0"-3369"0,0 0-288 0,0 0 616 16,0 0 384-16,0 0 4 0,-21 73-588 0,14-35-44 16,3 3-284-16,4 7 20 0,0 0 316 0,0 6-304 15,11 0-540-15,2 3 160 0,-1 0-16 16,4 3-144-16,-1 1-24 0,6 2-184 16,-6 0-196-16,2-3-244 0,2-5 280 0,-3-11 36 15,-4-6 12-15,4-6-188 0,-4-7-324 16,0-5-608-16,4-1-952 15,-8-8-1541-15,4 0-1699 16</inkml:trace>
  <inkml:trace contextRef="#ctx0" brushRef="#br0" timeOffset="71407.684">16065 12402 10496 0,'0'0'1313'16,"0"0"95"-16,0 0-440 0,0 0 372 15,-84 25-24-15,76-22-184 0,4 0-332 0,4 0-332 16,4 0-332-16,11 4-132 0,13-1 316 16,12 4 288-16,8-1-108 15,4-2-132-15,3-1-188 0,5 0-80 0,-4-3-16 16,4 1 88-16,0-4-172 0,-4 0 48 15,3-10-48-15,-3 1 0 0,4-4-48 16,-1-3-52-16,-3-3 16 0,0 0-48 0,-8-1-28 0,-4 1-192 16,-9 4-124-16,-3 2-76 0,-8 1-120 0,-3 5-436 15,-6 1-684-15,-2 2-1208 0,-6 4-2429 16</inkml:trace>
  <inkml:trace contextRef="#ctx0" brushRef="#br0" timeOffset="71657.203">16510 12534 10484 0,'0'0'1017'0,"0"0"-385"0,-7 89-312 0,7-47 396 0,0 12 72 0,4-1 60 16,-1 2-128-16,1 5-344 0,0-3-164 0,5 3-44 15,-5 4-92-15,0-4-72 0,-1-2-4 16,-3-1-8-16,4-10-108 0,4-5-60 16,1-8-88-16,-6-11-128 0,5-7-60 15,4-13-432-15,-4-3-684 0,0-3-865 16,8-23-2007-16</inkml:trace>
  <inkml:trace contextRef="#ctx0" brushRef="#br0" timeOffset="71886.749">16893 12583 872 0,'0'0'8552'0,"0"0"-6591"0,0 0-933 0,0 0-108 16,0 0 236-16,0 0 92 0,0 69-180 16,0-34-372-16,0 0-236 0,4 3-64 15,0 6-40-15,0 1-124 0,0-1-96 0,0 7-12 16,3 0-84-16,-2 3-40 31,3 3-124-31,0-3-144 0,-1 2 32 0,2 3-208 0,3-2-136 0,-1 0-328 0,2 0-336 16,-2-6-452-16,6-1-772 15,-9-14-1509-15,-1 4-2071 0</inkml:trace>
  <inkml:trace contextRef="#ctx0" brushRef="#br0" timeOffset="73116.396">16248 14424 7524 0,'0'0'1372'31,"0"0"544"-31,0 0 97 0,0 0-457 0,0 0-420 16,0 0-180-16,0 0-308 0,0 0-436 16,0 0-212-16,0 0 0 0,0 0 116 0,43-3 56 15,-22 3-24-15,-2 0-48 16,-3 6 12-16,0 7-108 0,-4 2 84 0,-4 1 72 16,0 10-148-16,-1-1 160 0,-2 4-120 15,-5 3-52-15,0-7-12 0,0 0-36 0,0-3-52 16,0-3 16-16,-5-9-188 0,5-1-112 15,-3-5-76-15,-5-4-288 0,0-7-716 16,0-9-784-16,0 1-2177 0,-8-17-1759 0</inkml:trace>
  <inkml:trace contextRef="#ctx0" brushRef="#br0" timeOffset="73273.745">16176 14205 3392 0,'0'0'5660'16,"0"0"-4300"-16,0 0-315 0,0 0 607 15,0 0-216-15,0 0-264 0,0 0-304 16,0 0-196-16,76-22-248 0,-65 22-376 16,6 0-48-16,-2 0-112 0,2 0-172 15,-2 0-388-15,5 0-448 0,0 0-560 0,-4 3-1497 0,8 2-3903 16</inkml:trace>
  <inkml:trace contextRef="#ctx0" brushRef="#br0" timeOffset="73704.097">16969 14477 7188 0,'0'0'2620'15,"0"0"-1640"-15,0 0-399 0,0 0 191 0,11 67 504 16,-7-51 56-16,5 1-424 15,-5-5-368-15,3-3-160 16,1 4 4-16,1-6 4 0,-1 2-128 0,3-3-112 16,2-3-96-16,-2 1-52 0,1-4 60 15,0 0 64-15,0-4 0 0,0-2 36 16,0-10-108-16,0-3-52 0,0-4-72 0,-4-2-88 16,0-4-88-16,0 1 24 15,-4 3 12-15,0 3 152 0,-4 6-4 0,0 3 60 0,-8 7-36 16,0 0 40-16,-4 2 136 0,-4 1-136 15,-4-1 0-15,0 4 36 0,5 0 52 16,-6 7 100-16,5 3-52 0,1 3 24 0,-2-1-72 16,6 4 20-16,3 3-44 0,-1 0-64 15,5 1-44-15,0-5-64 16,4-2-80-16,0-1-48 0,0-1-84 0,0-5-216 0,8 0-368 31,1 1-268-31,-1-5-32 0,3-2-472 16,2 0-697-16,-2 0-1523 0,6-9-756 15</inkml:trace>
  <inkml:trace contextRef="#ctx0" brushRef="#br0" timeOffset="74290.938">17463 14436 8672 0,'0'0'2084'0,"0"0"-1223"0,0 0 91 0,0 0 132 0,0 0 156 16,0 0-68-1,0 0-320-15,0 0-304 0,0 0-240 0,0 0-48 16,0 0 24-16,-72 16-172 0,60 3 12 16,0 7 60-16,4 2 0 0,-4 7 100 15,4 0 144-15,4-3 12 0,-3 0-168 0,3-10-92 16,4-3-80-16,0-10-48 0,0-2-52 15,0-7-84-15,7 0-148 0,1-9 84 0,9-11 88 16,-2-5 48-16,5-7-196 0,0-9 24 16,0-4-172-16,-5 1 0 0,6-1-52 15,-1 1 100-15,-5 3 88 0,2-1-4 16,-2 1 76 0,-2 3-112-16,-2 3 48 0,-7 4 40 0,5 6 172 15,-5 2 48-15,0 10 28 0,-4 3 120 16,0 7-8-16,0 3 60 15,0 0 232-15,0 0 40 0,0 7-176 0,0 2-88 16,0 5-180-16,-4 7-72 0,-5 8 0 16,5 6 152-16,-4 3 52 0,5 3-24 0,-1 0-52 0,4-2-132 15,-4-1-112-15,4-4-96 0,0-2-120 16,0-3-420-16,4-10-216 0,3-3-328 16,1-7-1092-16,5-3-2273 0,2-8-2251 0</inkml:trace>
  <inkml:trace contextRef="#ctx0" brushRef="#br0" timeOffset="74676.485">17861 14372 1200 0,'0'0'9965'15,"0"0"-8109"-15,0 0-672 0,-43 83 232 0,26-45 52 16,2 1-8-16,-1 1-256 0,4 2-276 16,3-1-196-16,5-6-75 0,4-3-185 0,0-10-220 15,0-6-204-15,8-4-48 16,1-5-96-16,2-7-48 15,6 0 48-15,-2-7-40 0,6-5-20 16,3-9-40-16,-5-11-69 0,1-7 69 16,4-5-204-16,-1-3-172 0,-2-5 44 15,3 1-108-15,-9-2 144 0,6 2-60 0,-5 3-140 16,-8 0 144-16,-1 1 136 0,-3 3 40 16,-4 0 360-16,0 8 12 15,0 4 84-15,0 7 16 0,0 6 188 0,-4 10 224 0,4 2-92 16,0 7 112-16,0 0 36 0,0 0-128 15,0 7-168-15,0-2-100 0,0 12-52 16,0 2-32-16,4 9-16 0,-4 4 40 0,4 0 20 16,0 6-124-16,-4 0-8 0,0 3-44 15,0 0-80-15,0 1 28 0,0-2-196 16,0-1-152 0,-4-1-96-16,4-3-88 0,0 1-228 15,0-3-672-15,0-10-2268 0,0 6-2093 16</inkml:trace>
  <inkml:trace contextRef="#ctx0" brushRef="#br0" timeOffset="75324.686">18243 12643 80 0,'0'0'6112'0,"0"0"-5148"0,0 0-316 15,0 0 2625-15,0 0-1385 0,0 0-592 0,0 0-248 16,0 0-168-16,0 0-64 0,0 0 176 15,0 0-228-15,0 0-272 0,5-41-148 16,-1 55-100-16,0 13-12 0,-4 14 52 16,4 9 20-16,0 11 72 0,-4 9-48 15,3 6-224-15,-3 6-104 0,0-2-48 16,0 0-112-16,0-5 52 0,-3-1-28 0,3-8-32 16,0-9-272-16,3-12-172 15,5-11-124-15,1-15-212 0,2-12-556 0,6-7-332 16,-2-16-316-16,-3 0-2121 0,12-28-1891 15</inkml:trace>
  <inkml:trace contextRef="#ctx0" brushRef="#br0" timeOffset="75569.995">18870 12566 8552 0,'0'0'2481'16,"0"0"-773"-16,0 0-700 0,0 0 220 15,0 0 148-15,-21 90-120 0,6-46-292 0,-2 7-372 0,1 6-128 16,1 6 28-16,-2 0-16 0,2 7-124 16,-6 4-168-16,6-5-96 0,2 0-88 0,2-1-232 15,-1-11-24-15,4-7-120 0,4-11 8 16,0-17-60-16,4-9 60 0,0-13 0 16,0-7-300-16,4-11-408 0,8-17-996 0,0-10-652 15,-1 4-1281-15,6-29-1479 0</inkml:trace>
  <inkml:trace contextRef="#ctx0" brushRef="#br0" timeOffset="75770.459">18814 12725 5764 0,'0'0'2532'15,"0"0"-616"-15,0 0-279 0,0 0-129 0,0 0 56 16,79 19-372-16,-55 3-276 16,0 3-148-16,4 11-172 0,0 2-92 15,0 3-12-15,-4 4 8 0,3 2-132 0,1 4-124 16,-4 0-220-16,0-4-24 0,-4 1-144 15,0-7 56-15,-8-2-56 0,4-8-188 16,-5-5-120-16,2-11 44 0,-9-2 52 16,3-7-40-16,-7 0-96 0,0-6-328 15,0 4-472-15,-7-4-556 0,-1 0-2181 0,-16 0-1095 0</inkml:trace>
  <inkml:trace contextRef="#ctx0" brushRef="#br0" timeOffset="75919.95">18873 13252 8200 0,'0'0'1984'0,"0"0"-335"0,0 0-445 0,0 0-300 0,0 0-184 16,0 0-124-16,0 0-256 16,0 0 20-16,0 0 24 0,0 0-88 15,76-22-296-15,-45 15-12 0,1 0-88 16,0-5-188-16,0-1-856 0,0-2-720 16,-8 3-2797-16,8-5-3771 0</inkml:trace>
  <inkml:trace contextRef="#ctx0" brushRef="#br0" timeOffset="76095.366">19495 13221 10364 0,'0'0'1661'0,"0"0"-945"0,0 0 140 0,0 0 400 0,11 72 392 0,-11-53-316 32,5 1-568-32,-1-1-284 0,-4-1-76 0,4-1-84 0,-4-5-124 15,4-2-196-15,-4-4-128 0,0-4-236 0,4-2 20 0,-4 0-124 16,0-2-212-16,0-10-312 0,-4-4-956 15,0 2-1904-15,-4-11-2917 0</inkml:trace>
  <inkml:trace contextRef="#ctx0" brushRef="#br0" timeOffset="76251.777">19415 12909 7612 0,'0'0'5617'0,"0"0"-4817"0,0 0-140 0,0 0 572 15,0 0-128-15,0 0-172 0,80-6-352 16,-60 0-444-16,-1-7-136 0,5 0-212 16,1-2-652-16,-1-8-624 0,-9 6-1176 15,9-8-4069-15</inkml:trace>
  <inkml:trace contextRef="#ctx0" brushRef="#br0" timeOffset="76525.894">20045 12341 13061 0,'0'0'2724'0,"0"0"-1784"0,0 0-216 0,0 0 4 0,0 0 504 0,0 0-56 0,24 82-388 0,-20-53-360 0,3 0-87 15,1 5-65-15,1 4-44 0,-1 6-52 16,-5 8-80-16,5 2-100 0,0 9-60 0,-3 1-120 15,2 9-12-15,5 3-232 0,-4 3 119 16,0 2 73-16,4-4-144 0,-4 4-100 0,-5-9-220 16,2 2-136-16,-1-5-724 0,0-5-620 15,-4-4-708-15,0-19-1589 0,4 10-2015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05:14.8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1652 1374 1596 0,'0'0'1344'0,"0"0"-1021"0,0 0-97 0,0 0-64 32,0 0 39-32,0 0 70 0,0 0-96 0,0 0-55 15,0 0-11-15,0 0 14 0,80-11 40 16,-40 6 3-16,5-2-59 0,4 2-49 15,-2-2-16-15,1 4-42 0,-5-2-9 0,-1 0 9 0,0-2-30 0,-3 0 2 16,0-3-8-16,-2-1-56 0,-4-3-40 16,-3 1-61-16,-3-5-70 0,-6 2-162 15,-5-1-252-15,-6 3-555 0,-10-8-462 0</inkml:trace>
  <inkml:trace contextRef="#ctx0" brushRef="#br0" timeOffset="438.994">1906 974 1026 0,'0'0'1376'0,"0"0"-937"0,0 0-230 0,0 0-100 16,0 0 95-16,0 0 31 0,0 0-90 15,0 0-82-15,0 0-34 0,0 0 46 0,0 0 38 16,20 93 16-16,-13-53-42 0,2 4-9 15,0 4-56-15,-1 6-20 0,1 5-2 16,-3 3 11 0,1 4-11-16,0 0-3 0,-1-5-12 15,0-7-14-15,1-8 29 0,0-11 43 16,3-9-43-16,-1-8-22 0,1-5-2 16,3-5 2-16,2-4 19 0,3-2-47 15,4-2-3-15,4-10-63 0,4-11-13 0,2-5-41 0,4-10-89 16,-3-6-86-16,-3-7-159 0,0-2-253 15,-11 11-24-15,3-23-41 0</inkml:trace>
  <inkml:trace contextRef="#ctx0" brushRef="#br0" timeOffset="855.938">2372 720 398 0,'0'0'72'16,"0"0"-40"-16,0 0 1260 0,0 0-854 0,0 0-176 15,0 0-4-15,0 0-7 0,0 0-59 16,0 0-64-16,0 0 8 0,0 0 26 16,33 57 100-16,-24-18-45 0,-1 8 4 15,-1 7-35-15,-4 8-50 0,0 7-31 16,-3 4-78-16,0 2-14 0,0 3-13 16,-3-6 0-16,2-6 0 0,-1-9 0 15,2-13 12-15,0-12 22 0,0-6-16 0,3-6-18 16,2-6-3-16,-1-4-15 0,2-4 16 15,1 0-17-15,0-6-18 0,5 0-9 16,2 0-18-16,2-7 11 0,1-5 1 16,1-1 15-16,0-5-4 0,-1-1-11 15,-2-2-4-15,-2-2 34 0,0 1 10 16,-3 0-4-16,0 3-12 0,-3 3 10 16,-1 5-7-16,-3 6-19 0,3 2 44 15,0 3 34-15,2 0 16 0,4 7 50 0,-1 5 2 0,5 4-40 0,0 3-25 31,1 1 9-31,2 3-9 0,-3-4-4 16,1-2-33-16,-3-3-13 0,2-4 10 16,0-6-24-16,3-2-54 0,0-2-107 0,2-9-77 0,2-6-150 15,-7 1-538-15,7-16-724 0</inkml:trace>
  <inkml:trace contextRef="#ctx0" brushRef="#br0" timeOffset="1202.905">3069 1303 1041 0,'0'0'2015'0,"0"0"-1797"16,0 0-59-16,0 0 91 0,0 0-10 0,38 67-76 16,-24-61-90-16,6-4-52 0,2-2 28 15,4-4-50-15,0-4-81 0,4-7 9 16,-1-2 18-16,-3-2-15 0,-5-1-16 16,-3-1 32-16,-5 3 53 0,-5 1 6 15,-2 3 19 1,-6 2-24-16,0 4 18 0,-3-1 72 0,-6 5-59 15,-1 0 38-15,-4 3 39 0,-2 0-72 16,2 1 22-16,-2 6-55 0,-3 5-3 16,-1 7 11-16,1 7 13 0,-2 5 21 15,1 4 4-15,1 1 0 0,2 0-7 0,2-6-6 16,9-5 16-16,2-5-1 0,4-2 16 16,7-4 2-16,6-1 16 0,7-4-9 15,5 1-7-15,2-4-33 0,8-2-37 0,2-3-40 16,2-2-33-16,3-7-74 0,3-3-60 15,-2-1-96-15,3-6-215 0,-12 7-619 16,13-12-917-16</inkml:trace>
  <inkml:trace contextRef="#ctx0" brushRef="#br0" timeOffset="2122.205">5199 809 1979 0,'0'0'1171'0,"0"0"-801"0,0 0-152 0,0 0-64 15,0 0 163 1,0 0 46-16,0 0-141 0,0 0-106 16,0 0-67-16,-92 43-12 0,57-19-10 15,-1 5 13-15,0 0-18 0,6 1-21 0,8-5-1 16,4-2 0-16,6-8-3 0,4-1-31 15,5-3-6-15,3-1-18 0,0-1 6 16,7 3 25-16,4 1 25 0,8 0 2 16,3-1 10-16,5 2 20 0,2-3-30 15,1 0 3-15,-1-2-3 0,-5 0 0 0,-3-1-3 0,-3 3-15 16,-4-3 3-16,-5 1-4 0,-3 0 19 0,-3 0 28 16,-1 1-7-16,-2 0 10 0,-2 2 2 15,-7 1 1-15,-3 0-6 16,-1 0-13-16,-6-3-15 0,3 1 0 15,-4-1-2-15,2-3 0 0,1-1-13 16,3-4 15-16,-2 1-13 0,4-3 11 16,1 0-47-16,1 0-24 0,0-3-68 0,1-4-72 15,2-2-116-15,4-5-193 0,3-2-639 16,0 3-225-16</inkml:trace>
  <inkml:trace contextRef="#ctx0" brushRef="#br0" timeOffset="2458.598">5365 1033 352 0,'0'0'1993'0,"0"0"-1464"0,0 0-154 0,0 0-19 0,0 0-6 16,0 0-96-16,0 0-86 0,0 0-72 15,85-19-43 1,-67 12-39-16,4-4-14 0,3-1-21 0,-1-3-44 16,1-3-19-16,-3 0-34 0,-2-2 31 15,-3 1 18-15,-7 1 59 0,-3 5 10 16,-4 1 81-16,-3 1 25 0,0 4-16 15,-9 0 12-15,-2 0-62 0,-3 1 31 16,-4-2-37-16,1 4 15 0,0 1-49 0,-1 3-6 16,1 0-40-16,0 7 18 0,-3 8 22 15,0 5 6-15,1 9 56 16,-4 5 64-16,-2 8-1 0,3 5-57 16,-2 2-35-16,5-1-16 0,3-5-10 15,8-9 14-15,5-6 0 0,3-9-9 0,3-5-6 16,8-3-15-16,2-3 0 0,7-3 2 15,5-4-60-15,5-1-65 16,5-6-53-16,4-10-63 0,4-4-175 16,-10 2-359-16,19-17-850 0</inkml:trace>
  <inkml:trace contextRef="#ctx0" brushRef="#br0" timeOffset="2859.707">5960 783 2240 0,'0'0'767'0,"0"0"-569"0,0 0 29 0,-45 78 222 31,31-43 5-31,-3 5-102 0,4-2-51 0,0 0-63 16,6-4-123-16,2-4-79 0,2-7-36 15,3-3-27-15,0-7-13 0,5-5-9 16,3-3-27-16,5-4 0 0,0-1-40 16,6-6-28-16,3-8 40 0,1-7-23 0,3-4-33 0,-1-5 30 0,0-1 17 31,-2 0 17-31,-3-2 26 0,-1 1 10 15,-6 3 7-15,-3-1 53 0,-3 10 32 0,-2 1 36 0,-4 8 40 16,-1 6 88-16,0 4-35 0,0 1-44 0,0 1-73 16,-1 6-44-16,-2 5 0 0,-3 8 9 15,3 6 71-15,-4 7 18 16,3 6 31-16,-2 7-1 0,-4 4-24 16,3 6-13-16,-2 3-36 0,-1 0-25 15,1 1 13-15,1-3-1 0,2 0-39 16,1-3-3-16,4-3-20 0,1-4-20 15,0-6 16-15,1-8-21 0,8-7-50 0,1-6-60 16,3-6 14-16,0-5 25 16,0-8 14-16,1-1-45 0,0-6-82 0,1-7-55 0,-3-8-274 15,-2 6-671-15,0-20-707 0</inkml:trace>
  <inkml:trace contextRef="#ctx0" brushRef="#br0" timeOffset="3260.602">6338 776 1114 0,'0'0'264'0,"0"0"483"0,0 0-297 0,0 0-48 0,7 76 106 16,-7-46-54-16,0 1-97 0,-2 2-124 15,0-2-60-15,-1 2-23 0,-2-2-61 16,2-5-71-16,3-5-18 0,-2-7-15 15,2-3 13-15,0-4-20 0,0-6-11 16,7-1-35-16,3-1-15 0,3-8-43 16,6-6-41-16,1-5-75 0,0-5-66 15,2-2-52-15,-1-2-67 0,-3 0 7 16,-1 2 67 0,-4 3 84-16,-3 1 101 0,-4 5 168 15,-2 2 172-15,-4 7 97 0,0 4 25 0,0 5-30 16,0 0-43-16,0 1-68 0,-2 9-44 15,0 4 31-15,-1 4 31 0,-2 6-4 0,0 3-11 16,-1 4 80-16,0-1-47 16,2-2-81-16,1-3-86 0,0-1-22 0,3-6-1 0,0-5-18 15,0-3-2-15,0-4-53 0,6-1-150 16,1-3-83-16,-1 0-206 0,7-2-755 16</inkml:trace>
  <inkml:trace contextRef="#ctx0" brushRef="#br0" timeOffset="3692.616">6785 974 2282 0,'0'0'1080'16,"0"0"-874"-16,0 0-133 0,0 0 214 15,0 0 114-15,0 0-135 16,0 0-137-16,0 0-71 0,0 0-2 16,0 0-10-16,0 0-37 0,17 22-9 15,-6-26-52-15,5-5 3 0,2-4 6 16,2-2-34-16,-2-3-13 0,0-2 16 16,-1-1 0-16,-6 4 15 0,0 1 59 15,-4 1 0-15,-4 4 68 0,-3 0 16 0,0 2 2 16,-5 1-3-16,-5 3-33 0,2 0 11 0,0 1-6 15,-3 1-28-15,2 3-27 0,-1 0-22 16,-3 7-11-16,-1 7-7 0,-2 6 40 0,0 5 9 16,0 6 43-16,0 4 16 0,2 1-16 0,1-2-34 15,6-5 6-15,4-4 4 0,3-4-4 32,0-2-2-32,4-5-11 0,3 0-11 15,4-3-21-15,1 0-4 0,1-4-70 16,5-1-43-16,-2-3 19 0,2-1-17 15,4-2-71-15,-2 0-89 0,5-7-140 0,-1 2-291 16,-5-3-576-16</inkml:trace>
  <inkml:trace contextRef="#ctx0" brushRef="#br0" timeOffset="4177.495">7074 839 1304 0,'0'0'2'15,"0"0"1717"-15,0 0-1291 0,12 74-96 16,-9-46-48-16,0 2-7 0,-2 4-5 16,-1-4-20-16,1-1-111 0,1-2-101 15,-2-2-38-15,0-6 15 0,0-3-17 16,4-6-3-16,-3-4-33 0,2-2-38 0,3-1-94 16,0-3 11-16,4 0 15 0,4-10-23 15,2-2 47-15,3-5 0 0,4-5-9 16,-1-1-5-16,-2-1 19 0,0-1 43 0,-4 3 70 15,0 3 2 1,-8 3 24-16,0 6 5 0,-5 5 67 16,1 2-3-16,-4 3 8 0,0 1 26 15,1 8-4-15,-1 3-16 0,3 1-32 16,-3 5 4-16,3 1 11 0,-2 0-18 16,2 0-15-16,0-3-59 0,3-1-1 0,0-2-52 15,4-6-98-15,1-1-13 0,5-4-54 16,0-2-115-16,0 0-442 0,9-12-1000 0</inkml:trace>
  <inkml:trace contextRef="#ctx0" brushRef="#br0" timeOffset="4392.117">7685 883 2764 0,'0'0'685'16,"0"0"-448"-16,0 0-48 0,0 0 225 15,0 0-61-15,0 0-101 0,-88 32-96 0,67-3-22 0,1 3-6 31,2 0 60-31,4 2-63 0,7-3-71 16,2-4-27-16,4-6-13 0,1-1-14 16,1-5-4-16,8-5-41 0,5-5-37 0,4-1-21 0,6-4-9 0,3-4-28 31,7-10-31-31,0-4-98 0,1-4-142 0,0-4-168 16,-2 2-149-16,-3 1-265 0,-9 6 284 0,4-2-329 0</inkml:trace>
  <inkml:trace contextRef="#ctx0" brushRef="#br0" timeOffset="4708.856">7897 977 1151 0,'0'0'1039'0,"0"0"-477"0,0 0-116 0,0 0-89 15,0 0-80 1,0 0-15-16,0 0-66 0,28 77-69 16,-14-69-15-16,3-3-1 0,6-5-50 0,5 0-61 0,2-8-47 15,3-6-45-15,0-4-38 0,2-1 0 16,-2-5 21-16,0 1 56 0,-4-1 0 16,-5 2 53-16,-2 1 12 0,-9 1 79 15,-3 3 95-15,-7 2 9 0,-3 3-7 16,-2 2 14-16,-8 3-37 0,0 1-52 0,-3 3 6 15,-4 3-46-15,-3 1-73 0,-2 11-16 16,-2 6 6-16,-2 5 10 0,-2 7 61 16,3 2 33-16,0 3 9 15,3-2 75-15,2-2-75 0,7-6-45 0,3-3-31 16,7-6-12-16,3-2-15 0,0-1-1 16,12-2-11-1,7 1-6-15,8-4 17 0,12 0-11 0,7-2-1 16,6-3 11-16,1-3-43 0,3-1-106 15,0-7-15-15,2-1-41 0,-2-4-115 16,-14 4-367-16,16-8-1204 0</inkml:trace>
  <inkml:trace contextRef="#ctx0" brushRef="#br0" timeOffset="5494.277">21567 1835 2164 0,'0'0'1208'15,"0"0"-824"-15,0 0-133 0,0 0 99 0,2 88-19 16,-2-46-52-16,0 6-59 15,-2 3-83-15,-4 2-37 0,1-3-18 0,-1-2-9 16,4-6-43-16,-4-11-30 0,6-6-24 0,0-7-58 16,3-8-75-16,2-5-81 0,4-5-37 15,4-4-36-15,4-12-241 0,-5 0-685 16,5-20-1064-16</inkml:trace>
  <inkml:trace contextRef="#ctx0" brushRef="#br0" timeOffset="5659.142">21509 1588 414 0,'0'0'1471'0,"0"0"-139"0,0 0-855 0,0 0-188 15,0 0-69-15,0 0-99 0,0 0-121 16,0 0-31-16,94-25-31 0,-59 25-78 16,1 2-141-16,3 3-111 0,-8-2-313 15,17 1-755-15</inkml:trace>
  <inkml:trace contextRef="#ctx0" brushRef="#br0" timeOffset="5926.936">22182 1624 1064 0,'0'0'335'32,"0"0"1087"-32,0 0-1149 0,0 0-28 15,-32 81 60-15,12-56 101 0,-3-1-78 16,-2 4-56-16,1-3-78 0,3 0-66 0,6-4-51 0,3-3-43 16,8 0-34-16,1-2 0 0,3-1-19 0,4 0 4 15,6 0-3-15,4 0 16 0,3 1-2 16,0-1-8-16,3 1 12 0,2-1 19 15,-2 0-1-15,2 1-17 0,-1-3-1 16,1-1-1-16,-2 0-14 0,0-1-1 16,-2-1 1-1,-3-1 0-15,-1-1-10 0,-5 1-24 16,-6-2-12-16,-1 2-6 0,-2 0 33 0,-5 1 34 16,-7 1 6-16,-5 0-4 0,-3 1-1 15,-5 0-1-15,-1-2-31 0,-1-2-36 16,-3-1-119-16,-2-2-187 0,9-1-395 15,-14-4-1325-15</inkml:trace>
  <inkml:trace contextRef="#ctx0" brushRef="#br0" timeOffset="6581.697">23698 1950 1368 0,'0'0'1042'16,"0"0"-356"-16,0 0-227 15,0 0-160-15,0 0 87 16,0 0-57-16,0 0-28 0,0 0-41 0,0 0-65 16,0 0-31-16,17 27-21 0,5-27-34 15,5 0-44-15,6-7-65 0,3-6-48 0,5-6-34 16,-4-5-18-16,0-1-30 0,-5 1 2 16,-5 1-6-16,-5 1-6 0,-4 3 5 15,-7 1-12-15,-3 1 2 0,-8 0 43 16,0 3-3-16,-5 0 43 0,-4 2 3 15,-2 3 44-15,-1 3 13 0,-1 4-20 16,-4 2 1-16,-2 8 21 0,-4 8 75 0,0 6 36 0,0 6 7 16,0 7-22-16,0 2 5 0,2 2-2 0,0 3 29 15,2-3 7-15,5 1 11 0,6-7 15 16,5-4-24-16,3-3-37 0,0-4-28 16,5-4-29-16,8-4-31 0,3-2-12 15,6-4-38-15,5-2-44 0,3-5-24 31,6-1-37-31,1-4-33 0,3-7-32 16,2-4-105-16,-3-3-223 0,-11 1-464 0,10-7-523 0</inkml:trace>
  <inkml:trace contextRef="#ctx0" brushRef="#br0" timeOffset="6781.104">24374 1751 1040 0,'0'0'173'16,"0"0"932"-16,0 0-592 0,0 0-51 15,58 91 23-15,-41-60 57 0,-3 1-103 16,3 1-105-16,1-7-100 0,0-2-103 16,2-5-83-16,0-2-48 0,2-3-1 15,1-6-11-15,3-2-61 0,-1-6-48 16,4 0-44-16,1-7-76 0,2-6-128 0,-2-3-309 0,-5 2-818 0,2-11-569 0</inkml:trace>
  <inkml:trace contextRef="#ctx0" brushRef="#br0" timeOffset="6942.853">24769 1740 2730 0,'0'0'455'0,"0"0"-260"0,0 0 17 0,0 0 63 0,-101 26-42 15,70-3 26-15,1 5-40 0,-1 4-31 16,-3 3-1-16,3 2 3 0,-3 0-29 16,0 3-46-16,-5-3-48 0,2 1-67 15,1-1-12-15,2-3-64 0,6-3-85 0,5-4-59 16,9-6-56-16,9-6-184 0,3-5-508 15,12-8-810-15</inkml:trace>
  <inkml:trace contextRef="#ctx0" brushRef="#br0" timeOffset="7351.467">25150 1837 2801 0,'0'0'796'0,"0"0"-569"0,0 0-101 0,0 0 206 16,0 0-35-16,0 0-81 0,0 0-32 16,0 0-56-16,-77 57 21 0,54-32 113 15,1 2-78-15,0-2-75 0,5-2-57 16,4-5-25-16,4-6-25 0,4-1 0 16,-1-5-2-16,6-2-12 0,0-1-9 0,3-2-28 15,8-1-17-15,4 0-7 0,6-4 31 0,5-5 8 16,3-3-29-16,3 0-28 0,0-2-16 15,-5-2 34 1,-4 3 16-16,-6 1 17 0,-3 1 22 0,-5 4 3 16,-3 3 15-16,-4 4 28 0,-2 0 5 15,0 3-20-15,0 5 26 0,0 9 37 16,0 1 3-16,0 3 3 0,0 1-27 0,0-1-4 0,4-2-8 0,5-1-16 16,3-5-6-16,5-1-21 0,4-5 0 15,2-1-21-15,1-5-37 0,3-1-39 16,2-1-33-16,-4-6-34 0,4-5-68 15,-1-3-202-15,-4 0-265 0,-7 4-579 16,2-3-762-16</inkml:trace>
  <inkml:trace contextRef="#ctx0" brushRef="#br0" timeOffset="7831.575">25764 1829 1835 0,'0'0'457'16,"0"0"-340"-16,0 0 64 0,0 0 202 15,0 0-25-15,0 0-88 0,0 0-46 16,0 0-70-16,0 0-3 0,0 0 55 0,0 0-33 16,-90 16 19-16,67 10-11 0,0-1-16 15,1 6-10-15,2-1-18 0,-2 1-21 16,5-3-31-16,0-3-3 0,6-2 2 0,4-7-17 16,5-4-19-16,2-2-48 0,9-4-36 15,4-1 0-15,7-1-22 0,9-4-39 16,6-3-6-16,5-9-55 0,6-4-73 31,4-6-134-31,1-2-220 0,-12 3-419 0,19-14-470 0</inkml:trace>
  <inkml:trace contextRef="#ctx0" brushRef="#br0" timeOffset="8067.844">26407 1286 760 0,'0'0'755'0,"0"0"214"0,0 0-579 0,0 0 1 15,-2 91 9-15,-4-54 48 0,-2 7-23 16,0 5-74-16,-2 4-85 16,0 3-102-16,-1 2-70 0,-1 1-42 0,3-3-38 15,3-6-14-15,5-5-9 0,1-6 8 16,2-9 1-16,9-2-55 16,1-8-45-16,2-2-52 0,0-6-4 0,2-3-18 15,-4-4-29-15,0-2-156 0,-4-3-131 16,-3 0-164-16,-2-4-476 15,-3-5-655-15</inkml:trace>
  <inkml:trace contextRef="#ctx0" brushRef="#br0" timeOffset="8218.207">26089 1780 696 0,'0'0'1575'0,"0"0"-930"0,0 0-274 0,0 0-81 0,0 0-53 15,85-29 121-15,-40 23-14 0,11 0-137 16,7 0-118-16,9-1-49 0,2 0-40 15,-1-2-12-15,0-1-96 0,-5-1-154 16,-4 0-133-16,-18 2-373 0,9-8-1162 16</inkml:trace>
  <inkml:trace contextRef="#ctx0" brushRef="#br0" timeOffset="24179.901">10807 16034 1349 0,'0'0'667'16,"0"0"-39"-16,0 0-121 0,0 0-261 0,0 0-59 16,0 0 85-16,0 0 4 0,0 0-42 31,0 0-42-31,0 0-51 0,1-29 22 0,2 35 64 0,0 0-11 16,4 2-34-16,0 2-45 15,2 2-62-15,6 2-50 0,0 6-11 16,3 5-13-16,2 9 0 0,0 3 1 0,-1 5 0 15,-1 6 19-15,2 2-6 0,-5 3-15 16,2 0 0-16,-2 1-1 0,-4-1-2 16,4-3-15-16,-4-4 17 0,2-6 1 15,-1-8-1-15,0-7-2 0,0-9 3 16,0-4 0-16,-1-7 21 0,1 0 0 0,-2-5-3 0,1 0-15 16,1-1-2-16,-2-5-1 0,4-6-1 15,-2-4-13-15,2-2 14 0,-1-5 15 16,2-3-13-16,-2-2 1 0,-2-5-2 15,4-4-1-15,-4-6-21 0,-1-4-15 16,0-6-19-16,-2-2 16 0,0 0 6 0,-1 1-40 16,-1 2 19-1,0 5 14-15,1 9 10 0,2 5 2 16,-1 7 16-16,-2 7-18 0,0 5 6 16,1 5-19-16,-3 2-42 0,-1 2-147 15,0 3-41-15,0 1-197 0,0-1-194 0,1 2-515 16,-1 0-428-16</inkml:trace>
  <inkml:trace contextRef="#ctx0" brushRef="#br0" timeOffset="24803.486">11623 16561 404 0,'0'0'1868'0,"0"0"-1477"0,0 0-169 0,0 0 15 15,0 0 152-15,0 0-32 0,0 0-102 16,0 0-102-16,9 75-35 0,-6-50-25 16,0 3-7-16,0 3-9 0,-1 0-43 15,-1 1-12-15,-1-3-22 0,0-1-12 16,0-6-3-16,0-3-22 0,2-7-77 16,-1-4-41-16,3-5-22 0,3-3-62 0,1 0-174 15,2-9-187-15,-1 1-184 0,5-12-674 0</inkml:trace>
  <inkml:trace contextRef="#ctx0" brushRef="#br0" timeOffset="25072.638">11978 16425 3436 0,'0'0'452'16,"0"0"-298"-16,0 0-131 0,0 0 42 16,0 0 79-16,0 0-5 0,0 0 31 31,81 4-68-31,-44-4-31 0,7 1-40 0,3-1 8 0,3 0-14 0,0 0-7 16,0 0-17-16,-1-4-1 0,-4 0-11 15,-2-6-7-15,-4 0-10 0,-3-5-27 16,0-1-90-16,-3-3-102 0,-3-2-103 15,-4-1-225-15,-10 6-632 0,-4-4-794 0</inkml:trace>
  <inkml:trace contextRef="#ctx0" brushRef="#br0" timeOffset="25337.443">12507 16129 2380 0,'0'0'381'15,"0"0"-243"-15,0 0-3 16,0 0 162-16,0 0 1 0,0 0-77 0,93 39-67 0,-69-26-46 0,0-1-18 16,2 0-15-16,-5 0-16 0,-1 1-13 15,-3 0-24-15,-3-1-22 0,-2 2 0 16,-6 3 0-16,-1 2 2 0,-5 2-2 16,0 4-1-16,-9 0-55 0,-5 3-3 15,-3-1 9-15,1 1 32 0,-4-3 2 16,4-1-6-1,-1-5-9-15,5-3 9 0,1-5-3 0,4-3-41 16,1-4-85-16,6-4-130 0,0 0-183 0,0-4-559 16,0-9-531-16</inkml:trace>
  <inkml:trace contextRef="#ctx0" brushRef="#br0" timeOffset="25978.558">12974 15983 1910 0,'0'0'573'0,"0"0"-179"0,0 0-29 0,0 0 38 16,0 0-85-16,0 0-48 0,0 0-62 16,0 0-63-16,0 0 43 0,0 0 60 0,74 80-80 15,-46-37-25-15,1 11-58 0,-3 3-18 16,0 3-27-16,-3-2-19 15,-3-4-5-15,-1-3-16 0,-3-10-15 16,2-5 12-16,-4-8-9 0,-1-6 9 0,-2-8-9 16,-1-2 9-16,-4-6 1 0,-1-1 0 0,-1-4-1 15,-1-1 3-15,2 0 3 0,-2-4-3 16,5-7 0-16,2-6 27 0,5-11-6 16,-1-7-19-16,1-4-2 0,0-8 0 15,-1-1-3-15,-1-1 2 0,0 2 1 0,-3 3-21 16,3 7-43-16,-2 5-18 0,3 6-15 15,1 5-4-15,0 7-45 0,1 4-56 16,0 5-81 0,-1 3-183-16,-5 2-312 0,5 3-655 0</inkml:trace>
  <inkml:trace contextRef="#ctx0" brushRef="#br0" timeOffset="26266.453">13655 16399 1501 0,'0'0'1537'0,"0"0"-1205"16,0 0-87-16,0 0 57 0,77 25 31 0,-54-20-91 16,-1-4-88-16,0 3-65 0,-2-1-73 15,-3 1-16-15,0-1-16 0,-8 2-2 0,1 2-4 16,-6 2 12-16,-1 3 10 0,-3 2 1 16,-3 4 18-16,-7 3 8 0,-3 0-24 15,-2 1 0-15,0 2-1 0,-1-3 2 16,5-2-1-16,3-1-3 0,0-3 24 15,8-4 16-15,0-2-6 0,0-1-3 16,8-2-4-16,6-2 25 0,4-1 15 0,6-3 68 0,7 0-77 16,3-6-49-16,5-5-9 0,3 0-55 15,3-5-33-15,0 1-68 0,1-1-59 0,-3-1-122 16,-8 4-334-16,12-3-867 0</inkml:trace>
  <inkml:trace contextRef="#ctx0" brushRef="#br0" timeOffset="26567.87">14329 16242 2153 0,'0'0'1142'0,"0"0"-755"0,0 0-283 0,0 0 10 15,0 0 134-15,0 0 13 0,0 0-122 32,0 0-65-32,0 0-33 0,0 0-20 15,105-5 22-15,-59-2-30 0,2-2-13 16,-2 0-2-16,3-1-19 0,-6-1-7 0,-1-1-61 15,-5 1-90-15,-5 1-89 0,-5-2-128 16,-11 3-224-16,2-4-645 0</inkml:trace>
  <inkml:trace contextRef="#ctx0" brushRef="#br0" timeOffset="26835.017">14686 16017 2168 0,'0'0'411'16,"0"0"-337"-16,0 0-41 15,0 0 131-15,84-1 70 0,-55 2-45 16,2 5 17-16,2 4 32 0,1 1-55 0,0 3-23 0,-5 3-60 0,-5 1-28 16,-6 4-16-16,-2 3-12 0,-8 2-1 15,-5 2-18-15,-3 4-24 0,-6 0 0 16,-8 2-1-16,-2-2-1 0,-4 0 1 0,0 0-2 16,0-5-11-16,0-4 13 0,2-4-43 15,3-4-66-15,4-4-89 0,0-6-84 31,4-4-121-31,2-1-305 0,2-4-857 0</inkml:trace>
  <inkml:trace contextRef="#ctx0" brushRef="#br0" timeOffset="27352.315">15221 15937 2523 0,'0'0'483'0,"0"0"-17"16,0 0-203-16,0 0-9 0,0 0-56 0,0 0-57 15,0 0-17-15,82 13-1 0,-55 5 4 16,2 7-20-16,0 5-9 0,0 6-9 15,-6 6-28-15,0 3-27 0,-4 1-7 16,-5-1-12-16,-1-1 1 0,-3-2-16 16,1-6-2-16,0-5-11 0,-2-6 10 15,1-7-9-15,0-3 11 0,-2-8-1 0,-2-3 2 16,4-4 0-16,0 0 1 0,2-11 1 16,1-3 9-16,4-8-11 0,0-6-12 15,-1-4 10-15,1-3 2 0,0-2 1 16,-2 0 0-16,-2-2-1 0,0-4-2 15,-1 0-10-15,-4-1-49 0,1-1-43 16,1 2-25-16,-3 6-40 0,2 7-44 16,-1 7-67-16,0 8-205 0,-2 8-309 15,-3 7-874-15</inkml:trace>
  <inkml:trace contextRef="#ctx0" brushRef="#br0" timeOffset="27728.779">15898 16273 2240 0,'0'0'639'16,"0"0"-367"-16,0 0-87 0,0 0 133 15,87 35 9-15,-66-28-73 0,-2 1-67 16,-2-2-67-16,-2 0-67 0,-2 2-32 16,-6 0-5-16,-3 2 5 0,-2 3 10 15,-2 3 3-15,-6 4-9 0,-6 0-10 16,-2 4 16-16,1-1-13 0,0-2-3 15,5-1 16-15,2-2-9 0,4-3-12 0,2 0-10 16,2-2-25-16,9-2 4 0,4 0 2 16,5 0 1-16,6 0-13 0,3-3-39 15,2 0 8-15,3 0 9 16,-3-3 16-16,0 1 7 0,-6-1 26 0,-2 0 2 16,-7 2 2-16,-3-1 20 0,-6 0-5 15,-4 1 16-15,-3 1 31 0,0 1 0 0,-10 1-13 16,-5 3-12-16,-3 1-37 0,-6-1-31 15,-4 0-43-15,-3 1-28 0,-3-1-58 0,0-2-52 16,-5 3-64 0,-3-4-121-16,-3 0-194 0,9-2-669 0,-28 0-349 0</inkml:trace>
  <inkml:trace contextRef="#ctx0" brushRef="#br0" timeOffset="28568.837">10000 16556 293 0,'0'0'1949'15,"0"0"-1384"-15,0 0-222 0,0 0-104 16,0 0-10-16,0 0 4 0,0 0-28 0,0 0-74 16,0 0-62-16,0 0-22 15,0 0 2-15,-2-6 4 0,15 5 9 0,6 0 34 16,4-1 9 0,6 2-10-16,4 0-40 0,1 0-12 0,0 0-12 15,-3 0-14-15,1 0-17 0,-2-1-15 16,-1-4-3-16,-3-2-32 0,0-3-103 15,-1-3-85-15,-2-1-85 16,-4-2-188-16,-5 4-252 0,-5-2-875 0</inkml:trace>
  <inkml:trace contextRef="#ctx0" brushRef="#br0" timeOffset="28787.341">10377 16337 1315 0,'0'0'452'0,"0"0"-231"16,0 0 28-16,0 0 117 0,0 0-67 15,0 0-87-15,0 0-46 0,90 19-16 0,-76-4 2 16,3 1 25-16,-5 3 24 16,-1 1-12-16,-5 2-61 15,-3 2-51-15,-3 0-21 0,-1 3-40 0,-10 0-16 16,-6 2-47-16,-1-2-33 0,-4 2-23 0,-3-1-10 16,-2-2-10-16,1-3-25 0,-1-4-9 15,-1-2-84-15,9-6-268 0,-12 2-748 0</inkml:trace>
  <inkml:trace contextRef="#ctx0" brushRef="#br0" timeOffset="29224.738">8755 16647 264 0,'0'0'1452'0,"0"0"-942"0,0 0-190 0,0 0-11 16,77-26 76-16,-51 26-36 0,3 0-93 15,4 2-42-15,2 5-33 0,1 2 18 16,-3 1-51-16,2 2-64 0,-7 0-50 0,-2 2-22 15,-3-3-9-15,-8 0 0 0,1 1-3 16,-8 0 0-16,-2-1-2 0,-3 1 0 16,-3 0-1-16,0 3 3 0,-7-2 18 15,-5 1-18-15,-2-1-2 0,-1-2 1 0,-2 0 1 0,0-5 2 16,0-1 23-16,-2-3-25 0,7-2-31 16,-2-3-37-16,1-6 50 0,3-4 6 15,-2-2-19-15,2-5-19 0,1 1-11 16,4-5 14-16,-1 2-2 0,5 1-13 15,1 5-19-15,4 1-35 0,4 5-54 16,6 1-59 0,4 1-44-16,5 3-42 0,1 0-119 0,-4 3-598 15,13-3-455-15</inkml:trace>
  <inkml:trace contextRef="#ctx0" brushRef="#br0" timeOffset="30227.297">16878 16174 1554 0,'0'0'436'0,"0"0"-41"16,0 0-140-16,0 0-10 0,0 0-27 15,0 0-36-15,0 0-29 0,0 0 3 0,0 0 20 0,0 0-31 16,0 0-22-16,71 2 24 0,-24-2 65 16,8 0-30-16,9 0-40 0,3-2-41 15,4-4-30-15,-2-2-25 0,0 0-46 16,-5-4-15-16,-4 1-22 0,-4-3-40 0,-6 1-49 15,-6-2-78 1,-8 3-91-16,-4-1-123 0,-8 0-188 16,-9 4-447-16,-6-4-435 0</inkml:trace>
  <inkml:trace contextRef="#ctx0" brushRef="#br0" timeOffset="30464.934">17553 15915 1505 0,'0'0'552'0,"0"0"-121"0,0 0-151 15,0 0-119-15,0 0-58 0,0 0-10 0,0 0 37 0,0 0 27 16,85-34-24-16,-54 34-16 0,3 6 22 0,-3 5 24 31,0 3 17-31,-3 4-65 0,-6 1-56 0,-5 1-43 16,-5 4 5-16,-7 0-5 0,-5 5 3 16,-1 2-4-16,-13 1-12 0,-5 1-2 15,0 2 1-15,-5 0 1 0,-1-2-2 16,1-2-1-16,1-2-2 0,0-1-44 15,1-5-54-15,5-2-71 0,1-2-68 0,7-4-103 16,2-3-171-16,4-4-210 0,3-2-517 0</inkml:trace>
  <inkml:trace contextRef="#ctx0" brushRef="#br0" timeOffset="30944.32">19433 16199 2413 0,'0'0'474'0,"0"0"-182"0,0 0-180 15,0 0 40-15,0 0-44 16,0 0-67-16,0 0-41 0,94-11-51 15,-69 6-172-15,2-1-125 0,2 1-87 16,-7 1-284-16,16 0-383 0</inkml:trace>
  <inkml:trace contextRef="#ctx0" brushRef="#br0" timeOffset="31178.582">20304 16102 430 0,'0'0'1259'15,"0"0"-801"-15,0 0-148 0,0 0-29 16,97-15-53-16,-74 11-48 0,1-2-20 16,0 2-81-16,-2-1-79 0,4-1-53 15,-1 0-94-15,-1 2-45 0,2-1-126 16,-3 1-268-16,-3 1-207 0,9 0-245 0</inkml:trace>
  <inkml:trace contextRef="#ctx0" brushRef="#br0" timeOffset="31861.725">21429 15580 248 0,'0'0'1452'16,"0"0"-952"-16,0 0-135 0,0 0 15 0,0 0-41 15,0 0 11-15,0 0-42 0,104 47-78 16,-70-18-37-16,-1 9-45 0,4 5-43 0,-4 9-31 15,-1 2-28-15,-3 2-44 0,-6-1 16 16,-3-5-17-16,-2-5 15 0,-6-3-16 16,1-8-2-16,2-5 2 0,-4-7 11 0,5-7-7 15,-2-4 8-15,2-7 6 0,0-4 28 16,4-1 0-16,2-9-9 0,0-8 24 16,3-4-21-16,4-6-22 15,0-6-16-15,1-3 0 0,-1-4-2 0,0-5-3 16,-2 0-21-16,-4-6 9 0,-2-1 11 15,-3 3-44-15,-5 0-60 0,-1 5-21 0,-4 3-31 16,0 9-32-16,1 6-47 0,-1 8-63 16,-2 5-138-16,0 9-287 0,-4 1-939 0</inkml:trace>
  <inkml:trace contextRef="#ctx0" brushRef="#br0" timeOffset="32393.798">22625 16104 2541 0,'0'0'506'15,"0"0"-165"-15,0 0-131 0,0 0 102 0,0 0-51 16,0 0-3-16,48 72-39 0,-38-44-96 15,-3 3-52-15,-1 0-13 0,-1-1 12 16,-2-3-5-16,-1-4-35 16,1-4-27-16,0-5-3 0,3-4-14 15,-2-3-7-15,2-5-37 0,1-2-40 16,5 0 18-16,1-8 15 0,4-3 13 0,0-5 9 16,0-1 12-16,2-6 19 0,0 0 12 15,0-1 3-15,0-2-1 0,-1 3 1 16,-2 1 13-16,1 5-16 0,-5 6 0 0,-1 6 3 31,-2 5 31-31,-2 0 34 0,2 7 30 16,-1 5-6-16,1 5-52 0,1 5-40 15,-1 2 0-15,-2 2-30 0,-1 0 5 16,0 2-30-16,0-4-37 0,0-1-96 16,0-2-75-16,-3-5-179 0,-1-4-301 0,-2 2-762 0</inkml:trace>
  <inkml:trace contextRef="#ctx0" brushRef="#br0" timeOffset="33703.584">23222 15924 2466 0,'0'0'506'0,"0"0"-186"0,0 0-117 16,0 0 41-16,0 0 67 0,87-1-36 16,-44 1-39-16,12 0-39 0,7 0-25 0,3 0-50 15,2 0-27-15,2-6-41 0,-4-5-35 0,-1-2-19 16,-4-1-89-16,-4-5-103 0,-6 0-57 15,-8 0-91-15,-7-1-258 0,-11 5-539 0,-10-4-789 0</inkml:trace>
  <inkml:trace contextRef="#ctx0" brushRef="#br0" timeOffset="33939.469">23846 15635 1091 0,'0'0'1394'16,"0"0"-1181"-16,0 0-142 0,0 0 80 15,81 31 83-15,-54-14-45 0,4 1-53 16,-3 1-2-16,1 2 1 0,-5 3 4 16,-6-2-14-16,-5 5 36 0,-7 0 35 0,-6 1 17 15,-3 2-43-15,-10 0-38 0,-5 0-50 16,-2 0-42-16,-4-1-28 0,0-3-12 16,2-2 0-16,3-5-49 0,7-7-76 0,3-5-1 15,9-7-41-15,3 0-68 0,14-10-178 16,9-7-49-16,7-6-142 0,-4 4-453 15,18-16-402-15</inkml:trace>
  <inkml:trace contextRef="#ctx0" brushRef="#br0" timeOffset="34186.6">24562 15752 661 0,'0'0'1945'0,"0"0"-1415"0,0 0-157 0,0 0-98 0,44 90 65 16,-41-59-54-1,-2-2-82-15,1 0-56 0,3-5-62 0,5-5-61 0,3-3-10 16,6-4 12-16,4-8 19 0,5-4-25 15,6 0-21-15,3-7-37 0,2-8-43 16,1-2 7-16,-1-3-13 0,-5-4 6 16,-3 3 15-16,-2-2 6 0,-8-1 32 15,-4 2 27-15,-7 1 28 16,-6 0 9-16,-4 1 22 0,-5 1 6 16,-9 1 36-16,-6 4-15 0,-1 2-25 0,-2 5-21 0,-5 4-40 15,-1 3-55-15,-5 8 15 0,-6 11-37 16,-2 5-95-16,-6 7-100 0,-2 5-185 0,10-6-512 15,-28 20-740-15</inkml:trace>
  <inkml:trace contextRef="#ctx0" brushRef="#br0" timeOffset="67832.441">20818 16080 1442 0,'0'0'32'16,"0"0"1093"-16,0 0-645 0,0 0-28 0,0 0-104 15,0 0-9-15,-79 33-35 0,76-31-52 0,3-2-52 16,0 0-60-16,0 0-39 0,3 0-16 16,7 0-3-16,5 0 15 0,6 0-21 0,5 0 9 15,7 2-19-15,5-1-8 0,1-1-16 16,2 0-15-16,1 0-15 0,2-6-12 16,0-2-12-16,0-4-21 0,0-3 9 15,-2 1-30 1,-4 0-74-16,-7 0-48 0,-3 2-24 15,-7 0-26-15,-5-1-72 0,-5 2-132 16,-8 1-236-16,0 1-618 0,-6-1-690 0</inkml:trace>
  <inkml:trace contextRef="#ctx0" brushRef="#br0" timeOffset="68077.836">21108 15852 1186 0,'0'0'819'16,"0"0"-317"-16,0 0-167 0,0 0-5 15,0 0 8-15,0 0-41 0,0 0-45 0,93 60-49 16,-76-43-7-16,-1-1-29 0,-1 1 2 16,-2 1-28-16,2-1-43 0,-4-1-40 15,-1 2-12-15,-1-1-46 0,-5 1-12 16,1 3 0-16,-5 1-9 0,0 0-10 16,0 5-51-16,-8 1-35 0,-2 1-39 0,-3 2-42 15,0 2-6-15,-4-1-27 0,-2 0-49 16,-2 0-97-16,-2-1-112 0,-2 0-98 15,8-8-199-15,-15 8-415 0</inkml:trace>
  <inkml:trace contextRef="#ctx0" brushRef="#br0" timeOffset="69265.36">19001 17795 1785 0,'0'0'72'15,"0"0"734"-15,0 0-488 16,0 0-68-16,0 0-21 0,0 0 6 0,0 0-34 16,0 0-33-16,0 0-59 0,-83-39-44 0,71 39 7 0,-1 2-16 15,0 4 43-15,3 6 0 0,-3 1-25 16,4 8-16-16,-1 3-8 0,3 4-10 16,1 3-4-16,2 2-17 0,3-3-7 15,1-3-12-15,0-4 2 0,0-6-2 16,4-3-16-16,3-3-15 0,0-3 0 15,3-2 4-15,-1-1 24 0,5 0-10 16,-2-4 12-16,2-1-11 16,2-5-10-16,1-4 1 0,-1-8-16 0,2-5-31 15,1-5 6-15,-1-5-6 0,1-6 12 0,0-5-24 0,1-3-20 16,-1-1-21-16,1-1 19 0,-2 2 2 16,-5 2 27-16,0 0 58 0,-4 3 15 15,-5-1-29-15,-4 1 14 0,0-2-17 31,-3 3-56-31,-7-2-4 0,0 2 63 0,-3 1 13 16,1 4-6-16,1 4 22 0,3 3 48 0,2 7 6 16,0 4 31-16,5 3 25 0,-1 7-9 15,2 2-7-15,0 3-21 0,0 2-16 16,0 0-13-16,0 1-1 0,3 5 4 16,3 6 15-16,0 3 3 0,-1 8 7 0,1 5-7 15,-1 7-10-15,-1 7 1 0,1 6 9 16,-2 8 9-16,0 6-31 0,0 4 9 15,-1 0-22-15,1 1-28 0,-1-5 0 0,4-4-2 0,-1-8-28 16,4-8 6-16,0-8-11 0,3-10-1 16,2-8-65-16,1-10-39 0,3-6-14 15,4-10-57-15,0-10-149 0,1-5-264 16,-6 5-640-16,6-17-460 0</inkml:trace>
  <inkml:trace contextRef="#ctx0" brushRef="#br0" timeOffset="69419.627">19462 17670 2406 0,'0'0'573'16,"0"0"-314"-16,0 0-55 0,0 0 135 0,9 90-55 15,-9-63-103-15,2 0-76 0,-1 1-30 16,0-4-35-16,2-3-40 0,1-2-62 16,1-2-37-16,-2-5-76 0,0-3-45 0,-1-4-57 0,-2-3-156 15,0-2-248-15,0-3-630 0</inkml:trace>
  <inkml:trace contextRef="#ctx0" brushRef="#br0" timeOffset="69555.849">19397 17566 1015 0,'0'0'1711'16,"0"0"-1258"-16,0 0-268 0,0 0-115 0,0 0 32 16,0 0-68-16,0 0-34 0,0 0-130 15,0 0-221-15,77-24-276 0,-57 19-704 0</inkml:trace>
  <inkml:trace contextRef="#ctx0" brushRef="#br0" timeOffset="69901.821">19670 17674 2707 0,'0'0'555'0,"0"0"-285"0,0 0-64 0,0 85 125 0,0-58-20 0,0-1-36 16,0 0-78-16,3-2-53 15,0-2-74-15,2-4-70 0,1-4-12 0,-1-4-31 16,4-2-12-16,0-3 9 0,1-2 13 15,3-3-10-15,2-3 21 0,2-7 10 16,0-5-7-16,3 0-5 0,0-3 12 16,-2-1-4-16,-1 3 14 0,-1 0-10 15,-2 1 12-15,0 4 0 0,-3 0 31 0,-2 2-19 16,-2 1-10-16,0-1 0 0,1 3 13 16,1-1-12-16,0 1-2 0,1-3 0 15,1 3 1 1,-2 2-2-16,-1 4-13 0,1 0 13 15,-3 0 25-15,0 8 48 0,1 7-2 16,-4 6-16-16,0 2 15 0,0 4-6 16,-3 1-6-16,0 0-9 0,1-5-43 15,2-4-6-15,1-5-33 0,4-4-50 16,1-3-21-16,2-5-15 0,1-2-62 0,2 0-7 16,0-7-16-16,-1-3-71 0,2 2-179 0,-7 2-174 15,5-4-617-15</inkml:trace>
  <inkml:trace contextRef="#ctx0" brushRef="#br0" timeOffset="71032.145">20086 18064 1129 0,'0'0'160'16,"0"0"-69"-16,0 0-26 0,0 0 39 16,0 0 565-16,0 0-320 0,0 0-152 15,0 0-33-15,0 0 3 0,0 0-27 16,0 0 16-16,18-34 19 0,-13 24-20 0,3-2-26 15,-2 1-3-15,0-2 3 0,0 0-4 0,2-2-29 16,-3-1-27-16,1 0-26 0,1 1-15 16,-1-1 0-16,0 2-10 0,0 1-15 0,0-1 13 15,2 1-4-15,1 1-11 0,1-1-1 16,3 0 0-16,0 0 0 0,1 1 0 16,-2 1 0-16,-2 4 3 0,0 1-1 15,-3 3-2-15,-1 3 0 0,0 0 2 16,1 9 47-16,1 0-48 0,-2 5 0 15,1 5 39-15,1-1-37 0,-1 3 7 0,-2 2-10 16,1-4-12-16,-1 4-13 16,-1-1-39-16,0 0-26 0,2 0 9 0,-3 0 10 15,0-3-54-15,0-1-44 0,0-4-51 0,-1-3-81 32,1-4-110-32,0-6-152 0,0-1-436 0,6-2-255 0</inkml:trace>
  <inkml:trace contextRef="#ctx0" brushRef="#br0" timeOffset="71452.094">20501 17348 874 0,'0'0'1146'15,"0"0"-599"-15,0 0-167 0,0 0-18 0,0 0-80 0,0 0-83 16,0 0-54-16,0 0-38 0,0 0-12 16,0 0 1-16,0 0 35 0,21 50 61 0,-12-23-47 15,2 8-38-15,0 5-18 16,1 3 3-16,-2 6-31 0,-1-1-15 0,-1 4-10 16,-2 1 13-16,-2-2-49 0,2-1 0 15,-2-3-3 1,6-4 1-16,-2-4 2 0,3-8 26 0,3-3 5 0,0-6-30 15,1-6 42-15,3-7-16 0,0-3 12 0,3-6 16 16,0-1-3-16,4-12-10 0,1-9-14 16,-1-6-7-16,4-12-19 0,-1-7-2 15,2-8-31-15,-1-3-6 0,0-5-15 16,-3-3-20-16,-2 1 5 16,-4-2 0-16,-4 6-16 0,-6 5-8 0,2 5-13 15,-3 11-40-15,-1 6-4 0,-1 11-22 16,-1 6-31-16,-3 8-103 0,-3 6-185 15,0 3-267-15,-2 2-719 0</inkml:trace>
  <inkml:trace contextRef="#ctx0" brushRef="#br0" timeOffset="72322.524">21319 18106 29 0,'0'0'1559'16,"0"0"-1036"-16,0 0-109 0,0 0-62 16,0 0-23-16,0 0-70 0,0 0-72 0,0 0-86 15,0 0-1-15,0 0-27 0,0 0 8 16,28-44 17-16,-10 31-20 0,-4 5-31 16,0-2-13-16,-2 4 10 0,-2 4-7 15,0-1-20-15,-3 3-17 0,-2 0-25 16,-2 0-3-16,0 2 28 0,-1 2 11 0,0 6 14 15,-1 2-23 1,-1 7 17-16,0 1 15 0,0 5-34 16,-1 4 0-16,-3 3 18 0,1-1-18 0,0-2 13 0,0-3-11 15,1-2 29-15,2-5 6 0,0-7 6 16,0-3-43-16,5-6-6 0,1-3-14 16,3 0 20-16,-1-3 27 0,3-9-27 0,1-5-3 15,-2-4-124-15,-1-5-71 16,-1-4-50-16,-1 0-39 0,-5 1-113 15,-2 0-148-15,0 9-173 0,-3-12-109 0</inkml:trace>
  <inkml:trace contextRef="#ctx0" brushRef="#br0" timeOffset="72482.074">21328 17772 863 0,'0'0'1071'0,"0"0"-582"0,0 0-134 0,0 0-34 15,0 0 7-15,0 0-140 0,0 0-129 16,0 0-59-16,78-2-32 0,-63 2-66 16,-1-3-90-16,-1 1-137 0,-1 1-268 15,-2 1-787-15</inkml:trace>
  <inkml:trace contextRef="#ctx0" brushRef="#br0" timeOffset="77751.739">16241 17550 1482 0,'0'0'1641'0,"0"0"-1299"0,0 0 40 0,0 0-61 0,0 0-23 15,0 0-103-15,0 0-69 0,0 0-25 16,0 0-6-16,0 0-19 0,-2 16 31 16,33-16 82-16,9-4-38 0,7-4-35 15,4-4-35-15,3-6-44 0,-4 0-16 16,-1-1-21-16,-4 0-18 0,-1 1-7 15,-6-1 1-15,-2 5-15 0,-4-1-3 16,-5 0-31-16,-4 7-73 0,-7-1-52 16,-5 4-80-16,-8 5-165 0,-3 0-238 0,-4 0-298 0,-22 10-576 0</inkml:trace>
  <inkml:trace contextRef="#ctx0" brushRef="#br0" timeOffset="78097.778">16313 17549 235 0,'0'0'2311'0,"0"0"-1822"15,0 0-147-15,0 0-70 16,0 0-63-16,0 0-99 0,0 0-63 16,0 0 172-16,0 0 11 0,0 0-66 15,62 64-35-15,-30-54-31 0,0-2-40 16,-4-2-27-16,-4 1-31 0,-4 0 0 0,-6-2-12 16,-4 2-4-16,-4 3 16 0,-3 3 2 15,-3 5 28-15,-1 7-30 0,-10 1-31 16,-4 6-18-16,-4 1 13 0,-3 5 2 15,-1-3 6-15,1 3 16 0,-1-2 12 0,2-4 2 16,2-2 1-16,6-8 0 0,4-6 11 16,5-3-14-16,4-5-2 0,0-1-14 15,4-2 16-15,8 1 25 0,7 0 5 0,3-1 10 16,6 0-21-16,7-3 14 0,2 0 1 16,2-1-7-1,2-1 7-15,2 0-25 0,-3 0-9 0,-1 0-3 16,0-1-15-16,-2-2-13 0,-1-1-2 15,-2-3-7-15,0 1-25 0,-2-2-128 16,-2-2-80-16,-2-1-105 0,-8 1-286 16,-4-6-856-16</inkml:trace>
  <inkml:trace contextRef="#ctx0" brushRef="#br0" timeOffset="78601.663">17435 17845 1516 0,'0'0'1045'16,"0"0"-643"-16,0 0-184 0,0 0 5 16,0 0 6-16,0 0 23 0,0 0 18 15,0 0-71-15,86-21-38 0,-60 17-28 16,-2-1-41-16,-2 2-9 0,1-1-33 15,0-3-49-15,-2-1-1 0,0-1-24 16,1-2-25-16,-5-3-65 0,2-2-111 0,-2 2-58 16,-3-4-116-16,-3 2-239 0,-2 5-514 15,-3-3-147-15</inkml:trace>
  <inkml:trace contextRef="#ctx0" brushRef="#br0" timeOffset="78831.166">17790 17515 1375 0,'0'0'495'16,"0"0"-161"-16,0 0-120 0,0 0 37 16,0 0-12-16,0 0-34 0,0 0 6 15,0 0-52-15,0 0-4 0,17 72-54 16,-15-46 19-16,-2 3-7 0,2 0 10 16,-2 1-45-16,0 0-34 0,0 3-38 15,0-2-6-15,0-2-35 0,0-2-39 16,0-5-18-16,0-3-49 0,0-7-36 15,0 0-70-15,0-5-107 0,1 0-189 16,2-4-271-16,0-2-485 0</inkml:trace>
  <inkml:trace contextRef="#ctx0" brushRef="#br0" timeOffset="79223.671">17244 17509 98 0,'0'0'1949'0,"0"0"-1680"16,0 0-26-16,0 0-66 15,0 0 0-15,0 0-39 0,0 0-17 16,0 0-9-16,-39 71-13 0,39-43-4 0,0 6 13 0,2 4 6 16,5 5-23-16,3 3-21 0,2 0-17 0,-1 1-52 15,1 0-1-15,-1-2-15 0,2-5-52 16,2-5 23-16,-2-4-22 0,5-7-10 15,0-3-41-15,3-7-80 0,2-4-23 16,1-8-69-16,3-2-121 16,-6-8-284-1,8-17-290-15</inkml:trace>
  <inkml:trace contextRef="#ctx0" brushRef="#br0" timeOffset="79514.058">17932 17391 1873 0,'0'0'486'16,"0"0"-124"-16,0 0-70 0,0 0-20 16,33 64-14-16,-22-42-31 0,0 2-3 15,0 1-104-15,1 0-30 0,-1 3-37 16,-1-1 15-16,0 2-21 0,-4 2 6 0,0 1-35 0,-5 1 1 0,-1 3-17 15,0 3-2-15,-5 0-2 0,-3 0-23 16,-4 0-28-16,1-1-49 0,0-4-26 16,-1-3-35-16,2-6-10 0,1-6-51 15,1-5-34-15,4-6-129 16,-1-4-177-16,1-2-234 0,-3-5-601 0</inkml:trace>
  <inkml:trace contextRef="#ctx0" brushRef="#br0" timeOffset="79925.069">18094 17134 1494 0,'0'0'760'0,"0"0"-160"0,0 0-372 0,0 0-187 16,0 0 68-16,0 0 9 0,0 0-42 0,0 0-63 16,0 0 3-16,0 0 22 15,48-50-12-15,-43 49-14 0,-2 1-9 0,1 0 16 16,1 3 26-16,-2 4 37 0,2 6-16 15,-2 3-18-15,-2 3-7 16,1 2-16-16,-2 4-25 0,0 0-16 16,0 1 16-16,2-2 3 0,1-1 13 15,0-4-15 1,4-6-1-16,0-3 13 0,2-3-13 0,1-4 1 0,2-1 24 16,-1-2 16-16,1-2-41 0,-1-5-26 15,1-6-62-15,2-3-44 0,-1-5-93 16,0-3-158-16,-6 6-348 15,1-9-1082-15</inkml:trace>
  <inkml:trace contextRef="#ctx0" brushRef="#br0" timeOffset="80131.712">18158 16852 310 0,'0'0'1706'16,"0"0"-1246"-16,0 0-138 0,0 0-68 15,0 0 68-15,0 0-80 0,0 0-110 16,0 0-53-16,0 0-6 0,82-41-55 16,-65 36-18-16,0 3-25 0,-2-1-9 15,1 1-26-15,-2 1-47 0,1 1-176 16,-4 0-247-16,0 0-994 0</inkml:trace>
  <inkml:trace contextRef="#ctx0" brushRef="#br0" timeOffset="80840.173">22076 17620 1562 0,'0'0'1176'16,"0"0"-794"-16,0 0-114 0,0 0 30 15,0 0 51-15,0 0-30 0,93-6-43 0,-62-2-52 16,6 0-46-16,2-3-26 0,2 1-42 16,2 0-28-16,-1-1-67 0,4 2-15 15,-4-2-12-15,-2 2-15 0,-1 0-4 16,-3 0 1-16,-4 2-7 0,-4 4-18 15,-7 0-76-15,-5 3-104 0,-2 0-123 16,-8 2-160-16,-2 1-442 0,-5 8-524 0</inkml:trace>
  <inkml:trace contextRef="#ctx0" brushRef="#br0" timeOffset="81042.06">22317 17801 2692 0,'0'0'523'0,"0"0"-399"0,0 0 45 0,0 0 156 16,0 0-44-16,0 0-20 0,0 0-60 16,0 0-44-16,87 28-31 0,-60-26-34 0,4-2-40 15,2 0-52-15,4 0 0 0,0 0-12 16,-1-5-22-16,2-3-61 16,0-2-98-16,2 0-73 0,-1-1-106 15,-11 3-316-15,13-2-1082 0</inkml:trace>
  <inkml:trace contextRef="#ctx0" brushRef="#br0" timeOffset="81574.291">23541 17602 1079 0,'0'0'16'16,"0"0"1413"-16,0 0-1004 0,0 0-162 15,0 0-66-15,0 0-12 0,0 0-27 0,-55 81-48 16,47-49-22-16,2 2-7 0,4 4 5 16,2 1-21-16,0-3-34 0,5-3-12 15,6-5-6-15,3-4-13 0,4-7 10 16,1-5-8-16,6-5 33 0,4-7 24 15,6-2-18-15,1-9-7 0,3-7 0 16,1-4 9-16,1-4-6 0,-4-4-6 16,3-1 0-16,-4 0 12 0,-3-2-27 0,-4 0 11 15,-4 2-14-15,-9 3 17 0,-4 2-2 16,-6 0 6-16,-4 2 15 0,-2-1-6 16,-3 1-19-16,-10 0 34 0,0 3-39 0,-4 3 7 15,1 3-26-15,-3 7 0 0,3 2-3 0,-2 6-61 16,1 0-22-16,-5 11-107 0,-1 8 17 15,-2 7-73-15,-1 4-99 0,7-3-199 16,-11 13-621-16</inkml:trace>
  <inkml:trace contextRef="#ctx0" brushRef="#br0" timeOffset="147985.135">25333 3688 170 0,'0'0'2725'0,"0"0"-2354"0,0 0-135 0,0 0-5 0,0 0 39 15,0 0-22-15,0 0-9 0,0 0-14 16,39 87-44-16,-25-58-74 0,3 5-9 15,0 4-16-15,3 3 34 0,0 2 12 16,1 6-43-16,0-2-34 0,-1 3 13 16,-1 1-10-16,1 3-18 0,-1 2-5 15,-3 1-4-15,2 1 0 16,-1 2-24-16,0-2 0 0,0-4 0 0,2-3-2 0,2-4 0 0,-2-4 11 16,1-3-12-16,0-3-18 0,-2-6-6 15,0-5-15-15,1-4-7 0,-1-4-5 16,-2-5-4-16,-2-2-23 0,-3-3-11 15,-1-4-26-15,-2-2-25 0,-3-2-13 0,1-2-24 32,0-5-91-32,-1-7-110 0,1-6-195 15,-3 4-190-15,0-17-670 0</inkml:trace>
  <inkml:trace contextRef="#ctx0" brushRef="#br0" timeOffset="148425.902">26034 3978 284 0,'0'0'371'15,"0"0"807"-15,0 0-824 0,0 0-8 16,0 0 34-16,0 0 49 15,0 0-106-15,0 0-93 0,0 0-59 0,0 0-3 16,0 0 31-16,-13 10-4 0,-1 0-35 16,-4 5-19-16,-5 4-37 0,-3 1 9 15,-2 4 5-15,-3 2-75 0,-5 2-10 16,0 2 10-16,-4 3-41 0,-3 2 10 16,-2 4-12-16,-3 3-21 0,-2 1-2 15,-3 4 23-15,-2 1 0 0,0 1-12 0,2 0 12 16,-1-3 11-16,6-1-9 0,4 1-2 15,7-5 0-15,3-4-11 0,9-5 9 0,2-1 1 16,6-6-29-16,6-4-31 0,2-4 25 16,2-5 8-16,2 0-18 0,2-5-21 15,1-1-12-15,2-1-22 0,0-5-28 16,0 0-28 0,0 0-50-16,0 0-114 0,2 0-130 15,-1 0-116-15,1-4-170 0,-2-1-438 0,0 0 225 16,0-6 752-16</inkml:trace>
  <inkml:trace contextRef="#ctx0" brushRef="#br0" timeOffset="149743.239">27566 3896 2719 0,'0'0'215'0,"0"0"300"0,0 0-360 0,0 0 66 0,0 0 72 15,0 0 92-15,86-7-111 0,-64 11-65 16,-2 6-81-16,3 0-76 0,0 4-51 16,-2 1 69-16,2 5-49 15,2 2 7-15,1 1 5 0,-1-1-31 16,-2 3 19-16,-1-1-5 0,-4-3 17 16,-2 1-12-16,0-1-21 0,-3 1-9 15,-3-2-3-15,2-1-3 0,-7 2-9 0,-3 0 2 16,-2 0-2-16,0-2-3 15,-5 0 8-15,-5 0 7 0,-5-1 0 0,-4 0 10 16,-1 1 2-16,-5-5 1 0,-1 3 20 0,-2-3-19 16,-1-3 26-16,-4-3 17 0,-4 3-23 31,-2-5-1-31,-6-4-9 0,-2 3-9 0,-5-3-2 16,1 0-1-16,0-2 0 0,-2 0 0 15,1 0-12-15,1 0 9 0,-2 0-24 16,1 0-16-16,2 3 0 0,1 1 1 15,4-1 23-15,3 2-5 0,5 1-19 0,4-1-30 16,2-1-3-16,3-1-7 0,3-3-3 16,5 1-21-16,1-1-69 0,7 0-63 0,4-3-152 15,5-6-217-15,3 1-436 0,0-15-348 16</inkml:trace>
  <inkml:trace contextRef="#ctx0" brushRef="#br0" timeOffset="150057.21">27211 4182 1979 0,'0'0'441'16,"0"0"-251"-16,0 0-51 0,0 0 51 15,0 0 24-15,-91 35-9 0,58-21-75 16,-2 5-73-16,-2 2-19 16,-2 1 6-16,3 5 7 0,0-2 0 15,-2 1-7-15,4 1-13 0,1-2-12 16,3-1 0-16,4-1 3 0,4-4-12 15,4-1-7-15,6 1-3 0,2-7 22 16,4 0 37-16,6-2-2 0,0-1-6 16,3 1 27-16,6-1 12 0,4 1 62 15,1 1-6-15,6 1-13 0,3-1-57 0,3-1-5 0,3 1-19 16,1 0-21-16,3 0-31 16,2 0-15-16,3 1-1 0,1-1-14 0,5 1-16 15,0-1-53-15,-1-1-95 0,0 1-107 16,-3-3-196-16,-9-2-294 0,6 5-679 0</inkml:trace>
  <inkml:trace contextRef="#ctx0" brushRef="#br0" timeOffset="151318.325">28612 3863 1934 0,'0'0'347'16,"0"0"-169"-16,0 0-88 0,0 0 71 16,0 0 375-16,0 0-183 0,0 0-75 15,-24 85-92-15,17-55-83 0,-2 4 15 0,0 7-6 0,2 9-10 0,1 4 9 16,-3 6-12-16,0 1-16 0,-3 3-37 15,-3 0-19-15,0-3 13 0,2-1-3 16,3-6 6-16,5-7 0 16,4-4 18-16,1-5 39 0,4-5-39 0,8-5-24 15,-1-2-16-15,5-6 3 0,0-2 1 16,3-2 2-16,0-6-27 16,1-3-21-16,3 0-7 0,1-7-23 15,4 0-4-15,2-7-9 0,3-5 9 16,4-8 18-16,-2-4-5 0,1-3-10 0,-1-6-3 15,-1-7-7-15,-1-1 4 0,-1-8 3 16,-3-5-1-16,-2-2 22 0,-4-2-15 16,0-3-13-16,-4-2-15 0,0 7 21 15,-5 2-9-15,-2 6 34 0,-2 5 28 0,-4 7 2 16,0 3 1-16,-3 6 12 0,0 5 19 16,0 6 25-16,-1 3 16 0,-1 5-20 0,-1 2 7 15,0 5-16-15,0 1-3 0,0 0-3 16,0 0 3-16,0 0 3 0,0 0 0 15,0 0-3-15,0 1-7 0,0 3-14 16,-3 3-4-16,0 3 22 16,2 0 6-16,-4 5-1 0,2 0 19 15,0 3-6-15,1 3-12 0,1 1-7 16,-1 2 4-16,2 0 3 0,0 0 5 16,0 1-14-16,0 2 8 0,3-1 10 15,-1 4 2-15,-1 3 1 0,1-1-19 16,-2 4-15-16,0 3 0 0,0 0-18 15,0 2 13-15,0-2-16 0,0 0-3 0,1-2 0 0,6-2-13 16,0-3 13-16,4-2 2 0,1-5-2 16,1 0 0-16,1-3 1 0,0-3-8 15,0-2 9-15,-2-3 1 0,-1-3 0 16,-2-4-3-16,1-1-45 0,-3-3-19 16,3 0-15-16,0-3-21 0,0 0-6 15,1 0-26-15,4-6-20 0,-2-2-106 0,5-3-303 16,-5 3-811-16,2-13-1241 0</inkml:trace>
  <inkml:trace contextRef="#ctx0" brushRef="#br0" timeOffset="152531.541">23848 4366 1884 0,'0'0'363'0,"0"0"-94"16,0 0 108-16,0 0-137 0,0 0-87 16,0 0 29-16,0 0 40 0,0 0-62 0,0 0-59 15,13 2-17-15,-2 1 18 0,8 2 7 16,1-1 6-16,8 1 2 0,3-1-12 0,6-1-24 15,0 3-26-15,5-3-24 0,1-1-4 16,3-1-11-16,0-1-13 0,4 0 6 16,-1 0-9-16,-2-2-18 0,-4-2 5 15,-4-2-11-15,-5 0-65 0,-3-2-63 0,-4 1-15 16,-6-1-32-16,-2-1-69 0,-4 0-114 16,-10-2-141-16,1 3-300 0,-6-9-898 0</inkml:trace>
  <inkml:trace contextRef="#ctx0" brushRef="#br0" timeOffset="152800.779">24429 4157 1058 0,'0'0'316'0,"0"0"-36"0,0 0 22 16,0 0 35-16,0 0-7 0,0 0-37 0,0 0-40 15,0 0-17-15,0 0-11 0,0 0-19 16,92 60-18-16,-74-43-25 0,1-1-54 0,1 3-46 15,0 1-23-15,-3 0-22 0,-3-1-18 0,-3 1-1 16,-2 0 1-16,-2 0 0 16,-5 2 28-16,-2 0-25 0,-6 2-2 0,-6 0-1 15,-4 3-34-15,-7-2-12 0,-4 0-7 16,-3 0-6-16,-3-2-22 0,-1 0-35 16,1-3-57-16,2-2-98 0,-3-2-197 15,8-4-330 1,-14 3-849-16</inkml:trace>
  <inkml:trace contextRef="#ctx0" brushRef="#br0" timeOffset="153679.485">23032 3998 16 0,'0'0'2222'0,"0"0"-1563"0,0 0-285 0,0 0-100 16,0 0 29 0,0 0-63-16,0 0-47 0,105 9-53 0,-71-7-48 15,3-1-36-15,2 1-16 16,3-1-18-16,2 2-21 0,0 2-1 15,-3 0-1-15,-1 3-15 0,-5 2-12 0,-5 2 7 16,-7-1-10-16,-7 4-3 0,-4 1 22 16,-5 2-4-16,-7 3 16 0,0 5 22 0,-14 3-10 15,-7 3 1-15,-7 5-13 16,-10 4-13-16,-4 1 10 0,-6 2-28 0,0 0 16 16,-2 1-4-16,2-3 16 15,0 0 1-15,8-5 2 0,2 0 1 0,7-4 15 16,6-4 11-16,4-3 4 0,6-5-9 15,5-4 0-15,7 0-20 0,3-4-1 16,3-1 13-16,12-1 26 0,5-3 9 16,7 1-15-16,7-4-19 0,3-2-15 15,5-1-13-15,0-2-2 0,0 0 0 16,-1-3-4-16,-5-1-6 16,-4-1-15-16,-5 2-25 0,-4-3-34 0,-4 0-6 15,-5 1-41-15,-3-3-71 0,-5-1-95 16,-4 1-133-16,-2-1-308 0,-8-6-794 0</inkml:trace>
  <inkml:trace contextRef="#ctx0" brushRef="#br0" timeOffset="153889.048">22957 4441 1058 0,'0'0'515'0,"0"0"53"15,0 0-12-15,0 0-113 0,84 18-89 0,-53-11-66 16,4 4-52-16,4 0-48 0,1 1-45 16,2-1-22-16,3 0-47 0,-2 1-74 15,-1-3 0-15,-1 1-49 0,-4 0-122 16,-6-3-223-16,-6 1-370 0,-2 0-1268 0</inkml:trace>
  <inkml:trace contextRef="#ctx0" brushRef="#br0" timeOffset="155406.012">24049 5695 1929 0,'0'0'503'16,"0"0"-107"-16,0 0-149 0,0 0-36 16,0 0 66-16,0 0-50 0,0 0-60 15,0 0-28-15,0 0 51 16,0 0 52-16,93 40-63 0,-62-10-44 15,3 6-16-15,0 8-18 0,-1 4-31 16,1 8-9-16,-3 2-6 0,0 0-15 16,-3 1-28-16,-2-5-9 0,0-4-3 15,-1-3-3-15,-5-9-9 0,1-3-7 16,-2-10-23-16,-3-2-37 16,0-9-40-16,-2-2-34 0,1-6-35 0,-4-3-15 0,5-3-186 0,-4-2-363 15,4-12-662-15</inkml:trace>
  <inkml:trace contextRef="#ctx0" brushRef="#br0" timeOffset="155646.398">24710 5766 2835 0,'0'0'375'0,"0"0"-222"0,0 0-42 16,0 0 76-16,-80 77 65 0,57-47-4 0,-3 6-30 15,-2 2-91-15,-1 4-37 0,-4 4-29 16,-1 3-5-16,-5 1-25 0,-4 2-18 16,-1 1-13-16,-5-2-12 0,-1 1-1 0,3-5-42 15,4-2-81 1,5-10 28-16,9-6-19 0,8-10-41 0,9-5-31 16,8-10-84-16,4-4-105 0,1-1-325 15,12-16-521-15</inkml:trace>
  <inkml:trace contextRef="#ctx0" brushRef="#br0" timeOffset="156086.787">25107 6096 3109 0,'0'0'594'16,"0"0"-339"-16,0 0-230 0,0 0-3 15,0 0 48-15,0 0 24 0,0 0 105 16,0 0-51-16,0 0-80 0,0 0 3 16,82 14 9-16,-47-4 0 0,3 1-3 15,2-4-40-15,0 1-25 0,1-1-12 16,-2-4-22-16,-1-2-33 0,-5-1-71 15,-4 0-68-15,-7 0-75 0,-5-1-205 16,-6-2-594-16,-10 0-636 0</inkml:trace>
  <inkml:trace contextRef="#ctx0" brushRef="#br0" timeOffset="156257.353">25164 6284 3007 0,'0'0'434'0,"0"0"-376"15,0 0-30-15,0 0 39 16,0 0 75-16,82 22 163 0,-48-19-21 16,8-3-135-16,5 0-112 0,1 0-37 15,0-3-68-15,-2-3-84 0,-3 1-50 16,-4-1-192-16,-10 2-342 0,5-5-972 0</inkml:trace>
  <inkml:trace contextRef="#ctx0" brushRef="#br0" timeOffset="156907.912">26264 5711 1197 0,'0'0'1567'0,"0"0"-1233"0,0 0-226 0,0 0-79 16,0 0 57-16,0 0 127 0,-28 71 59 16,19-29-71-16,-2 12-59 0,0 8-27 0,0 7 6 0,-1 2 6 15,2 2 12-15,4-4-3 0,1-5 23 0,5-8-15 16,0-7-59 0,11-9-27-16,-1-7-9 0,8-6-10 0,-4-7 1 15,5-3-16-15,1-5-24 0,2-5-12 0,4-2-9 16,-1-5-25-16,4 0-9 0,3-5 19 31,1-7-10-31,2-6 15 0,2-1-23 16,-1-4-11-16,3-1-8 0,-3-5 12 0,-3-2-4 15,-2-1 1-15,-6-4 5 0,-3-3-8 16,-5-6 33-16,1-6-31 0,-7-3-37 16,2-3 12-16,0-3-13 0,0 0 4 15,-1 1-31-15,-1 9 49 0,-1 5 43 0,-1 9 38 16,-2 8 44-16,-1 6-10 0,-2 8-8 0,1 3 21 15,-4 5-3-15,1 1 0 0,-2 4 0 16,0 1-22-16,0 0-8 0,0 0-14 16,0 0-25-16,0 0-28 0,-2 0-38 15,1 0-13-15,-1 0-9 0,1 0-19 16,-1 0-74-16,1 0-49 0,-1 0-40 0,2 0 15 16,-2 0-53-16,2 0-140 0,-3 0-90 0,-2 0-111 0,26 0 64 15</inkml:trace>
  <inkml:trace contextRef="#ctx0" brushRef="#br0" timeOffset="157568.766">26936 5656 1623 0,'0'0'1096'15,"0"0"-900"-15,0 0-183 0,0 0 0 16,0 0 25-16,0 0 116 0,0 0 92 16,0 0-59-16,0 0-92 15,0 0-16-15,-19 43 53 0,14-15-3 16,-3 4-18-16,-2 5 10 0,0 3 7 15,1 5-26-15,-3 2-19 0,0 0 1 0,-4 4-1 16,3 1-22-16,-4 1-5 0,3-2-35 0,-4-1-18 16,5-2-1-16,2-5 0 15,-1-1-2-15,6-4-1 0,4-7-1 16,0 2-16-16,2-4 5 16,0-2 1-16,7-3-6 0,1-2-25 0,4-3-31 0,2-8-3 0,1-4-25 15,3-4-53 1,3-3-72-16,2 0-113 0,2-6-184 15,-5 0-479-15,7-7-633 0</inkml:trace>
  <inkml:trace contextRef="#ctx0" brushRef="#br0" timeOffset="157950.076">27794 6188 1372 0,'0'0'0'0,"0"0"-163"0,0 0-814 0</inkml:trace>
  <inkml:trace contextRef="#ctx0" brushRef="#br0" timeOffset="158695.24">27688 5746 1403 0,'0'0'179'16,"0"0"136"-16,0 0 271 0,0 0-125 15,0 0-119-15,0 0-75 0,0 0-14 16,0 0-83-16,0 0-28 0,0 0 107 0,0 0-8 0,29 71-50 15,-27-42-29-15,-2 6-30 0,0 5-35 16,-5 2-30-16,-2 4-21 0,-4 1-10 16,-1 3-11-16,0 0-7 0,-3-1-18 15,0 0 0-15,-1-3 0 0,3-2-2 16,1-4-13-16,4-4 13 0,2-3-1 0,4-4 3 16,2-1-2-1,0-2-1-15,0-2 2 0,2-2 0 16,4-4 1-16,-1-2 0 0,3-4 0 15,2-2 0-15,0-1 2 0,4-2 0 16,0 0 10-16,0-2-1 0,4-3-11 0,2-1 0 16,-1-1 1-16,3 0 1 0,4 0 0 15,0-2-2-15,2-4-11 0,2-3 9 16,-1-1 1-16,0-2 0 0,-2-4-1 0,-1 1-13 16,-3-3-19-16,-2-3-8 0,-1 0-1 0,-3-2 6 15,-3-2 1-15,0-1 5 0,-2-1 10 16,-2-1 20-16,0-1 0 0,-3 1-1 15,1-2-10-15,-2 1 10 0,0-2-1 16,0 0-13-16,-1-3 1 0,-1 3-25 16,0-5 13-16,-1-1 15 0,2 2-19 0,-3-4 3 15,0 3-2-15,-1-1 2 16,2 4-9-16,-1-2-9 0,0 6-6 16,0 4-9-16,-1 6 11 0,-1 4-2 15,0 6-22-15,0 0-13 0,0 3-53 0,0 0-95 16,0 1-136-16,-1 0-87 15,-1 0-97-15,1 0-96 0,0 0-412 0</inkml:trace>
  <inkml:trace contextRef="#ctx0" brushRef="#br0" timeOffset="159176.962">28851 5856 4035 0,'0'0'456'0,"0"0"-262"0,0 0-182 0,0 0-8 16,91-22-3-16,-64 12 1 0,-2 3 25 15,-3 4-8-15,-1 2-19 0,2 1-28 16,4 0-3-16,1 9 16 0,0 3 13 16,-2 4-8-1,-4 3 10-15,-5 5 0 0,-5 4-1 0,-7 1-33 0,-5 3 3 16,-5 3 29-16,-10 1 1 0,-6 3-12 16,-5 1-5-16,-5 2 15 0,-4 1-19 15,-2 0 10-15,-1 3-10 0,5-4 10 16,1 1-13-16,6-6 22 0,7-2 1 15,5-4 2-15,8-2 3 0,6-4 25 0,0 0 18 0,9-3-3 16,7-3-12-16,3-1 12 0,5-3-6 16,7-2-37-16,0-5-10 0,2 0-5 15,2 0-32-15,-2-4-14 0,1 0-26 16,-5-4-34 0,-5 0-9-16,-3 0-52 0,-6-6-63 15,-5-1-56-15,-5-3-65 0,-5 0-116 16,0 0-204-16,-8-7-442 0</inkml:trace>
  <inkml:trace contextRef="#ctx0" brushRef="#br0" timeOffset="159379.642">28821 6242 1903 0,'0'0'1292'16,"0"0"-1066"-16,0 0-150 0,0 0 16 0,0 0 142 0,101-6 31 15,-65 10-57-15,7 3-34 0,4 3-78 0,6 1-69 16,1 1-27-16,-1 0-16 0,-2-2 14 16,-2-1-23-16,-5-3-52 0,-5-2-124 15,-2-2-154-15,-12-2-316 0,3 0-1033 0</inkml:trace>
  <inkml:trace contextRef="#ctx0" brushRef="#br0" timeOffset="160945.776">22830 7065 1188 0,'0'0'101'0,"0"0"354"0,0 0 291 15,0 0-305-15,0 0-134 0,7 67-11 16,-4-32-8-16,2 11-17 16,0 4-50-16,3 4-44 0,-1 6 23 0,1-1-18 15,0 2-54-15,-4-1-45 0,0-1-16 16,-4-7-34-16,0-5-21 0,0-6-12 16,0-6-2-16,0-8-13 15,-2-5 0-15,2-5-22 0,0-7-60 16,0-1-69-16,0-3-46 0,-2-3-66 0,1 0-172 15,1-3-566-15,-3 0-625 0</inkml:trace>
  <inkml:trace contextRef="#ctx0" brushRef="#br0" timeOffset="161114.214">22980 7626 1261 0,'0'0'46'16,"0"0"507"-16,0 0 40 0,0 0-113 15,0 0-150-15,0 0-47 0,0 0-59 16,0 0-32-16,92-13-78 0,-64 18-55 15,2-4-24-15,3 2-32 0,0-3-3 16,2 0 0-16,0-6-69 0,-1-3-104 16,-4 1-117-1,-4-3-139-15,-7 1-243 0,3-5-737 0</inkml:trace>
  <inkml:trace contextRef="#ctx0" brushRef="#br0" timeOffset="161319.279">23410 7258 772 0,'0'0'443'15,"0"0"-219"-15,0 0 799 0,3 84-543 16,2-47-49-16,5 3-104 0,-2 2 0 0,-3 4-58 16,1 1-58-16,-4 1-69 15,-1-1-74-15,-1-2-44 0,0-3-24 0,0 0-10 16,-4-3-33-16,-2-3-105 0,-1-3-69 0,-1-1-99 31,1-6-185-31,5-5-551 0,-1-4-913 0</inkml:trace>
  <inkml:trace contextRef="#ctx0" brushRef="#br0" timeOffset="161932.107">23745 7210 316 0,'0'0'528'16,"0"0"-371"-16,0 0-98 0,0 0 45 16,0 0-49-16,0 0 95 0,0 0 442 0,0 0-184 15,0 0-82-15,0 0-1 0,0 0-72 16,79-47-66-16,-68 44-72 0,-2 3-84 15,-2 0-31-15,1 4 0 0,-1 6 35 16,-1 2-10-16,0 5 23 0,0 2 18 16,-6 3-3-16,0-2-32 0,0 1 1 15,0-6-13-15,0 1-19 0,0-5 0 16,0-4-13-16,0-2-6 0,0-2 17 0,1-3-1 0,0 2-16 0,-1 0 0 0,0-2-6 31,0 0-35-31,0 0-63 0,3-5-70 0,-3-5-136 16,2 1-356-16,-1-14-535 0</inkml:trace>
  <inkml:trace contextRef="#ctx0" brushRef="#br0" timeOffset="162109.661">23886 6873 1041 0,'0'0'570'15,"0"0"-28"-15,0 0-167 0,0 0-84 0,0 0-44 16,0 0-23-16,0 0-62 0,0 0-57 15,0 0-33-15,0 0 93 0,86 24-93 16,-65-18-72-16,2-2 0 0,2-2-60 16,0-2-227-16,-8 1-307 15,11-1-1188-15</inkml:trace>
  <inkml:trace contextRef="#ctx0" brushRef="#br0" timeOffset="162783.87">24344 7209 303 0,'0'0'792'0,"0"0"-694"16,0 0-26-16,0 0 448 0,0 0 93 16,0 0-194-16,0 0-136 0,0 0-139 15,0 0-52-15,0 0 20 0,-44 65 5 0,31-35 38 16,0 10 69-16,3 5-33 0,0 2-13 15,0 8-11-15,1 1-18 0,-1 1-14 16,0 0-55-16,0-3-22 0,1-2-24 0,3-10-13 16,4-6-2-16,2-9-19 0,0-6-1 15,4-7-12-15,3-3-11 0,1-4-22 0,3-4-95 0,3-3 5 16,3-3-12-16,4-9-104 0,1-4-175 16,-3 1-374-16,5-15-907 0</inkml:trace>
  <inkml:trace contextRef="#ctx0" brushRef="#br0" timeOffset="162981.983">24556 7427 798 0,'0'0'352'16,"0"0"-173"-16,0 0 539 0,34 79 80 15,-17-41-241-15,0 0-136 0,4 5-75 0,0 0 11 0,2-3-89 16,-2-5-97-16,0-4-97 15,-1-6-74-15,2-6 0 0,3-5-40 0,-3-5-82 16,4-3-7-16,0-6-38 0,-1-4-55 0,0-8-220 16,-5 2-574-16,2-17-602 0</inkml:trace>
  <inkml:trace contextRef="#ctx0" brushRef="#br0" timeOffset="163164.714">24919 7478 893 0,'0'0'281'0,"0"0"742"0,0 0-654 31,0 0-5-31,-77 26-37 0,54-2 0 0,-3 5-5 0,-3 6-55 0,-1 3-40 16,1 2-63-16,-1-2-22 15,1-2-38-15,2-5-58 0,4-2-46 16,0-5-48-16,3-5-96 0,5-7-57 16,2-2-35-16,3-5-72 0,3-5-172 15,4 0-516-15,1-11-626 0</inkml:trace>
  <inkml:trace contextRef="#ctx0" brushRef="#br0" timeOffset="163423.992">25071 7347 320 0,'0'0'973'15,"0"0"-258"-15,0 0 48 0,0 0-256 16,94 72-139-16,-74-48-122 0,-4 3-28 15,1 5-4-15,-4-2-12 0,-1 5-23 16,-5 1-38-16,-3 2-40 0,-4 0-37 16,0 1-27-16,-6-1-34 0,-8-1-3 15,-3-1 0-15,-5-1-46 0,-1-4-36 16,-2-4-41-16,1-4 9 0,1-5 28 16,2-6 15-16,2-3-13 0,3-7-33 0,3-2-61 15,0 0-118-15,6-4-134 0,1-2-242 0,4-9-545 0</inkml:trace>
  <inkml:trace contextRef="#ctx0" brushRef="#br0" timeOffset="166007.227">25701 7619 127 0,'0'0'587'16,"0"0"-300"-16,0 0-228 0,0 0-11 15,0 0 47-15,0 0 383 0,0 0-85 0,0 0-108 0,0 0-68 16,0 0-8-16,0 0 13 0,-6-1 24 16,6 1-42-16,0 0-71 0,0 0-47 15,2 0-17-15,2 0-12 0,0 0-13 16,4 1 25-16,0 2-3 0,8 1 17 0,2 0-15 16,4 0-15-16,4 0-3 15,5 0-9-15,3-2-4 0,4 1-15 16,2-3-7-16,3 0 1 0,-1 0-15 15,4-4-1-15,-1-1-2 0,1-2-48 0,-3 1-34 16,2-1 3-16,-3 0-58 0,-6 2-36 16,-3-1-24-16,-6 1-7 0,-7 2-21 15,-5-1-42-15,-6 4-120 0,-4-2-116 16,-5 1-181-16,0 1-77 0</inkml:trace>
  <inkml:trace contextRef="#ctx0" brushRef="#br0" timeOffset="166290.411">26246 7451 1129 0,'0'0'42'0,"0"0"27"0,0 0 494 0,0 0-138 16,0 0-179-16,0 0-137 0,0 0-25 15,0 0 135-15,0 0-4 0,0 0-52 0,102 30-48 16,-74-19-26-16,1 3-57 0,-1 2-7 15,-3 2-25-15,-4-1-13 0,-3 4 11 32,-3 0-11-32,-6-2 13 0,-3 2 2 15,-5 0 10-15,-1-1 1 0,-8 3-13 0,-4-1-25 0,-7 2-4 0,-2 1-19 16,-2 0-47 0,-3-2-49-16,-2 2-135 0,2-6-198 15,9-4-298-15,-7 3-548 0</inkml:trace>
  <inkml:trace contextRef="#ctx0" brushRef="#br0" timeOffset="173523.083">27046 7155 1649 0,'0'0'383'16,"0"0"-192"-16,0 0-45 0,0 0 425 31,0 0-219-31,0 0-76 0,0 0-80 0,3 89-42 16,-3-57 35-16,0 5 2 0,0 3-18 16,0 6-3-16,0-2-59 0,-2 4-13 15,-2-1 3-15,-2-2-49 0,-1-2-9 16,1-3-22-16,0-6-21 0,3-6-23 0,1-5-5 0,2-4 1 0,0-3-13 15,0-5-9-15,0-3-46 16,0-3-68-16,2-1-25 0,1-2 1 16,3-2-12-16,0 0-31 0,0-6-86 15,-1-1-79-15,0-3-26 0,-1-4 53 16,2 0 60-16,-6-1 142 0,1-3 166 16,-1 2 59-16,0-1 38 0,-1 0 85 15,-3 1 38-15,2 0 19 0,1 4 18 16,1 0 28-16,0 4-11 0,7 1-68 0,1 0-36 0,5 3 3 15,5 3 40-15,1 1-39 0,5 0-53 16,3 0-32-16,4 0-24 0,-3 0-43 16,3 0-22-16,0-2-2 0,0-3-35 15,-3 1-50-15,1-3-70 0,-1 0-64 16,-7-3-68-16,-2 3-204 0,-7-1-311 16,-1-5-525-16</inkml:trace>
  <inkml:trace contextRef="#ctx0" brushRef="#br0" timeOffset="173755.152">27435 7306 821 0,'0'0'485'0,"0"0"-101"0,0 0-1 0,0 0-7 16,0 0-50-16,0 0-28 0,-3 76-7 16,3-47-34-16,0-1-42 0,-2 5-15 0,-1 0 11 15,-3 2-68-15,-2 3-35 0,2-2-15 16,-1 3-26-16,-1-6-33 0,3 0-34 15,2-3-24-15,3-5-7 0,0-6-9 16,0-1-34-16,5-1-32 0,2-7 38 16,1-1-56-1,3-3-16-15,4-5-18 0,0-1-50 0,3-1-119 16,4-8-220-16,-4 0-453 0,9-12-395 16</inkml:trace>
  <inkml:trace contextRef="#ctx0" brushRef="#br0" timeOffset="174012.61">27707 7324 2485 0,'0'0'326'0,"0"0"-143"0,0 0-83 0,0 0 101 31,0 0-4-31,0 0-73 0,0 0-45 0,0 0-48 0,92-36-15 0,-76 40 9 16,0 4 1-16,-6 7-11 0,-4 2-13 0,-4 4 36 15,-2 1 22-15,-3 2 21 0,-6-3 18 16,-1 1-37-16,-2-4-15 0,2-4-47 16,3-2-41-16,1-6 1 0,2-1-49 15,1-3-115-15,2-2-106 0,1 0-239 16,0-9-829-16</inkml:trace>
  <inkml:trace contextRef="#ctx0" brushRef="#br0" timeOffset="174156.117">27838 7179 2050 0,'0'0'405'0,"0"0"-311"16,0 0 157-16,0 0 0 0,0 0-72 0,0 0-157 0,0 0-22 0,95 16-253 16,-72-14-181-16,-5-2-340 0,9 2-587 15</inkml:trace>
  <inkml:trace contextRef="#ctx0" brushRef="#br0" timeOffset="174396.475">28220 7349 2043 0,'0'0'440'0,"0"0"-153"0,0 0 124 0,0 0 22 16,-78 83-62-16,57-58-98 0,-1 4-49 15,2 1-45-15,-2 1-20 0,4 4-5 16,0 2-11-16,0 4-30 0,2-2-31 0,3 0-33 15,3-3-25-15,5-4-24 16,4-3 0-16,1-4 0 0,6-3-33 16,5-4-1-16,5 0-8 0,2-7 5 15,5-4-30-15,2 0-49 0,3-6-55 0,2-1-69 16,0 0-178 0,-7-1-284-16,7-10-886 0</inkml:trace>
  <inkml:trace contextRef="#ctx0" brushRef="#br0" timeOffset="174664.018">28445 7474 2240 0,'0'0'400'16,"0"0"-290"-16,0 0 67 0,0 0 245 0,0 0 107 15,0 0-166-15,45 64-130 0,-30-36-20 16,-1 1-32-16,0 1-28 0,0-1-18 16,-1-1-38-16,-1-2-24 0,-2-2-42 15,-1-3-31-15,2-4-18 0,-1-1-55 16,3-5-73-16,2-5-43 0,1-4-26 0,2-2-66 0,4-1-115 16,-3-10-172-16,-1 4-409 0,5-16-204 0</inkml:trace>
  <inkml:trace contextRef="#ctx0" brushRef="#br0" timeOffset="174851.64">28898 7439 1045 0,'0'0'420'15,"0"0"821"-15,0 0-961 0,0 0-34 0,0 0 25 16,0 0 42-16,0 0-42 0,-98 44-38 16,67-21-56-16,-3 4-32 0,-2 4-34 15,-3 4 2-15,-1-3-15 0,-1 3 0 16,3-2-31-16,1 0-45 0,1-2-22 15,3-1-34-15,4-5-15 0,2 0-88 0,5-4-44 16,3-2-44-16,6-2-57 0,7-6-167 0,3-4-545 16,4-7-572-16</inkml:trace>
  <inkml:trace contextRef="#ctx0" brushRef="#br0" timeOffset="175026.548">29045 7853 1767 0,'0'0'1458'0,"0"0"-1017"0,0 0-340 0,0 0-53 0,-45 85 77 16,26-62 95-16,1 2 26 0,-1-1-165 15,1-2-81-15,5-3-87 0,1-1-72 16,1-1-32-16,1-3-57 16,3-3-230-16,1-3-860 0,1-5-182 0</inkml:trace>
  <inkml:trace contextRef="#ctx0" brushRef="#br0" timeOffset="176236.873">29498 7336 957 0,'0'0'56'0,"0"0"71"0,0 0 527 16,0 0 30-16,0 0-278 0,0 0-162 15,0 0-34-15,0 0 7 0,0 0-9 16,0 0 3-16,-2-7-66 0,-1 7-52 0,-3 6-21 16,2 6-1-16,-2 4 26 0,-1 6 48 0,-1 8-13 15,-1 4-24-15,1 2-41 0,-1 1 16 16,1-2-50-16,-1 0 1 0,5-5-4 16,1-3-30-16,3-4-2 0,0-4 1 15,2-4-1-15,3-5 2 0,7 1-4 0,-4-6-8 16,6-1-6-1,1-2-7-15,3-2-14 0,2-6-72 16,1-1-33-16,1-5 9 0,0 0 11 16,-2-3 9-16,-3 1 3 0,3-2 0 15,-3-1 20-15,2-3 8 0,0 1 27 16,0-3 7-16,-1-4 6 0,2-2 12 0,-2 1-27 16,1-1-2-16,-5 2 33 0,2 3 26 15,-4 4 2-15,0 0 0 0,-2 6 1 0,-2 1 18 16,-2 2 28-16,-1 4-6 0,-2 1 26 15,-2 4 33-15,-1 1-18 0,0 0-23 16,0 1-11-16,0 5-4 0,0 5 47 0,0 2 8 16,-2 3-28-1,-1 5-18-15,-1 1-3 0,1 2-1 16,1 1 7-16,2 3-7 0,-3 1 7 16,3 1-29-16,0-1 7 0,0 0-22 15,0-1-12-15,0-5 16 0,6-2-19 16,3-4 3-16,-1-1-31 0,3-4-12 15,1-2 15-15,1-3-18 0,2-3-44 16,-2 0-46-16,0-2-19 0,0-2-4 0,-2 0-24 16,1 0-91-16,-4-2-229 0,-3-3-308 15,-1 0-444-15,-2-5 469 0</inkml:trace>
  <inkml:trace contextRef="#ctx0" brushRef="#br0" timeOffset="177001.543">30458 7191 965 0,'0'0'199'0,"0"0"-46"0,0 0-46 0,0 0 40 31,0 0 859-31,0 0-658 0,0 0-108 0,0 0-84 0,0 0-6 0,0 0 12 32,56 11-14-32,-42-4-44 0,0 3-23 15,0 2 11-15,3 2-20 0,0 0 9 0,-2 3-12 16,0 2 15-16,-1 3-4 0,-2 2 22 16,-1 2 34-16,1 3-31 0,-4-1-32 15,-2 2-11-15,-3-1-14 0,-1 2-44 16,-2 0-4-16,-2 2-4 0,-7 0-29 15,-2 3-10-15,-5-1-28 0,-1 2-42 0,-6 0-4 0,-3 0-10 0,-2-1 0 16,0 1-19-16,-3-1-5 0,0-2-53 16,-3 2-103-16,-2-7-235 0,10-5-647 15,-13 2-551-15</inkml:trace>
  <inkml:trace contextRef="#ctx0" brushRef="#br0" timeOffset="183568.822">21435 7658 752 0,'0'0'1389'15,"0"0"-310"-15,0 0-703 0,0 0-99 0,0 0 59 16,0 0-1-16,0 0-30 0,0 0-69 0,0 0-90 15,0 0-46-15,-6-22 67 0,20 22-51 16,3 5 29-16,2 0-73 0,2 2-38 0,4-3 14 16,3 0-36-16,4-2-9 0,7-2 18 15,4 0-20-15,3 0-1 0,0-5-30 16,-2 0-27-16,-2-5-70 0,-2 2-85 16,-4-1-80-1,-4 1-154-15,-5 0-67 0,-8-2-106 0,-5 4-131 0,-7-2-313 16,-7 0 265-16</inkml:trace>
  <inkml:trace contextRef="#ctx0" brushRef="#br0" timeOffset="183744.285">21978 7528 404 0,'0'0'137'0,"0"0"-42"0,0 0 1189 0,0 0-834 0,0 0-188 15,0 0-156-15,0 0 23 0,0 0 60 16,0 0 3-16,0 0-36 0,51-25-54 0,-34 31 6 16,-4 4 28-16,0 0 46 0,-3 2-6 15,1 1-45-15,-2-1-53 0,-3 2 0 0,-3 0-78 16,-3-1 18-16,-4 6-36 15,-15 4-10-15,-7 0-44 0,-10 8-90 0,-4-2-36 16,-5 2 0-16,0 0 2 16,1-3-113-16,-2-3-198 0,5-6-505 15,9-7-181-15</inkml:trace>
  <inkml:trace contextRef="#ctx0" brushRef="#br0" timeOffset="184241.044">19608 7292 2442 0,'0'0'407'0,"0"0"-170"0,0 0-61 0,0 0-11 16,0 0 16-16,0 0-1 0,-5 88 28 15,5-48-29-15,-2 6-36 0,0 2-25 16,-1 4 6-16,1 1-1 0,-3 2-37 15,1-2-67-15,-1-5-19 0,1-2-15 16,1-10-25-16,3-3 6 0,0-5-18 16,0-5-37-16,7-4-75 15,1-7-119-15,0 0-234 0,-1-5-616 16,2-7-612-16</inkml:trace>
  <inkml:trace contextRef="#ctx0" brushRef="#br0" timeOffset="184412.525">19697 7757 1436 0,'0'0'650'0,"0"0"-123"16,0 0-179-16,0 0-34 0,0 0 45 0,0 0-54 15,0 0-60-15,82-14-55 0,-56 10-85 0,3 1-71 0,0-1-34 16,1-3-12-16,3-3-25 0,-1-1-34 16,1-1-107-16,-2-2-129 0,-7 2-243 15,3-7-727-15</inkml:trace>
  <inkml:trace contextRef="#ctx0" brushRef="#br0" timeOffset="184630.917">20055 7413 2221 0,'0'0'295'16,"0"0"-121"-16,0 0 106 0,0 0 78 15,0 0-44-15,0 66-62 0,6-38-44 0,0 3-43 16,0 2-3-16,0 3-11 0,-1 4-43 15,-3-1-46-15,1 2-62 0,-3-1-10 16,0-4-20-16,0-4-13 0,0-4-31 16,0-6-44-16,3-7-46 0,4-4-39 15,2-4-45-15,3-7-170 0,3-5-299 16,-3-4-763-16</inkml:trace>
  <inkml:trace contextRef="#ctx0" brushRef="#br0" timeOffset="184883.838">20393 7353 1737 0,'0'0'100'0,"0"0"461"0,0 0-367 0,0 0-33 15,0 0 109-15,0 0-56 0,0 0-48 16,0 0 15 0,-23 76-48-16,18-45 21 0,-1 2 25 15,0 7-16-15,-1 5-29 0,-3 3-10 16,1 5-47-16,0 0-21 0,3 0-56 0,0-5-18 15,4-5-15-15,2-6-5 0,6-7-11 16,7-5-22-16,1-8-53 0,6-3-14 16,2-9-29-16,1-5-21 0,6 0-113 0,1-11-213 15,0-7-455-15,-5 4-402 0,5-16 787 0</inkml:trace>
  <inkml:trace contextRef="#ctx0" brushRef="#br0" timeOffset="185402.743">20036 7093 417 0,'0'0'131'16,"0"0"1494"-16,0 0-1273 0,0 0-75 16,0 0-74-16,0 0-40 0,0 0-48 0,78-47-54 15,-67 45-29-15,1 2-10 0,-2 3-20 16,-1 9 77-16,-1 1-9 0,-2 7-67 15,-2 1 20-15,-2 2 15 0,-2 1-10 16,0 0-27-16,0-3 28 0,0 0-7 16,-2-2-19-16,-1-5 20 0,0-2-23 15,2-3-1-15,-1-4-18 0,2-2-22 0,-1 0-7 0,0-2-82 16,1-1-150-16,-2 0-85 0,2 0-178 16,-1 0-480-16</inkml:trace>
  <inkml:trace contextRef="#ctx0" brushRef="#br0" timeOffset="185559.628">20207 6936 821 0,'0'0'42'0,"0"0"1278"0,0 0-925 16,0 0-47-16,0 0 20 0,0 0-25 15,0 0-160-15,0 0-152 0,0 0-31 0,91-4-94 16,-71 8-213-16,-4-2-333 15,7 5-1070-15</inkml:trace>
  <inkml:trace contextRef="#ctx0" brushRef="#br0" timeOffset="186088.903">20723 7447 209 0,'0'0'1236'0,"0"0"-651"0,0 0-336 0,0 0-3 0,0 0 109 15,0 0-38-15,0 0-65 0,0 0-144 16,0 0 21-16,0 0 29 0,-46 81 69 15,41-53-24-15,0 2-45 0,-1 2-13 16,3 3-6-16,-2-2-29 0,-1 1-33 16,3-4 6-16,2-2-25 0,1-7-31 15,0-4-2-15,0-5-25 0,4-4 0 16,4-1 0-16,0-3-2 0,2-4-29 0,3 0-2 16,4 0-41-16,3-11 13 0,2-1 21 15,0-5-12-15,1-2-13 0,-2-2 7 16,0-3-4-16,-3-6 4 0,1 1-23 0,-3-2 38 15,-1-4-62-15,-4-2-1 0,-1 1 37 16,-2 5-31-16,-2 3 65 0,-2 9 35 16,-1 8 25-1,0 6-2-15,-1 4-1 0,-2 1 18 16,1 0-5-16,2 7 8 0,0 5 44 16,2 5-12-16,-2 1-29 0,0 4-18 15,0-1-3-15,-1 0 3 0,-1-1-11 0,1-1-17 16,-1-2 0-16,1-3-55 15,-1-3 30-15,0-4-71 0,1-2-35 0,-1-1-22 16,4-4-171-16,0 0-146 0,-2 0-224 0,6-11-597 16</inkml:trace>
  <inkml:trace contextRef="#ctx0" brushRef="#br0" timeOffset="186289.968">21161 7379 1045 0,'0'0'157'0,"0"0"889"0,0 0-878 0,0 0 104 15,0 0 81-15,0 0-33 0,0 0-38 16,35 77-52-16,-29-59-73 0,2 5-49 16,-2 1-18-16,3 2-56 15,-2 3-34-15,3 1 0 0,-3 0-2 16,-4 4-35-16,-3-1-22 16,0 2-74-16,-3 1-24 0,-8 0-98 0,-6 6-133 15,-8 0-74-15,-2 2 136 0,3-10-260 16,-16 9-634-16</inkml:trace>
  <inkml:trace contextRef="#ctx0" brushRef="#br0" timeOffset="186906.034">18595 7732 88 0,'0'0'2418'16,"0"0"-1858"-16,0 0-155 0,0 0-120 15,0 0 1-15,0 0-48 0,0 0-74 16,0 0-74-16,0 0-7 0,0 0-6 16,0 0 12-16,109-28-3 0,-66 27-37 0,1-1-15 0,0 1-12 15,-2-2-22-15,2 2 0 0,0-3-34 0,-1-3-30 16,3 0-50-16,-4-3-83 0,0-4-129 16,-13 3-293-16,8-10-720 0</inkml:trace>
  <inkml:trace contextRef="#ctx0" brushRef="#br0" timeOffset="187123.457">19161 7467 241 0,'0'0'372'0,"0"0"780"0,0 0-737 0,0 0-30 16,84 49-18-16,-58-34-53 0,1 1-56 15,-4 0-109-15,-1 2-80 0,-7 1-6 16,-6 3-48-16,-7 3-15 0,-4 3-19 0,-15 4-9 15,-5 4-26-15,-7-1 32 16,-2 1 22-16,-3-3 0 0,3 1 0 16,0-6-25-16,4-3-89 0,6-6-122 0,4-4-129 15,6-8-383-15,1-1-953 0</inkml:trace>
  <inkml:trace contextRef="#ctx0" brushRef="#br0" timeOffset="188391.508">30914 7606 2176 0,'0'0'565'0,"0"0"-215"15,0 0-5-15,0 0 50 0,0 0-61 0,0 0-89 0,0 0-72 16,0 0-37-16,0 0-75 0,0 0 10 15,0 0 0-15,57 1-4 0,-16-1 31 16,9 0-25-16,2 0-34 0,1 0-39 16,1-5-15-16,-5-2-27 0,0 0-44 15,-3-1-94-15,0-3-60 0,-4-1-119 0,-12 0-642 16,0-9-945-16</inkml:trace>
  <inkml:trace contextRef="#ctx0" brushRef="#br0" timeOffset="188604.147">31337 7403 878 0,'0'0'1815'15,"0"0"-1702"-15,0 0-81 0,0 0 128 16,106 8 84-16,-69-4-12 0,2 3-23 16,1 3-51-16,-1 4-76 0,-3 3-23 15,-5 1-46-15,-8 4-10 0,-3 1 50 16,-12 3 20-16,-2 2 17 0,-6-1-46 15,-9 7-44-15,-12-3-22 0,-8 3-21 0,-5 1-60 16,-8-1-99-16,-3 1-133 0,0-4-165 0,12-8-215 31,-14 1-868-31</inkml:trace>
  <inkml:trace contextRef="#ctx0" brushRef="#br0" timeOffset="203149.848">19555 8544 10 0,'0'0'143'0,"0"0"1376"0,0 0-900 0,0 0-247 16,0 0-70-16,0 0 21 0,0 0-8 0,0 0-53 15,0 0-83-15,8 0-94 0,-2 0-29 16,2 0-12-16,3 0 0 0,0 0 21 15,1 0-9-15,-1 0-7 0,5 1-2 16,0-1-19-16,3 0-16 0,4 0-12 0,1 0-3 0,7-1-19 16,3-5-12-16,6 0-34 0,7 0-37 15,7 1 11 1,5 0 51-16,3-1 42 0,5 2 1 16,2-1-15-16,1 1 12 0,-2 4-16 15,-1-2 18-15,-3 1-1 0,-2 1-51 0,-3 0-11 16,-4 0 26-16,-7 0-15 0,-4 0-10 0,-5 1-3 0,-5 1-6 0,-3-2-14 31,-3 3 20-31,0-2 31 0,-2 1 33 16,-1-1-33-16,-3-1-16 0,2 0-19 15,-1 0-22-15,-2 0-71 0,1 0-107 16,-2 0-62-16,3-1-108 0,-1-5-77 16,0 2-49-16,-1-1-165 0,-5 2 705 0,9-4-91 0</inkml:trace>
  <inkml:trace contextRef="#ctx0" brushRef="#br0" timeOffset="204100.675">27926 8337 1982 0,'0'0'354'16,"0"0"-173"-16,0 0-23 0,0 0 138 15,0 0 68-15,0 0-43 0,0 0-53 16,0 0-79-16,0 0-52 0,0 0-41 16,0 0 0-16,44 5-3 0,-19-1 18 15,9-1-16-15,5-1-42 0,6-2-53 16,9 2 0-16,8 1-16 0,11-2-2 15,12 0-10-15,7-1 1 0,11 0-13 0,6 0-22 16,1 0 22-16,1-2 18 0,-4-3-3 0,-4 0 22 16,-3 0-21-1,-5-2-23-15,-1 2-9 0,-7-2 29 0,0-2 2 0,-8 0 3 16,-4 2-46-16,-9-3-23 0,-7 1 41 16,-9-1 47-16,-7 3-9 0,-6-3-7 15,-8 2-7-15,-5-2 8 0,-5 3 18 16,-4 0 9-16,-4 1-9 15,-5 0-2-15,-1 2-82 0,-5-2-133 16,0 2-237-16,-3-4-349 0,-8 2-406 0,0 3 23 16,-18-4 1128-16</inkml:trace>
  <inkml:trace contextRef="#ctx0" brushRef="#br0" timeOffset="205270.746">23192 8419 166 0,'0'0'414'15,"0"0"837"-15,0 0-995 0,78 7 49 16,-53-4-79-16,2-1-27 0,5-2 49 16,2 1-31-16,6-1-29 0,4 0-106 0,4 0-44 15,5 1-3-15,6-1-35 16,4 2-3-16,5-1-25 0,-2-1 2 15,2 1 10-15,1 2 13 0,3-2-19 16,-1 1 9-16,2-2-6 0,5 1 17 16,-2 2-17-16,3-3-13 0,0 0 32 15,0 0-25-15,3 0 6 0,-1 0-19 16,-1 2-71-16,-5-1-67 0,-2 3-97 16,-5-2-17-16,-6 1 19 0,-6 0 31 15,0-2 12-15,-5 0 1 0,-2-1-8 0,-3 0 92 0,-3 0 92 16,-1 0 51-16,-6 0 49 0,-2-4 52 15,-3-2 3-15,-3 1-26 0,-2-1-26 16,-4 1-52-16,-3 0 2 0,0 0-2 0,-6 1 26 16,-2 0-26-16,-5 2 0 15,-3 2-22-15,-3 0-37 0,0 0-152 0,0 0-154 16,-3 0-291 0,-5 0 500-16,-2 0 156 0,-11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08:56.77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8778 3784 196 0,'0'0'596'15,"0"0"-65"-15,0 0 492 16,0 0-706-16,0 82-53 0,0-62 21 0,0-1 11 0,0-1-40 15,0-3-51-15,0-2 8 0,0-4-29 16,0-2-29-16,0-3-10 0,0-2-7 16,1-2-12-16,1 0-28 0,-1 0-40 0,-1-2-37 15,3-2-19-15,1 0 35 0,-1-5 5 16,4-4 19-16,-1-7-15 0,3-6-22 16,-2-6-22-1,1-10-2-15,0-4-9 0,-3-4-24 0,3-8-7 0,0 0-15 16,1-6 0-16,0-8 3 0,-1 0-27 15,2-5 42-15,-1-1 22 0,-2 3 0 16,2 2-7-16,-2 2 10 0,0 7 10 16,-1 2-56-16,4 5 5 0,-3 2 20 15,2 5-7-15,0 3-9 0,1 5 30 16,-2 4-21-16,1 2 12 0,2 1 27 16,-3 4-2-16,-1 3 3 0,0 7 2 15,0 4 26-15,-1 0-7 0,-3 9 10 16,1 2 3-16,-4 2-6 0,2 3-4 15,-2 1-22-15,1 0-2 0,-1 0-12 16,0 0-6-16,2 0-10 16,-1 5 0-16,2 1 15 0,3 3 13 0,2 4 31 15,0 4-13-15,0 4 13 0,2 4-30 16,-1 5 36-16,-2 6-22 0,2 6-14 0,2 5 45 16,-2 7-43-16,3 7 22 0,2 2 26 15,-1 3-50-15,4 2 23 0,1 2 25 16,2-2-13-16,1 0-36 0,2 0 12 15,-2-3-12-15,2-4 16 0,-2 0-13 16,1-8-6-16,-1-4 2 0,1-6 1 0,-3-6 2 16,-2-8 4-16,-1-5-6 0,-2-6-3 15,-5-5-34-15,2-5 7 0,-5-5-7 0,0 1 0 0,-3-4-15 16,1 0-3-16,-1-4-28 0,-1-4-44 31,-2-3-24-31,0-2-79 0,-5-2-56 16,-5-4-137-16,-7 0-184 0,5 5-431 0,-19-14-288 0</inkml:trace>
  <inkml:trace contextRef="#ctx0" brushRef="#br0" timeOffset="272.77">8743 3288 297 0,'0'0'49'0,"0"0"1982"0,0 0-1647 0,0 0-89 16,0 0-58-16,0 0 11 0,0 0 11 0,0 0-67 16,0 0-57-16,0 0 2 0,53-14 6 15,-29 11-10-15,3 1-37 16,3 0-31-16,0-2-13 0,4 1 9 16,-3 0-52-16,1 1-9 0,0-2-2 15,-2 1-59-15,2 1 9 0,-2 1-19 0,0 0-62 16,-1-4-118-16,0 4-141 15,-9-2-396-15,-4-3-812 0</inkml:trace>
  <inkml:trace contextRef="#ctx0" brushRef="#br0" timeOffset="1066.318">10362 3201 1099 0,'0'0'143'16,"0"0"1277"-16,0 0-919 0,0 0-122 15,0 0-41-15,0 0-46 0,0 0 9 16,0 0-79-16,0 0-59 0,0 0-28 0,-5-17-19 16,5 17-18-16,0 0-41 15,5 0-57-15,3 0-12 0,8 0 12 16,11 0 37-16,8 1 14 0,12 3 10 16,4-1-27-16,7 0 32 0,2-3-11 0,7 0 39 15,4 0-15-15,2-8-16 0,3-2-24 16,0 0-21-16,2-4-18 15,-6-1 0-15,-3 0 0 0,-7-1-33 0,-6 3-27 16,-7 1-55-16,-10 1-28 0,-7 6-15 16,-6 2-30-16,-11-1-161 0,-8 4-226 15,-7 0-226-15,-2 1-270 0,-17 2-306 0</inkml:trace>
  <inkml:trace contextRef="#ctx0" brushRef="#br0" timeOffset="1321.181">11266 2924 836 0,'0'0'280'0,"0"0"1013"0,0 0-816 0,0 0-99 0,87 3 3 15,-58 2-44-15,2 1-73 16,1 2-38-16,1 1-34 0,2 2-73 0,-3-1-76 16,-1 2-39-16,-6 2-3 0,-5 3-2 15,-4 3-27-15,-9 1 26 0,-5 8 4 16,-4 5-2-16,-11 3 28 0,-7 4-10 15,-6 3-15 1,-1-1 22-16,-1-3-10 0,-2-1-15 16,5-5-16-16,-1-5-12 0,5-3-58 0,2-7-53 15,5-2-80-15,5-5-80 0,1-2-240 16,5-4-628-16,1-6-1133 0</inkml:trace>
  <inkml:trace contextRef="#ctx0" brushRef="#br0" timeOffset="2925.127">12447 2476 734 0,'0'0'456'0,"0"0"726"0,0 0-775 0,0 0-22 16,0 0-25-16,0 0 31 0,0 0-55 16,0 0-57-16,0 0-57 0,0 0-69 15,0 0-15-15,18-6-114 0,1 6 1 0,13 0 57 0,8 0 79 16,5-1-9-16,2-1-91 0,-2-2-25 16,-2-3-33-16,-5 0-3 0,-1 2-2 15,-2-4-25-15,1 1 0 0,0 1-22 16,-3 0-39-16,-5 1-64 15,-4 1-37-15,-5 1-90 0,-8 4-175 16,-8 0-309 0,-3 0-624-16,-10 0-783 0</inkml:trace>
  <inkml:trace contextRef="#ctx0" brushRef="#br0" timeOffset="3141.197">12601 2607 650 0,'0'0'1591'0,"0"0"-1142"0,14 81-3 0,-1-41-22 16,6 14 55-16,-3 8-64 0,3 7-12 15,-6 3-189-15,-1 0-134 0,-1-3-68 16,-3-4-10-16,2-10-2 0,-1-10 0 16,1-9-15-16,-1-11-19 0,2-6-67 15,0-2-73-15,0-6-69 0,-2-1-82 0,-1-6-263 16,-3-1-493-16,-4-2-416 0,-1-5 494 0</inkml:trace>
  <inkml:trace contextRef="#ctx0" brushRef="#br0" timeOffset="3295.609">12764 3199 173 0,'0'0'2515'16,"0"0"-2107"-16,0 0-3 16,0 0-105-16,0 0 21 0,0 0-57 15,0 0-63-15,105-64-59 0,-72 56-28 16,3 1-62-16,3 0-15 0,4 0-37 0,-4 0-22 15,-3 2-24-15,-2 1-40 0,-7 2-89 0,-6 2-29 0,-5 0-61 16,-6 8-169-16,-5 0-244 16,-7 11-639-16</inkml:trace>
  <inkml:trace contextRef="#ctx0" brushRef="#br0" timeOffset="3482.416">12909 3468 1182 0,'0'0'1990'0,"0"0"-1696"0,0 0-161 0,0 0 44 15,0 0 93-15,0 0-23 0,0 0-39 16,80 9 2 0,-47-7-51-16,4-1-85 0,5-1-22 15,3 0-18-15,1-3-22 0,4-3-12 16,-2-4-2-16,-2 1-81 0,1-1-79 16,0-2-75-16,-1-1-114 0,-12 3-323 15,10-9-807-15</inkml:trace>
  <inkml:trace contextRef="#ctx0" brushRef="#br0" timeOffset="3722.472">14019 3071 2297 0,'0'0'1593'15,"0"0"-1397"-15,0 0-90 0,88 4 170 16,-50-4-11-16,5-4-117 0,1 0-60 16,5 0 10-16,3 0-15 0,3-1-41 0,1 2-42 15,2-4-21-15,-1-1-28 0,-2 1-49 16,-4-1-67-16,-2-1-118 16,-7-1-145-16,-14 2-346 15,1-5-885-15</inkml:trace>
  <inkml:trace contextRef="#ctx0" brushRef="#br0" timeOffset="4011.739">14595 2813 836 0,'0'0'2186'16,"0"0"-1949"-16,0 0-107 0,0 0 86 15,85 0 100-15,-51 3-99 0,3-2-46 16,4 2 9-16,0 1-54 0,-2 1-49 0,-1 1-31 0,-4 5-43 31,-5-1 25-31,-4 4 0 0,-5 4-28 0,-6 1 0 16,0 1 0-16,-6 5 1 0,-2 2-1 0,-5 3-6 15,-1 2-7-15,-6 3 10 0,-8 2-37 16,-1-2 39-16,-6 1 1 0,0-1 0 16,-3-1-21-16,4-1-25 0,0-3-78 15,4-1-77-15,0-1-118 0,5-7-249 16,-3 2-873-16</inkml:trace>
  <inkml:trace contextRef="#ctx0" brushRef="#br0" timeOffset="4970.04">16096 2396 645 0,'0'0'469'15,"0"0"969"-15,0 0-881 0,0 0-130 0,0 0-102 16,0 0-14-16,0 0-56 0,0 0-88 16,0 0-41-16,10 6-37 0,-7 22 80 0,1 9 14 15,2 15-13-15,-1 13-6 31,-2 13-45-31,-3 12-10 0,0 6-58 0,-12 6-6 16,-3 0-44-16,-2-6 0 0,1-10-1 16,0-10-17-16,7-13 2 0,2-11-12 0,4-11-6 0,3-11-43 0,0-5-30 15,0-8-12-15,5-5-19 0,0-5-58 16,1-5-127-16,0-2-228 0,-2-2-235 0,3-20-763 16</inkml:trace>
  <inkml:trace contextRef="#ctx0" brushRef="#br0" timeOffset="5380.09">16079 2591 232 0,'0'0'2057'16,"0"0"-1376"-16,0 0-253 0,112-54-83 15,-67 40-100-15,2 2-100 0,-1 5-20 16,-1 5 74-16,-5 2-119 0,-2 4-55 15,-6 7-10-15,-7 6-15 0,-7 6 0 0,-8 4 37 16,-9 8 0-16,-1 5-12 0,-11 6 3 16,-11 5-16-16,-1 0 22 0,-4 0 12 15,-1-2 24-15,0-4 10 0,3-5-13 16,5-6-39-16,5-8-26 0,7-7-2 0,6-1-19 16,2-3-69-16,13-2 27 0,8 0 48 15,7 1-5-15,8-2 17 16,4 1 0-16,5 0 1 0,0 0-25 0,-3-1-9 0,-3 2 13 0,-3 3 9 15,-6-3-19-15,-5 4 3 0,-5 1 16 16,-9 1 12-16,-5 0 14 0,-6 3 36 16,-1 1 14-16,-10 1-18 0,-6-1 25 15,-2 0-23-15,-4 0-11 0,-4-1-3 0,-3-2-4 32,-2 0 1-32,0-7-7 0,1-1-5 15,0-4-19-15,1-4-13 0,3-2-29 0,3-3-41 16,1-1-76-16,5-10-90 0,2-6-139 15,5 2-555-15,0-16-570 0</inkml:trace>
  <inkml:trace contextRef="#ctx0" brushRef="#br0" timeOffset="5762.996">17483 3036 2330 0,'0'0'1673'0,"0"0"-1475"0,0 0-167 0,0 0 38 15,0 0 48-15,0 0 23 0,0 0 14 0,0 0-34 16,0 0-35-16,0 0 56 0,0 0-22 16,113-8-43-16,-52 8-39 0,9 0-16 15,2 0-3-15,3 0 19 0,1-4-37 16,0-1-3-16,-2-5 1 16,-1-1 1-16,-1 1-11 0,-3-5-25 15,-5 2-63-15,-6-3-25 0,-4-1-126 0,-8 3-122 16,-9-3-274-16,-11 4-470 0,-6-4-412 15</inkml:trace>
  <inkml:trace contextRef="#ctx0" brushRef="#br0" timeOffset="6038.924">18416 2728 1667 0,'0'0'503'0,"0"0"-269"0,114 10 75 0,-66-4 32 0,-3 2-69 16,-4 3-6-16,-6 2-7 16,-7 3-41-16,-5 2-68 0,-5-1-69 15,-8 2-35-15,-6 1 13 0,-4 2 102 16,-7 3 48-16,-10 0-89 0,-5 3-47 16,-3-2-14-16,-2 3-7 0,-3-4-25 15,-1 0-27-15,0 2-30 0,2-4-15 16,2-2-10-16,5-5-102 0,7-1-58 15,7-4-70-15,7-8-188 0,1-1-481 0,12-3-661 0</inkml:trace>
  <inkml:trace contextRef="#ctx0" brushRef="#br0" timeOffset="7134.311">7204 3448 1580 0,'0'0'1405'16,"0"0"-803"-16,0 0-161 0,0 0-147 16,0 0-18-16,0 0-95 0,0 0-70 0,0 0-44 15,0 0-24-15,0 0-28 0,0 0-2 16,48-21-11-16,-27 21 25 0,5 0-26 15,1 0 17-15,2 5 16 0,0 0 9 16,3-2 2-16,-1-1-8 0,4-1-7 0,3-1-29 16,2-1 24-16,7-9-7 0,5-1-17 15,0-1-1 1,3-3-6-16,-2-3-24 0,-1 1-37 0,-6 3-65 16,-5 0-48-16,-4 4-41 0,-8 1-8 15,-9 2-25-15,-6 3-117 0,-8 3-171 16,-6 1-245-16,0 0-346 0,-20 0-225 0</inkml:trace>
  <inkml:trace contextRef="#ctx0" brushRef="#br0" timeOffset="7435.01">7775 3177 673 0,'0'0'55'16,"0"0"1599"-16,0 0-1286 0,0 0-185 0,0 0 38 16,0 0 73-16,0 0-22 0,83 0-83 15,-60 0-57 1,3 2-6-16,0 3-27 0,3 2-24 16,-2 0-7-16,2 2-28 0,-1 1-12 15,-1 0-12-15,-4 2-16 0,-2 1 23 16,-6 4-23-16,-3-2 0 0,-4 2 21 0,-5 3-19 15,-3 7 10-15,-4 3-12 0,-11 5-42 16,-4 1-54-16,-4 4-6 0,-2-2-13 16,-3-2-16-16,1-3-99 0,-2-1-188 0,7-10-631 15,-14 5-780-15</inkml:trace>
  <inkml:trace contextRef="#ctx0" brushRef="#br0" timeOffset="8007.195">5874 2927 651 0,'0'0'55'0,"0"0"1760"0,0 0-1278 0,0 0-246 16,0 0-78-16,0 0 36 0,0 0-16 15,0 0-39-15,0 0-1 0,63 75-17 16,-47-41 3-16,3 5-48 0,-5 6 4 16,2 5-25-16,-3 7-31 0,-2 4-54 15,-3 8-25-15,-1 4-2 0,-3 1-55 16,-1 6-17-16,-1-2 13 16,-1-2-9-16,2-3-55 0,-2 0-72 0,2-7-38 15,0-2-72 1,0-5-204-16,-2-16-258 0,4 6-940 0</inkml:trace>
  <inkml:trace contextRef="#ctx0" brushRef="#br0" timeOffset="12964.792">20112 2546 1797 0,'0'0'458'16,"0"0"615"-16,0 0-730 0,0 0 3 0,0 0-21 0,0 0-31 16,0 0-27-16,0 0-35 0,0 0-88 15,-3-9-62-15,3 13-25 0,0 3-2 0,6 5 51 16,2 5 85-16,1 2-76 0,2 6-55 15,0 6-15-15,0 5-5 0,1 4 35 16,-2 7 3 0,-1 2-47-16,-5 4-31 0,-4-3-20 15,0 6 2-15,0 0-12 0,-3-1-12 0,0 0-60 0,0 0-53 16,2 0-53-16,-2-4-208 0,3-2-336 16,0-13-758-16,0 11-1146 0</inkml:trace>
  <inkml:trace contextRef="#ctx0" brushRef="#br0" timeOffset="21335.475">7685 5506 1494 0,'0'0'123'16,"0"0"484"-16,0 0-419 0,0 0-30 15,0 0 129-15,84-3-14 0,-35 3 14 0,11 0-8 0,11 6-65 16,11 2 6-16,-1 0 7 0,2 2-31 15,-2-3-52-15,-6-2-33 0,-2-4-10 16,-5-1-33 0,-3 0-49-16,-3-7-19 0,-6-2-31 15,-8 0-15-15,-8-3-82 0,-11 4-51 16,-7-2-28-16,-10 1-135 0,-9-1-185 0,-3 2-498 16,-11-5-540-16</inkml:trace>
  <inkml:trace contextRef="#ctx0" brushRef="#br0" timeOffset="21583.291">8206 5574 1691 0,'0'0'730'16,"0"0"-317"-16,-27 83-125 0,19-48-23 16,-1 12 8-16,0-1-27 0,0 5-60 15,0 4-15-15,-1-1-40 0,-2 0-60 0,2 0-25 16,0-4-2-16,-1 1-20 0,-1-4-5 15,2-3 5-15,0-5-11 16,3-5-12-16,1-4-1 16,0-6-22-16,3-2-9 0,2-2-33 15,-1-3-57-15,2-4-72 0,0 0-67 16,0-3-65-16,0-2-98 0,3-2-187 0,0-5-439 16,1-1-362-16</inkml:trace>
  <inkml:trace contextRef="#ctx0" brushRef="#br0" timeOffset="21798.602">8051 6174 1611 0,'0'0'597'16,"0"0"7"-16,0 0-331 0,0 0-65 15,0 0 46-15,0 0 78 0,80-55-46 16,-52 47-66-16,3 3-46 0,5 0-42 0,4 1-21 16,3 1-10-16,1 1-21 0,-2-1-25 15,2-1-44-15,-5 3-11 0,1-4-28 0,-2 3-21 16,-7-2-33-16,-2 3-44 0,-3 1-46 15,-7 0-54-15,-2 5-48 0,-7 2-202 16,-4 0-332-16,-7 9-583 0</inkml:trace>
  <inkml:trace contextRef="#ctx0" brushRef="#br0" timeOffset="22012.372">8153 6492 2134 0,'0'0'730'0,"0"0"-391"0,0 0-160 0,0 0 49 16,0 0 88-16,0 0-15 0,0 0-102 16,0 0-72-16,0 0 60 0,0 0-48 15,81 32-20-15,-43-27-30 0,-1 1-34 16,2-2-19-16,2-3-12 0,2-1-11 16,0 0-13-16,6-4-13 0,0 0-20 15,3-5-34-15,0-1-40 0,0-3-114 16,0-1-115-16,-13 2-252 0,15-7-848 0</inkml:trace>
  <inkml:trace contextRef="#ctx0" brushRef="#br0" timeOffset="28111.325">9546 5928 1163 0,'0'0'1953'16,"0"0"-1406"-16,0 0-245 15,0 0-160-15,0 0 21 0,0 0 38 0,0 0 46 16,0 0-5-16,82 40-49 0,-52-38-38 0,8-2-15 15,2 0-13-15,6 0 9 0,0 0 22 16,2 0-83-16,-2 0-57 0,-2 0-18 16,-2 0-11-16,-4 0-7 0,-3 1-36 0,-4 1-7 0,-2 0-2 15,-3-2-34-15,-2 0-61 0,-4 1-21 16,-9 1-123-16,-8-2-242 0,-3 2-530 16,-6-1-631-16</inkml:trace>
  <inkml:trace contextRef="#ctx0" brushRef="#br0" timeOffset="28347.9">9566 6150 913 0,'0'0'208'0,"0"0"203"0,0 0 8 0,0 0 64 15,0 0-42-15,0 0-79 0,0 0-59 16,0 0-19-16,0 0-22 0,0 0-54 15,82 56-34-15,-54-46-38 16,3-4-59-16,4 0-37 0,2 0-40 0,5-4-9 16,1-2-13-16,3 0-27 15,2 0-59-15,4 0-115 0,4 0-84 0,0 0-58 16,3 0-381-16,-17 0-1074 0,16-2 748 0</inkml:trace>
  <inkml:trace contextRef="#ctx0" brushRef="#br0" timeOffset="28996.183">11386 5434 2502 0,'0'0'608'16,"0"0"-137"-16,0 0-21 15,0 0-97-15,0 0-170 0,0 0-97 0,0 0-24 16,-62 69 2-16,36-34 13 0,-6 11 55 15,-1 5-7-15,-1 6-49 0,-6 4-43 16,-1 5-33-16,-2 6-15 0,-8 3-1 16,0 1-17-16,-3 4 31 0,-1-4-13 15,4-3 15-15,7-8-19 0,6-10-20 0,10-8-29 16,8-11-14-16,6-10-16 0,6-9-28 0,5-6-62 16,3-5-116-16,3-6-35 0,10-6 83 15,6-8-30-15,8-8-287 0,4-9-489 16,-7 4-22-16,15-23 467 0</inkml:trace>
  <inkml:trace contextRef="#ctx0" brushRef="#br0" timeOffset="29312.732">11366 5469 310 0,'0'0'437'0,"0"0"949"0,0 0-1005 15,0 0-184-15,0 0 35 0,0 0 161 16,0 0-97-16,24 87-120 0,-19-48 7 0,-1 4 14 0,-1 4-60 16,-3 3-25-16,0 6-13 0,0 1-43 15,0 5 2-15,0 1-15 0,-3-1 3 16,0 0-24-16,0-3 0 0,3-6-22 0,0-5-21 16,0-6 6-16,0-7-10 0,5-6-6 15,-1-3 16-15,3-6-25 0,-1-4 18 16,-2-5-6-16,1-3 10 0,-1-1 3 0,-1-5-32 15,-2 0-71-15,1-2-27 0,-1 0-11 16,-1 0-21-16,0-4 1 0,0-6-132 0,-3-4-377 16,-1-2-661-16,-9-11-49 0</inkml:trace>
  <inkml:trace contextRef="#ctx0" brushRef="#br0" timeOffset="29500.8">11134 6032 808 0,'0'0'0'0,"0"0"0"0,0 0 1092 0,0 0-606 16,0 0-98-16,0 0-115 0,0 0-14 16,0 0-8-16,0 0 20 0,0 0-54 0,0 0-69 15,59-40-74-15,-30 34-74 16,3 1-2-16,6 0-41 0,0 0-26 16,2 2-38-16,2 1-44 0,0-3-240 15,4 1-264-15,-10-1-627 0,17-6-252 0</inkml:trace>
  <inkml:trace contextRef="#ctx0" brushRef="#br0" timeOffset="29697.283">12235 5886 209 0,'0'0'2394'0,"0"0"-1861"0,0 0-204 0,85 71-67 15,-53-47-23-15,2-1-47 0,1 2-73 16,2-5-85-16,-2 1-34 0,1-6-27 0,-2 1-20 16,3-6-121-16,-4-2-198 0,-7-5-286 15,5-3-839-15</inkml:trace>
  <inkml:trace contextRef="#ctx0" brushRef="#br0" timeOffset="29904.135">12736 5777 323 0,'0'0'417'0,"0"0"882"0,-82 73-681 0,49-37-188 16,-3 12-92-16,-3 2 42 0,0 2-46 16,-3 5-101-16,-5 0-106 15,1-1-68-15,1-2-59 0,3-3-22 16,6-9-27-16,9-9-100 0,7-5-32 15,8-8-58-15,6-10-136 0,5-1-389 0,2-9-643 0</inkml:trace>
  <inkml:trace contextRef="#ctx0" brushRef="#br0" timeOffset="30402.132">13386 5723 111 0,'0'0'2123'16,"0"0"-1625"-16,0 0-4 0,16 86-91 16,-13-47-25-16,2 5-124 15,-4 5-64-15,2 2-18 0,-3 4-39 16,0 1 2-16,-3 1-37 0,-4-1 18 16,-2-3-37-16,-1-4-67 0,-1-6-12 15,3-3-27-15,2-7-10 0,6-11-8 0,0-5-23 16,5-5-45-16,6-6-71 0,5-5-13 0,2-1-120 15,2-10-262-15,-3 1-646 0,3-20-745 16</inkml:trace>
  <inkml:trace contextRef="#ctx0" brushRef="#br0" timeOffset="30831.563">13555 5698 570 0,'0'0'273'16,"0"0"745"-16,0 0-473 0,0 0-152 15,100-37-53-15,-60 35 24 0,3 2-70 16,3-2-59-16,3 2-74 0,-4 0-9 16,-5 0-53-16,-4 2-21 0,-8 0-47 15,-8 4-31-15,-9 0-4 0,-3 1-33 16,-7 5 37-16,-1 0 22 0,-10 7 18 16,-12 6-3-16,-8 5-9 0,-7 3-13 15,-5 3-13-15,-1-1-2 0,2-1 1 16,4-3 24-16,5-3-6 0,5-3-4 0,8-2-15 0,7-2-14 15,9 0-2 1,3-1 16-16,12 2 6 0,11-1 25 0,4 1-13 0,5 2 1 16,3 0-5-16,2 1-14 0,-1 2-18 15,-1 1 17-15,-1 0-21 0,-8-3 20 16,-1 3-22-16,-8-3 5 0,-5 0 1 16,-6 0-10-16,-5-3 28 0,-1 1 2 15,-6-1 13-15,-7-1 32 0,-3-2-4 0,-6-1-19 16,-2-1 22-16,-3-2-12 0,-5 0 0 0,-3-3-4 31,-8-2-5-31,-2-2-10 0,-5-2-12 16,-6-6-3-16,-1 0-21 0,-2-3-56 0,2-5-113 15,1-2-104-15,1-4-50 0,7-3-169 16,14 5-682-16,-9-19-1072 0</inkml:trace>
  <inkml:trace contextRef="#ctx0" brushRef="#br0" timeOffset="33470.424">4898 5981 98 0,'0'0'72'16,"0"0"1952"-1,0 0-1378-15,0 0-188 0,0 0-58 16,0 0-104-16,0 0-49 0,58-75-76 0,-37 55-50 16,1 0-35-16,1-3-27 0,3 4-7 15,-2 0 53-15,0 0 5 0,-1 3-31 16,1 0-39-16,0 1-15 0,2-2 2 0,-2 2-26 16,2 0 1-16,-2 3-1 0,-1 0 0 15,-1 3-1-15,-1 0 0 0,-4 1-2 0,-2 4 0 16,-1 0 0-16,-2 2 2 0,-2 2 15 15,0 6-12-15,0 5 28 0,-1 8 76 0,2 7 5 16,-4 9-39-16,-2 6-15 0,-1 6-1 16,-4 3-27-16,0 4-14 0,-4 0-16 15,-3-4-25-15,-5 0-26 0,2-3-80 16,-3-2-85-16,-3-3-46 0,-1-4-157 0,3-10-362 16,-11 8-760-16</inkml:trace>
  <inkml:trace contextRef="#ctx0" brushRef="#br0" timeOffset="33648.885">5305 6719 1201 0,'0'0'2127'0,"0"0"-1826"0,0 0-199 0,0 0 24 15,0 0-65-15,0 0-61 0,80 6-125 16,-65-12-84-16,0-3-246 0,-4 2-955 15</inkml:trace>
  <inkml:trace contextRef="#ctx0" brushRef="#br0" timeOffset="54837.374">17587 6042 1683 0,'0'0'1325'15,"0"0"-1050"-15,0 0-52 0,0 0-52 0,-7-72 65 16,1 62-12-16,-4 3 43 0,0 1 57 0,1 4-75 0,-5-2-60 31,3 3-70-31,-4 1-34 0,1 0-3 0,-3 0 54 16,-1 7-66-16,1 3-34 0,-1 5-24 15,1 5-10-15,1 6 14 0,2 9-15 16,1 6 11-16,0 4-10 0,3 7-2 16,6-1-2-16,1 1-13 0,3-7-4 0,4-6-29 15,9-7-43-15,9-8-42 0,8-12-16 0,8-5-65 16,7-7-157-16,6 0-313 0,-11-7-577 16,19-11-708-16</inkml:trace>
  <inkml:trace contextRef="#ctx0" brushRef="#br0" timeOffset="55213.702">18096 6129 1843 0,'0'0'1859'16,"0"0"-1613"-16,0 0-162 0,0 0 86 16,0 0 140-16,-94-10-23 0,74 25-5 15,2 6-103-15,0 5-69 0,2 3-13 16,2 2-15-16,1-1 18 0,4-3-18 15,2-7-46-15,7-3-36 0,0-10-22 0,0-1-18 16,6-6 4-16,3 0 24 0,5-3 0 16,2-6-9-16,2-4-19 0,5-4-32 15,-1-3-4-15,1-2-6 0,-1-1 0 0,-2-1 30 16,0 4 0-16,-3 2 6 16,-3 2 10-16,-4 4 36 0,-2 7-1 0,-4 3-10 15,2 2 11-15,-3 11 61 0,2 4 37 0,0 6-28 16,5 4-21-16,-4 0-13 0,4 2 13 15,2-3-7-15,1-2-30 0,5-1-12 16,1-7-3-16,4-3-15 0,3-5-18 0,3-5-7 16,1-1-60-16,2-6-43 0,-2-2-50 15,2-4-204-15,-6-4-293 0,-4 0-467 16,-7 2-422 0</inkml:trace>
  <inkml:trace contextRef="#ctx0" brushRef="#br0" timeOffset="55651.53">18667 6252 3436 0,'0'0'515'16,"0"0"-351"-16,0 0-99 0,0 0 109 15,0 89 145-15,-2-62 37 0,-5 3-140 16,1 0-91-16,-1 1-67 0,0-1-27 16,-2-2-31-16,-1 2-3 0,3-6-24 15,1-5-10-15,3-5-75 0,3-7-80 0,0-5-41 0,8-2-38 16,6-11-138-16,1-6-189 0,5-5-373 15,-6 1-392-15</inkml:trace>
  <inkml:trace contextRef="#ctx0" brushRef="#br0" timeOffset="56053.875">19056 5722 1922 0,'0'0'334'15,"0"0"276"-15,-2 67-203 0,-5-31 87 16,-1 6 12-16,-3 5-70 0,1-1-117 16,-2 0-118-16,1-2-110 0,-4 0-85 15,1-2-6-15,-3 1-24 0,1-5-28 0,1-3-33 16,4-9-37-16,6-5 6 16,5-9 8-16,0-5 28 0,10-7 68 15,2 0 0-15,3-1-22 0,4-7 32 0,0-1 2 16,2 1 0-16,1 1 28 15,-2 0-13-15,3 5-12 0,0-1-2 16,0 3 0-16,2 0 2 0,-1 0-3 0,-1 3-12 16,-1 2-3-16,-5 0-16 0,0 3 6 15,-6 0 13-15,-3 1 6 0,-2 2 6 16,-2 1 0-16,-4 1 30 0,0 0 7 16,-5 0-3-16,-4 3 28 0,-3-2 14 0,-3 2-30 15,-1-3-24-15,-2-2-21 0,-1-1-1 16,1-3 0-16,-1-3-2 15,2-4-20-15,1 0-64 0,3-3-55 0,0-7-72 0,2-3-163 0,3-3-182 16,-2-3-210 0,5 1-616-16,0-7 163 0</inkml:trace>
  <inkml:trace contextRef="#ctx0" brushRef="#br0" timeOffset="56293.807">19568 6120 931 0,'0'0'2017'0,"0"0"-1780"0,0 0-135 0,57 77 96 16,-43-51 156-1,0-2-96-15,-2 0-96 0,-1-1-84 16,-3-1-25-16,0-2-41 0,-2 4-11 16,-3 0 61-16,-3-1-25 0,0 2 9 15,-14-1-15-15,-3 1-31 0,-8-2-49 0,-4-2-35 16,-5 1-58-16,-2-2-14 15,-1-2-30-15,1-3-132 0,2-6-200 0,4-5-281 16,10-4-840-16,-6-6 951 0</inkml:trace>
  <inkml:trace contextRef="#ctx0" brushRef="#br0" timeOffset="56900.342">20212 6004 443 0,'0'0'408'15,"0"0"1064"-15,0 0-1065 0,0 0-70 16,0 0-62-16,0 0 20 0,0 0 20 16,0 0 8-16,0 0-29 0,-41 75-72 15,26-45-48-15,3 3-18 0,2 0 51 16,1 5-76-16,5-1-52 0,3 1-49 16,1-3 3-16,0-1-33 0,8-2-1 15,1-2-29-15,2-6-27 0,6-2 20 16,1-3-30-16,2-6-6 0,4-4-79 0,2-4-49 15,2-3-78-15,1-2-179 16,-6-4-295-16,9-12-763 0</inkml:trace>
  <inkml:trace contextRef="#ctx0" brushRef="#br0" timeOffset="57797.27">20942 6169 434 0,'0'0'202'15,"0"0"-78"-15,0 0 504 0,0 0 357 16,0 0-594-16,0 0-92 0,0 0-37 16,0 0 4-16,-3-68-35 0,-2 59-21 15,-1 1-40-15,-3 3-49 0,1 4-9 16,-3 1 46-16,-3 2-14 0,-3 12-24 16,-2 6-28-16,-2 9 18 0,-1 6-21 15,0 3-10-15,4-1 115 0,2-2-87 0,4-9-71 0,5-4-9 16,4-10-12-16,3-4-15 0,0-5-3 15,10-3-30-15,5-2 18 0,5-7-21 16,4-7-7-16,2-3-60 0,3-4 18 16,0-3-31-16,-2 1 3 0,-1-1 12 15,-2 3 22-15,-3 2-7 0,-2 6 37 16,-5 4 15-16,0 6 34 0,-5 5 0 16,-2 5 34-16,-1 9 52 0,0 4 30 15,-2 7-9-15,-3 1-15 0,-1 1-16 16,0-2-3-16,2-3-6 0,-1-4-64 0,5-4-3 15,0-4-49-15,4-5-21 0,2-4 15 0,1-1-39 16,2-4-87-16,4-8-191 0,-6 3-600 16,4-12-652-16</inkml:trace>
  <inkml:trace contextRef="#ctx0" brushRef="#br0" timeOffset="57998.12">21365 5722 1929 0,'0'0'266'15,"0"0"161"-15,0 0 180 0,0 0-102 0,0 0-109 16,8 89-60-16,-8-64-77 0,0 5-136 0,0-4-123 16,-1 3-6-16,-1-3-59 0,2 2-39 0,0 0-103 15,0-1-141-15,0-4-642 0,0 6-333 16</inkml:trace>
  <inkml:trace contextRef="#ctx0" brushRef="#br0" timeOffset="58172.098">21669 6354 737 0,'0'0'2546'0,"0"0"-2127"0,0 0-283 0,-20 68-36 16,12-46 45-16,5-3 49 0,-1-3-194 31,4-3-91-31,0-2-194 0,4-4-288 0,1-1-497 0,8-6-1003 0</inkml:trace>
  <inkml:trace contextRef="#ctx0" brushRef="#br0" timeOffset="58598.604">22279 5647 2654 0,'0'0'1043'15,"0"0"-1030"-15,0 0 40 0,0 0 300 16,6 88 115-16,-6-51-117 0,-5 4-58 16,-5 6-86-16,-3 3-113 0,-6 6-67 15,-5 1-14-15,-2 4-13 0,-1-9-21 16,2-2-19-16,6-8 1 0,7-11-28 15,6-9-6-15,3-9 3 16,3-7 6-16,3-6 28 0,6 0-1 0,4-3 8 16,7-6 28-16,3-7-26 0,1-1-22 15,2 1-27-15,-1 0-10 16,-3 6 62-16,-4 3 8 0,-1 6-9 0,-3 1 24 0,-1 4 2 0,-3 3 10 16,-3 5 29-16,0-1 18 0,-2 0-15 15,-2 3-3-15,-3 0-4 0,0-1 7 16,0 2 9-16,-2-3-9 0,-4 0-16 15,-2 0-9-15,-1-1-17 0,-5-1-1 16,-1-1-2-16,-5 3-1 0,0-5-9 16,-3-1 0-16,-1 0 10 15,-2-2-19-15,2-1-13 0,1-3-39 16,3 0-65-16,3-1-55 0,1-7-206 16,4-5-321-16,1-3-695 0,5-2-303 15,6-15 1259-15</inkml:trace>
  <inkml:trace contextRef="#ctx0" brushRef="#br0" timeOffset="58823.585">22702 5748 973 0,'0'0'511'16,"0"0"-231"-16,0 0-105 0,0 0 989 0,-9 74-864 0,3-48-100 0,0 4-1 15,-2 1-42-15,0-1-49 0,-1-2-40 16,-1-1-68-16,-2-1-28 0,2-2-63 16,-1-3-180-16,2-2-135 0,3-9-373 0,3-3-787 0</inkml:trace>
  <inkml:trace contextRef="#ctx0" brushRef="#br0" timeOffset="59120.978">22994 5992 1441 0,'0'0'152'16,"0"0"261"-16,0 0 656 0,0 0-603 15,0 0-97-15,48 73-68 0,-39-56-71 16,-1 1-26-16,0 1-13 0,-1 0-23 15,-3 0-55-15,2 5-34 0,-2 0-18 16,-2 3-9-16,-2 0 3 0,0 2-16 16,-3-3-36-16,-6 2-3 0,-2-2-48 15,-3 3-56-15,-3-2-5 0,3-1-20 16,-3-3-18-16,3-4-34 0,0-1-44 16,4-5-42-16,0-2-66 0,3-5-129 0,1-4-194 0,3-2-531 15,0-1-196-15,3-12 1208 0</inkml:trace>
  <inkml:trace contextRef="#ctx0" brushRef="#br0" timeOffset="59434.102">23509 6163 2247 0,'0'0'1632'15,"0"0"-1632"-15,0 0-54 0,0 0 54 0,104-39 171 16,-77 32 8-16,-1 4-26 0,0 2-76 15,4-1-55-15,-1 2-22 0,-1 0 0 16,-3 0-34-16,-5 0-97 0,-5 0-53 16,-5 0-96-16,-6 2-323 0,-4 1-1010 0</inkml:trace>
  <inkml:trace contextRef="#ctx0" brushRef="#br0" timeOffset="59579.879">23523 6336 2463 0,'0'0'1435'15,"0"0"-1143"-15,0 0-162 16,0 0 41-16,104 6 94 0,-68-6-57 0,4-4-70 16,4 1-123-1,2-2-15-15,-3 0-67 0,1-1-209 0,-4 1-134 0,-13 2-378 0,6-1-1113 16</inkml:trace>
  <inkml:trace contextRef="#ctx0" brushRef="#br0" timeOffset="60129.259">25192 5986 567 0,'0'0'176'16,"0"0"-19"-16,0 0 227 0,0 0 403 0,0 0-269 0,0 0-126 16,0 0-18-16,0 0-40 0,0 0-39 15,0 0-41-15,0 0-30 0,-6-30 1 0,4 30-13 16,-7 1-41-16,0 5-94 0,-4 4-26 15,-7 6-11-15,0 6 9 0,-3 5 15 16,-2 7 42-16,3 1 42 0,3 2-45 16,1 0-39-1,7-1-31-15,2-5-33 16,6-1-12-16,3-1-33 0,0-2-34 0,12-5-33 16,2-1-31-16,5-6-21 0,1-3-28 15,6-1-37-15,2-6-113 0,0 0-220 16,6-5-444-16,-12 0-297 0</inkml:trace>
  <inkml:trace contextRef="#ctx0" brushRef="#br0" timeOffset="60517.434">25785 6042 1554 0,'0'0'1502'16,"0"0"-1272"-16,0 0-36 15,0 0-32-15,0 0 134 0,0 0 5 16,-97 28-3-16,68 3-48 0,-2 7-21 16,0 4-12-16,3-1-10 0,2-4-47 0,8-8-75 15,5-6-52-15,8-11-33 0,3-4-26 16,2-4-10-16,7-4-22 0,9 0 7 16,6-6 39-16,6-9-28 0,6-1-42 15,-1-6-27-15,1-1 12 0,-3-2 36 0,-3 2 12 16,0 2 15-16,-6-2-24 0,-4 5 18 15,-5 2 4-15,-1 3 11 0,-6 5 25 16,-4 3 0-16,-2 5 25 0,0 0 5 0,0 0-2 16,0 8-16-16,0 7 19 0,-2 4 39 15,-4 5 15-15,3 6-21 0,0-4 6 16,0-1-3-16,3-2-55 0,0-4-12 0,10-3-33 0,0-5-22 16,5-5-21-16,-2-3-19 0,1-3-17 15,2 0-57-15,-1-8-77 0,2-3-216 16,-6-1-512-16,8-10-515 0</inkml:trace>
  <inkml:trace contextRef="#ctx0" brushRef="#br0" timeOffset="61285.698">26388 6286 121 0,'0'0'94'0,"0"0"99"0,0 0-30 0,0 0-163 0,0 0-4 16,0 0 4-1,0 0 20-15,0 0-20 0,0 0-411 16,0 0 255-16</inkml:trace>
  <inkml:trace contextRef="#ctx0" brushRef="#br0" timeOffset="62289.615">26273 6280 117 0,'0'0'278'0,"0"0"-177"16,0 0-10-16,0 0 629 0,0 0-261 15,0 0-242-15,0 0-51 0,0 0 57 0,0 0 26 16,0 0 25-16,0 0-8 0,19 2-33 0,-18-6-27 15,4-2-29-15,-1-2-1 0,0-2-15 16,2-2-40-16,-3-2-12 0,1 0-13 16,-2-3-40-16,-2-1-19 0,0-1-6 15,-3 0 3-15,-4 0-28 0,0 4-5 16,1 4-1-16,1 1 3 16,-1 4 0-16,2 4 31 15,2-1 22-15,-4 1-17 0,1 1-39 0,-3 1-19 16,-1 0 4-16,-2 0-10 0,0 6 22 15,-3 2 2-15,2 4-8 0,-5 5 9 0,3 4 40 16,-5 3 12-16,3 2-12 0,-1 5-16 16,2-1 19-16,0-1 6 0,4-3 126 15,1-2-59-15,5-3-59 0,3-7-32 0,2 0 11 0,0-5-18 16,0-2-5-16,5-6 2 16,3 1-15-16,2-2-15 0,6 0 13 0,2-8-29 15,4-1-27-15,4-7-45 0,0-3-4 16,1 0-6-16,-2 0 21 0,-2 0-6 15,-3 0-10-15,-4 0 22 0,-4 3-7 16,-4 2 28-16,-2 3 34 0,-1 5 31 0,-4 3 1 16,-1 3 33-16,0 0 25 0,0 0-3 15,0 7-16-15,0 3 3 0,-1 4 40 16,-1 3 12-16,1 1-6 0,1 0-36 16,0-2-32-16,0-4-21 0,6-2 0 0,3-3-3 15,5-2-31-15,-1-5-76 16,5 0-50-16,2-5-13 15,2-5-54-15,-2-4-282 0,0 0-204 16,-7 1-497-16,2-8-261 0</inkml:trace>
  <inkml:trace contextRef="#ctx0" brushRef="#br0" timeOffset="62752.374">26757 5809 1941 0,'0'0'94'0,"0"0"938"16,0 0-726-16,0 0 2 0,-26 70 16 0,16-45 11 0,-2 3-50 16,1-1-61-16,1 0-56 0,0-2-76 15,2 0-70-15,-1 0-22 0,0-1-39 16,4-2-59-16,-3 0-31 0,-1-1-46 16,-2-2-44-16,2 0-85 0,-1-2-143 15,0 0-115-15,2-5-224 0,-3 1-530 0</inkml:trace>
  <inkml:trace contextRef="#ctx0" brushRef="#br0" timeOffset="63066.864">27046 6397 1638 0,'0'0'2241'16,"0"0"-1809"-16,0 0-317 0,0 0-32 0,0 0 87 15,0 0 186-15,0 0-52 0,0 0-133 16,-28 77-123-16,15-57-48 0,-5 3 0 15,3-4-30-15,-1 0-28 0,6-1-39 16,1-2-74-16,3-2-70 0,6-4-56 16,0-5-84-16,0-2-175 0,5-3-256 15,5-4-646-15</inkml:trace>
  <inkml:trace contextRef="#ctx0" brushRef="#br0" timeOffset="63476.276">27646 5817 2005 0,'0'0'1118'16,"0"0"-894"-16,0 0 106 0,-30 76 211 16,12-38 31-16,-4 3-141 0,0 3-146 0,2-1-115 15,-1-1-64-15,3-2-36 0,3-2-46 16,-2-1-24-16,3-3-6 0,3-3-22 15,3-6 1-15,1-8 0 0,7-2-15 0,0-6-4 16,0-6-8-16,7 0-37 0,2-3-15 16,4 0 51-16,6 0 7 0,2-8-16 0,3 1 6 15,2-1-28-15,-1 0 22 0,-2 4 12 16,0 3 16-16,-5 1 11 0,-1 0 7 16,-2 6 3-16,-4 2 2 0,-2 3 13 15,-4 0 3-15,-2 1 28 0,0 0-19 0,-3 0-9 16,0 0 22-16,-7-2 8 0,-3 1 7 15,-3 1-3-15,-3-2 2 0,-3-1-5 16,-4-1 3-16,2-4-10 0,-2 0-12 16,-2-4-15-16,4 0-11 0,0 0-32 15,3-4-27-15,2-4-30 0,-2 2-60 0,7-3-92 16,-2 1-229 0,4-1-516-16,3-5-534 0</inkml:trace>
  <inkml:trace contextRef="#ctx0" brushRef="#br0" timeOffset="64124.817">28212 5797 3827 0,'0'0'399'16,"0"0"-399"-16,0 0 0 0,0 0 25 16,0 0 204-16,0 0 34 0,-28 70-15 15,11-27-86-15,-6 8-43 0,0 6 39 0,-2 2 45 0,3-4-100 31,1-1-31-31,1-6-33 0,2-6-17 0,3-4-22 0,5-7-2 16,1-6-20-16,3-7 19 0,5-5-15 0,1-4-27 16,0-4-34-16,1-1-15 0,6-3-45 15,1-1-7-15,6 0 37 0,5 0 2 16,4 0 37-16,0 0-7 16,1-3 19-16,-1 2 15 0,0 1 9 15,-7 0 19-15,2 6 15 0,-5 4 32 16,-1-3-8-16,-4 5-8 0,1 0 2 0,-7-1 10 15,1 1 17-15,-1-1 1 0,-2 1 0 16,0-4 12-16,-5 3-6 0,-2-4 6 16,-5-1 15-16,-3 0 3 0,-3 0-3 15,-5-4-25-15,3 2-23 0,-3-4-25 0,7 0-21 16,1-6-76-16,4-4-55 0,6-2-70 0,5-6-39 16,0-6-168-16,14-5-306 0,0 3-322 15,17-20-496-15</inkml:trace>
  <inkml:trace contextRef="#ctx0" brushRef="#br0" timeOffset="64298.722">28650 5982 2380 0,'0'0'737'15,"0"0"-348"-15,0 0-89 0,-52 90 133 16,32-59-21-16,0-3-93 0,6-5-172 15,0-3-135-15,4-2-12 0,1-4-76 0,3 1-83 16,0-7-93-16,3 2-101 0,0-7-326 16,3-3-660-16</inkml:trace>
  <inkml:trace contextRef="#ctx0" brushRef="#br0" timeOffset="64562.889">29235 5954 1542 0,'0'0'1154'16,"0"0"-836"-16,0 0 18 0,18 90 155 16,-15-55 16-16,-3 2-68 0,0 2-109 0,0 3-111 15,-5-3-79-15,-5 3-43 0,0-4-39 16,-4-1-32-16,-1-2-26 0,-3-3-15 15,-5 1-6-15,-4 0-1 0,-6-2-35 16,-8-1-95-16,-5-2-40 0,-8-1-21 16,-5-1-17-16,-3-2-85 0,-5-3-138 15,17-3-191-15,-30-2-497 0</inkml:trace>
  <inkml:trace contextRef="#ctx0" brushRef="#br0" timeOffset="78907.008">10203 2839 924 0,'0'0'296'15,"0"0"-91"-15,0 0-35 0,0 0-53 0,0 0-4 16,0 0-12-16,0 0 304 0,0 0-291 16,0 0-98-16,0 0-14 0,17-5 30 15,-15 3 36-15,1-1 22 0,-2 1 39 16,3-1 0-16,1 0-30 0,-1 1-15 0,2-1-14 0,-2 0-13 16,0 1 4-16,-2 1 28 0,1-2 23 15,-2 2-1-15,1-1-4 0,-1 2 19 16,-1 0 6-16,0 0-15 0,0 0-17 15,0 0-6-15,0 0-4 0,0 0-7 16,0 0-12-16,0 0-6 0,0 0-3 16,0 0-19-16,0 0-3 0,-1 0-12 0,-2 2-7 0,0-1-18 15,0-1 0-15,-2 1-2 0,1 1-1 16,-3-1-18-16,1 1 6 0,-2 1 10 16,-1 1 0-16,-2 1 1 0,0 0 0 15,1 2-3-15,-1 0 3 0,1 0 0 16,2 0-10-16,-3 2-13 0,2 1-1 15,-1 1 0-15,0 2 23 16,3 1-13-16,-2-2-1 16,3 3-5-16,-2-2 2 0,4-1 4 0,-1-1-19 15,2-1 31-15,2 0 0 0,-1 0-22 16,2-2 25-16,0-1 0 0,0 1 0 16,0 0-1-16,0-3 1 0,0 2 0 15,2-1-1-15,-1 0-11 0,2 0 9 16,-1 0-14-16,1 1 17 0,0-1 3 0,-2 1-1 0,2 0 0 15,2 2 0-15,-2-3 8 0,-1 0-10 16,2-2-19-16,-1 1 17 0,1-3-9 0,2 1 11 16,1-2 3-16,-1 0 12 0,3 1 1 15,-2-2 15-15,1 0 9 0,0 0-16 16,-1 0 4-16,0 1-16 0,3-1-9 16,-1 0-3-16,-2 2 0 15,2-2-3-15,-1 0 2 16,1 0 0-16,-2 0 0 0,-1 0 0 0,3 0 1 15,-1 0 0-15,1 0 3 0,2-2 22 16,-2 1-9-16,1-2-16 0,-2 2-1 16,0-1-1-16,-1 2-10 0,1 0 9 15,-4 0 1-15,3 0-13 0,-3 0 15 16,-1 0 0-16,0 0 1 0,0 0-1 0,-2 0 0 16,1 0 0-16,2 0 1 0,-2 0 14 15,1 0-13-15,-2 0 1 0,5 0 12 16,-4 0-14-16,3 0 0 0,-1 0 0 15,-1-1 2-15,2-1-3 0,-3 2-12 0,3 0-3 16,-1 0-10-16,-3 0-2 0,2 0-4 16,-1 0 12-16,-1 0 4 0,1 2 12 0,-2-1-13 15,1-1 14-15,-1 2 2 0,2-1-1 0,-1 2-1 16,-1-3-10-16,1 1 10 0,1 1-11 16,-2-2 10-16,1 2-22 0,-1-2-21 15,0 2-44-15,0-1-72 0,0 2-99 16,0-1-115-1,-1 1-38-15,-2 0-126 0,0 0-535 16,-3 0-408-16,15-28 1483 0</inkml:trace>
  <inkml:trace contextRef="#ctx0" brushRef="#br0" timeOffset="113068.975">10612 3834 85 0,'0'0'391'16,"0"0"-208"-16,0 0-183 0,0 0-20 15,0 0 20-15,0 0 753 0,0 0-340 16,0 0-115-16,0 0-58 0,0 0-27 0,-5-7-6 0,5 7-27 16,0 0-29-16,0 0-27 0,0 0-25 0,0 0-26 15,0 0 1-15,0 0-1 16,0 0 6-16,1 0-6 0,7 0 5 0,1 0 29 31,4 0 19-31,3 0-25 0,0-2-35 0,4 0-20 0,-1 2-24 16,0 0-22-16,-1 0-18 0,1 0 2 15,-2 0-3-15,0 0 1 0,-2-2-7 0,4-1-32 16,-3-1-81-16,-1-4-36 0,0-2-31 16,-2 1-129-16,-5-2-192 15,0 2-257-15,-5-4-646 0</inkml:trace>
  <inkml:trace contextRef="#ctx0" brushRef="#br0" timeOffset="113602.521">10782 3485 251 0,'0'0'209'0,"0"0"-147"0,0 0-13 0,0 0-10 15,0 0 976-15,0 0-603 0,0 0-81 31,0 0-111-31,0 0-53 0,0 0-38 0,-50 24-36 16,43-12-22-16,-4 2-26 0,3 3-1 16,-2 0-5-16,1 0 18 0,3 1 4 15,-1-1-17-15,2 0 7 0,0 2 0 16,4-3-29-16,-1 3 1 0,2 2 2 0,0-2-22 16,0 3-1-16,3 3 36 0,3-1-12 15,1 0-23-15,0 0 25 0,2-1-2 0,2-1 34 16,-2 1-25-16,3-1-13 0,-1-1 19 0,-1 1-16 15,-1-2 19-15,1 2-22 0,-3-3-6 16,0 3-13-16,-2-2 12 0,-1-1-12 16,-1 0 0-16,-1-2 12 0,0 1-14 15,-1-2 15-15,2-1-16 0,-3-3 16 16,0 0-15-16,0-1-1 0,0-2 0 0,0-3 0 16,0 1 19-16,0-4 21 0,-4 1-4 15,-1 1 5-15,-1-2-4 0,-2 0 10 16,1-2-22-16,-3 1-11 0,0-2-14 15,-2 0-28-15,0 0 9 0,0 0 1 16,-1 0-13-16,0-2 29 0,0-4 1 16,2 2-35-16,-1-2 11 15,2 1-32-15,0 0 0 0,1 0-6 16,3 1-69-16,-2-1 12 0,4 1-99 16,1-2-23-16,1 2-188 0,2-2-161 0,0-3-612 15,0 3 405-15</inkml:trace>
  <inkml:trace contextRef="#ctx0" brushRef="#br0" timeOffset="114820.108">14512 3529 792 0,'0'0'0'0,"0"0"0"0,0 0 1248 0,0 0-734 16,0 0-102-16,0 0-25 0,0 0 0 0,0 0-59 16,0 0-42-16,0 0-57 0,0 0-35 15,10-22-56-15,-16 18-43 0,-1 0-28 16,0 1-30-16,-2-1-25 0,-1 3 4 16,-1 1-16-16,-4 0-15 0,-1 8-21 15,-4 6-10-15,1 5 3 0,-4 1 25 16,3 5 17-1,1 0 0-15,4-1 0 0,1-2-15 16,5-6 15-16,4-3-2 0,2-5-15 0,3-4 15 16,0-3-22-16,0-1-30 0,3 0-9 15,6 0 24-15,-1-1 18 0,4-6-21 16,2-1-15-16,-2-2-7 0,1-2 6 16,-2 2 13-16,0 0 6 15,-3 2 15-15,-1 1 12 0,-2 3 12 0,-1 1-1 0,-1 0 1 16,0 3-14-16,-2 0-1 0,2 0 1 0,0 0 3 15,0 0 12-15,3 0 38 0,-1 3-1 16,3 1-3-16,-1 3 6 0,4 3-6 16,-2 1-18-16,1 4 18 0,0 1 0 15,0 1 21-15,-1 2-9 0,1 2 22 16,-1-2-28-16,-4 3-9 16,1-1-13-16,-1 4 10 0,-2 0-13 15,-2 3-13-15,-1 2 0 0,0-1-2 16,-1 2-14-16,-5-1 11 0,0 0-13 0,-1-5 13 15,1 1 2-15,0-5 1 0,3 0 1 16,-1-5 30-16,1-3 21 0,0 2-22 16,0-2-11-16,0-1-5 0,0 1-14 15,-2-1-2-15,-1-2 1 0,0 1 1 0,-1-1 0 16,-2 0 1-16,-2-1 0 0,1 0-1 16,-3-4 15-16,0 2 4 0,-2-4 2 15,0 0 7-15,0-3 14 0,-1 0 10 16,-1 0 18-16,-2-8-15 0,1-1-22 0,0-1-14 15,3-2-7-15,1-1-12 0,2-2-35 16,3-2-10-16,2 1 14 0,4-3 1 0,1 3 15 16,2 1 15-16,0-1 12 0,6 2 0 15,3 1-12-15,2-2 1 0,2 2 14 16,4-1 0-16,-1 3-11 0,3-2 8 16,1 1-10-16,2 0 0 0,2-1-2 15,1-1-1-15,-2 3-1 0,2-1-1 16,-1 2 0-16,-3 1-10 15,-2 3 12-15,0-1 0 0,-3 5-1 16,-2-2-1-16,-2 3-15 0,-1-1-15 16,-5 2-44-16,1 0-48 0,-4 0-34 0,-3 0-44 15,0-1-85-15,0-1-310 16,0 0-798-16</inkml:trace>
  <inkml:trace contextRef="#ctx0" brushRef="#br0" timeOffset="127222.493">3189 5817 1855 0,'0'0'94'0,"0"0"402"0,0 0-293 0,0 0-36 16,0 0 87-16,0 0 103 15,-15 92-27-15,15-60-69 16,6 5-107-16,0 1-129 0,2-1 171 15,0 2-88-15,-2 1-68 0,-1-2-38 16,1 2-2-16,-2-5-1 0,1-5 1 0,-2-8-12 16,-1-6 9-16,1-6-22 0,0-3 10 15,0-5-32-15,0 1-71 0,-1-3-25 16,2 0-206-16,-2-3-110 0,1-3-181 16,2-14-540-16</inkml:trace>
  <inkml:trace contextRef="#ctx0" brushRef="#br0" timeOffset="127611.799">2987 5716 1186 0,'0'0'442'0,"0"0"-185"0,0 0 22 16,-79 32-91-16,58-10-65 0,0 4 536 16,1 5-273-16,4 5-159 0,0 4-82 15,6 6 41-15,3 4 23 0,2 7-35 16,5 6-29-16,0 3-37 0,6 1-47 0,4-1-30 15,5-4-3-15,1-6-28 0,2-6 0 16,1-13-22-16,4-7-27 0,5-11 21 0,0-6 25 16,4-8 0-16,4-5-12 0,2-2 12 0,2-13 1 15,0-4 2-15,-1-7-2 0,0-4-17 16,-2-5-27-16,0-6 12 0,-6-1-12 16,-1-2 21-16,-4-4 10 0,-5-1-50 15,-4-4-38-15,-5-4 13 0,-9 0-6 0,-3-4-4 16,-9 4-20-16,-9 1-47 0,-5 8 57 15,-4 5 75-15,1 11-6 0,-1 6 41 0,-2 11 82 16,2 6 38-16,-5 6-16 0,0 3-32 16,-5 8-6-16,-2 9-25 0,-3 6-16 15,-3 7-23-15,0 5-2 0,-2 5-21 16,2 6-27-16,-2 4-31 0,2 4-47 16,-1 5-196-16,14-15-429 0,-13 29-694 0</inkml:trace>
  <inkml:trace contextRef="#ctx0" brushRef="#br0" timeOffset="128535.105">3438 9059 1732 0,'0'0'827'16,"0"0"-345"-16,0 0-229 0,0 0-78 0,0 0 129 15,0 0 79-15,0 0-140 0,0 0-61 32,0 0-31-32,0 0-56 0,89-70-21 15,-54 59-34-15,0 3-40 0,-4 3-28 16,-2 5 28-16,-3 0 10 0,-6 0 14 16,-1 6-24-16,-6 2-2 0,-3 2-44 0,-3 2 0 15,-5 5 3-15,-2 3 31 0,-5 5-31 16,-9 5 9-16,-2 3 16 0,-4-2-1 15,0 0 16-15,1-1-22 0,-1-5 22 0,1 0 3 16,-1-4 19-16,3-2-17 0,-1 1-2 16,4-4-11-16,4-3 1 0,7-1 10 0,3 0 34 15,0-2 15-15,10 3 65 0,7 1-31 16,2 3-31-16,7-3-3 0,3-3-31 0,0-2-18 16,0-3-28-16,-2-6-8 0,2-1-13 15,-2-9-15-15,-1-5-10 0,-1-5-31 16,-2-6 16-16,-2-7-118 0,-5-5-129 15,0-4-268 1,-6 1-546-16,-4 5-471 0</inkml:trace>
  <inkml:trace contextRef="#ctx0" brushRef="#br0" timeOffset="128951.393">3329 8735 1623 0,'0'0'305'16,"0"0"-178"-16,0 0-66 0,0 0 11 0,-91 69 461 15,75-38-164-15,0 9-116 0,4 6-12 16,4 9 46-16,2 7-16 0,6 10 30 16,0 5-66-16,6 1-35 0,7 0-75 0,0-2-30 15,7-7-31-15,0-3-3 0,3-7-42 16,3-7-19-16,3-2-2 0,4-8 0 16,2-3 1-16,6-6-1 0,3-8-1 0,5-5-15 15,-3-7 2-15,6-7 1 0,-3-6 3 0,1-6-9 16,2-13 5-16,-1-7-5 0,2-10 3 15,-1-10-10-15,-5-4-5 0,2-9-25 16,-7-5-28-16,1-4 6 0,-5-2-9 16,-5-4 0-16,-6 0 8 0,-11 2-21 15,-7-3 6 1,-9 2-9-16,-16 0 58 0,-10 3 10 16,-10 1 12-16,-9 7 9 0,-5 5-12 0,-2 8 12 0,0 11 16 15,2 9 66-15,2 7 2 0,2 11 51 16,3 9-39-16,1 2-27 0,3 12-25 15,3 6-14-15,0 4-14 0,3 9-15 16,-2 0-13-16,6 6-37 16,-1 3 3-16,7 1-31 0,4 2-105 0,9-2-240 0,3-10-286 15,7 15-681-15</inkml:trace>
  <inkml:trace contextRef="#ctx0" brushRef="#br0" timeOffset="129236.405">4705 8894 962 0,'0'0'329'0,"0"0"136"0,0 0 35 0,95-56-122 16,-65 42 50-16,-4 0-20 0,-4 5-67 15,-2 1-41-15,-1 3-107 16,-6 3-60-16,-3 2-28 0,0 0-15 15,-4 2-19-15,-2 7 24 0,-1 3 49 16,-2 5 18-16,1 7-58 0,-2 2-25 16,0 8-3-1,0-1-46-15,0 4-30 0,-3 3-14 0,0 2-16 16,-3 0-37-16,0 4-61 16,-5-1-46-16,1 3-26 0,-2-2-24 0,1-3-111 0,1 0-282 0,1-1-587 0,1-13-416 15,2 13 1225-15</inkml:trace>
  <inkml:trace contextRef="#ctx0" brushRef="#br0" timeOffset="129387.077">4941 9806 473 0,'0'0'2633'31,"0"0"-2174"-31,0 0-206 0,0 0-4 16,22 69 102-16,-16-57-48 0,1-3-110 0,0-4-95 16,0 0-30-16,2-3-68 15,5-2-31-15,1 0-73 0,0-2-108 0,2-5-106 16,0 0-147-16,-6-1-573 0,3 2-934 0</inkml:trace>
  <inkml:trace contextRef="#ctx0" brushRef="#br0" timeOffset="132362.277">7658 8921 78 0,'0'0'1624'0,"0"0"-495"0,0 0-990 0,0 0-117 0,-78-45 189 15,57 40 120-15,0 0-40 0,1 1-77 16,3-1-79-16,-2 4-42 0,0 1 25 16,3 0 3-16,-1 1 9 0,0 6 2 15,-3 5-9-15,-2 7-19 0,0 5-22 16,-2 8-2-16,-1 5 8 0,4 4 31 15,2 4 2-15,3 5-60 0,3 4-40 16,6 3 2-16,1 2-23 16,6-2-3-16,2-2-27 0,12-6-15 15,2-5 20-15,4-8-2 0,5-5-10 16,0-5-8-16,4-6-104 0,1-4-28 16,7-5-7-16,3-7-105 0,-7-3-384 15,22-7-1044-15</inkml:trace>
  <inkml:trace contextRef="#ctx0" brushRef="#br0" timeOffset="132709.671">8123 9182 238 0,'0'0'3312'16,"0"0"-2811"-16,0 0-331 0,0 0 1 16,-76 0 217-16,57 11-60 0,0 3-112 0,1 7-119 0,-1 4-69 15,3 6 11-15,5 4-5 0,2-3-16 16,2 3-18-16,7-6-43 0,0-7-33 0,0-5-30 15,8-6 0-15,1-5 14 16,1-5 4-16,3-1 8 0,2-3 4 0,0-9 5 16,1-4-12-16,0-4-6 0,0-4 24 15,0-1-28-15,-2-1-15 0,-1 1 35 16,-1 4 71 0,-4 1 4-16,1 6 29 0,-5 2 25 15,-2 7 50-15,-1 0 26 0,1 4-18 16,1 1-37-16,-2 6-76 0,6 7 36 15,-2 7 125-15,2 4 12 0,0 2-16 0,-1 4-30 16,1-6-28-16,1-1-79 0,0-6-21 16,0-3-42-16,5-5-70 0,2-4-65 0,3-4 1 15,3-1-54-15,2-12-192 0,-3 0-731 16,5-16-1006-16</inkml:trace>
  <inkml:trace contextRef="#ctx0" brushRef="#br0" timeOffset="133026.177">8419 9124 1421 0,'0'0'575'0,"0"0"31"0,0 0-223 0,0 0 150 16,14 88 47-16,-10-53-46 0,2 2-74 15,2 1-144-15,0 2-140 0,-1-5-103 16,1-3-64 0,-1-4-9-16,1-7-39 0,1-4-64 15,3-9-22-15,2-4 31 0,2-4 18 16,4-6-16-16,3-7 13 0,3-4 3 0,-3-8-34 15,0-2 36-15,-3 1 40 16,-2-4 32-16,-1 5-4 0,-4 2 6 0,-2 0 3 16,-2 5 49-16,0 5 19 0,-3 5-4 0,-4 4-6 15,5 4-18-15,-4 2-31 0,3 8 55 16,0 4-9-16,3 5-6 0,1 5-9 16,-2 1 11-16,1 2 10 0,-1 2-36 0,1-4-25 15,-3 1-3-15,1-1-64 0,0-5-104 16,-2 1-12-16,-2-5-19 0,1 1-109 15,-3-3-234-15,1-3-470 0,-2 2-693 0</inkml:trace>
  <inkml:trace contextRef="#ctx0" brushRef="#br0" timeOffset="133826.84">10448 9149 414 0,'0'0'261'15,"0"0"1423"-15,0 0-1180 0,0 0-139 16,0 0-69-16,0 0 7 0,0 0-26 16,-66 98-40-16,61-55 4 0,2 6-31 15,3 2-17-15,0-4-22 0,5-6-40 16,2-7-49-16,6-11-46 15,1-9 7-15,2-7-28 0,4-6 6 16,6-2-6-16,6-17-15 0,3-6-9 16,-1-8-42-16,1-7-56 0,-4-4-33 15,-3 0-9-15,-4 2 39 16,-1 4 9-16,-9 7-7 0,-3 3 22 0,-8 5 58 16,-3 5 25-16,-2 5 3 0,-9 0 37 15,-4 4 28-15,-5 2 5 0,1 1-5 0,-5 5 15 16,2 1-65-16,2 9 3 0,-1 5-15 15,0 2 0-15,4 4 6 0,1 0-9 16,5 0-58-16,-1-2-3 16,5-2-40-16,3-3-115 0,2-3-135 0,2-3-386 0,2-7-720 15,5-1-488-15</inkml:trace>
  <inkml:trace contextRef="#ctx0" brushRef="#br0" timeOffset="134163.09">10890 8982 1368 0,'0'0'16'16,"0"0"1004"-16,0 0-749 0,0 0 134 0,0 0 76 0,22 72-40 16,-22-45-119-16,0 4-83 15,-3 1-57-15,-3-1-38 0,3-2-43 0,-1-3-37 16,3-6-64-16,1-4-46 16,0-6-12-16,0-4 18 0,4-4-43 15,2-2 10-15,1-2 27 0,4-9-16 16,2-4 31-16,5-4-12 0,-2-7-43 15,1-3 21-15,0 0 9 0,0 2 40 16,1 0 2-16,-1 6 14 0,-4 5 1 0,1 5 1 0,-3 9 38 0,1 2 16 16,-3 1 24-16,1 6 50 0,2 10 18 15,-2-1-26-15,0 4-30 0,0 3-3 16,-1 1-7-16,-2 1 9 16,2-3 68-16,-1 0-32 0,1 1-76 15,-2-4-26-15,-1-2-25 0,2-1-31 16,-2-2-11-16,0-3-49 0,1-5-46 15,-2 1-79-15,2-3-47 0,-2-4-73 16,3 0-169-16,-1-3-193 0,1-3-315 16,4-10-585-16</inkml:trace>
  <inkml:trace contextRef="#ctx0" brushRef="#br0" timeOffset="134502.392">11499 9101 1079 0,'0'0'1853'16,"0"0"-1638"-16,0 0-161 0,0 0 115 15,38 75 199-15,-29-57-53 0,3-6-106 16,3-5-94-16,-2-2-40 0,8-5-4 0,0-6 0 16,1-7 3-16,7-10-55 15,0-2-19 1,2-4-37-16,-1-3-18 0,-1 1-47 0,-3 3-25 16,-4 3 31-16,-8 4-29 0,-5 7 56 15,-5 3 34-15,-4 2 35 0,-7 5 41 16,-9 1 69-16,-4 2-51 0,-6 1 43 0,-1 6-12 15,-3 6-12-15,-1 6-7 0,4 4 6 16,-1 9 9-16,2 0 76 0,3 10 16 0,3 2-53 0,1 5-46 16,4 1-40-16,3-1-39 0,6-3-9 15,3-8-6-15,3-5-12 0,3-7-25 0,10-5-42 16,6-6-29-16,3-3 22 0,5-4 0 16,5-3-49-16,5-4-88 0,1-4-212 15,-7-3-580-15,14-10-584 0</inkml:trace>
  <inkml:trace contextRef="#ctx0" brushRef="#br0" timeOffset="135021.08">12729 8899 391 0,'0'0'564'0,"0"0"874"0,0 0-961 0,0 0-83 15,0 0-51-15,88-2-12 16,-63 21-48-16,-4 7-47 0,0 8-20 0,-4 6-1 15,-3 4-10-15,-1 1-35 0,-3 0-57 16,-2-2-28-16,0-5-43 16,-2-3-11-16,1-8-31 0,0-5-2 15,-1-6 2-15,3-8 12 0,-1-4 33 0,4-4-2 16,5-6-22-16,5-10-21 0,0-8-32 16,3-7-35-16,0-5-9 0,-2-2-12 15,-4-3 21-15,-1 2-9 16,-5 1 15-16,2 0-67 0,-7-2-3 0,1 1-32 15,-3-2-25-15,-2 1-128 0,-3 9-426 16,1-13-733-16</inkml:trace>
  <inkml:trace contextRef="#ctx0" brushRef="#br0" timeOffset="135235.675">13454 8853 2756 0,'0'0'1218'15,"0"0"-995"-15,9 72-99 0,-5-39-6 0,2 5 68 16,2-2 26-16,-2 0-53 0,4-5-86 0,3-2-73 16,0-3-30-16,0-4-65 0,0 1-15 15,-3-10-53-15,2-3-32 0,-5-6-13 16,-1-4-24-16,-2 0-208 0,-1-12-189 0,-1 2-661 16</inkml:trace>
  <inkml:trace contextRef="#ctx0" brushRef="#br0" timeOffset="135372.917">13375 8635 108 0,'0'0'3196'0,"0"0"-2726"0,0 0-285 0,0 0-5 16,0 0 22 0,0 0-44-16,0 0-50 0,85-1-52 0,-55 1-56 0,3 0-50 15,2 0-55-15,0 1-230 0,-8 1-305 16,9 2-1114-16</inkml:trace>
  <inkml:trace contextRef="#ctx0" brushRef="#br0" timeOffset="135705.1">13856 9063 706 0,'0'0'2815'0,"0"0"-2474"0,0 0-216 0,0 0 95 0,0 0 38 15,0 0-17-15,0 0-2 0,89 12-126 0,-58-36-113 16,-1-3-110-16,3-4-95 0,-3-2-42 31,-1 3-70-31,-4 1-69 0,-8 4 31 0,-3 6-57 16,-8 0 49-16,-6 3 124 0,-3 3 239 0,-11 1 87 15,-5 2 142-15,-2 5 22 0,-2 5 11 0,0 1 31 16,2 15-62-16,-2 7-17 0,3 6-23 16,1 7-23-16,1 1-10 0,3 1-16 15,2 1-3-15,2 1-14 0,3-5-15 0,3-2 7 16,5-9-5-16,0-6-17 0,5-6-32 15,4-6-29-15,1-3-34 0,6-3-12 0,3-1-25 16,4-8-39-16,4-8-94 0,1-4-105 16,2-3-30-16,0-2-154 0,0-1-274 15,-1 0-404-15,-1-2-271 0,-4-1 787 16</inkml:trace>
  <inkml:trace contextRef="#ctx0" brushRef="#br0" timeOffset="136021.275">14379 8693 421 0,'0'0'2402'15,"0"0"-2005"-15,0 0-250 0,0 0-52 0,0 0 77 0,0 0 67 0,82 26 41 0,-73-2-37 16,-2 2-30-16,-1 4 2 0,0-1-9 16,-2-1 47-16,2-4-107 0,-2-4-64 15,2-2-46-15,3-5-12 0,2-2 22 16,2-6-16-16,3-5-30 0,3 0-24 16,2-5-28-16,5-7-5 0,-1-3-28 15,-2-1-13-15,2-3 16 0,-4 1 33 16,-1 1 22-1,-2 1 24-15,-4 6 2 0,-4 5-14 0,-3 4-25 16,-1 1 31-16,1 4 9 0,0 7 88 16,1 6-18-16,-3 2-15 0,3 4-12 15,2 0-10-15,-2-2-6 0,3-1 16 16,1-3 3-16,1-5-16 0,3-4-9 16,2-7 0-16,3-1-3 0,2-7-18 15,3-7-39-15,-1-5-3 0,1-6-4 0,-2 0-12 16,-1-5-15-16,0-1-15 15,-7 0-67-15,1-2-161 0,-4-2-240 0,-5 9-790 16,-3-16-1345-16</inkml:trace>
  <inkml:trace contextRef="#ctx0" brushRef="#br0" timeOffset="136629.067">16211 8580 2103 0,'0'0'1098'0,"0"0"-732"0,0 0 0 0,0 0-3 16,64 86 15-16,-47-35-68 0,-3 6-60 16,-5 9-55-16,-3 0-65 0,-5-2-51 15,0-5-46-15,-1-5-33 0,0-8-11 16,0-6-25-16,0-9-19 0,0-6-30 16,0-7-30-1,0-7-50-15,0-4-60 0,-1-6-64 0,-3-1-135 16,-1-1-261-16,-2-11-577 0,2 1-312 15,-4-15 1116-15</inkml:trace>
  <inkml:trace contextRef="#ctx0" brushRef="#br0" timeOffset="137008.337">16239 8747 711 0,'0'0'283'16,"-3"-79"24"-16,3 49 859 0,4 0-635 0,10-2-33 16,5 6-109-16,6 4-38 0,5 1-87 15,5 7-27-15,3-1-7 0,3 5-65 16,-2 4-46-16,-3 3-34 0,-5 3-36 0,-6 1-28 15,-7 10-19-15,-4 3 20 0,-9 8 11 16,-5 9-9-16,-4 7-12 0,-15 10-9 0,-11 10-3 16,-10 3 0-16,-5 3-18 15,-1 0-18-15,4-5 2 0,10-7 34 16,6-10 9-16,12-10-7 0,4-2-2 16,10-7-27-16,1-4 0 0,15 0 12 0,7 0 12 0,9-3-28 0,5 1-14 15,7-3-1-15,3 1 28 16,-1-1 7-16,2 0 11 0,-6 1 16 0,-1 1 8 15,-8-2-3-15,-5 3-18 0,-8-3 10 32,-6 3 23-32,-8-3 34 0,-6 1-18 0,0 1-4 0,-7 2-2 15,-9-1-16-15,-4 1 0 0,-3-1 1 16,-4-3-13-16,-2-1-6 0,0-3-12 16,0-4-39-16,3 0-19 0,0-6-57 15,-1 0-56-15,4-6-54 0,-2-5-45 16,-1-4-137-16,6 1-663 0,-10-13-735 0</inkml:trace>
  <inkml:trace contextRef="#ctx0" brushRef="#br0" timeOffset="137609.693">18325 9119 521 0,'0'0'319'0,"0"0"589"0,0 0-165 16,0 0-251-1,0 0-175-15,-29-73-18 0,19 59-37 16,-1 2-23-16,-1 5-86 0,-2 1 11 0,-2 6 25 15,1 0-69-15,-3 13-9 0,-1 8-10 16,2 10 3-16,0 9 18 0,3 5 45 16,3 2-6-16,5-2-49 0,3-9-33 15,3-5-46-15,0-9-33 0,6-9-9 16,6-7-15-16,1-3-9 0,8-3 6 0,5-9 14 16,4-5-26-16,2-8-55 0,1-6-40 15,0-3 4-15,-4 0-11 0,-3 1 47 0,-4 3 14 16,-3 3 16-16,-6 6-22 0,-4 2 40 15,-3 9-16 1,-1 3 62-16,-4 4 0 0,2 0 25 0,0 8 12 0,1 4 85 16,3 4 19-16,-1 5-24 0,-1-1-41 0,0 0-21 0,0 0-16 15,1-5-17-15,0 0-22 16,3-4-40-16,0-2-67 0,5-4-165 0,2-4-88 16,-3-1-432-16,14-7-817 0</inkml:trace>
  <inkml:trace contextRef="#ctx0" brushRef="#br0" timeOffset="137901.905">19014 8918 1087 0,'0'0'2089'0,"0"0"-1514"0,0 0-384 0,0 0 101 16,0 0 163-16,-99 70-44 0,74-51-104 16,3 2-88-16,4 0-80 0,2-3-79 15,3 1-23-15,6-2-1 0,4-2-36 0,3 0-9 16,1-2-18-16,11 0 5 0,5 2 4 15,2-2-6-15,4-1 6 0,4 0 3 16,-2-1 3-16,-2 1-9 0,-3 1 21 16,0 0 2-16,-4 1-2 0,-3 0 1 15,-6-1 15-15,-2 1 23 0,-5 2 21 16,0-1-5-16,-8 2-22 16,-5 1-9-16,-5 0-24 0,-4 0-2 15,-2-3-25-15,0-1-42 0,0-3-58 16,0-1-52-16,1-1-49 0,2-3-64 0,0 0-156 15,4-6-538-15,-7 0-751 0</inkml:trace>
  <inkml:trace contextRef="#ctx0" brushRef="#br0" timeOffset="138543.468">20754 9032 861 0,'0'0'0'0,"0"0"0"0,0 0 1096 0,0 0-548 16,0 0-178-16,0 0-1 0,-49-66-92 0,34 57 48 15,2 3-64-15,3 4 7 0,0 2-33 16,-1 0-38-16,-2 12-62 0,-3 11-25 16,-2 9 0-16,-5 12 69 0,2 6-33 15,0 9-28-15,1 1-27 0,4-5-12 16,2-5-49-16,5-10-20 0,8-10-10 16,1-10-15-16,3-9-27 15,9-5-16-15,6-6 16 0,6-1 9 16,5-11-1-16,4-7-23 0,2-8-49 15,1-4-16-15,-3-1 3 0,-2-2 16 0,-3 0 17 16,-2 2 28-16,-7 3-6 0,0 5 24 16,-7 3 14-16,-3 4 26 0,-6 5 46 0,-1 5-12 15,-2 3 15-15,0 4 3 0,0 0-52 16,0 11-1-16,1 5 1 0,1 6 37 16,1 7 33-16,0 4 12 0,2 0 6 15,2 0-27-15,-1-5-58 0,1-6-3 0,5-3-36 16,5-1-52-16,3-8-92 0,4-3-29 15,4-6 93-15,6-1-187 0,3-8-210 16,-10-1-508-16,16-10-772 0</inkml:trace>
  <inkml:trace contextRef="#ctx0" brushRef="#br0" timeOffset="138933.799">22314 9025 3849 0,'0'0'980'16,"0"0"-876"-16,-86 43-89 0,48-23 31 16,-6 4 82-16,2-1 28 0,3-1-4 15,8-3-80-15,9-7-72 0,6 0-11 0,9-5-13 16,5 0-31-16,2-2-66 0,7 5 8 0,9-1 55 15,3 2-9-15,4 1 39 0,4-1 25 16,1 4-15-16,-1-2 15 0,0 0-11 16,0 0 14-16,-1 0 3 0,-3-1 37 0,-1 4 15 15,-2-4-28-15,-6 2-3 0,-3-1 25 16,-5 3 24 0,-2-1 3-16,-4 2-18 15,-4 4-18-15,-6-1 5 0,-5 3 16 0,-8-3-10 16,0 0 16-16,-4-3-22 0,1-2-33 15,4-4 22-15,-1-4-12 16,2-2-22-16,3-3-64 0,1-2-60 16,3-5-37-16,2-6-82 0,2-8-96 0,4 2-261 0,3-15-975 0</inkml:trace>
  <inkml:trace contextRef="#ctx0" brushRef="#br0" timeOffset="139313.534">22820 9187 2334 0,'0'0'1417'15,"0"0"-1135"-15,0 0-199 0,0 0 60 16,0 0 102-16,0 0 45 0,-71 67 19 16,59-34-26-16,4 1-59 0,5 1-90 15,3-4-56-15,0-4-32 0,6-6-31 16,3-3-15-16,5-8 0 0,-1-4-18 0,5-4-19 15,3-2-5-15,2-8 6 0,6-9-19 16,3-5-60-16,1-5-40 0,0-3-3 0,1-3 9 16,-3 0 33-16,-3 2 21 0,-6 1 28 0,-2 2 33 15,-6 4 34-15,-5 5 9 0,-3 7 62 16,-3 6 66-16,-3 6 47 0,0 2-57 16,-6 9-36-16,-5 10-9 0,-1 7-21 15,-2 8-9-15,0 5 35 0,3 1-2 16,-1-5-21-16,7-3-38 0,2-8-26 0,3-8-27 0,3-3-76 15,8-8-33-15,4-5 30 0,5-2 30 16,2-14-25-16,4-5-60 0,1-6-105 16,-1-3-149-16,-1-6-241 0,-8 8-370 15,8-17-203-15</inkml:trace>
  <inkml:trace contextRef="#ctx0" brushRef="#br0" timeOffset="139682.683">23418 8665 1076 0,'0'0'2089'16,"0"0"-1701"-16,0 0-191 0,0 0 211 16,0 0 17-16,9 74 36 0,-9-39-90 15,0 4-101-15,-2 4-79 0,-5 1-31 16,0 5-16-16,-2-4-41 0,1 2-55 0,-4-2-48 16,-2-2-3-16,0 0-24 0,-1-3-12 0,-1-3-34 15,5-8-11-15,3-6 27 0,1-9 12 16,7-5-10-1,0-8-41-15,12-1-10 0,7 0-9 16,7 0 63-16,7-1 1 0,2-1 5 16,1 2-21-16,-4 2-39 0,-3 6 12 15,-7 4 21-15,-3 6 8 0,-5-1 17 0,-3 3 48 16,-3-1 3-16,-5 1 58 0,0 1-12 16,-3-4-22-16,0 2 25 0,-6-2 3 15,-2-3 21-15,-4-3-22 0,-1 1-36 0,-5-4-2 16,-2-2-13-16,-4-1-3 0,-5 1-3 15,0-4-40-15,-3 1-12 0,3-2 4 16,-2-1 8-16,2 0-27 0,-1-5-40 0,1-2-73 16,-1-7-128-16,-1-2-83 0,9 4-315 15,-13-18-914-15</inkml:trace>
  <inkml:trace contextRef="#ctx0" brushRef="#br0" timeOffset="140469.419">24136 9428 302 0,'0'0'258'0,"0"0"-258"0,0 0 1402 0,0 0-974 15,0 0-25-15,0 0 20 0,0 0-29 16,-49-68-53-16,40 63-46 0,0 1-84 15,-5 4-60-15,-3 9-31 0,-5 6 6 16,-1 9 67-16,-4 6-25 0,0 6-31 16,3 0-28-16,1 0 18 0,3-5-45 15,7-6-38-15,3-8-44 0,6-6-27 16,3-6-15-16,1-3 2 0,0-2 1 16,5 0-31-16,10-9-9 0,-1-6 31 15,8-2-43-15,2-5-22 16,0-5 9-16,-2 5-9 0,-2 1-34 15,-3 2 24-15,-2 6-25 0,-2 4 55 0,-1 6 47 0,-4 3 5 16,3 8-11-16,0 9 52 16,-1 7 68-16,0 7 56 0,2 6-44 0,-4 2-31 15,1 4-21-15,-1 0-26 0,-3 1 1 0,-2 2 37 16,-3 3 28-16,0 0 24 16,-8 2 18-16,-9-1-9 0,-4-1 18 15,-3-1 18-15,-4-5-6 0,-3-2-22 16,3-5-48-16,0-7-31 0,2-6-12 15,5-8-16-15,0-6-2 0,3-6-11 0,-4-3-4 16,0-8-37-16,-1-8-14 0,-1-4-7 16,0-8-30-16,2-6-77 0,0-6-3 15,5-8-38-15,5 0-66 0,5-7-126 16,4-2-366-16,3 13-359 0,6-22-385 0</inkml:trace>
  <inkml:trace contextRef="#ctx0" brushRef="#br0" timeOffset="140684.312">24379 9266 124 0,'0'0'1099'16,"0"0"434"-16,0 0-1208 15,0 0-82-15,34 66 71 0,-34-29 48 16,0 9-46-16,-3 10-74 0,-1 10-14 0,2 4 120 16,2 4-119-16,0 2-74 0,0 0-43 15,0 3-43-15,0-2-26 0,2-1-33 16,0-4-10-16,-2-6-21 0,0-6-43 15,0-4-66-15,0-7-34 0,-4-7-19 16,1-3-15-16,-1-7-7 0,0-7-14 0,1-10-122 16,0-8-276-16,3-7-447 0,0-4-49 15,0-21 302-15</inkml:trace>
  <inkml:trace contextRef="#ctx0" brushRef="#br0" timeOffset="140938.137">24483 9405 463 0,'0'0'2379'0,"0"0"-1698"0,0 0-450 0,0 0-102 16,0 0 107-16,0 0-43 0,0 0-63 15,0 0-105-15,0 0-25 0,101-17-15 16,-61 22 14-16,-1 2-15 0,0 6-3 16,-7 3-15-16,-5 2-37 0,-7 0-54 15,-8 5-13-15,-7-4 9 0,-5 5 48 0,-14 1 33 16,-11 1 48-16,-9 2 18 0,-9 0-17 15,-4-3 11-15,-2 1 16 16,2-3 45-16,4-6 11 0,7-3-65 16,6-6-19-16,4-4-166 0,6-4-160 0,4 0-290 0,3-9-793 0</inkml:trace>
  <inkml:trace contextRef="#ctx0" brushRef="#br0" timeOffset="141401.271">25721 9387 1269 0,'0'0'469'0,"0"0"600"0,0 0-691 0,0 0-132 15,0 0-15-15,0 0 18 0,0 0-47 16,0 0 0-16,0 0 9 0,-17 78 17 31,8-42-1-31,4 0-20 0,3-4-36 16,2-5-74-16,2-7-61 0,10-7 4 0,3-3-19 15,3-5-6-15,6-5-13 0,3 0-2 0,3-10-54 16,2-4-53-16,1-5-36 0,-2-2-27 16,-3-2-26-16,-5 3 43 0,-6-1 8 15,-5 1 25-15,-6 5-14 0,-6-1 22 16,0 2-3-16,-12 3 74 0,-6 0 41 16,-5 4 50-16,-4 2-12 0,-1 1-4 15,0 4 0-15,0 4-9 0,5 3-7 0,3 5-18 0,6-1-13 16,4 1-2-16,3 0-19 0,4-1-88 15,2 0-379-15,1-4-605 0,1 0-491 0</inkml:trace>
  <inkml:trace contextRef="#ctx0" brushRef="#br0" timeOffset="141532.938">26262 9457 2474 0,'0'0'713'16,"0"0"-334"-16,103-22-76 0,-68 9 24 0,5-4-125 15,-2-2-63-15,-1-4-76 0,-1-2-63 16,1-2-121-16,-6-2-152 0,-3 3-116 15,-8 5-574-15,-9-4-747 0</inkml:trace>
  <inkml:trace contextRef="#ctx0" brushRef="#br0" timeOffset="141817.15">26438 9128 1854 0,'0'0'728'0,"0"0"-306"0,0 0-23 15,0 0 44-15,0 0-48 16,0 0-78-16,-24 78-56 0,24-50-31 15,5 6-14-15,1 5-12 0,-1 4-104 0,3 4-45 16,0 5-53-16,-1 6-2 0,-2 3-2 0,-2 6-10 0,-2 3 10 16,-1-1 1-16,0 1-2 0,-3-3-12 0,-3-2 3 15,0-4 0-15,-1-5-9 0,0-5-6 16,1-7-7-16,-1-3-14 0,1-7-28 16,2-7 3-16,-1-4-6 0,0-5-7 15,1-6-15-15,-1-6-15 0,0-5-19 31,-1-1 9-31,-4-1 64 0,-2-10 26 0,-3-1 35 16,-2-2 1-16,-4-4-21 0,-3-5-1 16,-4-2-61-16,0-5-107 0,-3-4-221 15,9 9-349-15,-12-18-794 0</inkml:trace>
  <inkml:trace contextRef="#ctx0" brushRef="#br0" timeOffset="142086.87">27860 9601 639 0,'0'0'297'16,"0"0"-297"-16,0 0-656 0</inkml:trace>
  <inkml:trace contextRef="#ctx0" brushRef="#br0" timeOffset="142471.721">27798 8881 1132 0,'0'0'1183'16,"0"0"-66"-16,0 0-527 0,0 0-240 15,0 0-63-15,0 0-68 0,88 1 47 16,-38 2-26-16,9-3-106 0,0 0-53 16,-1 0-23-16,-5-3-13 0,-3-3-27 0,-5 1-18 15,-3-3-40-15,-3 1-142 0,-5-3-94 16,-6 2-112-16,-6-4-174 16,-9 5-821-16,-8-5-1197 0</inkml:trace>
  <inkml:trace contextRef="#ctx0" brushRef="#br0" timeOffset="142656.019">28065 8944 1299 0,'0'0'1337'15,"0"0"-749"-15,-29 93-55 0,22-49 62 0,-1 10-61 16,2 5-89-16,0 3-120 0,0 2-89 0,1-2-109 16,-1-3-40-16,4-5-54 0,2-5-33 15,0-8-27-15,0-7-33 16,0-7-64-16,2-4-36 0,1-5-25 15,-1-5-30-15,-1-1-145 0,-1-6-305 0,0-3-625 16,-4-3-538-16</inkml:trace>
  <inkml:trace contextRef="#ctx0" brushRef="#br0" timeOffset="142817.355">27923 9530 3131 0,'0'0'620'16,"0"0"-280"-16,0 0-175 0,77-31 108 0,-38 25 62 15,7 1-90-15,5 0-62 0,5 2-86 16,0-1-73-1,-2 3-24-15,0-2-24 0,-10 3-28 16,-6 0-51-16,-8 0-95 0,-8 4-103 16,-11 5-100-16,-11 2-195 0,-1 6-376 15,-9-4-131-15,-25 11-536 0</inkml:trace>
  <inkml:trace contextRef="#ctx0" brushRef="#br0" timeOffset="142958.849">27987 9833 417 0,'0'0'2407'0,"0"0"-1780"0,0 0-210 0,0 0-3 16,-64 67-3-16,64-59-73 0,6-3-64 15,12 0-74-15,7-1-54 0,15-4-49 0,8-1-25 16,11-11-31 0,8-4-41-16,4-8-52 0,0 0-102 15,0 0-83-15,-5-2-82 0,-2 2-169 16,-18 7-460-16,13-11-647 0</inkml:trace>
  <inkml:trace contextRef="#ctx0" brushRef="#br0" timeOffset="143256.68">29350 9216 3923 0,'0'0'734'16,"0"0"-617"-16,0 0-114 0,66-75 40 15,-43 51 31-15,0-2-10 0,1 3-64 16,3-1-14-16,0 6-7 0,-1 5-19 0,-1 1 12 15,-2 8 0-15,-7 1 28 0,-1 3 13 16,-4 0 24-16,-6 5-16 0,0 3-9 0,-4 5 1 0,-1 4 23 16,0 3 38-16,-3 8-38 0,-3 4-20 15,-4 4 5-15,0 7-20 0,0 5-1 16,0 4-1-16,-3 2-36 0,0 1 1 16,-1 0-151-16,-1-1-59 0,0-2-33 15,2-6-100-15,-2-2-78 0,-1-6-86 16,5-8-468-16,-9 6-611 0</inkml:trace>
  <inkml:trace contextRef="#ctx0" brushRef="#br0" timeOffset="143388.827">29367 10143 421 0,'0'0'3006'16,"0"0"-2230"-16,0 0-293 0,0 0 19 16,78 72-64-16,-61-62-118 0,-1-3-181 15,2-1-108-15,-5-4-31 0,1-2-78 0,-2 0-143 0,-4-3-124 16,1-2-329-16,-9-3-1246 0</inkml:trace>
  <inkml:trace contextRef="#ctx0" brushRef="#br0" timeOffset="149700.876">5181 11312 642 0,'0'0'1023'16,"0"0"399"-16,0 0-1103 0,0 0-150 16,0 0-11-16,0 0 143 0,0 0-22 0,0 0-28 15,0 0-79-15,37 12-33 0,-10-11-38 16,7 0-22-16,6-1-6 0,-3 0-15 15,2 0-3-15,-1-2-3 0,-3-3-31 16,0-2-21-16,-5 0-3 0,-1-1-12 16,-4 0-6-16,-2-2-74 0,-4 1-73 0,-5 1-89 15,-1-1-58-15,-6 4-153 0,-4 1-552 0,-3 4-604 16</inkml:trace>
  <inkml:trace contextRef="#ctx0" brushRef="#br0" timeOffset="149885.093">5486 11386 1914 0,'0'0'978'0,"0"0"-712"0,0 0-59 0,0 0 142 15,6 82 16-15,1-57-38 0,-1 3-74 0,1 2-83 16,-1 0-88-16,1 1-21 0,-2 1-61 16,0 2-19-16,-2 2-67 0,-3-1-126 15,0 3-91-15,0-2-122 16,-2 0-173-16,-4 2-176 15,1-11-278-15,-8 9-96 0</inkml:trace>
  <inkml:trace contextRef="#ctx0" brushRef="#br0" timeOffset="150084.918">5388 12115 2156 0,'0'0'502'16,"0"0"-261"-16,0 0-103 0,0 0 70 16,0 0 40-16,0 0-55 0,0 0-26 0,0 0 3 15,0 0-47-15,0 0-5 0,-32-28 50 0,42 28 17 16,8 0-15-16,2 0-26 0,7 0-37 15,2 0-25-15,1-4-27 0,1 1-24 16,-4-2-28-16,3-2-3 0,-1-2-16 16,4-1-57-16,2-3-104 0,5-2-44 15,-1-3-140-15,0-1-131 16,-9 4-612-16,5-4-877 0</inkml:trace>
  <inkml:trace contextRef="#ctx0" brushRef="#br0" timeOffset="150748.548">5967 11737 1296 0,'0'0'179'16,"0"0"983"-16,0 0-814 0,0 0-64 16,0 0-10-16,0 0 51 0,0 0-33 0,97-4-74 0,-73-1-69 15,0-1-50-15,-3-2-59 0,1-3-40 16,-1 1-40-16,-3-5-121 0,0-1-66 16,-2-2-74-16,-3 0-176 0,-4 6-336 15,-2-9-691-15</inkml:trace>
  <inkml:trace contextRef="#ctx0" brushRef="#br0" timeOffset="150985.558">6117 11372 661 0,'0'0'1321'0,"0"0"-1029"16,0 0-114-16,0 0 90 0,0 0 85 0,0 0-53 15,0 0-71-15,0 0-33 16,0 0-67-16,-13 87-45 0,16-52 18 0,0 5 47 15,3 2 13-15,-3 7-54 0,1 2-6 0,-3 3-22 16,2 1-13 0,-3-3-36-16,2-5 3 0,1-6-6 15,3-8-27-15,-2-8-1 0,6-8 2 0,0-3-2 16,4-9 0-16,2-2-22 0,9-3-36 16,3-6-56-16,7-12-15 0,3-5-57 15,2-6-76-15,3-5-141 0,-11 9-262 0,11-9-587 0</inkml:trace>
  <inkml:trace contextRef="#ctx0" brushRef="#br0" timeOffset="151902.477">7279 11484 2244 0,'0'0'1'0,"0"0"593"0,0 0-299 0,0 0 24 15,0 0-28-15,0 0 81 0,78 6-77 0,-57 13-66 16,0 6-54-16,-3 6-46 0,-2 5-53 15,-3 2-33-15,-6-1 0 0,-1 1-16 16,-3-6-6-16,1-2-21 0,0-9-3 31,-4-3-22-31,2-7 23 0,-1-4-16 0,-1-5 15 16,2-2-31-16,-2 0-57 0,1 0-10 0,1-7-13 16,2-3 16-16,3-5 54 0,2-5 14 15,4-6-1-15,-2-1 9 0,4-2 7 16,-1 0 13-16,-1 5 2 0,0 1 0 15,-3 6 12-15,2 2 31 0,-7 8 16 16,1 4-25-16,-1 3-10 0,-2 1 26 16,2 9 54-16,1 8 12 0,-2 2-33 0,-2 7-31 15,-1 0-16-15,1 1-11 0,-1-5-16 0,-1-6-9 16,2-4-31-16,-1-5 7 0,2-5 6 16,0-3-7-16,1 0-17 0,2-2-17 15,1-6 41-15,5-6 18 0,-1-3 25 0,2-5-10 16,0 0-15-16,-3 1-13 0,0 2-6 15,-1 0-11-15,1 4-4 0,-3 4 9 16,-1 4 15 0,0 6 10-16,-1 1 37 0,3 1 18 15,0 8 9-15,1 3 13 0,2 6-1 16,1 2-24-16,-2 1-4 0,0 1-2 0,0 0 54 16,-2-4-12-16,0-3-58 0,-1-2-30 15,2-3-18-15,1-2-28 0,3-4-94 16,0-3-18-16,4-1-89 0,1-7-119 15,2-4-321-15,-2 2-590 0,3-11-930 0</inkml:trace>
  <inkml:trace contextRef="#ctx0" brushRef="#br0" timeOffset="152219.27">8179 11632 3414 0,'0'0'537'16,"0"0"-389"-16,0 0-17 0,0 0 256 15,0 0-9-15,0 0-79 0,0 0-129 0,0 0-76 31,0 0-55-31,78 36-11 0,-55-48-28 16,2-4-16-16,-2-6-47 0,2-3-7 0,-4 0-18 0,-1-1-15 0,-5 2-1 0,-5 3 25 31,0 4 12-31,-9 1 39 0,-1 2 14 16,-1 6 14-16,-12-1 18 0,-3 2-16 16,-3 2 20-16,0 2 17 0,-2 3 1 0,-2 3-12 0,4 9 5 15,0 5-21-15,2 6 7 0,1 5-16 16,1 6 21-16,1 6 12 0,2 3 31 0,0 3 9 15,3 2-3-15,3-2-27 0,1-4-25 16,5-5-21-16,0-8-12 0,10-6-28 16,4-9-26-16,9-3-32 0,2-7-14 15,6-4-35-15,6-6-33 0,3-10-60 0,4-8-140 16,3-7-141-16,0-1-259 0,-11 6-583 16,17-17-215-16</inkml:trace>
  <inkml:trace contextRef="#ctx0" brushRef="#br0" timeOffset="152549.764">8747 11551 1398 0,'0'0'1223'0,"0"0"-686"15,0 0-22-15,0 0-18 0,0 0-66 16,0 0-78 0,0 0-84-16,0 0-2 0,-76 88-85 0,63-55-64 15,6 3-27-15,2-4-16 0,4-5-36 16,1-7-21-16,0-3-18 0,6-5-40 16,1-5-35-16,0-2 8 0,5-5 16 15,-1 0-16-15,2-5-29 0,0-6-32 16,0-4-2-16,0-6 5 0,-1 1 12 15,-5-3-33-15,3-1 23 0,-6-1 62 0,1 3 33 0,-4-1 28 16,-1 2 1-16,0-1 42 0,0 4 31 16,-4 2 27-16,1 1-10 0,1 10-20 15,2 2-1-15,0 3 9 0,0 0-18 16,0 8-28-16,2 4 22 0,4 8 15 0,1 4 5 16,3 5 19-16,-3 1 15 0,3-2-18 15,-1-3-53 1,1-1-38-16,-3-5-30 0,2-4-55 15,-1-3-36-15,1-3-12 0,0-3-7 16,0-2-27-16,0-2-83 0,2-2-211 16,0-6-298-16,-2 0-622 0,2-10-544 0</inkml:trace>
  <inkml:trace contextRef="#ctx0" brushRef="#br0" timeOffset="152904.92">9082 11528 1633 0,'0'0'571'15,"0"0"-122"-15,0 0-69 0,34 70 16 16,-25-46-14-16,2 2-8 0,-5-2-51 16,0-1-67-16,-2-3-112 0,-1-2-83 15,-1-2-47-15,-1-7-14 0,1-3-3 0,-1-3-25 0,2-3-39 16,1-1-130-16,2-7-47 0,1-4 33 16,6-1 13-16,-1-6 7 0,-1-1-93 15,1-2-89-15,-1 0 40 0,-2 1 175 16,2 0 158-16,-2 2 23 0,0 4 106 15,-3 3 76-15,0 6 48 0,0 1-15 16,0 5-17 0,0 2-20-16,1 7 16 0,0 5 1 15,-1 3-39-15,0 4-40 0,0 2-41 0,-2-1-21 16,3-2-31-16,0-2-12 0,-1-1-34 16,0-6-7-16,1-3-17 0,-1-1-4 15,0-4-64-15,-1-2-46 0,1-1-28 16,2 0-33-16,1-1-73 0,-1-5-140 15,2-1-248-15,0 2-517 0,4-5-514 0</inkml:trace>
  <inkml:trace contextRef="#ctx0" brushRef="#br0" timeOffset="153220.805">9940 11334 1835 0,'0'0'2209'0,"0"0"-1782"0,0 0-303 0,0 0-16 16,0 0 131-16,-80 73 63 0,57-49-101 16,0 2-83-16,0 1-66 0,1-2-50 15,5 1 1-15,1-2 13 0,6-2-16 16,2-5-15-16,5-1-10 0,3-4-11 16,1 3-46-16,10-1 9 0,1-1 34 15,6 2 5-15,2-1 1 0,1-1-16 16,2-1-3-16,1-1 25 0,-2 0 25 15,-2-4-19-15,0 4-19 0,-5-2-6 16,1 0 13-16,-5 1 11 0,-5 0-15 0,-4 2-48 0,-2 4-32 16,-5 2-6-16,-8 1 6 0,-4 3-32 15,-6-1-12-15,1-1-31 0,-5-2-9 16,-4-2-17-16,0-2-135 0,3-3-318 16,-17 0-643-16</inkml:trace>
  <inkml:trace contextRef="#ctx0" brushRef="#br0" timeOffset="154091.488">11530 10921 904 0,'0'0'1642'0,"0"0"-846"0,0 0-463 0,0 0-163 15,0 0 79-15,0 0 74 0,0 0-88 16,0 0-32-16,0 0-38 0,0 0-73 16,64 11-31-16,-30-11-3 0,2-4-15 15,2-3-23-15,-1-3-20 0,-2 0-21 16,-2-1-7-16,-3 3-11 0,-1 2-7 15,-3 2 3-15,0 4 13 16,-5 0-19-16,-3 6 3 0,-2 5 0 0,-5 3 46 16,-1 9 33-16,0 4 12 0,-5 9-5 15,-2 3-3-15,-2 5 6 0,-1 5-42 16,0 5-1-16,0 3-2 0,-1 2-20 16,-1 3 21-16,2-1-1 0,-1 3 2 15,-2-2 1-15,0-1 0 0,1-6 2 16,-1-3 25-16,3-9 2 0,0-7-12 15,0-7-5-15,0-6-4 0,2-4-9 0,1-6-22 16,0-2-51-16,-2-6-37 0,2-3-21 16,-3-1-14-16,2-1-24 0,-2 0-10 15,0-1-17-15,0-10-15 0,0 2-126 0,-8-9-277 16,2 6-744-16</inkml:trace>
  <inkml:trace contextRef="#ctx0" brushRef="#br0" timeOffset="154285.352">11640 11469 2398 0,'0'0'1605'16,"0"0"-1317"-16,0 0-102 0,0 0-68 15,0 0 155 1,0 0-4-16,0 0-95 0,0 0-16 0,0 0-25 16,0 0-39-16,116 0-27 0,-69-1-28 15,0-3-6-15,-1-3-30 0,-3 0-3 16,-4-1-33-16,-4-1-91 0,-5 2-85 15,-5 2-28-15,-9 3-105 0,-5 2-281 0,-7 0-730 16,-9 12-1078-16</inkml:trace>
  <inkml:trace contextRef="#ctx0" brushRef="#br0" timeOffset="154469.34">11680 11776 2002 0,'0'0'1285'15,"0"0"-904"-15,0 0-166 0,-59 68-29 0,53-54 138 16,6-6-31-16,0 0-41 15,13-4-29-15,9 0-74 0,8-4-37 0,12 0-36 0,5-7-9 0,8-4-15 16,1-6-35-16,-4 0-17 0,0-1-34 31,-3 0-78-31,-3 2-88 0,-4 2-84 0,-6 1-189 0,-12 6-670 0,-3 0-1869 0</inkml:trace>
  <inkml:trace contextRef="#ctx0" brushRef="#br0" timeOffset="155124.41">13411 10969 382 0,'0'0'1565'15,"0"0"-312"1,0 0-969-16,0 0-164 0,0 0 66 0,0 0 185 15,0 0-29-15,45 95-25 0,-32-48-96 16,-1 6-78-16,-1 3-48 0,-3 2-7 0,-1 0-12 16,-4-3-19-16,0-4-20 0,-1-6-16 15,-1-4-21-15,-1-7-48 0,0-3-92 16,0-10-61-16,0-4-65 0,-3-7-26 16,-1-4-120-16,-3-6-199 0,1 0-419 0,-3-11-733 0</inkml:trace>
  <inkml:trace contextRef="#ctx0" brushRef="#br0" timeOffset="155540.598">13388 11072 615 0,'0'0'1428'15,"0"0"-50"1,0 0-1064-16,0 0-85 0,27-67-21 16,-6 49 78-16,7-2-64 0,4-1-59 15,8-3-59-15,1 5-58 0,2 1-19 16,-2 4-24-16,-1 5-3 0,-7 5-15 15,-6 4 0-15,-8 3-16 0,-2 8 4 0,-8 6-10 0,-6 6 13 0,-3 8 8 16,-10 5 13-16,-9 6-9 16,-4 1-19-16,-3 0 0 15,1 0-5-15,1-4 36 0,5-6 26 0,3-4 39 16,5-5-7-16,5-5-37 0,3-1-21 16,3-6-9-16,9-2 6 0,5 1 2 15,6-1 1-15,5-1 1 0,2-1-1 16,5 4-12-16,-1 1 10 0,3 4-10 0,-1 2-1 15,-4-1 11 1,-2 4 2-16,-7 1 1 0,0-1 12 16,-8-1 26-16,-6-1 1 0,-1 3 15 0,-5-2-15 15,0 1-27-15,-8 1-13 0,-1 1-12 16,-4-3-19-16,-4 0-5 0,1-4-19 16,-4-2 30-16,-2-2 24 0,-2-3-1 15,2-1-32-15,-2-2-9 0,1-5 3 16,-2 1-6-16,3-3-24 0,-1 0-51 0,3-7-36 0,3-5-74 15,3-2-165-15,5-6-179 0,3 5-421 16,6-11-770-16</inkml:trace>
  <inkml:trace contextRef="#ctx0" brushRef="#br0" timeOffset="155875.247">14567 11443 3458 0,'0'0'1001'0,"0"0"-838"0,0 0-126 0,0 0 3 16,0 0 10-16,0 0 66 0,0 0 111 15,0 0-54-15,0 0-93 0,0 0-47 16,3 1-9-16,12-1 4 0,4 1-1 0,7 3 15 15,7-2-14-15,3 4-1 16,4-5-15-16,5 0 6 0,6-1-3 0,5-1 10 16,3-7-10-16,6-3-15 0,1-2-31 0,2-3-47 15,-2 0-32-15,-5 0-5 0,-5 0 21 0,-8 2 11 16,-8 2-30-16,-10 0-34 0,-7 5-46 16,-8 0-76-16,-7 3-118 0,-8 1-232 15,0 1-445-15,-10 1-473 0</inkml:trace>
  <inkml:trace contextRef="#ctx0" brushRef="#br0" timeOffset="156142.21">15120 11197 1342 0,'0'0'224'0,"0"0"1252"16,0 0-1169-16,0 0-123 0,0 0-25 15,0 0 17-15,0 0-22 0,0 0 19 16,0 0-15-16,84 18-40 0,-56-8-38 0,6 0-15 15,-1 1 3-15,-2-2-9 0,3 0-26 16,-4-3-8-16,-3 2-4 0,-1 1 7 0,-5 1 0 16,-3 3-1-16,-5 2-15 0,-3 3-12 15,-6 6-34-15,-4 3 3 0,-5 4-15 16,-10 1-25-16,-5 4-36 16,-3-1 48-16,-3 1 28 0,-3-2 19 0,2-1-1 0,0-5-36 15,-1-4-35-15,4-6-18 0,-1-4-70 16,1-3-152-16,5-4-449 0,-7-3-1406 0</inkml:trace>
  <inkml:trace contextRef="#ctx0" brushRef="#br0" timeOffset="157214.667">16129 11064 1277 0,'0'0'228'0,"0"0"-92"15,0 0-42-15,0 0 7 0,0 0 990 16,0 0-612-16,0 0-86 0,0 0-91 0,0 0-40 16,0 0-21-16,0 0-13 0,1-11-14 15,-4 15-34-15,2-4-31 0,-2 2-25 16,-2-2-36-16,0 0-45 0,-1 1-42 15,0-1-1 1,2 0-2-16,1 0 2 0,2 2 2 16,-2-2 28-16,3 0-15 0,0 0 12 0,0 0-2 0,0 0-1 0,0 0-9 15,0 0-12-15,0 0-1 0,0 0 0 16,0 0-1-16,0 0-1 0,0 0-2 16,0 0-16-16,0 0 15 0,0 0-21 0,0 2 5 15,0-2-8-15,0 0 0 16,0 0-6-16,0 0-4 0,0 0 4 15,0 0 3-15,0 0 2 0,0 0 1 16,0 0 0-16,0 0 11 16,0 0 14-16,0 0-19 0,0 0 6 0,0 0-9 15,0 0-13-15,0 0-2 0,0 0-1 0,0 0-6 16,0 0 10-16,0 0-4 0,0 0 13 16,0 0-1-16,0 0-5 0,0 0 11 0,0 0 7 15,0 0 15-15,0 0 0 0,0 0 1 16,0 0 0-16,0 0 2 0,0 0 15 15,0 0-16-15,0 0-2 0,0 0-15 16,0 1-74-16,0 1-39 0,0 2-29 0,-1-2-25 16,1 1-33-16,0-1-83 0,0-1-96 15,4 2-196 1,0-2-395-16,-1-1-744 0,-13-19 1487 0</inkml:trace>
  <inkml:trace contextRef="#ctx0" brushRef="#br0" timeOffset="158921.05">15846 10996 1510 0,'0'0'29'16,"0"0"608"-16,0 0 12 0,0 0-60 16,0 0-153-16,0 0-43 0,0 0-77 0,0 0-113 15,0 0-56-15,0 0-24 16,0 0 60-16,60 10-22 16,-19-10-37-16,3 0-27 0,4-1-15 15,0-4-36-15,-3-1-19 0,-5 1-24 16,-2-2-2-16,-7 4-1 0,-2-2-2 15,-9 0-41-15,-4 3-78 0,-4-3-85 0,-8 5-53 16,-4-4-80-16,0 4-159 0,-1 0-495 0,-17 0-502 0</inkml:trace>
  <inkml:trace contextRef="#ctx0" brushRef="#br0" timeOffset="159177.335">15893 11089 1808 0,'0'0'500'0,"0"0"-281"0,0 0-3 0,0 0 154 16,0 0-4 0,10 79-2-16,-3-51-34 0,0 2-100 15,2 3-66-15,0 8-32 0,0 2 16 16,0 9-7-16,-2 2-37 0,2 1-31 16,-3-1-46-16,-1-2-25 0,-2-4 1 15,3-5-3-15,-1-4-10 0,1-4-48 0,-3-6-21 16,3-5-31-16,2-3 9 0,0-4-19 0,4-1-28 0,-1-8-75 31,3-2-93-31,0-5-106 0,-3-1-215 0,1 0-426 16,-2-10-373-16</inkml:trace>
  <inkml:trace contextRef="#ctx0" brushRef="#br0" timeOffset="159384.884">16110 11521 2100 0,'0'0'1392'0,"0"0"-1022"16,0 0-175-16,0 0-7 0,0 0 196 0,81 7-50 0,-54-7-83 0,3 0-93 15,2 0-88-15,3 0-49 0,-1 0-21 16,0-3-24-16,-1-1-46 16,-4 1-95-1,-4 0-57-15,-4 2-57 0,-4 1-148 0,-8 0-227 0,-5 0-534 16,-7 14-622-16</inkml:trace>
  <inkml:trace contextRef="#ctx0" brushRef="#br0" timeOffset="159565.408">16143 11821 635 0,'0'0'2533'16,"0"0"-2113"-16,0 0-218 0,0 0-47 0,0 0 133 0,0 0-21 16,0 0-48-1,-27 68-4 16,46-63-50-15,5-2-52-16,9-2-19 0,8-1-9 0,5-2 24 0,1-5-9 0,5-4-42 0,-3-2-58 0,0-1-6 0,-4 2-30 0,-3-1-92 16,-6 3-54-16,-5 0-59 0,-5 3-127 15,-4 1-242-15,-9 2-700 0,-6 2-1397 0</inkml:trace>
  <inkml:trace contextRef="#ctx0" brushRef="#br0" timeOffset="160790.795">15001 10525 916 0,'0'0'782'16,"0"0"-318"-16,0 0-267 0,0 0-58 0,0 0 0 0,0 0 318 0,0 0-97 15,0 0-160-15,0 0-112 0,0 0-34 16,0 0-7-16,-70 6 10 0,50 5 12 16,0 1 12-16,-2 3 11 0,2 0-21 15,1 2 4-15,2 2 0 0,4-1 11 16,3-3 29-16,4 0 5 0,3-2-43 16,3-1-40-16,0-2 9 15,0-3-28-15,6 4-17 0,-1-4 0 16,3 3-1-16,2-1 13 0,-1 1 2 15,5-2-14-15,-2 3 2 0,0 0-3 16,2 1 0-16,-1 0 0 0,0 1 2 0,0 0 10 16,-3-1 4-16,3 0 8 0,-3-2 4 15,-3-1-7-15,2 0-9 0,-4-2-12 16,0-2 0-16,-2 2 0 0,0-3-2 0,-3 0 0 16,1 0-10-1,-1-2-40-15,0 4-3 0,-3-2 0 0,-4 4-25 0,-5 2 37 16,-2-2-28-16,-1 2 0 15,-5-2 31-15,-1 2-19 0,-5-3-46 0,1 3-48 16,-4-3-92-16,3 0-288 0,-18 4-727 0</inkml:trace>
  <inkml:trace contextRef="#ctx0" brushRef="#br0" timeOffset="163136.827">18815 11215 2221 0,'0'0'649'0,"0"0"-185"15,0 0-232-15,0 0-33 0,0 0 53 0,0 0-14 16,0 0-27-16,0 0-75 0,-88-21-41 15,62 28-18-15,-1 6 0 0,-3 4 0 16,-3 3 30-16,0 7 33 0,-1 1-55 16,1 3-36-16,4-3-28 0,6-3-18 15,7-7 10-15,4-7-11 0,7-4-2 16,5-3-19-16,0-3-29 0,3 1-7 16,11 5 37-16,5 2 5 0,6 3 13 15,4 0-12-15,2 2-12 0,-3 0-1 16,-3 1 4-16,0-1 21 0,-5 3-11 15,-1-2 11-15,-3-1 1 0,-3 0 1 0,-2 1 0 16,-2-3 13-16,-3 0 7 0,-3 0 8 16,-3 0-6-16,0 0-24 0,0 1-9 15,-8 0-6-15,-5-1-3 0,0 0-10 16,-4 1-5-16,-3-1-28 0,-3-2 15 16,0-1 3-16,0-1-3 0,2-4-37 15,4-2-24-15,3-2-1 0,1 0-53 0,6-7-109 16,4-5-186-16,3-2-209 0,0 0-481 15,10-9-320-15</inkml:trace>
  <inkml:trace contextRef="#ctx0" brushRef="#br0" timeOffset="163522.353">18939 11471 1714 0,'0'0'704'0,"0"0"-256"0,0 0-70 0,0 0-63 16,0 0-28-16,5 71-54 0,-7-39-11 15,-4 2-30-15,0 1-44 0,2-4-28 0,0-2-37 16,4-6-46-16,0-4-35 0,4-6 13 16,3-4-15-16,2-5-31 0,4-4-42 15,4-2-38-15,3-10-18 0,2-5-35 0,1-5-35 16,2-2-21-16,-2-2 18 0,-3-1 70 16,0 1 40-16,-1 0 51 0,-3 2 41 15,-2 1 17-15,-4 1 65 0,-3 1 22 0,-2 0 4 16,-2 4-5-16,-3 1 13 0,0 8 23 15,0 1 38-15,0 3-3 0,0 4-39 16,0 0-18-16,0 5-9 0,0 6-20 0,0 4-8 16,0 9-13-16,0 7 18 0,0 4 7 15,0 1 45-15,1 0-37 0,3 0-67 16,-2-4-18-16,1-2-15 0,-1-4-11 16,1-5-16-16,0-5-55 0,2-3-24 15,2-7-1-15,3-1-36 0,1-5-59 16,4 0-78-16,-1-4-213 15,-1-2-474-15,7-12-758 0</inkml:trace>
  <inkml:trace contextRef="#ctx0" brushRef="#br0" timeOffset="163796.3">19654 11535 1797 0,'0'0'406'0,"0"0"-170"0,0 0-3 0,0 0 149 15,0 0-12-15,0 0-84 16,0 0-72-16,0 0-89 0,0 0-68 0,0 0 6 16,0 0 21-16,-77 48 108 0,57-21-40 15,0 6-1-15,1 0 20 0,2 5 4 16,4-6-35-16,2-2-37 16,4-7-30-16,4-6-36 0,3-7-36 15,1-5-1-15,13-3-25 0,5-2-8 16,6-8-31-16,6-9-30 0,8-6-58 15,0-6-60-15,2-5-77 0,-4-1-95 0,-1 1-170 0,-3 0-151 0,-5 2-264 32,-7 4 241-32,9-13-425 0</inkml:trace>
  <inkml:trace contextRef="#ctx0" brushRef="#br0" timeOffset="164155.166">19923 11150 939 0,'0'0'544'0,"0"0"-131"15,0 0 57-15,0 0 14 0,-24-67-55 0,23 67-124 16,1 0-49-16,0 7 52 15,0 6 6-15,0 6-18 0,-2 8-54 0,-2 5 26 0,-1 8-46 0,-4 3-22 16,-2 3-24-16,1 1-53 0,-4 2-47 0,1-5-40 16,-1 0-15-16,2-4-18 0,2-5-3 15,1-6-2-15,6-7-13 0,0-5-12 16,3-6-6-16,2-4-37 0,6-6-26 16,5-1 26-16,2-1 4 0,5-11 17 15,4-5 7 1,2-4-16-16,-1-3-17 0,-2-4-4 15,-1 3 3-15,-2 5 27 0,-3 4 22 0,-3 4 12 16,0 5 2-16,-3 6 13 0,0 1 42 16,1 9 25-16,-1 7 9 0,0 2-25 0,-3 6-17 15,2 1 5-15,-2 4 1 16,-3-2-10-16,3 3 0 0,-1-4-6 0,3-2-3 16,0-5-10-16,0-5-11 0,4-4-22 15,1-4 1-15,1-4-48 0,-2-2-31 0,0 0-34 16,0-1-30-16,-2-5-50 0,-4-1-117 0,0-2-106 15,-2 3-236-15,1-2-728 0</inkml:trace>
  <inkml:trace contextRef="#ctx0" brushRef="#br0" timeOffset="164425.122">20844 11562 4010 0,'0'0'527'16,"0"0"-437"-16,0 0-78 0,0 0 89 16,0 0 25-16,0 0 33 0,0 0 58 15,107 4-53-15,-48 0-85 0,9-3-18 16,2-1-34-16,0-1-25 0,-3-10 15 15,-2-1-17-15,-6-7-60 0,-5-6-156 16,-7-3-73-16,-7-3-110 16,-6-1-166-16,-13 7-551 0,-8-9-889 0</inkml:trace>
  <inkml:trace contextRef="#ctx0" brushRef="#br0" timeOffset="164625.311">21190 11137 2722 0,'0'0'430'0,"0"0"-146"0,0 0-2 15,-57 85 108-15,45-39-4 0,-1 8-17 16,6 8-75-16,0 5-78 0,1 2-61 16,1-6-40-16,0-3-33 0,2-12-49 15,3-8-33-15,0-10-20 0,7-10-50 16,3-7-30-16,6-8 43 0,4-5-38 0,6-5-32 0,7-13-56 31,3-9-89-31,7-8-194 0,1-8-221 0,-12 9-678 0,16-19-613 0</inkml:trace>
  <inkml:trace contextRef="#ctx0" brushRef="#br0" timeOffset="165010.58">21821 10878 3123 0,'0'0'652'0,"0"0"-398"0,-10 97-181 15,2-48 64-15,-3 10 269 0,-3 7 48 16,0 1-101-16,-3 6-105 0,1-5-127 0,-5 1-60 15,3-2-22-15,0-7-29 0,3-7-10 16,5-11-12-16,4-7-3 0,6-10-6 16,0-8-46-16,6-9-33 0,5-4-9 15,8-4-6-15,2-9-24 0,4-5-1 0,5-10-10 16,-1-2-12-16,0-4 6 0,-2 1-57 16,-2-2-16-16,-2 3 42 0,-4 2 57 0,-2 5 65 15,-3 7 21-15,-4 7 44 0,-1 7 69 16,-5 6 91-16,1 9 27 0,-4 8-41 15,-1 6-19-15,0 3-19 0,0 3-7 16,-3 0 31 0,0-2 9-16,2-4 2 0,-1-4-21 0,2-3-37 0,0-8-24 15,0-3-16-15,6-6-19 0,0-4-26 0,5-1-46 16,1 0-33-16,4-8-6 0,1-2-12 16,5-4-53-16,1-3-51 0,2-1-55 15,-1 2-94-15,2-1-183 0,0 0-187 16,-6 5-259-16,7-5-30 0</inkml:trace>
  <inkml:trace contextRef="#ctx0" brushRef="#br0" timeOffset="165626.888">22327 11601 300 0,'0'0'1338'0,"0"0"-864"16,0 0-189-16,0 0-43 0,0 0 35 15,0 0-14-15,0 0-53 0,0 0-41 16,0 0-40-16,0 0-15 0,70 24 15 16,-65-21 35-16,2-3-30 0,-2 0-47 15,-1 0-25-15,-2 0-3 0,-2 0 0 0,0-3-7 16,0 0 29-16,-3 0 54 0,-2 3 18 0,-5 0-24 15,0 0-35-15,-1 3-5 0,-5 6 118 16,-2 3-44-16,1 7-38 0,-3 0 8 16,6 1 18-16,2-2-46 0,4-4-42 15,3-3-26-15,5-5-10 0,0-5-27 16,0-1-6 0,8 0-24-16,1 0-13 0,6-6-2 0,3-5-30 15,7-2-19-15,0-7-33 0,5-3-18 16,0-2-15-16,3-4-1 0,-1 1-31 15,2-4-74-15,0-4-54 0,-3-2-61 16,-1-6-25-16,-2-3-31 0,-6-4-17 0,-1-3 87 16,-5 2-15-16,1 2 86 0,-5 5 199 15,1 10 97-15,-4 10 286 0,-1 9 83 16,-1 9 54-16,-2 7-61 0,-1 0-34 0,0 9 32 16,-1 7-18-16,-1 2-63 0,-1 7-81 0,-1 4-60 31,0 6-31-31,0 1 3 0,0 7 0 15,0 1 9-15,0 4-62 0,0 0-8 16,0 5-9-16,0-5-10 0,0 1 0 0,0-4-5 16,5-5 8-16,4-1-3 0,3-6-28 15,2-4-2-15,-1-4 0 0,1-4-18 16,1-6-18-16,-2-2-19 0,0-3 10 16,-3-2-13-16,-4-4-6 0,-3 0 6 15,-3-4-12-15,0 0-21 0,-6 0-35 0,-8-4 7 16,-6-3 30-16,-8-5 3 0,-3 0-7 15,-4-7-37-15,-1-2-9 0,1-4 11 0,3-4-4 16,2-2 19-16,7-1 6 0,8 1 9 16,9 3 73-16,6 4 25 0,3 6 98 0,14 4 21 0,4 5-46 15,8 2 62-15,4 5 24 0,5-1-1 16,2 2-31-16,-1 0-78 0,1 0-49 16,-4-1-41-16,-5 0-169 0,-5 1-147 15,-10 0-303-15,2-1-1083 0</inkml:trace>
  <inkml:trace contextRef="#ctx0" brushRef="#br0" timeOffset="167257.345">13087 13959 1429 0,'0'0'263'0,"0"0"-104"0,0 0 992 0,0 0-641 16,0 0-71-16,0 0-116 0,0 0-51 16,83 5-38-16,-37-5-28 0,9 0-54 15,6 0-57-15,2-2-34 0,-1-5-28 16,0-1-24-16,-3 1-9 0,-4-3-12 16,-8 2 9-16,-1-2-52 0,-7 1-112 0,-4 0-69 15,-6 4-28-15,-8-2-102 16,-9 3-234-16,-6 3-596 0,-6 1-549 0</inkml:trace>
  <inkml:trace contextRef="#ctx0" brushRef="#br0" timeOffset="167478.409">13466 13941 1197 0,'0'0'654'15,"0"0"-77"-15,0 0-42 0,-10 73-72 16,10-32-111-16,0 8-91 0,1 5-8 15,3 7 20-15,-1 3-45 0,-3-2-35 16,0 2-65-16,0-2-49 0,0-3-54 16,0-6-23-16,0-6-2 0,0-9-28 0,0-9-30 15,3-6-18-15,0-8-40 0,3-4-50 0,-2-6-43 16,0-2-54-16,-1-3-119 0,-3 0-162 16,2 0-187-16,-2-2-351 0,0-6-385 0</inkml:trace>
  <inkml:trace contextRef="#ctx0" brushRef="#br0" timeOffset="167657.257">13410 14604 1922 0,'0'0'476'16,"0"0"-230"-16,0 0-118 0,0 0 56 15,0 0 88-15,0 0 2 0,0 0 32 16,0 0-54-16,93-15-67 0,-54 15-49 0,-2 1-21 16,3-1-7-16,-1 0-22 0,-1 0-27 15,0 0-26-15,-4-3-32 0,-2 0-1 16,-2 2-21-16,-4-3-93 0,-4 4-114 15,-6 0-59-15,-6 0-78 0,-3 2-337 16,-7 12-933-16</inkml:trace>
  <inkml:trace contextRef="#ctx0" brushRef="#br0" timeOffset="167816.925">13522 14912 2824 0,'0'0'420'0,"0"0"-280"0,0 0-48 16,0 0 95-16,0 0 15 0,0 0-20 15,0 0-41-15,82 59-50 0,-46-53-48 16,4-2-40-16,6-2-3 0,2-2-37 16,2-6-169-16,4-5-118 0,-14 3-203 0,22-10-931 0</inkml:trace>
  <inkml:trace contextRef="#ctx0" brushRef="#br0" timeOffset="168163.157">14337 14503 2308 0,'0'0'1269'16,"0"0"-1095"-16,0 0-162 0,0 0 1 16,0 0 132-16,0 0 81 0,0 0-11 15,0 0-57-15,0 0-32 0,87-6 0 16,-31 2-12-16,8 0-10 0,6-1-46 16,-1-2-34-16,1 0-21 0,-3-1 22 0,-2-1-25 15,-3 0 0 1,-8 0-64-16,-6 1-68 0,-7-3-46 0,-7 3-78 15,-3-3-80-15,-8 1-225 0,-7 1-662 16,-8-3-732-16</inkml:trace>
  <inkml:trace contextRef="#ctx0" brushRef="#br0" timeOffset="168399.213">14975 14233 114 0,'0'0'1282'15,"0"0"540"-15,0 0-1793 0,0 0-29 16,0 0 0-16,0 0 6 0,0 0 176 0,79-21-20 15,-50 24-61-15,2 4-19 0,2 1-6 16,-1 3 21-16,-2 1-19 0,-4 4 5 16,-5-1-12-16,-3 3-2 0,-7 2-25 15,-6 1-4 1,-5 2 13-16,0 2-1 0,-11 4-5 0,-7 0 14 16,-3 4-23-16,-5 0-14 0,-3 1-11 15,2 0-13-15,-1-3-12 0,6-5-19 16,2-4-43-16,5-7-105 0,7-6-74 0,3-6-78 15,5-3-209-15,0-6-728 0</inkml:trace>
  <inkml:trace contextRef="#ctx0" brushRef="#br0" timeOffset="168813.721">15671 13912 2077 0,'0'0'1136'15,"0"0"-815"-15,0 0-68 0,44 81-45 0,-28-41 5 16,-3 9-5-16,-2 6-4 0,0 5-25 16,-4 4-56-16,0 5-38 0,0-2-15 0,-1-2-5 15,-3-3-17-15,-2-7-48 0,2-8 0 16,0-11-30-16,2-9-74 0,4-11-46 15,-1-5-34-15,1-9-26 0,-1-2-31 0,2-6-151 16,-3-2-255-16,-1-19-670 0</inkml:trace>
  <inkml:trace contextRef="#ctx0" brushRef="#br0" timeOffset="169182.85">15835 13916 1456 0,'0'0'1634'15,"0"0"-1283"-15,0 0-160 0,82-46-97 16,-49 37 51-16,3 4 66 0,3 4-42 0,-2 1-42 16,0 5-34-16,-1 7-25 0,-5 2-6 0,-6 3-10 0,-6 2-24 15,-9 5 9-15,-9 3 18 0,-5 5 13 16,-16 7 30 0,-9 2-46-16,-9 6-25 0,-5-2 1 15,-2 0-1-15,3-3-2 0,2-6-4 16,7-5 16-16,10-9 8 0,9-6-8 15,9-4-37-15,5-3 0 0,8 0-14 16,12 0 13-16,8-1-29 0,9 3-9 16,7-3 14-16,5 0-36 0,0 1-21 15,2 0-13-15,-5 1 0 0,-7 2 18 0,-8 2 43 16,-6 0 0-16,-9 0 0 0,-7 2 34 16,-4 1 19-16,-5-1 33 0,0 3-3 15,-11 3-3-15,-5 0 13 0,-6 0 21 16,-1 2-22-16,-4-3-34 0,-3 0-9 0,-1-3 7 15,-2-3 30-15,-1-3-3 0,-4-3-35 0,-2-4-14 16,-3-5-80-16,-1 0-48 0,-3-1-56 16,-2-7-59-16,-5-2-105 0,12 1-406 15,-24-4-715-15</inkml:trace>
  <inkml:trace contextRef="#ctx0" brushRef="#br0" timeOffset="170586.528">14895 13515 264 0,'0'0'525'16,"0"0"720"-16,0 0-947 0,0 0-29 15,0 0-41-15,0 0 42 0,-83-21-8 16,70 17-31-16,1 3-32 0,1 1-26 15,-1 0-34-15,1 0-27 0,0 0 7 16,-3 7 2-16,0 5-26 0,-2 5-8 16,0 8-4-16,-1 5-3 0,1 5 9 0,2 2 9 0,3-6-28 0,4-2-39 15,2-8-31-15,3-7-33 16,2-6-34-16,4-2-40 0,6-5 21 16,2-1 15-16,5 0 19 0,1-4 9 15,2-7-7-15,-3 1 1 0,-3 0 27 16,1-1 10-16,-5 3 10 0,-3 2-1 0,0 3 0 15,-4-1-22-15,3 4 25 16,-2 0 0-16,2 0 25 0,1 9 9 0,1 1-3 16,1 4 6-16,0 5-7 0,-2 0-17 0,3 4-10 15,-2 0 9-15,-3 2 4 0,-2 0 17 16,-3 0 17-16,0 0 2 0,-4 2-9 16,-6-2-12-16,-4-2 5 0,0-1-8 0,0-3-10 15,1-3-16-15,4-5 10 0,1-4 1 16,1-3-13-16,-1-2-10 0,-3-2-51 15,-1 0-31-15,-5 0-31 16,-3 0 19-16,-5 0 17 0,-3-2 10 16,-6 1-10-16,-2 1-34 0,-4 0-55 15,-8 0-123-15,0 0-135 0,-6 0-169 16,11 0-417-16,-31 1-668 0</inkml:trace>
  <inkml:trace contextRef="#ctx0" brushRef="#br0" timeOffset="171340.487">11869 14549 1080 0,'0'0'121'15,"0"0"474"-15,0 0 118 0,0 0-198 0,0 0-132 16,0 0-25-16,0 0-40 0,0 0-34 16,0 0-65-16,0 0-80 15,-65 15-65-15,75-15-10 0,5 1-30 16,9 3 24-16,11-1 22 0,8 1-19 15,9-3-6-15,2 1-19 0,4-2-17 16,3 0-17-16,-2 0-1 0,1-3-1 16,1-2-2-16,1-5 1 0,-4 1-15 15,-1-3-81-15,-2-3-105 0,-8 1-66 0,-6 0-32 16,-8 1-104-16,-12 3-286 0,-7-3-908 0</inkml:trace>
  <inkml:trace contextRef="#ctx0" brushRef="#br0" timeOffset="171564.06">12515 14343 1592 0,'0'0'39'15,"0"0"1039"-15,0 0-946 0,0 0-96 0,0 0 166 16,0 0 91-16,0 0-80 0,82 2-55 16,-62 8-22-16,-1 1-27 0,-1 4-26 15,-2 1-11-15,-4 1-7 0,-4 1-24 16,-5 2 9-16,-3 2-7 0,-4 2-6 15,-9 3-3-15,-4 3-12 0,-6 1-20 16,-1 2-2-16,-6 5-19 0,-3-2-12 0,-3 1-31 16,0-1-75-16,0-5-104 0,-3-3-106 0,12-10-262 0,-15 1-860 0</inkml:trace>
  <inkml:trace contextRef="#ctx0" brushRef="#br0" timeOffset="172542.141">10880 14144 1068 0,'0'0'342'15,"0"0"-134"-15,0 0 552 0,0 0-187 0,0 0-201 16,0 0-106-16,0 0-38 0,13 84 30 16,-3-48-15-1,2 2-32-15,2 7-54 0,-1 4-43 0,2 2-22 16,-5 5-13-16,-3 2-8 0,0 2-31 16,-4-1-16-16,-2-3-22 0,-1-3-1 15,0-4-1-15,0-8-3 0,0-6-34 0,0-8-18 16,0-7-27-16,0-7-29 0,2-4-39 15,1-6-57-15,0-1-76 0,1-2-220 16,2 0-304-16,-2-11-568 0</inkml:trace>
  <inkml:trace contextRef="#ctx0" brushRef="#br0" timeOffset="173074.742">11071 14178 1334 0,'0'0'244'16,"0"0"932"-16,0 0-650 0,0 0-60 0,86-56-224 16,-56 42-50-1,2 2-21-15,3 0-50 0,0 2-56 16,0 7-46-16,-2 2-4 0,-3 1-14 0,-2 7 24 15,-8 2-13-15,-3 6-12 0,-6 4 1 16,-7 4 14-16,-4 5 6 0,-3 7-5 16,-12 2-14-16,-5 3-1 0,-4 1 1 0,-2 1 10 15,0-4-10-15,-3-1 10 16,3-1 7-16,2-7-4 0,2-3-12 0,8-6-1 16,-1-4-2-16,8-5-2 0,3-6-22 0,1 1-7 15,3-1-15-15,0 2-25 0,4-1 0 16,5 2 15-16,7 3 22 0,1 1 18 15,5-1 13-15,2 0 0 16,3 1-16-16,1 1 17 0,-1 0 2 16,3 3 1-16,-3-1 74 15,-2 2-32-15,-2 0-27 0,-3-1-13 16,-3 0 18-16,-3-1 7 0,-4 3 3 16,-3-4 3-16,-4 3 3 0,-3 0 12 0,0 2-3 15,-3 0 13-15,-7 0 11 0,-3 2 4 0,-3-2-40 16,-2 0-10-16,-3 0-3 15,-3-4 1-15,-1 1-1 0,-2-4-18 0,1-1 16 16,1-4-19-16,-2-3 0 0,1-4-80 0,2 0-67 16,1-12-56-16,2-6-47 0,1-5-128 15,3-4-231-15,5 6-591 0,1-17-627 0</inkml:trace>
  <inkml:trace contextRef="#ctx0" brushRef="#br0" timeOffset="173574.015">12637 13575 1228 0,'0'0'143'0,"0"0"-3"0,0 0 946 0,0 0-456 16,0 0-91-16,0 0-155 0,0 0-39 0,0 0-126 15,0 0-87-15,0 0-22 0,-98 47-3 16,74-29-15-16,0 1-28 0,-2 2-28 15,1-2-24-15,3 1-12 0,4-2 0 16,4 0 2-16,7 0 11 0,3-1-3 16,4 1-10-1,0-2-12-15,4 0-1 0,8 2 11 16,2-2-13-16,1-1 3 0,3-2-18 0,0-1-1 16,2 0 10-16,-2-2-1 0,0-1 10 15,0-1 0-15,-5 3-6 0,0-3 6 16,-4 3-10-16,-5 1-24 0,-4 4-27 15,0 1 21-15,-7 2 37 0,-6 2-7 16,-4 2-6-16,-5 0-51 0,-1-3-23 0,-4 1 6 0,-4-4-49 16,-3 0-88-16,-2 0-255 0,7-5-594 15,-16 4-957-15</inkml:trace>
  <inkml:trace contextRef="#ctx0" brushRef="#br0" timeOffset="176190.895">18242 14120 1588 0,'0'0'286'16,"0"0"539"-16,0 0-423 0,1 64-169 0,-7-34-83 15,1 2-46-15,-1 1 23 0,1 2 24 31,2-6-60-31,-1 0-53 0,4-5-25 0,0-5-13 16,4-7-25-16,2-5-69 0,0-6-127 16,3-1-70-16,-2-8-135 0,0-3-603 15,0-15-893-15</inkml:trace>
  <inkml:trace contextRef="#ctx0" brushRef="#br0" timeOffset="176363.475">18066 13827 790 0,'0'0'1721'16,"0"0"-1321"-16,0 0-192 0,0 0-13 15,0 0 50-15,0 0-103 0,0 0-82 16,104-6-60-16,-68 5-40 16,1 0-118-16,0 0-99 0,-12-1-250 15,8 2-683-15</inkml:trace>
  <inkml:trace contextRef="#ctx0" brushRef="#br0" timeOffset="176633.938">18593 13891 1694 0,'0'0'1589'15,"0"0"-1344"-15,0 0-125 0,0 0-12 0,0 0 210 0,0 0 59 16,-29 78-97-16,22-63-117 0,0 0-113 0,6 0-50 16,1-3-15-16,0 1-1 0,0-2-8 15,8 3-19-15,2-1-12 0,3-4-19 16,3 2-9-16,0 3 49 0,4-1 12 15,2 2 4-15,-2-2 17 0,2 4-12 16,-2 0 13 0,-3-1 1-16,0 0 2 0,-4-1-2 15,0-1 15-15,-3-1-13 0,-4-1-1 16,-1-1 17-16,-2 1 2 0,-3-2 7 0,0 0 6 16,-5 1-19-16,-4 0-15 0,-5 2-24 15,-6 2-66-15,-3-2-43 0,-3 0 12 16,-1-1 3-16,0-1-26 0,0-5-149 0,5-1-387 15,-9-3-973-15</inkml:trace>
  <inkml:trace contextRef="#ctx0" brushRef="#br0" timeOffset="177181.762">19693 14115 287 0,'0'0'1178'0,"0"0"-106"0,0 0-641 0,0 0 10 15,89 37-67-15,-46-31-40 16,2-6-91-16,4 0-70 0,0-7-43 0,2-7-63 15,-1-4-67-15,-4-4-49 0,0-1-148 16,-5-1-86-16,-7 0-72 0,-6 0-282 16,-10 8-552-16,-8-6-558 0</inkml:trace>
  <inkml:trace contextRef="#ctx0" brushRef="#br0" timeOffset="177382.808">20013 13775 375 0,'0'0'72'16,"0"0"146"-16,0 89 1312 0,0-48-1032 16,0 7-135-16,0 3-85 0,0-1 8 15,-2-3-49-15,-1-4-84 0,-1-5-98 16,0-8-55 0,4-8-12-16,0-8-77 0,5-4-87 0,4-9-1 15,4-1-32-15,4-7-62 0,2-11-214 16,2-5-594-16,-4 3-186 0,7-16 963 0</inkml:trace>
  <inkml:trace contextRef="#ctx0" brushRef="#br0" timeOffset="177783.316">20330 13433 772 0,'0'0'202'15,"0"0"195"-15,0 0 383 0,0 0-314 0,0 0-103 16,0 0 5-16,1 89 9 0,-1-45-43 15,-5 8-38-15,-3 4-51 0,-4 6-57 16,-2-1-41-16,-3 4-31 16,-2-3-24-16,-1-3-32 0,0-6-41 15,6-6-19-15,-1-10-16 16,8-10-18-16,4-9 0 0,3-9-8 0,0-6-19 16,13-3-31-16,4-6 31 0,6-7 21 0,3-6 9 15,6-9 13-15,-2-3-25 0,0-3 24 16,-4 0-15-16,-5 2-2 0,-3 2-14 15,-6 4-2-15,-1 7 25 0,-5 5 27 0,-1 7 2 16,-2 5 17-16,-3 2 24 0,0 4 9 16,0 8 40-16,0 6 34 0,0 7 0 15,0 3-44-15,-5 5-30 0,1 1 9 16,-1-2 6-16,1 1-12 0,4-7-36 0,0-7-19 16,0-4-21-16,0-6 6 0,7-2-10 15,-1-4-20-15,1-1-56 0,2-2-45 0,2 0-51 16,-2-7-92-16,4 0-128 0,-1-3-231 15,-1-1-363-15,-1-1-114 0</inkml:trace>
  <inkml:trace contextRef="#ctx0" brushRef="#br0" timeOffset="178052.738">20568 14111 22 0,'0'0'433'15,"0"0"-266"-15,0 0-24 0,0 0 1538 0,0 0-1124 16,0 0-196-16,0 0-6 16,0 0 23-16,0 0-61 0,65-14-57 15,-49 3-76-15,5-4-74 0,3-4-65 0,2 0-45 16,0-3-21-16,2 1-46 0,-4 0-68 15,-1 4-16-15,-4 1-6 0,-6 6 32 16,-6 2 45-16,-4 4 74 0,-3 1 6 16,-3 1 0-16,-10 1 24 0,-5 1 7 15,-3 0 7-15,-5 2 24 0,0 9-19 0,1 4-9 16,-3 7 0-16,2 6 0 16,3 5 22-16,-3 5-1 0,3 2-3 15,3 3 10-15,6-3 8 0,5-5 25 16,7-5-6-16,2-6-28 0,12-6-27 15,8-3-22-15,6-5-12 0,9-4-19 16,5-3-32-16,6-3-26 0,9-7-45 16,4-7-99-16,2-3-98 0,-13 2-204 15,17-10-887-15</inkml:trace>
  <inkml:trace contextRef="#ctx0" brushRef="#br0" timeOffset="178498.355">21641 13946 665 0,'0'0'821'0,"0"0"168"0,0 0-532 0,41 80-92 16,-33-47-47-16,-2 2 0 0,0-1-54 16,-5 0-81-16,1-2-84 0,-2-2-68 15,1-4-31-15,1-4-16 0,0-5-18 0,1-6-69 16,3-6-58 0,0-3-59-16,4-2-19 0,-1-11-94 0,-1-6-275 0,1 3-628 15,0-15-158-15</inkml:trace>
  <inkml:trace contextRef="#ctx0" brushRef="#br0" timeOffset="178673.48">21550 13616 1099 0,'0'0'309'16,"0"0"1154"-16,0 0-983 0,0 0-90 15,0 0-110-15,0 0-33 0,0 0-91 16,0 0-67-16,91 6-44 0,-58 5-45 15,-2-4-65-15,-1 2-90 0,-3 1-126 0,-2 0-97 16,-2 1-342-16,-6-4-730 0,-1 8 68 0</inkml:trace>
  <inkml:trace contextRef="#ctx0" brushRef="#br0" timeOffset="179170.049">22235 13924 186 0,'0'0'2462'0,"0"0"-1996"0,0 0-189 0,0 0-39 0,-89 12 125 15,61 4-41-15,0 6-71 0,0 8-51 16,3 3-25-16,4 4-7 0,2-2-16 15,8-4-15-15,6-3-52 0,2-7-79 16,3-8-6-16,8-5-45 16,6-4-1-16,5-4 28 0,2-2 17 15,3-7 0-15,2-7-48 0,0-5-57 0,-1-5-25 0,1-2-25 16,0-4-10-16,-2-1-25 0,1 0-41 16,-2-5-20-1,0-2-82-15,-1-5-5 0,0-3-34 16,-2-6-55-16,-6-4-12 0,-1 0 80 15,-6-1 129-15,-7 4 88 0,0 4 130 16,0 7 13-16,-7 8 215 0,-1 11 123 16,3 8 5-16,-1 8 41 0,4 7-53 0,0 2-104 15,-1 5-90-15,2 10-38 0,-1 8 31 16,1 11 154-16,-1 8-27 0,2 5 26 0,-1 9 7 16,-3 2-30-16,-2 2-19 0,-1-2-68 15,-2-1-54-15,-2-7-59 0,3-4-60 16,1-8-15-16,3-9-67 0,2-6-60 15,2-4-65-15,2-5-47 0,7-4-81 0,2-3-248 16,0-5-593-16,1-2-968 0</inkml:trace>
  <inkml:trace contextRef="#ctx0" brushRef="#br0" timeOffset="179470.659">22487 14026 969 0,'0'0'2541'15,"0"0"-2200"1,0 0-250-16,0 0 133 0,0 0 151 15,0 0-46-15,96 46-44 0,-68-46-133 16,6-6-88-16,2-5-44 0,2-5-20 16,-2-4-79-16,-1 0-73 0,-3-2-47 0,-4 2-3 15,-5 2-1-15,-7 0 8 0,-4 2 39 16,-6 1 38-16,-6 0 32 0,0 0 51 16,-8-2 35-16,-6 1 51 0,-3-2 3 0,-2 5-13 15,-2 1-41-15,1 5 18 0,2 7 66 16,-1 0-55-16,3 12-5 0,-2 8 17 0,2 10 43 15,-1 3 43-15,0 7 30 0,0 1 15 0,1 2-1 16,2-3-61-16,5-4-55 0,3-6-37 16,5-7-18-16,1-8-45 0,3-3-10 15,7-6-40-15,3-4-15 0,7-2-13 0,3-7-61 16,5-7-157-16,-6-3-374 16,12-11-925-16</inkml:trace>
  <inkml:trace contextRef="#ctx0" brushRef="#br0" timeOffset="179787.752">22957 13891 1201 0,'0'0'1776'16,"0"0"-1129"-16,0 0-347 16,0 0-80-16,0 0 211 0,0 0 5 15,0 0-110-15,-6 85-128 0,4-67-59 16,0-4-51-16,1 0-43 0,1-3-45 16,0-4-10-16,3-3-50 0,1-1 11 15,4-1 10-15,1-2-25 0,3 0 4 16,3-5 5-16,1-3 6 0,2-4-5 15,-1 2-10-15,0-2 9 0,-2 3 9 0,-3 0 16 0,0 5 18 16,-4 0-6-16,1 4 18 0,-4 0 15 16,1 0 67-16,-1 7-3 0,4 3-24 15,-1 4-28-15,1 1-15 0,-1 4 7 16,0-1 11-16,-2 1 3 0,-2 0-17 16,1-1-16-16,-4-1-19 0,-1-2-38 0,0-4-22 15,0 1-13 1,0-5 4-16,0-2-28 0,0-5-67 15,0 0-168-15,3-2-242 0,1-3-502 16,10-12-399-16</inkml:trace>
  <inkml:trace contextRef="#ctx0" brushRef="#br0" timeOffset="179940.507">23509 13945 658 0,'0'0'2649'15,"0"0"-2196"-15,0 0-349 0,0 0-10 0,0 69 148 16,0-48 74-16,0-1-87 0,0-1-76 15,0 0-80-15,0-4-73 0,0-4-105 16,0-3-110-16,2-1-75 0,-2-2-101 16,1-5-191-16,-1 0-414 0,0-5-510 0</inkml:trace>
  <inkml:trace contextRef="#ctx0" brushRef="#br0" timeOffset="180122.205">23450 13565 1269 0,'0'0'1757'15,"0"0"-1038"-15,0 0-404 0,0 0-71 16,0 0 90-16,0 0-171 0,0 0-108 0,0 0-55 16,85 24-40-16,-65-24-86 0,-2 0-56 0,0-2-125 15,-6-1-402-15,-1-4-1289 0</inkml:trace>
  <inkml:trace contextRef="#ctx0" brushRef="#br0" timeOffset="180558.507">23957 13400 950 0,'0'0'2281'0,"0"0"-1994"0,6 69-126 0,-4-38 239 16,0 8 66-16,1 1-57 0,4 3-125 16,1 1-132-16,0 4-76 0,3-1-30 15,1 0-19-15,-1 1 12 0,-3-2-27 16,4-7-12-16,-4-2-51 0,3-7-19 16,1-3-36-16,-2-8-19 15,-1-3-18-15,0-8-38 0,-4-2-18 16,-2-5-79-16,-3-1-102 0,0-2-153 15,-3-8-196-15,-5-2-548 0,-4-2 63 16,-1-3 1152-16,-4-2 49 0,0-1-127 16,-3 1 140-16,-3-1 431 0,-1-3-392 0,-2 0 381 15,-1-1 892-15,0 0-924 16,1 0-192-16,1-1-103 0,9 5 29 16,1-3 32-16,7 10 5 0,7 3 28 0,1 4 41 0,4 4-43 0,10 0-15 15,6-1-27-15,7-3 40 0,6-2 5 16,5 1-74-16,5-3-62 0,-1-2-52 15,0-1-10-15,0 0-67 0,-1-2-169 16,-3 0-127-16,-4-2-292 16,-12 5-761-16,1-4-434 0</inkml:trace>
  <inkml:trace contextRef="#ctx0" brushRef="#br0" timeOffset="180974.261">24267 13714 2005 0,'0'0'1416'0,"0"0"-1001"16,0 0-265-16,0 0 55 0,-24 79 244 15,24-64-4-15,0-4-190 0,0-3-142 0,8 1-113 16,4-2-49-16,2-2-21 0,2 0-9 16,2-2-27-16,-1-1-47 0,3-2-6 15,-3 0 24-15,3 0-26 0,-2 0 0 16,-3 0 46-16,1 0 59 0,-3 6 38 16,0 0 18-16,0 3 9 0,-3 2 69 15,-1 1 49 1,-1 4 0-16,-3 0-31 0,-1 5-41 0,1 2-15 15,-3 1-18 1,1 5-4-16,0-1-18 0,2 4 0 0,2 1-11 16,-2 1 11-16,1-1 15 0,0 3-12 15,1-2 37-15,-3 1 37 0,-1-1 5 0,-3 0 22 16,0-1-12-16,0-2 8 16,-7 2 7-16,-3-3 2 0,-2-3-54 0,-2-2-19 0,-2-4 25 0,-1-8-13 15,3-7-15-15,-1-5-15 0,2-1-18 16,2-7-37-16,1-6 1 0,4-5 0 15,1-4-4-15,4-5-20 0,1-5 38 16,0-6 10-16,4-5-45 16,5-4-38-16,5-1-14 0,-1-1-25 0,6 2-25 15,2 3-19 1,1 3-47-16,1-1-135 0,3 6-340 0,-7 8-466 16,7-9-682-16</inkml:trace>
  <inkml:trace contextRef="#ctx0" brushRef="#br0" timeOffset="181741.085">25224 13820 720 0,'0'0'0'0,"0"0"0"0,0 0 1545 0,0 0-938 16,0 0-82-16,0 0-104 0,0 0-63 15,89-40-78-15,-75 45-15 16,-2 7-26-16,-3 7-28 0,-3 4-44 0,-3 0-42 15,-3 2-25-15,0-2-30 0,0-4-55 16,-5-2-15-16,2-6 0 0,3-4-46 16,-1-2-63-16,1-3-33 0,0-2-1 15,1-2-53-15,8-3-30 16,5-7-73-16,3-4 22 0,3-2-40 0,0-2-55 16,-1-1 56-16,1-1 47 0,-2 0 89 15,-2 1 155-15,0 0 25 0,-4 3 90 0,-2 3 57 0,-3 4 4 16,-3 4 41-16,-3 4 8 0,-1 3-35 15,0 3-11-15,0 8 80 0,-4 4 15 16,-4 8-57-16,0 0-28 16,-2 2 20-16,4-4 6 0,0-1-77 0,1-7-71 15,5-2-42-15,0-4-1 0,2-5-14 16,7-1-6-16,5-1-13 0,3 0-5 16,3-6-29-16,5-4-36 0,-3-2-12 15,0 2 42-15,-2-2 10 0,-2 5 17 16,-5 1 10-16,-5 3 22 0,2 3-1 15,-4 0 16-15,-2 7 53 16,2 4 88-16,-1 4 41 0,2 0-45 16,-3 5-24-16,3 0-19 0,1-1 37 0,0 0-37 15,7-2-66-15,-1-4-28 0,6-3-42 16,5-4-46-16,0-3-30 0,4-3-71 16,4 0-112-16,1-7-233 0,-9 0-670 15,16-6-791-15</inkml:trace>
  <inkml:trace contextRef="#ctx0" brushRef="#br0" timeOffset="182059.474">26304 13772 1170 0,'0'0'2195'0,"0"0"-1859"0,0 0-128 0,0 0 218 16,-101 30 3-16,67-8-74 0,-2 3-78 16,3 1-61-16,6 1-50 0,4-3-66 0,6-4-55 0,6-4-39 15,6-6-6-15,3-2-36 0,2-5-3 16,5 0-25-16,5-3-33 0,8 0 22 0,3-5-4 15,3-4-9-15,4-4-31 0,-3-1-18 16,-2-2-18-16,-4 2 45 0,-2 1 24 16,-8 2 37-16,-1 4 49 0,-3 2 3 15,-4 4 55 1,-1 1 58-16,0 0-15 0,0 1-18 16,0 6-4-16,-3 4 6 0,1 3-15 15,1 4 3-15,1 0-18 0,0 0-13 0,8 0-41 0,4-5-1 0,8-1-41 16,1-4-23-1,7-2-12-15,1-4-18 0,2-2-34 16,0-2-28-16,0-6-77 0,-2-4-252 0,0 0-213 16,-3-2-473-16,-8 2-459 0,4-5 1548 0</inkml:trace>
  <inkml:trace contextRef="#ctx0" brushRef="#br0" timeOffset="182617.952">26632 13766 442 0,'0'0'353'16,"0"0"1554"-16,0 0-1429 0,0 0-299 15,0 0 14-15,0 0 123 16,0 0-11-16,0 0-22 0,0 0-27 16,-30 64-32-16,22-45-32 0,-1 0-61 15,3-4-55-15,3-1-45 0,1-2-29 0,2-5 0 16,0-1-2-16,0-2-2 0,2-3-26 16,4-1-26-16,2 0-7 0,4 0 18 15,-1-1 0-15,6-4-45 0,-2-4-47 16,2 2-15-16,-1-2 9 0,0-1 26 0,-1-1 26 15,-1 0 11-15,-3 0 13 0,0-2 39 0,1 0 26 0,-3-2 28 16,1 0 46-16,-1-2-18 0,-1 2-25 16,1-1-28-16,0 2-3 0,-2 2 2 15,-1 3 0-15,0 2-2 0,-1 2-11 16,-2 2-4-16,1 1 15 0,-2 2 3 16,1 0 34-16,-2 0-3 0,1 0 15 0,-2 0 10 15,1 0-7-15,1 0-24 0,-2 0-16 16,1 0 1-16,0 0 2 0,2 0-12 15,0 0-1-15,0 0 10 0,0 0-9 16,0 0-3-16,0 0-22 0,-1 0-3 16,-2 0 1-16,0 0 12 0,0 0 12 0,0 0 2 15,0 0 25 1,0 0 4-16,0 0-13 0,0 0-18 16,0 0-1-16,0 0 0 0,0 0 1 15,0 0 1-15,0 0 0 0,0 0 1 16,0 0 11-16,0 0-10 0,0 0 34 15,0 0 6-15,0 0 0 0,0 0-13 16,0 0-5-16,0 0-15 0,0 0-10 16,0 0-3-16,0 0-12 0,0 3-19 0,0-1-6 0,-2 0 16 15,2 1-19 1,-3-2 6-16,0 2 12 0,2-2-36 0,-2 1-60 0,1 0-52 16,-4 0-20-16,2-1-115 0,-2 3-160 15,-1-3-272-15,4 1-794 0,-7-2 444 0,60-24 1054 16</inkml:trace>
  <inkml:trace contextRef="#ctx0" brushRef="#br0" timeOffset="183007.77">26659 13714 1364 0,'0'0'1878'16,"0"0"-1418"-16,0 0-199 0,0 0 43 15,0 0 15-15,0 0-17 0,0 0-58 16,0 0-61-16,-30 77-46 0,20-41-1 16,1 9 49-16,2 2-52 0,1 6-61 0,1 1-53 0,-1 4-17 15,0 1-2-15,-1 0 0 0,0 3-13 16,-2-5-14-16,2 0 0 0,3-2-3 15,-1-5-9-15,4-4 2 0,1-4-2 32,0-5 15-32,4-5-40 0,5-3-8 0,2-5-19 0,1-1-6 15,0-3-16-15,2-2-5 16,-3-7-20-16,1-2-12 0,-4-4-27 16,1-2-48-16,-2-3-14 0,0-2-24 0,-1-7-20 15,0-4-37-15,0-2 96 0,0-5-125 16,1-3-203-16,-3 6-585 0,2-16 165 0</inkml:trace>
  <inkml:trace contextRef="#ctx0" brushRef="#br0" timeOffset="183376.385">26690 13730 450 0,'0'0'277'0,"0"0"1753"0,0 0-1792 0,0 0-212 16,0 0 41-16,0 0 154 0,0 0 27 15,41-73-84-15,-23 66-66 0,1 3-35 16,1 3 15-16,-1 1 17 0,2 7 36 0,-1 5-9 16,-1 7 17-16,1 3-15 0,0 4-53 15,-4 5-31-15,1 1-15 16,-3-1-10-16,-3 0-15 0,-2-1-9 15,-1-2-7-15,-3-2-8 0,-2-2-4 0,-3 1-12 16,0-3 37-16,-9 0 2 16,-7-2-27-16,-6-1 25 0,-7-1 0 15,-7 0-13-15,-4-2 15 0,-5-1 1 0,-2-5-1 16,2-3-14-16,0-5 0 0,2-2-66 16,4 0-46-16,2-10-26 0,0 1-51 0,5-3-209 15,9 3-387-15,-5-6-1002 0</inkml:trace>
  <inkml:trace contextRef="#ctx0" brushRef="#br0" timeOffset="185882.498">15975 2113 1018 0,'0'0'1490'16,"0"0"-911"-16,0 0-257 0,0 0-80 0,0 0 88 15,0 0 18 1,0 0-18-16,0 0-26 0,0 0-63 15,70-61-34-15,-65 55-52 0,-2 1-55 16,-2-3-30-16,1-1-43 0,-2-1-27 0,0-2 0 16,0-2-36-16,0-3-7 0,0-1-2 15,-5-1-4-15,1-2 7 0,-5-3 6 16,2 0 8-16,-5-2 10 0,2 0 18 0,-2-2 0 16,-2-2 3-16,-3-1 12 15,-5-1-12-15,-4 0 0 0,-4-1 9 16,-6 1-12-16,-7-3-12 0,-5 0-33 0,-9 0-22 15,-4 2-6-15,-4 2-21 0,-4 1 30 16,2 3 0-16,0 4-34 0,-2 0 98 16,0 2-1-16,-2 2 1 0,4 1 0 15,-1-1 1-15,1 2 26 0,4 1-27 16,1-3-2-16,1 1 1 0,1 0-13 16,2 1-44-16,-4 1-3 0,-1 2-13 15,4 2 25-15,-2 3-16 0,4 4 0 16,-1 5 19-16,5 0 22 0,-1 1 24 15,3 7 18-15,1 0-3 0,3 4-2 0,4 0-1 16,-2 2 0-16,5 2 10 0,1-2 18 16,-1 3-15-16,2 1 15 0,-1 1-22 0,0 3 1 15,0 2 17-15,0 2-20 0,0 4 27 16,3 1 0-16,-1 0-19 0,2 2 7 16,5 0-16-16,3 0 6 0,2-4-20 15,6-1-1-15,5-6 40 0,1-2 9 16,6-3-9-16,1-3-16 0,2 0-12 15,-2-4-12-15,3 0-11 0,0-1 9 0,2 0-13 0,-2-4 14 16,2 1-1-16,1-4-14 0,0 1 15 16,0-3 1-16,0 1 1 0,0-1 2 15,0 0 1-15,0 0-3 0,0 0-1 16,-2 0-1-16,2 0-30 0,0 0-58 0,0 0-36 16,-1 2-1-16,1-2-130 15,-2 3 18-15,1 0-189 16,1-1-140-16,0-2-401 0,0 0-394 15,0 0 531-15,6-10 709 0</inkml:trace>
  <inkml:trace contextRef="#ctx0" brushRef="#br0" timeOffset="186261.128">13481 1276 427 0,'0'0'1925'16,"0"0"-1486"-16,0 0-275 0,0 0-84 0,0 0 67 15,0 0 0-15,0 0-36 0,0 0-111 16,0 0-48-16,0 0 7 0,0 0 39 16,-40 54 2-16,29-23 25 0,-4 2 45 15,1 4 83-15,-1 2-11 0,-3 1-22 16,-1-1-51-16,2 1 3 0,-2-2-12 15,4-3 25-15,1-6 2 0,5-6 6 16,4-4-21-16,2-6-26 0,3-5-33 16,0-3 27-16,1-1 12 0,5-1 47 0,6 0 73 0,5-2-55 15,6 0-29-15,6-1 10 0,7 0-40 16,4 0-18-16,5-5-40 0,1-2 0 16,1 0-37-16,-3-1-21 0,-2 0-21 15,-1 0-62-15,-5 1-58 0,-7 3-58 16,-2 0-186-16,-12 1-778 0,-2 2-1105 0</inkml:trace>
  <inkml:trace contextRef="#ctx0" brushRef="#br0" timeOffset="186925.42">15619 732 277 0,'0'0'2047'0,"0"0"-1374"0,0 0-276 15,0 0 8-15,0 0-9 0,0 0-101 0,0 0-92 16,0 0-61-16,-64-65-53 0,41 56-34 16,-1 3 3-16,-7 2-15 0,-3 2 2 15,-1 2-29-15,2 2-16 0,-1 7 18 0,3 1 0 16,6 0-18-16,6 1-15 0,1 2-13 15,5 1-5 1,2 1 12-16,5 1-7 0,3 1-15 16,2 1-9-16,1 3 25 0,3-2-10 15,8 5 34-15,7-2 1 0,2 0 2 0,1-1 0 0,4-2 3 16,-4-2 9-16,2-2-12 0,-7-2-14 0,0 1-5 16,-3-6-2-16,-3 3-7 0,-3-1-24 15,-4 0-31-15,-3 1-31 16,0 0-13-16,-3 1 6 0,-8 0-9 15,-1 0-18-15,-3-2-81 0,0-1-75 16,-2-1-78-16,-1-3-65 16,1-1-352-16,-13-2-710 0</inkml:trace>
  <inkml:trace contextRef="#ctx0" brushRef="#br1" timeOffset="-214011.969">12772 10507 3201 0,'0'0'760'15,"0"0"-685"-15,0 0-75 0,0 0-66 16,0 0 66-16,0 0 132 0,0 0 40 16,0 0-5-16,0 0-65 0,3 86 6 0,8-55-12 15,1 4 39-15,1 5-22 0,1 6-49 16,0 4-62-16,-3 6 41 0,2 2-43 15,-3 7-9-15,-2 2-6 0,-1 3-28 16,-2 1 12-16,-2 3-12 0,-1 3 4 16,-2 2 37-16,0-1 2 0,0 2 0 15,0-2-30-15,0 0 30 16,0-5 0-16,-2-1-11 0,-1-4 11 16,3-4-28-16,0-1 10 0,0-4-47 15,0-2 16-15,0-6 12 0,3-3-15 16,2-7 31-16,-1-5 20 0,3-7 2 0,2-5-2 15,-2-9 0-15,3-4 0 0,-1-1 0 16,4-7-13-16,-2-1-11 0,4-2 3 16,-4 0 10-16,2 0 9 0,2-2 3 0,-4-4 0 15,2 1 0-15,2-1-2 0,0-4-26 16,0 3 28-16,2-1 23 0,2-1-8 16,4 0 6-16,1-1-21 0,2-1-25 15,2 0 2-15,3 0 21 0,1 0-17 16,4-1-18-16,3 3 35 0,2-1-23 15,3 3 25-15,2 2 1 0,3 1 17 0,3-1-16 0,-1 3 48 16,3 2-10-16,4 0 13 0,1-1-35 31,3 1-18-31,4-2-1 0,4-2-10 0,1 1 11 16,2 0 1-16,2 0-1 0,2 1-23 16,1 0 22-16,1-2 1 0,3 1 16 15,2 0 11-15,1 1-5 0,2-1 3 16,-1 0-4-16,0 2 19 0,1-1-18 0,-2 0-22 15,0-1 12-15,0-1-12 0,-1 0 0 16,-1-2 0-16,-1 2 0 0,1-2 2 16,-1 0-2-16,1-3-15 0,-2 2 15 0,0 0 18 15,-1-4-3-15,-2 4-14 0,0-4 30 16,-1 4-9-16,-3-3-1 0,-1 3-21 16,-4-2-11-16,-3 2 10 0,-1 0-10 0,-2 0 11 0,-5 2 0 15,0-1 0-15,-4 4-4 0,-2-2 4 16,-3 1-15-16,0 0 0 0,-4 2 12 15,-1-2-10-15,-5 1 11 0,-1 0 2 16,-5-2 0-16,-4 3 2 0,-2-2 29 16,-7 0-12-16,-5 1-4 0,-2-2 3 15,-5 1 1 1,-2 0-16-16,-1 1 9 0,-2-1-12 16,1 2-3-16,-3 0-18 0,1 1 8 15,-1-3 10-15,0 1-9 0,2 1 11 0,0-4 1 16,-1 2 2-16,1-3 13 0,-2 1-14 15,2-1 2-15,0-1 25 0,0-3-7 16,2 3-2-16,-2-3 30 0,3-4 30 16,1-3-42-16,1-4-26 0,4-4-11 0,3-3-18 0,2-4 6 15,1-6 8-15,0 0-20 16,-1-5 3-16,-2-4-10 0,-5-5 6 0,0-5 22 16,-6-8-13-16,-1-4-14 0,-3-4 2 15,0-6-3-15,-7 0-9 0,-4 1-15 16,-1 0-37-16,-4 4 9 0,0 4 49 0,-2 5-22 15,0 9 35-15,-2 4 4 0,0 7 17 0,1 4 19 16,-1 4 23-16,3 6-41 0,-3 3 0 16,1 2 1-16,4 3 13 0,-2 1-13 31,4 1 11-31,3-1 8 0,0 3-21 0,4-2 0 16,3 1-12-16,0 2 12 0,3 0-12 15,0 4 11-15,0 2-2 0,0 5-13 16,0 2 16-16,0 4 0 0,0 1 28 0,0 0 3 15,0 3-19-15,-1 2-12 0,-2 1 3 16,-1 2 16-16,0 2 12 16,-1 1-4-16,-2-4-8 0,4 1 11 15,-1-3-11-15,-1 1-16 0,2-3 15 0,2-1 1 16,-2-1-1-16,1-1-18 0,-1 0-38 16,-2 0-11-16,-1 0 22 0,-4 0 27 0,-1 0 0 0,-2-1-19 15,-4 1 18-15,-1-2-1 0,-5 1-24 16,-1-1 2-16,-2 2 24 0,-4-3 0 15,-1 0 0-15,-3 1 0 0,-1-2 15 0,-4 1 1 16,0-1-15-16,-5-1 42 0,-1-1-41 16,-3 5 10-16,-2-5-12 0,-2 5 9 15,-4-3-21 1,-2 3-28-16,-1 0 39 0,-4-2 1 16,-2 3-2-16,-2 0-1 0,-3-2-19 0,-4 2 41 15,-1 0-19-15,-1-1 21 0,1 1-8 16,-3-4 2-16,3 3 0 0,-4 1-15 15,0-1 0-15,0 1 0 0,-1 0 0 16,1 0-14-16,-2 0-8 0,5 0 22 0,-2 1-67 16,0-1 42-16,-1 5-3 0,1-4 25 0,-1 3-25 15,2 0 28-15,-2 3 19 0,3 1-17 16,0-1-2-16,-1 0 12 0,2-1 1 16,2 2 2-16,-1 0-3 0,5-1 4 15,1 0-13-15,2 0 0 0,1-1-3 16,3 0 0-16,2-1 12 0,-1-1-12 15,3-1-13-15,4 1 13 16,1-3-9-16,3 1 11 0,2-2-2 0,4 0 15 16,1 0 10-16,3 0-23 0,2 0 1 15,3 0 22-15,4 0-22 0,2 0-3 16,2 0-2-16,1 0 2 0,4 0 0 0,0 0 3 16,1 2-1-16,-1 0-1 0,3 3-1 15,-4 2 0-15,2 0 2 0,-1 3 29 16,2-2-13-16,-2 3 3 0,3 0 1 15,2-3-1-15,-1 1-5 0,3 0-13 16,0 0 12-16,4-1-14 0,0-1-1 16,2 2-1-16,2-2-11 0,1-1 11 0,2 1-21 15,2-3-5-15,2-2-7 0,0 0-12 16,2-1-6-16,5 0 2 0,6 1 4 16,3-2-62-16,5 0-97 0,7-7-193 0,-6 1-288 15,16-12-927-15</inkml:trace>
  <inkml:trace contextRef="#ctx0" brushRef="#br1" timeOffset="-213048.625">18012 10088 1114 0,'0'0'156'16,"0"0"1305"-16,0 0-1175 0,0 0-174 0,0 0-61 15,0 0 48-15,0 0 114 0,-77-50-4 16,62 50-42-16,-2 0-41 0,1 11-31 16,0 8 4-16,0 8 35 0,1 9 40 15,0 7-41-15,2 3-19 0,2 0-16 16,3 0-31-16,1-5-36 0,3-10-31 15,4-8-1-15,0-8-30 0,10-9 31 0,3-6 28 16,4-4 8-16,5-11-36 0,5-8-42 16,1-6-50-16,1-3-7 0,-4-3-8 15,-2 4-1-15,-7 2 27 0,0 7 19 0,-6 4 13 16,-2 4 18-16,-3 6 18 0,1 3-6 16,-2 4 1-16,-1 1 18 0,3 6 3 15,3 6 118-15,1 7-47 0,1 3-27 16,-2 8 5-16,4 3-21 0,-4 7 3 15,-1 1 12-15,1 7-2 16,-4 4-17-16,-2 5 19 0,-3-1-6 16,0 3 6-16,-3-6-21 0,-4-5 2 15,-3-4-5-15,-1-7-19 0,0-3 24 16,0-9 7-16,2-3-6 0,1-7-4 16,2-5-6-16,0-3-17 0,2-5 12 0,0-2 14 15,-1 0-1-15,-1-6-26 0,0-4-12 16,-3-5-6-16,1-6 0 0,-2-2 5 0,0-5-2 15,-1-4-12-15,-1-3-13 0,2-1 9 16,1 1-12-16,2-1 1 0,0 3 11 0,4-1-6 16,3 2-31-16,0-1-52 15,5 2-136-15,5-1-163 0,3-2-281 0,-1 9-473 16,3-14-688-16</inkml:trace>
  <inkml:trace contextRef="#ctx0" brushRef="#br1" timeOffset="-212740.016">18316 10031 1706 0,'0'0'477'16,"0"0"250"-16,0 0-452 0,0 0-45 0,0 0 33 15,0 0-46 1,0 0-85-16,0 0-59 0,81 59-57 16,-72-36-16-16,-5 2-38 0,-1 5 19 0,-3-1-22 15,0-2-22-15,0 0 19 0,-1-6 44 16,-2-3 14-16,1-2 23 0,-1-4 35 15,-1-5-20-15,4-3-15 0,0-1-12 0,0-3-13 16,0 0-8-16,0 0 17 0,0-7 1 16,0-3-22-16,4-4-2 0,1-5-1 15,2-2 3-15,0-3 0 0,1-2 16 0,1-1 5 16,0 0-21 0,1 0 0-16,2 3-37 0,-1 0-82 15,0 4-98-15,3 1-102 0,-1 1-239 16,-2 5-494-16,5 0-475 0</inkml:trace>
  <inkml:trace contextRef="#ctx0" brushRef="#br1" timeOffset="-212425.766">18668 10056 1292 0,'0'0'1453'16,"0"0"-1043"-16,0 0-104 16,-26 66 42-16,21-43 70 0,-1 0-31 0,3-1-107 15,1-3-118-15,2-4-95 0,0-4-65 0,0-2 1 16,5-4 19-16,1-3-13 0,2 0-9 0,2-2-49 15,0 0-12-15,5-4 18 0,-2-5 0 16,0-2-27-16,1 0-10 16,-2-7-24-16,0 3 5 0,-4-2-3 15,-1-1 3-15,-1 0 6 0,-3-1-10 16,-2-1 10-16,-1-1 14 0,0 0 79 16,-6 1 9-16,-2 2 27 0,-1 5-15 0,-2 1 14 0,2 6-34 0,0 3 42 15,-1 3 7-15,3 3-13 0,0 9-36 16,-1 6 13-16,3 2 20 0,-2 2-10 15,2 0-24-15,4-2-18 0,-1-3-26 16,2-4-106-16,0-6-79 0,3-3-128 16,6-4-41-16,2-4-93 0,-2-3-316 0,7-12-728 15</inkml:trace>
  <inkml:trace contextRef="#ctx0" brushRef="#br1" timeOffset="-212124.935">18897 9979 2752 0,'0'0'408'16,"0"0"-239"-16,0 0 75 0,-18 85 261 16,15-58-60-16,1-4-144 0,2-4-181 0,0-3-105 0,3-4-15 15,3-5-24-15,1-3 22 0,2-1 0 16,-1-3-38-16,0 0-18 0,3 0-7 0,-2-7 4 16,0 1 2-16,1-5 10 0,0 1-4 15,-2 0 10-15,1-2 0 0,1 2-1 16,-3 0 16-16,1 2 10 0,-3 1 5 15,0 6 13-15,-1 1 10 16,-1 0 55-16,0 1 28 0,-1 5-7 16,3 0-12-16,-2 2-15 0,0 2-16 15,1-2-29-15,0 0-14 0,3-1-37 16,-1-4-61-16,1 1-47 0,-1-3-54 16,3-1-63-16,-3 0-100 0,1-4-140 15,0-4-170-15,-1 1-460 0,4-6-105 0</inkml:trace>
  <inkml:trace contextRef="#ctx0" brushRef="#br1" timeOffset="-211893.804">19217 9938 764 0,'0'0'1635'16,"0"0"-1280"-16,0 0-200 0,0 0 158 0,0 0 104 16,31 74-74-1,-23-49-64-15,2 5-58 0,0 6-55 0,2 4-12 16,-1 4 39-16,0 11-28 0,-3 4-71 15,-2 5-39-15,0 3-25 0,-5 1-8 16,-1-3-22-16,0-5-14 0,0-7-50 16,0-7-46-16,-1-6-18 0,-1-4-1 15,-2-1 13-15,3-2 21 0,-1-7 33 0,-1-6 28 16,3-9-102-16,0-5-53 0,0-6-193 0,0 0-115 16,0-7-34-16,0-2 2 0,3-5-74 15,-3 2-113-15</inkml:trace>
  <inkml:trace contextRef="#ctx0" brushRef="#br1" timeOffset="-211608.977">19292 10028 2108 0,'0'0'349'16,"0"0"-4"-16,0 0-149 0,0 0 22 16,3-77-1-16,4 66-5 0,5 1-63 15,4 1-58-15,1 3-31 0,5 2-23 16,1 4-18-16,-2 0-17 0,2 10 14 15,0 3-4-15,-4 4-10 0,-2 3-2 16,-3 5-28-16,-3-1-9 0,-5 3 33 16,-3 0-11-16,-3-1 2 0,0 0-34 15,-6-2 47-15,-4-2 17 0,-2-1-14 16,-1-3 19-16,-2-1 44 0,-2-3 4 16,0-2 2-16,-2 0-7 0,-1-4-40 0,2-4-25 15,2-1-56-15,0-3-105 16,1-5-52-16,3-5-68 0,3 2-275 0,-1-13-701 0</inkml:trace>
  <inkml:trace contextRef="#ctx0" brushRef="#br1" timeOffset="-210907.965">19665 9794 440 0,'0'0'13'0,"0"0"13"15,0 0 72 1,25-72 515-16,-17 55-70 0,-2 3-215 16,-3 5 58-16,0 5-3 0,-1 2-91 0,1 2-33 15,0 6 49-15,2 9 25 0,4 6-57 16,-1 11-44-16,-2 9-23 0,-1 8-95 16,-4 8-50-16,-1 3 10 0,0 3-7 15,-1 3 0-15,-5-2-9 0,0-1-52 16,-1-4-6-16,2-6-45 15,0-4 5-15,3-14 12 0,2-7-2 0,0-9 2 16,0-7-21-16,3-4-12 0,4-8-25 16,1 0-9-16,2 0 3 0,2-8 52 0,2-7 6 15,3-5-3-15,0-3-13 0,0-3 4 16,2-2-1-16,-2 1 7 0,-2 3 21 16,1 1 18-16,-5 6 1 15,1 5 1-15,-1 6-1 0,-2 5 44 16,5 2 52-16,-2 9 12 0,4 8-12 0,-2 4-41 15,3 5-15-15,-2 0-28 0,1 1 28 16,-2 0-18-16,0-3-22 0,-2-6-2 16,1-2-32-16,1-9-43 0,0-2-25 15,1-6-33-15,-2-1-30 0,6-11-47 16,-1-6-346-16,-4 1-689 0,7-13-605 0</inkml:trace>
  <inkml:trace contextRef="#ctx0" brushRef="#br1" timeOffset="-210607.628">20252 10199 1987 0,'0'0'1461'0,"0"0"-1145"0,-25 71-190 0,20-40 82 16,-2 6 187-16,5-1-4 0,2-3-86 15,0-9-113-15,7-6-104 0,3-6-69 16,4-5-19-16,1-6-24 0,1-1-25 16,4-1-20-16,0-10 8 0,2-5-31 0,-2-3 1 15,0-6-4-15,-2 2 3 0,-3-4 31 16,-3 0 43-16,-2 0 17 0,-1 3 1 15,-5-1 20 1,-2 2 5-16,-2 2 18 0,-2 3-1 16,-5 4 23-16,-2 5 2 0,1 6-9 0,0 3 3 0,0 1-61 15,-2 14-6-15,0 3-28 0,2 3 9 16,-1 2 25-16,3 1 10 0,1-1-10 16,4-7-31-16,-1-1-103 0,2-6-71 15,0-4-20-15,5-5-54 0,2 0-125 16,6-6-172-16,-4-2-468 0,11-11-580 0</inkml:trace>
  <inkml:trace contextRef="#ctx0" brushRef="#br1" timeOffset="-210159.816">20622 10121 2866 0,'0'0'559'16,"0"0"-327"-16,0 0-15 0,5 78 144 15,-2-48-85-15,0-1-11 0,1 2-26 0,0-3-68 16,-1-4-107-16,2-3-64 0,1-4-16 15,-3-3-57-15,3-6-22 0,0-5 19 16,1-3-16-16,3 0-31 0,2-7 34 16,2-4 28-16,2-6-38 0,1-2-22 15,1-2-3-15,0-1 12 0,-2-1 53 16,2 4 27-16,-2-2 17 0,1 2 12 0,-3 3 3 0,-1 4 2 16,-3 2 1-16,-5 7 31 0,-1 3 10 15,-2 3 46-15,-2 9 25 0,0 1-37 16,-8 5-35-16,-1 3-12 15,1-1-6-15,-4-1 30 0,5-2 32 0,1-6-10 16,3-5-28-16,3-5-22 16,0-1-8-16,3 0 4 0,7-6-22 0,6-7 11 0,5-4-12 0,2-3-15 15,2-2-22-15,1 0 1 0,-1 4 11 16,-2 4 3-16,-3 6 10 0,-1 7 12 16,-3 2 55-16,-1 11 53 0,-1 7 45 15,-4 7 51-15,1 3-58 0,-2 3-34 0,-2 2-24 16,1-3-12-16,-2-2-9 0,2-5-42 31,-1-7-25-31,1-4-21 0,1-5-16 0,1-3-32 16,0-5-31-16,5 0-31 0,-1-7-2 0,0-6-32 15,0-5-55-15,1-4-82 0,1-1-204 16,-2 1-167-16,-2-1-335 0,-1 6-72 16,0-6-38-16</inkml:trace>
  <inkml:trace contextRef="#ctx0" brushRef="#br1" timeOffset="-209905.72">21418 10209 1049 0,'0'0'651'15,"0"0"-229"-15,0 0-147 0,0 0-88 16,40 73 7-16,-31-54 121 0,1 4 32 0,3-6-21 16,0-4-106-16,3-5-109 15,-2-5-77-15,3-3-34 0,1-3-25 0,-1-5-12 16,3-8-17-16,-2-3-3 0,-1-3-9 16,-3-1 22-16,1 0 44 15,-7 0 0-15,-2 2 51 0,-3 2 39 16,-3 5 43-16,-3-1 17 0,-6 5 48 15,-5-1 0-15,-2 5-75 0,-4 0-50 16,-1 6-44-16,0 0-29 0,0 7-43 16,2 5-12-16,3 6 3 0,0 1 8 15,3 5 14-15,2 0-4 0,-1-1-25 16,6 0-89-16,2-3-95 0,3-4-115 0,1-4-158 0,0-4-792 16</inkml:trace>
  <inkml:trace contextRef="#ctx0" brushRef="#br1" timeOffset="-209759.812">22281 10557 1699 0,'0'0'3058'0,"0"0"-2605"0,0 0-238 0,0 0-129 32,0 0-86-32,0 0-216 0,0 0-205 15,-79-22-638-15,44 15-1888 0</inkml:trace>
  <inkml:trace contextRef="#ctx0" brushRef="#br1" timeOffset="-204534.673">6316 16233 668 0,'0'0'1896'16,"0"0"-1359"-16,0 0-189 0,0 0-35 15,0 0-17-15,0 0 13 0,0 0-77 16,0 0-72-16,0 0-37 0,0 0-13 0,0 0-34 0,-1 2-36 16,1-2-40-16,0 0-2 0,0 0-13 31,0-2 3-31,0 2 8 0,0 0-23 0,0 0-1 0,0 0-2 0,4 0-1 16,3 0 22-16,8 0 9 0,2 2 43 15,5-1-13-15,2-1-5 0,5 0-7 16,0 0-17-16,2-7 18 15,2-5-19-15,2-3-13 0,0-4-23 16,-2 0-25-16,0-2-22 0,-4 1-46 0,-2 1-65 16,-4 1-69-16,-3 2-179 15,-8 4-278-15,-5 3-557 0,-7 6-532 0</inkml:trace>
  <inkml:trace contextRef="#ctx0" brushRef="#br1" timeOffset="-204330.805">6521 16142 881 0,'0'0'694'15,"0"0"-327"-15,0 0-149 0,0 0 76 0,8 85 58 16,0-58-51 0,0 0-64-16,-1 0-56 0,2 1-29 15,-3 1-54-15,4 2-32 0,-3-1-50 0,-1 3-16 16,3 0-26-16,-3 1 11 0,-1-2-51 15,1 0-51-15,-2-1-7 0,-2-1-35 16,-1-1-4-16,1-3-10 0,-2-5-119 0,0-5-277 16,0-5-470-16</inkml:trace>
  <inkml:trace contextRef="#ctx0" brushRef="#br1" timeOffset="-204114.782">6464 16759 661 0,'0'0'1719'16,"0"0"-1232"-16,0 0-234 0,0 0-42 0,0 0 78 0,0 0-11 16,0 0-99-16,0 0-91 0,0 0-39 15,0 0-8-15,64 39 3 0,-38-33-20 0,1-4-8 16,2-2-16-16,1 0-10 0,2-7-62 16,1-4-46-16,-1-4-71 0,-2-3-133 15,-1-6-190-15,-9 6-554 0,3-10-769 0</inkml:trace>
  <inkml:trace contextRef="#ctx0" brushRef="#br1" timeOffset="-203940.576">6982 16449 3082 0,'0'0'506'0,"0"0"-385"15,0 0-2-15,0 0 224 0,0 0-60 0,89 3-120 16,-60-9-89-16,3-6-74 0,1-4-52 15,3-4-28-15,0-2 18 0,-1-2-124 16,-2-2-155-16,-6-1-206 0,-7 8-225 16,-2-10-671-16</inkml:trace>
  <inkml:trace contextRef="#ctx0" brushRef="#br1" timeOffset="-203663.477">7230 16091 2955 0,'0'0'422'0,"0"0"-267"0,0 0-25 0,0 0 157 16,0 0 29-16,0 0-120 0,-82-4-82 15,77 11-55-15,1 5-59 0,2 9 1 0,2 6 34 16,0 5 29-16,5 8 1 0,4 3-16 16,5 4-9-16,0 3-6 15,5 2-1-15,-1 2-5 0,3 1-13 16,-1 2-3-16,0 1-10 0,0 1 1 16,-1-1-3-16,-1 0-1 15,-3-5-2-15,-3-2 0 0,0-5-21 16,-4-7 5-16,-1-6-5 0,-1-7 11 15,-3-5 13-15,-1-6 3 0,-1-5 9 0,-1-2 0 16,0-4-12-16,-3-3 0 0,-6-1-55 0,-6 0-34 0,-4 0-18 31,-7-2-63-31,-6-6-13 0,0-4-106 0,-5-4-115 16,8 2-204-16,-20-15-1084 0</inkml:trace>
  <inkml:trace contextRef="#ctx0" brushRef="#br1" timeOffset="-202881.622">8511 16479 2726 0,'0'0'520'16,"0"0"-281"-16,0 0-109 0,0 0 65 16,0 0 19-16,0 0 21 0,0 0-24 15,105 5-90-15,-69-5-72 16,-3-4-18-16,-1-3-31 0,-2-4-22 16,-2 0-61-16,-1-4-38 0,-3-3-80 15,-2-2-82-15,-3 1-105 0,-6 6-279 16,-3-4-917-16</inkml:trace>
  <inkml:trace contextRef="#ctx0" brushRef="#br1" timeOffset="-202655.763">8592 16195 1752 0,'0'0'668'16,"0"0"-346"-16,3 76-135 0,7-38 104 15,4 9 40-15,2 5-28 0,3 1-98 16,1 0-64-16,-1-3-38 0,-1-2-51 0,1-6-52 16,0-9-53-16,-1-8-22 0,-2-11-69 15,3-10-29-15,1-5 22 0,2-15-29 16,1-8-27-16,-2-9-154 0,-6 6-309 16,4-23-680-16</inkml:trace>
  <inkml:trace contextRef="#ctx0" brushRef="#br1" timeOffset="-202211.915">8923 15662 1413 0,'0'0'689'0,"0"0"-281"0,0 0-169 0,0 0 15 16,0 0-17-16,0 0-107 0,0 0-111 15,0 0-6-15,0 0 12 0,3 65 36 16,4-41-13-16,-2 2-1 0,-1 1 4 15,4-1 28-15,0 0 25 0,-1-1 50 16,0-4-25-16,0 0-23 0,-1-1-53 16,0-4-6-16,0-1-32 0,-2 1-13 15,0-2-2-15,2 2 0 0,-3-2-2 0,0 3 1 16,-2 0-11 0,2 4 12-16,-1 3-3 15,-1 6-13-15,0 4 16 0,1 3-18 0,-2 3-7 16,3 3-3-16,-2-1 6 15,2-2-3-15,3-2 6 0,-2-6 9 0,2-2 10 16,1-7 0-16,1-3 0 0,-2-5 2 16,2-2 13-16,-1-2-11 0,0-3 8 15,2 0 7-15,-2-4-16 0,0 1 15 0,-2-3 1 0,0-2 6 16,2 2 3-16,-2-2-6 0,1 0 0 16,-2 0-19-16,2-4 25 0,-2-1-17 0,2 0-11 15,-2-4-3-15,-1-2-31 0,0 0-38 16,-2-3-6-16,-1-3-46 0,0 1-53 15,0-2-79-15,0 0-55 0,-6 0-192 16,1 3-104 0,-1 1-474-16</inkml:trace>
  <inkml:trace contextRef="#ctx0" brushRef="#br1" timeOffset="-201711.524">9158 16351 1107 0,'0'0'508'16,"0"0"-115"-16,0 0-40 16,0 0-23-16,0 0-34 0,0 0-79 0,0 0-108 15,0 0-55-15,0 0 6 0,0 0 36 16,20-14-4-16,-11 4 22 0,2-1-29 15,-2-1-35-15,3 1-37 0,-2 2-12 16,0 2-1-16,0 4-4 0,3 3 4 0,0 3 104 16,2 7 25-16,2 7-4 0,1 2 3 15,-2 2-35-15,1 3-35 0,-2-2-21 0,1 1-12 16,-3-3-7-16,-2-2-18 0,1-4-19 16,-5-3 16-16,3-3-19 0,-3-2 7 15,-1-3-28-15,0 0-78 0,-2-1-69 16,-1-2-33-16,1 0-29 0,0-5-74 0,-1 0-103 15,0 0-245-15,0-5-582 0</inkml:trace>
  <inkml:trace contextRef="#ctx0" brushRef="#br1" timeOffset="-201364.696">9674 16217 919 0,'0'0'1275'16,"0"0"-1032"-16,0 0-95 0,0 0 184 15,33 67 78-15,-25-46-80 0,-3 3-94 16,2-2-98-16,-1-2-55 0,0-2-52 16,0-5-31-16,-1-4-41 0,-2-5-51 15,0-2-115-15,-2-2-55 0,1-4-69 0,-2-1-221 16,0-11-598-16</inkml:trace>
  <inkml:trace contextRef="#ctx0" brushRef="#br1" timeOffset="-201240.895">9570 16071 1565 0,'0'0'1067'16,"0"0"-697"-16,0 0-159 0,0 0 41 0,0 0-18 15,0 0-149-15,0 0-84 0,0 0-1 16,0 0 0-16,77-8-85 0,-56 3-411 15,17-10-712-15</inkml:trace>
  <inkml:trace contextRef="#ctx0" brushRef="#br1" timeOffset="-200962.455">10122 15993 3153 0,'0'0'436'0,"0"0"-353"0,0 0 77 0,-40 82 220 15,28-52-57-15,1-1-123 0,2-1-114 16,2 0-37-16,7-3-21 15,0-2-25-15,3 0 8 0,8-3-11 0,4 1-15 16,3-3 3-16,1-2 10 0,3 0-23 16,-1-2 13-16,0-1-3 0,-3-3-10 15,2 0 7-15,-5-1-7 0,1-2 7 16,-5 1 16-16,0-2-11 0,-2-1 12 0,-1 1 1 16,-4 0 1-16,-3 0 15 0,-1 2-16 15,0 0-60-15,-2 3-51 0,-6 0-31 0,-6 0-10 16,1 0 21-16,-6-1-61 0,0-2-136 15,-2-1-219-15,2-3-572 16,-12-2-766-16</inkml:trace>
  <inkml:trace contextRef="#ctx0" brushRef="#br1" timeOffset="-200293.419">11772 16033 2115 0,'0'0'672'15,"0"0"-175"-15,0 0-125 0,0 0-17 0,0 0-29 16,0 0-45-16,0 0-87 0,0 0-62 16,0 0-71-16,-36 23-39 0,22-6-21 15,-3 4-1-15,1 5 0 0,-3 2-4 0,3 5-20 0,3-2-10 0,4 0 19 31,0-5-9-31,6-2 22 0,3-5-11 16,0-2 12-16,7-2-11 0,6-3 12 16,5 3 0-16,6-2 2 0,3-1 23 15,3-3-4-15,2-2-19 0,-2-1-1 16,-1 0 27-16,-2-1-27 0,-2-3 14 16,-2 4 9-16,-6-1 7 0,-1 1 6 0,-4 1 5 0,-4 3 16 15,1 2 24-15,-5 1-5 0,-2 2-53 16,-2 2-24-16,0 1-2 0,-5-2-13 15,-2-1-4-15,-3-2-8 0,1-4-16 16,-3-1-2-16,-2-1-16 0,0-3-37 16,-2-1-64-16,-1-3-99 0,-2 0-185 15,-1-3-276-15,5-1-402 0,-9-5-702 0</inkml:trace>
  <inkml:trace contextRef="#ctx0" brushRef="#br1" timeOffset="-199176.53">13167 16359 1345 0,'0'0'1354'0,"0"0"-971"0,0 0-83 0,0 0 39 16,0 0-21-16,80 6-130 0,-59-13-73 16,2-3-28-16,-2-3-10 0,2-4-27 0,-3-3-20 15,-1-4-30-15,-2-1-9 0,-3-3-80 0,-1-2-20 16,-3 0-27-16,-4 5-11 0,-3 2 24 15,-3 4 35-15,0 4 38 0,-9 2 21 16,-4 2 45-16,-3 2-16 0,-4 2 13 16,-2 2-1-16,0 1 7 0,0 4 16 15,2 0-4-15,1 3 16 0,2 7-18 16,2 3-27-16,4 8 15 0,-1 6 41 16,5 6 7-16,1 6 10 0,3 7 28 15,3 3-35-15,0 3 15 0,0-1-12 16,6-5-15-16,4-5 12 0,3-6-19 0,0-9-37 15,4-8-12 1,-1-6-12-16,3-5-19 0,0-4-21 0,4-3-38 16,1-7-61-16,-1-8-26 0,1-6-99 15,0-5-87-15,-2-2-230 0,-8 5-652 16,6-13-366-16</inkml:trace>
  <inkml:trace contextRef="#ctx0" brushRef="#br1" timeOffset="-199011.693">13528 16160 1125 0,'0'0'813'0,"0"0"-214"0,0 0-174 0,0 0-28 16,80 45-55-16,-48-21-43 0,4 3-48 0,3 2-12 16,3-1 29-16,-5-2-127 15,1-4-95-15,-4-6-46 0,-2-6-34 0,-2-3-61 16,-1-7-74-16,-1-1-47 0,-1-12-67 16,-3-6-252-16,-5 2-571 0,1-16-570 0</inkml:trace>
  <inkml:trace contextRef="#ctx0" brushRef="#br1" timeOffset="-198839.218">13970 16013 2005 0,'0'0'612'15,"0"0"-201"-15,0 0-40 0,0 0 3 16,-94 85-104-16,71-46-54 0,0 5-23 0,-1 5-20 16,2 2-23-16,2-1-18 0,0-2-46 0,4-4-49 15,0-7-37-15,6-6-62 0,3-5-97 16,4-7-59-16,3-6-39 0,0-8-147 15,9-5-274-15,-1-3-638 0,12-19-299 0</inkml:trace>
  <inkml:trace contextRef="#ctx0" brushRef="#br1" timeOffset="-198672.065">14149 16188 2367 0,'0'0'526'15,"0"0"-168"-15,0 0 150 0,44 78-40 0,-35-48-127 16,-3 3-126-16,2 0-24 0,-2-1-39 15,0-2-82-15,0-5-70 0,-2-3-3 16,3-7-48-16,-2-3-99 16,-3-8-28-16,1-4-31 0,0 0-125 15,-3-7-289-15,0-2-497 0,0-13-947 0</inkml:trace>
  <inkml:trace contextRef="#ctx0" brushRef="#br1" timeOffset="-198532.746">14029 15962 2470 0,'0'0'653'16,"0"0"-350"-16,0 0-43 0,0 0 93 0,0 0-153 0,0 0-122 15,85 7-78-15,-53-7-70 0,7 0-225 16,-9-2-245-16,13-4-687 0</inkml:trace>
  <inkml:trace contextRef="#ctx0" brushRef="#br1" timeOffset="-198259.119">14565 16081 3447 0,'0'0'514'15,"0"0"-359"-15,-53 67 94 0,37-43 131 0,-3 4-138 16,6-2-126-16,2-3-70 0,8-5-27 16,3-1-19-16,0-3-18 0,6-1 5 0,4-1-2 0,4 0-9 15,2-1 2-15,2-3 4 0,2 0-9 16,1-2-10-16,2-1 15 0,0-1 4 15,0 0 3-15,-4 2-7 0,1-1 7 16,-6 0 13-16,-2 0 2 0,-4 3 55 16,-6 0 34-16,0 3 5 0,-2 2-30 15,-2 1-33 1,-8 2-31-16,-3-2-18 0,-3-2-86 16,2-1-46-16,-3-6-43 0,2-4-87 0,2-1-131 15,2-11-220-15,2 0-343 0,2-15-336 0</inkml:trace>
  <inkml:trace contextRef="#ctx0" brushRef="#br1" timeOffset="-198030.502">14869 15677 2839 0,'0'0'763'0,"0"0"-332"0,22 84-34 0,-12-39-86 15,2 11-56-15,0 6-63 0,2 4-3 16,1 3 20-16,-2 6-66 0,2 1-62 0,-1 0-42 15,1-6-9-15,0-8-30 16,1-12-21-16,5-12-13 0,-1-11 10 16,0-10-24-16,0-8-16 0,0-6-36 15,-2-4 9-15,-3-12-70 0,-3-8-43 0,-6-8-80 16,-3-2-207-16,-3-6-452 0,-3 11-310 16,-18-15-262-16</inkml:trace>
  <inkml:trace contextRef="#ctx0" brushRef="#br1" timeOffset="-197881.9">14777 16130 1406 0,'0'0'1486'16,"0"0"-984"-16,0 0-189 0,0 0-1 16,0 0-83-16,0 0-108 0,0 0-72 15,0 0 41-15,0 0 34 0,0 0-1 16,74 12-53-16,-34-12-70 0,0-5-3 16,-1-2-120-16,0-1-58 0,-2-1-124 0,-3 2-235 0,-11 2-452 0,10-3-549 0</inkml:trace>
  <inkml:trace contextRef="#ctx0" brushRef="#br1" timeOffset="-197589.63">15374 16087 2455 0,'0'0'698'0,"0"0"-192"0,0 0-9 0,0 0-50 0,0 0-115 31,0 0-85-31,-7 77-28 0,1-55-31 16,0 0-67-16,0 0-69 0,2-1-52 0,3 1-2 15,1-2-13-15,0 3 0 0,3-3 2 16,6 0-2-16,2 0-3 0,6 0 0 15,0-4 0-15,6 1 6 0,2-3-25 0,-1-2 7 16,2 0-6-16,0-3 8 0,-1-2 1 16,-4 0 3-16,-2-1 23 15,0 0 0-15,-6 1-1 0,-2-1 1 0,-5 3 1 16,-5 0 12-16,-1 3-10 0,0 2 1 16,-12 1-2-16,-2 3-1 0,-6-1-2 0,1 0-1 15,-6-1-52-15,-1-2-45 0,-2-2-10 16,-3-1-21-16,0-5-65 0,0-2-195 15,6-4-369-15,-11-2-1149 0</inkml:trace>
  <inkml:trace contextRef="#ctx0" brushRef="#br1" timeOffset="-197396.608">16093 16854 3116 0,'0'0'1201'0,"0"0"-1201"0,0 0-22 0,0 0-133 16,0 0 10-16,0 0-113 0,-87 69-372 16,64-52-807-16</inkml:trace>
  <inkml:trace contextRef="#ctx0" brushRef="#br1" timeOffset="-190932.001">17259 16172 443 0,'0'0'2282'0,"0"0"-1488"0,0 0-343 0,0 0-213 16,0 0-95-16,0 0 28 0,0 0 44 15,0 0-76-15,0 0-23 0,0 0 18 0,43 70-18 16,-27-32-34-16,0 5-27 0,-2 4-28 15,-1 0-2-15,-3-2-24 0,0-3-1 16,0-8-31-16,-1-6 28 0,-2-8-9 16,-1-7 11-1,0-6 1-15,-2-4-27 0,-1-1-43 16,1-2-3-16,2-2-10 0,7-8 41 0,1-8-13 16,4-5-19-16,-1-9 53 0,3-7-4 15,-1-2 10-15,0 0 14 0,-4 2-11 0,0 4 12 0,-3 6 1 16,-3 6-1-16,0 5-11 0,-3 7-23 0,1 4-3 15,2 7-34-15,-1 0 59 16,4 6 12-16,5 7 3 0,-1 6-1 16,4 5 1-16,-1 5 10 0,-2 2 14 15,-1 0 16-15,-3-1-9 16,-3-2 49-16,0-5 2 0,-5-7-8 16,-1-4-25-16,-1-5-52 0,-2-5 0 15,1-2 0-15,-1 0 39 0,5-4 28 0,0-8 3 16,2-7 0-16,4-9-49 0,2-5-21 0,-2-2-16 0,1-1-5 15,-2 0-22-15,0 4-33 0,0 2-46 16,-2 5-40-16,-2 6-37 0,1 5-69 16,0 4-170-16,-3 5-293 0,1 2-588 15,-1 3-474-15</inkml:trace>
  <inkml:trace contextRef="#ctx0" brushRef="#br1" timeOffset="-190570.855">18062 16377 378 0,'0'0'2034'0,"0"0"-1747"0,0 0-77 16,0 0 1-16,0 0 35 0,0 0-100 15,0 0-54-15,0 0-29 0,97 27-3 0,-75-50-32 16,3-4-28-16,1-1-3 0,-4-1-29 0,0 1-28 16,-6 2 13-16,-3 6 30 0,-3 3 17 15,-6 4 31-15,-2 4 10 0,-2 2 35 16,-5 1 22-1,-9 2-48-15,0-1-34 0,-5 3 94 0,-1 2-12 0,-2 0 51 16,2 2-52-16,1 8-97 0,1 5-16 16,-1 4-15-1,4 6 16-15,1 6 15 0,1 6 24 0,1 3 11 16,1 2-4-16,2 3 18 0,1 2 7 16,3-5-13-16,3-3 3 0,2-8 32 0,2-5 51 15,8-6-28-15,7-4-67 0,3-5-34 16,5-4-19-16,3-5 1 0,6-2-31 15,1-9-50-15,3-6-45 0,3-5-91 16,0-6-125-16,-10 6-265 0,11-14-682 0</inkml:trace>
  <inkml:trace contextRef="#ctx0" brushRef="#br1" timeOffset="-189963.669">19327 16262 1299 0,'0'0'683'15,"0"0"-265"-15,0 0 47 0,0 0-106 0,0 0-51 16,0 0-39-16,0 0-21 0,0 0-29 16,0 0 36-16,0 0-40 0,-68-56-21 15,61 56-14-15,0 0-64 0,-2 2-61 16,-1 2 9-16,1 1-13 0,-1 1 1 15,0 2-19-15,2-2 7 0,0 2-13 0,-1 1-24 16,1-1-3-16,-1 1-1 0,1 4-11 0,-1 2 0 16,0 7 12-16,1 4 3 0,3 4 27 15,1 6-3-15,1 3-16 0,3 0-10 16,0 0-2-16,4-5-28 0,5-3-10 16,3-8-34-16,3-5-58 0,3-7 22 15,5-7 17-15,4-4-15 0,4-14-24 0,3-6-7 16,5-10-44-16,0-6-78 0,-2-1-72 0,2-3-141 15,-1 3-199-15,-11 8-559 0,9-5-358 0</inkml:trace>
  <inkml:trace contextRef="#ctx0" brushRef="#br1" timeOffset="-189586.046">19735 16200 1971 0,'0'0'777'0,"0"0"-376"0,0 0-190 0,0 0 36 15,0 0 53-15,0 0-46 0,-88 22-36 16,68-1 23-16,1 5-59 0,-1 9-53 0,0 5-7 16,4 3 12-16,1-1 12 0,2 1-30 0,6-5-43 0,3-3-37 15,2-7-33-15,2-8-3 0,0-7-26 16,4-4-35-16,7-7-12 0,0-2 6 16,9-9 19-16,2-9-4 0,2-8 0 15,1-7-15-15,0-3-6 0,-2 0 2 16,-6 1 32-16,-1 4 11 0,-5 6 27 15,-1 4 0 1,-4 7 0-16,-2 4 0 0,-4 5 1 16,3 5 22-16,-3 0 11 0,2 5 7 0,1 7-39 15,0 4 20-15,4 3 1 16,-2 4 5-16,1 2-2 0,0-2 17 16,0-2-2-16,-2-3-6 0,2-2-34 0,0-6-13 15,-1-4-26-15,1-3-4 0,0-3-73 16,2 0-6-16,1-10-23 0,1-7-89 0,2-3-215 15,-1-6-297-15,-3 4-634 0,1-11-426 0</inkml:trace>
  <inkml:trace contextRef="#ctx0" brushRef="#br1" timeOffset="-189376.048">19906 15852 1261 0,'0'0'774'0,"0"0"-123"0,0 0-237 0,0 0-92 0,32 98-55 15,-24-50 44-15,-3 6-7 0,-2 5-13 16,-3 4-48-16,0 1-23 0,0 3-46 16,0-1-55-16,-5-3-62 0,2-5-57 15,0-7-34 1,0-10-66-16,3-13-31 0,0-9-1 0,3-11 22 0,6-8-31 16,3-9-93-16,6-15-105 0,5-9-53 15,-1-13-221-15,-2 7-648 0,3-23-423 0</inkml:trace>
  <inkml:trace contextRef="#ctx0" brushRef="#br1" timeOffset="-189175.041">20164 15814 2391 0,'0'0'963'15,"0"0"-573"-15,0 0-229 0,0 0-26 16,0 0 90-16,0 0-38 0,35 92-24 16,-27-48-46-16,0 7 0 0,-1 3-13 0,-3 3 49 15,-3 4 21-15,1 2-62 0,-2 5-51 16,0-2-36-16,-4 1-25 0,-2-3-21 15,2-3-16 1,2-4-42-16,2-5-33 0,6-10-44 0,5-7-15 16,5-8 8-16,5-6-158 0,-6-8-791 0,6-4-390 15</inkml:trace>
  <inkml:trace contextRef="#ctx0" brushRef="#br1" timeOffset="-188706.36">21058 16631 1304 0,'0'0'1704'0,"0"0"-1384"0,0 0-177 0,0 0-19 0,0 0 185 16,103 12 67-16,-48-11-110 0,12-1-65 15,6-7-85-15,6-7-27 0,3-5-77 16,-1-8-12-16,-2-2-49 0,-4-7-46 15,-3 0-40-15,-7-7-62 0,-4 0-105 0,-11-1-179 16,-16 10-600-16,-3-12-479 0</inkml:trace>
  <inkml:trace contextRef="#ctx0" brushRef="#br1" timeOffset="-187942.394">21667 16051 2146 0,'0'0'1342'16,"0"0"-1061"-16,-41 95-167 0,32-42-29 0,1 14 63 15,0 9 122-15,2 2-44 0,0 3-57 16,2-3-70-16,0-6-93 16,2-8-6-16,2-12 0 0,0-14 9 15,8-14-9-15,3-10-46 0,6-14-22 0,2-6-8 16,6-13-14-16,4-12-24 0,2-12-38 16,1-7-128-16,0-8-54 15,-1-5-78-15,-2-2-8 0,1-3 140 16,-4-6-4-16,-1 0-1 0,-4-6-69 15,-5 2 152-15,-2 0 202 0,-9 2 20 16,-4 7 253-16,-1 4 126 0,-4 12-8 0,-3 11 79 16,3 12-186-16,2 13 27 0,2 9 45 15,0 6-55-15,0 2-66 0,0 10-87 0,6 7-80 16,4 11-1-16,2 10-14 0,-1 13 11 16,2 7 31-16,-4 7 100 0,-3 4-73 0,-3 7-47 15,-3 2-17-15,-2 7-55 0,-8 2-2 16,-3 0-1-16,-2-6-27 0,5-8-10 15,1-16-54-15,4-15 24 0,5-17 22 0,0-13-13 16,11-9-46-16,7-8 15 16,6-13-30-1,4-10 2-15,3-9 31 0,1-7-28 0,-2-1 3 0,-2 3 42 16,-2 5 45-16,-7 9 24 0,-4 10 15 16,-5 10 53-16,-2 8 4 0,-4 4 88 15,-1 14 18-15,-1 5-73 0,1 4-53 0,0 5-39 16,0-3-13-16,3-3-15 0,5-6-13 15,0-6-9-15,5-6 1 0,5-6 5 16,2-2-15-16,3-10-3 0,1-5-28 16,-3-3-37-16,2-1-7 0,-3 0 47 15,-3 1 27-15,-4 3-3 0,-1 5 7 16,-5 3 18-16,1 5-3 0,-1 1 18 0,-2 1 10 16,-2 0 60-16,1 0 8 0,3 0-31 15,0-8 1-15,2-5 5 0,2-5-43 16,-2-5-9-16,-1-5-59 0,0 0-26 0,-6 0-12 15,-2 5-4-15,-3 1 100 0,0 5 10 16,-3 4 61-16,-8 6 39 0,-3 4 28 16,-6 3 45-16,-1 9-49 0,-3 10-56 15,-1 5 5-15,3 8 10 0,-1 4 12 0,0 4 6 16,7 3-30-16,1-1-29 0,7-1-14 16,5-3-4-1,3-2-3-15,8-4 16 0,10-3-16 16,4-5-20-16,6-2 0 0,3-5-1 15,2-5-10-15,2-4-42 0,1-4-33 16,0-4 9-16,1-4-25 0,5-9-40 0,1-5-47 16,1-2-44-16,0-5-184 0,-12 6-678 15,8-11-841-15</inkml:trace>
  <inkml:trace contextRef="#ctx0" brushRef="#br1" timeOffset="-187256.773">23939 16545 2816 0,'0'0'982'16,"0"0"-759"-16,0 0-125 0,0 0 64 15,0 0 49-15,0 0-48 0,0 0-21 16,110 5-47-16,-71-31-22 0,2-5-30 16,-2-3-31-16,-5-1-9 0,-4 0-2 15,-4 2-1-15,-7 4-3 0,-3 2-39 16,-9 4-4-16,-5 2-6 0,-2 3-13 0,-6 3 4 0,-8 1 33 0,-4 3 10 16,-5 0 8-16,0 5 10 0,-2 6 37 15,0 0-15-15,-3 10-22 0,4 7 0 16,-1 8-2-1,3 8 2-15,2 5 3 0,3 7 46 16,1 5 9-16,5 2-2 0,2 2-8 16,6-1 7-16,2-5 16 0,1-2-4 0,4-8-31 15,10-5-23-15,1-8-13 0,4-5-40 16,3-5-27-16,0-5-19 0,4-5 7 16,0-5-41-16,2-10-27 0,2-10-63 15,-1-5-107-15,-1-9-234 0,-9 8-261 0,7-18-644 16</inkml:trace>
  <inkml:trace contextRef="#ctx0" brushRef="#br1" timeOffset="-187104.276">24368 16292 2005 0,'0'0'686'0,"0"0"-179"0,0 0-169 0,0 0-145 15,0 0 8-15,0 0 66 0,0 0-43 16,0 0-82-16,104 74-50 0,-73-38-24 0,1 2 9 16,0 1 9-16,1-4 21 0,-3-4-89 15,-2-5-18-15,-5-5-52 0,-2-7-83 16,-2-3-37-16,-4-5-53 0,-1-6-184 15,-5 0-624-15,4-19-827 0</inkml:trace>
  <inkml:trace contextRef="#ctx0" brushRef="#br1" timeOffset="-186913.871">24705 16212 3209 0,'0'0'643'15,"0"0"-235"-15,0 0-95 0,-79 37-45 16,56-12-115-16,0 9-43 0,1 4-22 0,3 3-5 15,2 3-7-15,4 2-7 0,0-1-11 16,2-3-55-16,2-2-3 16,-1-2-58-16,4-7-81 0,2-3-47 15,2-5-31-15,2-3-8 0,0-4-137 16,0-8-300-16,6-1-693 0</inkml:trace>
  <inkml:trace contextRef="#ctx0" brushRef="#br1" timeOffset="-186356.697">25243 15729 849 0,'0'0'166'16,"0"0"894"-16,0 0-490 0,0 0-88 15,0 0-100-15,-51 69-75 0,45-36-21 16,4 12-34-16,0 8-50 0,2 7-36 16,2 9-15-16,3 4-17 0,3 4-33 0,1-1-49 15,0-4-16-15,-1-4-12 16,3-9-24-16,1-9-28 0,2-10-17 0,3-9-16 0,-1-9-13 16,4-5-5-16,-4-6 14 0,2-3-17 15,-3-5-60-15,-2-3-102 0,-2-4-203 16,-6-6-112-16,1 2-98 0,-6-8-565 0</inkml:trace>
  <inkml:trace contextRef="#ctx0" brushRef="#br1" timeOffset="-186178.592">25026 16354 2398 0,'0'0'510'0,"0"0"-47"0,0 0-48 0,0 0 16 0,0 0-109 15,0 0-125-15,0 0-117 16,0 0 28-16,0 0 44 0,83-14 28 0,-40 14-70 15,0 0-46-15,3-9-34 0,1-5-30 16,-6-3 0-16,2-2-109 0,-4-4-44 16,-2 0-66-16,-4-3-116 0,-9 5-331 15,6-11-852-15</inkml:trace>
  <inkml:trace contextRef="#ctx0" brushRef="#br1" timeOffset="-185872.316">25519 16261 1342 0,'0'0'2005'0,"0"0"-1596"0,0 0-139 0,3 81-7 0,7-64 109 16,6-1-108-16,2-4-121 0,3-6-69 16,4-5-59-16,3-1-15 0,0-11-34 15,2-4-8-15,1-6 8 0,-3-2-33 16,-2-1-10-16,-3 1-6 0,-4 0-6 16,-7 2 22-16,-4 2 14 15,-3 3-9-15,-5 1-12 0,0 3 37 0,-5 0 15 16,-5 2 16-16,-4 4 6 0,-1 3 22 15,-2 3 24-15,1 0 38 0,-1 5-32 16,2 8 7-16,0 8-7 0,2 5 0 16,2 7 13-16,-1 8-7 0,4 1-12 15,0 3-6-15,1-1-4 0,2-3 1 16,5-5-37-16,0-6-30 0,2-9-4 0,8-7-33 16,3-5-74-16,5-9-7 0,1-5-40 15,7-10-136-15,1-7-234 0,-4 1-495 16,5-15-460-16</inkml:trace>
  <inkml:trace contextRef="#ctx0" brushRef="#br1" timeOffset="-185576.225">25949 16236 2402 0,'0'0'1060'0,"0"0"-639"0,0 0-166 0,0 0-34 16,0 0-36-16,0 0-74 0,11 87-25 16,-6-54-15-16,-1 0 12 0,1-2 12 0,1-3 3 15,-1-4-89-15,-1-6-9 0,1-6-49 16,-1-4-28-16,2-6-27 0,2-2-15 15,2 0 29-15,4-14 7 0,1-3 46 16,5-4 9-16,-4-3-9 0,4-2-3 16,-4 2 18-16,0-1 20 0,-3 6 2 15,-2 1 25-15,-3 7 6 16,-4 4 18-16,-1 7 56 0,-1 0 80 16,-2 6-7-16,0 5-77 0,0 8-68 15,0 2-24-15,0 5-9 0,2 2-1 16,4-4 0-16,1 0-11 0,3-3-3 15,-1-5-25-15,5-4-122 0,0-4-68 16,1-7-27-16,1-1-63 0,4-11-100 0,-1-5-120 0,-5 1-443 0,9-12-577 16</inkml:trace>
  <inkml:trace contextRef="#ctx0" brushRef="#br1" timeOffset="-185271.286">26551 16171 1532 0,'0'0'1859'0,"0"0"-1312"0,0 0-190 0,0 0 55 16,0 0-57-16,0 0-111 0,0 0-159 15,0 0-85-15,0 0-61 0,0 0 29 0,-75 84 32 16,55-52 42-16,0-1-8 0,3-2-16 16,4-6-18-16,4-6-15 0,6-2-9 15,3-5-7-15,2-2-5 0,9 1-1 16,5-5-9-16,4 0 13 0,2 1-1 16,2-3 1-16,1 3 21 0,-2 1 0 15,-3 0-4-15,-3 1 16 0,-3 2 3 0,-3 0 28 16,-4 3 33-16,-4-1 21 0,-3 2-15 15,0 1-12-15,-4-1-13 0,-4 0-20 16,-1-1-23-16,0 0-2 0,-1-1-15 16,0-3-55-1,1-1-37-15,0-1-36 0,3-3-37 0,-1-3-69 16,2 0-169-16,0-9-264 0,2 1-583 16,0-10-670-16</inkml:trace>
  <inkml:trace contextRef="#ctx0" brushRef="#br1" timeOffset="-184863.294">26959 16285 889 0,'0'0'2047'16,"0"0"-1675"-16,0 0-143 0,3 95-27 15,-3-55 103-15,0 1-20 0,0-1-96 16,-3-3-103-16,2-4-71 0,-1-5-15 0,2-4-37 0,0-8-43 16,0-1-13-16,0-7-46 0,0-3-67 0,0-4-119 15,0-1-282-15,0 0-810 0</inkml:trace>
  <inkml:trace contextRef="#ctx0" brushRef="#br1" timeOffset="-184701.548">26943 16231 3138 0,'0'0'566'0,"0"0"-166"0,0 0-117 0,0 0-7 15,0 0-125-15,0 0-151 0,0 0-117 16,0 0 81-16,0 0-8 0,0 0-119 15,84-40-201-15,-62 35-287 0,-4 0-632 16,4 3-825-16</inkml:trace>
  <inkml:trace contextRef="#ctx0" brushRef="#br1" timeOffset="-184423.006">27151 16471 3243 0,'0'0'429'15,"-16"66"-231"-15,12-37-22 0,1 0 189 16,1 3 5-1,2-5-94-15,0-8-108 0,11-5-71 16,4-4-54-16,4-6-42 0,6-4 0 16,3-3-1-16,4-11-13 0,3-5-24 0,1-4-36 0,-2-4-24 15,1-1 2-15,-8 3-6 0,-4 0 18 0,-6 5 22 16,-5-1 27-16,-4 2 34 0,-7 1 0 16,-1 0 22-16,-6 0 5 0,-6 3 23 15,-8 4 14-15,-3 3 9 16,2 6 22-16,-5 2-13 0,3 6-33 0,0 7-49 15,2 4-25-15,1 2-24 0,4 3 0 16,3-2 6-16,3-3-27 0,4-3-68 0,3-3-83 16,3-6-157-16,0-3-200 0,5-2-158 15,5-4-248-15,0-4 288 0,10-15-392 16</inkml:trace>
  <inkml:trace contextRef="#ctx0" brushRef="#br1" timeOffset="-184136.915">27557 16273 2861 0,'0'0'706'15,"0"0"-437"-15,0 0 26 0,5 73 16 32,-5-44-101-32,0 1-90 0,0-1-43 0,1-2-34 15,3-2-25-15,1-6-18 0,1-3-22 0,3-6-36 16,0-1-53-16,1-6 12 0,3-3 28 16,0 0 4-16,4-5 60 0,0-6 6 15,3-4 1-15,0-2-56 0,-1-4 1 16,1 1 24-16,0 0 15 0,-1 1 16 15,-1 1 22-15,0 2 21 0,-3 5 35 16,-1 4 11-16,-2 5 1 0,-3 2 24 0,-2 5 36 0,1 8-21 16,-2 5-50-16,0 5-69 0,-1 5-10 0,-2 1-1 15,0 2-14-15,-1-3-3 0,1-2-44 16,0-2-127-16,3-6-88 16,0-3-170-16,-1-4-559 0,1-5-692 0</inkml:trace>
  <inkml:trace contextRef="#ctx0" brushRef="#br1" timeOffset="-183351.368">29160 16187 2470 0,'0'0'570'16,"0"0"-139"-16,0 0 8 0,0 0 27 16,0 0-59-16,0 0-64 0,0 0-90 15,0 0-80-15,0 0-152 0,0 0-19 16,-81 30 22-16,52-5 7 0,-1 0-28 16,4 1-3-16,3 1-14 0,4-7 12 0,8-4-17 15,2-2 4-15,8-4-18 0,1-1-6 0,5 0 11 16,8 1 13-16,5 0 12 0,2 1 3 0,4 0-2 15,-1-3-25-15,3 3 14 0,-2 1-2 16,-4 0 3-16,-3 5 12 16,-6 1 2-16,-3 4 41 0,-7 2 36 15,-1 2 2-15,-6 1-14 0,-5 2-28 0,-5-4-17 16,1-2-7 0,-2-5-15-16,3-4-2 0,2-4-68 15,7-9-63-15,0-1-55 0,5-6-65 0,0-8-136 16,6-11-370-16,1 4-512 0,10-19-514 0</inkml:trace>
  <inkml:trace contextRef="#ctx0" brushRef="#br1" timeOffset="-183166.129">29253 16254 1793 0,'0'0'781'0,"0"0"-360"0,0 0 1 0,0 0-30 16,0 0-58-16,34 69-104 0,-27-31-54 15,0 7-24-15,2 13-2 0,-4 7-27 16,3 5 17-16,-2 7 73 0,0 3-109 0,0 5-62 15,-3 0-13-15,0-3-29 16,-1-3-36-16,1-4 3 0,-1-6-55 0,4-3-13 0,3-11-48 16,1-5-29-16,2-9 4 0,0-7-101 31,0-9-360-31,-3-8-364 0,2-6-503 0</inkml:trace>
  <inkml:trace contextRef="#ctx0" brushRef="#br1" timeOffset="-182866.608">29414 16384 2962 0,'0'0'486'16,"0"0"-230"-16,0 0-92 0,0 0 18 15,0 0-62-15,0 0-120 0,0 0 0 0,28-68-2 0,-8 54 1 16,-1 2 1-16,1 6 9 0,-4 6 19 15,-1 3 31-15,-4 14 3 0,-2 3 16 0,-4 10-7 16,-5 3-3-16,0 4-28 0,-1 1-12 16,-7 1-9-16,-1 0-19 0,-3 0-3 15,0-3-22-15,-5-2-21 0,3-3-38 16,0-3-40 0,1-6-25-16,3-4-11 0,-1-7-26 0,3-7-57 15,-1-2-36-15,1-2-150 0,0-10-194 16,0-1-91-16,-1-15-392 0</inkml:trace>
  <inkml:trace contextRef="#ctx0" brushRef="#br1" timeOffset="-182613.441">29761 15689 398 0,'0'0'388'0,"0"0"345"0,0 0 473 0,0 0-686 15,0 0-50-15,0 0-64 0,0 0-89 16,0 0-85-16,83 67-69 0,-68-32-29 0,-2 7 10 16,-2 11 5-16,-1 8-15 0,-2 7-18 31,-3 6-7-31,-2 6-13 0,-3 2-41 16,0 0-28-16,0-5-27 0,-3-6-9 0,0-9-73 0,3-12-63 0,0-12-4 15,3-11 10-15,8-12-50 0,6-12-155 16,7-6-398-1,-6-7-667-15,13-20-879 0</inkml:trace>
  <inkml:trace contextRef="#ctx0" brushRef="#br1" timeOffset="-182447.491">30233 16298 2146 0,'0'0'1475'16,"0"0"-1232"-16,0 0-136 0,-18 67 125 15,13-39 44-15,0 3-143 0,0 3-65 0,0-2-16 16,0-3-12-16,1-3-40 0,0-4-64 15,-1-5-140-15,2-6-56 0,-3-2-76 0,-2-5-84 16,2-1-297-16,-5-3-1244 0</inkml:trace>
  <inkml:trace contextRef="#ctx0" brushRef="#br1" timeOffset="-182290.575">30047 16105 3420 0,'0'0'673'0,"0"0"-430"0,0 0 48 0,0 0-42 16,0 0-170-16,0 0-67 0,0 0 22 16,0 0-34-16,80-7-34 0,-50-4-122 0,3-1-152 15,1-5-338-15,-9 5-793 0,10-11-953 0</inkml:trace>
  <inkml:trace contextRef="#ctx0" brushRef="#br1" timeOffset="-182065.887">30543 15779 1721 0,'0'0'1212'0,"0"0"-818"16,0 0-140-16,0 0-39 0,-17 83-64 0,10-43 22 15,1 5 54-15,0 7 61 0,-1 7 37 16,3 5-71-16,-2 4-11 0,0 0-19 0,2-3-82 16,1-4-54-16,3-5-37 0,1-10-36 15,10-6-15-15,6-8-11 0,3-9-25 16,5-5 21-16,3-9-33 0,6-8 29 15,-3-4-44-15,1-10-64 0,-2-7-15 16,-2-4-65-16,-8-1-113 0,-7 1-46 16,-7 3-33-16,-6 1-101 0,0 5-267 15,-18-4-900-15</inkml:trace>
  <inkml:trace contextRef="#ctx0" brushRef="#br1" timeOffset="-181880.639">30376 16212 2451 0,'0'0'486'0,"0"0"-175"0,0 0 118 0,0 0-10 31,0 0-145-31,0 0-95 0,0 0-24 16,0 0 118-16,0 0 32 0,0 0-99 0,93 19-85 0,-52-19-33 0,1 0-30 15,-1-5-37-15,1-4-21 0,-5-2-17 0,-1 1-110 32,-3 0-49-32,0-2-52 0,0 3-111 0,-7 3-303 15,9-1-809-15</inkml:trace>
  <inkml:trace contextRef="#ctx0" brushRef="#br1" timeOffset="-181751.885">31332 16267 2666 0,'0'0'1564'16,"0"0"-1390"-16,0 0-115 0,0 0 111 16,0 0-20-16,0 0-150 0,0 0-308 0,0 0-128 0,0 0-623 15,0 0-1330-15</inkml:trace>
  <inkml:trace contextRef="#ctx0" brushRef="#br1" timeOffset="-176771.353">23977 11926 473 0,'0'0'2976'0,"0"0"-2399"0,0 0-323 0,0 0-49 15,0 0 66-15,0 0-32 0,0 0-25 16,0 0 1-16,103-14-93 0,-55 8-40 0,6-2-37 15,5 0-12-15,2 2-8 0,2-2 8 16,2 1-6-16,0-3-27 0,-2 2-2 16,-4-2-25-16,-2 2-19 0,-7-2-26 15,-7 2-55 1,-4 1-47-16,-4-1-11 0,-12 5-57 16,-7-1-167-16,-9 1-316 0,-6 2-716 15,-11 1-780-15</inkml:trace>
  <inkml:trace contextRef="#ctx0" brushRef="#br1" timeOffset="-176580.294">24131 12022 1942 0,'0'0'612'16,"0"0"-116"-16,0 0-88 0,0 0 9 16,0 0-37-16,0 0-82 0,0 0-46 0,0 0-74 15,0 0-26-15,107 28-14 0,-43-37-32 16,7-1-24-16,2-5-18 0,0 2-46 15,2-4-18-15,-4 0-43 0,-5-1-51 0,-2 0-70 0,-7-1-101 16,-5-2-141 0,-17 6-390-16,-2-9-850 0</inkml:trace>
  <inkml:trace contextRef="#ctx0" brushRef="#br1" timeOffset="-176290.443">24590 11478 215 0,'0'0'2593'0,"0"0"-2084"0,0 0-74 0,0 0 86 16,85 9-159-16,-49 0-95 0,4 1-77 15,2 2-56-15,2 5-37 0,0 1-30 16,-3 4-34-16,-4 4-33 16,-3 5-15-16,-7 2-42 0,-9 5 54 15,-6 2-16-15,-11 4 6 0,-4 2 13 0,-13 3 3 16,-13 1-3-16,-7 1-36 0,-7-1 11 15,-3-2-5-15,-6-1-43 0,5-3-40 16,-2-4 0-16,7-6 2 16,6-5-49-16,8-6-143 0,8-3-264 15,6-9-610-15,8-1-935 0,6-10 2037 16</inkml:trace>
  <inkml:trace contextRef="#ctx0" brushRef="#br1" timeOffset="-175626.331">26033 11391 1421 0,'0'0'2148'0,"0"0"-1559"0,0 0-213 0,0 0-93 16,0 0-68-16,0 0 26 16,100 17-59-16,-56-17-52 0,6 0-54 0,4-8-28 15,2-2-8-15,-2-2-22 0,-3 1-18 16,-6-1-33-16,-4 0-52 0,-5 0-48 16,-6 0-34-16,-9 3-47 0,-6 0-101 0,-10 2-297 15,-4 6-704-15,-12-3-870 0</inkml:trace>
  <inkml:trace contextRef="#ctx0" brushRef="#br1" timeOffset="-175405.582">26121 11473 375 0,'0'0'3012'16,"0"0"-2490"-16,0 0-233 0,-34 96 34 0,28-55 21 15,-1 4-29 1,0 3-56-16,1 5-71 0,1 0-98 0,-3 4-56 15,-3 1 2-15,2-1-9 0,1-5-25 16,2-4-2-16,3-6-13 0,3-6-38 16,0-6-22-16,0-7-15 0,6-4-24 15,-1-6-28-15,1-2-164 0,0-4-141 0,0-1-200 16,-4-2-461-16,1-4-596 0</inkml:trace>
  <inkml:trace contextRef="#ctx0" brushRef="#br1" timeOffset="-175204.864">26067 12026 2594 0,'0'0'1280'15,"0"0"-997"-15,0 0-77 0,0 0 192 16,78-10-34-16,-43 8-138 0,7-2-126 16,0 1-61-16,3-1-14 0,-2 2-23 15,-1-2-2-15,-3-2-13 0,-6 4-17 16,-2-3-91-16,-8 2-71 0,-8 1-114 0,-7 2-246 0,-8 0-774 0,0 0-1021 15,-17 11 1717-15</inkml:trace>
  <inkml:trace contextRef="#ctx0" brushRef="#br1" timeOffset="-175024.434">25989 12328 3134 0,'0'0'946'0,"0"0"-818"0,0 0 15 0,0 0 182 15,0 0-21-15,0 0-27 0,0 0-88 0,90 34-80 0,-51-28-45 16,4-1-7-16,4-1-2 0,2 0-25 0,0-2 6 31,0-2-36-31,-5 0-10 0,-1 0-105 16,-6-5-88-16,-1 0-55 0,-3 0-137 16,-10 1-342-16,6-7-1108 0</inkml:trace>
  <inkml:trace contextRef="#ctx0" brushRef="#br1" timeOffset="-174497.208">26974 11843 365 0,'0'0'2621'16,"0"0"-2123"-16,0 0-163 16,0 0 4-16,101 11 25 0,-56-11-106 15,5 0-58-15,6-7-35 0,1 0-68 16,2-3-60-16,-4-2-37 0,-6 2-45 16,-4-1-141-16,-11 3-68 0,-5 0-64 0,-10 2-147 15,-7 2-643-15,-12 2-958 0</inkml:trace>
  <inkml:trace contextRef="#ctx0" brushRef="#br1" timeOffset="-174329.23">27138 11989 2058 0,'0'0'1389'0,"0"0"-931"0,0 0-235 0,0 0 4 0,0 0 101 0,0 0-43 15,0 0-34-15,0 0-45 0,109 19-87 16,-50-19-89-16,5-3-30 0,1-6-100 15,-2 0-88-15,-4 0-84 0,-4 2-161 0,-18 2-549 16,10 1-817-16</inkml:trace>
  <inkml:trace contextRef="#ctx0" brushRef="#br1" timeOffset="-173447.49">28200 11674 124 0,'0'0'2500'0,"0"0"-1893"0,0 0-213 0,0 0-79 0,0 0 18 16,0 0-51-16,0 0-91 0,0 0-44 15,0 0 3-15,0 0-49 0,89 29-41 16,-56-29-20-16,1 0-31 0,-1-5-9 15,-2-3-149-15,1-6-74 0,-2 0-32 16,-2-5-133-16,-8 5-558 0,2-9-840 0</inkml:trace>
  <inkml:trace contextRef="#ctx0" brushRef="#br1" timeOffset="-173055.307">28581 11281 13 0,'0'0'391'15,"0"0"1564"-15,0 0-1564 0,0 0-128 16,0 0 28-16,-80 1 11 0,67 4-109 16,0 2-92-16,0 2-32 0,2 2-16 15,-1 3 36-15,1 1 38 0,2 4 13 16,-2 3-44-16,2 3-19 0,0 3-9 16,3 3 9-16,-2 4 3 0,2 1-6 15,3 3-10-15,0 0-33 0,2 0-7 16,1 2-23-16,0 1 0 0,0-1-1 15,0 1-18-15,0 2 16 0,1 2-13 16,-1-3 14-16,2 0 0 0,-2 0 1 16,0-3 0-16,-2 0 0 0,-2-3 0 0,-5-1 0 15,-1-2 1-15,0-2-1 0,-2-2-2 0,-3-4 1 16,0-1-1-16,0-2 0 0,-2-4-17 16,3-3 1-16,3-4-4 0,-1-7-5 15,4 0-4-15,0-4-15 0,-2-1-58 16,2-6-4-16,-3-4-22 0,1-6 18 15,-1-5-16-15,1-4-32 16,2-5-145-16,2-5-111 16,3-3-38-16,3-3-231 0,0-5-392 0,1 13 333 15,10-19 565-15</inkml:trace>
  <inkml:trace contextRef="#ctx0" brushRef="#br1" timeOffset="-172530.189">29039 11415 774 0,'0'0'107'15,"0"0"1172"-15,0 0-817 0,0 0-118 16,0 0-40-16,0 0 33 0,-84 42-43 16,68-21-34-16,-2 0-45 0,3 5-45 15,-1 5-15-15,0 2-2 0,1 4 3 16,0 5-21-16,-1 4-35 0,0 1-6 0,-1 3-21 15,3 0-3 1,-1 1-9-16,5-4-19 0,4-5-24 16,4-4-16-16,2-8-2 0,7-4-12 0,7-7-27 0,3-5-13 15,5-5-33-15,4-3-57 0,5-6-26 0,0 0-22 16,2-6-40-16,5-8-206 0,-5-2-320 16,-10 2-620-16,6-10-660 0</inkml:trace>
  <inkml:trace contextRef="#ctx0" brushRef="#br1" timeOffset="-172238.8">29406 11390 29 0,'0'0'1567'15,"0"0"-595"-15,0 0-502 0,0 0 21 16,-6 88-68-16,-2-51-63 0,-4 6-85 15,-1 7-74-15,-2 2 19 0,-5 5 6 16,-2 1-86-16,-3 1-49 0,-2-3-24 0,-2-2-37 16,0-2-29-16,0-7-1 0,5-3-15 15,4-9-64-15,5-3-30 0,10-10-37 16,2-6-16-16,3-5-34 0,8-5-16 16,4-3-57-16,2-1-46 0,2-5-107 15,1-6-183-15,1-3-439 0,1-4-84 16,-7 3 267-16</inkml:trace>
  <inkml:trace contextRef="#ctx0" brushRef="#br1" timeOffset="-172001.962">29383 11717 408 0,'0'0'319'0,"0"0"-228"15,0 0 558-15,5-76 49 0,-7 64-206 16,2 5-46-16,0 5-70 0,0 2-116 16,0 0-74-16,5 4-10 0,1 4 52 0,5 7 32 15,0 5 4-15,2 4-74 16,0 4-71-16,-3 4-37 0,2 4-24 0,-4 0-19 15,1 2-11 1,0 1-7-16,-2 0-21 0,-1-2-1 16,0 1 1-16,-3-3 0 0,-1-1-2 15,-2-3 0-15,0-5-1 0,0 0-64 0,-4-3-42 16,0-6-16-16,-1-2 5 0,2 0-5 16,0-5-26-16,1-4-3 0,2-2-1 15,0-2-41-15,-2-2-80 0,1 0-90 16,1 0-65-16,-3-3-235 0,-6-6-657 0</inkml:trace>
  <inkml:trace contextRef="#ctx0" brushRef="#br1" timeOffset="-171827.157">29267 11932 1193 0,'0'0'1672'15,"0"0"-1428"-15,0 0-152 0,0 0 144 16,0 0 65-16,0 0-131 0,0 0-101 15,89-32-69-15,-57 22-25 0,-1 2-271 16,0-5-261-16,-7 2-835 0,3-7-243 0</inkml:trace>
  <inkml:trace contextRef="#ctx0" brushRef="#br1" timeOffset="-171586.118">29775 11593 892 0,'0'0'271'0,"0"0"934"0,0 0-471 0,0 0-164 16,0 0-114-16,66 72-71 0,-52-47-83 0,0 4-60 15,-2 2-68-15,-3 2-43 0,-3 0-40 16,-1 2-9-16,-5-1 0 16,0 1-43-16,-3 0-26 0,-5 0-13 15,-4-3-24-15,-2 2 3 0,-3-3 5 0,1-2-20 16,-4-2-31-16,-3 0-57 15,3-6-62-15,-2 2-52 0,-1-5-84 0,7-2-249 16,1-2-635-16,7-7-420 16</inkml:trace>
  <inkml:trace contextRef="#ctx0" brushRef="#br1" timeOffset="-170853.22">30242 11828 2337 0,'0'0'1249'0,"0"0"-880"0,0 0-96 0,0 0 68 31,0 0-49-31,0 0-111 0,0 0-87 0,0 0-54 16,0 0-40-16,0 0-33 0,0 0-47 0,-6 11-67 0,12-9-61 0,1-2-135 15,-1 2-350-15,4-2-1092 0</inkml:trace>
  <inkml:trace contextRef="#ctx0" brushRef="#br1" timeOffset="-170099.236">30925 11497 696 0,'0'0'531'0,"0"0"972"0,0 0-1061 0,0 0-94 16,0 0-64-16,0 0 22 0,0 0-57 15,0 0-36-15,0 0 9 0,0 0-26 16,0 0-53-16,-45-16-51 0,30 19-34 16,-6 3-28-16,-5 5 4 0,-2 6-1 0,-4 5 3 15,0 3 1-15,3 3 5 16,2-3 1-16,6 0-4 0,5-4 1 0,6-2-13 0,5-1-12 16,5 0-5-16,3 0-10 0,9 2-27 15,1 1 6-15,5 1-7 16,-2 1 4-16,3 1 9 0,-2-1 0 0,-1 0 13 15,-1 0-16-15,0 2 16 0,1 0-17 16,0 0 18-16,-1 0 0 0,0 0-11 16,-2-2 12-16,2 0-1 15,-4-4-11-15,-3 0 12 0,1-1 0 16,-3-3-3-16,-4-1-12 0,-2-1-19 0,0-1-14 16,-3-1-13-16,-7-1-3 0,-3-1-3 15,-2-3-15-15,0 0 12 0,-1-2-7 16,-2-3-24-16,5-1-34 0,1-1-75 15,1-5-138-15,4-4-260 0,2 1-378 16,5-12-549-16</inkml:trace>
  <inkml:trace contextRef="#ctx0" brushRef="#br1" timeOffset="-169651.116">31503 11643 40 0,'0'0'2222'0,"0"0"-1557"0,0 0-259 0,0 0-50 0,0 0 28 16,0 0-48-16,0 0-82 0,0 0 0 0,-85 54-52 16,59-25-49-16,-2 3-2 0,3 4-14 0,-1 1-31 15,3 2-39-15,1-1-16 0,6 1-12 16,1 0-21-16,4-3-18 0,6 1 0 15,2-1-1-15,3-3-20 0,0-2-15 16,1-1-12-16,9-3-16 0,4-2-3 16,7-4-20-16,6-1-26 0,4-5-45 0,6-4-107 15,5-5-178-15,-9-4-526 0,15-2-784 0</inkml:trace>
  <inkml:trace contextRef="#ctx0" brushRef="#br1" timeOffset="-169237.069">31933 11574 127 0,'0'0'3003'16,"0"0"-2516"-16,0 0-241 15,0 0 52-15,0 0 66 0,0 0-23 16,0 0-72-16,0 74-92 0,-2-32-25 15,-4 5-3-15,-6 9-19 0,-2 2-31 16,-3 5 4-16,-2 2 60 0,-4-3-57 16,3-3-64-16,0-3-25 0,1-4-17 0,-1-8-3 15,6-3-24-15,-1-5-40 16,2-1-29-16,6-9 5 0,3-4-11 0,4-6-7 0,0-4-30 16,0-5-16-16,5-4-51 0,1-3-112 0,-1 0-118 15,1-3-129-15,3-7-205 0,-3 1-370 31,4-12-429-31</inkml:trace>
  <inkml:trace contextRef="#ctx0" brushRef="#br1" timeOffset="-168679.407">31931 11596 815 0,'0'0'150'15,"0"0"960"-15,0 0-447 0,0 0-207 0,0 0-141 16,89-26-18-16,-65 21 5 0,2-1-37 16,0 5-76-16,-1 1-66 0,1 0-28 15,2 0-9-15,-5 7 12 0,-2 4 9 16,0 2-24-16,-8 3-31 0,-4 1-10 0,-4 2-24 15,-5 2 4-15,-5 0-10 0,-12-1-9 0,-6 5-2 16,-8 0-1-16,-5-2-10 0,-5 1 9 16,-3-1-2-16,5-3 0 0,3-2 1 15,5-3 2-15,8-2 27 0,9-5-10 0,5 1-17 16,5-3-24-16,4 3-6 0,1 2 27 16,14 1-10-1,4 4-14-15,7 2-13 0,5 1-11 16,4 2 20-16,2 1 28 15,-1 2 0-15,-1-1-15 0,-4-2-1 0,-2 2-8 16,-4-2-4-16,-3-1 19 0,-5-1 12 0,-4-1 0 16,-2 0 2-16,-5-4 10 0,-3 3 13 15,-3-3-23-15,0 0 13 0,-6 2 9 16,-7 0 1-16,-1 0-10 0,-6 2 19 0,-2-2-7 16,-3 0 10-16,-3 2 17 0,-6-4-17 15,1 0-22-15,-1-1-12 0,-4-3 9 16,7-1 4-16,2-5-1 0,3 0-14 15,3-4-1-15,0 0-1 0,6-2-27 0,1-2-42 16,5-4-67-16,1-2-67 0,5-3-57 16,5-2 1-1,0-4-121-15,3-3-209 0,5 4-856 16</inkml:trace>
  <inkml:trace contextRef="#ctx0" brushRef="#br1" timeOffset="-168247.01">32949 11511 1110 0,'0'0'442'16,"0"0"738"-16,0 0-846 0,0 0 68 0,0 0-20 16,0 0 7-16,0 0-38 0,70 79-75 15,-53-55-46-15,-2 2-47 0,2 2-22 16,-2 1 63-16,0 2-52 0,-4 0-45 16,-4 2 24-16,-3 0-39 0,-1 1-49 15,-3 4-15-15,-3 1-21 0,-4 0-15 16,-2 2 12-16,-2 0-12 0,-4-1-12 15,4 0-2-15,-3 1-10 0,0 1 10 0,-3 0-19 0,-2-1-3 16,-1 0 6-16,-3 2 15 0,0-4-21 16,-2 1-3-16,-2 0-9 0,-2 0-16 15,1-2 1-15,-6 0-21 0,3-1-28 16,-4-5-2-16,0-2-13 0,1-6-49 16,1-3-182-16,0-1-266 0,0-4-325 15,-3-3-164-15,8-6-624 0</inkml:trace>
  <inkml:trace contextRef="#ctx0" brushRef="#br1" timeOffset="-165780.973">27505 12979 2194 0,'0'0'1519'0,"0"0"-1069"0,0 0-155 0,0 0-39 15,0 0 26-15,0 0-47 0,0 0-25 0,0 0-68 0,87 5-36 16,-47-6-36-16,8-4-22 0,-3-1-21 15,0 2-27-15,-7 0 0 0,-3-1-57 16,-7 1-37-16,-2 2-39 0,-7 1-22 16,-2-1-46-16,-5 0-61 0,-4 2-166 15,-2 0-253-15,-6 0-458 0,0 0-382 0,0 5 573 16</inkml:trace>
  <inkml:trace contextRef="#ctx0" brushRef="#br1" timeOffset="-165587.748">27582 13122 1322 0,'0'0'371'16,"0"0"1084"-16,0 0-990 0,0 0-122 15,0 0-104-15,0 0 15 0,0 0-56 0,0 0-29 16,0 0 24-16,0 0-4 0,0 0-58 0,86 37-61 16,-40-32-42-16,-1-1-28 0,0-1 0 15,-3 1-25-15,-3-1-20 0,-2 1-77 16,-4-2-52-16,-3 3-49 0,0 2-14 15,-2-1-85-15,-3 0-101 16,2 1-535-16,-6-2-543 16,8-3 277-16</inkml:trace>
  <inkml:trace contextRef="#ctx0" brushRef="#br1" timeOffset="-164854.887">29307 12862 1110 0,'0'0'289'0,"0"0"1129"0,0 0-940 0,0 0-160 16,0 0 38-16,0 0 7 0,0 0 4 16,0 0-54-16,0 0-90 0,0 0-59 15,-9 24-42-15,2-4-22 0,-5 11-4 16,-5 15-32-16,-6 8-4 0,-2 12-14 15,-3 6-7-15,-4 3-6 0,-4 3-15 0,5-1-15 16,-3 1 0-16,4-5-3 0,4-3-21 16,1-5-27-16,5-7-25 15,6-10 4-15,5-6 5 0,6-11-2 0,3-10-28 16,0-4-40-16,10-10-39 16,1-4-31-16,0-3-29 0,5 0-87 0,0-10-66 15,2-7-223-15,3-4-111 0,-2-5-471 0,1-2-180 0,-4 5 1282 16,2-16 8-16</inkml:trace>
  <inkml:trace contextRef="#ctx0" brushRef="#br1" timeOffset="-164521.676">29259 12990 960 0,'0'0'263'15,"0"0"1084"-15,0 0-832 0,0 0-126 0,0 0-79 16,0 0 49-16,0 0-2 0,0 0-101 15,0 0-57-15,0 0-40 0,17 22-25 16,-8-7 9-16,6 7 15 0,2 5-31 16,1 5-39-16,1 4-16 0,1 4-20 15,-3 4-22-15,0 2-3 0,-3 2-6 0,0 2-9 16,-3 1 19-16,-1 1-29 0,0 0 0 16,-2 1 1-16,1 3-3 15,0-3 18-15,-1-5-18 0,0-3 1 16,3-7-1-16,-1-6-3 0,3-5-34 15,0-4-20-15,-1-6-12 0,2-3-7 0,-2-6-27 16,-4-1-12-16,4-3-18 16,-7-4-10-16,1 0-12 0,-3-2-26 0,0-4-33 15,-3-5-21-15,0-1-78 0,0-6-67 16,-4-3-121-16,-6-5-72 0,1 7-1257 16,-8-17 1138-16</inkml:trace>
  <inkml:trace contextRef="#ctx0" brushRef="#br1" timeOffset="-164321.623">29096 13482 342 0,'0'0'617'0,"0"0"936"0,0 0-1031 0,0 0-180 16,0 0-95-16,0 0-48 0,0 0 59 16,0 0-43-16,0 0-75 0,85 0 2 15,-49 0 9-15,0 0-43 0,2 0-38 0,-3-5-42 31,-4 0-28-31,0-1-77 0,-3-1-126 16,-2 0-100-16,-3 1-157 0,-10-1-786 16</inkml:trace>
  <inkml:trace contextRef="#ctx0" brushRef="#br1" timeOffset="-163805.598">30027 13441 1299 0,'0'0'1712'16,"0"0"-1033"-16,0 0-208 0,0 0-200 15,0 0-80-15,0 0 28 0,0 0-54 16,0 0-91-16,0 0-74 0,0 0-29 16,0 0-69-16,51 17-92 0,-43-16-106 15,-2 4-150-15,2-4-545 0,1-1-625 0</inkml:trace>
  <inkml:trace contextRef="#ctx0" brushRef="#br1" timeOffset="-163535.116">30447 13019 1064 0,'0'0'283'15,"0"0"1558"-15,0 0-1319 0,24 92-205 0,-17-49-94 16,-4 8 6-16,-3 6 0 0,0 6-14 0,0 2 1 15,0 3-100-15,-3-2-64 0,-4-3-28 16,2-4-24 0,-3-8 0-16,4-7-26 0,4-8-41 15,0-11-27-15,7-8-59 0,7-9-43 0,3-5-69 16,3-3-145-16,-4-3-607 0,4-15-772 0</inkml:trace>
  <inkml:trace contextRef="#ctx0" brushRef="#br1" timeOffset="-163082.458">30591 13028 329 0,'0'0'750'16,"0"0"531"-16,0 0-761 0,0 0-139 16,0 0-82-16,94-52 16 0,-53 47-16 15,6 3-32 1,1 2-72-16,0 0-26 0,0 5-19 0,-6 5-12 15,-6 3-62-15,-8 4-30 0,-5 0-25 16,-11 2-19-16,-7 3 9 16,-5 3-11-16,-14 1-17 0,-9 4 17 0,-8 4 21 15,-7 1 10-15,-5 3-4 0,-5-1 16 16,0-1 33-16,6-3 48 0,4-5-27 0,8-6-24 16,8-4-28-16,9-5-32 0,6-2-13 0,5-4-24 15,2 2-22-15,8 2-38 16,5 5 2-16,10 2 6 0,3 2 6 0,2 1 12 15,3 1 4-15,-4 1 14 0,-3 1 19 16,-3 0 21-16,-3 0 0 0,-4-2 1 16,-3-2 2-16,-2 1 40 0,-7-2 2 0,1 0 1 15,-3-1-4-15,0-2-14 0,0-1-7 0,-5-1 3 16,-3 1 0-16,-4-2 1 0,-2 0 8 16,-3-2 6-16,-2 1 13 0,-4-2-4 15,-5-1-8-15,-4 0-7 0,-4-2-6 16,-4-3-3-16,-2-2-24 0,-5-2-10 15,-3 0-77-15,-5-6-122 0,-4-5-117 16,-3-2-148-16,15 3-634 16,-30-10-875-16</inkml:trace>
  <inkml:trace contextRef="#ctx0" brushRef="#br1" timeOffset="41133.73">10321 7113 329 0,'0'0'620'15,"0"0"31"-15,0 0 128 0,0 0-360 16,0 0-204-16,0 0-3 0,0 0-15 15,0 0-25-15,0 0-65 0,0 0-9 16,0 0-26-16,38-8-6 0,-23 6-16 16,-2-1 7-16,5 3-31 0,-1 0 18 15,3 0-10-15,0 0 28 0,2 0-21 16,0 3-1-16,2 0-12 0,3-2-25 16,1 2 13-16,3-2-1 0,4-1-14 15,4 0 2-15,3 0 0 0,5-5 15 0,5 2-17 0,2-1 15 16,-1-1-15-16,5 3-2 0,-2 1 0 15,1-1-15-15,1 1 14 0,-2 1-13 16,3 0 2-16,1 0 12 0,0 0-36 16,2-2 15-16,0 0-6 0,4-1 6 0,3-1-6 15,-1-3-12 1,1 0-19-16,-4 3-14 0,0-2 26 0,-4 0-7 0,-2 1 20 0,-2 4 31 16,1-2-32-16,-4 1 0 0,3 1-2 15,-2 1-20-15,2-1-6 0,2 1-4 16,2 0-34-16,1 0 15 0,3-4 26 0,1 2-30 31,3-2 10-31,0-2 4 16,-1-1 37-16,0 0-2 0,-3 0-17 0,-3-2-9 15,-2 1 44-15,-4-1 23 0,1-1 13 0,-1 2-13 16,-2-1 2-16,-1 1-2 0,0 0 2 0,-3 2 11 16,1 0-13-16,-2 1-20 0,-3 1 18 15,0-1 4-15,0 0 11 0,0 2 9 16,-3-1 0-16,0-1 1 0,-4-1-20 15,-1 3 26-15,-2-2 13 0,-1 1-1 16,0 0 33-16,-4 0 3 0,0 0 28 0,-6 3-29 0,-2-3-34 16,-4 1-17-16,-2 0-23 0,-3 1-2 15,0 2 29-15,-2-1-7 0,-1 1-7 16,-3 0-15-16,1 0-4 0,-5 0 3 16,0 0 1-16,-1 0 0 0,0 0-19 15,-3 0-6-15,0 0 9 0,-1 0-6 16,-9 1-67-1,1 0-442-15,-20 3-1285 0</inkml:trace>
  <inkml:trace contextRef="#ctx0" brushRef="#br1" timeOffset="45397.992">8922 7649 1365 0,'0'0'757'0,"0"0"-366"0,0 0-168 0,0 0-107 16,93 4-10-16,-68-3-32 0,-3 1-7 16,-2-2-35-16,0 0-32 0,-3 0-2 0,0 0-27 0,-2 0-19 15,-2-3-106-15,-2 3-75 0,-3-4-71 16,-4 4-219-16,-1-2-663 0,-3 2 700 0</inkml:trace>
  <inkml:trace contextRef="#ctx0" brushRef="#br1" timeOffset="45575.116">8891 7822 630 0,'0'0'1621'0,"0"0"-1139"0,0 0-183 0,0 0-123 0,0 0-68 16,0 0 42-16,0 0 62 0,100 10-51 15,-71-18-58-15,1 0-62 0,-1-4-41 16,-2 1-26-16,-4-1-71 0,-1-1-140 16,-2 1-58-16,-5 0-166 0,-3 0-535 15,-4 4-577-15,-4-6 1446 0</inkml:trace>
  <inkml:trace contextRef="#ctx0" brushRef="#br1" timeOffset="45843.884">9148 7427 10 0,'0'0'1839'15,"0"0"-1492"-15,0 0-68 0,0 0 66 16,0 0 7-16,89 34-7 0,-64-21-71 0,1-1-88 16,-3 4-88-16,1-1-45 15,-5 4-37-15,-4 2 40 0,-7 3-56 0,-4 2-84 16,-4 1 84-16,-1 0 0 0,-12 6-3 15,-3 1-22-15,-4 1-58 0,-3-1 64 16,1-2-3-16,1-1 7 0,1-3-10 0,4-3 24 16,-2-3-1-16,5-7 0 15,2 0-152-15,2-5 15 0,3-3-124 0,2-4-150 16,4-2-345-16,-1-1-901 0,1-2 1126 16</inkml:trace>
  <inkml:trace contextRef="#ctx0" brushRef="#br1" timeOffset="47743.278">10988 7751 65 0,'0'0'398'0,"0"0"-290"0,0 0-50 0,0 0-16 16,0 0-42-16,0 0 0 0,0 0 391 0,0 0-147 15,0 0-170-15,0 0-73 16,16-36 60-16,-16 34-61 0,0 2-81 0,0 0-104 16,0 0-99-16,-3-2-247 0,2 2 175 15,-2 0 351-15</inkml:trace>
  <inkml:trace contextRef="#ctx0" brushRef="#br1" timeOffset="48067.494">10988 7751 901 0</inkml:trace>
  <inkml:trace contextRef="#ctx0" brushRef="#br1" timeOffset="48449.18">10988 7751 901 0,'59'9'205'0,"-59"-14"581"0,2 0-506 0,-1-2-102 16,1-4-23-16,-1 1-20 0,2 1 33 0,-1-3-33 0,-1 2 6 0,-1-1-74 15,0 1 35 1,0 1-19-16,0 1-13 0,-1-1 13 0,-4 1-23 0,1 3 13 15,-1 2-6-15,-3-1-1 16,1 2-6-16,-2-1-42 0,0 3 5 16,-2 0 5-16,2 0-26 0,-1 6 1 15,-3 5 16-15,2 6 22 0,-4 4 18 16,2 8 39-16,-1 4 5 0,2 5-40 16,1-1-4-16,-1-1-31 0,5-1-10 15,1-6 16-15,5-9 0 0,1-2 4 0,0-6-14 16,3-5-2-16,4-1-4 0,3-6 26 0,7 0-20 15,0-2-24-15,5-9-6 0,1-3-71 16,3-5-41-16,-3-3 0 0,-1-2 44 16,-3-1-20-16,-3 3 25 0,-2-2 34 0,-4 6-15 15,0-1 37-15,-4 1 26 0,-2 5-10 16,-2 2 9-16,-1 7 4 0,-1 1 51 16,0 3-23-16,1 0-44 0,1 4-16 0,2 6 16 0,2 7 66 15,3 2-29-15,-4 5-9 0,1 1 0 31,2-2-9-31,-2-3-19 0,3-2 0 16,0-4 1-16,0-6 8 0,2 1-9 16,2-6-3-16,1 0-72 0,-2-1-135 15,4-2-76-15,-2 0-232 0,-2-3-501 16,1 0-572-16,-2-4 1005 0</inkml:trace>
  <inkml:trace contextRef="#ctx0" brushRef="#br1" timeOffset="48721.966">11484 7806 284 0,'0'0'39'0,"0"0"1998"15,0 0-1746-15,0 0-37 0,0 0 6 16,10 69 68-16,-10-51-40 0,0-2-74 0,0 1-76 31,-1 0-66-31,-2-3-31 0,-2 1-29 0,3-2-12 16,-3-1-28-16,2-2 3 0,-1-2-31 15,3-1-127-15,-1-4-97 0,2-2-97 16,0-1-175-16,3 0-457 0,3-4-261 0,1-10 1218 0</inkml:trace>
  <inkml:trace contextRef="#ctx0" brushRef="#br1" timeOffset="48964.327">11697 7580 2370 0,'0'0'352'0,"0"0"-79"0,0 0-1 0,16 73 37 0,-9-46-28 15,2 1-99 1,1 2-69-16,1-1-66 0,1-3-13 16,1 2-20-16,-1-4-14 0,-1-2-69 0,-3-1 16 0,0-3-126 0,-2-5-95 15,0 0-130 1,-3-2-273-16,-2-5-706 0,-1-1 253 0</inkml:trace>
  <inkml:trace contextRef="#ctx0" brushRef="#br1" timeOffset="49311.566">10630 7689 274 0,'0'0'251'15,"0"0"404"-15,0 0 90 0,0 0-343 16,-14 72-137-16,10-51-30 0,-3 3-52 16,1 3-16-16,-1-1-49 0,0 3-39 15,-2-1 1-15,-1 1-51 0,1 1-13 16,-2-2-4-16,4 0-9 0,1-4-2 0,4-4-1 0,2-1-50 15,0-2-33-15,6 0-9 0,3-2-135 16,5-1-104-16,-1-2-164 0,5-5-475 16,-4 0-107-16,9-7 887 0</inkml:trace>
  <inkml:trace contextRef="#ctx0" brushRef="#br1" timeOffset="49587.726">11951 7561 1797 0,'0'0'1042'16,"0"0"-882"-16,0 0-34 0,0 0-8 0,86 49 200 16,-63-31-53-16,-4 3-86 0,1 2-74 15,-2 4-18-15,0 1-9 0,0 1-32 0,-7 3-2 16,-2 1-43-16,-3-1-1 0,-4-2-1 15,-2 1 1-15,0-1-3 0,-8 0-19 16,-1-3-25-16,-4-2-9 0,-1 0 13 16,-1-2-7-16,-2-4-35 0,-1-2-79 0,0-3-40 0,-2 0-136 15,7-3-246-15,-11-1-783 0</inkml:trace>
  <inkml:trace contextRef="#ctx0" brushRef="#br1" timeOffset="50268.227">12541 7561 2418 0,'0'0'563'0,"0"0"-249"0,0 0-15 0,0 0-3 15,0 0-57-15,0 0-12 0,0 0-28 16,0 0-39-16,0 0-43 0,-23 75-19 15,18-61-40-15,2 2-46 16,0-2 16-16,-1 3-7 0,2-1-2 16,1 3-18-16,1 4-1 0,0 1 0 15,0 1-1-15,0 0-1 0,3 3 1 16,1-2-20-16,-1 2 6 0,2-4-1 16,2-3-11-16,3-2 8 0,1-2-66 15,8-5-75-15,4 0-22 0,6-3-16 0,5-2-67 16,4-3-132-16,4-2-670 0,-10-2-786 0,15-6 1367 0</inkml:trace>
  <inkml:trace contextRef="#ctx0" brushRef="#br1" timeOffset="51323.895">13058 7557 580 0,'0'0'385'0,"0"0"401"16,0 0-232-16,0 0-124 0,0 0-83 16,0 0-34-16,0 0-82 0,0 0-7 15,0 0-89-15,21 81-21 0,-16-63-33 16,-1 1-9-16,-1 2-60 0,3-2 16 0,-2 0-28 0,0 2-3 15,1-2-28-15,-4-5 0 0,3 3-35 16,1 0-157-16,-1-1-76 0,-1-1-175 16,1-2-321-16,-1-4-749 0,4-6 1114 0</inkml:trace>
  <inkml:trace contextRef="#ctx0" brushRef="#br1" timeOffset="51503.51">13422 7790 342 0,'0'0'2069'0,"0"0"-1785"0,0 0-145 16,0 0-37-16,-7 84 24 0,6-65-34 0,-2-5-82 0,3 3-10 0,0-6-38 16,0-3-222-16,4-2-130 0,-1-6-304 15,1 0-695-15,-1-6 1360 0</inkml:trace>
  <inkml:trace contextRef="#ctx0" brushRef="#br1" timeOffset="51888.664">13630 7325 42 0,'0'0'2218'16,"0"0"-1804"-16,0 0-109 0,0 0 88 15,28 67 32-15,-19-42-57 0,-4 2-98 16,1 3-75-16,-2 0-78 0,-3-1-59 0,-1 1-30 0,0 2-28 16,0-2-2-16,-7-1-23 0,1-4-12 15,3-4 3-15,0-8 13 0,3-4-13 16,0-3-6 0,0-3-9-16,0-3-10 0,3 0 2 0,3 0 57 0,4-6 0 15,3 1 14-15,0-2-14 0,4 4-22 16,-2 0-21-16,2 3 5 15,-1 0 1-15,4 3 37 0,-2 5 3 16,0 1 25-16,-1 2 9 0,-5 0-12 0,-2 0 0 16,-3-1-3-16,-2 2 9 0,-2 3 6 15,-3-3-10-15,0 1-5 0,-5 0-20 0,-5-1-2 16,-3 0-1-16,-2 0-42 0,-4-2-16 16,-1-3-18-16,-2-1-26 0,4-5-18 15,1-1-36-15,4-1-113 0,2-11-168 16,2-4-322-16,6 2-656 0,0-20 325 0</inkml:trace>
  <inkml:trace contextRef="#ctx0" brushRef="#br1" timeOffset="52113.526">14146 7504 980 0,'0'0'1569'15,"0"0"-1179"-15,0 0-74 0,0 0 66 16,0 0-11-16,81 68-114 0,-70-50-98 0,-1 2-76 15,0 0-51-15,-5 0-32 16,-2 2-1-16,-3 0-24 0,0 2-5 0,-8 1 2 16,-3-5 3-1,-4 3 0-15,-1 0-3 0,-4-4-3 16,2-2-6-16,3-5-41 0,-1-1-75 16,6-3-71-16,0-6-117 0,6 0-278 0,0-2-753 15</inkml:trace>
  <inkml:trace contextRef="#ctx0" brushRef="#br1" timeOffset="52273.789">14764 7611 2684 0,'0'0'1430'16,"0"0"-1203"-16,0 0-143 0,0 0 12 15,94-8-38-15,-70 4-21 0,-1-1-37 16,0-1-24-16,2 1-190 0,-3 0-139 15,-2-1-221-15,-4 2-724 0,-5 0-629 16,-8 1 1758-16</inkml:trace>
  <inkml:trace contextRef="#ctx0" brushRef="#br1" timeOffset="52458.368">14702 7761 245 0,'0'0'2712'0,"0"0"-2360"16,0 0-238-16,0 0 130 0,0 0 90 0,0 0-30 15,0 0-47-15,91 24-103 0,-58-24-65 16,3-4-61-16,-1-3-28 0,-2 0-18 0,-3-2-83 16,-1 2-130-16,-6-1-111 0,-3 1-400 15,-6 3-1244-15,0-4 796 0</inkml:trace>
  <inkml:trace contextRef="#ctx0" brushRef="#br1" timeOffset="53206.862">15867 7483 900 0,'0'0'270'32,"0"0"966"-32,0 0-823 0,0 0-41 15,0 0-6-15,0 0-41 0,0 0-74 0,0 0-95 16,0 0-50-16,0 0-26 0,0 0-46 15,-8-16-6-15,4 16 9 0,0 0-12 16,-5 2-23-16,-2 7-1 0,-3 5 17 0,-3 8 1 0,0 4 9 16,1 3 33-16,1 4 22 0,1 0 21 15,1-2-24-15,3-1-37 0,3-6-16 16,4-3-8 0,2-7 2-16,1-4-3 0,0-3-3 0,1-5 1 15,5 2-4-15,1-4-12 0,3 0 0 16,0 0-12-16,1 0-43 0,0-4-9 15,-1-1-13-15,-1-1-18 0,1-1-6 16,-3 0-4-16,0 1-21 0,-1 1-1 0,2-1-13 0,0 5-31 0,-1-2-43 16,0 2-83-16,0-1-107 0,-1-1-168 15,-3 1-613-15,-2 1-164 0,-1-3 1284 0</inkml:trace>
  <inkml:trace contextRef="#ctx0" brushRef="#br1" timeOffset="54294.306">15885 7505 346 0,'0'0'42'0,"0"0"62"0,0 0-51 0,0 0 2 0,0 0 561 0,0 0-177 16,0 0-221-16,0 0-43 0,0 0 46 31,0 0-30-31,0 0-30 0,-50-19-10 16,44 19 1-16,0 0-34 0,0 0-34 0,-2 5-14 15,-1 1 0-15,1 2 23 16,-2 3 21-16,1 2-6 0,0 5-51 0,0 3 0 16,1 3 12-16,2 2 13 0,3 3 28 15,-1-1 16-15,3 0-48 16,1-4-12-16,0-7 2 0,1 0-9 0,6-4-3 0,1-8-6 15,3 1-1-15,1-6-27 0,2 0-4 16,3-4-18-16,3-7-9 0,-1-4-65 16,6-6-56-16,-2-2-13 0,0-3-24 15,-3-1-9-15,-1 0 25 0,-5 2-4 0,0 0 12 16,-5 1 6-16,-1 0 0 0,-3 0-46 16,-4 1 74-16,-1 4-30 0,0 1 91 0,0 1-1 15,-5 4 49-15,1 5 126 0,1 3 58 16,1 2 11-16,1 3-41 0,-1 0-75 15,2 4-50-15,-3 4 0 0,2 8 41 16,-1 0 34 0,2 6 13-16,0 2 0 0,0 4 6 15,3 0-4-15,0 3 7 0,2 0-5 16,1-1-3-16,0-3-34 0,2-1-16 0,0-5-10 16,4-4-11-16,-1-2 8 0,1-5 0 15,-1-2-24-15,1-3-16 0,0-1-14 0,-1-4-1 16,-1 0-110-16,-1 0-7 0,4-2-63 15,-3-5-118-15,0-2-229 0,1-3-613 16,-5 4-787-16,0-8 1826 0</inkml:trace>
  <inkml:trace contextRef="#ctx0" brushRef="#br1" timeOffset="54572.06">16357 7599 909 0,'0'0'1867'15,"0"0"-1482"-15,0 0-197 0,0 0-32 0,0 0 91 16,27 78 4-16,-23-63-56 0,-4-1-120 15,3-1-57-15,-3-1-18 0,2-4-18 16,-1-1-48-16,-1-2-110 0,0-1-94 16,2-4-94-16,1 0-216 0,1-5-583 0,-3-2-381 0,6-12 1514 0</inkml:trace>
  <inkml:trace contextRef="#ctx0" brushRef="#br1" timeOffset="54927.28">16594 7252 2683 0,'0'0'341'0,"0"0"-168"15,0 0 12-15,8 97 160 0,-7-64 8 0,-1 2-113 16,0-2-60-16,0 0-81 0,0-2-44 16,-4-4-15-16,-1-2-39 0,2-6-1 15,3-5-2-15,0-6 0 0,0-4 2 16,0 1 1-16,3-3-1 0,3-2-1 15,6 0-63-15,4 0 42 0,0 0-21 0,4 0 3 0,1 0 6 16,0 0 9-16,-1 4 0 0,0 2 13 16,-1 0-4-16,-2 1 14 0,-3 1 1 15,-2-1-14-15,-4 3 2 0,0-2-9 16,-5 2 7-16,-3 0 15 0,0-1 0 16,-2 1 15-16,-7 2-11 0,-2-1 17 0,-8-1 1 15,-1 0-6-15,-3-1-16 0,-5 0-2 16,0-4-32-16,-6-2-21 0,0 1-70 0,-6-4-139 15,-4 0-267-15,-5 0-601 0,12 0-663 16,-29-11 1781-16</inkml:trace>
  <inkml:trace contextRef="#ctx0" brushRef="#br1" timeOffset="55224.788">15524 7392 267 0,'0'0'265'15,"0"0"-24"-15,0 0 1303 0,-19 86-1018 0,13-53-138 16,5 3-76-16,-1 0-62 0,2 3 14 0,0-1-89 15,0 1-51-15,3-2-71 0,0 1-22 16,3-2-29 0,-1 1-2-16,3-6-6 0,-1-2-19 15,4-4-12-15,1-1-25 0,4-1-91 16,7-5-32-16,7-2-117 0,8-3-111 16,6-7-1222-16,-9-3 350 0,24-6 1142 0</inkml:trace>
  <inkml:trace contextRef="#ctx0" brushRef="#br1" timeOffset="55460.31">17132 7485 33 0,'0'0'1809'15,"0"0"-1284"-15,0 0-141 0,0 0-31 0,0 0 1 0,76 81-81 16,-70-59-122-16,0 3-85 0,-3 3-32 15,-3-3-15-15,0 3-3 0,-7 0-16 0,-4 0-16 32,-6-3-78-32,0 1-86 0,-2-3-67 0,1-4-68 0,1-5-76 15,0-5-217-15,4-4-724 0,-1-5 1038 0</inkml:trace>
  <inkml:trace contextRef="#ctx0" brushRef="#br1" timeOffset="55646.768">17576 7611 290 0,'0'0'1797'0,"0"0"-784"0,0 0-805 0,0 0 100 16,0 0 82-16,85 14-130 0,-65-13-92 16,3-1-91-16,1 0-77 0,5 0-87 15,-2 0-90-15,1 0-106 0,-3 0-317 16,-4 0-984-16,-8 0-126 0</inkml:trace>
  <inkml:trace contextRef="#ctx0" brushRef="#br1" timeOffset="55808.687">17604 7824 1716 0,'0'0'1496'0,"0"0"-1305"0,0 0-92 0,0 0 207 0,0 0 56 31,0 0-14-31,0 0-87 0,91 16-113 0,-63-16-103 15,2 0-45-15,-4 0-27 0,-1 0-102 0,-2 0-105 16,-4 0-29-16,-1 0-219 0,-5-2-766 16,-3 2-1203-1,2-5 2343-15</inkml:trace>
  <inkml:trace contextRef="#ctx0" brushRef="#br1" timeOffset="56395.357">18426 7403 493 0,'0'0'33'0,"0"0"-33"0,0 0 414 0,0 0 390 15,0 0-349-15,0 0-226 0,0 0 88 0,0 0 20 16,0 0-21-16,-34 69-28 0,28-41-33 16,0 4-66-16,-1 4-24 0,1 2-34 15,2 0-29-15,1 0-25 0,1 0-28 16,2-4-49-16,3-2-1 0,6-4-20 0,2-4 8 16,3-3-17-16,0-2-69 0,2-4-56 15,1-4-69 1,0-2-135-16,3-1-309 0,0-3-656 15,-6-1-284-15,4-4 1536 0</inkml:trace>
  <inkml:trace contextRef="#ctx0" brushRef="#br1" timeOffset="57011.289">18761 7436 776 0,'0'0'163'15,"0"0"1241"-15,0 0-878 0,0 0-190 0,0 0-77 16,0 0-19-16,0 0-32 0,0 0-9 16,45 88-50-16,-36-62-49 0,-3 4-42 15,-2 1 11-15,1 0-17 0,-4-1-33 16,-1 1-1-16,3-5-18 0,-3-2-10 16,0-3-15-16,1-2-18 0,1-6-109 0,-1 0-28 0,1-1-94 15,-1-2-171-15,1-2-321 0,-2-3-783 16,0 0 767-16</inkml:trace>
  <inkml:trace contextRef="#ctx0" brushRef="#br1" timeOffset="57256.159">19155 7757 293 0,'0'0'2389'0,"0"0"-1977"0,0 0-278 0,0 0-70 15,0 0 34-15,0 81 36 0,-6-62 2 32,-1 2-66-32,0-2-70 0,3-3-28 15,0 1-143-15,2-4-51 0,2-4-114 16,0-4-328-16,0-2-881 0,6-7 1353 0</inkml:trace>
  <inkml:trace contextRef="#ctx0" brushRef="#br1" timeOffset="57685.26">19473 7310 2369 0,'0'0'510'0,"0"0"-190"0,0 0 33 0,9 68 10 0,-7-43-15 16,-2 4-97-16,0 0-90 0,0 2-63 0,-6 3-33 15,-2-3-16-15,0 2-30 0,-3-1-19 16,-1-5-21-16,4-2 9 16,0-5-7-16,5-7 7 0,-1-7 10 0,4-1 0 15,0-4-14-15,4-1-54 0,4 0 34 16,3 0 35-16,6 0-10 0,5-3-39 15,1 0-21-15,2 3-6 0,-1 0-3 16,-1 0 5-16,-2 0 4 16,-3 7 18-16,-2 1 9 0,0 0 22 15,-6 2 22-15,1 0 11 0,-6-1 29 16,-1 1 10-16,-2 0 3 0,-2-2 18 16,0 2-5-16,-2-3-17 0,-5 0 0 15,-2 0-24-15,-4 1-3 0,-4-2-7 16,-2 1-15-16,-2-3-10 0,-4 0-21 15,2-2-3-15,1-2-15 0,-1 0-32 16,1 0-6-16,3-3-31 0,0-6-64 16,0-2-161-16,6-4-246 0,-1-3-583 0,5 4-304 0,-1-15 1215 0</inkml:trace>
  <inkml:trace contextRef="#ctx0" brushRef="#br1" timeOffset="57913.062">20073 7451 398 0,'0'0'385'0,"0"0"1453"0,0 0-1603 15,16 73-74-15,-16-45 31 0,2 1 50 16,-2 1-36-16,0 2-42 0,0-1-63 0,-3 1-76 16,-3-2-25-16,-1-3 0 0,-2 1-19 15,-2-5-6 1,0-1-57-16,-1-1-69 0,0-4-71 0,0-3-107 15,-3 1-263-15,2-4-642 0,1-1 64 16,-8 0 1157-16</inkml:trace>
  <inkml:trace contextRef="#ctx0" brushRef="#br1" timeOffset="60270.009">20464 7743 10 0,'0'0'163'0,"0"0"871"0,0 0 198 0,0 0-726 16,0 0-176-16,0 0-165 0,0 0-88 16,0 0-65-16,0 0-12 0,0 0-38 0,6-4-76 15,-4 4-170-15,1 0-134 16,3 2-301-16,-1 0-541 0,3 4 777 0</inkml:trace>
  <inkml:trace contextRef="#ctx0" brushRef="#br1" timeOffset="60863.25">21053 7483 108 0,'0'0'326'16,"0"0"1208"0,0 0-1070-16,0 0-200 0,0 0-64 15,0 0-24-15,0 0 22 0,0 0-42 16,0 0-29-16,-29 64-41 0,23-44-7 0,1 1-3 15,2 1 15-15,0 2 16 16,3 2-12-16,0 2-30 0,0 0-9 0,3 0 0 16,5 2-53-16,1-5 16 0,0-2-19 15,1-4 0-15,4-1-1 0,0-1-30 16,3-5-103-16,-1-1-118 0,2-3-95 16,-2-1-180-16,3-2-699 0,-7 0-274 15,6-5 1282-15</inkml:trace>
  <inkml:trace contextRef="#ctx0" brushRef="#br1" timeOffset="61740.815">21598 7590 688 0,'0'0'46'0,"0"0"-37"0,0 0 1396 0,0 0-830 16,0 0-276-16,0 0-94 0,0 0-17 16,0 0-26-16,0 0-7 0,0 0-14 15,-79 28-12-15,67-3-37 0,1 4 11 16,3 2 21-16,-1-2-24 0,4 0-42 0,2-4-14 15,3-7-13-15,0-4-1 0,0-4-8 16,0-2 3-16,6-3-25 0,3-5-10 16,1 0-8-16,1 0-22 0,5-3-16 15,0-7-24-15,3-2-54 0,1-5-12 16,0-3-33-16,0-3-42 0,-1-1 10 16,-3 2-57-16,0 0 67 0,-3 0-14 15,-5 5 80-15,1-1 135 0,-5 5 9 0,-2 2 126 16,-1 7 48-16,-1 1-23 0,0 2-61 15,0 1-32-15,0 4-35 0,0 7-7 16,0 6 96-16,0 5 15 0,0 3-19 0,2 3 6 16,-1 0 2-16,0-1-33 0,2-3-5 0,0-5-43 31,2-5-32-31,-2-1-12 0,4-4-19 16,-2-2-87-16,4-4-107 0,0-1-96 15,1-2-111-15,-2 0-371 0,0-2-824 16,-1-7 1272-16</inkml:trace>
  <inkml:trace contextRef="#ctx0" brushRef="#br1" timeOffset="61957.319">21944 7703 433 0,'0'0'251'16,"0"0"-46"-16,0 0 563 0,0 0-225 0,0 0-100 15,0 0-42-15,0 0-27 0,29 75-60 16,-25-56-63-16,-3 1-109 0,-1-2-73 15,0 0-35-15,0-2-34 0,0 0-1 0,0-2-30 16,0-2 0-16,-3-2-99 0,3-2-99 16,0-5-157-16,0 0-219 0,0-3-786 15,0 0-33-15,0-7 1424 0</inkml:trace>
  <inkml:trace contextRef="#ctx0" brushRef="#br1" timeOffset="62210.318">22250 7422 300 0,'0'0'137'0,"0"0"29"0,0 0 1327 15,23 73-921-15,-17-40-77 0,2-1-66 16,-2 3-41-16,0 1-115 0,-1-1-65 15,-2-4-63-15,-1 0-87 0,-2-3-58 16,0-3-16-16,0-5-30 0,-3-4-87 16,1-5-25-1,2-3-41-15,0-6-85 0,0-2-254 0,6-3-563 16,3-4-688-16,2-11 1672 0</inkml:trace>
  <inkml:trace contextRef="#ctx0" brushRef="#br1" timeOffset="62455.327">22662 7475 95 0,'0'0'2259'0,"0"0"-1830"0,0 0-92 0,0 0 93 16,57 65 5-16,-44-44-109 0,2 0-125 0,-2 1-83 16,-2 2-54-16,1 1-18 15,-4-1 13-15,-2 2-19 0,-4-2-25 0,-1 2-15 16,-1-1-9-16,-3 1 7 0,-7 1-26 15,-7 1 13-15,-4 1-28 0,-6 1-28 16,-5 1-34-16,-2-1-52 0,-6 1-80 0,1 0-130 16,-2-2-143-16,-2 0-228 15,12-10-790-15,-25 8 704 0</inkml:trace>
  <inkml:trace contextRef="#ctx0" brushRef="#br1" timeOffset="63258.047">24041 7734 1167 0,'0'0'560'0,"0"0"27"0,0 0-244 15,8 73-70-15,-8-49-33 0,0-2 15 0,0-3-7 16,-1-3-119-16,0-5-69 0,-1-3-60 16,1-4-22-16,1-4-16 0,0 0-123 0,0-4-128 15,3-4-91-15,-1-8-427 0,0 4-1031 16,-2-14 1757-16</inkml:trace>
  <inkml:trace contextRef="#ctx0" brushRef="#br1" timeOffset="63419.868">23990 7461 192 0,'0'0'1536'15,"0"0"-531"-15,0 0-617 0,0 0-136 0,0 0-74 16,0 0-94-16,0 0-84 0,88 13-76 0,-69-9-179 15,1 0-180-15,0 0-682 0,-5 0-431 32,1-1 1344-32</inkml:trace>
  <inkml:trace contextRef="#ctx0" brushRef="#br1" timeOffset="63843.212">24302 7722 65 0,'0'0'1566'16,"0"0"-1299"-16,0 0-160 0,0 0 16 16,0 0 162-16,53 68 44 0,-38-58-52 15,2 0-95-15,2-4-60 0,1-5-40 16,1-1 10-16,2 0 32 0,2-11-32 0,1-2-61 0,0-3-31 16,0-5-110-16,-2-1-81 0,-4 1-76 0,0-1-19 15,-2 1-68-15,-5 0-47 0,-2 3 24 16,-2 3 159-16,-6-1 218 0,-2 1 176 0,-1 1 51 15,0 0-29-15,-4 2 42 16,-5 0-8-16,2 5 7 16,-2 0-50-16,-2 4-48 15,1 3-23-15,-3 0-51 0,-3 10-29 0,-1 5 19 16,-3 7 29-16,-2 3 15 0,2 6 19 16,0 3 19-16,0-1 19 0,5 3-24 15,1-2-16-15,3-2-19 0,6-2 7 16,2-3 2-16,3-5 18 0,0-1-34 15,4-7-22-15,3-2-24 0,5-1-21 16,-1-2 2-16,5-1-2 0,2-5-25 0,2 1-33 0,2-4-52 16,0 0-23-16,4-5-55 0,0-3-50 15,3 0-63-15,0-2-146 0,1-4-565 16,-9 4-822-16,7-6 863 0</inkml:trace>
  <inkml:trace contextRef="#ctx0" brushRef="#br1" timeOffset="64294.298">25040 7883 3041 0,'0'0'1247'0,"0"0"-1039"0,0 0-137 0,0 0 40 16,0 0-3-16,0 0-13 0,0 0-71 15,0 0-24-15,0 0-196 16,0 0-175-16,0 0-313 0,70-1-1113 0</inkml:trace>
  <inkml:trace contextRef="#ctx0" brushRef="#br1" timeOffset="64626.132">24311 7949 931 0,'0'0'2331'0,"0"0"-1887"0,0 0-311 0,0 0-133 15,0 0 28-15,0 0 26 0,0 0 18 16,0 0-69-16,0 0-3 0,0 0-170 16,0 0-83-16,12 0-29 0,-7 4-202 15,-2-1-889-15,-3-1 68 0</inkml:trace>
  <inkml:trace contextRef="#ctx0" brushRef="#br1" timeOffset="65357.302">25654 7706 1672 0,'0'0'1212'16,"0"0"-780"-16,0 0-209 0,0 0-46 15,0 0 84-15,0 0-85 0,79 1-67 16,-55-9-25-16,4-6-35 0,2-1-49 15,2-6-44-15,1 1-33 0,-3-2-11 16,-2 1-11-16,-6 2 0 0,-4 1-1 16,-7 2-4-16,-2 4 0 0,-5 0 50 15,-4 2 54-15,0 2 0 0,-3 0 31 0,-7 3 38 16,-1-1-37-16,-7 1-31 0,3 4 1 16,-1 1-2-16,-3 0-2 0,2 8 2 15,-2 4 0-15,2 11 13 0,-3 1 43 16,2 9 26-16,5 1 15 0,-2 2 4 0,4 2-10 15,6-5-13-15,-1-4-1 0,6-7 4 16,0-5 3-16,4-6-4 0,6-4-15 0,4-3-28 16,5-4-37-16,3-4-4 0,2-7-54 15,5-4-59-15,1-9-63 0,2-4-91 16,1-3-148-16,1-4-260 0,-4-3-581 0,-1-1-235 31,-9 11 1378-31</inkml:trace>
  <inkml:trace contextRef="#ctx0" brushRef="#br1" timeOffset="65583.265">26289 7017 398 0,'0'0'235'16,"0"0"250"-16,0 0 695 0,15 82-661 16,-10-45-89-16,-2 6-90 0,3 6 20 0,-3-1-75 15,0 3-43-15,-1-3-41 0,-2-4-75 16,0-2-65-16,0-1-21 0,0-5-38 15,-4-3-2-15,0-4-18 0,0-3-4 16,2-5 7-16,2-7-50 16,0-3-45-16,3-3-48 0,6-6-18 0,-2-2 14 0,2 0-52 15,3-4-135-15,1-8-164 0,-1-4-276 16,1-3-546-16,-4 4 725 0,-1-13 242 0</inkml:trace>
  <inkml:trace contextRef="#ctx0" brushRef="#br1" timeOffset="66125.091">26630 7214 424 0,'0'0'1011'0,"0"0"-617"0,0 0-41 0,0 0 61 0,0 0 30 16,0 0-73-16,11 93-124 0,-10-53-48 15,-1 5 9-15,0 1-21 0,-1 1-13 16,-1-4-47-16,1-3-63 0,1-6-33 16,0-5-21-16,7-6-7 0,4-5 7 15,1-6 2-15,1-5-12 0,4-5-43 0,-1-2-47 16,1-4-43-16,1-7-56 0,-4-6-71 0,-4-1-150 31,-3-3-274-31,-7-1-531 0,0 2-131 0,-7 3 1300 16,-4-6-175-16</inkml:trace>
  <inkml:trace contextRef="#ctx0" brushRef="#br1" timeOffset="66262.251">26622 7384 401 0,'0'0'108'16,"0"0"-79"-16,0 0 62 0,0 0 1228 15,0 0-798-15,0 0-131 0,0 0-98 0,0 0-18 0,0 0-96 16,0 0-29-16,0 0-39 0,-9-17-22 16,31 20-88-16,2-3-133 0,0 0-171 15,4-7-197-15,-2 0-607 0,-3 0-536 16,8-3 1627-16</inkml:trace>
  <inkml:trace contextRef="#ctx0" brushRef="#br1" timeOffset="66515.418">27079 7332 2412 0,'0'0'465'0,"0"0"-183"0,0 0 52 0,0 0 14 0,-78 69-40 16,59-51-65-1,5-1-89-15,2-3-92 0,7-3-40 0,2 0-22 0,3-2 3 16,0 1 34-16,8 1-13 15,5 1 1-15,0 0-23 0,4 0 0 16,-1 2-2-16,3 0 0 0,-3 1-2 16,1-2 1-16,-1 0-2 0,-2 2-9 0,-2-2 12 15,-1-1-2-15,-5-1-23 16,-4-1 3-16,-2 1 11 0,0-1 11 0,-8 0 3 16,-4-1-3-16,-1-2 0 0,-5-2-10 0,2-3-73 15,1-2-85-15,3 0-118 0,2 0-301 0,1-9-1050 16</inkml:trace>
  <inkml:trace contextRef="#ctx0" brushRef="#br1" timeOffset="66744.463">27377 7389 1155 0,'0'0'2095'15,"0"0"-1796"-15,0 0-245 0,0 0 104 16,0 0 210-16,22 68 2 0,-19-47-53 16,2-2-142-16,1 0-108 0,0-2-49 15,1 2 7-15,-3-4-19 0,-1-2-6 16,0-5-24-16,-1-2-22 16,-1-1-107-16,1-5-62 0,-2 0-26 0,0 0-70 15,-2-5-346-15,-4-4-834 0,-1 2-474 16</inkml:trace>
  <inkml:trace contextRef="#ctx0" brushRef="#br1" timeOffset="66901.072">27477 7228 1755 0,'0'0'775'0,"0"0"197"0,0 0-754 0,0 0-133 0,0 0-22 0,0 0-13 15,0 0-50-15,0 0-35 0,0 0-183 16,0 0-147-16,73 3-167 15,-59-1-598-15,-3 0-155 0,7 3 946 0</inkml:trace>
  <inkml:trace contextRef="#ctx0" brushRef="#br1" timeOffset="67153.315">27668 7363 143 0,'0'0'548'0,"0"0"1573"0,0 0-1794 0,-5 76-122 0,0-54 27 16,2-2 124-16,0-1-2 0,3-3-66 16,0-4-134-16,0-2-99 0,3-1-36 15,5-3-7-15,1-2-12 0,2-2-1 16,-1-1-30-16,4-1-18 0,1-1-28 15,2-4-18-15,0-4-1 16,3 0 0-16,0-1-10 0,-4 0 3 16,1 0 29-16,-5 3 35 0,-2 3 26 0,-3 1 13 15,-1 3 77-15,-1 0 16 0,-3 1-18 16,1 5-22-16,0 4-7 16,-3 2 1-16,0-1-29 0,2 4 1 15,-2-3-16-15,0 4-3 0,1-3-1 16,1-1-11-16,-1-1-54 0,1 2-139 15,2-5-115-15,-4 1-445 0,0-3-1060 0</inkml:trace>
  <inkml:trace contextRef="#ctx0" brushRef="#br1" timeOffset="68004.301">28443 7059 196 0,'0'0'2126'15,"0"0"-1604"-15,0 0-124 0,0 0 18 0,0 0-61 0,25 88-82 16,-23-57-77-16,-2 5-58 0,0 0-42 15,-2 0-32-15,-1 0-18 0,0-2-9 16,-2-2-18-16,-1-3-19 0,-2-3-2 0,-1 0-14 16,0-4 14-16,2-4-19 0,-3-3 2 15,4-4 16-15,0-2-46 0,2-4-62 16,-1-2-34 0,4-2-34-16,-1-1-36 0,2-1-84 0,0-6-113 15,0-5-157-15,3-4 40 0,5-2-39 16,3-6-106-16,2-1 26 0,-1-6 455 15,0-2 193-15,-1-2 46 0,0-3 153 16,-1 1-30-16,-1-1 60 0,0 3 497 16,-2-1-314-16,1 5-94 0,0 4-92 0,-3 2 3 15,1 6 31-15,-1 7 2 0,2 1-17 0,-5 8-36 16,1 2-55-16,2 1-44 0,1 3-12 16,-1 6 86-16,5 4-39 0,1 8-39 15,-1 2-35-15,1 6-7 0,-1 6-11 0,2-2 2 16,1 1-18-16,0 2-22 15,1-3 0-15,1 1 1 0,0-3-13 0,0-2-1 16,0-3-2 0,0-2 0-16,-1-1-3 0,-1-5-10 0,2-1 1 0,-5-4-12 15,-1-3-44-15,-1-2-36 0,1-3-29 16,-5-3-19-16,-2 1 9 0,-2-3-6 16,0 0-78-16,-6 0-153 0,-6 0-95 15,-4-3-112-15,-2-3-146 0,-3-2 37 16,-5 1 177-16,2-3 435 0,-3-2 51 15,-1-1 33-15,0 0 206 0,0-2 22 16,2 2 911-16,2-1-714 0,1 0-128 16,6 3-162-16,2 3-74 0,6 1 26 15,4 3 83-15,5 1 108 0,0 2-63 16,9-3-56-16,8 2-49 0,8-3-76 16,6-2-2-16,6 0-32 0,3-2-28 0,2 2-64 15,0-1-170-15,-2-1-181 0,-1 1-656 0,-13-1-884 16</inkml:trace>
  <inkml:trace contextRef="#ctx0" brushRef="#br1" timeOffset="68737.325">29968 7292 443 0,'0'0'219'15,"0"0"1375"-15,0 0-1168 0,0 0-143 16,0 0 2-16,0 0 65 0,0 0-32 16,0 0-41-16,0 0-81 0,0 0-57 0,0 0-56 15,-78-17-15-15,57 41 0 0,-4 7 21 0,2 4 64 0,4 0-7 16,2-3-36-16,7-4-58 0,4-5-37 0,2-6-12 31,4-4 15-31,0-4-5 0,6-3-13 0,4-5-34 0,2-1-8 0,5 0 14 31,4-5-12-31,1-9-54 0,7-3-44 16,1-2 4-16,2-5-14 0,-2-1-34 0,0 0-35 16,-4 0-36-16,-1-1 17 0,-5 4 18 15,-4-1 78-15,-4 5 72 0,-3 3 68 0,-3 5 117 16,-1 5 64-16,-4 2-2 0,1 3-28 15,-2 4-22-15,2 3 9 0,0 8-11 16,-1 1-3-16,1 5-19 0,-1-1-7 16,-1 1 0-16,0-3-3 0,0-2-51 15,0-6-44-15,0-3-33 0,4-2-99 0,1-3-34 16,0-2-32-16,3-2-44 0,4-5-293 16,-1-5-947-16,-3 0-612 0</inkml:trace>
  <inkml:trace contextRef="#ctx0" brushRef="#br1" timeOffset="69031.866">30326 7191 1630 0,'0'0'1156'0,"0"0"-611"0,0 0-205 0,-7 67-19 16,2-43 82-16,1 1-58 0,1-4-78 16,2-5-90-16,-1-3-110 0,2-3-64 0,0-3-3 15,0-3-3-15,5-2-97 0,2-2-22 16,3 0 5-16,3-3 4 0,2-7-25 15,1 0-8-15,4-5-8 0,-3 3 20 16,0-1 37-16,-1 2 57 0,-4 2 37 16,0 3 3-16,-5 1 68 0,0 5 35 15,-2 0 0-15,-2 0 27 0,0 6 21 16,0 2-28-16,-2 3-49 0,0 6-31 0,2-3-19 16,2 4-12-16,3-3 7 0,1-1-8 15,3 0-11 1,5-4-28-16,0-4-106 0,5-3-57 0,4-3 8 0,2 0-84 15,3-5-469-15,-10-1-1150 0,11-9 363 0</inkml:trace>
  <inkml:trace contextRef="#ctx0" brushRef="#br1" timeOffset="69443.301">30911 7192 284 0,'0'0'3029'15,"0"0"-2459"-15,0 0-359 0,-93 77 26 16,65-44 143-16,6 0-61 0,6-3-88 0,3-4-118 16,8-4-83-16,5-6-30 15,0-3-1-15,5-5-17 0,10-2-12 0,1-5-4 0,7-1-30 0,4-6-42 16,2-9-32-16,4-4-36 0,0-7-57 0,0-2-88 16,-1-5-161-16,-2 0-68 0,1-3 3 15,-1-1-67-15,-1-2-151 16,-4-4-302-16,-3 0 957 0,-2-3 73 15,-3-1-21-15,-2 2 20 0,-5 3 36 0,0 7 385 16,-3 3-228 0,-4 7-20-16,0 8 543 0,-3 8 528 0,0 6-735 15,0 3-218-15,0 2-121 0,-8 9-10 16,-1 6 109-16,-3 5 32 0,2 7-91 16,-2 6 19-16,1 1 26 0,3 6-44 15,-1 2-19-15,3 2 12 0,2 0-43 16,3-2-49-16,1-2-40 0,0-3-36 15,0-4-2-15,0 1 0 0,0-3-16 0,0-5-61 0,0-2-95 16,0-5-46 0,0 0-59-16,0-7-121 0,0-2-400 15,0 0-949-15</inkml:trace>
  <inkml:trace contextRef="#ctx0" brushRef="#br1" timeOffset="69850.262">31789 6897 877 0,'0'0'362'0,"0"0"316"0,0 0-182 15,0 0 7-15,74 81-84 0,-63-44-16 0,-6 7-78 16,-3 2-51-16,-2 2-51 0,0-4-112 15,-6 3-62-15,-1-5-25 0,1-4-24 16,-3-2-3 0,5-8-27-16,0-8-84 0,2-4-28 15,2-8-57-15,0-4-71 0,0-2-209 16,2-2-295-16,1-2-557 0,0-3 36 16,2-13 1193-16</inkml:trace>
  <inkml:trace contextRef="#ctx0" brushRef="#br1" timeOffset="70208.807">31986 7041 303 0,'0'0'199'0,"0"0"-52"16,34-75-82-16,-23 58 147 0,0 2 527 16,2 7-168-16,-3 5-202 0,2 3-60 15,-1 2-14-15,-1 4-56 0,2 3-49 16,-2 3-29-16,-3 3-32 0,1-1-19 0,-4 2 0 16,-4 0-32-16,0 1-13 0,0 2-12 15,-7-3-19 1,-2 3-6-16,2-3-12 0,-2-1-15 15,0-1-1-15,4-2-1 0,0-3-1 0,2 0 2 16,3-1 0-16,0 3 0 0,8-1 0 16,2 5-3-16,4 1-18 15,4 3 20-15,2 1 1 0,3 1 21 16,-3-1 4-16,1-2-23 0,1 0 0 16,-4 0 17-16,-1-4-19 0,-4 1-1 0,-1 0-21 0,-6-1 19 0,-1-1 3 15,-5-1-1-15,0 3 2 0,-2 0 23 16,-8-3 4-16,-6 1 0 0,0 2 33 15,-5 0 69-15,-4-3-47 0,0 2-19 16,-6-4 22-16,0-4 12 0,-3 0-71 16,-2-3-27-16,-3 0-147 0,-1-3-92 15,-3 0-39-15,-1-1-269 0,-2-5-727 0,10 1-1169 0,-20-6 2313 16</inkml:trace>
  <inkml:trace contextRef="#ctx0" brushRef="#br1" timeOffset="70919.385">27700 8046 435 0,'0'0'378'0,"0"0"710"16,0 0-330-16,0 0-257 0,0 0-164 15,0 0-65-15,0 0-55 0,0 0-28 16,0 0-46-16,0 0-31 0,0 0 18 16,-54 97 12-16,48-57-29 0,1 2-2 15,5-4-10-15,0-2-25 0,0-6-43 16,2-8-30-16,5-5-3 0,1-7-39 0,6-4-34 15,3-2-13-15,4-4-43 0,2-4-46 0,6-8-134 0,0-7-306 32,-2-2-587-32,1-7-679 0,-8 9 1461 0</inkml:trace>
  <inkml:trace contextRef="#ctx0" brushRef="#br1" timeOffset="71217.663">27984 8141 235 0,'0'0'766'0,"0"0"829"0,0 0-1052 16,-16 66-144-16,9-41-55 0,2 0 23 15,4-3-54-15,1-4-88 0,0-7-90 16,4-1-53-16,7-6-24 0,1 0-21 16,4-4-27-16,1 0-10 0,2-6-43 15,4-6-15-15,2-3-40 0,-2-3-12 0,-3 0-22 0,-1-1 2 16,-5-1 25-16,-4-1-4 0,-3 3 38 16,-4 3 32-16,-3 1 39 0,0 0 38 15,-5 3 15-15,-3 3-4 0,-4-2-18 16,1 4 4-16,-3 4-17 0,1 2-18 15,-1 0-25-15,1 6-3 0,-1 7 28 16,3 1 10-16,2 1 27 0,1 2-25 0,2-2-12 16,2 0-31-16,2-2-133 0,0 1-46 15,2 2-285 1,-2-4-481-16,1 1-653 0,-4-1 967 0</inkml:trace>
  <inkml:trace contextRef="#ctx0" brushRef="#br1" timeOffset="71859.569">28316 8061 785 0,'0'0'55'32,"0"0"1479"-32,0 0-1014 0,0 0-168 0,0 0-37 0,0 0 35 0,0 0-39 15,0 0-35-15,0 0-60 0,53 86-60 16,-49-54-21-16,-4 5-13 0,0 0-24 16,0-3-22-16,-3-3-52 0,0-6-24 15,0-5-15-15,3-1-3 16,0-8 15-16,0-5-12 0,0-4-46 15,0-2-67-15,3 0-25 0,2-1 30 16,4-5 43-16,3-2 6 0,1-6-18 16,4-1 12-16,-1-3-1 0,2 1 22 15,-1-4 9-15,-3 4 19 0,-1-1 31 16,2 2 16-16,-5 4 24 0,-3 0-3 0,0 4 16 16,-4 3 6-16,-2 3-6 0,-1 2 2 0,0 5-2 15,0 5 33-15,0 7-6 0,-1 1-4 16,-3 1-5-16,-2-2-13 0,3-3-12 15,-1-3-31-15,2-4-12 0,2-4-2 16,0-1-1-16,0-2 2 0,0 0-2 16,6 0-21-16,5-5-13 0,3-2-15 15,4-7 6 1,1 2 19-16,3-4-10 0,-2 2-21 0,-1-2 9 16,1 4 21-16,-6 3 22 0,1 1 3 15,-4 6 22-15,-2 2 27 0,-1 0 22 0,0 10 11 16,-1 3-5-16,0 1-50 0,-3 4-15 15,-1 2-11-15,-1 1 18 0,1-1 14 16,-3 1-5-16,0-3-16 0,0-1-12 16,0-3-1-16,0-1-20 0,-3-5-34 0,0-2-68 15,0-2-36-15,1-2-47 0,-1-2-42 0,-2 0-268 16,1-3-585-16,1-1-919 0,1-10 1857 16</inkml:trace>
  <inkml:trace contextRef="#ctx0" brushRef="#br1" timeOffset="72360.47">28854 8172 1083 0,'0'0'1798'0,"0"0"-1277"0,0 0-274 0,0 0-89 15,0 0 101-15,0 0 65 0,0 0-68 16,0 0-56-16,16 85-47 0,-10-61-13 16,-3-1-21-16,0-1-18 0,0-2-38 15,-1-3-44-15,0-5-19 0,-1-3-1 16,-1 0-11-16,3-8-1 0,-3 1-20 15,3-2-25-15,-1 0-45 0,2-2-31 16,4-5 14-16,3-4 7 0,4-2-19 0,1-4 15 16,1-1-3-16,0 0-20 0,0 0 13 15,-3-2 42-15,0-1 70 0,0 3 15 0,-6 3 34 16,1 0 35-16,-3 7 18 0,-4 4 12 16,1 4-9-16,-3 2-13 0,0 6 0 0,0 5 6 15,0 3-12-15,0 3-3 0,0 0-4 16,-3-2-9-16,1 1-3 0,-1-3-6 15,0-4-28-15,3-5-6 0,0 0-12 32,0-5 0-32,0-1 2 0,0 0 11 0,6 0-13 0,-1-1-1 0,6-6-23 15,4-1 3-15,-2-2-22 16,5-3-15-16,-4 2 0 0,2 0 18 16,-3 2 25-16,0 3-10 0,-5 2-3 15,1 4 19-15,0 0 9 0,-7 6 40 16,1 6 15-16,0 4 0 0,-3 3-12 15,0 0-6-15,0 4 3 0,0-4-13 16,-3 1 7-16,0-3-4 0,2-4-6 0,0-2-24 16,1-1-10-16,0-6 7 0,0-1-36 0,0-2-65 15,0-1-31-15,1 0-15 0,0 0-16 16,2-1-91-16,0-3-254 0,2 1-582 16,-1-1-786-16,2-1 1550 0</inkml:trace>
  <inkml:trace contextRef="#ctx0" brushRef="#br1" timeOffset="72892.398">29333 8266 889 0,'0'0'2454'15,"0"0"-1970"-15,0 0-336 16,0 0-28-16,0 0 126 0,0 0-17 0,0 0-17 15,0 0-34-15,-1 68-65 0,-1-46-33 16,1-2-25-16,1-2-7 0,0-2-26 16,3-4-7-16,2-2-13 0,2-4 15 15,3-1-17 1,2-5-36-16,4 0-25 0,2-3-22 0,4-6-24 16,1-5-36-16,2-3-26 0,1-1 18 15,-5-1 5-15,2 0 13 0,-4 1 21 16,-4 2 31-16,-3 0 36 0,-1 3 45 15,-7 4 42-15,-3 3 36 0,1 2 46 16,-2 4-15-16,0 0-25 0,-3 6-26 16,-3 6 4-16,-3 4-10 0,0 3 16 0,-2 0 6 0,1 1 3 15,0-2-32-15,4-3-32 16,3-5-13-16,3-3-19 0,0-6-5 0,0-1-77 16,9-1 15-16,4-9-4 0,3-3-70 15,6-6-133-15,0-5-397 0,4-4-804 0,-10 6-297 16,10-15 1624-16</inkml:trace>
  <inkml:trace contextRef="#ctx0" brushRef="#br1" timeOffset="73243.619">29856 7881 1861 0,'0'0'509'16,"0"0"-189"-16,0 0 123 0,0 0 82 15,-23 85-56-15,21-52-74 0,1 0-91 0,1 5-80 16,0 2-84-16,0-3-33 0,0 1-62 15,-2-2-45-15,-2-3-3 0,1-6-15 16,-1-2-12-16,3-6-19 0,-1-5-3 16,2-3 7-16,0-5-19 0,0-4-28 15,0 2-46-15,0-4-28 0,0 0 12 0,0 0-13 16,-1-2-110-16,-4-5-184 0,-3 0-147 16,-4-1-46-16,1-2 31 0,-4-2 197 0,2 0 159 15,0 0 267-15,0-2 237 0,0-2 242 31,2 3 24-31,1-4-93 0,2 6-63 0,4 1 8 16,3 5 16-16,1 0-50 16,0 3-97-16,3 2-53 0,5 0 2 0,7 0-29 15,5 0-54-15,4 0-23 0,2 1-37 0,3-1-17 16,0 0-13-16,-3-3-2 0,1-1-66 16,-1-4-85-16,-3-1-60 0,0 1-62 15,-2-1-165-15,-3-1-529 0,-5 4-794 16,2-4 1117-16</inkml:trace>
  <inkml:trace contextRef="#ctx0" brushRef="#br1" timeOffset="73547.087">30045 8231 1345 0,'0'0'1494'0,"0"0"-839"0,0 0-342 0,-4 68-131 15,10-51 175-15,2-3-26 0,3-3-79 32,7-5-60-32,3-2-58 0,2-4-67 15,8-1-67-15,0-10-105 0,7-3-78 16,-5-3-35-16,1 0 6 0,-3-2-51 0,-7 0-78 15,-4 4-59-15,-4-1 12 0,-7 5 144 16,-5 1 244-16,-4 3 0 0,0 1 190 0,-3 1 11 16,-5 1 46-16,-7 1-29 0,-2 3-64 0,-3 0-59 0,-2 3-23 15,0 9 6-15,-1 4 15 0,2 3 25 16,1 5-13 0,-3 1-22-16,3 1-24 0,0 1 9 15,6-4 2-15,6 1-14 0,3-5-23 16,5 0 4-16,10-3-19 0,9-2-18 0,7 0-79 0,9-2-38 15,1-3-12 1,1-2-180-16,-7-4-632 0,18-1-1291 0</inkml:trace>
  <inkml:trace contextRef="#ctx0" brushRef="#br1" timeOffset="74279.826">30868 8225 670 0,'0'0'61'16,"0"0"-61"-16,0 0 1269 0,0 0-764 0,0 0-151 0,0 0-71 15,0 0-41-15,0 0-48 16,0 0-11-16,0 0-32 0,-13-1 1 0,11 15 4 16,-2 8 55-16,-1 3-38 0,1 3-25 15,0 1-4-15,1-2 12 0,2-3-49 16,-1-7-34-16,1-3-30 0,1-7-4 0,0-2-12 15,1-4 16-15,4-1-34 16,4 0-9-16,5 0-27 0,4-6-10 0,4-3-20 16,2-7-17-16,4-2-38 0,-1-2-14 15,0-4-12-15,-1 0 3 0,-2 0 49 0,-1 0-1 16,0 1 13-16,-6 0-13 0,-1 4 44 16,-3 7 15-1,-5 5 25-15,0 4 3 0,-3 3 0 16,-2 5 15-16,3 8 35 0,-1 6-7 0,-2 8 23 0,0-1-1 15,-3 3 27-15,0 1 10 0,0-6-1 0,0-1 3 32,0-8-6-32,2-4-24 0,-1-5-26 15,4-1-2-15,-1-4 21 0,3-1 3 0,3-1-6 16,3-9-31-16,6-2-33 0,1-6-19 0,3-3-36 16,-1-4-24-16,-2-3-18 0,2 0-31 15,-4 1-56-15,1-4-19 0,-2 1-100 16,-3 2-305-16,-3 4-567 0,-4 9-682 15,-1-2 1628-15</inkml:trace>
  <inkml:trace contextRef="#ctx0" brushRef="#br1" timeOffset="74462.898">31606 8135 1243 0,'0'0'1825'0,"0"0"-1220"0,0 0-224 16,-11 72-69-16,7-41 37 0,0 3-30 0,1-3-51 15,-1 0-104 1,2-5-101-16,2-4-63 0,0-3-12 0,0-3-22 16,0-8-63-16,0-1-58 0,0-3-59 15,0-4-80-15,0 0-207 0,0-5-790 16,2-14-1487-16</inkml:trace>
  <inkml:trace contextRef="#ctx0" brushRef="#br1" timeOffset="74613.972">31544 7991 85 0,'0'0'2681'0,"0"0"-2066"0,0 0-295 0,0 0-2 0,0 0-83 16,0 0-61-16,90-19-174 0,-54 19-3 16,2 0-184-16,-4 0-107 0,1 0-180 15,-3 0-488-15,-8 4-523 0,2 2 895 0</inkml:trace>
  <inkml:trace contextRef="#ctx0" brushRef="#br1" timeOffset="74765.837">31865 8199 1368 0,'0'0'1015'0,"0"0"-351"15,0 0-335-15,-2 79 54 16,13-58 150-16,0-4-35 0,6-3-104 16,5-3-114-16,4-6-122 0,8-5-94 15,4-2-64-15,4-8-72 0,2-8-68 16,0-5-85-16,-2-2-40 0,-2-3-178 15,-7-1-518-15,-11 8-679 0</inkml:trace>
  <inkml:trace contextRef="#ctx0" brushRef="#br1" timeOffset="74982.257">32200 7849 232 0,'0'0'332'16,"0"0"-97"-16,-37 87 1370 0,23-38-624 15,-8 13-400-15,-4 7-65 0,-4 1-110 16,-5 1-46-16,1-4-105 0,1-7-127 0,5-9-77 0,9-14-50 16,7-12-1-1,7-8-36-15,5-7-61 0,8-8-49 0,9-2 34 16,9-2-10-16,5-12-40 0,8-6-68 16,3-8-242-16,3-6-267 0,-3-6-232 0,0-2-244 15,-11 7 81-15,12-27 887 0</inkml:trace>
  <inkml:trace contextRef="#ctx0" brushRef="#br1" timeOffset="75282.762">32502 7853 960 0,'0'0'374'16,"0"0"428"-16,0 0-520 0,0 0-47 16,0 0 180-16,0 0 85 0,-4 85-65 15,-5-44-63-15,-1 2-57 0,-5 4-14 16,2-3-11-16,-2 0-90 0,3-4-76 16,-1-7-63-1,4-7-37-15,4-7-6 0,0-6-16 16,5-5-2-16,0-5-1 0,0-3-11 0,10 0-103 15,5 0 18-15,4 0 18 0,4-10-9 16,4 0-34-16,0-3 7 0,-2-2-5 16,-5 7 62-16,-6 3 43 0,-3 5 0 15,-6 0 15-15,-2 11 94 0,0 2 7 16,-3 5-31-16,0 1-27 0,0 4-22 0,-6 1-19 0,1 0 0 16,2-1-2-16,-2 1-2 0,2-5-16 15,2-1-3-15,1-3-132 0,0-2-43 16,1-4-118-16,7-1-134 0,-3-3-337 0,1-2-918 15,6-3 308-15</inkml:trace>
  <inkml:trace contextRef="#ctx0" brushRef="#br1" timeOffset="75937.144">30370 8899 1148 0,'0'0'1926'0,"0"0"-1451"0,0 0-266 15,0 0 27-15,0 0 105 0,0 0-66 0,93 50-69 16,-64-50-74-16,-1 0-120 0,3-3-12 0,0-6-55 0,1-3 6 16,-2 0-12-16,-1-1-16 0,-2 0-40 15,-4 0 3-15,-7-2 2 0,-1 1-6 16,-8 2 6-16,-3 1 24 0,-4-1 25 15,0 3 34-15,-4 3 1 0,-7-1 9 16,-3 4 17-16,-3 1 0 0,-2 2 2 16,-2 0 30-16,-1 3 42 15,3 7 16-15,-2 3 18 0,2 2 13 16,-1 4-11-16,1 1 0 0,0 5-21 16,2-1-1-16,3 3-12 0,-1 0-25 15,7-4 0-15,3 0-3 0,5-4-6 16,0-6-40-16,8-1 0 0,0-2-40 15,7-4 3-15,-1-4-15 0,3-2-28 0,4 0-34 16,2-11-40-16,0-1-85 0,2-2-131 16,-3-5-318-16,4-3-659 0,-9 5-75 0</inkml:trace>
  <inkml:trace contextRef="#ctx0" brushRef="#br1" timeOffset="76522.531">31097 8912 29 0,'0'0'2192'16,"0"0"-1485"-16,0 0-288 0,0 0-175 15,0 0-4 1,0 0-3-16,0 0-25 0,0 0-38 0,0 0-32 16,-79 19-31-16,62-1-31 0,-3 4-7 15,0 1 1-15,6 2-1 0,0-1-6 16,3-5-33-16,6-2-31 0,0-3-2 16,4-7 1-16,1-2-2 0,1-3-35 0,6-2-17 15,7 0 3-15,1 0 9 0,7-4-18 16,0-6-41-16,4-1-11 0,-2-3 17 15,0 0 13-15,-2-2 24 0,0 2-6 0,-2 2 31 16,-4 0 28-16,-3 3 3 0,-5 3 36 16,-2 5 11-16,-1 1 6 0,-4 0 33 0,1 5-12 15,0 5 6-15,-1 3 0 0,-1 0-6 16,0 5-19-16,0 1-16 0,0-3-20 16,0-1-19-16,3-4-1 0,2-3-27 0,2-3-122 15,5-1-59-15,3-4 8 0,8 0 14 16,2-9-224-1,5-4-333-15,5-1-587 0,-9 1-95 16,16-8 1237-16</inkml:trace>
  <inkml:trace contextRef="#ctx0" brushRef="#br1" timeOffset="76722.829">31654 8906 2703 0,'0'0'673'0,"0"0"-385"0,0 0-83 0,0 0 75 0,-87 82 34 16,64-54-37-16,2 0-80 0,4-3-87 15,5-1-43-15,4-7-49 0,4-3-17 16,4-3 0-16,0-5-2 0,3-2-25 16,9-4-41-16,1 0-25 0,7-5-24 15,6-7-26-15,-1-2-49 0,4-4-95 16,0-4-280-16,0 2-576 0,-8 4-614 0,12-10 1397 0</inkml:trace>
  <inkml:trace contextRef="#ctx0" brushRef="#br1" timeOffset="77054.589">31999 8584 1003 0,'0'0'1896'16,"0"0"-1219"-16,-19 67-447 0,14-36-148 0,-4 8 113 16,1 2 222-16,-1 0-14 0,-2-3-119 15,0 2-147-15,-1-3-76 0,-2-4-18 0,-2 0-23 16,2-4-20-16,-1-6-2 0,5-3-20 15,1-7-5-15,6-3-31 0,1-4-18 16,2-5-24-16,0-1-28 0,4 0-7 0,5-1 15 16,5-10 37-16,6 0-61 0,3-5-17 0,0 0-45 15,1-2-130-15,-4 5 55 0,-3 4 72 16,-6 5 161-16,-2 4 48 0,-3 1 143 16,-1 10-13-16,-5 3 38 0,0 2 30 15,0 5-9-15,0-2-65 0,-2 3-27 16,-2-3-14-16,1 0-2 15,3-2-10-15,0-1-37 0,7-4-19 16,1-4-15-16,3-2-40 0,4-6-118 16,1 0-68-16,6 0-170 0,1-5-637 15,-6 0-941-15,8-4 1322 0</inkml:trace>
  <inkml:trace contextRef="#ctx0" brushRef="#br1" timeOffset="77941.711">30824 9565 2837 0,'0'0'547'0,"0"0"-341"0,0 0-66 0,0 0 142 16,0 0 4-16,0 0-42 16,0 0-117-16,13 74-66 0,-6-56-36 15,1 0-4-15,0-2 10 0,3-6 9 16,4-2 0-16,1-5 0 0,7-3-19 15,0 0-21-15,3-9-14 0,1-6-38 16,-2 1-47-16,1-9-42 0,-1 4 21 16,-5-2-14-16,-4 0-15 0,-1 2 9 15,-7-2-5-15,-4 3 3 0,-4 4 66 0,0-3 76 16,-7 7 116-16,-4 1-6 0,-3 3-12 0,-2 4 2 16,-2 2 0-16,-2 0-13 0,1 6 6 15,-1 4-15-15,0 3-23 0,1 2 7 16,-1-2-13-16,3 1-12 0,3-2-26 15,3-1-11-15,-1-5-64 0,7-1-137 16,-1-3-38-16,4-1-56 0,2-1-296 0,0 0-547 0,5-4-415 16,0-2 1286-16,5-4 12 0</inkml:trace>
  <inkml:trace contextRef="#ctx0" brushRef="#br1" timeOffset="78074.42">31080 9511 261 0,'0'0'2216'15,"0"0"-1439"-15,0 0-313 0,76 29-124 0,-48-19 25 16,3 1-38-1,0-3-39-15,1-1-75 0,3-2-64 16,2-2-76-16,2-3-54 0,6-3-19 0,-2-6-57 16,-1-6-114-16,-2-2-103 0,-4-5-138 15,-2-1-607-15,-12 4-803 0,0-8 213 0</inkml:trace>
  <inkml:trace contextRef="#ctx0" brushRef="#br1" timeOffset="78284.644">31522 9297 1269 0,'0'0'1502'16,"0"0"-992"-16,0 0-300 0,0 0-67 16,-28 90 175-16,21-56 82 0,2 2-35 15,-3 0-114-15,2 1-104 0,-2-1-59 16,1-3-17 0,0-4-26-16,1-2-25 0,0-4-20 15,-1-2-12-15,3-3-55 0,-2-4-55 0,3-2-46 16,1-8-25-16,1 2-65 0,1-6-124 0,1 0-325 0,7-6-614 15,7-8-111-15,-4 3 1119 0,16-20 264 0</inkml:trace>
  <inkml:trace contextRef="#ctx0" brushRef="#br1" timeOffset="78890.881">31761 9349 78 0,'0'0'2790'16,"0"0"-2380"-16,-29 72-270 0,19-43-13 15,0 4 176-15,-1 3 83 0,3-1-73 16,3-4-152-16,-1-3-97 0,1-4-42 0,4-5-21 0,-2-5 0 0,3-2 0 16,0-6-1-16,4-1 0 0,5-5-46 15,1 0-34-15,7-5 3 0,2-4-13 16,4-5 10-16,3 0 8 0,-3-3-36 0,-2 2-11 16,-3 3-4-16,-5 2 23 0,-3 5 43 15,-5 5 57-15,-2 0 50 0,-2 9 98 16,-1 3-7-1,0 7-7-15,0 0-44 0,-1 5-19 16,-2-2-24-16,1 0 11 0,1 0-5 16,1-6-25-16,0-1-27 0,3-5 2 15,5-4 24-15,3-3-5 0,4-3-22 16,4 0-43-16,1-6-37 0,5-5-1 16,1-3-2-16,-1 0-60 0,-1 1-44 0,-3 2-87 15,-4 1-198-15,-3 4-69 0,-3 4 93 0,-5 2 215 16,-1 0 233-16,-3 2 35 0,-1 4 266 15,-1 1 35-15,0-1 32 0,3 0-14 16,0-1-7-16,2-4-14 0,4-1-35 16,5 0-57-16,3-2-85 0,3-8-70 15,5-3-43-15,2 0-43 0,0-5-54 0,2 0-54 16,-3 1-2 0,-3 3-4-16,-3-2-22 0,-3 4 0 15,-6 1 27-15,-6 3 35 0,-2 1 74 0,-3 0 18 16,-5 2 26-16,-7 1-1 15,-4 4 63-15,0 0-10 0,-2 1-10 0,-2 8 4 16,1 3-1-16,-1 1 12 0,0 3 19 16,1 2-35-16,1 1-39 0,2 0-25 15,1 0-20-15,2-1-1 0,4-5-3 0,0-3-15 16,7-3 3-16,2-6-19 0,0 0-76 0,0-1 3 16,2 0 3-16,4-2-4 0,6-6-28 15,1-2-231-15,2-2-276 0,3-1-394 16,0 1-354-16,-4 2 651 0,7-1 521 0</inkml:trace>
  <inkml:trace contextRef="#ctx0" brushRef="#br1" timeOffset="79113.161">32400 9624 735 0,'0'0'215'0,"0"0"1103"0,0 0-773 0,0 0-291 0,0 0-104 0,0 0 73 16,0 0 43-16,31 73-51 0,-28-58-93 16,2-3-80-16,-4-1-14 0,1-1 6 15,-2 0 31-15,0 0 16 0,-3 1 53 16,-3 0 23-1,-3-2-46-15,-2 2-43 0,2-3-31 0,2-1-13 0,-1-3-8 16,7-1-1-16,1-2 16 0,0-1 12 16,7 0 3-16,8-5 12 0,9-6-39 15,9-7-19-15,10-4-61 0,4-9-34 16,7-2-49-16,5-3-4 0,0-3-13 0,1 3-75 16,-8 3-320-16,-6 4-677 0,-15 11-912 15,-12 0 1872-15</inkml:trace>
  <inkml:trace contextRef="#ctx0" brushRef="#br1" timeOffset="100676.111">10495 5186 147 0,'0'0'2277'0,"0"0"-1948"0,0 0-203 0,0 0-40 16,0 0 432-16,0 0-186 0,0 0-106 15,0 0-69-15,0 0-51 0,-21 21-10 0,21 7 55 16,0 7-9-16,4 11-34 16,1 11-28-16,0 15-19 0,-5 10-34 0,0 12 13 15,0 10 7-15,-7 7-45 16,0 9-1-16,0 2-1 0,2 3-1 0,2-5-1 16,2-4-22-16,1-7-38 0,1-8 4 0,5-11-31 15,4-10 22-15,2-11-22 0,-2-10 21 16,-1-12-37-16,-1-9-38 0,2-11-43 15,-1-9-72 1,0-10-124-16,2-7-161 0,-1-3-117 16,-1-5-152-16,7-23-660 0</inkml:trace>
  <inkml:trace contextRef="#ctx0" brushRef="#br1" timeOffset="101507.968">10700 5038 2861 0,'0'0'763'0,"0"0"-463"0,0 0-139 0,0 0-43 15,0 0 183-15,0 0-171 0,87-15-47 16,-57 13-37-16,11 1 6 0,6-1 22 16,7 2 30-16,5 0-31 0,5 0-39 15,2 3-4-15,5 1-11 0,4-3-6 0,4 2-13 16,3-3-43-16,5 0 31 16,3 0 9-1,3 0-15-15,5-3 15 0,3 0 1 0,5-2-11 16,1 1 12-16,2 1 1 0,-2-1-2 15,0-1 2-15,-2 2 0 0,-3-2 0 0,2 1-40 16,-5-2 7-16,1 0 11 0,-5-1-14 16,-3-1-16-16,-5 2-7 0,-4 1 1 15,-6 0 12-15,-4-1 12 0,-4 1 16 16,-5 3-38-16,-4-1 25 0,-5 0 29 0,-7 3 2 0,-7-4 15 16,-5 3-14-16,-5 0-1 0,-3 0 3 15,-4-1 0-15,-1 0-2 0,-3 2 1 16,0-1-2-16,0-4-3 0,2 4-19 15,-2-3-12-15,2 3-15 0,-1 0 2 16,1 1 10-16,-2 0 12 0,2 0 23 16,-4 0-35-16,0 2 16 0,0 2 20 0,-2 2 2 15,4-3 1-15,-1 1 13 0,4 1 7 0,0-1-10 16,-1-1-12-16,-2 1 1 0,3-2 2 16,-1 2 0-16,-5-1-3 0,2 2-15 31,-5 1 14-31,1 1-21 0,-4 3 22 0,-2 3 16 15,-2 4 46-15,-3-1 0 0,-1 4 6 16,-1 1-7-16,-2 2 16 0,0 2 6 16,0 2-12-16,0 2-22 0,0 0-18 0,0 3 5 15,0 1 7-15,1 7-9 0,1-1-13 16,-1 6 4-16,1 4 14 0,-2 3-2 16,0 5-4-16,0 5-8 0,1 1-4 15,0 4-21-15,1 1 0 0,-1-2 17 0,3 1 17 16,-2-3-13-16,-2 1-6 0,0-5-12 0,-2 1 16 15,-5-2-8-15,-1-4-11 0,0-1-1 16,-3-4-15 0,1-1-14-16,-2-6 9 0,-2-3 6 0,2-4-1 15,2-2-17-15,-1-8 8 0,2-2 4 16,5-7-3-16,1-2-40 0,1-4-16 16,2-1-11-16,0-4 2 0,0-2 6 15,0-3-25-15,2-1-15 0,2 0-51 16,0-1-157-16,4-7-215 0,-4 3-206 15,6-9-721-15</inkml:trace>
  <inkml:trace contextRef="#ctx0" brushRef="#br1" timeOffset="102010.099">15652 4699 1907 0,'0'0'389'15,"0"0"-182"-15,-77 42 611 0,41-22-358 16,-7 11-101-16,0 6-83 0,-4 3-47 16,-3 7-66-16,-1 1-53 0,-6 5-30 15,-2 2-22-15,-3-4-27 0,-4 0-16 16,3-8-14-16,-1-5-1 0,7-9-40 16,3-9-12-1,4-8-79-15,1-7-66 0,1-5-127 0,11-3-357 16,-12-20-1055-16</inkml:trace>
  <inkml:trace contextRef="#ctx0" brushRef="#br1" timeOffset="102245.849">14747 4744 2224 0,'0'0'562'15,"0"0"-151"-15,0 0-112 0,0 0-1 16,-45 66-30-16,26-40-50 0,-4 7-85 15,-1 4-49-15,-2 9-41 0,-3 3 22 0,3 4-9 16,-1 2-35-16,2-4-20 16,8-6 11-16,10-7 16 15,7-8 15-15,6-5-43 0,14-7-3 0,9-3-31 16,8-4-24-16,9-1-22 0,8-6-35 16,8-3-89-16,9-1-144 0,-17 0-273 15,32-9-797-15</inkml:trace>
  <inkml:trace contextRef="#ctx0" brushRef="#br1" timeOffset="102957.192">16166 4671 1003 0,'0'0'300'16,"0"0"106"-16,0 0 649 0,0 0-734 0,0 0-62 15,0 0 4-15,0 0 28 0,0 0 13 16,0 0-18-16,0 0-43 0,-17-26-92 15,8 29-63-15,-2 8-23 0,-8 8-16 16,-1 9-10-16,-2 8 1 0,-1 7-4 16,0 6 16-16,6-4-3 15,3-1-16-15,3-7 1 0,7-7-10 0,3-9-24 16,1-6-6-16,3-9-24 0,5-2-10 16,6-4 7-16,4-10 5 0,9-9 1 15,4-10-43-15,2-7-58 0,1-6-19 16,4-3-28-16,-1-4-1 0,-1-3-1 0,-3 0 13 15,-1-6-19-15,-3-5-30 0,-3-4-56 0,-4-5-43 16,-2-2 59-16,-2 1 9 0,-7 2-70 16,-3 4 81-16,-5 8 217 0,-3 7 16 15,0 15 207-15,0 12 110 0,0 8 24 16,0 12-18-16,-3 3-111 0,0 2-22 16,-1 7-32-16,-2 10-11 0,-3 3-30 15,0 11 29-15,-2 7 43 0,1 10 24 16,-3 4-4-16,2 9-23 0,-3 3-28 0,0 4 7 0,-3 2-29 15,3 3-54-15,-2-4-43 0,4-5-33 16,4-5-6-16,-1-7-21 0,6-8-9 16,3-9-55-16,2-8-70 0,10-9-27 15,6-7-41-15,6-7-121 0,4-4-252 16,-5-4-624-16,13-17-715 0</inkml:trace>
  <inkml:trace contextRef="#ctx0" brushRef="#br1" timeOffset="103111.405">16712 4628 954 0,'0'0'1892'0,"0"0"-1510"0,0 0-80 0,0 0 64 0,19 88 11 16,-19-62-58-16,0 0-46 0,0-2-117 15,2-2-107-15,-1-4-49 16,2-3-30-16,-3-3-86 0,3-4-72 16,-3-1-30-16,0-2-155 0,-3-2-599 0,-8-3-975 0</inkml:trace>
  <inkml:trace contextRef="#ctx0" brushRef="#br1" timeOffset="103273.204">16700 4417 3112 0,'0'0'585'0,"0"0"-261"0,0 0-64 0,0 0 0 15,0 0-106-15,0 0-82 0,0 0-72 0,83-3-64 16,-60 2-171-16,-1 1-205 0,-5 0-596 15,3 0-1135-15</inkml:trace>
  <inkml:trace contextRef="#ctx0" brushRef="#br1" timeOffset="103627.589">17038 4503 2179 0,'0'0'646'0,"0"0"-156"15,0 0-112-15,0 0-54 0,0 0-58 0,0 0-30 16,0 0-42-16,85 81-59 0,-73-62-46 16,2 1-40-16,-4 5-16 0,-4 2-20 15,0 1-2-15,-3 3-11 0,-2 0 0 0,-1-4-2 16,0 1-1-16,0-7-13 0,2-5 14 15,0-3 0-15,0-4 0 0,-1-4-10 16,1-3 11-16,-1-2 1 0,1 0 0 16,4-4-21-16,3-8-4 15,6-3 10-15,4-8 14 0,3-6-1 0,3-2-29 16,1-6-2-16,-1-1-7 0,-1-2-25 0,-1-4-39 0,-3 0-97 16,0 1-85-16,-2 2-151 0,-1 9-221 15,-4 8-400-15,1 5-458 0</inkml:trace>
  <inkml:trace contextRef="#ctx0" brushRef="#br1" timeOffset="103948.069">17550 4622 2251 0,'0'0'739'0,"0"0"-193"0,0 0-111 0,0 0-54 15,0 0-105-15,0 0-67 0,86 50-87 16,-61-50-67-16,5-6-55 0,2-7-46 15,4-5-79-15,-2-1-66 0,2-5-50 0,-4 1-1 16,-3 2 6-16,-5 1 38 0,-9 2 59 16,-4 3 60-16,-9 0 79 0,-2 5 82 15,-9 1 63-15,-5 1-16 0,-6 4-53 0,-5 4-32 16,0 4-22-16,-5 9-1 0,0 7 62 16,-2 7 4-16,3 3 0 15,-1 5 28-15,1 3 12 0,2 1 0 16,4-2 2-16,6 1 6 0,4-8 21 15,7-6-13-15,6-5-43 0,4-5-27 16,8-3-46-16,8-5-27 0,7-5-58 16,7-1-88-16,6-7-43 0,7-6-69 15,4-5-211-15,-12 5-763 0,20-10-950 0</inkml:trace>
  <inkml:trace contextRef="#ctx0" brushRef="#br1" timeOffset="104196.673">18216 4534 1661 0,'0'0'1511'16,"0"0"-970"-16,0 0-163 0,0 0-92 0,0 0-8 16,0 0 5-16,-45 79-21 0,30-47-37 15,1 3-18-15,1-4-50 0,3 0-72 16,4-5-66-16,5-2-19 0,1-6-12 16,0-2-3-16,7-7-55 0,7-2-15 15,4-3-14-15,6-4-23 0,5 0 1 16,4-8-7-16,1-3-73 0,0-6-35 15,-1-1-4-15,-2-2-33 0,-3-1 10 16,-5 0-35-16,-7 2-147 0,-4-2-187 16,-8 3 76-16,-2 3-61 0,-4-8-513 0</inkml:trace>
  <inkml:trace contextRef="#ctx0" brushRef="#br1" timeOffset="104833.291">18759 4113 1717 0,'0'0'1197'0,"0"0"-752"0,0 0-153 16,0 0-3-16,0 0-37 0,0 0-88 16,0 0-80-16,0 0 40 0,4 72-7 15,-6-25 3-15,-4 11 100 0,-2 4-40 16,-1 6-43 0,0 0 3-16,0-3 9 0,2-4-68 15,1-7-50-15,3-8-28 0,3-7 21 0,6-7 6 16,4-7-30-16,5-7-6 0,2-5-54 15,4-4-19-15,-2-6-15 0,4-3-24 16,-3 0-22-16,-1-6 6 0,-2-2-40 16,-5-3-68-16,-3-3-113 0,-8-2-158 15,-1-2-201-15,-10-1-45 0,-5-3 58 16,-8-1-74-16,-4-3 55 0,-2-1 720 0,-1-2 156 16,-2-1 480-16,-1 0 64 0,4 2-349 15,2 4 15-15,4 3-15 0,7 5 28 16,6 8 7-16,4 3-30 0,6 3 8 0,0 2-137 15,10 0-73-15,6 0-28 0,12 0-40 16,9 2 12-16,13-1 6 0,8-1-25 16,3 0-73-16,2 0-6 0,-1-3-45 0,-2-2-32 0,-3-1-116 15,-7 0-155-15,-13 0-387 0,2-3-1313 16</inkml:trace>
  <inkml:trace contextRef="#ctx0" brushRef="#br1" timeOffset="105303.375">20359 4248 287 0,'0'0'1380'0,"0"0"-77"0,0 0-872 0,0 0 12 15,31 91-82-15,-22-50-32 16,-2 8-27-16,-3 6-45 0,-4 6-59 16,0 5 2-16,-1 5-27 0,-7 3-46 15,-1 2-36-15,-1-4-22 0,-2 0-36 16,1-6-33-16,3-2-18 0,0-6-45 15,-1-5-82-15,3-11 30 0,1-6 6 16,0-9-31-16,2-7-64 0,0-6-77 16,1-9-162-16,2 0-264 15,0-4-513-15,0-2-364 0</inkml:trace>
  <inkml:trace contextRef="#ctx0" brushRef="#br1" timeOffset="105579.505">20392 4359 1456 0,'0'0'149'15,"0"0"1072"-15,0 0-980 0,0 0 15 16,0 0-43-16,52-69-55 0,-28 63-35 0,6 1-48 16,3 5-50-16,1 3 7 0,-3 7-1 15,0 7 16-15,-7 2 17 0,-5 4-24 16,-8 2 26-16,-5 2-10 0,-6 2-19 0,-3 0-37 0,-12 1 0 0,-3-2-28 15,-3 1-9-15,-2-4-22 0,0-1-41 16,4-10-67-16,3-2-13 0,4-6 25 16,4-3-58-16,1-3-100 0,2 0-273 15,-1-11-1132-15</inkml:trace>
  <inkml:trace contextRef="#ctx0" brushRef="#br1" timeOffset="105841.468">20731 4271 2179 0,'0'0'553'16,"0"0"-187"-16,0 0-63 0,0 0 55 15,80 22-66-15,-65-6-69 0,-3 3-71 0,-3 1-56 16,-3 5-1-16,-4 0-42 0,-2 2-35 0,0 1-18 16,-2-2 3-16,-4-2-3 0,0 0 0 15,-2-6-3-15,4-3-9 0,1-8 10 0,1-1 2 16,2-3 0-16,0-3 34 0,0 0-7 15,6-9-27-15,5-3-3 0,4-7-34 16,4-7 0-16,0-5-18 0,4-2-78 16,-1-2-125-1,-2 0-65-15,2 3-97 0,1 2-162 0,-6 12-403 0,5-4-227 16</inkml:trace>
  <inkml:trace contextRef="#ctx0" brushRef="#br1" timeOffset="106087.3">21110 4300 1289 0,'0'0'237'15,"0"0"736"-15,0 0-547 0,-27 73 50 16,18-48-33-16,3-2-51 0,1-2-72 0,4-3-93 16,1-5-101-16,0-2-49 0,3-4-41 15,6-3-9-15,3-2-27 0,4-2-37 16,7 0-21-16,2-9-34 0,2-3-37 0,2-4-22 16,-3-2-31-16,-1-1-30 0,-5 3 2 15,-7 1 43-15,-5 1 86 0,-5-1 81 16,-3 3 54-16,-7 0 88 0,-4 1 50 0,-3 0-11 0,-6 3-60 15,2 2-53-15,-1 1-25 0,0 5-6 16,3 0-6-16,0 5-16 0,3 3-14 16,2 2-1-16,2 3-28 0,3-2-24 15,-1 3-66-15,0 0-93 0,3-1-131 16,0-1-465 0,4 3-1211-16</inkml:trace>
  <inkml:trace contextRef="#ctx0" brushRef="#br1" timeOffset="106687.242">21739 4409 1357 0,'0'0'679'16,"0"0"-103"-16,0 0-122 0,0 0-33 15,0 0-67-15,0 0-46 16,-50 68-44-16,35-50-69 0,-2-2-56 0,3 0-38 15,-2-1-24 1,1-2-10-16,3-2-21 0,4-4-3 0,1-1 8 16,3-3-17-16,1 0 2 0,1-2-17 15,2-1-7-15,0 0-10 0,0 0-1 16,0 0 0-16,0 0-1 0,0 0-3 16,0 0-34-16,0 0-14 0,2 0-10 15,2 0 3-15,3-1-4 0,4-6-5 0,4-4 9 16,7-5 6-16,1-4-38 0,7-4 7 15,1 1-16-15,0-7-18 0,1 2-17 0,0-3-6 16,-2-1-46-16,2-3 42 0,-2-2 43 16,-1 0-7-16,-2-2-44 0,-2 0 2 15,-4-3 115-15,-2-3 35 16,0 0-2-16,-5-1-1 0,-2 1-125 16,-4 1 96-16,0 4 32 0,-4 6 77 0,-2 9 57 15,0 7 50-15,-1 10 22 0,-1 4-45 16,0 3-51-16,0 1-47 15,-1 0-35-15,-4 1 4 0,-1 4 28 0,-2 1-14 16,1 1 4-16,-1 2-12 0,0-1-4 16,4 0 6-16,-2 1 7 0,3 0 2 15,0 3-2-15,-1 5 24 0,2 5 9 16,-1 5 0-16,1 5-25 0,2 6 13 16,0 5 21-16,-1 4-16 0,-1 3-6 15,-1 5-21-15,-3-1-21 0,-2 3-23 0,-1-1 14 0,2-3-16 16,0-4-12-16,2-4 9 0,2-5 0 15,0-4-10-15,3-6 10 0,0-3-15 16,2-6-83-16,4-3-101 0,3-6-1 16,2-6-48-16,3-3-108 0,3-3-219 0,-3 0-198 15,3-13-715-15</inkml:trace>
  <inkml:trace contextRef="#ctx0" brushRef="#br1" timeOffset="107524.77">22310 4309 1284 0,'0'0'59'16,"0"0"1213"-16,0 0-797 0,0 0-6 15,7 62-116-15,-7-30-42 16,0 6-38-16,-3 1-42 0,-4 7-19 16,-1-5-50-16,-1 1-49 0,0-6-49 15,4-6-34-15,3-10-20 0,2-4-10 0,2-4-3 16,10-7-12-16,4-4-31 0,7-1-6 16,5-9-2-16,3-8-56 0,5-4-16 15,-1-8-27-15,0-2-23 0,-4 0-9 16,0 1 8-16,-5 3-2 0,-5 0 35 0,-5 4 69 0,-3-1 75 15,-7 5 19-15,-3 1 47 0,-2 2 66 16,-1 3 12-16,0 1 3 0,-1 5-30 16,-1 0-24-1,-1 6-43-15,3 1-50 0,-3 3-13 0,0 7 13 16,0 4 19-16,1 5 36 0,-4 4-12 16,3 2-9-16,0-2-34 0,2-4-26 15,1-5-55-15,1-3-104 0,11-5 2 16,2-2 5-16,9-4-137 0,-5 0-372 15,22-10-803-15</inkml:trace>
  <inkml:trace contextRef="#ctx0" brushRef="#br1" timeOffset="107709.306">23023 4332 1254 0,'0'0'361'0,"0"0"1055"0,0 0-909 0,0 0-100 16,-85 41-75-16,59-16-63 15,1 6-35-15,0 1 8 0,5 5 2 16,3-1-28-16,3-1-37 15,6-6-85-15,5-4-71 0,3-7-23 0,6-2-45 16,5-7-10-16,9-2-5 0,4-5-13 16,4-2-42-16,7-5-40 0,2-12-53 15,4-5-107-15,1-6-277 0,-11 4-696 16,20-19-912-16</inkml:trace>
  <inkml:trace contextRef="#ctx0" brushRef="#br1" timeOffset="107925.09">23523 3827 1554 0,'0'0'325'16,"0"0"-78"-16,0 0 567 0,-11 66-268 15,5-24-67-15,0 4-60 0,1 10-51 0,-6 3-89 0,-1 6-72 16,-3 3-28-16,-4 1-78 0,1-1-47 16,2-4-54-16,2-8 0 0,8-8-24 15,6-10 3-15,0-10-31 0,13-7-48 16,0-6 18-16,5-4-7 0,1-6 10 15,1-5 6-15,2 0-19 0,-5-5-43 16,0-7-98-16,-3-1-164 0,-9 0-154 0,-1 2-566 16,-15-9-692-16</inkml:trace>
  <inkml:trace contextRef="#ctx0" brushRef="#br1" timeOffset="108057.27">23211 4392 1357 0,'0'0'394'15,"0"0"1059"-15,0 0-973 0,0 0-58 0,0 0-107 16,0 0-1-16,0 0-108 15,75-40-87-15,-15 26-52 0,8-3-67 0,7 1-24 16,-2 1-46-16,-2 1-56 0,-6-1-194 16,-18 7-406-16,7-9-1740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31:16.27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17025 7025 566 0,'0'0'92'16,"0"0"-47"-16,0 0 643 15,0 0-236-15,0 0-173 0,0 0-140 0,0 0 7 0,0 0 67 16,0 0 32-16,0 0-53 0,13-8-51 15,-10 8-61-15,0-1-23 0,1 1 7 16,2 0 3-16,-2-3-13 16,4 1-26-16,-1 2-6 0,3-1-22 0,0 1-2 15,0 0-14-15,4 0 1 16,0 0 15-16,1 1 3 0,3 3 9 16,0-2-8-16,2 3-2 0,-1 0 29 15,1-3-29-15,-1 3-1 0,1-3-1 16,-2 3 3-16,-2 0-6 0,1-1-10 15,-3-1 0-15,3 3 13 0,-3-2-2 16,1-1 2-16,0 1-28 0,3-2 28 16,4 1 3-16,7-3 28 0,3 0-31 15,4 0 2-15,0 0 1 0,0 0-1 0,1 0 17 0,1-3-17 16,0 3-1-16,0 0-1 0,1 0 3 16,0 0-3-16,3 0-1 0,1 0-2 15,1-2-16-15,3 2 3 0,3-1 0 16,-1-2 14-16,5 0 1 0,-1 1-1 15,1 0 1-15,0-3-1 0,2 4-14 16,-1-2 16-16,-1 0 1 0,-3 2 1 0,-1-1 1 0,-1 0 0 16,-2 1 16-16,-4 1-17 0,1 0 2 15,-2 0-4-15,-2 0-26 0,0 0 25 16,-1 1-18-16,0 1 17 0,2-2-14 0,0 2 15 16,-1-2-15-16,3 0-3 0,-2 0 18 15,0 0-1-15,1 0 0 16,-2 0 2-16,0 0-14 15,0-2 13-15,-1 0 1 0,1 2-13 0,0-1 11 16,1 1-14-16,-1-2 13 0,2 1-29 16,-2-1 13-16,1 2 17 15,-1 0-11-15,3 0 13 0,-2 0-1 0,1 0 0 16,0 0-1-16,0 3 1 0,1-1 1 16,2-1 0-16,-2 1 0 0,1 0-15 15,-2-1 14-15,3 2 0 0,-1-2-12 0,0 1-6 0,3-2-16 16,-1 0 9-16,1 0 23 0,1 0 2 15,0 0-21-15,0 0 22 16,0 0 2-16,-1 0 0 0,2 0-1 0,-4 0 0 16,3 0 1-16,-4 0 2 0,4 0-3 15,-2 1-1-15,1-1-3 0,1 3 1 16,0-1-1 0,-1-2-19-16,4 0 6 0,0 0-13 15,2 0 7-15,1 0 6 0,2 0 16 16,3-2 3-16,-2-2-1 0,1 1 10 15,2-1-11-15,-1-1 22 0,2 0-22 16,1 3 11-16,-2-4-10 0,2 0 14 0,-1 2-15 16,1 2-1-16,-2-3-3 0,-1 3 3 15,2-3-13-15,-2 0 11 0,0 3-11 0,0-3 13 0,-2 1-1 16,1 0 2 0,-3 0 1-16,1-1 2 0,-3 2-3 0,-1-1 18 15,0 0-19-15,-1 1-1 0,0 2-1 16,-3 0-14-16,3-2 16 0,-5 3 0 15,1-2 1-15,1 2-2 0,1 0 1 16,1-1-2-16,1 1-18 0,2-1 7 0,2-1 13 0,1 1 1 0,0-1-1 16,3-1 2-16,1-1-2 0,-1 2 2 31,0 0 1-31,0-2 19 0,0 3-6 0,0-2-13 16,-2 1-2-16,-1 2-1 0,0-1 0 15,0-2-1-15,0 2 1 0,0-1 1 16,2 0 10-16,-1-1-11 0,1 0-3 15,1 1 0-15,2-3-10 0,-1 3 11 0,2-3 1 16,-1 3 1-16,-1-2 3 0,1 1 8 0,-1-1-11 0,-1 1-1 31,-1 0 0-31,0 1 1 0,-4-1 0 16,1 2 12-16,-3-2-8 0,-2 1 16 0,-2 1-20 0,1-1-3 16,-3-2 2-16,3 3-3 15,-1-3 3-15,1 2-1 0,0-3 2 0,-2 4-19 0,2-5 18 16,-3 3 1-16,2 1 0 0,-3 1 19 15,2-3-16-15,-2 2 1 0,2-2-4 16,-2 2 0-16,3 1 3 0,-2-2-3 0,1 1 0 16,0 1-2-16,1-2-11 0,3 1 10 15,-4 0-29-15,5-1 32 0,-3 2 1 16,2-1 1 0,0-1-2-16,-1 1 0 0,1 0 0 15,-2 0 15-15,1 2-12 0,-3 0 16 16,-1 0-16-16,3 0-3 0,-3 0 1 0,3 2-1 15,-2 0 0-15,0 0 0 0,-1 1-1 16,5-1 0-16,-4-1 0 0,1 0-2 16,1 1-3-16,-3-1 6 15,1 0 0-15,0 1-2 0,0-2 2 0,-1 4 1 0,-1-2 15 0,1 1 3 16,0-1-19-16,-1 2 25 0,1 0-21 16,0 0-4-16,1 1 2 0,-2 1 4 15,0-3 26-15,-3 1-32 0,1-2-15 16,-1 1 15-16,-2-1 14 0,1 1 8 15,-1-1-22-15,-1-2 0 0,0 1 19 16,4-1 0-16,-1 0-17 16,2 2 8-16,5 0-8 0,2-1 23 15,-1 0-25-15,3 2 0 0,-1-1-22 16,-3-2 22-16,2 1 3 0,-5 1-3 16,-1-1 0-16,-5-1 12 0,-2 0 7 15,-4 0 7-15,-3 0-7 0,-3 0-3 16,0 0 9-16,-3-4 17 0,4 4 18 0,-1-5-33 15,3 1-27-15,1 1 0 0,0-3-2 0,2 1 1 16,-3 2-22-16,-1-2 23 0,-4-1 10 16,-3 1-8-1,-6 0 9-15,0-1-11 0,-5 0 51 0,-2 0-17 0,-1 0 14 16,-4-1 8-16,1 0-33 0,-1-2 11 16,2-1-34-16,-3-1-20 0,0-1 19 15,2 0 1-15,-1 1 0 0,-1-2 0 0,1 1-24 0,0-3 24 16,-1 0 0-16,1-1-8 0,-3 1 8 15,1-4 19-15,0 2 3 0,0-1 12 0,3-3-5 16,-3 1-26-16,-1 1-3 0,3-4 19 16,-1 4-19-16,4-4 3 0,-3 1-6 15,5-3-41-15,0 1 41 0,-1-1-47 16,5 0 12-16,-3-1 4 16,1-2 5-16,-1-1-34 0,-3-2-26 15,4-4-18-15,-4 3 37 0,-2-1 44 16,0 2 7-16,-2 0-13 0,-1 3 32 15,3 1 14-15,0 2 21 0,-1-1-35 16,6 2-1-16,-2-1-25 0,5 0-15 16,-2 5-16-16,0-4 12 0,1 2-118 15,1 2-53-15,-3-1 152 0,-1 2 64 0,-3 1 12 16,-1 1-11-16,-4 2 17 0,1-3 11 0,0 2 19 16,-1 1-44-16,-1 3-3 0,-1 1-1 15,0 1 90-15,0 2 44 0,0 2-82 16,0 1-30-16,-3-2 10 0,3 0-10 15,-3-2 17-15,3 4-23 0,0-3-1 16,0 2 24 0,0-1-11-16,-1 1 11 0,1 0 18 0,-2 0-29 15,2 2-12-15,0 2 4 0,0-2-20 16,-1 1-9-16,0 1 9 0,1 0 44 16,-3 1-18-16,1-1-26 0,-1-1-14 15,0 1-11-15,-4 2 2 0,2 0-5 16,-3 0 9-16,0 0 19 0,-4 0 2 0,3 0 11 15,-1 0-13-15,-2 0 19 0,-2 0-17 0,-3 0 23 16,0 2-12-16,-5-1 8 0,-4 2-21 16,-2-2 0-16,-3-1 0 0,0 0 35 15,-3 0-34-15,0 0 0 0,-4 0 0 0,-3 0 1 16,0 0-2-16,-4 0-21 0,-2 0 20 16,-1 0-20-16,-2 0 21 0,0 0 11 15,0 0-10-15,-3 0 3 0,1-2 21 0,0-3-25 16,-2 3-3-16,-3-2-4 0,1 0 7 15,-3 0 4-15,0-2-3 0,0 1-1 16,-1-1-3-16,-2 2 1 0,0 0 0 16,-2-1-20-16,-1 2 9 0,0-1-2 15,-1 2 14-15,0 1-31 0,-1-2 16 0,-1 2 0 32,-2-1 16-32,2 1 2 0,2-1 0 0,0 1 0 15,-1 1-1-15,1-2-1 0,2 2-1 16,-1-3-18-16,1 3 19 0,2-1 0 15,0 0 0-15,3 1 0 0,2-1-1 16,2-2 0-16,0 3-24 0,-1 0 24 16,3 0 1-16,-4 0 22 0,2 0-21 0,1 0 12 15,-3 0-11-15,3 0-2 0,-2-1-1 0,1-1-2 16,-2 2 1-16,1-3-14 0,0 1 0 16,-1 0-3-16,0-2 15 0,1 1 2 15,-2 0 1-15,-1-2 1 0,-3 3 2 16,2-2 17-16,-1 3-6 15,-2 0 6-15,-1-2-3 0,1 1-2 16,-2 1-14-16,-1 1-3 0,0 0-16 16,-1 0 0-16,0 1 6 0,0 2-3 0,-1 0 3 0,0-2 12 0,0 3-1 15,1-2-17-15,0 3 18 0,-3-4 1 16,0 4 3-16,-1-3 16 0,0 2-19 31,0 1 1-31,1-2 14 0,-2 3-15 0,0-1 2 16,0-1-2-16,0 3 2 0,-3-2-1 15,-1 1 2-15,-2 1-3 0,2-1 3 0,-4 2-3 0,2 0 3 16,-1-1-3-16,3-1 16 0,-2 0 3 16,3-2 6-16,-3 1-12 0,3-1-11 15,-1 2-2-15,0-1-9 0,-2-2 5 16,1 2 4-16,0 0 0 0,0-2 3 16,2 1-2-16,0 0-1 0,-1-2 0 0,2 0-1 15,2 1-2 1,-2 0-9-16,1 0-1 0,1-1 13 15,0 1 11-15,0-2-11 0,1 0 1 16,-2 0 15-16,2 2-16 0,1-1-12 16,-4-1 10-16,2 3-1 0,0-2-20 15,0 3-2-15,0-4 12 0,1 3 11 16,3-2-11-16,-2-1 10 0,5 2-13 0,0-2-3 16,2 0 19-16,2-1 14 0,1 1-11 0,1-1 13 15,1 0-14-15,-1 0 1 0,0 0 10 16,0 0-12-16,0 0-1 0,1 0-19 0,0 0 17 15,-1 0-14-15,0 0-22 0,0 2-16 16,0-1-7-16,0-1 16 0,-3 2 13 16,2-2 20-16,-2 1-1 0,-2 1 13 15,1-1 0-15,-2 1 1 0,-1-1 18 0,-1 2-6 16,-2-2 3-16,0 1-16 0,1 1 0 16,-2 0-3-1,-1 0-13-15,3 1-7 0,-1-1-9 16,1 1-48-16,2-2 16 0,0 2 22 15,3-1 17-15,-1 0 9 0,5-1 16 16,0 1 11-16,5-2-7 0,1-1 15 0,4 0-6 16,3 0-12-16,0 0-1 0,1 0-16 0,-1 1-16 0,3-1-30 15,-3 1-34-15,3-1 18 0,-1 1 11 16,1-1 38-16,1 2 12 0,0-1 17 16,2-1 23-16,1 1-21 0,0-1 21 0,1 2-4 15,2-2 17-15,0 1-1 16,-1 1-6-16,4-2-27 0,0 0 2 15,0 0-4-15,1 0-2 0,0 0-20 16,4-2 9-16,-1-1 12 16,0 2-18-16,2-3 19 0,-1 1-1 0,0 0-1 15,-3-1-30-15,0 1 0 0,-3 3 0 16,4-1 32-16,0 1 10 0,1 0 19 16,3 0 4-16,0 0-32 0,4 0 0 15,0 1-1-15,-1-1-1 16,1 3-2-16,-1 1-14 0,-2-3-15 15,1 3 16-15,-2 0 15 0,3-2 1 0,0 3 3 16,1-4 23-16,2 5-10 0,1-4-13 16,1 2 10-16,3-1 10 0,-1 1-1 15,5-2 4-15,2 1 3 0,1-2 19 16,0 0-2-16,4 3-11 0,-1-4-9 0,0 0 6 16,-2 0 0-16,2 0 29 0,-2 0 32 0,3 0-4 15,-1 0-18-15,-1 0-11 0,1 0 1 16,1 0 12-16,-1 0-25 0,1-4 15 15,-2 2 19-15,2-1-6 0,-1 1-6 16,-2 1-1-16,2-2-19 0,2 0-9 16,0 3-9-16,1-1-22 0,1 1-10 0,1-1-19 15,0 1 19-15,0 0 16 0,0 0-16 0,0 0 0 16,0 1-47-16,0 6 3 0,0 5 44 16,0 5 41-16,0 8 81 0,0 3-24 15,0 4-67-15,0 0-31 0,-2 3 12 16,-1 2 4-16,-3-2 12 0,1 1 0 15,-1 0-26-15,0 2 11 0,2 5-1 16,-2 2 19-16,1 4-15 16,0 1 5-16,1 1 1 0,1-1-21 15,0 4 0-15,0-5-1 0,0 1 0 16,2-1-12-16,-1-1-1 0,-1-2 13 16,2 0 22-16,-3-6-6 0,1-1-4 15,0-4 7-15,0-2-5 0,0-2-13 16,0-3-2-16,2-3 4 0,1-2-3 15,0-2 16-15,0-5-16 0,0-1-23 0,0-6 23 0,0 1 1 16,1-4-1-16,2-2-2 0,-3-1 2 16,0-3 2-16,0 1 13 0,2-1 4 15,-2 0 9-15,0 0 3 0,0 0 6 16,0 0 3-16,0 0 0 0,0 0 3 0,0 0-3 16,0-1-24-16,0-6-16 0,1-3-50 15,1-4-45 1,1-4-32-16,-2-6-121 0,1 0-110 15,-1 5-731-15,-4-15-1547 0</inkml:trace>
  <inkml:trace contextRef="#ctx0" brushRef="#br1" timeOffset="13414.767">22934 3484 1007 0,'0'0'202'0,"0"0"1214"0,0 0-1027 0,0 0-75 16,0 0-9-16,0 0-3 0,0 0-110 16,0 0-61-16,0 0 24 0,0 0 6 0,29-77-13 15,-12 54-7-15,3-2-34 0,2-5 10 16,1-1-29-16,4-2-9 0,1-3-21 15,1-4-3-15,1-5-40 0,2-3 0 16,2-3-2-16,2-6-13 0,4-4-15 0,2-2-12 16,0 1 25-16,0 4-10 0,-2 0-7 15,-1 5 7 1,-3 4-9-16,-1 6 19 0,-4 3-16 16,-3 3 2-16,-3 6 1 0,-5 5-37 15,-6 2-12-15,-1 7 3 0,-6 3-6 0,-1 4-18 0,-3 4-32 16,-2 2-3-16,-1 3-9 0,0 1-42 15,-8 1-216-15,-4 5-220 0,1 2-172 16,-17 12-789-16</inkml:trace>
  <inkml:trace contextRef="#ctx0" brushRef="#br1" timeOffset="13731.582">23088 3367 186 0,'0'0'1061'0,"0"0"-719"0,0 0-98 0,0 0 110 15,0 0 14-15,0 0-100 0,0 0-56 16,0 0-14-16,0 0 6 0,0 0 8 16,0 0-7-16,33 27-32 0,-20-37 15 15,3-3-10-15,2-6-14 0,3-1-19 16,4-5-35-16,0-5 1 0,6-3-4 15,0-4-1-15,3-1-14 0,-1-4-46 16,1-3-34-16,2-1-12 0,-1-5-31 16,3-1-48-16,2-2 9 0,-3 1-31 15,-1 2-86-15,-5 3-81 0,-5 6-32 0,-5 6-61 16,-8 6-69-16,-4 5-126 0,-6 4-167 16,-3 6-293-16,-7 3-148 0</inkml:trace>
  <inkml:trace contextRef="#ctx0" brushRef="#br1" timeOffset="14166.41">22907 2705 1448 0,'0'0'1739'16,"0"0"-1589"-16,0 0-89 0,14 82-42 16,-11-46 165-16,0 5 68 0,0 2-57 0,-3 2-91 15,0 5-51-15,0 2-34 0,0 3-19 16,0 2-16-16,-4 1 16 0,1-3 2 15,-2 0 0-15,-1-5 0 0,1-5 2 16,0-7-2-16,2-3 0 0,-1-8 26 0,3-3-10 16,1-6-5-16,0-1 12 0,0-7 6 15,3 1-3-15,5-3-13 0,2-1 16 16,5 0 31-16,2 0 40 0,6-3 9 16,4 0-40-16,7-2-10 0,0-2-21 15,5 0-12-15,3-6-4 0,0-4-8 16,1-3-1-16,4-5-12 0,1-2-3 0,3-4-17 15,0-6-85-15,-1-1-104 0,0-4-47 0,-4-5-18 16,-4-4-158-16,-12 9-547 0,3-29-1101 0</inkml:trace>
  <inkml:trace contextRef="#ctx0" brushRef="#br1" timeOffset="14497.026">23428 2045 3145 0,'0'0'597'16,"0"0"-285"-16,0 0-168 0,0 0-48 0,0 0 115 16,92-26-44-16,-51 16-75 0,6 1-64 15,0 1-28-15,-1 4-14 0,-2 2-4 16,-5 2-1-16,0 0-2 0,-7 2 3 15,-7 5 5-15,-4 3-14 0,-4 4-17 0,-4 3 13 16,-2 6 16-16,-2 7-10 0,-1 7 4 16,-5 8-1-16,-2 7 10 0,-1 6-13 0,-3 2-37 15,-6 4-9-15,-3 0-7 0,0-3 19 16,-4-2 21-16,3-3-65 0,-1-7-95 16,1-8-20-16,3-6 5 0,2-7-35 15,1-6-182-15,2-7-655 0,2-4-279 0,3-6 1119 16</inkml:trace>
  <inkml:trace contextRef="#ctx0" brushRef="#br1" timeOffset="15081.493">24055 601 1327 0,'0'0'1012'0,"0"0"-249"0,0 0-314 0,0 0-123 16,0 0 37-16,0 0-80 0,0 0-65 0,0 0-55 15,0 0-62-15,0 0-64 0,0 0-16 16,-39 50-18-16,25-18 31 0,-1 6 2 16,-2 8 7-16,-2 1-12 0,2 6-13 15,0-1 0-15,0 3 19 0,3 1-34 16,3 0 9-16,5-1-12 0,1 0-1 15,3 0-1 1,2-4-10-16,0-2-7 0,7-4 1 0,4-6-9 16,6-3-16-16,3-2-125 0,3-7-43 15,4-4-20-15,4-5-39 0,3-5-285 16,3-8-781-16,-9-2-730 0,14-6 1854 0</inkml:trace>
  <inkml:trace contextRef="#ctx0" brushRef="#br1" timeOffset="15647.48">24773 563 587 0,'0'0'241'0,"0"0"1505"0,0 0-1200 0,0 0-144 15,0 0-36-15,0 0-21 0,0 0-112 16,0 0-72-16,0 0-11 0,0 0-2 0,4 6-51 15,-6 2-23-15,-3 9-10 0,-1 4-18 16,-1 8-4-16,-3 4-11 0,-4 9-4 0,0 1-3 16,-3 6-2-16,1 3-4 0,-5 6-18 15,-4 5-28-15,-3 5 4 0,-4 3 3 16,-3 0-10-16,4-2-17 0,0-9-4 16,5-9 18-16,6-9-5 0,7-12-4 15,4-7 0-15,5-9-39 0,3-5-93 0,1-6-44 16,3-3-63-16,4-1-123 0,5-10-67 0,0-8-275 31,4-7-623-31,-4 4 120 0,4-21 1245 0</inkml:trace>
  <inkml:trace contextRef="#ctx0" brushRef="#br1" timeOffset="16058.102">24682 605 574 0,'0'0'254'0,"0"0"1215"0,0 0-1085 0,0 0 44 16,0 0 5-16,46 68-42 0,-33-34-115 16,5 5-46-16,-4 5-38 0,3 4-39 15,-4 1-14-15,2 2-48 0,-5 0-39 0,-1 1-30 16,-3-3-19-16,0-3 0 0,-3-5-3 16,2-2-12-16,-2-7 12 0,-1-4 0 15,0-4 0-15,-1-5-3 0,-1-5-34 16,0-1-12-16,0-2-40 0,-3-4-37 15,-2-2-49-15,-3 0-20 0,-4-1-60 0,-2-2-160 16,-6-2-144-16,1 0-103 0,-6-6-71 16,-1-2 138-1,-2-4 187-15,0-4 408 0,-3-1 0 16,1 1 418-16,1-2 37 0,4 2 0 16,5 3-80-16,3 1 6 0,8 4-26 0,4 2-8 15,2 1-31-15,3 3-52 0,0 1-102 16,1-2-66-16,6 2-37 0,5-2-3 15,7 1 52-15,4 0-38 0,3-4-20 16,-2 1-50-16,4-2-19 0,1 1-33 0,2-1-102 16,2-4-97-16,1-2-233 0,-3 0-738 15,-6 1-1087-15,4-1 2152 0</inkml:trace>
  <inkml:trace contextRef="#ctx0" brushRef="#br1" timeOffset="16283.222">25260 1166 2085 0,'0'0'1240'15,"0"0"-815"-15,0 0-212 0,0 0 79 0,0 0 76 16,26 90-54-16,-22-60-70 0,-1 3-116 16,0-3-67-1,0 2-37-15,-3-1-24 0,0-2-14 16,0 0-10-16,0-5-25 0,0-1-73 0,0-4-70 15,-1-6-32-15,1-4-19 0,0-4-117 16,0-5-369-16,0-3-819 0,0-5-341 16</inkml:trace>
  <inkml:trace contextRef="#ctx0" brushRef="#br1" timeOffset="16568.397">25695 727 1884 0,'0'0'1459'0,"0"0"-937"16,20 71-71-16,-11-31 40 0,-4 4-103 16,1 3-129-16,-4 1-59 0,-2 5-73 15,0-3-45-15,-2 2-52 0,-4-4-30 16,-2-1-20-16,-3-4-17 0,2-5-35 15,-2-7-46-15,3-6-6 0,4-8 14 0,1-6-8 0,2-3-28 16,1-4-41-16,-3-3-55 0,0-1-67 16,0 0-182-16,0-3-257 0,-3-5-683 15,2-5-6-15,0 1 1209 0</inkml:trace>
  <inkml:trace contextRef="#ctx0" brushRef="#br1" timeOffset="16954.889">25682 855 378 0,'0'0'1118'15,"0"0"276"-15,0 0-936 0,0 0-103 0,0 0 33 16,0 0-62-16,95-46-72 0,-72 42-58 16,-4 1-33-16,4 2-44 0,-3 1-52 15,-1 0-67-15,-2 0-9 0,-3 3-22 16,-2 2 4-16,-7 3-1 0,-1 0-5 16,-4 4 2-16,0 0 31 15,-4 6 9-15,-7 2 16 0,-1 1-7 16,-3 1-3-16,2 0-13 0,2-3-2 15,3 1-11-15,2-3-1 0,4 2-3 16,2 0 2-16,0 1 1 0,8 0 12 16,3 1-2-16,3 0 1 0,0-1 1 15,3-1 2-15,0 1 0 0,0-2 20 16,-1-2 11-16,-1 2 19 0,-3-1-12 0,-2 0 27 0,-1 1-31 0,-5-1-33 16,-2 1-3-16,-2 1-1 0,-8 0-17 15,-4 3-9-15,-7-1 5 0,-6 0 19 16,-2-1-21-16,-3-1-28 0,-1-3 3 15,-2-4 10-15,1-1-13 0,1-4-34 16,2-4-3-16,3-3-12 0,3 0-99 16,4-6-226-1,2-3-297-15,5 0-613 0,2 4-340 16,3-6 1376-16</inkml:trace>
  <inkml:trace contextRef="#ctx0" brushRef="#br1" timeOffset="17126.173">26376 1464 1292 0,'0'0'2251'15,"0"0"-1964"-15,0 0-192 0,0 0 137 16,-35 81-20-16,23-57-132 0,1-1-80 0,-1 1-10 16,1-1-30-16,-1 2-78 0,-1-1-155 15,0 1-218-15,-2-3-750 0,1-5-751 16,-6-3 1790-16</inkml:trace>
  <inkml:trace contextRef="#ctx0" brushRef="#br1" timeOffset="17885.644">26923 805 1456 0,'0'0'565'0,"0"0"784"0,0 0-865 0,0 0-207 16,0 0-15-16,0 0-12 0,-4 91-62 15,2-48 4-15,1 1-42 0,1 0-49 0,0-2-28 16,1-4-37-16,7-9-12 0,4-7-6 16,-1-5 13-16,3-6-28 0,0-3-3 15,-2-7-12-15,5-1-13 0,-1-1 1 16,4-7-6-16,3-8-4 15,3-3-26-15,-1-6-53 16,2-2-9-16,-2-3 6 0,-2-1 8 0,-2 0 22 0,-5 0 25 0,-4-1-10 16,-4 1 40-16,-5 2 9 0,-3 2 22 0,-3 3 13 15,-5 4 21-15,-1 3 12 0,0 4 22 16,1 6 2-16,-1 2-5 0,3 3-1 16,-2 2-64-16,-1 2 0 15,-4 10-55-15,0 4 21 0,-3 6 34 16,0 8 29-16,-1 3 35 0,3 3 4 15,-1 2-16-15,4 3 15 0,-3 2-9 16,2 1-3-16,-1 3-46 0,0-1-9 16,1 1-22-16,0 1 1 0,1 2 6 15,3 3-10-15,-1 3-36 0,1-2 9 0,3-3-24 16,1-3-22-16,4-7 64 0,0-8 32 0,0-5-13 16,3-6-22-16,3-5 0 0,1-5-31 15,3-6-55-15,1-5-51 0,5-1-185 16,-1-10-200-16,-4 1-414 0,5-16-870 0</inkml:trace>
  <inkml:trace contextRef="#ctx0" brushRef="#br1" timeOffset="18325.931">27663 1010 205 0,'0'0'3358'16,"0"0"-2876"-16,0 0-337 0,0 0 7 15,0 0 120-15,0 0-53 0,0 0-88 16,0 0-88-16,62 75-43 0,-53-64-92 0,-1 0-67 16,0-4-97-16,-2 0-89 0,-4 0-310 15,-2 0-650-15,0-2-535 0,-5 0 1622 0</inkml:trace>
  <inkml:trace contextRef="#ctx0" brushRef="#br1" timeOffset="18471.356">27622 1252 1375 0,'0'0'492'0,"0"0"508"0,0 0-683 0,0 0 33 0,0 0 64 16,0 0-70-16,0 0-114 0,0 0-91 16,0 0-118-16,89 49-21 15,-63-49-151-15,5 0-106 0,2-1-233 16,1-5-774-16,-8 0-1079 0,7-5 2268 16</inkml:trace>
  <inkml:trace contextRef="#ctx0" brushRef="#br1" timeOffset="18819.34">28210 851 1164 0,'0'0'208'0,"0"0"1353"0,0 0-1037 0,0 0-119 15,0 0 12-15,0 72-40 0,0-43-70 16,0 7-53-16,0 6-60 0,-1 6-42 16,-4 6-22-16,-1-3-39 0,-2 4-52 15,1-5-37-15,-1 0-2 0,1-6-14 0,0-2-7 16,1-3-27-16,1-7-49 15,2-3-18-15,0-7-10 0,1-5-8 16,-1-6-23-16,3-5-49 0,0-3-124 16,-3-3-259-16,2-8-479 0,-3-6-695 0,3 1 1012 15,-4-16 343-15</inkml:trace>
  <inkml:trace contextRef="#ctx0" brushRef="#br1" timeOffset="19205.247">28154 976 2828 0,'0'0'497'0,"0"0"-186"0,0 0 13 0,0 0 33 0,0 0-78 16,78-42-36-16,-59 40-50 0,1-1-71 16,0 1-40-16,-1 2-36 0,-1 0-46 15,-2 0 0-15,1 6-22 0,-3-1-14 16,-2 3 2-16,-4 2 1 0,-3 3 8 16,-2 2-1-16,-3 4 26 0,0 2 2 15,-8 4 0-15,-6 0 0 0,-3 1-2 16,0-3-12-16,4-2 10 0,1-2 1 15,6-5-1-15,0 1-20 0,4-2 10 0,2 1 9 0,0 1-8 16,5 3 11-16,4 1 2 0,2 4-2 16,0 2 1-16,3 0 0 0,0 0 14 15,0 1 1-15,-1-1 5 0,0-1 6 16,-3 1-2-16,-3-4-22 0,-1 2 18 16,-4-3 0-16,-2 0-19 0,-5 1 2 15,-7 0-4-15,-6-2-2 0,-3 0-19 16,-4 0 0-1,-4-2 3-15,1-4-1 0,3-3-8 0,0-3-10 16,5-6-52-16,0-1-36 0,5-2-19 16,2-8-69-16,5-5-201 0,2-6-202 0,4 0-158 15,2-7-707-15,0 8 359 0,0-14 1039 0</inkml:trace>
  <inkml:trace contextRef="#ctx0" brushRef="#br1" timeOffset="19411.878">28641 1339 2500 0,'0'0'1589'16,"0"0"-1449"-16,0 0-81 0,0 0 84 16,102 3 36-16,-59-7 36 0,2-2-40 15,6 0-114-15,3-1-43 0,1-4-18 0,-3 3-28 16,-5-3-48-16,-2 2-25 0,-6-2-41 15,-4 0-55-15,-5-3-48 0,-2 0-291 16,-10 0-714-16,-5 3-867 0,-11-7 2071 0</inkml:trace>
  <inkml:trace contextRef="#ctx0" brushRef="#br1" timeOffset="19658.832">29062 1024 2153 0,'0'0'1435'16,"0"0"-1182"-16,0 0-250 0,0 0 85 15,0 0 95-15,104 14 7 0,-73-7-10 16,4 2-38-16,-2 1-62 0,0 0-43 0,-4 4-19 16,-4 0-15-16,-4 0 31 0,-6 2 15 15,-4 1-9-15,-5 1-22 0,-3 2 19 16,-3-1-34-16,-5 2 15 0,-9 3-18 16,-6 2-16-16,-8 0-21 0,-3 3 1 0,-7 1-26 15,2-2-30-15,0-1-28 16,2-3-32-16,5-4-46 15,4-4-103-15,5-4-189 0,3-6-509 16,7-2-863-16,-5-4 1637 0</inkml:trace>
  <inkml:trace contextRef="#ctx0" brushRef="#br1" timeOffset="20544.463">30348 663 1603 0,'0'0'769'16,"0"0"-92"-16,0 0-345 0,0 0-56 16,0 0 61-16,0 0-46 0,0 0-55 15,0 0-8-15,2 89-47 0,-7-40-13 0,-6 6-71 16,-4 6-39-16,-3 4-15 15,-3-1-31-15,-4 1-12 0,0-2-17 0,0-5-11 16,-3-2-11-16,2-6-4 16,3-8-3-16,4-9 10 0,5-8-50 0,5-9 1 15,4-4 20-15,0-7-15 0,1-5-64 16,4 0-32-16,0-4-41 0,0-9-138 16,3-5-157-16,6-6 48 0,4-7-188 15,2-6-78-15,4-6 52 0,1-5 228 0,0-2 450 16,-1-2 40-16,-2-1 191 0,-5 1 300 0,-1 2-108 15,-2 9-150-15,-1 5-7 0,-3 9 19 16,-2 9 141-16,3 7-10 0,-3 9-64 16,1 2-99-16,3 2 29 0,4 5 1 15,3 6 7-15,3 5-109 0,3 5-47 16,0 6-30 0,-1 6-6-16,1 1-29 0,0 3-20 0,-4 0-34 15,3 0-15-15,-3-1 0 0,0-2-2 16,-3-5-19-16,0 0-12 0,-5-6-50 15,-3-3-5-15,-2-4-12 0,-3-2 17 16,0-3-9-16,-6 1-37 0,-10-1-37 0,-3-3-41 16,-7-2-114-16,-2-3-183 0,-6-3-112 15,3-2 49-15,-1-6-14 0,0-6 185 0,3-2 337 16,1-3 59-16,3 1 433 0,5 3 125 16,3 2-65-16,6 4-16 0,5 4-96 0,4 0-41 15,2 3-56-15,0-1-54 0,8 0-67 16,3-2-71-16,2-1 25 15,7-3-56-15,4-2-61 0,4 0-81 0,0-4-143 16,3-1-156-16,-9 2-416 0,5-7-914 0</inkml:trace>
  <inkml:trace contextRef="#ctx0" brushRef="#br1" timeOffset="20829.829">30584 1163 215 0,'0'0'2239'0,"0"0"-1143"0,0 0-890 0,0 0-8 16,15 70 224-16,-13-51-2 15,-1 2-62-15,2-3-139 0,2-2-128 16,-2-3-67-16,2-1-22 0,0-5-2 16,3 0-19-16,-1-4-36 0,2-3-24 15,1 0-36-15,5-1 5 0,-2-8 9 0,4-3 3 16,-1-1 19-16,0-1 11 16,-3-3 37-16,-1 1 31 0,-4 4 28 0,-2 3 0 15,-3 4 24-15,-3 3 21 0,0 2 56 0,0 5-1 0,-5 2-24 16,1 3-59-16,-1 5-27 0,1 3-15 15,0 3 10-15,-3 2 14 0,5 0 25 16,-1-6-32-16,3-1-20 0,2-6-15 16,4-5-19-16,6-2-17 0,2-3-16 15,6-5-31-15,4-10-54 0,5-6-121 0,2-6-209 16,-9 4-750 0,10-15-692-16</inkml:trace>
  <inkml:trace contextRef="#ctx0" brushRef="#br1" timeOffset="21161.874">31113 889 1869 0,'0'0'973'16,"0"0"-480"-16,0 0-362 0,0 0 87 15,0 0 217-15,-13 87-44 0,10-50-6 0,-2 2-98 0,5 4-110 16,0 0-74-16,0-1-48 0,0-3-40 16,0-5-15-16,6-3-3 0,0-7-19 15,1-5-35-15,1-4-40 0,-2-6-7 16,-1-3-18-16,-2-5-18 0,-2-1-26 15,-1 0-58-15,0 0-98 0,-6-7-272 16,-5-2-401-16,-4-1-284 16,-5-2 43-16,-4 0 1148 0,-1 0 5 15,-4-2 83-15,1-2 164 0,0 2 110 16,2 0-183-16,6 3 1829 0,4 5-1337 16,6 2-159-16,3 3-104 0,6 1-27 15,1 0-28-15,3 0-8 0,9 0-42 0,7-3-43 0,7 0 32 0,7-5-61 16,10 0-43-16,2-6-64 15,3-2-36-15,-2 0-61 0,0 1-88 16,-3-1-77-16,-2 1-52 0,-1-1-223 16,-11 6-759-16,10-7-1114 0</inkml:trace>
  <inkml:trace contextRef="#ctx0" brushRef="#br1" timeOffset="21763.024">31863 711 620 0,'0'0'251'16,"0"0"1582"-16,0 0-1467 0,0 0-78 0,-35 91 183 15,14-49-4-15,-2 2-68 0,-3 5-71 16,3 2-108-16,-1-1-65 0,-1 1-3 15,1-2-58-15,2-4-46 0,2-4-45 16,1-5-3-16,5-5-21 0,-1-3-55 16,7-11-27-16,0-4-18 0,5-7-1 0,-1-3-15 15,4-3-34-15,0-1-35 0,0-11-90 16,6-3-225-16,3-8-23 0,2-8 16 0,6-6-121 0,0-7 35 31,1-3 25-31,1-6-54 0,0-1 565 16,1 1 78-16,-1 2 385 0,1 6-300 15,-2 10 1152-15,-2 8-835 0,-1 10-79 16,-7 6-43-16,1 10 30 0,-2 1-8 16,2 8 32-16,-1 9-111 0,1 8-33 15,1 7-7-15,-3 6-35 0,-2 5-7 0,-2 5 3 16,1-1-46-16,-1 1-40 0,1-4-27 16,0-3-31-16,4-8-6 0,-3-5-16 15,1-7-8-15,2-4-7 0,-2-6-9 16,0-5-3-16,-3-1-18 0,-1-4-34 0,-2-1-50 15,0 0-41-15,-6-2 6 0,-8-5-90 0,-2-2-76 16,-7-3-113-16,-2-2 103 0,-1-3 146 16,2 0 206-16,-2-4 10 0,3-2 165 15,1 1 21-15,5 3 106 0,2 1 1 16,10 6-25-16,0 4-51 0,5 3-63 16,0-1-10-16,10 0-30 0,5-1-114 0,4-4-59 15,8 0-12-15,6-2 18 0,4 0-28 0,5-2-105 16,0-1-90-16,0 2-156 0,-2-1-269 15,-11 3-898-15,6-6 974 0</inkml:trace>
  <inkml:trace contextRef="#ctx0" brushRef="#br1" timeOffset="22666.34">32313 544 756 0,'0'0'46'0,"0"0"159"0,0 0 1066 0,0 0-815 15,0 0-122-15,0 0 23 0,0 0 20 0,0 0-81 16,0 0-78-16,0 0-35 0,79-18-53 15,-67 18-20-15,1 0-8 0,-2 0-26 16,4 0 1-16,1 0-16 0,-3 0-21 16,2 0-28-16,2 0-9 0,-2 2 15 0,0 1-15 15,-1-1 25-15,-2 3-7 0,-5-3 7 16,0 2-7-16,-4-2 3 0,-2 1 13 16,-1-1-7-16,0 0 1 0,0 0 5 15,0-1 19 1,0-1-7-16,0 2-30 0,0 0-5 15,0-1-11-15,0 1 10 0,0-2-12 16,0 0 3-16,0 0-1 0,0 0 13 16,0 0 9-16,0 0-3 0,0 0-19 15,0 0 14-15,0 0-15 0,0 0-1 16,0 0 0-16,0 0-13 0,0 0 10 0,0 0-12 0,0 0 12 16,0 0-9-16,0 0 11 0,0 0 1 15,0 0 0-15,0 0 2 0,0 0-1 16,0 0 11-16,0 0-10 0,0 0-1 0,0 0 0 15,0 0 0-15,0 0-1 0,0 0 0 16,0 0-1-16,0 1-2 0,0-1-12 16,2 3 5-16,-2 0 10 0,1 0 3 15,1 1-2-15,0 2-1 0,1-1-1 0,0 3-1 16,2-2-1 0,2 3 1-16,-3 1 2 0,0 2-2 15,2 1-13-15,0 4 3 0,2 3 12 0,-2 5 0 0,2 3-1 0,-3 5 1 16,3 3 32-16,1 3-20 0,0 0-11 15,0-1 13-15,-1 2-14 0,3-1-24 16,-6-1-12 0,3-3-1-16,-1 0-11 0,-4-2 2 15,-1 0 31-15,1-4-25 0,-3 0 10 16,0-1 6-16,-3-1-19 0,-5 1 0 0,-4 2 1 16,-1 1 11-16,-2-2 1 0,-1 1-31 15,-3-2-10-15,0-3-8 0,3-2 8 16,1-1-12-16,0-3-9 0,-1-1-13 0,3-4-31 15,-1-2-32-15,1-1-92 0,1-5-128 16,0-4-234-16,-2-1-688 0,6-1-216 16,-7-1 1474-16</inkml:trace>
  <inkml:trace contextRef="#ctx0" brushRef="#br1" timeOffset="24853.229">27142 2016 245 0,'0'0'202'15,"0"0"991"-15,0 0-528 0,0 0-213 16,0 0-156-16,0 0-43 0,0 0-9 0,0 0-51 0,0 0-29 16,0 0-36-16,0 0 5 0,-13 64-6 15,21-38 13-15,-1 0-29 0,1 3-9 16,2-2-22-16,-2-1-12 0,0-1-38 16,2-1-2-16,0-4-28 0,-1-2 3 0,4 0 0 15,0-4-3-15,4-2 0 0,6-3 0 16,4-4 0-16,4-4 0 0,8-1-67 15,1-5 5 1,4-5-5-16,2-3 20 0,-2-2-55 0,4-2 0 16,-3-1 12-16,1 0 10 0,-4-1 14 15,1 1 16-15,-2-1 35 16,4 3-17-16,1-2 20 0,5 1 9 0,-1 2 0 16,6-2 3-16,3 2 21 0,3 1 14 15,2 3-7-15,-1 2-9 0,-4 2 2 16,0 2-21-16,-4 5-17 0,-6 0-14 0,-4 6 9 15,-5 2 20-15,-4 4-1 0,-4 0 3 16,-6 5-3-16,-5-1 3 0,-5 4 0 16,-1 0 32-16,-4 4 61 0,-5 2 19 0,0 0-65 0,-6 0-35 15,0 2-10-15,0-2-2 0,-3-3 0 16,-1-3-1-16,1-4-30 0,1-4-34 16,1-6-16-16,1-1-53 0,0-5-115 15,0 0-13-15,6 0-14 0,5-11 180 16,4-2 80-16,3-9-16 0,3-5-29 15,5-6-19-15,2-4 16 0,5-1-39 0,2 0-68 16,5 2-54-16,1 3-2 0,4 6 131 16,-2 3 96-16,-2 7 91 0,2 1 57 15,-1 3-9-15,-1 4 23 0,0 0 5 0,1 3 13 16,0 2 41-16,-2 3-30 0,-4 1-48 16,-2 0-32-16,-3 5-55 0,0 1-24 31,-4 5 34-31,0 0 6 0,1 3 29 0,-1-1-6 15,1-1-2-15,3 0-3 0,4-1 7 16,-1-3 11-16,2-3-40 0,3-4-22 16,-2-1 7-16,-1-1-7 0,-2-5-6 0,-6-4-40 15,-4 1-70-15,-3-2-81 0,-7-1-26 16,-3 2-19-16,-10 2-102 0,-4 2-266 0,-17 2-759 16,0 1-463-16,-27 3 1626 0</inkml:trace>
  <inkml:trace contextRef="#ctx0" brushRef="#br1" timeOffset="25538.235">27985 2614 91 0,'0'0'13'0,"0"0"1831"0,0 0-1245 0,0 0-171 0,0 0-99 16,0 0-36-16,0 0-57 0,0 0-9 15,-52 88-2-15,47-51-2 0,-3 0-41 16,7 0 6-16,1-1-72 0,0-3-37 16,4-7-18-16,6-2-6 0,4-8 34 15,0-2 23-15,3-7-57 16,3-2-22-16,0-5-6 0,2 0-27 15,1-5-18-15,2-7-21 0,0-3-16 16,-2-3-6-16,1-4-3 0,0-3-15 16,-1-1-12-16,-1-2 8 0,-5-1-18 0,0 1 12 15,-6 0-15-15,-6 0 39 0,-2 1 19 16,-3 1-28-16,-3 5 49 0,-2 4 25 16,-3 6 59-16,-1 5 30 0,3 5-15 0,-3 1-34 15,0 1-18-15,-1 9 2 0,-1 4 16 0,0 4 21 16,2 5 7-16,-2 5-7 0,3 4-18 15,-4 4-4-15,4 2 1 0,0 3 0 16,-1 1-16 0,0 1-6-16,1-1-3 0,0 2-11 0,-1-1 8 15,3-3 18-15,1 1-18 0,-1-5-12 16,1-2 1-16,2-2-1 0,3-2-2 16,0-7-16-16,0-1-6 0,0-5-74 15,6-6-42-15,2-2-4 0,0-8-19 16,4-1-3-16,1-4-94 0,5-5-163 15,0-9-191-15,2-3-377 0,-6 3-648 16,9-14 1440-16</inkml:trace>
  <inkml:trace contextRef="#ctx0" brushRef="#br1" timeOffset="25716.548">28575 3002 658 0,'0'0'423'0,"0"0"1047"0,0 0-1215 0,0 0-59 15,0 78 92-15,0-56 42 0,-2-1-75 16,2 0-101-16,-1-5-93 0,1-3-61 16,0 1 0-16,0-5-28 0,0-3-108 15,-2-4-44-15,2-2-63 0,-1-1-82 0,-5-6-289 16,3-4-852-16,-2 3 892 0</inkml:trace>
  <inkml:trace contextRef="#ctx0" brushRef="#br1" timeOffset="25883.842">28521 2727 1471 0,'0'0'2017'0,"0"0"-1613"0,0 0-328 0,0 0-11 16,0 0 99-16,0 0 50 0,0 0-59 16,0 0-130-16,85 5-25 0,-62-5-155 15,-1 0-69-15,0 0-193 0,-4 0-644 16,-5 0-784-16,2 0 1239 0</inkml:trace>
  <inkml:trace contextRef="#ctx0" brushRef="#br1" timeOffset="26187.433">29034 2819 1687 0,'0'0'1178'15,"0"0"-619"-15,0 0-378 0,0 0-70 16,0 0 81-16,0 0-9 0,0 0-34 15,-62 77-37-15,48-59-65 0,5-1-44 16,4 0-2-16,-1-1-1 0,4-2 3 0,2-1 9 16,0-2 26-16,8-1 24 0,2-1-13 0,4 2-9 15,1-3-15-15,2 0-4 0,0 1 1 16,3 0-20-16,-4 0-1 0,1-2 0 16,-3 1-1-16,-3 1-12 0,-2-1-13 0,-4 1-52 15,-2 0-10-15,-3 1 4 0,0-1 27 16,-3 1 9-16,-7 2-18 0,-5-1-38 15,-1 3-48 1,-6-3-32-16,-2 0-54 0,0-4-62 16,-5-1-82-16,-1-3-232 0,9-1-836 15,-12-2 1120-15</inkml:trace>
  <inkml:trace contextRef="#ctx0" brushRef="#br1" timeOffset="26655.636">29627 2867 851 0,'0'0'2607'0,"0"0"-2142"0,0 0-283 0,0 0 43 16,0 0 93-16,0 0-72 0,0 0 23 0,91 46-71 15,-55-46-95-15,7-5-61 0,4-7-42 16,2-5-55-16,1-5-82 0,1-3-61 0,0-4-59 15,-7 0-81 1,-10 7-425-16,-7-9-1004 0</inkml:trace>
  <inkml:trace contextRef="#ctx0" brushRef="#br1" timeOffset="26839.591">30024 2513 2595 0,'0'0'572'16,"0"0"-304"-16,0 0 30 0,0 0 13 0,-10 78-20 15,9-42-7-15,-2 8-71 0,3 5-48 16,0 0-40-16,0 1-33 0,0-2-19 16,4-1-52-16,-1-4-21 0,2-8-2 15,0-6-10-15,1-8-34 0,2-6-91 0,1-9-56 16,2-3-68-16,0-3-60 0,3-7-297 16,0-6-576-16,-2 0-641 0,0-11 1395 0</inkml:trace>
  <inkml:trace contextRef="#ctx0" brushRef="#br1" timeOffset="27096.943">30239 2767 2809 0,'0'0'576'0,"0"0"-309"16,0 0 35-16,0 0 46 0,0 0-128 15,30 87-45 1,-24-58-18-16,-1-2-53 0,-1 1-24 16,-1-3-22-16,-2 0 6 0,2-5-12 15,-3-1-1-15,0-6-14 0,0-2-10 16,0-5 13-16,0-4 5 0,0-2 13 0,0 0 42 15,0 0-33-15,1-1-16 0,2-5-2 16,2-5-10-16,2-3-39 0,0-6-27 16,8-6-10-16,-1-5-17 0,6-4-46 0,2 2-76 15,-3-1-40-15,4 6-44 0,-5 2-93 16,0 6-221-16,0 3-565 0,-2 4-469 16</inkml:trace>
  <inkml:trace contextRef="#ctx0" brushRef="#br1" timeOffset="27255.377">30613 2754 1418 0,'0'0'796'0,"0"0"329"0,0 0-883 0,0 0-78 16,0 0 129-16,20 88 1 0,-18-63-22 15,3 2-23-15,-1-2-90 0,-2-2-79 16,1-2-38-16,0-3-26 0,-2-3-16 0,-1-2-13 16,0-2-20-16,0-5-65 0,0-3-43 15,0-1-61-15,-4-2-64 0,-1-3-169 16,-4-4-595-16,4 0-850 0,-10-9 1283 0</inkml:trace>
  <inkml:trace contextRef="#ctx0" brushRef="#br1" timeOffset="27392.313">30590 2608 2979 0,'0'0'1004'15,"0"0"-865"-15,0 0 1 0,0 0 108 0,0 0-56 16,0 0-73-16,0 0-119 0,87 4-6 15,-67-4-246-15,-3 0-92 0,-3 0-349 16,-3 0-944-16</inkml:trace>
  <inkml:trace contextRef="#ctx0" brushRef="#br1" timeOffset="27635.939">30801 2678 688 0,'0'0'2068'15,"0"0"-1571"-15,0 0-325 0,0 0 31 16,20 86 141-16,-17-56-65 0,0-1-16 0,2-3-62 0,-2 1-78 15,-1-7-41-15,1 3-20 16,4-8-29-16,-5-1-2 0,1-4 3 0,0-1-4 16,0-3-9-16,-1-1 1 0,1-4 5 0,0-1 13 15,2 0-13-15,2 0-16 0,-2-3-10 0,3-4 26 16,0-2 24-16,5-5-51 0,0-6-60 16,4-6-87-16,-3-8-54 0,3-2-57 15,-3-2-213-15,0-2-686 0,-3 13-729 16,0-8 729-16</inkml:trace>
  <inkml:trace contextRef="#ctx0" brushRef="#br1" timeOffset="27797.782">31192 2721 653 0,'0'0'2783'0,"0"0"-2391"0,0 0-210 0,0 73 141 15,0-51 26-15,0-1-134 0,0-2-114 16,0-2-80-16,0-2-21 0,1-2-2 15,1-1-62-15,1-4-120 0,-3-2-59 16,0-1-2-16,0-5-62 0,-2 0-373 16,-4 0-1023-16</inkml:trace>
  <inkml:trace contextRef="#ctx0" brushRef="#br1" timeOffset="27940.354">31117 2594 729 0,'0'0'2454'15,"0"0"-2167"-15,0 0-230 0,0 0-32 0,0 0-25 16,0 0-2-16,86 48-115 0,-64-41-250 16,1-2-407-16,-6-4-1134 15,6 1 1797-15</inkml:trace>
  <inkml:trace contextRef="#ctx0" brushRef="#br1" timeOffset="28272.723">31494 2705 316 0,'0'0'3014'15,"0"0"-2517"-15,0 0-327 0,0 0 109 16,-62 77 160-16,47-57-142 0,2-1-89 16,1-1-71-16,2-3-67 0,1 0-34 0,5-4-21 0,-1-2-15 15,5-2 0-15,0-2-12 0,0-3-79 16,1 2-28-16,7-4-6 0,0 0 31 16,3-3 29-16,4-1 20 0,-1-4-10 15,3-2-13-15,-1-2 10 0,0-1 58 16,-4 0 10-16,0-2 11 0,-4-1-5 15,-1 2-16-15,-3 3 1 16,-1 3-1-16,-3 3 27 0,0 5 22 16,0 0 7-16,-3 1-17 0,0 5 13 0,2-1-12 15,0 0-15-15,-1 1-1 0,1-1 9 16,1 2 4-16,0-3-16 0,0-1-18 16,0-1-3-16,0-2-33 0,0 0-98 15,0 0-35-15,0-3-21 0,0-3-88 16,1-3-392-16,1 0-500 0,-2-1-300 0</inkml:trace>
  <inkml:trace contextRef="#ctx0" brushRef="#br1" timeOffset="28904.636">31545 2752 300 0,'0'0'2351'16,"0"0"-1601"-16,0 0-335 0,0 0-132 0,0 0 41 15,0 0-93-15,0 0-40 0,0 0-26 16,0 0-61-16,0 0-67 0,-4 28-16 16,4-14 22-16,0 5 5 0,6 2-5 15,0-1-19-15,0 3-8 0,4-5-16 16,1-1-12-16,4-3-45 0,-1-2 2 15,3-4-21-15,-3-3-28 0,3-2-40 16,-1-3-37-16,2-3-44 0,2-6-186 16,0-6-376-16,-4 3-908 0</inkml:trace>
  <inkml:trace contextRef="#ctx0" brushRef="#br1" timeOffset="29159.957">32017 2359 323 0,'0'0'2019'16,"0"0"-1599"-16,0 0-192 0,-17 80 184 0,12-46 119 0,-1 0-102 15,3 3-120-15,1 1-140 0,2 0-65 16,0 1-46-16,0 0-15 0,2-1-22 16,2 0-18-16,1-2-2 0,2-2 0 15,2-2-1-15,3-5-15 0,3-1-113 16,4-5-38-16,3-4-40 0,3-5-51 15,3-3-267-15,-5-5-563 16,-3 0-754-16,-1-4 1068 0</inkml:trace>
  <inkml:trace contextRef="#ctx0" brushRef="#br1" timeOffset="37894.98">26854 3881 919 0,'0'0'2047'0,"0"0"-1647"0,0 0-80 0,0 0-30 0,0 0 60 16,0 0-40-16,0 0-58 0,0 0-50 16,0 0-71-16,-41 15-55 0,44-13-6 0,5 0 85 15,3 1-16-15,7 1-21 0,6 1-33 16,5 0-49-16,4 1-16 16,2-1-20-16,2 2-15 0,1-1-6 0,3-2-9 15,-2 1-1 1,2-2 4-16,-4-2-27 0,-1 0-92 15,-7 1-57-15,-7 0-129 0,-7-2-100 0,-9 1-169 16,-4 1-574-16,-14 2-626 0</inkml:trace>
  <inkml:trace contextRef="#ctx0" brushRef="#br1" timeOffset="38066.494">26727 4104 1634 0,'0'0'1433'15,"0"0"-1120"-15,0 0-170 0,0 0-39 16,0 0 42-16,0 0 92 0,0 0 38 15,103 42-68-15,-55-40-82 0,2-2-80 16,4-2-46-16,-3-5-28 0,-5-2-43 16,-5 0-133-16,-4-2-48 0,-12-1-250 15,-7 3-596-15,-11-7-1122 0</inkml:trace>
  <inkml:trace contextRef="#ctx0" brushRef="#br1" timeOffset="38460.654">26796 3757 1235 0,'0'0'2104'15,"0"0"-1875"-15,0 0-229 0,0 0 0 16,0 0 122-16,0 0 38 0,0 0-28 16,-90 66-56-16,71-44-76 0,-4 2-23 15,-5 3 5-15,0 0-7 0,-3 3-13 0,2-5 38 16,4-5 17-16,7-4 33 15,5-4 29-15,5-4-41 0,0-2-17 0,4-1-8 0,-2 1 6 16,4-1-1-16,2-2-18 0,-3 1 0 16,1 0 0-16,1 2 1 0,-1 0-1 15,1-3 1-15,-1 4 15 0,-1-1-14 16,2 0 14-16,-1-1-1 0,2 0-14 0,0 0-1 16,0 0 28-16,0-1-25 15,3 1 22-15,5 2-22 16,3-2 13-16,5 6 15 0,6-4 3 15,-1 2-24-15,8 1-10 16,3 3-1-16,4 2 1 0,0-3 26 0,4 5 17 16,1-3-6-16,2 3-6 0,2-3-31 0,0 1-6 15,-3-2-25-15,0-2-62 0,-2-3-90 16,-6-4-90-16,-3 0-140 16,-8-2-293-16,-4-5-659 0</inkml:trace>
  <inkml:trace contextRef="#ctx0" brushRef="#br1" timeOffset="38744.456">27273 3754 1550 0,'0'0'1789'0,"0"0"-1668"0,0 0-63 0,0 0 68 16,58 67 35-16,-33-40-4 0,0 3-5 15,4 1-6-15,4 1-59 0,1 0-70 16,-3-2-17-16,-2-1-13 0,-4-5-27 0,-11-1 21 16,-5-4-46-16,-9 0 37 0,-9 2 28 15,-10 0 0-15,-7-1-15 0,-8 2-16 16,-4-2 9-16,-3 1 10 0,-3-2-1 16,0 1-27-16,0-1-74 0,2-2-21 15,5 1-55-15,4-2-118 0,11-8-288 0,-1 1-750 0</inkml:trace>
  <inkml:trace contextRef="#ctx0" brushRef="#br1" timeOffset="39477.962">28068 4085 307 0,'0'0'2320'0,"0"0"-2014"0,0 0-107 15,0 0 31-15,0 0 62 0,0 0-34 0,0 0-53 16,0 0-87-16,0 0-12 0,0 0 104 15,0 0-3-15,-42 71-35 0,31-45-32 16,0-1 10-16,1 4-13 16,1-2-55-16,-1 2-49 0,5 0-18 15,0 1-15-15,4-5-1 0,1 0-14 16,0-5 0-16,8-3-3 0,7-6-1 0,-1-1 1 16,8-4 3-16,4-6-9 0,-1 0 9 15,6-6-19-15,-1-6-30 16,0-6-46-16,-1-1-12 0,0-3-15 15,2-2 14-15,-6 0-34 0,1 0 12 0,-6-2-10 0,-2 2 24 0,-4-4-2 16,-5 4 49-16,-6-1 34 0,-3 6 50 16,0 2 72-16,-5 6 32 0,-1 4 80 15,1 6-35-15,-1-1-19 0,0 2-37 16,1 0-13-16,-4 2-62 0,-2 6-15 16,-1 6-3-16,-3 3 19 0,0 6 24 15,0 4 9 1,-2 4-6-16,0 4-6 0,-1 5-13 15,3 6-2-15,-2 4-7 0,0 4 0 0,3 1-16 16,0-1-2-16,0 2-12 0,3-3 3 0,2-2 6 0,4-7 3 16,2-4-34-16,3-11 10 0,3-4-99 15,2-8 31-15,7-7-28 0,2-6-47 16,3-4-16-16,2 0-43 16,7-13-208-16,-6 1-323 0,11-19-653 0</inkml:trace>
  <inkml:trace contextRef="#ctx0" brushRef="#br1" timeOffset="39725.912">28635 4250 29 0,'0'0'2554'16,"0"0"-2139"-16,0 0-127 0,0 0 49 0,-15 74 50 15,7-44-86-15,2 2-66 0,2 5-77 16,0-1-63-16,-2 2-40 0,3-1-55 0,3-4-3 16,0-2-37-16,0-5-21 0,9-5-78 15,-1-6-18-15,3-4-36 0,0-4-39 16,2-7-82-16,2 0-182 0,5-8-224 16,-5-2-716-16,9-15 595 0</inkml:trace>
  <inkml:trace contextRef="#ctx0" brushRef="#br1" timeOffset="40094.628">28936 4004 1269 0,'0'0'1502'16,"0"0"-1306"-16,0 0-51 0,-10 66 116 16,5-35 117-16,2 5-48 0,-2 0-74 15,-1 2-80-15,0 1-64 16,-2 1-45-16,0-2-35 0,-3 2-32 15,-1-1-12-15,-2-4-41 0,0-4-24 16,1-3-9-16,4-9 18 0,1-3 40 0,4-6 25 16,4-5-22-16,0-3-12 0,0-2-38 15,0 0 7-15,3-2 64 0,6-4 4 16,4-3 41-16,5-1-22 0,1-2-19 16,2 1-22-16,1 4-12 0,-5 2 18 0,0 3 16 15,-1 2 28 1,-2 3 13-16,0 6 8 0,-3 0-8 0,1 3 8 15,-5 0-11-15,-1 2-11 0,-2-2-2 16,0-2-12-16,-2-1-11 0,0-2-2 16,-2-1-3-16,0-1-25 0,-1-4 0 15,-9 4 12-15,-4-4 16 0,-6 4-21 16,-8-5-60-16,-2 1-47 0,-2-1-57 0,1 0-26 16,0-1-204-16,5-5-293 0,7-2-719 15,-1-11 486-15</inkml:trace>
  <inkml:trace contextRef="#ctx0" brushRef="#br1" timeOffset="40342.922">29233 4271 199 0,'0'0'2597'16,"0"0"-2298"-16,0 0-143 0,0 0 112 15,26 80 82 1,-18-49-86-16,1 0-21 0,-1 3-110 0,0-2-86 16,-2 0-20-16,-3-2-27 0,-3-4-12 15,-1-1-34-15,-11-1-22 0,-6-4-22 0,-7 1-22 16,-3-2-66-16,-3-3-96 0,-3-2-169 16,-1-3-208-16,8-5-670 0</inkml:trace>
  <inkml:trace contextRef="#ctx0" brushRef="#br1" timeOffset="42082.042">29605 4219 339 0,'0'0'114'0,"0"0"225"0,0 0 994 0,0 0-893 0,0 0-111 15,0 0-54-15,0 0 15 0,0 0-43 16,0 0-17-16,0 0-19 0,-27 52-6 16,21-33-41-16,0 1-6 0,0 5-8 15,1 1-9-15,-2 5-31 0,2 0-30 0,-1 3-4 16,4 0-9-16,-4 2-28 0,1-2-11 31,1 3-13-31,1-7-15 0,3 1-16 16,0-5-2-16,7-2-52 0,6-3-61 0,3-3-50 0,5-3-49 0,3-5-29 15,3-2-70 1,6-5-302-16,-7-3-624 0,13-7-1001 0</inkml:trace>
  <inkml:trace contextRef="#ctx0" brushRef="#br1" timeOffset="42482.447">30022 4423 2858 0,'0'0'382'16,"0"0"-204"-16,0 0 117 0,0 0 83 16,0 0-141-16,0 0-45 0,-78 43-44 15,57-18-22-15,-1 1 18 0,0 2 24 0,5-3-52 16,-1 2-55-16,7-7-34 0,2-2-27 15,4-5-3-15,2-2-30 16,3-4-1-16,0-3-27 0,0-3-49 16,3 0-9-16,2-1-16 0,5 0 37 15,3-4 21-15,3-5 15 0,2-2-43 16,2-3-53-16,2-3-19 0,0 3 35 0,-2-3 35 16,2 0 9-16,-3-1 13 15,-1 1 38-15,-3 0 44 0,-1 3 3 16,-6 4 87-16,-1 3 55 0,-3 5-20 0,-1 2-30 0,-2 0-1 15,-1 8-35-15,2 3 71 16,-1 2 6-16,1 5-3 0,-2 3-19 0,3 0-7 16,-1 0 6-1,1-2-39-15,3-1-46 0,2-1-25 0,1-5-3 0,2-3-21 16,0-3-90-16,3 0-36 0,-2-4-7 16,2-2-38-1,1-2-103-15,-2-4-406 0,-2-9-958 0</inkml:trace>
  <inkml:trace contextRef="#ctx0" brushRef="#br1" timeOffset="42820.09">30407 4344 1489 0,'0'0'23'15,"0"0"1127"-15,0 0-886 0,0 0 5 0,0 0 113 16,0 0-17-16,59 79-101 0,-45-60-25 16,-2 4-50-16,-1 0-69 0,3 2-40 0,-5-2-19 15,1 4-24-15,-3-4-22 0,-2 1-15 16,-5 0-14-16,0-3-32 0,-2 0-22 15,-11-2-2 1,-3-1-16-16,-7 1 15 0,-5-2 0 16,-3 0-16-16,-2-3-22 0,4-3-21 15,2-5-137-15,7-2-255 0,3-4-456 0,5 0-325 0</inkml:trace>
  <inkml:trace contextRef="#ctx0" brushRef="#br1" timeOffset="43043.753">30719 4438 2353 0,'0'0'1499'0,"0"0"-1231"15,0 0-112-15,0 0 141 0,0 0-38 0,85 19-143 16,-56-15-98-16,3 1-18 0,1 1-39 15,2-1-16-15,-4-2-111 0,-3 1-97 16,-2-2-66-16,-6 1-182 0,-7-3-452 16,-6 2-346-16</inkml:trace>
  <inkml:trace contextRef="#ctx0" brushRef="#br1" timeOffset="43199.274">30735 4682 1186 0,'0'0'2634'0,"0"0"-2229"0,0 0-231 0,0 0 21 0,0 0 38 16,0 0-52-16,0 0-53 0,95 6-121 16,-59-6-7-16,4-3-165 0,2 0-78 15,0-3-75-15,-9 5-241 0,15-4-809 0</inkml:trace>
  <inkml:trace contextRef="#ctx0" brushRef="#br1" timeOffset="43700.259">31732 4466 179 0,'0'0'1475'0,"0"0"33"0,0 0-1212 0,0 0-106 0,0 0 182 15,0 0-53-15,-92-30-81 0,69 36-65 16,-7 9-20 0,-4 6-46-16,-6 5 9 0,-2 6 55 15,-3 5-10-15,3 3-37 0,3-1-24 16,5-5-33-16,11-3-22 0,12-6-3 16,5-6-23-16,6 0-19 0,3-3-31 15,10-3-11-15,3 0-34 0,7-3 4 16,4-6 32-16,6-2-20 0,7-2-22 0,2-4 3 0,3-10-12 15,3-2-16-15,-3 0-9 0,-1-5 40 16,-3 1 42-16,-7-4 31 0,-4 0 3 16,-4 1 18-16,-6 1-15 0,-7 3 10 15,-2 5 17-15,-4 4 50 0,-6 6 14 16,-1 2-9-16,0 2-21 0,0 0-27 0,0 4-13 16,-3 4-23-16,-4 6 11 15,-2 7 49-15,1 2 12 0,-1 6-13 16,1-1-23-16,5 1-25 0,3 2-10 15,0-3 31-15,11-3-6 0,5-3-27 0,5-1-24 16,4 0-9-16,3-6-16 16,5-3-26-16,3 0-22 0,0-6-43 0,3-1-70 0,0-5-140 0,-11 0-383 15,15 0-973-15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18:03.0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2668 3476 3889 0,'0'0'407'0,"0"0"-251"0,0 0-156 0,0 0 2 15,0 0 69-15,0 0 34 0,0 0-25 16,0 0-80-16,0 0-9 0,0 0-1 16,28 33 10-16,-15-8 77 0,3 4-22 15,4 3-12-15,1 1-15 0,4-2-7 0,-2-2-20 16,5-4 15-16,0-4 14 0,4-3-30 15,0-3-13 1,4-3-14-16,4-4 11 0,2-3-14 16,5-5 11-16,1 0-21 0,5-1-15 15,-1-10 15-15,3 1-28 0,3-3 13 16,-1 1-1-16,2 1 10 0,-1 2 0 16,-2 4 42-16,-4 3-14 0,-4 2-4 15,-6 0 0-15,-2 7 10 0,-3 0 10 0,-1-2 2 16,-1 0 1-16,2-1 14 0,4-1 6 0,-1-3-20 15,2 0-1-15,4 0 1 0,2-4-1 16,2-2-2-16,5-1-35 0,-1-4-31 16,0 4 49-16,4 2 18 0,-2 3-1 15,-2 2-29-15,1 0 31 0,-4 0 11 0,0 6-10 16,1-3 17-16,-1 2-6 0,2-1 19 16,3-2 10-1,-1 1-41-15,3-3-1 0,4 0-1 0,0-4-14 16,5-2 16-16,-2-1-15 15,2-4-13-15,-4 3 3 0,0 3 9 0,-2 2-2 16,-5 3 14-16,-4 0-8 0,-3 5 12 16,-2 5 10-16,-2 2 46 0,-3 1-21 0,3 1 5 15,-2 0-9-15,3-2-28 0,6-5 25 16,4-1-13-16,2-6-15 0,5 0-10 16,4-4-2-16,2-4-1 0,1 0-12 15,0-3 4-15,3 0 8 0,-1-3 13 0,0 1 0 16,0 1 0-16,0 2-11 0,-1-1 10 15,-2 1-10-15,1 3 11 0,-2-1 2 16,2 2 10-16,-4 0 3 0,4 0-2 16,-2 0-11-16,-3-1 23 0,3 3-15 0,-3 0-10 15,0 0-1-15,0-1 1 0,2 1-2 16,-1 0 2-16,1 0 0 0,-1 1 0 0,-3 2 0 16,1 1-2-16,-4 0-1 15,2 0 3-15,-4 0 2 0,4 0-1 0,-3-2 2 16,3 0-2-16,1-1-1 0,2-2 0 0,2 0-3 31,-2-1 2-31,3 0-21 0,-3-1 4 0,-1 0-7 16,-2 0 24-16,-3 1-12 15,-3 1 11-15,-5 5 2 0,-3 0 0 0,-3 0 14 16,0 11 48-16,-3-3-10 0,-2 5-17 16,2-1 5-16,1 3-25 0,3-6-12 15,2 0 10-15,5-3-10 0,3-2-3 0,2-2-2 16,1-2 1-16,-1 0-21 0,-1-3 22 0,1-3 9 15,0 0-8-15,-2-2 20 0,1-1-21 16,-1-1 15-16,-2-1-14 0,4 0 2 16,-2 0-1-16,1 2 0 0,1-3 1 15,1 2-3-15,-1 1 0 0,-2 0 0 16,-3 1-3-16,-2 1 1 0,-7 1 2 16,-2 1-3-16,-9 0 0 15,-8 4 0-15,-5-2 3 0,-10 2-37 16,-8 1-90-16,-2 0-121 0,-10 0-123 15,-1 1-415-15,-16 2-1157 0</inkml:trace>
  <inkml:trace contextRef="#ctx0" brushRef="#br0" timeOffset="5073.017">16014 3761 1186 0,'0'0'754'16,"0"0"-430"-16,0 0 219 0,0 0-8 15,0 0-111-15,0 0-121 0,0 0-60 0,0 0-51 16,0 0-53-16,20-17-34 0,-16 15-50 15,0 0-21-15,2 0-4 0,-1-2 10 16,2 2 9-16,1-2-15 0,1 1-1 16,1 1-5-16,0 0-28 0,0 2 13 15,2 0-13-15,2 0-12 0,-1 0 11 16,4 0 1-16,0 0 2 0,3 0-2 16,1 0 0-16,6 0-1 0,0 0 0 15,3-1 0-15,4-1 0 0,-1 2-10 16,3-2-20-16,1 0-9 0,-3 1-9 0,1 1 19 15,-1-4-13-15,-2 4 3 0,-2-2 18 16,1 2 1-16,-4-1-3 0,-3-1 23 16,-1 2-28-16,-4 0 27 0,1 0-26 0,-1 0 3 15,-3 3-2-15,4-1 27 16,-1 2 0-16,3 1-25 0,-1-2-3 0,2 2 25 0,0-1 0 16,3-2 2-16,0 0-20 0,3-1 20 15,0 1 0-15,1-2 0 0,0 0-17 16,3 0 17-16,-2 0-21 0,0-5 21 15,0 3 1-15,-1-3 0 0,-3 1 1 16,-2 3 2-16,-3-1-3 0,-2 0-2 16,-2-1-54-16,-3 3 4 0,-1-4 2 0,-1 2 16 0,2 1 15 15,0-3 17-15,1 3-16 0,2-4 14 16,2 0-42-16,0-1 5 0,4 0 10 16,2 0 19-16,0 0 8 0,3 2 2 15,0 0 0-15,2 0-23 0,1 1 13 16,1 3 12-16,-1-2 1 0,3 2 0 15,-1 0-1-15,2-2 0 16,4 2 0-16,2-2 2 0,3-1 26 16,4 0 6-16,4-2 32 0,0-2-41 15,1 0-22-15,2-1 16 0,0 2-19 16,1-3 0-16,-2 3 0 0,-1 2-1 16,1-2-20-16,-3 1 21 0,-3 4 0 0,0-1-8 15,-3-1 8-15,2 2 3 16,-1 0-3-16,1 1-3 0,0-2 2 0,2 1 1 0,0-1-3 15,2 0 3 1,-1-3-15-16,0 5 14 0,1-5-21 0,-1 3-3 0,-1-2 12 16,-1 3 1-16,2-1 12 0,-4 1 1 15,2 1-1-15,0-1-1 0,-3 1-18 16,2-2 16-16,-2 1-25 0,1-3 0 16,0 2 2-16,2-3-2 15,1 1 12-15,1-2 13 0,0 3-10 16,0-2 11-16,-1 0 2 0,-1 3 3 15,0-2 0-15,-3 2-1 0,1 2-1 0,1-2-1 16,-3 2-13-16,3 0 11 0,-1 0 0 16,1 0 0-16,0 0-26 0,3-1 27 0,0 0-34 0,1 1 16 15,2-1 4-15,1 1 15 16,4 0 4-16,0-2 18 0,3 2-19 0,3-1-3 16,1 0-13-16,1 1-3 0,2 0 32 15,1 0-16-15,0 0 0 0,3 0 11 16,1 2-11-16,-1 1-1 0,3 1-40 15,-3-2-3-15,0 2 6 0,1 0-114 16,-2 0 70-16,-1 1 53 0,3 0 29 16,0 1 15-16,1-2-15 0,0 1 0 0,-1 2 16 0,1-3 3 15,-2 3-3-15,1-1-13 0,-4-1 10 16,0-2 18-16,-1 1-12 0,-4 1-17 16,0-4 21-16,-3 4 8 0,-1-1 26 15,-4-2-7-15,0 1-6 0,0-1-18 16,-2 1-25-16,0-1-1 0,-1 0-13 15,0-1 1 1,-2 2-17-16,-1-2-12 0,-3-1-3 16,-3 2 44-16,-2-2-25 0,-2 3 3 15,2-3 22-15,-6 2 9 0,-1-1-6 0,-3-1-1 16,1 0 20-16,-6 0 19 0,1 1 3 16,-4-1 22-16,-2 2-22 0,-4-1-16 15,-5-1-9-15,-3 0-4 0,1 2-14 0,-7-2-1 16,0 1-3-16,-2 0 0 0,-2-1-22 0,-1 0-9 15,0 0 9-15,0 2-16 0,0-2-3 16,0 0 3-16,-3 1 19 0,0-1 3 16,-2 0 16-16,-1 0-13 0,-4 0-38 15,-3 0-108-15,-6-1-297 0,5-1-638 0,-26 2-761 16</inkml:trace>
  <inkml:trace contextRef="#ctx0" brushRef="#br0" timeOffset="65357.573">1772 4828 153 0,'0'0'0'16,"0"0"-153"-16</inkml:trace>
  <inkml:trace contextRef="#ctx0" brushRef="#br1" timeOffset="73126.733">1129 5928 668 0,'0'0'1084'0,"0"0"100"0,0 0-959 0,0 0 4 0,0 0 66 16,0 0-5-16,0 0-86 0,12-90-104 15,-9 55-29-15,3-5-15 0,2-7 15 16,-2-2 7-16,3-5-4 16,-2-4-28-16,3-4-43 0,-1-3-3 15,-2-2-40-15,2 1 6 0,-1-1 0 0,-1 2-6 16,1 1 6-16,-1 3 9 0,3 1-3 0,-3 4 10 16,3 1-26-16,0 5 32 0,-1 6-25 15,0 3 30-15,-5 7 7 0,3 4 1 0,-3 4-1 16,-2 6 13-16,1 5 2 15,-2 5 1-15,-1 1 6 0,0 6 2 0,0 2 2 16,0 1-26-16,0 0-46 0,1 1-13 16,4 6-10-1,2 4 26-15,6 7 43 0,3 6 53 16,3 9-50-16,2 12 22 0,1 7-3 16,-1 8-22-16,2 9-13 0,1 5-21 0,0 5 34 15,2 2 12-15,-2-2 4 0,1-1-15 16,-3-7-1-16,-2-8 37 0,-3-6-21 15,-2-8 21-15,-1-11-3 0,-4-7 12 16,2-7-42-16,-4-7 25 0,-1-3-29 0,-1-7-30 16,-3-3-1-16,0-1 9 0,0-3 20 15,-3 0 2-15,0 0 0 0,0 0-13 16,0 0-46-16,0-2 4 0,-7-5-36 0,-7 0-128 16,-7-5-125-16,-5-2-85 0,-4-3-145 15,-6-2 30-15,-2 2 37 0,-3-4 3 16,-1 3 54-16,0 3 82 0,-1 0 139 0,2 3 229 15,5 1 0-15,3 3 297 0,10 2 13 16,4-1 52-16,9 5 155 0,6-2 0 0,1 1-93 16,3 0-111-16,0 3-43 0,0-2-53 15,0 1-61-15,0-2-22 0,4 1-4 16,4-2 14-16,2-2 4 16,4 1-25-16,4-2-32 15,2 1-7-15,1 0-44 0,2 1-40 0,2-2-24 16,4 2-25-16,1 2-51 0,3-3-177 15,-7 2-181-15,9-1-664 0</inkml:trace>
  <inkml:trace contextRef="#ctx0" brushRef="#br1" timeOffset="73944.59">2480 5379 931 0,'0'0'473'0,"0"0"835"0,0 0-855 0,0 0-122 16,-10-75 4-16,4 66-70 0,-3 0-69 15,3 5-56-15,-4 0-13 0,2 4 18 16,-1 0-66-16,-4 1-79 0,0 10-12 0,-4 6-65 16,4 7-6-16,-3 6 46 0,4 6 37 15,4 1 25-15,1-1-4 0,7-5-21 16,0-7-21-16,0-7 5 0,5-5-30 0,0-7-16 16,2-4 3-16,2-1 59 0,3-4 4 15,5-4-2-15,3-8-2 0,-1-2 0 16,-1-4-7-16,-2-1-14 0,-5 1 19 15,0 4-17-15,-4 4-9 0,-3 5-3 16,-1 4-16-16,1 2-12 0,-1 3-6 16,3 1 2-1,3 9 34-15,5 3 29 0,2 4 64 16,7 7 11-16,1 2-13 0,4 9-9 0,0 4-1 16,3 7-30-16,-1 4-21 0,0 6 18 15,-5 2 11-15,-6 5-29 0,-4-1 16 16,-4-1 11-16,-6-7 9 0,-3-6 10 15,-2-8 2-15,0-9 7 0,-3-7-19 0,-4-3-7 16,-2-6 1-16,-1-4-31 0,-3-4-40 0,-3-1 9 16,0-6-24-16,-5 0-16 0,-4-12-22 15,-2-6 19-15,-1-7-38 0,-6-8-16 16,-1-6-42-16,1-8-56 0,1-1-192 0,1-5-165 16,12 14-589-16,-2-24-3 0</inkml:trace>
  <inkml:trace contextRef="#ctx0" brushRef="#br1" timeOffset="74246.945">2709 5264 2111 0,'0'0'459'16,"0"0"-98"-16,0 0 87 0,0 0-15 16,0 0-137-16,95 7-56 0,-75 3-69 0,1 1-63 15,-3 4-50-15,1 3-45 0,-3 5-13 16,-5 2-30-16,1 5-23 0,-5 2-27 15,-4 0-28-15,-2-3-4 0,-1-5 69 16,0-6 43-16,0-8 40 0,-1-3 19 0,1-3 18 16,-2-4 13-16,2 0 9 0,0 0-16 15,0-5-15-15,0-6 24 0,0-1-62 16,0-6-17-16,0-6-7 0,8-2-6 0,2-3-46 16,1-2-31-16,1 1-6 0,5 1-12 15,2-1-103-15,-2 2-66 0,3 1-136 16,2-3-226-16,-8 11-552 0,8-7-384 0</inkml:trace>
  <inkml:trace contextRef="#ctx0" brushRef="#br1" timeOffset="74513.598">3163 5193 1646 0,'0'0'826'0,"0"0"-432"0,0 0-71 0,-16 85 135 32,13-54-26-32,3-4-99 0,0-2-113 15,0-6-76-15,3-3-73 0,3-6-22 16,2-2-21-16,-2-4-10 0,3 0-3 15,5-4 4-15,1 0 8 0,3-7-24 16,1-5-3-16,1-2-24 0,2-2-10 0,-5-4 0 0,-1 2-15 0,-3 1-21 16,-4 2-13-16,-4 2 0 0,-3 1 30 15,-2 0 25-15,-9-1-18 0,-4 0 43 16,-7-1 3-16,0-1-1 0,-2 2-18 16,-1 1 1-16,6 7 18 0,-2 1 46 15,5 4-46-15,1 1-18 0,1 10-66 16,2 5-43-16,6 5 24 15,3 1 6-15,1 4 2 0,1 2-188 16,5-9-357-16,5 7-717 0</inkml:trace>
  <inkml:trace contextRef="#ctx0" brushRef="#br1" timeOffset="74830.718">3510 5167 1918 0,'0'0'626'16,"0"0"-256"-1,0 0 14-15,0 0-82 0,20 92 1 0,-17-67 45 16,0 0-63-16,0-2-85 0,0-3-111 0,1-4-89 16,1-3-27-16,-1-2-19 0,3-6 0 0,-3-3 3 15,4-2-35 1,0 0-30-16,5-3-56 0,0-8-7 0,3-4-9 0,-2-4-2 0,2-1-27 16,-4-1 41-16,0 1 31 0,-1 2-45 0,-4 5 50 15,-1 1 123-15,-2 1 9 0,-1 9 128 31,-3-1 109-31,0 3 23 0,0 0-7 16,0 0-10-16,0 3-75 0,0 1-87 0,0 5 15 16,3 0 31-16,-2 2 61 0,2 4-74 15,0 0-114-15,0-2-9 0,1 2-53 16,2 0-24-16,-1 1-108 0,1-4-95 0,2 0-262 16,-4-3-704-16,5-4-658 0</inkml:trace>
  <inkml:trace contextRef="#ctx0" brushRef="#br1" timeOffset="75083.514">4048 5159 1823 0,'0'0'616'0,"0"0"-226"0,0 0 129 0,0 0-22 16,26 91-61-16,-16-57-71 0,1 0-61 0,-1 5-23 31,5 5-87-31,-2 2-48 0,1 5-37 16,-2 5-48-16,-2 0-46 0,3 7-15 15,-6 3-21-15,0 4-13 0,-2 5-26 16,0 0-25-16,-2-5 58 0,-2-8-70 16,2-11-28-16,0-14 0 0,0-10 40 0,0-9 11 15,0-8 1-15,-1-8-16 0,-1-2-83 16,-1-12-56-16,1-8 20 0,-1-14-143 16,0-12-174-16,0-14-110 0,0 7-529 15,-11-36-361-15</inkml:trace>
  <inkml:trace contextRef="#ctx0" brushRef="#br1" timeOffset="75299.965">4052 5260 1053 0,'0'0'1876'0,"0"0"-1575"0,0 0-88 16,0 0 117-16,0 0-101 0,0 0-87 0,0 0-36 15,19-67-4-15,-2 52-12 0,2 1 3 16,4 1-7-16,1 0-30 0,2 7-31 0,0 1-13 16,-1 5 19-16,-1 1 5 0,-1 9-14 15,-1 5-22-15,-5 2-37 0,-3 6-15 16,-3 1 24-16,-7 6 13 0,-4-1-7 15,0 1 20-15,-6-2 2 0,-5-1 1 16,-5 0 18-16,1-4-4 0,-3-4-15 16,-2-2-43-16,1-4-99 15,-1-3-119-15,-3-5-188 0,7 1-600 16,-10-6-933-16</inkml:trace>
  <inkml:trace contextRef="#ctx0" brushRef="#br1" timeOffset="81171.88">5492 4659 3211 0,'0'0'643'15,"0"0"-303"-15,0 0 60 0,0 0-29 16,0 0-41-16,0 0-96 0,0 0-92 16,0 0-75-16,0 0-67 0,0 0-22 15,0 0 22-15,53 5 25 0,-20 2 32 16,2 0-9-16,2-1-26 0,4-2-10 15,-4-4-12-15,1 0-3 0,-1-2-18 16,0-2-10-16,-2-5-20 0,-3 2-82 16,-5-2-34-16,-6 3-43 0,-4 0-141 15,-10 3-325-15,-3 2-745 0,-12 1-897 0</inkml:trace>
  <inkml:trace contextRef="#ctx0" brushRef="#br1" timeOffset="81367.57">5626 4760 1099 0,'0'0'1243'0,"0"0"-618"0,0 0-301 0,0 0-60 16,0 0 83-16,19 67-15 0,-11-38-34 15,-1 7-70-15,-1 7-69 0,-1 4-42 0,-4 7-20 16,0 2-63-16,-1 3-34 0,0-3-45 16,0-2-19-16,0-6-37 15,0-12-6-15,0-8-31 0,6-9-29 16,0-10-152-16,1-6-165 0,-3-3-254 0,2-6-750 0</inkml:trace>
  <inkml:trace contextRef="#ctx0" brushRef="#br1" timeOffset="81546.193">5760 5080 1982 0,'0'0'1305'0,"0"0"-1025"0,0 0 111 0,0 0 84 16,0 0-139-16,94-7-127 0,-70 7-75 0,5-1-49 15,0-3-85-15,1 2-6 0,0-3-18 0,0 4-37 16,-2 1-126-16,-6 0-148 0,-5 1-244 0,-10 6-825 16,-9 16-1074-16</inkml:trace>
  <inkml:trace contextRef="#ctx0" brushRef="#br1" timeOffset="81710.776">5743 5380 460 0,'0'0'2341'0,"0"0"-1838"0,0 0-207 0,0 0 4 16,0 0 41-16,0 0-55 0,0 0-77 16,89 6-61-16,-59-4-47 0,5-2-25 15,5 0-24-15,2 0-34 0,4-6-18 16,0 0-41-16,2-2-121 0,-2 1-173 16,-13 0-326-16,11-3-1620 0</inkml:trace>
  <inkml:trace contextRef="#ctx0" brushRef="#br1" timeOffset="82199.567">7419 5075 1737 0,'0'0'810'0,"0"0"-203"0,0 0-240 15,0 0-26 1,0 0 91-16,0 0-125 0,0 0-110 15,0 0-65-15,0 0-1 0,70 76-33 16,-62-46-13-16,-2 0-24 0,0 0-21 16,-1-1-28-16,-2-4-12 0,1 0-40 15,-1-6-30-15,1-4-3 0,0-3-18 16,-2-5-72-16,1-1-64 0,-3-5-91 16,1 0-324-16,-1-3-846 0</inkml:trace>
  <inkml:trace contextRef="#ctx0" brushRef="#br1" timeOffset="82363.604">7276 4834 447 0,'0'0'2675'0,"0"0"-2257"0,0 0-251 0,0 0 79 16,85-28-85-16,-50 21-161 0,2 3-28 0,5-2-80 15,0 5-248-15,-9-1-204 0,17 2-658 16</inkml:trace>
  <inkml:trace contextRef="#ctx0" brushRef="#br1" timeOffset="82611.109">7982 4874 1121 0,'0'0'1534'16,"0"0"-1109"-16,0 0-8 0,0 0 41 16,-49 68-27-16,33-46-103 0,3 3-110 0,-1-3-78 15,5-1-27-15,3-2-24 0,3-2-41 16,2-1-48-16,1-3-39 0,4-1-13 15,5-1 31-15,4 3-7 0,4-3 28 0,5 0-1 16,0-2-10-16,2 0 10 0,1 1-2 0,-1-2-9 16,-1 0 9-16,0-1-22 0,-3 3 16 15,0-1 9-15,-6 1 0 16,-3-1-11-16,-2 0-10 0,-8 3-13 16,-1 0-3-16,-4 0-9 0,-9 2-42 15,0 0-38-15,-3-1 9 16,-1-2-62-16,-3 1-85 0,0-3-198 0,2-2-536 15,-8 3-835-15</inkml:trace>
  <inkml:trace contextRef="#ctx0" brushRef="#br1" timeOffset="83275.942">9541 5070 629 0,'0'0'85'15,"0"0"1655"-15,0 0-1305 0,0 0-102 0,0 0-17 0,0 0 31 16,0 0-80-16,-90-47-93 0,71 46-31 0,0 1 21 16,-1 4 8-16,1 10-43 0,3 7-25 15,1 9-31-15,3 6-12 0,6 7 3 16,5 4 24-16,1-4 16 0,1-1-22 16,8-12-49-16,3-5-33 0,2-9-15 15,-1-5-16-15,7-9 4 16,3-2 6-16,3-8-10 0,4-11-48 15,3-8-18-15,-1-3-31 16,-3-6 18-16,-3-1 28 0,-3 3 17 0,-4 2 19 0,-5 3 31 16,0 1-7-16,-6 6 10 0,-2 4 12 0,-4 4 22 15,1 4 12-15,-3 4 25 0,0 5-1 16,0 1-58-16,0 0-16 0,0 3-23 16,2 6-29-16,3 5 19 0,1 5 49 15,3 5 48-15,1 6 32 0,1 1-1 16,0 2-14-16,-1-5-65 0,1-2-40 15,-1-6-30-15,1-3-47 0,1-5-49 16,0-4 15-16,1-4-82 0,0-1-184 16,-4-2-393-16,0-1-1168 0</inkml:trace>
  <inkml:trace contextRef="#ctx0" brushRef="#br1" timeOffset="84215.89">11189 4843 1038 0,'0'0'172'0,"0"0"1158"0,0 0-940 0,0 0-57 15,0 0-91 1,0 0-14-16,-91 22-55 0,62-3-41 16,-1 3-16-16,2 3 0 0,2 3 14 15,-1-1 18-15,7-2-27 0,7-4-47 16,3-1-31-16,6-6-17 0,4-1-25 16,0 0-1-16,9-2 3 0,6 1 13 0,4 0 8 15,3-3-12-15,5 1-10 16,2 0 17-16,1-1-19 0,-3 2 21 0,1-1-21 15,-5 2 13-15,-4-3 11 0,-2 4 10 0,-6-1 42 16,-1 4 22-16,-7-3-1 0,0 5-42 16,-3 1 3-16,0 0-22 0,-10 2 4 15,0-2-25-15,0 0-14 0,-4-1 8 16,0-2-9-16,3-4-3 0,-1-4-24 16,5-3-46-16,1-1-92 15,-2-4-45-15,4 0-51 0,-2-5-82 0,1-1-368 16,2-16-801-16</inkml:trace>
  <inkml:trace contextRef="#ctx0" brushRef="#br1" timeOffset="84547.772">11340 5253 2627 0,'0'0'674'16,"0"0"-195"-16,0 0 42 0,0 0-138 15,0 0-91-15,0 0-60 0,0 0-38 16,78 2-9-16,-56-15-61 0,2-5-57 15,3-2-58-15,-2-3-9 0,-1-2-42 0,-3 1-40 16,-3 2-12-16,-3 4-3 0,-4 2 12 16,-5 3-9-16,-5 4 5 0,-1 3 16 0,-7 0-27 0,-7 0-11 0,-4 0 56 15,-2 1 15-15,-3 3 16 0,0 2-7 16,1 3 28-16,1 10 3 0,5 5 0 16,-3 6 22-1,5 6 36-15,0 4 3 0,2 2 40 16,1 2-21-16,3 2-4 0,1-1-18 15,4-5-3-15,3-3-13 0,0-5-42 16,3-6-2-16,6-6-19 0,2-5-7 16,4-5 25-16,3-1-18 0,1-3-37 0,4-7-52 15,3-8-70-15,1-3-66 0,-1-3-256 16,-7 3-443-16,9-12-546 0</inkml:trace>
  <inkml:trace contextRef="#ctx0" brushRef="#br1" timeOffset="85035.877">11733 4991 1527 0,'0'0'1064'16,"0"0"-656"-16,0 0-24 0,0 0 81 16,0 0-66-1,0 0-123-15,0 0-18 0,45 90-68 0,-38-60-28 16,-1 4 9-16,0-3-1 0,-2-2-76 16,-1-3-91-16,2-2-3 0,-4-1-21 15,4-6 3-15,-3-3-37 0,-1-5-33 16,-1-2-18-16,2-6-25 0,1-1 12 0,0 0 18 15,4-4-10-15,3-7 74 0,0-5 13 16,3-1 22-16,1-7-29 0,-2 2 7 16,2 0-1-16,-1 1 22 0,-2 6 3 15,-2 4 46-15,-1 4 15 0,-4 4-14 16,-3 1-4-16,1 2 39 0,-2 0 19 0,0 6-40 16,0 6-6-16,0 0 15 0,0 2-18 0,0 1-19 15,0-1 1-15,0-2-15 0,3-1-19 16,-2-5-49-16,2-4 7 0,-1-1-7 15,3-1 12-15,0 0 13 0,3-4 23 16,4-7-2-16,1-1 3 0,1-3-2 16,3-1-10-16,1-1-19 0,1 0 1 0,-1 3-4 15,-3 3 16 1,0 6 6-16,-3 0-7 0,-2 5 19 0,2 0 13 0,-2 5 54 16,0 3 21-16,1 5-18 0,-1 1-9 15,1 3-9-15,-3-2-1 0,-1 1-11 16,-1 1 15-16,-1-3-31 0,-2 1-24 15,-1 0-10-15,2-2-18 16,-4 3-96-16,0-3-86 0,2-2-19 16,-2 0-85-16,1-4-289 0,1-4-573 0,5-4-564 0</inkml:trace>
  <inkml:trace contextRef="#ctx0" brushRef="#br1" timeOffset="85181.26">12432 5079 1436 0,'0'0'543'16,"0"0"546"-16,0 0-779 0,0 0 26 0,0 0 92 15,0 0-43-15,32 67-65 0,-31-43-84 16,-1 2-75-16,0 1-51 0,0-5-37 16,0-1-73-16,0-8-34 0,0 0-51 15,-1-3-64-15,-2-5-47 0,2-2-101 16,-3-2-363-16,-4-1-1212 0</inkml:trace>
  <inkml:trace contextRef="#ctx0" brushRef="#br1" timeOffset="85365.696">12311 4893 3082 0,'0'0'712'15,"0"0"-235"-15,0 0 45 0,0 0-134 16,0 0-172-16,0 0-88 0,0 0-56 0,0 0-72 16,81-32-42-16,-53 27-55 0,-1 2-52 15,-1 3-76-15,0 0-112 0,-9 0-295 0,3 11-929 16</inkml:trace>
  <inkml:trace contextRef="#ctx0" brushRef="#br1" timeOffset="85803.911">13014 5181 1739 0,'0'0'1'0,"0"0"1250"0,0 0-861 15,0 0-45-15,0 0-14 0,0 0-7 16,0 0-110-16,0 0-76 0,0 0-33 16,84 5-62-16,-61-5-12 0,3 0-31 0,3 0-36 15,3-5-17-15,4-4-156 0,1 0-134 16,-8-1-238-16,17-4-886 0</inkml:trace>
  <inkml:trace contextRef="#ctx0" brushRef="#br1" timeOffset="86276.18">13862 4999 2632 0,'0'0'967'0,"0"0"-819"0,0 0-22 0,0 0 160 16,0 0-90-16,-91-14-87 0,65 18-41 0,2 6-25 16,-2 4 3-16,1 5 4 15,-1 6 8-15,5 4 50 0,2 5 5 0,3 2 3 16,3-4-9-16,3-3-19 0,4-5-12 15,5-9-31-15,1-5-45 0,0-5-24 16,0-5-4-16,11 0 28 0,-2-4 2 16,9-4-2-16,3-11 0 0,2-7-36 15,4-7-65-15,1-3-30 0,-2-6 12 16,-2 0 6-16,2 2 17 0,-3-3 13 0,0 0 22 16,-1-6 8-16,-2-1-6 0,-4-2-68 15,-3 0 12-15,-6 2 103 0,-4 7 12 16,-1 7 0-16,-2 6 59 0,0 8 0 0,0 9 96 15,-2 6 5-15,1 4-43 0,-1 2-12 16,1 1-10-16,-1 0-25 0,-1 5-24 0,3 6-46 16,-4 6 12-16,1 8 25 0,2 6 26 15,-2 5 41-15,1 4 18 0,1 6-40 16,-2 2-22-16,2 1-14 0,-1 2-26 16,2-3-20-1,-1-1-15-15,-1-3-13 0,2-6-14 16,0-2-86-16,0-7-14 0,0-6-23 0,3-5-30 15,6-6-51-15,-2-5-184 0,5-6-221 16,0-1-342-16,-1-3-78 0,6-14-100 0</inkml:trace>
  <inkml:trace contextRef="#ctx0" brushRef="#br1" timeOffset="86413.746">14094 5032 1831 0,'0'0'671'0,"0"0"-208"16,0 0-54-16,0 0-63 0,0 0-79 15,0 0-31-15,52 67-41 0,-44-51-31 16,-3 1-31-16,-1-4-19 0,1-2-81 15,-4-2-33-15,3-2-33 0,-1-2-29 16,-1-1-98-16,-2-4-91 0,0 0-146 0,0 0-328 16,-5-7-1282-16</inkml:trace>
  <inkml:trace contextRef="#ctx0" brushRef="#br1" timeOffset="86552.502">14092 4801 2519 0,'0'0'748'0,"0"0"-405"16,0 0 17-16,0 0 52 0,0 0-146 0,0 0-134 0,0 0-132 16,0 0-6-16,0 0-95 0,78-41-131 15,-60 40-180-15,-7 1-572 0,-2 0-1080 0</inkml:trace>
  <inkml:trace contextRef="#ctx0" brushRef="#br1" timeOffset="86822.324">14323 4934 2255 0,'0'0'484'0,"0"0"112"0,0 0-51 0,0 0-169 0,0 0-85 0,72 75-54 15,-59-52-40-15,-3 2-75 0,2 2-31 16,-4-1-14-16,-2-1-29 0,-1 3-36 16,-2-5-9-16,-2-2-1 0,0-2 1 15,1-5 10-15,-2-6-12 0,1-3 1 16,-1-4 13-16,0-1 6 0,4-1 12 15,1-9 28-15,2-4 15 0,5-9-9 16,2-5-44-16,1-5-23 0,2-3-33 16,-1-1-13-16,2 1-81 0,2 2-46 0,-2 5-81 0,0 4-151 15,-4 9-340-15,6 1-716 0</inkml:trace>
  <inkml:trace contextRef="#ctx0" brushRef="#br1" timeOffset="87169.559">14838 5060 2070 0,'0'0'679'0,"0"0"-307"16,0 0 8-16,0 0-30 0,0 0-60 0,0 0-79 0,0 0-65 0,0 0-32 16,0 0-46-16,0 0-13 0,17 32-21 15,-3-40-34-15,-1-3-49 0,5-1 18 16,-2-5-46-16,-1 3-37 0,-6 2 40 0,0 3 55 15,-5 3 1-15,-4 2 18 16,0 2 16-16,-6-1 15 0,-1-1 43 16,-2 0 13-16,-3 2 2 0,1 0-40 15,-3 2-15-15,-2 6-34 0,1 3-15 0,-3 5 15 16,-1 6 9-16,3 6 25 16,-1 3 24-16,1 5 16 0,3-1 106 0,2-2-31 15,5-4-70-15,4-3-76 0,2-6-3 16,0-4-36-1,11-2 9-15,3-1-1 0,3-4-5 16,5-3-50-16,2-4-30 0,1 0-43 16,2-7-65-16,4-3-113 0,0-2-269 15,1 0-444-15,-6 5-9 0,9-5-465 0</inkml:trace>
  <inkml:trace contextRef="#ctx0" brushRef="#br1" timeOffset="88541.808">15313 5061 1782 0,'0'0'803'0,"0"0"-461"0,0 0-67 0,0 0-7 16,0 0-59-16,0 0-45 0,0 0 5 16,-81 31 4-16,64-6-29 0,4 8-27 15,0 1-8-15,3 2 5 0,4 0-7 16,3-2-11-16,3-4-57 0,0-8-39 15,2-3 0-15,7-7-33 0,2-5 2 16,6-7-49-16,6-2-34 0,4-15-43 0,8-6-69 0,0-9-192 16,-8 4-283-16,15-19-738 0</inkml:trace>
  <inkml:trace contextRef="#ctx0" brushRef="#br1" timeOffset="88789.024">15625 4576 1914 0,'0'0'625'0,"0"0"-197"0,0 0-44 0,0 0-51 16,0 0-93 0,0 0-95-16,0 0 26 0,-32 71 31 0,29-28 2 15,3 8 14-15,0 4-31 0,4 5-44 16,3 3-36-16,-2 0-28 0,1-1-27 16,-1-7-34-16,0-6-18 0,1-11-30 0,2-7-9 15,-1-10 3-15,2-6-7 0,-2-7-33 0,2-2-3 0,-4-2-40 16,1-3-71-16,-3-1-106 0,-3 0-151 15,0-5-64-15,0-1-53 0,-3-1-64 16,-5 0-44-16,-7-4-158 0,-1 2 8 16</inkml:trace>
  <inkml:trace contextRef="#ctx0" brushRef="#br1" timeOffset="88890.167">15584 5188 713 0,'0'0'818'0,"0"0"-56"0,0 0-219 16,-74-79-82 0,63 59-105-16,5 4-4 0,5 4-45 0,1 2-87 15,1 1-69-15,8-2-77 0,8 0-68 16,5-2-6-16,7 0-34 0,4 0-15 15,4-1-28-15,4 6 0 0,2 1-50 16,0 0-178-16,-10 3-238 0,16 3-730 0</inkml:trace>
  <inkml:trace contextRef="#ctx0" brushRef="#br1" timeOffset="89294.668">16760 5111 2274 0,'0'0'375'0,"0"0"-25"0,0 0 139 0,0 0-9 16,0 0-65-16,76 75-121 0,-61-29-107 16,-1 10-52-16,-1 7-43 0,-5 4-28 15,1 6-3-15,-3 3-19 0,-1 1 19 16,-2-3 3-16,0 0-61 0,-1-9-3 15,4-6-67-15,0-11-21 0,0-8-16 0,1-10 16 16,-1-8-22-16,0-6-47 0,0-8-74 16,-3-4-185-16,-3-4-272 0,0-7-542 15,0-20-665-15</inkml:trace>
  <inkml:trace contextRef="#ctx0" brushRef="#br1" timeOffset="89512.743">16773 5204 2455 0,'0'0'374'0,"0"0"-72"0,20-66-15 0,-2 50 102 16,4-2-74-16,0 6-66 0,7 0-42 15,1 5-44-15,1 1-37 0,-4 2-34 0,0 4-40 16,-7 0-36-16,-5 0-13 0,-5 9 15 16,-1-2-18-16,-7 6 0 0,-2 2-15 15,0 6-28-15,-5 4-49 0,-11 4-61 16,-2 3-42-16,-2 2-43 0,-3-3-56 15,2-1-163-15,2-4-194 16,3-9-410-16,0-2 51 0</inkml:trace>
  <inkml:trace contextRef="#ctx0" brushRef="#br1" timeOffset="89750.906">17078 5104 1676 0,'0'0'739'0,"0"0"-188"0,0 0-81 0,0 0-31 16,0 0-140-16,86-24-88 15,-71 24-43-15,-3 1-42 0,-1 6-52 16,-2 2-37-16,-2 3-10 0,-1 2-5 16,-3 2-20-16,-3 4-2 0,0-1-1 15,0 1 0-15,-3 1 0 0,-4 0-15 16,1-2-17-16,-3-4-13 0,3-1 12 0,1-7 21 16,2-1 13-16,2-5 11 0,1-1-11 15,3-1-96-15,8-10-12 0,5-1 49 0,8-7-62 16,4-8-94-1,2-1-71-15,2-3-68 0,-2-1-266 16,-8 7-563-16,7-10-433 0</inkml:trace>
  <inkml:trace contextRef="#ctx0" brushRef="#br1" timeOffset="90013.17">17500 5111 1865 0,'0'0'996'0,"0"0"-720"0,-11 75-43 0,10-54 188 15,-1 1-12-15,2-6-80 0,2-7-120 0,7-4-61 16,3-3-26-16,3-2 6 0,4-1-39 15,0-9-50-15,2-4-39 0,3-3-57 16,2-6-35-16,-2-1-33 0,-1-3-38 0,-2 1 38 16,-5-1-27-16,-5 8 66 15,-5-1 24-15,-6 3 3 0,0 3 47 0,-12 1 12 16,-5 3 37-16,-3 0 6 0,0 3 19 16,-3 3-22-16,0 4-39 0,2 0 0 15,0 7 11-15,1 7-12 16,4 1 21-16,0 3-18 0,5 1-3 0,2-2-28 15,5-1-31-15,3-3-102 16,1 1-86-16,0 2-251 16,1-8-523-16,10 8-704 0</inkml:trace>
  <inkml:trace contextRef="#ctx0" brushRef="#br1" timeOffset="90478.412">18062 5073 2892 0,'0'0'502'16,"0"0"-261"-16,0 0 210 0,-55 72-47 16,36-45-50-16,4 1-76 0,1-2-74 15,7-4-97-15,3 1-65 0,2-5-41 0,2-4-1 16,0-3-33-16,0 0-13 0,4-5 10 16,2-2-7-16,2-1 7 0,3-3 5 15,2-3-11-15,4-7 20 0,2-8-57 0,4-4-10 16,3-7-12-16,1-4 9 0,1-4 3 15,0-4-34 1,-1-5-6-16,0-4 23 0,-3-4 26 16,-1-5-42-16,-4 0-63 0,-4-4-57 0,-5-2-78 15,-4 2 1-15,-5 1 85 0,-1 8-11 16,-1 10-78-16,-4 9 323 0,-1 10 174 16,2 12 213-16,0 2-70 0,1 10-109 15,0-2-53-15,0 3-44 0,-2 0-29 16,2 3-35-16,0 2 7 0,0 2-38 15,0 5 25-15,0 3 50 16,1 6 50-16,1 2 15 0,1 4-13 0,0 7-16 16,0 2-25-16,0 6-19 0,0 6-25 15,1 2-9-15,-1 8-27 0,2-1-22 0,-1 1-18 0,2-3 6 16,0-2-28-16,0-7 0 0,4-5-83 16,2-5-96-16,2-8-46 0,1-4-74 15,2-6-168-15,-2-8-544 0,4-3-692 0</inkml:trace>
  <inkml:trace contextRef="#ctx0" brushRef="#br1" timeOffset="91294.54">18665 4978 470 0,'0'0'2100'16,"0"0"-1585"-16,0 0-183 0,0 0-56 16,0 0 29-16,0 0-32 0,-5 64-66 15,3-26 9-15,1 4-80 0,-1 0-8 0,1-3-15 16,1-7-33-16,0-7-44 0,0-7-34 15,4-6-2-15,3-4 0 0,2-4-1 0,5-4-48 16,-1 0-11-16,6-5 8 0,0-7-10 0,3-6-8 16,-1 1-19-16,-2-4 9 0,0-2-3 15,-4 3 21-15,-2-2 13 0,-1 3 15 16,-1 0 3 0,-5 2 10-16,-1 5 21 0,-3 3 41 15,0 5 5-15,-2 1 19 0,0 3 27 16,0 0-6-16,0 4-6 0,-3 3-28 15,-1 5-18-15,-1 4 12 0,-1 2 3 16,2 1-6-16,-1 0-34 0,3-6-9 0,2-1-65 16,0-2-35-16,8-5-128 0,6-4-77 15,6-1-149-15,-4-6-268 0,18-16-914 0</inkml:trace>
  <inkml:trace contextRef="#ctx0" brushRef="#br1" timeOffset="91495.332">19194 4989 931 0,'0'0'1975'15,"0"0"-1610"-15,0 0-25 0,0 0 121 16,-78 13-94-16,58-1-77 0,0 6-66 16,1 7-74-16,2 3-25 0,4 4 12 0,2 2 39 15,3-1-49-15,6-4-42 0,2-4-42 0,0-4-43 16,5-2-36-16,7-7-37 0,1-1 1 16,4-8 8-16,2-3-3 0,5-1-18 15,2-12-42-15,4-6-65 0,1-5-106 16,0-6-208-16,1-5-294 0,-7 8-535 15,8-18-332-15</inkml:trace>
  <inkml:trace contextRef="#ctx0" brushRef="#br1" timeOffset="91696.074">19442 4616 1573 0,'0'0'1123'16,"0"0"-699"-16,0 0-95 0,0 0 6 15,0 0-32-15,0 0-85 0,-9 88 51 16,9-48-38-16,0 7-1 0,6 1 14 15,0 4-56-15,1-1-58 0,0 1-66 0,-2-2-37 0,-1-2-27 16,1-4-18-16,0-4-55 0,-1-6-39 16,1-8-15-16,-2-7-16 0,0-7 5 15,-2-1-24-15,-1-10-114 0,0 2-205 0,-6-3-130 16,-1 0-175-16,-12-4-842 0</inkml:trace>
  <inkml:trace contextRef="#ctx0" brushRef="#br1" timeOffset="91834.821">19237 5139 1471 0,'0'0'1045'0,"0"0"-652"0,0 0 4 0,0 0 128 0,0 0-48 0,0 0-174 16,0 0-131-16,0 0-82 0,-15-67-57 16,43 56-30-16,10-2 62 0,8-4-26 15,2 0-39-15,5 1-14 0,0-3-1 16,-1 3-16-16,2 0-70 16,-6 0-272-16,-12 6-346 0,5-1-1328 0</inkml:trace>
  <inkml:trace contextRef="#ctx0" brushRef="#br1" timeOffset="92497.45">20604 5119 1674 0,'0'0'438'16,"0"0"-108"-16,0 0 3 0,0 0 26 16,0 0 65-16,0 0-77 0,-38-66-43 0,37 66-68 15,-4 0-63-15,1 8-56 0,-3 6-58 16,-2 8-19-16,0 9 27 0,-2 5 7 16,5-2-1-16,1-1 6 0,2-9-36 0,3-6-43 15,0-7-6-15,0-5-15 0,8-2 5 16,1-4 14-16,8 0 2 0,3-6-2 15,4-8-56-15,3-5-61 0,2-5-19 0,-2-3 9 16,-1-3-19-16,-3 1 37 0,-5-1-10 0,-6 6 2 16,-3-1-16-16,-8 3 91 0,-1 3 31 15,-7 3 26-15,-8 2 6 0,-7 1 32 32,-4 3 15-32,-2 4-32 0,1 4-15 15,1 2 21-15,2 6 13 0,5 5-25 16,-1 0-17-16,5 4-11 0,2-4-37 0,5 1-53 15,3 0-121-15,4-6-399 0,1 6-833 0</inkml:trace>
  <inkml:trace contextRef="#ctx0" brushRef="#br1" timeOffset="92635.408">20838 5094 2552 0,'0'0'640'0,"0"0"-186"15,76 3-44-15,-40-8-151 0,4-3-138 16,-1-6-63-16,3-5-58 0,2-2-37 15,-2-6-143-15,0-3-196 0,-12 9-312 0,1-14-963 0</inkml:trace>
  <inkml:trace contextRef="#ctx0" brushRef="#br1" timeOffset="92918.786">21097 4725 1239 0,'0'0'1209'15,"0"0"-845"-15,0 0-126 0,0 0 24 16,0 0 74-16,0 0 29 0,0 0-48 15,-45 90-91-15,41-54-32 0,1 8-41 16,1 6 6-16,2 3-34 0,0 3-49 16,0 5-42-16,5-2 5 0,2 3-8 15,-2-1-7-15,4-1-24 0,-3 0 0 16,2 1-18-16,0-3-16 0,-2-4 10 16,-1-5-22-16,1-4-42 0,-4-4-9 0,2-3-10 0,-4-5-1 15,0-5 13-15,0-4 25 0,-9-3 17 16,1-4-2-16,-6-6 5 0,-3 1-5 15,-3-10 15-15,-2-2 15 0,-1 0 25 16,-1-8-47-16,1-9-93 0,1-3-183 16,4 0-256-16,-7-17-872 0</inkml:trace>
  <inkml:trace contextRef="#ctx0" brushRef="#br1" timeOffset="93384.864">22127 5099 2380 0,'0'0'615'0,"0"0"-120"0,0 0-81 0,0 0-16 16,0 0-123-16,0 0-59 0,37 70-60 16,-34-47-37-16,0-2-76 0,-1 1-34 15,-1-3-9-15,2-2-33 0,-2-4-10 0,2-3-40 16,0-3-119-16,0-4-88 0,1 0-96 15,-1-3-217-15,-1-1-554 0,-1-14-654 0</inkml:trace>
  <inkml:trace contextRef="#ctx0" brushRef="#br1" timeOffset="93519.685">22164 4856 2887 0,'0'0'633'16,"0"0"-192"-16,0 0-90 0,0 0-116 0,0 0-235 15,0 0-9-15,0 0-71 0,0 0-75 16,75-42-168-16,-50 32-261 0,12-5-863 0</inkml:trace>
  <inkml:trace contextRef="#ctx0" brushRef="#br1" timeOffset="93751.627">22631 4496 1079 0,'0'0'1123'0,"0"0"-764"0,0 0 66 0,-7 90 63 0,7-48-61 16,1 6-64-16,8 6-50 0,2 2-30 16,1 8-38-16,-2-1-47 0,1 2-92 15,0-4-51-15,-2-3-39 0,-1-10-16 0,5-7-24 32,-1-11 6-32,0-10 2 0,2-3-23 0,-3-10-16 15,2-1-63-15,-3-6-38 0,-1 0-34 16,-3-10-31-16,-4-4-150 0,-2 3-381 15,-5-13-799-15</inkml:trace>
  <inkml:trace contextRef="#ctx0" brushRef="#br1" timeOffset="93883.981">22434 4929 1929 0,'0'0'825'0,"0"0"-296"16,0 0-94-16,0 0-26 0,0 0-157 0,0 0-97 0,0 0-69 15,0 0-36-15,0 0-29 0,0 0 20 0,101-25-41 16,-58 14-70-16,4 2-178 15,1-6-75-15,-2 2-166 0,-11 2-606 0,14-8-1037 0</inkml:trace>
  <inkml:trace contextRef="#ctx0" brushRef="#br1" timeOffset="94152.136">23179 4741 3313 0,'0'0'434'0,"0"0"-292"0,0 0 275 0,0 0 3 16,-72 70-135-16,53-47-10 0,1 2-90 15,1-2-97-15,3-1-43 0,6 2-11 0,2-5-34 16,3 1-13-16,3 1-27 16,0-3 7-16,4-1-3 0,6 0-4 0,4 0 13 15,1-1 2-15,4 0 25 0,-2-2-2 16,3-1-13-16,-4-1 0 0,1-1 14 16,-2 0 0-16,-4-2-23 0,-5 1 9 15,-3 2 12-15,-3-1-37 0,-1 2-21 0,-10 1-21 16,-3 2-22-16,-2-3-18 0,-4-1-16 15,0 0-25-15,-2-2-66 0,-1-1-107 16,-3-2-159-16,6-1-256 0,-11-1-887 0</inkml:trace>
  <inkml:trace contextRef="#ctx0" brushRef="#br1" timeOffset="94801.606">24831 4718 2365 0,'0'0'558'16,"0"0"-165"-16,0 0-82 0,0 0 64 16,0 0-22-16,0 0-13 0,0 0-79 15,0 0-117-15,0 0-144 0,0 0 0 0,-78 45-10 16,52-24 10-16,4 2 15 0,5-2-15 15,6-3-1-15,3-1-17 0,7-2 15 0,1-1-16 32,4 3 16-32,6-3-15 0,6-1-1 0,3 4-2 0,-2-4 18 0,2-1 2 15,-2-1-1-15,0-1 2 0,-1 0 0 16,-1 2 2-16,-4 1-1 0,-3 1 2 16,-2-1 28-1,-3 1 11-15,-1 2-5 0,-2-4-3 0,0 2-1 16,-2-2-2-16,-3 0-7 0,-2-2-6 15,-1-4-3-15,2 0-15 0,-1-2-17 0,0-1-65 16,1 0-13-16,1-2-27 0,0-1-28 16,-1 0-47-16,2 0-54 0,-1-2-102 15,0-6-381-15,4 0-544 0,1-9-322 0</inkml:trace>
  <inkml:trace contextRef="#ctx0" brushRef="#br1" timeOffset="95323.629">25153 4730 2342 0,'0'0'728'15,"0"0"-313"-15,0 0-33 0,0 0 13 0,0 0-48 16,0 0-98-16,0 0-84 0,0 0-55 16,0 0-21-16,-3 81 2 0,0-44 31 15,-2 1-10-15,1 0-24 0,1-2-25 16,1-5-33-16,2-4-30 0,0-5-22 15,2-6-2-15,2-5 9 16,4-3 3-16,-2-4-52 0,5-3-63 16,0-1-4-16,6-7 22 0,0-5-22 15,2-5-7-15,1-4 9 0,2-1-12 16,-2-4 5-16,0-1 25 16,-2 1 58-16,-2 1 13 0,-2-2 40 0,-4 3 29 15,-4 0 18-15,-5 1 11 0,1 3 10 16,-2 2 19-16,0 6 2 0,0 5 15 0,-2 6-2 0,-1 1-50 15,3 1-46-15,-3 10-6 0,2 2 0 16,0 9 49-16,-2 4 27 0,-1 1 9 16,2 1 1-16,-1 1-44 0,3-3-42 15,0-2-27-15,0-2 0 0,0-8-74 16,0-4-52-16,3-3-43 0,6-7-78 0,-2-2-280 16,-1-3-566-16,5-17-966 0</inkml:trace>
  <inkml:trace contextRef="#ctx0" brushRef="#br1" timeOffset="95671.435">25543 4432 2304 0,'0'0'584'0,"0"0"-199"0,0 0 68 16,0 0-53-16,23 92-117 0,-16-56-39 15,0 2-1-15,-3 3-93 0,1-2-83 16,-1 3-12-16,-3-2-44 0,1-1-11 15,-2 0-15-15,0-4 3 0,0-4-19 0,1-4-11 16,1-5-10-16,2-3 0 0,5-3 12 16,1-3-28-16,4-5-2 0,4 1 21 0,2-2 18 15,3-1 28-15,1 1 2 0,-1-1 0 16,0-1-12-16,-4 0 10 16,0 0-15-16,-6-3 18 0,-3 4 0 0,-4-3 3 15,-2 0 12-15,-3 2 10 0,-1-3 21 16,-2 3-46-16,-9 2-2 0,-6 4-26 15,-3-3-33-15,-2 1-1 16,-1-1-24-16,0-2-13 0,0-5-72 16,1-1-95-16,0 0-74 0,-1-3-128 15,9-2-330-15,-9-13-1145 0</inkml:trace>
  <inkml:trace contextRef="#ctx0" brushRef="#br1" timeOffset="96303.756">26582 4924 1926 0,'0'0'596'0,"0"0"-158"0,0 0-80 0,0 0-5 0,0 0-114 16,-93-50-50-1,72 50-33-15,-1 8-19 0,1 10-38 16,-1 10-7-16,5 4-8 0,-1 9 8 16,5 0 3-16,3-2 12 0,3-4-27 15,4-8-47-15,2-7-33 0,1-7-12 16,1-7-6-16,7-2-28 0,4-4 31 0,3-4 2 16,6-8-17-16,5-7-25 0,2-4-74 15,-1-2-28-15,-4-5 2 0,0 6 37 16,-3 4 0-16,-4 2-45 0,-1 5-35 0,-5 4-1 15,1 5 51-15,-2 4 74 0,0 4 68 16,-4 10 6-16,3 6 194 0,1 5-55 0,-1 5-42 16,1 2-9-16,-2 3 13 0,1 2-35 15,0 3 19-15,-1 1-8 0,-1 5 13 0,-1 4 90 32,-3 1-13-32,-2 4-84 0,-7 2-37 15,-5-1 15-15,-3 1-15 0,-5 0-9 16,-3-3-7-16,-2-3-12 0,-3-1-14 0,-1-5 20 15,2-3-3-15,-1-6-5 0,2-7-13 16,1-6 15-16,5-7-17 0,1-6 2 16,1-8-3-16,5-2-44 0,-1-12-53 15,5-12-127-15,3-10-41 0,1-15-108 0,2 8-265 16,-1-38-792-16</inkml:trace>
  <inkml:trace contextRef="#ctx0" brushRef="#br1" timeOffset="96588.593">26897 4964 779 0,'0'0'1669'15,"0"0"-1192"-15,0 0-138 0,20 84 23 16,-14-48 4-16,-1 3-66 0,2 11-18 15,-7 1-143-15,1 9-65 0,-1 0-53 0,0 6-21 0,-3 2 0 16,-4 2-25-16,0-1-8 0,0-1-60 16,-2-2-18-16,0-4-40 0,4-6-8 15,0-5-12-15,2-11-6 0,3-8 13 16,0-7-41-16,6-7-123 0,4-11-135 0,2-5-47 16,-4-2-188-16,10-14-549 0</inkml:trace>
  <inkml:trace contextRef="#ctx0" brushRef="#br1" timeOffset="96904.733">26870 4865 342 0,'0'0'2016'16,"0"0"-1599"-16,0 0-141 0,0 0 5 16,84-76-11-16,-59 60-46 0,1 3-39 0,2 6-55 15,-4 2-37-15,-1 5 1 0,0 1-5 0,-3 10-42 16,-2 4-44-16,-2 5-1 0,-8 1-2 16,-2 2 0-16,-4 3-12 0,-2 0 12 15,-8 0 0-15,-2-2 17 0,-6 1-1 0,0-2-1 16,-4-3-12-16,0-4 0 0,-3 1-3 15,-1-5-18-15,1 0-94 0,-2-5-9 16,5 0-47 0,3-3-21-16,1-2-124 0,4 0-289 15,3 1-716-15</inkml:trace>
  <inkml:trace contextRef="#ctx0" brushRef="#br1" timeOffset="97089.485">27505 5178 3183 0,'0'0'647'15,"0"0"-366"-15,0 0-36 0,0 0-25 16,0 0-149-16,0 0-71 0,0 0-77 16,0 0-161-16,0 0-235 0,0 0-906 0</inkml:trace>
  <inkml:trace contextRef="#ctx0" brushRef="#br1" timeOffset="98855.489">29270 4123 2024 0,'0'0'1099'15,"0"0"-859"-15,0 0-81 0,-25 70 103 16,13-29 53-16,-1 9-69 0,-2 6-48 15,-1 11-1-15,-4 5 30 0,-2 6-28 16,-1 6-53-16,-2 4-43 0,-4 2-48 16,1 0-25-16,-3-5-17 0,4-6-13 0,3-14-10 15,6-11 8-15,5-14 0 0,5-8-19 0,5-10-52 0,1-5-45 16,2-6-25-16,0-3-29 16,3-4-94-16,3-2-127 0,1-2-216 0,0-6-82 0,3-7-34 15,-2 2-394-15,6-20-50 0</inkml:trace>
  <inkml:trace contextRef="#ctx0" brushRef="#br1" timeOffset="99155.961">29219 4328 39 0,'0'0'2165'0,"0"0"-1648"0,0 0-221 15,0 0-2-15,0 0 52 0,0 0-72 0,0 0-73 16,0 0-32-16,0 0-17 15,0 0 2-15,66 100-31 0,-50-58-24 0,0 7-20 16,-1 5-18-16,-1 1 10 16,-3 5-13-16,2-4-31 0,-3 1-25 0,1-3-1 15,-2-4-1-15,2-2-3 16,-3-2-15-16,1-5 3 0,-1-1 3 0,-2-4 8 16,2-1-29-1,-5-5-34-15,3-5-16 0,-3-2 9 16,0-4-18-16,-1-4 6 0,1-6-13 0,-2-3-15 15,-1-5-20-15,0-1-25 0,0 0-39 16,-6-1-98-16,-4-10-210 0,-1-3-198 16,1 1-289-16,-12-16 189 0</inkml:trace>
  <inkml:trace contextRef="#ctx0" brushRef="#br1" timeOffset="99309.431">29081 4935 307 0,'0'0'2543'15,"0"0"-2111"-15,0 0-200 0,0 0-48 16,0 0 168-16,0 0-42 0,0 0-81 15,0 0-82-15,0 0-110 0,0 0-37 16,0 0-3-16,3-66-12 0,24 56-41 16,3 1 1-16,3 2-25 0,-1 2 6 15,0 5-38-15,-2 0-137 0,0 0-144 0,-7 3-205 0,10 2-596 0</inkml:trace>
  <inkml:trace contextRef="#ctx0" brushRef="#br1" timeOffset="99695.111">29906 5017 2647 0,'0'0'689'15,"0"0"-264"-15,0 0-161 0,-11 69 9 0,2-32-53 16,-2 5-97-16,0 0-71 16,0 1-27-16,4-4-22 0,1-3 12 0,5-5-15 15,1-8-64-15,0-6-94 0,2-6-49 16,7-7-66-16,3-4-174 0,-4 0-146 16,5-13-500-16</inkml:trace>
  <inkml:trace contextRef="#ctx0" brushRef="#br1" timeOffset="99935.294">30382 4441 3205 0,'0'0'559'0,"0"0"-351"0,3 72 33 0,-3-32 153 15,0 5-81-15,0 5-86 0,-2 0-75 16,-2 0-67-16,1-2-49 0,2-3-36 15,-1-2-28-15,-1-4-60 0,-1-3-31 0,0-6-36 16,-1-6-14-16,2-5-15 16,-1-6 5-16,4-5-85 0,-1-7-150 15,0-1-83-15,-2-6-258 0,0-4-585 0,-2-15 112 0</inkml:trace>
  <inkml:trace contextRef="#ctx0" brushRef="#br1" timeOffset="100296.65">30388 4498 1714 0,'0'0'509'0,"28"-73"-250"0,-12 51 9 0,4-1 79 0,3 2-6 0,1 2-49 16,0 7-44-16,1 1-53 0,0 4-18 31,-3 6-6-31,3 1-14 0,-4 0-31 16,-1 4-22-16,-1 6-6 0,-4 6-28 0,-5 4-15 16,-4 5-15-16,-5 2-13 0,-1 9-2 15,-7 1-10-15,-6 3-13 0,-3 0-2 16,0-1-15-16,0-3-10 0,3-5 22 0,3-7 1 15,4-2-1-15,4-4 1 0,2-3-1 16,1 2-12-16,8-3 12 0,6 4 3 0,1 0 3 16,7 2 18-16,3 1-19 0,0 1-2 15,1 3-2-15,1-1-19 0,-5 1 0 16,2 0 2-16,-5 0 7 0,-6 0 0 16,-2-1 0-16,-7-1 9 0,-2 0-9 0,-3 1 2 0,-6-1 10 15,-8-1 58-15,-3 0 6 0,-5 2-9 16,-7-2-6-16,-2-1-19 0,-5 1-2 15,-7-5 8-15,1-3-3 0,-2-1-33 16,-2-4-10-16,0-4-44 0,-3-3-59 16,1-2-42-16,-5-4-90 0,-1-4-168 15,12 0-529-15,-26-8-768 0</inkml:trace>
  <inkml:trace contextRef="#ctx0" brushRef="#br1" timeOffset="101461.377">3339 7210 866 0,'0'0'98'0,"0"0"1151"15,0 0-745-15,0 0-112 0,0 0-4 16,0 0-5-16,83 19-44 0,-55-15-88 16,2-2-78-16,3-2-56 0,0-2-34 15,2-3-16-15,0-6-48 0,-4-1-19 0,1-1-23 16,-3 0-90-16,-3 1-118 0,-6 4-126 16,-7 0-282-16,-2 4-785 0</inkml:trace>
  <inkml:trace contextRef="#ctx0" brushRef="#br1" timeOffset="101661.045">3633 7299 1444 0,'0'0'1128'16,"0"0"-803"-16,0 0-34 0,0 0 101 15,24 68-42-15,-15-46-49 0,1 0-99 16,1-1-100-16,0 1-56 0,-3-2-36 0,1-1-10 0,-2 2-16 15,-1-2-12-15,-2 1 13 0,-1-1-44 16,-3 3-68-16,0 2-63 0,0 1-124 16,-4-3-324-16,-8 16-964 0</inkml:trace>
  <inkml:trace contextRef="#ctx0" brushRef="#br1" timeOffset="101860.734">3549 7852 2255 0,'0'0'632'15,"0"0"-270"-15,0 0 26 0,0 0-20 16,0 0-108-16,0 0-142 0,0 0-96 16,0 0-3-16,0 0 49 0,0 0 12 0,79-11 13 15,-53 10-20 1,1-3-33-16,1 1-40 0,0-2-26 16,-1 1-2-16,0-3 0 0,-1 0-67 15,3 0-128-15,0-3-146 0,-2 2-161 16,-8-2-593-16,7-2-870 0</inkml:trace>
  <inkml:trace contextRef="#ctx0" brushRef="#br1" timeOffset="102050.701">4056 7478 1368 0,'0'0'1509'16,"0"0"-1119"-16,0 0-269 0,0 0 117 0,0 0 181 31,0 0-88-31,84 7-139 0,-61-18-87 0,3-2-105 0,1-9-33 16,2-4-53-16,0-5-119 0,-2-2-170 15,-2-5-149-15,-5 8-484 0,0-11-543 0</inkml:trace>
  <inkml:trace contextRef="#ctx0" brushRef="#br1" timeOffset="102362.564">4234 7011 1213 0,'0'0'644'15,"0"0"-151"-15,0 0-100 0,0 0-42 0,0 0-51 16,0 0-81-16,-81 71-30 0,75-42 0 16,5 2 27-16,1 5 5 0,0 0-51 15,4 4-38-15,3 3-30 0,2 1-20 16,4 3-24-16,-3 1-15 0,6 2-15 16,-3 2-28-16,1 0-1 0,2 1 0 0,-1 0-27 15,2 0 25-15,-4-3 3 0,4-4-18 16,-4-3 6-16,3-2-4 0,-3-7 14 0,1-1-10 15,-2-5 1-15,-2-2 10 0,1-2 0 16,-3-5 0-16,-3 1 1 0,0-4 21 16,-5-2 7-16,0 2-7 0,0-4-21 15,-6-2 0 1,-4-1-18-16,-3-2-10 0,-3-4 7 0,-4-3 6 16,1 0-59-16,-7-6-77 0,-1-9-74 15,-5-4-64-15,-4-5-141 0,1-1-350 16,5 5-662-16,-10-11-45 0</inkml:trace>
  <inkml:trace contextRef="#ctx0" brushRef="#br1" timeOffset="103118.211">7627 6681 1664 0,'0'0'377'15,"0"0"751"-15,0 0-793 0,0 0 15 16,11 72-54-16,-10-39-32 0,-1 10-32 15,0 6-54 1,0 8-52-16,0 5-28 0,0 2-13 16,-4 3-15-16,-2 2-15 0,-2-3-3 0,0-1-19 15,1-5-17-15,0-5-16 0,-2-6-22 0,1-5-5 16,2-9-6-16,0-7-25 0,0-9-52 16,2-5-43-16,3-4-46 0,-1-6-38 15,1-4-133-15,-1 0-178 0,1-5-231 16,-1-5-601-16,2-14-62 0</inkml:trace>
  <inkml:trace contextRef="#ctx0" brushRef="#br1" timeOffset="103451.215">7638 6734 1603 0,'0'0'423'0,"0"0"33"0,0 0-75 0,0 0-61 15,0 0-27-15,73 75-5 0,-50-48 12 16,2 3-88-16,1 1-35 0,-1 4-11 16,2 2-52-16,2 4-37 0,-4 2-3 15,3 3-31-15,-5-2-25 0,-2 4 3 16,-2-1-15-16,-2-2-6 0,-5 0-12 16,2-6 12-16,-4 0-1 0,1-7-11 15,-3-3 0-15,-1-3-3 0,-1-3 14 16,-2-4 1-16,2-2 0 0,-3-6-3 15,0-2 2-15,0-1-11 0,-2-5-3 16,1 0 0-16,-2-1-10 0,0-2-36 0,1 0-29 16,-1 0-33-16,0 0-25 0,0-5-35 0,-4 0-37 15,-8-4-139-15,-2-3-217 0,0 4-618 16,-17-12-630-16</inkml:trace>
  <inkml:trace contextRef="#ctx0" brushRef="#br1" timeOffset="103601.215">7550 7324 931 0,'0'0'1788'0,"0"0"-1566"0,0 0-46 0,0 0 6 0,0 0 123 16,0 0-62-16,0 0-77 0,0 0-61 15,0 0-55-15,0 0-50 0,14-52 1 16,8 43 14-16,4-1-15 0,3 2-3 16,2-1-31-16,1 1-22 0,3 1-99 15,3-4-204-15,-11 5-283 16,14-6-1081-16</inkml:trace>
  <inkml:trace contextRef="#ctx0" brushRef="#br1" timeOffset="104368.971">9001 6992 2677 0,'0'0'749'15,"0"0"-262"-15,0 0-55 0,0 0-76 16,0 0-105-16,0 0-71 0,0 0-58 0,0 0-91 31,0 0-31-31,0 0-46 0,-104 71 16 0,67-41 5 0,-6 6 23 16,-1 2 2-16,-3 4 10 0,-1-4 18 15,1-2 8-15,0-1-17 0,3 0 11 16,8-9 0-16,3-2 7 0,7-5-16 16,7-5-19-16,5-6-2 0,6-1-12 0,2-3-3 15,5-3-19-15,1 0-11 0,1 2-19 16,10-2 9-16,6 5 55 0,3-3 18 15,3 1-6-15,3 1 4 0,1 1-16 16,1 0 2-16,-2 0 1 0,4 1 9 16,-1 0 12-16,1 1 10 0,-1-1-1 0,3-2 1 15,0 0-16-15,2 1-6 0,2-1-10 16,-3-2 25-16,0 0-2 0,-1-2-1 16,1-1 3-1,-4 0-2-15,1 0-13 0,-2 0 0 16,-7 0 0-16,-2-1 0 0,-3 0 6 15,-6-2 19-15,-4 1-1 0,-3 2 112 16,-3 0-15-16,1-2-45 0,-1 2-19 0,0 0-3 16,0-4 19-16,0-2 32 0,0-5-45 15,-3-6-72-15,0-5 0 0,-4-7-24 16,1-3-15-16,-1-7-27 0,-3-4-21 0,0-4-70 16,-3-3 24-16,-2 0-30 0,1 2-16 15,-2 6-57-15,2 4-167 0,2 7-170 16,4 12-425-16,-4-4-711 0</inkml:trace>
  <inkml:trace contextRef="#ctx0" brushRef="#br1" timeOffset="105168.658">9562 6859 871 0,'0'0'1980'0,"0"0"-1424"0,0 0-207 0,0 0 7 0,0 0 10 16,0 0-54-16,0 0-92 0,0 0-95 15,0 0-9-15,0 0 36 0,100 1-18 16,-61 3-37-16,3-1-34 0,-2-3-23 15,-5 0-16-15,1 0-6 0,-3-6-18 0,-1-1-24 16,-3 0-16-16,-5-2-87 0,-3 2-97 16,-4 1-93-16,-8 3-196 0,-5 0-585 0,-4 3-811 0</inkml:trace>
  <inkml:trace contextRef="#ctx0" brushRef="#br1" timeOffset="105385.52">9759 6979 2478 0,'0'0'586'0,"0"0"-181"0,0 0-29 0,30 91 57 15,-14-56-49-15,-3 1-90 16,3 2-71-16,0 4-52 0,-6 0-32 0,3 2 4 16,-7 2-62-16,-2-3-53 0,-4-3-28 15,0 2-16-15,0-4-6 0,0-1-41 16,0-4-80-16,0-1-54 15,0-4-26-15,0-6-107 0,0-4-280 0,0-5-522 0,0-6-363 16</inkml:trace>
  <inkml:trace contextRef="#ctx0" brushRef="#br1" timeOffset="105567.174">9798 7492 2659 0,'0'0'408'0,"0"0"-83"0,0 0-7 16,0 0 72-16,0 0-54 0,0 0-104 0,0 0-54 15,0 0-43-15,69-65-10 0,-40 53-12 0,4 2-25 16,-1 1-39-16,-2 2-25 0,-2 0-24 16,-3 3-27-16,0-2-7 0,-4 6-45 15,-6-2-67-15,1 2-19 0,-8 0-62 16,-2 7-144-16,-3-2-380 0,-3 18-859 0</inkml:trace>
  <inkml:trace contextRef="#ctx0" brushRef="#br1" timeOffset="105772.686">9886 7774 2711 0,'0'0'625'0,"0"0"-329"0,0 0 50 0,0 0 73 15,0 0-86-15,0 0-29 0,0 0-94 16,0 0-52-16,104-11-27 0,-67 4-25 16,2-3-37-1,0 0-50-15,5-1-18 0,-2-1-1 0,-1 2-31 16,0-2-14-16,-3 0-19 0,-2 3-69 0,2-1-49 15,-2-1-53-15,-2 5-133 0,-9 1-398 16,5 1-891-16</inkml:trace>
  <inkml:trace contextRef="#ctx0" brushRef="#br1" timeOffset="105967.776">11112 7663 297 0,'0'0'4209'0,"0"0"-3549"16,0 0-444 0,0 0-67-16,0 0-16 0,0 0 12 15,0 0 70-15,0 0-113 0,0 0-102 16,0 0-45-16,9 5-24 0,-9-5 11 16,0 4-102-16,-6 2-131 0,0-2-193 0,-17 17-983 0</inkml:trace>
  <inkml:trace contextRef="#ctx0" brushRef="#br1" timeOffset="108071.101">12682 6715 1026 0,'0'0'319'16,"0"0"1040"-16,0 0-811 0,0 0-75 16,0 0-132-16,0 0-58 15,0 0-63-15,-34 91-44 0,22-47-23 16,0 8-34-16,2 7-33 0,-4 2-7 16,-1 5 0-16,-1 2-15 0,-1 4-3 15,-5-1 3-15,-1-3-10 0,-1 1-23 16,-1-1-31-16,1-5-3 0,1-8-28 15,4-9 7-15,5-11-18 0,3-10-4 16,3-10-42-16,7-7-58 0,-1-5-65 0,2-3-41 16,2-3-78-16,7-7-74 0,2-6 95 0,2-6-91 15,2-9-268-15,-4 8-570 0,4-24-29 0</inkml:trace>
  <inkml:trace contextRef="#ctx0" brushRef="#br1" timeOffset="108325.012">12656 6873 1833 0,'0'0'480'16,"0"0"-141"-16,0 0-8 0,0 0 2 0,0 0-66 15,0 0-84-15,0 0-66 0,0 0 24 16,0 0 29-16,0 0-9 0,75 71-6 16,-54-37-37-16,2 4-23 0,0 5 3 15,-2 3 0-15,0 4-24 0,-1 4-31 0,-2-2-20 16,-1 4-23-16,-4-1 0 0,1-3-12 0,-4-2-3 15,1-7 12-15,-2-3-28 0,2-7 28 16,-4-5-31-16,2-4 22 0,1-8-6 16,-5-2-1-16,3-7 4 0,-2-1-3 0,-1-3-28 15,-1-2-59-15,-1-1-30 0,0 0-26 16,-1-5-28-16,-2-2-147 0,0-4-240 16,0 3-509-16,-8-6-395 0</inkml:trace>
  <inkml:trace contextRef="#ctx0" brushRef="#br1" timeOffset="108525.568">12546 7372 2730 0,'0'0'401'0,"0"0"-302"0,0 0 22 0,0 0 143 0,0 0 1 15,0 0-86-15,0 0 24 0,0 0-4 16,0 0-73-16,84-6-61 0,-55 0-53 15,1-3-12-15,0-1-16 0,3-2-21 16,-1 0-49-16,1 1-150 0,0-1-115 0,-10 4-246 16,8 0-768-16</inkml:trace>
  <inkml:trace contextRef="#ctx0" brushRef="#br1" timeOffset="109341.965">13676 7689 1337 0,'0'0'1174'0,"0"0"-707"0,0 0-188 0,0 0 23 15,0 0-21-15,0 0-90 0,-32-70-27 16,28 50-65-16,0-8 1 0,1-1 2 0,-3-2-25 0,2-1 22 16,-2-4-35-16,-1 0-14 0,-1-4-23 15,0 0-11-15,1-6-1 0,1-2-15 16,0-1-15-16,5-4 12 0,1-1-17 16,0-1 19-16,4 5-32 0,6 4-4 15,1 6 34 1,3 8-18-16,0 6-10 0,-1 4 9 0,2 8 1 15,-1 3 21-15,-4 2 1 0,1 6-1 16,-2-1 0-16,1 4-3 0,-1 0-12 16,2 0 15-16,0 0 0 0,1 4 2 15,0-1-2-15,0 3 3 0,0 2 21 16,2 4-8-16,1 3 2 0,1 3-3 16,1 5-2-16,-5 5-11 0,4 4 19 15,-5 4-21-15,0 6 3 0,-2 2-1 0,-3 6 0 16,0 2-2-16,-3 3-11 0,1 4 11 15,-1 0 1-15,3 2 12 0,-3-2-12 0,1-4-1 16,3-5 0-16,-2-5 0 0,1-4 16 16,2-7 9-16,-2-6-24 0,1-5 11 15,2-5-12-15,-1-4-30 0,-1-3 6 16,2-5-1-16,0-4-61 16,1-2-59-16,-1 0-63 0,-1-8-52 15,4-4-153-15,-4 1-375 0,1-10-983 0</inkml:trace>
  <inkml:trace contextRef="#ctx0" brushRef="#br1" timeOffset="109884.273">14291 6847 2418 0,'0'0'602'15,"0"0"-130"-15,0 0-74 0,0 0-28 16,0 0-26-16,60 91-86 0,-42-50-62 16,0 4-56-16,-1 6-45 0,0 3-4 15,-4 2 18-15,-1 0-15 0,-5 0-51 16,0-2-22-16,-4-5-21 16,0-7-15-16,0-6-13 0,-2-10-26 15,1-6 2-15,-2-8-5 0,1-4-28 0,-1-5-77 16,0-3-54-16,0 0-88 0,0-3-145 0,0-8-190 15,0 2-602-15,0-16-562 0</inkml:trace>
  <inkml:trace contextRef="#ctx0" brushRef="#br1" timeOffset="110275.997">14433 6985 1448 0,'0'0'1203'0,"0"0"-648"0,0 0-166 0,0 0 8 0,24-71-90 16,-8 59-66-16,0 1-47 0,3 1-28 15,1 1-44-15,-3 3-51 0,3-1-44 16,-4 4-15-16,0 3-12 0,-3 0-15 0,-2 5 15 0,0 7 0 16,-4 5 43-16,-3 6-19 0,-4 2-12 15,0 9 1-15,-10 3-1 0,-2 0-12 16,-2-1 2-16,0-1 16 0,2-5-6 16,2-5-10-16,4-2-2 0,3-4 0 15,3-1-2-15,0-1-16 0,9-3 0 16,5 3 2-16,5-3 1 15,4 3 14-15,3 0-1 0,4 1 2 16,2-1 18-16,1 0-2 0,-1 2 11 16,0-3 4-16,-2 1-7 0,-3 1-9 15,-2-2 0-15,-8-1-12 0,-1 1 31 0,-7-2 5 16,-5 4 16-16,-4 0 9 0,-1 3-28 16,-10-1-15-16,-4 3-18 0,-4-4 12 15,-4 0 4-15,-3-2-7 0,-3-3-9 0,0-2 0 16,-2-1-3-16,2-6-31 0,1 0-53 0,1-5-26 15,4 0-26-15,0-6-44 0,1-7-99 16,3-3-131-16,5-1-282 0,2-10-718 16</inkml:trace>
  <inkml:trace contextRef="#ctx0" brushRef="#br1" timeOffset="110565.405">15181 7274 3328 0,'0'0'1083'16,"0"0"-857"-16,0 0-106 0,0 0 186 15,78 1-65-15,-50-5-89 0,6 0-49 16,1 0-45-16,3-2-46 16,-1-1-12-16,2-2-19 0,-1 1-23 0,-5 1-113 15,-7 0-48-15,-4 2-48 0,-8 4-176 16,-7 1-314-16,-5 0-440 0,-7 13-197 0</inkml:trace>
  <inkml:trace contextRef="#ctx0" brushRef="#br1" timeOffset="110715.67">15289 7419 2534 0,'0'0'620'0,"0"0"-244"0,0 0-57 0,0 0 33 16,0 0-60-16,0 0-24 16,0 0-38-16,0 0-99 0,0 0-3 15,0 0 82-15,0 0-37 0,56 25-58 16,-26-25-72-16,2 0-43 0,3 0-66 16,0-5-89-16,0 0-85 0,-2 0-77 15,-8 0-351-15,2 0-1110 0</inkml:trace>
  <inkml:trace contextRef="#ctx0" brushRef="#br1" timeOffset="112287.489">16439 6897 1636 0,'0'0'526'15,"0"0"-154"-15,0 0-27 0,0 0-70 0,11-73-32 16,-11 58 71-16,2 2-34 0,-1 3-76 15,-1-1-30-15,0 5 5 0,0 0-12 16,0 3-32-16,0 0-19 0,0 3 1 0,0 0-17 16,0 0-15-16,0 0-24 0,-6 6-30 15,-4 6-31-15,-5 5-76 0,-3 10 0 16,-2 9 24-16,1 7 9 0,2 8 25 16,1 0 3-16,5 2-19 0,0-3-9 15,3-4 25-15,4-7-13 0,1-6 10 0,3-9-7 16,0-5 13-16,0-5-28 0,4-6 12 0,3-2-39 15,2-3 8-15,-1 1 10 0,3-4 21 16,1 0 12-16,0 0 4 0,1 0-4 0,-3 0 16 16,0 0-34-16,3 0 0 0,-3 5 25 15,-1 6 12-15,2 4 49 0,-3 4 7 16,-3 4-1 0,1 2 16-16,-3 2 9 0,0 0-3 15,0 0 15-15,-2-2-40 0,-1 0-15 0,0-6-10 16,0 0-24-16,0-4 9 0,0-2-12 15,0-5-3-15,0-3-36 0,0-1-32 16,0-4-116-16,0 0-62 0,4 0-161 16,7-7-180-16,-3 2-165 0,11-16-637 0</inkml:trace>
  <inkml:trace contextRef="#ctx0" brushRef="#br1" timeOffset="112660.658">16718 7238 2534 0,'0'0'716'0,"0"0"-385"0,0 0-110 0,0 0 116 32,0 69 1-32,0-54-36 0,2-6-115 15,5 1-86-15,3-5-37 0,4-2 0 16,5-3-27-16,1 0-28 0,6-8-9 0,0-4-27 16,3-6-31-16,1-1-22 0,-2-1-2 15,-5-2-31-15,1 1-22 0,-4 1 30 16,-5 2-6-16,-4 1 6 0,-3 0 15 0,-4 2 21 15,-4 1 69-15,-1-1 10 0,-7 3 2 16,-6 0 4-16,1 4-14 0,-4-1 35 0,-1 4 22 16,0 3 9-16,-1 2-46 0,-1 1 18 15,0 10-12-15,-1 5-4 0,0 6 17 16,1 5 17-16,2 6 28 0,0 3 6 0,4 5-6 16,0-1-10-16,3 3-8 0,2 0-26 15,3-4 10-15,3-2-18 0,3-6-23 0,0-7-10 16,3-5-1-16,7-3 24 0,2-6-24 15,2-4-29-15,5-3-44 0,5-3-19 16,2 0-18-16,3-9-19 16,3-5-46-16,0-5-122 0,-1-3-204 15,-6 4-506-15,9-13-627 0</inkml:trace>
  <inkml:trace contextRef="#ctx0" brushRef="#br1" timeOffset="113089.017">17325 6779 2523 0,'0'0'534'0,"0"0"-218"0,0 0 11 0,0 0 16 16,0 0-108-16,0 0-86 0,0 0-75 16,84-62-74-16,-66 55-45 0,-2 0-2 15,-1 2 1-15,-4 5-7 0,-2 0-16 0,-1 5 10 16,-2 7 41-16,-3 7 18 0,-3 4 37 15,0 6 35-15,-1 8-20 0,-7 1-2 16,-6 3-28 0,3-1-12-16,-4-2-8 0,4-3 9 0,2-4 23 0,2-5 40 0,3-2-28 15,2-3-6-15,2 0-18 0,0-3-22 16,4 1-13-16,3 1 13 0,2 2 2 0,3 1 10 16,2 4 25-16,-1 0 18 0,4 1 16 15,-4 1 15-15,3-2 6 0,-3 0-19 16,3 0-50-16,-4-4-23 15,0 1-3-15,-3-3-9 16,0 0 11-16,-3-2 1 0,1-2 0 16,-6 1 34-16,-1-3-4 0,0 2-18 15,0 0-10-15,0 0-1 0,-7-2-1 0,1 1-39 0,-1 0-117 16,1-1-71-16,-4 1-116 0,5-4-353 16,-9 3-1404-16</inkml:trace>
  <inkml:trace contextRef="#ctx0" brushRef="#br1" timeOffset="113233.329">18147 7684 4436 0,'0'0'780'16,"0"0"-501"-16,0 0-191 0,0 0-88 15,0 0-121-15,0 0-22 0,0 0-88 0,0 0-402 0,0 0-1994 0</inkml:trace>
  <inkml:trace contextRef="#ctx0" brushRef="#br1" timeOffset="116601.392">18497 7516 1489 0,'0'0'1473'16,"0"0"-1140"-16,0 0 26 0,0 0-217 0,0 0-57 15,0 0 12-15,0 0 76 0,0 0 67 0,-43 78-76 16,31-54-53-16,-4 0-41 0,2 0-11 16,-3 3 5-16,0 0 22 0,-3 2 24 0,0-3-49 15,1 2-41-15,-1-3-20 16,1 1-24-16,1-2-19 0,1-2-100 0,2-1-54 16,3-1-62-16,3-5-126 0,6-3-164 15,3-2-518 1,1-10-753-16</inkml:trace>
  <inkml:trace contextRef="#ctx0" brushRef="#br1" timeOffset="118095.499">19982 7035 1007 0,'0'0'365'0,"0"0"-170"15,0 0-139-15,0 0 9 0,0 0 23 16,0 0 531-16,0 0-229 0,0 0-104 0,0 0-56 16,0 0-10-16,0 0 17 0,14-19 43 15,-14 19-5-15,0 0-67 0,0 1-73 16,0 0-24-16,0 5-19 0,0 4-34 0,-5 2-6 16,-1 9-33-16,1 8 11 0,-4 9-11 15,0 6-17-15,4 3 31 16,0 8 13-16,-1 3 15 0,0 5 15 0,-2 3 40 15,-1 2-52-15,-5 3-25 0,-2 0-15 0,-2-4-9 0,-1 2-15 16,0-4-3-16,2-9-10 0,2-8 1 16,5-8-15-16,4-11 9 0,2-6-58 15,3-12-12-15,1-5-10 0,0-6-45 16,5 0-38-16,3-6-3 0,3-9-48 16,6-6-129-16,-1-9-137 0,3-7-201 15,-6 9-479-15,6-20-510 16</inkml:trace>
  <inkml:trace contextRef="#ctx0" brushRef="#br1" timeOffset="118387.666">19999 7179 1687 0,'0'0'516'0,"0"0"-154"0,0 0-107 16,0 0 11-16,0 0 12 0,0 0-21 0,0 0-39 15,0 0-96-15,0 0-17 0,0 0 73 16,31 39-1-16,-12-12-20 0,-1 4-18 15,1 4-25-15,4 5-13 0,0 2-19 16,-1 1-8-16,3 2-32 0,-2 2-26 16,-2-3-14-16,0 0-2 0,-1-4-15 15,0-4 14-15,-3-4-14 16,2-5 3-16,-3-4-6 0,-1-6-7 0,-1-4-12 0,-2-3-8 16,-4-2-10-16,-1-2-10 0,-3-6-5 15,-1 3-16-15,-1-2-22 0,-2-1-41 16,0 0-49-16,-3 0-122 0,-6 0-205 15,0-4-619-15,-12-2-294 0</inkml:trace>
  <inkml:trace contextRef="#ctx0" brushRef="#br1" timeOffset="118558.288">19948 7607 2493 0,'0'0'416'15,"0"0"-122"-15,0 0-45 0,0 0 93 16,0 0-78-16,0 0-61 0,0 0-41 15,0 0-51-15,0 0-22 0,0 0 19 0,96-24-19 16,-59 17-66-16,0-5-23 0,5 0-31 16,-2-4-21-16,-1 1-121 0,0-3-105 15,-2 0-136-15,-12 2-372 0,8-7-1126 0</inkml:trace>
  <inkml:trace contextRef="#ctx0" brushRef="#br1" timeOffset="118811.932">20602 7059 2556 0,'0'0'438'16,"0"0"-166"-16,0 0 116 0,41 75 40 15,-26-38-42-15,-1 5-25 0,0 3-86 16,-1 4-138-16,2-2-79 0,-3 0-6 0,1-5-30 15,0 0-22-15,-3-6-12 0,-2-4-13 16,-2-4-20-16,0-3-74 0,-3-7-15 16,2-6-19-16,-2-2-28 0,-1-7-38 0,1 1-208 31,-1-4-354-31,-2 0-619 0</inkml:trace>
  <inkml:trace contextRef="#ctx0" brushRef="#br1" timeOffset="119249.875">20681 7036 2555 0,'0'0'502'15,"0"0"-141"-15,0 0-69 0,0 0 25 16,0 0-79-16,89-64-42 0,-58 53-36 16,1 7-33-16,2 1-35 0,-4 3-40 15,-2 0-52-15,-6 7-1 0,-4 3-13 16,-7 4 14-16,-6 4 3 0,-3 6 12 15,-2 2 13-15,-12 5 5 0,-8 5-2 0,-3 3 9 0,-6 1-16 0,-3-1-3 32,3-5 10-32,2-3 2 0,6-6 10 15,6-6-3-15,2-1-19 0,9-5-21 16,4 0-24-16,1-1-7 0,11 1 4 16,8 2 15-16,7-3-1 0,5 2-2 0,6-2-15 0,2-2-7 0,0 1-6 0,1-2 0 31,-4-1 4-31,-4 2 2 0,-5 1 6 0,-5-1 7 15,-3 1 11-15,-7 0 10 0,-4 1 3 16,-2 4 0-16,-4-2 16 0,-3 2 20 16,0 2-2-16,-12 0 0 0,1 3 6 15,-7 0 24-15,-1-1 9 0,-3 0-6 0,-4-1-3 16,-2-4 6-16,3 0 21 0,0-7-51 16,0-1-40-16,1-3-2 0,2-4-129 0,0 0-52 15,2-10-70-15,4-3-83 0,-1-5-209 0,5 2-544 31,3-11-689-31</inkml:trace>
  <inkml:trace contextRef="#ctx0" brushRef="#br1" timeOffset="119498.051">21567 7391 3974 0,'0'0'737'0,"0"0"-455"0,0 0-120 16,0 0-28-16,84-25 21 0,-47 12 39 0,6-1-85 15,1-1-73-15,4 2-34 0,0 1-2 16,2 1-2-16,-5 3-31 0,-1 3-7 16,-6 1-29-16,-5 2-68 0,-6 2-45 15,-5 0-7-15,-9 2-67 0,-6 5-194 16,-7 1-239-16,0-2-531 0,-19 9-650 0</inkml:trace>
  <inkml:trace contextRef="#ctx0" brushRef="#br1" timeOffset="119660.689">21690 7547 3454 0,'0'0'540'0,"0"0"-358"0,0 0-20 16,0 0 92-16,82 2 44 0,-43-6-51 0,7-3-119 15,2 1-92-15,0-2-36 0,-4 0-15 16,-1-1-19-16,-4 2-66 0,-2 0-126 16,-6 0-94-16,-8 4-362 0,3-6-1281 0</inkml:trace>
  <inkml:trace contextRef="#ctx0" brushRef="#br1" timeOffset="120011.77">22577 7015 3454 0,'0'0'975'0,"0"0"-839"0,0 0-134 0,0 0 63 16,0 0 46-16,0 0 140 0,0 0 36 15,0 0-47-15,0 0-128 0,0 0-70 16,0 0-9-16,80 0 19 0,-38 0 5 0,6 0-5 16,-4 0-25-16,4 0-9 0,-2 0-17 15,-1-2-1-15,-6-2-39 0,0-5-31 16,-5 1-63-16,-4-3-79 0,-4-1-43 15,-6 2-158 1,-6-1-579-16,-9-5-702 0</inkml:trace>
  <inkml:trace contextRef="#ctx0" brushRef="#br1" timeOffset="120214.733">22751 6969 2884 0,'0'0'521'16,"0"0"-251"-16,0 0-43 0,-13 69 99 0,13-35 18 15,0 7-12-15,5 5-29 0,1 5-91 16,0 6-57-16,-3 3-49 0,0 1-30 16,-3 0-25-16,0-5-19 0,0-4-32 15,0-5-1-15,0-9-14 16,0-8 0-16,0-6-18 0,0-5-79 0,5-6-52 16,0-5-57-16,2-5-72 0,1-3-141 0,-3 0-670 0,4-12-831 15</inkml:trace>
  <inkml:trace contextRef="#ctx0" brushRef="#br1" timeOffset="120414.76">22781 7438 2992 0,'0'0'460'0,"0"0"-336"0,0 0-61 0,0 0 76 16,0 0 170-16,81-2 48 0,-51 4-54 15,4-1-135-15,1 2-79 0,0-3-22 16,-3 0-21-16,-4 0-45 0,-3 0-1 0,-3 0-30 15,-4-3-59-15,-5 3-101 0,-1 0-59 16,-6 0-61 0,-4 5-221-16,-2 6-205 0,0-3-278 0,-14 10-193 0</inkml:trace>
  <inkml:trace contextRef="#ctx0" brushRef="#br1" timeOffset="120599.233">22848 7713 179 0,'0'0'1563'16,"0"0"-1193"-16,0 0-176 0,0 0-16 15,0 0 77-15,0 0 82 0,0 0 30 16,0 0-37-16,0 0-3 0,0 0 9 16,0 0 65-16,90 38-80 0,-55-36-90 0,3 0-67 15,-2-2-46-15,-2 0-45 0,2 0-52 16,-4 0-21-16,-4-5-30 0,0-2-49 16,2 0-57-16,-1-2-65 0,0 1-24 15,1-1-100-15,-8 2-306 0,12 1-866 0</inkml:trace>
  <inkml:trace contextRef="#ctx0" brushRef="#br1" timeOffset="120777.8">24503 7782 4274 0,'0'0'1517'16,"0"0"-1242"-16,0 0-275 0,0 0-133 15,0 0-21-15,0 0 72 0,0 0 25 16,0 0-67-16,0 0-342 0,0 0-1182 0</inkml:trace>
  <inkml:trace contextRef="#ctx0" brushRef="#br1" timeOffset="122658.063">1164 9962 4299 0,'0'0'702'0,"0"0"-484"0,0 0-218 0,0 0-28 16,0 0 28-16,0 0 12 0,0 0-8 15,0 0 56-15,98-5 10 0,-48-1-54 0,4-3-4 16,5-4-12-16,3-3-14 0,-3-4 13 15,0-2-23-15,-1-3-18 0,-5 0-89 16,-2-1-53-16,-7 2-39 16,-4-1-89-16,-6 3-304 0,-13 5-802 15,-9-4-886-15</inkml:trace>
  <inkml:trace contextRef="#ctx0" brushRef="#br1" timeOffset="122901.858">1423 9512 1299 0,'0'0'1299'0,"0"0"-784"0,-8 73-416 16,12-30 25-16,5 10 219 0,2 7 3 0,1 6-18 0,2 6-80 16,-2 0-116-16,-2 2-76 0,0-2-54 15,-3-6-2-15,3-8-13 16,3-14-30-16,2-15 22 0,3-11-25 0,4-12 24 15,2-6-40-15,4-11-80 0,-1-8-106 16,0-10-240-16,-8 5-199 0,6-24-706 16</inkml:trace>
  <inkml:trace contextRef="#ctx0" brushRef="#br1" timeOffset="123534.827">1870 9254 1505 0,'0'0'1214'0,"0"0"-640"16,0 0-320-16,0 0-159 0,0 0-3 15,0 0 103-15,0 0 137 16,0 0-90-16,39 89-66 0,-26-45-35 0,1 5 22 16,1 3 17-16,-1 2-40 0,-2 1-37 15,1 3-48-15,-6 2-34 0,-3 1-18 16,-1 0-3-16,-3-2-15 0,0-5 3 16,0-8-12-16,-3-8 11 0,2-10-5 15,1-11-3-15,0-9-9 16,0-5-65-16,7-3-30 0,2-7 12 0,8-8 3 0,2-6-25 0,2-7-65 15,2-3-60-15,-1 2-113 0,-5 5 65 16,-1 7 152-16,-3 8 45 0,-2 6-4 16,0 3 83-16,-2 7 32 0,0 8 198 15,2 3 71-15,-4 2-7 0,3 3-36 16,1 3-18-16,1 0-19 0,-1-3-29 16,1-4 43-16,-2-3-5 15,3-5-54-15,-1-2-47 0,2-3-55 16,-1-5-39-16,4-1-3 0,1 0-12 15,2-8-15-15,-1-3-25 0,1-5-21 16,0 1-21-16,-3-2-10 0,-1 1-6 16,-2 1-10-16,1 0 10 0,-5 3-32 15,-1 1-6-15,-1 3 45 0,-1-3 103 0,-1 3 25 16,-1-2 6-16,-1 1 13 0,2-1-23 0,1-2 4 16,0 1 28-16,0-3-1 0,2-3-52 15,2 0-3-15,1-1-22 0,-1-1 25 16,-2 0-2-16,1-2-22 0,-4 0 20 15,-4 3 4-15,-2 0-27 0,0 6 14 16,-8 1 13-16,-2 4 93 0,0 4 55 16,-3 3-38-16,0 4-97 0,-1 8-13 0,-1 8 0 0,-1 7 12 15,3 4 49-15,-1 5-6 0,2 6-3 16,4-1 34-16,-2 1 2 0,4-3-21 16,3-1-61-16,3-7-6 0,0-4-24 15,2-4-46-15,5-6 6 0,4 1 12 0,1-5-27 16,2-2 5-16,-1-4-33 0,0-3-38 15,3-3-74 1,0-1-209-16,3-4-575 0,-5-1-83 16,2-9-384-16</inkml:trace>
  <inkml:trace contextRef="#ctx0" brushRef="#br1" timeOffset="123836.845">2951 9884 699 0,'0'0'2767'0,"0"0"-2312"15,0 0-327-15,0 0 79 0,0 0 134 16,20 87-61-16,-17-62-82 0,0-1-91 0,-2-1-37 16,1-4-33-16,1-5-25 0,0-3-12 15,-2-4-18-15,2-4 2 0,1-1-17 16,2-2-10-16,2 0-18 0,3-6 28 0,2-4-34 31,4-5-25-31,2-3-19 0,-3-1-5 16,-1 0 36-16,0 0 9 0,-1 2 31 15,-2 6 21-15,-2 2-30 0,1 4 2 0,-2 5 47 16,1 0 47-16,-1 6 48 16,-2 6-27-16,2 1-18 0,-2 5-4 0,0 1-3 0,0 3-6 15,-1-1-36-15,-3 1-1 0,1 1-2 16,1-2-23-16,-2 2-52 0,-2-2-123 0,2 0-195 16,-2-6-705-16,-1 1-1056 0</inkml:trace>
  <inkml:trace contextRef="#ctx0" brushRef="#br1" timeOffset="124637.622">5341 9560 813 0,'0'0'1'0,"0"0"1611"0,0 0-1032 0,0 0-66 0,59 72-120 16,-35-34-83-16,-2 9-50 15,-3 1-9-15,-2 2-71 0,-4-2-37 0,0-4-34 16,-3-7-40-16,1-7-30 0,-1-8-13 15,-1-6-6-15,1-9-4 0,3-4-17 16,0-3-2-16,4-4 2 0,2-9 15 16,1-8-15-1,0-5-40-15,-2-4-5 0,-1-5 23 16,-1 1-26-16,-3 0-10 0,-3 0-3 16,-1 3-19-16,-2 2 25 0,-3 4-18 0,-1 1 33 0,-2 10 27 0,1 3-5 0,-2 5 16 15,0 6-32-15,1 0-33 0,2 12 67 16,3 10 12-16,4 5 37 15,0 4 9-15,2 5 25 16,-1 0-6-16,-1-2 18 0,-1-8-16 16,2-5-6-16,-2-8-12 0,1-4-19 15,-1-5 4-15,1-2-1 0,-1-2 7 0,2-2 9 16,2-9 30-16,4-7 3 0,1-7-40 0,2-6-54 16,0-3-9-16,3-4-36 0,-3-1-37 15,-1 0-42-15,-2-1-28 0,-5 3-40 16,-2-2-55-16,-4 5-159 0,-5-2-332 15,-1 13-602-15,0-2-716 0</inkml:trace>
  <inkml:trace contextRef="#ctx0" brushRef="#br1" timeOffset="124952.235">6204 9743 2594 0,'0'0'1207'15,"0"0"-911"-15,0 0-38 0,0 0 107 16,0 0-52-16,56 71-97 0,-40-67-73 15,1-4-6-15,6-3-34 0,6-6-46 16,1-9-26-16,6-5-31 0,-1-2-34 16,0-6-32-16,-4 0-19 0,-2 2-15 15,-5 2-1-15,-3 6 41 0,-10 5 14 0,-3 5 21 16,-6 5 25-16,-2 3 52 0,-5 0-49 0,-7 3 40 16,-4-1-43-16,-3 1 2 0,-1 0-1 15,1 4 2-15,-1 7-3 0,2 6-18 16,2 6 18-16,-2 7 3 0,5 2 52 15,-2 5-4-15,2 3-8 0,2 1-31 16,1 0-12-16,6-2-10 0,3-4-24 16,1-6-75-16,7-1-10 15,9-8-12-15,3-3-4 0,5-5-67 16,8-5-141-16,1-6-268 0,-6-1-722 16,18-12-982-16</inkml:trace>
  <inkml:trace contextRef="#ctx0" brushRef="#br1" timeOffset="125553.005">7968 9537 274 0,'0'0'2351'0,"0"0"-1881"0,0 0-209 0,0 0 19 16,0 0 113-16,0 0-46 0,0 0-75 16,0 0-124-16,0 0-59 0,0 0-37 0,-90 57-25 15,64-35 4-15,2 1 15 0,5-4-13 16,3 1-2-16,3-5-28 0,5-3-2 15,2-5-1-15,6 0 0 0,0 0-15 16,3 3-16 0,10 0-12-16,3 3 25 0,7 0 17 15,2 1 0-15,4 0-14 0,-4-1 12 0,0 0-19 16,-2-2-8-16,-3 1 28 0,-1-2-15 0,-4 0 15 16,-3 2-8-16,-2 0 10 0,-6-2 3 15,-1 2 40-15,-3-1-12 0,-2 2 8 16,-7 1 10-16,-4 3-27 0,-6-1-22 15,-3-1-13-15,-1 1-26 0,-3-5-19 16,3-1-16-16,-3-1-18 0,3-2 3 0,3-2-40 16,-1-2-41-16,3-3-51 0,-2 0-131 15,8-2-435-15,0-12-1049 0</inkml:trace>
  <inkml:trace contextRef="#ctx0" brushRef="#br1" timeOffset="125921.574">8511 9663 1349 0,'0'0'2139'0,"0"0"-1788"0,0 0-160 0,0 0 240 0,-92 41-68 16,63-26-105-16,4 6-91 0,-2-1-45 16,3 3-7-16,2 1-15 0,6 0-9 15,2-2-15-15,5 0-34 0,5-4-42 16,2-2-12-16,2-3-42 0,0-3-25 15,5-2 9-15,0-4 28 0,3-2 8 16,3-2-17-16,1 0-7 0,3-6-9 16,0-4-15-16,3-4-15 0,0-3-7 0,1-2-25 15,-3 0-33-15,1 0 2 0,-4 2-1 16,0 1 28-16,-3 4 42 0,-4 5 63 0,-2 4 28 16,0 3 18-16,-4 0 106 0,3 8-18 15,-2 4 42-15,2 6-46 0,2 1-31 16,-1 5 18-16,2-2 3 0,0-1 2 15,2 0-11-15,1-6-43 0,1-5-38 0,4-2-2 16,1-5-49-16,5-3-34 0,0-5-51 16,3-7-97-1,2-7-162-15,-7 2-784 0,4-19-1198 0</inkml:trace>
  <inkml:trace contextRef="#ctx0" brushRef="#br1" timeOffset="126422.038">8772 9580 1820 0,'0'0'664'0,"0"0"63"0,0 0-333 0,0 0 25 16,-17 89 70-16,17-64-76 0,0 2-59 0,0-5-108 15,1 0-98-15,6-5-78 0,0-4-43 16,1-2-27-16,0-4 0 0,5-2-42 16,2-5-1-16,3 0-8 0,1-6-7 15,6-7-12-15,1-4-45 0,-1-5-28 0,3 2-3 16,-1-3 8-16,-4 3 16 0,0 2 17 15,-1 4 7-15,-6 5 33 0,-2 4 22 16,-2 5 3-16,-2 0 40 16,-3 9 74-16,0 5 28 0,2 5-29 0,-1 6-36 15,0 2-18-15,-1 4-7 0,2 2-11 16,1 2 24-16,-3 2 8 0,0 3 10 16,-1 1 0-1,2 2-18-15,-3 2-7 0,-2 2-3 16,0 2-15-16,-3 4 0 0,0 2 2 0,0 3 11 15,0 2-11-15,-8-1 1 0,-3-3 15 16,2 0 16-16,-4-5-1 0,0-2 10 16,2-9 3-16,-4-2 14 0,5-9 4 15,-3-7 12-15,3-5-9 0,2-7-3 0,0-6-13 16,0-3 10-16,-1-1-1 0,2-5-14 16,0-11-7-16,-3-3-24 0,2-9-15 15,4-8-22-15,0-8-20 0,4-5-52 0,0-5-27 16,8 0 2-16,10-1 13 0,1 2 12 15,8 3 14-15,3 2 22 0,5 4 6 0,5 2-3 16,0 3-55-16,4 1-80 0,0 3-101 16,0 2-244-1,-11 8-250-15,14-7-512 0</inkml:trace>
  <inkml:trace contextRef="#ctx0" brushRef="#br1" timeOffset="127000.682">11039 9356 1334 0,'0'0'1234'16,"0"0"-726"-16,0 0-128 0,0 0-120 16,0 0 4-16,0 0-4 0,0 0 44 0,82 7-64 15,-35-1-49 1,4-3-30-16,7-1-39 0,-1-1-33 0,1-1-35 0,-4 0-5 16,-1 0-23-16,-5-6-26 0,-3-1-15 15,-5-4-6-15,-5 3-13 0,-5-3-66 16,-4 0-104-16,-8 3-96 0,-4 2-179 15,-8 2-607-15,-6 2-610 0</inkml:trace>
  <inkml:trace contextRef="#ctx0" brushRef="#br1" timeOffset="127202.588">11367 9513 427 0,'0'0'1569'15,"0"0"-931"-15,0 0-178 0,-16 97 24 0,16-57-65 16,0 4-47-16,3 8-42 15,5 1-78-15,-1 2-17 0,-3 2-64 16,1-2-59-16,-4-2-45 0,-1-3-52 16,0-7-15-16,0-6-30 0,0-10-55 15,0-4-3-15,3-7-31 0,-2-3-24 16,0-3-78-16,-1-2-222 0,0-3-715 0,-1-5-1054 16</inkml:trace>
  <inkml:trace contextRef="#ctx0" brushRef="#br1" timeOffset="127354.741">11372 10029 1714 0,'0'0'1781'15,"0"0"-1449"-15,0 0-112 0,89-5 139 0,-54 0-29 16,2 3-38-16,0-3-103 0,1-1-119 0,-3 0-70 0,-1-1-31 16,-5 1-24-16,-3 1-51 0,-6 4-136 0,-5 1-168 15,-7 1-635-15,-8 11-1100 0</inkml:trace>
  <inkml:trace contextRef="#ctx0" brushRef="#br1" timeOffset="127513.345">11444 10332 2353 0,'0'0'1397'16,"0"0"-1134"-16,0 0-118 0,0 0 95 0,0 0-42 15,0 0-20-15,0 0 15 0,95-8-40 16,-52-4-86-16,3-3-67 0,3 0-55 15,-1-1-58-15,-4 1-80 0,2 2-118 0,-15 4-338 16,9-2-1164-16</inkml:trace>
  <inkml:trace contextRef="#ctx0" brushRef="#br1" timeOffset="128103.353">12549 9896 813 0,'0'0'1237'16,"0"0"-243"-16,0 0-534 0,0 0-62 0,95 4-47 0,-62-4-60 16,0 0-69-16,1-1-50 0,-3-2-56 15,-2-4-55-15,0 0-24 16,-6 0-37-16,0 0-2 0,-1 0-50 0,-6 0-107 16,-4 2-108-16,-1 0-104 0,-5 4-359 15,-6 1-826-15</inkml:trace>
  <inkml:trace contextRef="#ctx0" brushRef="#br1" timeOffset="128285.658">12633 10124 1204 0,'0'0'156'0,"0"0"1292"0,0 0-850 0,0 0-199 0,0 0-115 15,0 0-10-15,0 0-2 0,0 0-32 16,0 0-42-16,109 9-60 0,-74-9-68 15,2-2-39-15,4-4-31 0,2-4-24 16,2 2-34-16,2-2-64 0,1 0-172 16,-14 4-243-16,14-4-1082 0</inkml:trace>
  <inkml:trace contextRef="#ctx0" brushRef="#br1" timeOffset="130244.036">14289 9544 2340 0,'0'0'407'0,"0"0"-160"0,0 0-77 0,0 0 114 16,0 0 29-16,0 0-14 0,0 0-37 16,0 0-88-16,0 0-66 0,0 0-31 15,0 0-31-15,5 5-18 0,-8 15 39 16,1 10 1-16,-6 9 5 0,-2 8 10 15,0 5-19-15,-4 7-27 0,-2 6-10 16,-3 3-12-16,0 2-12 0,-5 2-3 16,-2-2-11-16,0 0 11 0,1-3-12 0,0-4 9 15,0-7 0-15,4-8-9 0,3-10 12 0,4-8-3 16,5-8-34 0,3-8-15-16,3-9-30 0,3-5-50 15,0 0-49-15,0-5-39 0,8-7-116 0,2-6-73 0,3-6-218 16,-3 5-175-16,3-19-606 0</inkml:trace>
  <inkml:trace contextRef="#ctx0" brushRef="#br1" timeOffset="130528.969">14211 9658 375 0,'0'0'170'15,"0"0"123"-15,0 0 831 0,0 0-803 0,27-65-98 16,-20 61 32-16,-1 2 59 0,1 2-48 15,1 0-28-15,4 9-14 0,0 5-23 16,5 4-44-16,2 9-32 0,3 5 33 16,-1 5 43-16,1 4-41 0,2 6-65 15,-4 2-34-15,-1 1-30 0,0 2-7 0,-4-2 10 0,0 4-33 16,-4-6 1-16,1-1-2 0,-3-5-3 16,3-3-12-16,-1-4 14 0,-2-6-2 15,1-4-10-15,0-3 1 0,-3-7-3 0,0-2 12 16,-1-4-28-16,-1-4-27 0,-1-4-37 15,-3 1-25-15,-1-2-3 0,0 0-1 16,0 0-9 0,0-4-95-16,0-5-159 0,-8-2-394 15,0 3-913-15</inkml:trace>
  <inkml:trace contextRef="#ctx0" brushRef="#br1" timeOffset="130713.693">14117 10128 737 0,'0'0'2195'0,"0"0"-1919"16,0 0-101-16,0 0-22 16,0 0 65-16,0 0-39 0,0 0-31 15,0 0-29-15,0 0-1 0,111-7-15 16,-65 1-45-16,0 3-58 0,2-2-12 16,-5-1-31-16,2 1-13 0,-2-1-187 0,-13 2-252 15,9-4-798-15</inkml:trace>
  <inkml:trace contextRef="#ctx0" brushRef="#br1" timeOffset="131677.802">14878 9643 1467 0,'0'0'1858'0,"0"0"-1348"0,0 0-199 16,0 0-96-16,0 0-2 0,0 0 49 16,0 0-27-16,0 0-64 15,103 78-49-15,-72-50-31 0,3 2-46 0,-2 4-2 0,0-2 5 0,-3 2-26 16,-4-4 5-16,0-1-24 0,1-2 18 15,-3-3-18-15,0-1 15 0,-2-1 12 0,-1-3-8 32,-1-4-19-32,1-1 12 0,0-1-15 0,-1-2 0 0,2-2-1 15,2 0-2-15,0-3 0 0,-1-3-18 16,2 1-4-16,-2-4-5 16,-3 0 12-16,-2 0-6 0,-4 0-1 15,-3 0 10-15,-3 0 12 0,-4 0 3 16,-1-4 0-16,1-1 25 0,-2-2-3 15,2-5-22-15,0-6-43 0,1-2-17 0,-3-8-28 16,2-3-58-16,-1-3 6 0,1-2-34 16,-2-2-16-16,2 2-47 0,-2 0-17 15,2 7 32-15,-3 2 27 0,3 4 78 0,-3 5 86 16,0 2 31-16,0 3 45 0,-3 1 46 0,-2 4 16 16,-1 0 19-16,0 4-23 0,-3-1 3 15,4 1-44-15,-3 2-22 0,1 1-21 16,0 1-18-16,-2 0 2 0,1 0 13 15,-1 1 2-15,-2 5 10 0,-1 1-3 16,-2 5 15 0,1 0 3-16,-5 5 13 0,2 1-19 15,-4 1-7-15,-4 5-8 0,-2 5-7 16,-5 4 10-16,-3 5 2 0,0 2 13 0,-3 7 6 16,-2 1 6-16,0 6 3 0,-1 1 0 15,1 2-21-15,0-2-7 0,2-2-24 16,0-3 0-16,6-6 16 0,4-8-17 15,8-7 13-15,6-10-13 0,5-5-2 0,5-6-21 16,1-7-59-16,2 1-45 0,0-2 6 16,0 0-23-16,0 0-15 0,0 0-100 15,0-3-264-15,0-4-631 0,0 1-512 0</inkml:trace>
  <inkml:trace contextRef="#ctx0" brushRef="#br1" timeOffset="132417.143">16051 9429 385 0,'0'0'280'0,"0"0"518"0,0 0 259 16,0 0-671-16,0 0-84 0,0 0-38 16,0 0 18-16,0 0-34 0,0 0-38 0,0 0-48 15,-9 61-35-15,9-50-19 0,-1 2 3 16,1 4-4-16,0 2 13 0,0 9-10 16,0 1-12-16,1 4-28 0,2 9 3 0,0 0 0 15,-3 6-22-15,0-1 13 0,0 2-9 16,-6-2-34-16,2-5-21 0,1-3 0 15,0-4-21-15,2-7 6 0,1-5-7 16,0-5-8-16,0-5-49 0,0-2-45 16,1-3-53-16,1-3-13 0,-1-2-37 15,1 0-154-15,-1-3-288 0,0 0-708 0,2-6-624 0</inkml:trace>
  <inkml:trace contextRef="#ctx0" brushRef="#br1" timeOffset="132895.82">16068 9504 835 0,'0'0'16'16,"0"0"1217"-16,0 0-686 0,0 0-158 16,101-69-127-16,-69 52 34 0,3 2-31 0,2-1-64 15,0 4-47-15,-1 2-51 16,-4 5-35-16,-3 2-25 0,-5 3-40 0,-3 6 13 15,-6 6 6-15,-6 6 18 0,-4 2 3 0,-5 7 10 32,-3 2-13-32,-13 6 0 0,-6 4 6 0,-4 0-15 0,-4 1 24 0,0 0-18 15,1-5 18-15,2-3 49 0,4-4 9 16,5-2-58-16,4-3-40 0,7-4-15 16,4-2-18-16,3-2 3 0,7 3 15 15,10-1 0-15,6-1 3 16,3 0 15-16,5 0-17 0,0 1 2 15,4-4-2-15,-2-1 17 0,1 0-6 16,-3-2-8-16,-1-2-1 0,-4 0 0 0,-3 0-2 16,-3 0-1-16,-4-1 1 0,-6 0 1 15,-3 0 31-15,-2 3 13 0,-4-3-7 16,-1 3 16-16,0 2 27 0,-6-1-30 16,-5 1-25-16,-4 0 9 0,-1 0-15 0,-4-2-5 15,-4 0-1-15,-5-1-15 0,-3-1-1 16,-1-1-11-16,-3-2-67 0,-3-4-46 0,0 0-60 15,-1-1-4-15,0 0-90 0,1 0-181 16,8-1-559-16,-9-8-646 0</inkml:trace>
  <inkml:trace contextRef="#ctx0" brushRef="#br1" timeOffset="187366.219">15309 9897 1025 0,'0'0'150'0,"0"0"-124"0,0 0 0 0,0 0 159 16,0 0 43-16,0 0-49 0,0 0-46 16,0 0-29-16,0 0 0 0,0 0 3 15,32-48-4-15,-29 44-19 0,0 2-13 0,-1-3-19 16,2 4-23-16,-1-4-28 0,0-1-1 16,0 4 16-16,2-3 26 0,-4 0-10 0,3 0-16 15,-1 3 1-15,0-4-1 0,0 2 0 16,1 2 9-16,-1-3 8 0,0 2-1 15,0-1-16-15,0-1 3 0,0 2 10 0,1-1 211 16,-1-2-128-16,3 1-54 16,-1-1-23-16,1 1-13 0,1-1-22 15,-1 0 0-15,3 0-2 0,-1-1-14 16,0 2-6-16,-1-2-1 0,3 1 9 16,-1-1 12-16,-1 1 2 0,0-1 0 15,-2 2 2-15,2-1-2 16,-4 5 0-16,1-3 3 0,-2 4 32 0,-1 0-10 15,0 0-22-15,-1 0-3 0,-1 0-2 16,4 0-12-16,-2 0 14 0,2 0 23 16,2-1-4-16,1 0 9 0,2-4-15 15,-1 4-10-15,1-5-2 0,0 1 12 16,-1 3-13-16,-2-3 1 0,-1 1 2 16,0 3-1-16,-3 0 2 0,-1 0 12 0,-1 1 3 0,2-2-7 15,-2 2-8-15,1-1 11 0,1-1-11 16,-1 2 8-16,1-1-9 0,-1-1-2 15,2 1-1-15,-1 1-12 0,-2 0-1 0,0-2 10 16,0 2-10-16,2 0 11 16,-2 0 2-16,0 0 0 0,0 0 29 15,0 0 18-15,0 0-12 0,0 0 19 0,0 2-13 0,0 2-16 16,-2 3 0-16,0 0-9 0,-2 3-14 16,-1-3 0-16,2 5 0 0,0 0-2 15,2 1-3-15,-1 4-13 0,0 1 16 0,0 1-2 16,2 3-13-16,0 5 12 0,0 0 3 31,0 2 0-31,-1 1 26 0,1-1-13 16,-3-1-13-16,1-3 0 0,-1 0-1 0,3-1 1 15,-4-1-2-15,4 1-1 0,-1-3 0 0,1 0-13 16,0-2 4-16,0-1-4 0,0-2 14 16,1-3-11-16,3-1-3 0,-1-5 14 15,-1-1 2-15,-1 0 0 0,1-4-1 16,-2-1 0-16,0 1 1 0,0-2 2 15,0 0 14-15,0 0-15 0,0 0-1 0,0 0-2 0,0 0-11 16,0 0 11-16,0 0-10 0,0 0 9 31,0 0 2-31,0 0 1 0,0 0 2 0,0 0 11 0,0 0 12 0,1 0 26 16,-1 0-4-16,0 0 0 0,0 0 4 16,0 0-1-16,0 0 3 0,0 0 1 15,0 0-13 1,0 0-13-16,0 0-3 0,0 0 0 15,0 0 0-15,0 0-7 0,0 0-18 0,0 0-2 16,0 0 1-16,-3 0-17 0,0-2 17 16,0 1 1-16,-4-1 31 0,3 2-19 0,-3-3 19 15,-1 0-6-15,-3 2 9 0,-2-1 7 16,1-2 8-16,-5-1-24 0,0 2-11 16,0-3-14-16,-2-1-12 0,3-2-50 15,-1-1-56-15,1-2-56 0,0-1-3 0,6-1-21 16,1 0-141-16,2 2-654 0,1-2-1061 0</inkml:trace>
  <inkml:trace contextRef="#ctx0" brushRef="#br1" timeOffset="212559.647">3415 13484 1083 0,'0'0'1025'0,"0"0"-421"15,0 0-308-15,0 0 84 0,0 0-6 16,0 0-21-16,0 0-33 0,58-79-98 16,-42 57-43-16,1-3-17 0,2-6-12 15,2-5-65-15,-1-5-27 0,3-4-19 0,1-7-14 16,0-4-1-16,2-5-7 0,0-3-17 15,-2-3-2-15,-2-3-16 16,1-4 15-16,0-4-24 0,-4-5-37 0,4-1-9 0,0 3-25 16,-2 5 3-16,0 8 53 0,0 8 42 15,-1 11 0-15,-4 8 12 0,0 12-12 0,-7 6 30 16,0 10 1-16,-5 5-13 0,-1 4 4 16,-3 4 11-16,1 0-33 0,-1 0-16 15,3 0-8-15,-3 0 5 0,4 4-8 16,2 6-13-1,3 7 40-15,7 9 24 0,0 9 10 0,2 10-19 16,1 10-2-16,0 8-12 0,-2 8-1 16,-3 5-2-16,2 4 2 0,-3 1-12 15,-1-1 12-15,-1-3 2 0,-1-3-2 16,1-10-1-16,-2-3-20 0,0-7 21 16,0-6 12-16,1-6 0 0,-1-8 4 15,-2-5-16-15,2-5 0 0,-1-6-13 0,1-3 1 0,-2-3 0 16,-1-3 0-16,-1-3 9 0,-2-1-16 15,-1-1-11-15,-2-4-13 0,0 0-18 16,0 0-16-16,0 0-12 0,0-6-19 16,-5-2-46-16,-7-5-101 0,-5-2-84 15,-4-8-82-15,-5-4-122 0,-4-2-90 0,5 6-179 16,-18-13-639 0</inkml:trace>
  <inkml:trace contextRef="#ctx0" brushRef="#br1" timeOffset="212722.925">3778 12846 2199 0,'0'0'284'0,"0"0"-132"0,0 0-13 0,0 0 130 16,0 0 70-16,0 0-31 0,0 0-47 0,0 0-60 15,0 0-20-15,0 0 39 0,0 0-11 16,88-21-62-16,-62 16-76 0,4 0-65 16,2-1-6-16,0 1-61 0,2 3-105 15,2-3-87-15,0 2-51 0,2-2-212 0,-9 0-633 16,8-4-792-16</inkml:trace>
  <inkml:trace contextRef="#ctx0" brushRef="#br1" timeOffset="213608.845">4621 12381 3052 0,'0'0'412'16,"0"0"-213"-16,0 0-95 0,0 0 91 16,0 0 44-16,0 0-115 0,0 0-18 15,0 0 14-15,0 0 7 0,95 55-4 0,-66-32-19 16,3 3-18-16,0 3-22 0,2 1-15 16,1 3 3-16,4 1-25 0,-3 3-9 15,-2 4-2-15,1-2 8 0,-2 2-6 16,-3-1-16-16,-2-2 8 0,-4-4-10 15,-5-6-22-15,0-4 22 0,-4-4 3 0,0-4-1 16,-2-2 23-16,1-6-7 0,-2 0 3 0,2-1 3 16,-5-4-5-16,3-2 2 0,-4 1-9 15,-1-2 6-15,-1 0 7 0,-1 0-4 16,-1-5-3-16,1-5-18 0,0-3-20 16,2-7-7-16,0-8-28 0,-1-7-9 15,4-8-43-15,-1-6-21 0,-1-3-18 16,5-1 11-16,0 1 6 15,2 3 24-15,-2 4 28 0,-3 6 15 16,0 6 31-16,-3 9 28 0,-1 5 3 16,-2 2 44-16,-4 5 27 0,0 1-12 15,0 1-13-15,0 0-9 0,-3 4 9 16,-1 0-3-16,1 0-15 0,0 3-7 16,-1 0-5-16,2 3 2 0,-3 0-2 0,2 0-16 15,-4 5-13-15,-2 3-42 0,-7 7-3 0,-3 6 39 16,-4 6-2-16,-7 4 19 0,0 7 2 15,-5 6 0-15,-5 2 12 0,-5 7-11 16,-4 3-1-16,-1 3 2 0,-4 1-2 0,1 2 0 16,1-1-15-16,3-3-4 0,3-2 1 15,3-4-13-15,7-7 3 0,6-8 13 16,7-8-1 0,8-10 1-16,4-4 13 0,5-7-20 15,3-6-31-15,3-2-52 0,0 0-82 0,0-6-30 16,3-6-92-16,8-6-155 0,-5 2-302 15,14-18-523-15</inkml:trace>
  <inkml:trace contextRef="#ctx0" brushRef="#br1" timeOffset="213925.444">5783 12326 1125 0,'0'0'3069'0,"0"0"-2759"0,0 0-310 15,0 0 25-15,0 0 37 0,0 0 76 32,0 0-3-32,36 71 3 0,-26-25-31 0,1 7-25 0,0 4-27 0,-4 4-27 15,-1 0-26-15,1-3 9 0,-3-5-11 16,-1-5 0-16,1-5-3 15,-2-6-22-15,-1-10 4 0,1-4-13 16,-1-8-60-16,1-7-53 0,-2-4-40 16,0-4-25-16,0 0-101 0,1-7-234 15,-1-1-674-15,0-18-797 0</inkml:trace>
  <inkml:trace contextRef="#ctx0" brushRef="#br1" timeOffset="214326.197">5905 12191 3432 0,'0'0'449'16,"0"0"-377"-16,0 0-56 0,0 0 110 0,84-45 139 16,-47 32-6-16,2 1-123 0,3 2-62 15,0 2-25-15,-6 4-13 0,-3 4-5 16,-4 0-28 0,-8 3-3-16,-5 7-1 0,-5 3-30 15,-4 8-2-15,-7 4 31 0,-2 7 2 0,-14 6 11 16,-5 7 4-16,-2 2-13 0,-6 0 11 15,0-1 5-15,3-4 40 0,0-2-6 16,6-9 9-16,4-4 82 0,6-6-48 0,3-5-92 16,6-3-3-16,1-2-22 0,11-2 1 15,5 1 21-15,5 1 11 0,5-2-11 16,3 3 0-16,3-1-2 0,-2 0-10 0,-1 3 10 16,-3-2-1-16,0 1-12 0,-5 2 14 0,-2 0-2 15,-3 3-40-15,-2 3-6 0,-5 4 4 31,-3 1 5-31,-5 6 29 0,-1 1 11 16,-4 1 3-16,-6-1 18 0,-4-3-3 16,-4-4 4-16,-1-4-4 0,-1-1 16 15,0-6-7-15,-3-4 7 0,0 0-4 16,-1-8-24-16,-5-1-6 0,1-2-67 0,-5-9-73 16,-1-5 5-16,-1-6-138 0,2-7-157 15,8 4-265-15,2-21-778 0</inkml:trace>
  <inkml:trace contextRef="#ctx0" brushRef="#br1" timeOffset="214611.387">7015 12686 2779 0,'0'0'2054'16,"0"0"-1880"-16,0 0-174 0,0 0-110 15,0 0 110-15,0 0 174 0,101-2-27 16,-66 1-50-16,2-4-63 0,5 2-33 16,1-1-1-16,-1-2-22 0,-3 1-72 15,-3 0-101-15,-6 3-84 0,-7-1-98 16,-7 1-319-16,-9 2-971 0</inkml:trace>
  <inkml:trace contextRef="#ctx0" brushRef="#br1" timeOffset="-214701.689">6999 12966 3339 0,'0'0'507'16,"0"0"-507"-16,0 0 0 0,0 0 47 15,102 6 146-15,-64-6 40 0,1-4-84 16,3-3-75-16,2 1-63 0,-2-1-11 16,-2 2-93-16,-5-1-162 0,-2 5-93 15,-11-2-200-15,1 3-878 0</inkml:trace>
  <inkml:trace contextRef="#ctx0" brushRef="#br1" timeOffset="-212667.083">8557 12170 1596 0,'0'0'451'15,"0"0"-117"1,0 0-8-16,0 0-98 0,0 0-29 0,7-71-90 15,-7 59-58-15,0 0 3 0,0 1 134 16,0 4-21-16,-4-1 0 0,1 0-63 16,0 3 22-16,2 2-11 0,-2-2-18 15,3 5-1-15,-2 0-40 0,2 0-56 16,-4 0-1-16,-3 5-39 0,-2 7-22 16,-8 7 24-16,-5 8 10 0,-5 10 16 0,-6 12-10 0,-3 5 20 15,0 6 2-15,1 5 25 0,5-2 25 16,4-2-1-16,7-8-5 0,5-8 2 15,8-9-3-15,3-9 4 0,3-4-1 16,0-9-46-16,5 1 0 16,2-5-12-16,4-4-22 0,-1-1-13 0,5 2-2 15,-2-3-19-15,0-1-44 0,0 0-3 0,0 1-14 0,-2 0-9 16,-1 1 43-16,0 1 10 0,2 5 66 16,-2 3 19-16,0 2 38 0,0 5 50 15,0 4-37-15,-1 3-7 0,-3 4-19 16,-2 5-23-16,-4 5 10 0,0 3 4 15,-2 2-10-15,-7 1-6 0,-2-2-15 0,1-3-1 32,0-4-12-32,0-4-26 0,3-4 4 0,2-5 25 15,0-4 22-15,2-5-26 0,3-3-110 16,0-6-194-16,0-2-202 0,3-2-147 16,5-4-370-16</inkml:trace>
  <inkml:trace contextRef="#ctx0" brushRef="#br1" timeOffset="-212064.968">9071 12472 1497 0,'0'0'744'15,"0"0"-463"-15,0 0-87 0,0 0 82 16,0 0 82-16,0 0-63 16,0 0-87-16,0 0-32 0,0 0-28 15,0 0-11-15,0 0 3 0,-31-19-26 0,22 25-43 16,-2 6-13-16,-2 2-15 0,0 5 7 16,-2 5-1-16,0 4-9 0,1 5 3 15,0 2-19-15,2 6-12 0,1 3-11 0,4 3-1 16,0-2-2-16,2 0-10 15,2-2 10-15,2 0-19 0,-1-3 17 0,2-4-11 0,0-1-6 16,6-6-13-16,3-4-110 0,3-4-26 16,3-4-28-16,5-1-55 0,2-8-112 15,6 1-188-15,-4-6-530 0,15-3-520 0</inkml:trace>
  <inkml:trace contextRef="#ctx0" brushRef="#br1" timeOffset="-210664.425">9760 12555 1649 0,'0'0'425'0,"0"0"-114"0,0 0-94 0,0 0 47 0,0 0-24 15,-21-66 3-15,14 61-71 0,-1 1-20 16,0 4-14-16,-1 0-27 16,-2 4-27-16,-4 9-17 0,-2 9 24 0,-2 5 36 15,0 8 7-15,1 5-8 0,1 3-11 16,2 0-20-16,3 0-24 0,1-4-13 15,4-6-34-15,2-5-22 0,4-9 5 16,1-6-7-16,0-6-19 16,3-2 1-16,4-2-25 0,3-3 6 15,3 0 6-15,3-3-3 0,4-7-27 16,2-4-16-16,1-4-16 16,0-6 13-16,3 0-7 0,-2-2-3 0,-2 1-4 0,-3 0 13 0,-1 4-1 0,-3 4 41 15,-1 4 16-15,-5 5 25 0,-3 4 16 16,-2 4 40-16,-1 0-54 0,2 3 49 15,1 6 24-15,0 4-3 0,0 4 3 16,0 2 9-16,-3 2-13 16,1 1 16-16,-1 0-35 0,0-2-29 15,-2-4-23-15,5-3-25 0,-2-2-99 16,4-4-118-16,1 0-62 0,2-3-158 16,-3-2-339-16,4-2-680 0</inkml:trace>
  <inkml:trace contextRef="#ctx0" brushRef="#br1" timeOffset="-210490.769">10233 12708 2579 0,'0'0'537'16,"0"0"-253"-16,0 0-5 0,3 78 140 16,-3-49-40-16,2-4-67 0,-1 0-184 15,3-1-102-15,-1-3-26 16,1-2-101-16,1-2-87 15,-1 1-90-15,1-4-128 0,-4-3-278 0,2-3-829 0</inkml:trace>
  <inkml:trace contextRef="#ctx0" brushRef="#br1" timeOffset="-210110.438">10627 12327 1588 0,'0'0'730'0,"0"0"-143"0,5 79-116 0,-5-41-41 0,0 7-6 32,-2 5-77-32,-6-2-91 0,2-1-79 0,-5 0-100 0,4-5-56 15,0-3-21 1,1-8-10-16,3-8-30 0,1-7-27 16,2-8 9-16,0-4-16 0,6-4 1 15,4 0-4-15,2-5 24 0,4-6-5 16,4-1 15-16,0 4 2 0,2-3 14 15,2 3-1-15,-2 3-9 0,1 4 37 16,1 1 37-16,-1 3 3 0,-1 7-3 0,-2 2-3 16,-3-1-3-16,-1 3 6 0,-1 1-9 0,-4 2-4 15,-5 0-8-15,0-1 5 0,-6 1 25 16,0 0 6-16,-1-1 16 0,-10 0 18 16,-3-2-1-16,-8-1-21 0,-4-1-12 0,-2-3-9 15,-1-3-31-15,1-3-12 0,4-3-91 16,5-2-93-16,0-8-49 0,6-3-69 0,-2-6-85 15,3-5-229-15,3 3-580 0,2-18-612 0</inkml:trace>
  <inkml:trace contextRef="#ctx0" brushRef="#br1" timeOffset="-209898.472">11216 12525 855 0,'0'0'1287'0,"0"0"-947"0,0 0 89 0,95 68 28 0,-73-40-118 15,-2-2-137-15,-7 4-95 0,0 1-63 16,-2-2-40-16,-6 2-4 0,-5-2-32 16,0 2-27-16,-9-3-10 0,-10 3-4 15,-2-2 4-15,-5 2-16 0,-3-2 34 16,-1-3-12-16,-1-3 0 0,1-5 9 16,0-4-45-16,-2-5-166 0,8-6-385 15,-15-1-788-15</inkml:trace>
  <inkml:trace contextRef="#ctx0" brushRef="#br1" timeOffset="-209177.996">11905 11983 2835 0,'0'0'553'0,"0"0"-176"0,0 0-116 0,0 0 49 15,17 90 15 1,-8-51-58-16,5 7-72 16,-1 8-67-16,2 6-55 0,-2 4-6 0,1 6-9 15,-5 1-22-15,-2 3-18 0,-4 3-5 16,-3 2-11-16,0-1 10 0,-6 1-12 0,0-6-31 15,-3-3 19-15,-2-8 0 0,1-3-15 0,1-7-55 16,-1-4-58-16,3-8-19 0,3-6 6 16,1-3 6-16,3-10-31 0,0-4-76 15,1-7-100-15,8-7-90 0,-2-3-288 16,12-8-489-16</inkml:trace>
  <inkml:trace contextRef="#ctx0" brushRef="#br1" timeOffset="-208476.493">12904 12344 931 0,'0'0'1098'0,"0"0"-884"0,0 0 6 0,0 0 115 0,0 0 88 16,0 0-79-16,0 0-60 0,-79-26-22 15,65 53-54-15,-3 11-13 0,3 13 30 16,0 6-7-16,3 10-50 0,2-1-3 16,4 0-28-16,0-11-40 0,5-9-49 15,0-12-27-15,0-11-8 0,8-9-13 16,3-7-22-16,8-6 22 0,4-1 12 16,3-9-12-16,4-9-28 0,2-9-75 15,0-3-52-15,-2-6 12 16,-3 0-10-16,-2 0 6 0,-5-1 25 0,-6 4 29 15,-1-1 22 1,-7 0 40-16,-2 2 17 0,-4 1 14 16,0 1 19-16,-4 2 33 0,0 6 0 15,-5 6 32-15,6 7 11 0,0 3-9 0,2 6-50 16,-1 0 7-16,1 10-28 0,0 7 22 16,-1 6 0-16,1 10-1 0,-2 7 4 15,1-1 21-15,2 2-18 0,0-5-43 0,0-5 0 16,5-3-4-16,0-9-47 0,6 1-50 0,0-7-30 15,2-1-47-15,3-3-50 0,4-5-203 16,3-4-92-16,-4 0-492 0,15-10-557 16</inkml:trace>
  <inkml:trace contextRef="#ctx0" brushRef="#br1" timeOffset="-208244.788">13844 12222 2974 0,'0'0'393'15,"0"0"-278"-15,0 0 75 0,-83 60 194 16,53-24-47-16,1 8-118 0,2 5-86 16,4 4-44-16,4 2 9 0,2 0 12 15,3 0 12 1,5-1-46-16,1-7-49 0,5-8-23 16,3-6-2-16,5-8-1 0,7-8 1 15,6-5-2-15,5-7-35 0,7-4-32 0,2-1-46 16,3-10-31-16,-1-3-61 15,-5-6-61-15,-3-2-149 0,-10 6-299 16,-2-10-844-16</inkml:trace>
  <inkml:trace contextRef="#ctx0" brushRef="#br1" timeOffset="-208083.378">13552 12605 1861 0,'0'0'806'15,"0"0"-298"-15,0 0-180 0,0 0-56 16,0 0-8-16,0 0 5 0,81 6-46 0,-42-6-84 15,3-2-78-15,4-6-44 16,0-2-17-16,-2 1-53 0,-2-1-88 16,-3-1-135-16,-7 2-88 0,-9 1-307 0,4 0-999 0</inkml:trace>
  <inkml:trace contextRef="#ctx0" brushRef="#br1" timeOffset="-207722.552">14551 12059 2689 0,'0'0'612'16,"0"0"-297"-16,-32 105-116 0,16-55 115 15,-2 13 13-15,-4 7-10 0,-4 6-41 16,-4 3-136-16,-1 1-70 0,0-1-39 16,-3-1-10-16,4-8-21 15,0-8-1-15,6-8-42 0,5-13-2 0,10-11-1 16,5-12 0-16,4-10-36 0,1-7-34 15,11-3-4-15,7-13-43 0,4-8-90 16,1-7-138-16,8-8-180 0,-10 7-599 16,9-21-428-16</inkml:trace>
  <inkml:trace contextRef="#ctx0" brushRef="#br1" timeOffset="-207459.835">14591 12015 1846 0,'0'0'729'0,"0"0"-417"0,0 0-225 0,0 0 143 0,0 0 114 15,0 0-15-15,0 0-72 16,72 79-57-16,-55-38-45 0,0 8-44 16,-2 6 12-16,-2 6 28 0,0 1 8 0,-1-1-28 15,-2 0-52-15,0-5-18 16,0-5-43-16,0-3-18 0,3-8-2 16,-1-4-22-16,3-4-34 0,-2-4-18 15,2-6-13-15,-2-3 19 0,-2-3-19 0,1-5-12 16,-4-3-28-16,0-6-16 0,-1 1 0 0,-2-3 5 0,1-1 0 15,-3-7 10-15,-1 0-33 0,-2-4-17 16,-5-4-36-16,-9-4 95 0,-8 0-879 16,-7-6 874-16,5 7-969 0</inkml:trace>
  <inkml:trace contextRef="#ctx0" brushRef="#br1" timeOffset="-207319">14492 12598 1056 0,'0'0'1414'15,"0"0"-1062"-15,0 0 7 0,0 0-63 16,0 0 8-16,0 0 30 0,0 0-26 15,89-11-83-15,-44 1-108 0,3-5-74 16,5-1-42-16,1-2-1 0,1-2-31 0,0 1-79 16,-6-2-88-16,0 3-91 0,-7 2-145 0,-12 4-567 15,5-2-939-15</inkml:trace>
  <inkml:trace contextRef="#ctx0" brushRef="#br1" timeOffset="-207105.72">15499 12712 3258 0,'0'0'595'15,"0"0"-352"-15,-26 72-198 0,15-47-45 0,-4 5-3 16,-2-4 2-16,0 0-15 0,2-2-70 15,4-2-114-15,1-3-85 0,5-4-74 16,0 1-770-16</inkml:trace>
  <inkml:trace contextRef="#ctx0" brushRef="#br1" timeOffset="-206392.159">16083 12014 287 0,'0'0'170'15,"0"0"651"-15,0 0 455 0,0 0-726 16,0 0-113-16,0 0-93 0,0 0 45 16,0 0-101-16,0 0-57 0,53 66-84 15,-47-18-37-15,-5 6 21 0,-1 5 3 16,-5 8-55-16,-7 0-24 0,-5-1-13 0,-2-1 4 15,2-6-43-15,-2-6-3 16,4-11 0-16,4-9-15 0,5-11 0 0,2-6 2 0,3-7-2 16,1-5-3-16,0-3-28 0,0-1-57 15,4-1-6-15,3-8 2 0,3-5 21 16,2-7 31-16,3-2-18 0,4-2-10 16,0 1-15-16,-2 5 17 0,2 6 29 15,0 6 52-15,-3 5 6 0,1 2 40 16,-3 2-18-16,2 3 3 0,0 6-3 0,0 2 21 15,-5 0-9-15,2 1-19 0,-3 1-18 0,-2 2 34 16,-4 1 28-16,-4 1 20 0,0 0-27 16,-6-2-15-16,-8-1-9 0,-5 2 2 0,-2-5-8 15,-4-2-28-15,0-4-1 0,-1-3-19 16,2-3 20-16,3-1 0 0,0-4-1 16,3-6-26-1,1-3-68-15,0-5-79 0,3-4-81 16,1-3-207-16,7 0-482 0,2 5-184 0,4-10-702 0</inkml:trace>
  <inkml:trace contextRef="#ctx0" brushRef="#br1" timeOffset="-206141.562">16946 12209 912 0,'0'0'1191'0,"0"0"-525"0,0 0-140 0,0 0-54 31,0 0-163-31,-68 81-112 0,37-38-36 16,0 8 71-16,4 9 19 0,3 4-9 16,5-2-14-16,4-1-58 0,10-5-70 0,3-7-49 0,2-7-26 0,9-11-25 15,7-6-40-15,5-7-5 0,5-6-4 16,3-6-2-16,4-5-13 0,-2-1-21 16,0-5-21-16,-3-5-31 0,-5-6-37 15,-6-1-105-15,-9 2-176 0,-5-6-329 0,-3 7-544 16,-7-6-705-16</inkml:trace>
  <inkml:trace contextRef="#ctx0" brushRef="#br1" timeOffset="-205987.909">16588 12531 1899 0,'0'0'703'0,"0"0"-247"16,0 0-85-16,0 0 37 0,77 29-47 0,-30-25-85 15,7-4-94-15,7-4-95 0,2-8-67 16,0-3-20-16,0-4-22 0,-7-1-113 0,-5-1-171 15,-9 4-146-15,-10 2-540 0,-2-5-813 0</inkml:trace>
  <inkml:trace contextRef="#ctx0" brushRef="#br1" timeOffset="-205756.153">17492 12318 1767 0,'0'0'538'16,"0"0"30"-16,2 89 93 0,-2-49 7 0,0 4-90 0,0 5-110 16,0 1-134-16,1-1-167 0,-1-4-74 15,0 1-59-15,0-4-34 0,0-6-18 16,-4-4-70-16,-1-7-79 0,4-4-24 16,-1-7-28-16,2-6-25 0,0-6-91 15,3-2-99-15,2-5-151 0,-2-3-586 16,4-12-342-16</inkml:trace>
  <inkml:trace contextRef="#ctx0" brushRef="#br1" timeOffset="-205386.76">17607 12197 904 0,'0'0'570'0,"0"0"-34"0,0 0 15 0,81-25-30 16,-53 25-88-16,1 0-69 0,1 6-63 15,-1 3-52-15,-2 1-48 0,-3 5-20 16,-5 1-22-16,-2 2-45 0,-5 0-41 15,-5 4-24-15,-6 2-13 16,-1 3 1-16,-14 2 2 0,-2 4 1 0,-5 1-1 16,-2-3 7-16,0-2-13 0,2-3 16 15,4-6 17-15,4-3 31 0,6-5-45 16,1-5-52-16,6-3-1 0,0-1-30 16,10 1-59-16,8 1-10 0,6 0 24 15,6 2 15-15,5 1 21 16,4 0-2-16,1 2 5 0,-4 1 13 0,-1 1 6 0,-6 0 6 0,-5 0 12 15,-6 2 11-15,-4 3 53 0,-8-1 36 16,-6 2-24-16,0 3-24 0,-8 1 2 16,-10 2 7-16,-4 0 17 0,-8 2 10 15,-3-1-18-15,-5-2-13 0,-1-1-36 16,2-3-21-16,-3-2-11 0,5-4-13 16,3-4-43-1,3-4-102-15,5-2-55 0,5-3 26 16,0-11-141-16,5-4-234 0,1 0-438 15,1-19-643-15</inkml:trace>
  <inkml:trace contextRef="#ctx0" brushRef="#br1" timeOffset="-204538.794">18510 11851 1630 0,'0'0'1486'16,"0"0"-955"-16,0 0-203 0,0 0-74 16,0 0 25-16,0 0-69 0,0 0-38 15,0 0-105-15,83-21-49 0,-57 9-18 16,-1 0-25-16,-1-1-2 0,1 0-41 16,-4 1 10-16,-2 2 9 15,-2 2 30-15,-4 2 17 0,-3 1 2 16,-5 3 2-16,-1-2 23 0,-3 4-10 15,-1 0-12-15,0 0 0 0,0 0 19 0,0 0-22 16,0 0-6-16,0 0-19 0,-4 7-15 16,-2 9 40-16,-2 8 61 0,-5 12-18 0,-4 12 15 15,-5 9 31 1,-6 9 60-16,-2 3 40 0,-2 0-64 0,2-1-34 0,1-3-3 16,6-7-16-16,3-5-2 0,4-6-31 0,6-6-3 15,3-7-17-15,4-4-18 0,3-7 2 16,0-3-3-16,3-7-1 0,4-1-1 15,5-7-62-15,2-1 1 0,6-2-4 16,3-2 3-16,6-2-2 0,3-5 8 16,-2 3 9-1,0-1 13-15,-4 4 6 0,-4 1 5 16,-2 0-8-16,-1 9-1 0,-5 4 34 0,-2 6 10 16,-1 0 26-16,-3 9-15 0,-2 0-5 15,-1 5-16-15,1 1 0 0,-3 4 1 16,0 3 0-16,-2 3 0 0,-1 2-1 15,0 4 1-15,0-5 0 0,-6 2 11 16,-2-6 36-16,-1 2-17 0,-3-4-4 0,1-4-10 0,-1-3-17 16,-2-2-21-16,3-6-25 0,0-3-11 15,3-3 2-15,1-4-15 0,1-2-15 16,-1-3-56-16,-2-5-82 0,-2 1-21 16,-3-3-87-16,-4 1-153 0,-4-3-187 15,3 0-403-15,-14 0-354 0</inkml:trace>
  <inkml:trace contextRef="#ctx0" brushRef="#br1" timeOffset="-157599.639">5391 15886 2199 0,'0'0'671'16,"0"0"-363"-16</inkml:trace>
  <inkml:trace contextRef="#ctx0" brushRef="#br1" timeOffset="-155750.431">4908 15666 1330 0,'0'0'773'16,"0"0"-455"-16,0 0-115 0,0 0 84 15,0 0 122-15,0 0-148 0,-85-42-34 16,69 37-88-16,3 2-4 0,-1 1 12 16,-1 2 58-16,1 0-23 0,1 9-83 15,0 5-62-15,0 7-25 0,-3 7 13 0,3 9 18 16,0 6 0-16,-1 6 2 15,5 4 7-15,0 0-15 0,3-1-3 0,4-7-13 16,2-5 1-16,0-9-1 0,3-10-20 0,5-7 81 16,1-8-60-16,1-3-20 0,5-3 28 15,1-3-9-15,5-5 65 0,3-8-68 0,4 1-17 16,-5-6-1-16,0-2 0 0,-3-6-12 16,-1-3-55-16,1-6-6 15,-1-2-37-15,-5-1-73 0,2 1 48 16,-4 4 18-16,-3 3 15 0,-1 5-9 0,-4 6 12 15,-1 5 99-15,-1 6 9 0,-2 5 6 16,0 5 29-16,0 1 33 0,0 4-6 0,0 4-58 16,0 5-12-16,0 7-1 0,4 8 55 15,2 5 4-15,1 2 27 0,3 3-22 16,-1-2-9-16,-1-1-52 0,4-4-3 0,-2-6-28 16,-1-6-9-16,1-6-24 0,0-7-16 15,0-3-3-15,3-3-16 0,0-4-34 16,1-8-25-16,2-7-282 0,-7 2-664 0,5-16-854 0</inkml:trace>
  <inkml:trace contextRef="#ctx0" brushRef="#br1" timeOffset="-155213.574">5248 15022 2292 0,'0'0'1369'16,"0"0"-1076"-16,0 0-39 0,0 0 174 0,0 0-136 16,0 0-158-16,0 0-88 0,0 0-44 15,0 0 132-15,0 0 27 0,58 76-36 16,-37-35-40-16,1 10-28 0,0 9 4 0,-2 11-21 16,-2 7-38-1,-1 7-4-15,-2 4-13 0,-5 1-3 0,1-2 6 16,-2-5-10-16,-1-6 4 15,-1-11 18-15,0-14 3 0,2-13-3 16,-3-9-17-16,-1-15-16 0,0-6-28 16,-1-7 13-16,1-2-1 0,0-4-12 0,1-6 61 15,0-7 34-15,1-6 5 0,-1-7-39 16,-1-5-15-16,-3-3-9 0,-1 0-3 16,1 0 8-16,1 3 1 0,1 8-12 0,3 2-49 15,3 7 30-15,0 3 47 0,2 5 2 0,1 4 11 16,1 0-11-16,0 4 18 0,4 2 4 15,2 0-1-15,-1 0-3 0,1 5 13 16,0 3-7-16,-1 5 12 0,-2 1-2 16,-2 5-22-16,-3 5-10 0,-1 2 13 15,-4 1-15-15,-4 2 24 0,1-3 1 16,-4 1-22-16,0-5 15 0,0-4-16 0,0-3 16 0,-6-2 9 16,1-3 4-16,-4-1-28 0,-1-3-3 15,-5-2-25-15,-2-1-17 0,-3-3-10 16,-7 0-51-16,-5-3-30 0,-4-3-2 15,1-1-69-15,-1 0-103 0,7-1-146 16,2 1-107-16,7 1-410 0,5 0-492 16,1-5 281-16</inkml:trace>
  <inkml:trace contextRef="#ctx0" brushRef="#br1" timeOffset="-154296.498">6695 15766 673 0,'0'0'1212'15,"0"0"-567"-15,0 0-265 0,4-82-60 0,-4 61 106 16,-4 6-26-16,-3 2-150 0,1 5-86 16,0 4 46-16,-1 2 17 0,-1 2-71 0,-1 0-31 15,2 2-27-15,-5 10-80 0,1 8-18 16,-1 10-21-16,-1 10 21 0,3 8 21 16,1 3 15-16,-1 2 7 0,5-3-4 0,-1-4 1 15,3-10 5-15,0-8-20 16,1-7-24-16,2-9-1 15,0-7-11-15,0-3 11 16,0-2 0-16,2-2-12 0,7-3-92 0,4-6 92 16,2-4-6-16,4-6 12 0,0-5-46 15,-2-4-6-15,-2 0-15 0,-1 4 24 16,-5 1-12-16,-3 4 9 0,-1 6-6 16,0 2 3-16,-1 5 12 0,-3 3 4 15,2 3-14-15,0 2 29 0,1 0 2 0,5 3 22 0,2 6 13 16,3 2 8-16,1 3 22 0,-2 3 0 15,1 0-15-15,0 5 8 0,-4 1-8 16,-1 1-5-16,-1 0-23 0,-2-1-2 16,-2-3-25-16,-1-2-13 0,0-3-24 15,0-3-62-15,-1-2-47 0,-1-3-81 16,1-4-226-16,0-3-222 0,-2 0-470 0,0-3-101 0</inkml:trace>
  <inkml:trace contextRef="#ctx0" brushRef="#br1" timeOffset="-153962.122">6355 15465 2654 0,'0'0'447'16,"0"0"-211"-16,0 0 145 0,29-72 0 15,-19 52-132-15,0 5-75 0,2 0-42 16,2 5-46-16,-1 1-56 0,3 4-30 0,1 4-15 0,3 1-16 0,3 5 6 16,-1 5 13-16,1 3 12 0,-1 4 1 15,-3 3 21-15,1 1-22 0,-2 0 0 16,0-2-3-16,-1-1 3 0,-1-5 0 16,-1-4-10-16,2-2 10 0,0-4 0 15,1-1 13-15,1-2-11 0,3 0 1 16,2-5-3-1,1 0-25-15,4-4-67 0,1-2-106 0,3-1-26 16,3-3-93-16,-2-1-155 0,-6 1-680 16,5-8-994-16</inkml:trace>
  <inkml:trace contextRef="#ctx0" brushRef="#br1" timeOffset="-153531.578">7272 14995 1186 0,'0'0'592'16,"0"0"562"-16,0 0-811 0,0 0-79 15,0 0 102-15,0 0-18 0,0 0-75 16,60 64-85-16,-43-29-25 0,-1 8-26 16,0 4-39-16,0 9 21 0,0 4-28 0,-6 6-48 15,0 5-2-15,-3 4-41 0,-3 1 0 16,-1-2-24-16,0-9 0 0,0-9 24 0,-1-12 15 0,2-13-15 15,-1-12-18-15,4-8-19 0,-3-4 7 16,2-7-46 0,3 0 2-16,0-8 10 0,3-5 49 0,3-3-19 0,1-5 7 15,-2-1-4-15,3 0-18 0,1 4-3 16,-1 3-24-16,1 4 14 0,0 5 4 16,2 3 15-16,-4 3 6 0,0 0 37 15,-2 4 7-15,1 4-5 0,-2 0 27 0,-2 3-26 16,-1 1 37-16,-2 3 0 0,-4 1 12 15,-3 3-12-15,-1 2 21 0,-1 2-24 16,-8 2 3-16,-4 0 3 0,-3 0 6 0,-4 0-19 16,0-4-5-16,-3-3-24 0,4-4-1 15,-1-4-25-15,-2-4-24 0,1-6-91 16,-1 0-54-16,-2-12-22 0,-2-9-117 16,-5-7-205-16,8 4-603 0,-17-26-581 0</inkml:trace>
  <inkml:trace contextRef="#ctx0" brushRef="#br1" timeOffset="-153178.484">6885 14997 398 0,'0'0'1754'16,"0"0"-1172"-16,0 0-194 0,35-71-78 0,-19 43 38 16,5 1-90-16,5-4-79 0,3 1-49 15,3 0-18-15,-2 2-16 0,0 5-16 16,-2 3-9-16,-5 8-10 16,-3 4-61-16,0 8-34 0,-2 0-24 0,-1 11 9 15,-1 9 49-15,2 6 16 0,-3 5 30 16,1 4-24-16,-3 4-13 0,1 0-9 15,1-3 0-15,-1-7-1 0,-1-5 2 0,1-8-1 0,4-4 0 16,3-7 14-16,3-2-13 0,8-3 26 16,4-7 16-1,3-6-43-15,7-6-46 0,2-5-99 0,4-2-65 0,-3-2-168 16,-9 7-403-16,12-7-988 0</inkml:trace>
  <inkml:trace contextRef="#ctx0" brushRef="#br1" timeOffset="-151344.724">4071 15833 1015 0,'0'0'85'0,"0"0"354"0,0 0 263 0,0 0-311 0,0 0-195 16,0 0 10-16,0 0-34 0,0 0 10 16,-49 84-32-16,40-58-43 0,2 4-47 15,1 3-12-15,3 8-1 0,3 3-7 16,0 2-40-16,0 1-25 0,7 2-7 15,4-1-34-15,3 0-80 0,1-3-140 16,5-2-449-16,-4-12-689 0,12 13 362 0</inkml:trace>
  <inkml:trace contextRef="#ctx0" brushRef="#br1" timeOffset="-150742.214">5901 15548 847 0,'0'0'84'0,"0"0"1054"0,0 0-578 0,43 79-178 0,-27-50-103 16,0 5 16-16,1 3 65 0,-1 4-112 0,1 0 74 16,-2 2-152-16,-1-2-93 0,-1 1-31 15,-4 0-34-15,2-4-12 0,-8 1-11 16,-1 0-4-16,-2 1-10 16,-5 0 4-16,-6 1-22 0,-1-1-19 15,-6-1-12-15,-3-2-19 0,1-4 19 16,-3-3-53-16,1-5-17 0,2-6-221 0,3-8-591 15,6-3-546-15</inkml:trace>
  <inkml:trace contextRef="#ctx0" brushRef="#br1" timeOffset="-150142.827">6433 15606 303 0,'0'0'98'0,"0"0"-72"0,0 0 26 0,0 0-19 0,0 0 700 15,0 0-258-15,0 0-205 0,0 0-66 16,0 0 78-16,0 0 85 0,-49 6-62 16,42-2-79-16,-4 3-82 0,2 0-49 15,0 0 53-15,0 4-9 0,3 0-8 16,3 3-42-16,-2 3-45 0,5 1-30 15,0 1-13-15,0 0 42 0,5 0 63 16,-3 3-60-16,2 2-30 0,1 2-16 16,0 2 40-16,3 3 13 0,0 2-20 0,1 3-33 0,0 0-12 15,3 2 11-15,0 2-1 0,4 3-16 16,0-1-17-16,2 0-39 0,1 0-109 16,0-5-204-16,1-4-114 0,3-4-60 15,0-6-166-15,2-6-538 0,-6-7 711 16,15-8 358-16</inkml:trace>
  <inkml:trace contextRef="#ctx0" brushRef="#br1" timeOffset="-149733.118">8530 15385 470 0,'0'0'208'0,"0"0"-28"0,0 0 811 0,0 0-602 16,68 83-17-16,-51-58 66 0,0 5-189 16,0 1-80-16,-4 2-5 0,2 3-43 15,-2 3-65-15,-2 3-37 0,-1 0-19 16,-1 5-3-16,-5 1-13 0,-1 2 15 16,-3 1 0-16,0-4-27 0,-10-1-35 15,-6-2 22-15,-4-3 25 0,-3 0 13 0,-3 0-13 0,-4-3-32 16,0-2-75-16,-5-3-84 0,-1-2-236 15,10-10-811-15,-22 5-282 0</inkml:trace>
  <inkml:trace contextRef="#ctx0" brushRef="#br1" timeOffset="-135711.739">9168 15701 2164 0,'0'0'1302'16,"0"0"-844"-16,0 0-219 0,0 0-62 15,0 0 74-15,0 0 44 0,0 0-57 16,0 0-52-16,0 0-55 0,104 1-58 16,-69 3-7-16,2-4 4 0,3 2-13 15,1-1-11-15,2-1-4 0,2 0-27 16,-2 0-15-16,4-1-21 0,-6-3-21 15,-4 1-73-15,-2 0 0 0,-8-1 17 16,-5 3-78-16,-10-2-264 0,-6 3-244 16,-3 0-318-16,-9 0-480 0</inkml:trace>
  <inkml:trace contextRef="#ctx0" brushRef="#br1" timeOffset="-135507.627">9307 15926 3354 0,'0'0'472'16,"0"0"-280"-16,0 0-135 0,0 0 136 16,0 0 31-16,0 0 1 0,0 0-23 15,90 28-67-15,-52-26-40 0,9 3-47 16,-2-4-8-16,2-1-28 0,1 3-12 16,-3-3-39-16,-2 0-22 0,0 0-9 15,-2 0-59-15,-5 0-135 0,-2-3-328 16,-11 3-616-16,5-6-1163 0</inkml:trace>
  <inkml:trace contextRef="#ctx0" brushRef="#br1" timeOffset="-106613.439">11284 15823 2718 0,'0'0'353'0,"0"0"-116"0,0 0-12 0,8-67 110 0,-3 41-99 15,-2-2-120-15,1-3-20 0,0-2-28 16,-1 3-3-16,-3-1 25 0,0 4 12 15,-6 1 52 1,-5 6 8-16,-8 2-33 0,-1 2-26 16,-3 4 7-16,-5 2-4 0,0 3-15 0,-3 3-30 15,1 0-22-15,1 1-2 0,2 3-16 0,3 0-6 16,3 3 0-16,1 5-15 0,0 7 1 16,1 4-1-16,-1 8 0 0,1 7 0 15,3 10 12-15,-4 10 28 0,1 10-13 16,-1 8-6-16,3 8-21 0,1 1-9 0,3 1 9 15,6-8 0-15,6-9-1 0,1-15-2 0,11-15 0 16,5-10-12 0,5-13-34-16,7-6 28 0,2-6 21 15,6-7 2-15,3-12 14 0,6-8-16 16,-3-8-39-16,0-3-19 0,-4-4 1 16,-2 0 27-16,-4-1 14 0,-5 2-2 15,-6 2 18-15,-1 1 12 0,-7 2 10 16,-2 5-11-16,-5 5-10 0,-3 8 16 0,0 4 4 15,-2 7 6-15,-1 3-27 0,3 4-21 16,-1 0-42-16,5 4 41 0,1 6 22 16,3 7 46-16,3 3 5 0,0 8-8 15,3 1-22-15,1 5 27 0,2 5 4 16,0-3-34-16,-1 3 0 0,3-3 15 0,-1-3 10 16,1-2 8-16,1-4-42 0,1-4-9 15,-1-4-51-15,1-5 17 0,3-4-50 16,3-5 29-16,2-5-17 0,3 0-71 0,3-12-63 15,1-3-118-15,-3-6-354 0,-8 2-749 16,3-12-1132-16</inkml:trace>
  <inkml:trace contextRef="#ctx0" brushRef="#br1" timeOffset="-103820.836">12680 14730 1076 0,'0'0'26'0,"0"0"1395"0,0 0-1070 0,0 0-129 15,0 0 24-15,0 0 74 0,0 0-43 0,35 69-47 16,-31-53-62-16,2 1-32 0,0 3 6 16,1 4-3-16,0 4 8 0,0 5 76 15,2 6-58-15,1 3-71 0,-1 6-30 0,-2 4 9 16,0 5-34-16,-1 4-15 0,-2 2-24 15,-1 4 0-15,1 1 0 16,-4 3-21-16,3 0-9 0,-3-1 15 0,2-3-7 16,-1-3-2-16,1-7 9 0,2-7 13 15,-1-10-22-15,5-10-7 0,0-7-8 16,-3-10-10 0,4-5-21-16,0-4 0 0,-1-4 15 0,1 0-21 15,4-6-7-15,-1-7 43 0,2-4 13 16,-3-4 5-16,3-1-2 0,0-6-19 15,-1 0 6-15,0-3 23 0,-2-1 13 16,-2-4-1-16,-1 2-1 0,-2 1 3 16,-1-2 0-16,-2 5 15 0,1 2 0 15,0 2 1-15,1 4-1 0,2 3 19 0,0 8-31 0,2 2 21 16,2 2 13-16,2 1-18 0,0 3-8 16,4 2-10-16,3 1-1 0,-1 0 21 15,1 7-18-15,2 3 19 0,-2 2 11 16,0 5 4-16,0 1-10 0,-1 4 31 15,-2 2-15-15,0 2-22 0,-3 2-18 16,-4 1 22-16,-1 1-25 16,-2-2 12-16,-3-3-11 0,0 0 2 15,-4-5 0-15,0-2-3 0,0-2 2 16,0-2-2-16,0-1 2 0,-4-3 10 16,-3-1 1-16,0 0-12 0,-2-2-1 0,-1-2 3 15,-3-2-3-15,1-2-1 0,0-1 1 16,-3 0-1-16,-2 0 1 0,-2-6-3 15,-1-1-37-15,-6-4-18 0,0 1-9 0,-4-3-40 16,2-1-3-16,1 0-16 0,1-1-34 0,3-1-69 16,7-2-89-16,2 3-92 15,4-1-102-15,4 3-260 0,3-5-788 0</inkml:trace>
  <inkml:trace contextRef="#ctx0" brushRef="#br1" timeOffset="-103034.482">14185 15534 646 0,'0'0'326'16,"0"0"1390"-16,0 0-1177 0,0 0-193 15,0 0-93-15,0 0 112 0,-93-13-80 16,73 29-118-16,-1 9-53 0,0 8-25 16,1 7-9-16,0 6 21 0,4 3 54 0,2 1-15 0,2-1-64 0,2-2-42 15,3-5-13-15,3-8-6 0,2-9-6 16,2-9-9-16,3-5-42 0,9-9 8 15,-1-2 22-15,8-5 11 0,1-11-20 16,3-4-10-16,3-7-32 0,0-3-17 16,1-4 22-1,-5 1 22-15,1 1 36 0,-4 2 10 0,-5-1 14 16,1 4 4-16,-7 2-10 0,-2 3-3 16,-1 7 1-16,-2 4 8 0,-3 6 13 15,1 5-22-15,-1 0-15 0,4 5-49 16,2 6 49-16,1 7 24 0,3 6 62 15,3 5-41-15,2 4 4 0,0 5 14 0,0 1-26 16,-1-2 5-16,1-2-21 0,0 0-5 0,0-5-13 16,2-6-3-16,1-5 0 0,0-4-28 15,0-4-17-15,0-6 12 0,2-4 2 16,-1-1-96-16,1-9-1 0,2-4-40 16,-5-4-101-16,2-3-145 0,-6-2-260 0,-3 5-392 15,-1-11-676-15</inkml:trace>
  <inkml:trace contextRef="#ctx0" brushRef="#br1" timeOffset="-102634.234">13830 15288 859 0,'0'0'325'0,"0"0"1219"0,0 0-1078 0,0 0-97 15,0 0-44-15,0 0 1 0,0 0-83 16,55-80-58-16,-31 59-62 0,1-3-28 16,1 2-43-16,3 2-3 0,0 3-18 15,-2 0 18-15,3 9-9 0,-1 2 17 0,-2 6 14 0,-1 4-11 16,0 8-26-16,-4 7-13 0,0 0 43 15,-2 6-31-15,-4 2-5 0,-1 1-10 16,1-2-3-16,-1-1 0 0,-2-2-13 16,2-5 23-16,1-5 8 0,3-1 6 15,3-5 7-15,2-4-28 0,4-3-18 0,3 0-2 32,1-11-28-32,3-4 5 0,1-3-50 0,0-4-19 15,-2 0-22-15,-1-1-30 0,-2 2-56 16,-3-1-117-16,-2 3-202 0,-10 6-513 15,4-6-662-15</inkml:trace>
  <inkml:trace contextRef="#ctx0" brushRef="#br1" timeOffset="-101262.769">17815 14830 779 0,'0'0'1477'16,"0"0"-668"-16,0 0-318 0,0 0-179 15,0 0-13-15,0 0 48 0,0 0-45 0,0 0-48 0,0 0-65 0,34 85 33 16,-25-38-31-16,-3 7-52 0,-3 7-48 16,-3 3-31-16,0 6-17 0,-4 2-16 15,-7 3-10-15,-6-1-17 0,-3 0-1 16,1-3-29-1,1-5-10-15,3-10-5 0,2-8 3 0,6-14 24 0,3-9 18 16,2-9-2 0,2-9-41-16,0-6-17 0,8-1-4 0,4-7 25 15,3-10 6-15,5-3 32 0,0-6-14 16,5-4 13-16,-1-1-14 0,1 3-5 16,0 4 6-16,-3 3-6 0,4 6-25 15,0 4 16-15,1 6 27 0,2 5-14 16,0 3 17-16,0 7 42 0,-3 5-41 0,-6 0 14 15,-1 5 7-15,-6 2 11 0,-3 2-6 0,-4 1-6 16,-6 0 7-16,0 0-1 0,-2-3 3 16,-6 0 1-16,-2-4-7 0,-4-3 9 15,-3-2-12-15,-4-3 6 0,-3-6-27 16,-3-1-21-16,0-3-45 0,-4 0-16 0,0-2-18 16,0-3-24-16,-2-6-7 0,2-2-61 15,-3-5-114 1,1-4-154-16,-2-6-265 0,8 6-373 15,-13-18-498-15</inkml:trace>
  <inkml:trace contextRef="#ctx0" brushRef="#br1" timeOffset="-100761.852">17557 14686 1523 0,'0'0'85'0,"0"0"991"0,0 0-744 0,0 0-166 15,26-72 32-15,-7 49 65 0,1-2-23 16,4 2-60-16,5 2 1 0,0 2-8 16,1 5-12-16,3 0-22 15,1 7 11-15,-1 4 31 0,-1 3-62 0,-4 0-40 16,1 7-6-16,-3 4-6 0,-3 2 6 15,-4 1 6-15,-2 1 33 0,-2 1-49 0,0 1-32 0,-3-3-10 16,0-2 3-16,0-1-12 16,-1-4 3-16,1 0 6 0,2-2 1 15,-3-5-22-15,3 0 0 0,2 0 0 16,5-10-1-16,4-3-18 0,3-6-11 16,3-1-70-16,0-5-66 0,-3 0-47 0,0 2-70 15,-5 0-221-15,-6 6-712 16,2-8-1106-16</inkml:trace>
  <inkml:trace contextRef="#ctx0" brushRef="#br1" timeOffset="-99275.06">15333 14664 218 0,'0'0'2492'0,"0"0"-2020"0,0 0-122 16,0 0 17-16,0 0-13 0,0 0-32 0,0 0-103 15,0 0-48-15,0 0 19 0,32 71-59 16,-19-32-52-16,0 5-12 0,-3 6-31 15,0 4 22-15,2 3-13 0,-4-1-45 16,-2 3 0-16,-1 3-3 0,-1 1-30 16,-4 1-1-16,0 0 19 0,0-5-9 15,0-5-13 1,-4-5 7-16,1-8 0 0,1-7-19 0,2-6-3 16,0-5 4-16,0-8 8 0,3-4-12 15,3-6-6-15,1-5-6 0,2 0 6 16,2-4 9-16,4-6 37 0,-1-6-25 15,3-4 18-15,-2-3 16 0,1-1-9 16,-3 1 12-16,-1 1 2 0,0 4 14 0,-2 3-14 16,0 3 8-16,0 1-10 0,-1 5-40 0,2 2 0 15,-2 4 6-15,1 0 11 0,-1 0 23 16,-2 7 11-16,2 2-11 0,-2 1 0 0,1 4 18 16,0-1 16-16,-2 5 3 0,-1 1-6 15,-3 2 6-15,-1 3 5 0,-1-1-11 16,0 4 3-16,-7 1-4 0,1-1 1 15,-3 0-10-15,-2 0-18 0,2 0 9 0,-4-5-12 16,1-1 4-16,-2-5 11 0,3-2-14 16,2-7 0-16,1-2-2 0,0-4-23 15,0-1-49-15,-1 0-22 0,2-4 9 0,-4-5-18 16,0-3-22-16,-2-5-35 16,-2-2-110-16,1-6-179 0,-3-3-170 0,7 6-185 15,-6-14-751-15</inkml:trace>
  <inkml:trace contextRef="#ctx0" brushRef="#br1" timeOffset="-98817.615">15558 14559 1398 0,'0'0'43'16,"0"0"998"-16,0 0-558 0,0 0-4 15,0 0-108-15,0 0-82 0,87 41-43 16,-64-37-45-16,-1 0-71 0,-1-4-47 15,1 0-43-15,-1 0-40 16,-2-1-2-16,1-4-38 0,-2-4-15 0,0 2-81 16,-3-3-53-16,-3 0-56 0,0-1-111 0,-1-1-241 0,-5 3-614 15,-4-7-610-15</inkml:trace>
  <inkml:trace contextRef="#ctx0" brushRef="#br1" timeOffset="-98602.535">15917 14248 1030 0,'0'0'114'0,"0"0"88"0,0 0 976 0,0 0-695 15,0 0-74-15,0 0-118 0,0 0-42 16,32 71 5-16,-24-47-55 0,1 2-44 16,1 2 33-16,-3 0-68 0,2 0-59 15,1 1-19-15,-1 0-42 0,1 3-31 16,0 4 0-16,1 0-2 0,-3 4-84 15,-1 2-126-15,3 0-83 0,-6-10-320 16,2 13-661-16</inkml:trace>
  <inkml:trace contextRef="#ctx0" brushRef="#br1" timeOffset="-97594.942">16937 14514 1068 0,'0'0'999'0,"0"0"-9"0,0 0-616 0,0 0-92 0,0 0-12 16,0 0-34-16,0 0-19 0,0 0-35 15,0 0-28-15,76 79 9 0,-56-46 5 16,-3 5-61-16,0 2-28 0,0 7-9 16,-4 4-19-16,0 5 10 0,-1 4 72 15,-3 6-11-15,-2 2-74 0,-2 2-37 16,-2 6-11-16,-3-2-12 16,0 2-15-16,0-3-4 0,-3-1-17 0,-5-6-10 15,5-7-5-15,2-7 17 0,1-13 17 16,0-8 29-16,1-9 0 0,5-9-1 15,1-5-23-15,-1-5-4 16,2-3-2-16,0-7 27 0,4-7-12 16,3-8 9-16,1-5 5 0,0-3-42 0,1-2 40 0,-2 1-33 0,-1-2 34 15,0 5 2-15,-2 2 3 0,-2 6-1 16,-3 6 13-16,0 3-14 0,0 4 13 16,-4 5-13-16,3-1 10 0,1 3 11 15,1 0 5-15,1 0-3 16,3 1 0-16,2 5-11 0,-2 1-1 15,1 4 0-15,3 1 9 0,-3 2-3 16,0 4-2-16,-5-1-16 0,0 1 0 16,-1 1 2-16,-4 0 10 0,-1-2 18 0,-2 1-12 15,0-1-6-15,0 1 0 0,0-1-9 16,-2 0-1-16,-4-3 0 0,2 1 0 16,-1-4 11-16,0 1-11 0,-3-2-2 0,-2 1-2 15,-1-3-11-15,-1 4-11 0,-4-3 0 16,0-2 12-16,-1 2 10 0,-1-2-31 15,-1 1-1-15,-1-1-17 0,-2-1-31 0,-1-1-55 16,-2-2-126-16,-5-1-267 0,7-2-241 16,-19 2-673-16</inkml:trace>
  <inkml:trace contextRef="#ctx0" brushRef="#br1" timeOffset="-95828.544">19256 15508 1911 0,'0'0'985'15,"0"0"-420"-15,0 0-198 0,0 0-80 0,0 0 55 16,0 0-28-16,0 0-53 0,0 0-63 16,0 0-107-16,0 0-57 0,76 38 26 15,-35-38-5 1,2-5-15-16,3-2-25 0,-1 0-3 0,1-1-12 0,-3 0-2 15,-1-1-13-15,-2 0-4 0,-3 0-11 16,-3 2-55-16,-4 2-52 0,-7 1-21 16,-3 4-145-16,-6 0-130 0,-4 4-254 15,-5 3-492-15,-5 10-463 0</inkml:trace>
  <inkml:trace contextRef="#ctx0" brushRef="#br1" timeOffset="-95583.536">19253 15906 787 0,'0'0'1853'0,"0"0"-1345"0,0 0-291 16,0 0 5-16,0 0 116 15,105 6-99-15,-57-6-93 0,5 0-47 16,2 0-18-16,-1 0-26 0,0 0-24 15,-2 0-31-15,-6 2-3 0,-3 2-28 16,-7 1-27-16,-4-1-119 0,-2 2-105 0,-4 1-61 16,-1 0-191-16,-8-2-542 15,6-1-759-15</inkml:trace>
  <inkml:trace contextRef="#ctx0" brushRef="#br1" timeOffset="-94068.03">20790 15441 1395 0,'0'0'117'16,"0"0"1093"-16,0 0-873 0,0 0-14 16,-42-78-34-16,30 62 35 0,1 2-136 0,0 2-23 15,0 2-31-15,1 3 4 16,0 2 4-16,-3 5 54 0,1 3-49 0,-5 11-74 15,-6 16-36-15,1 10-10 0,-5 17 52 16,-2 11 21-16,-4 12 116 0,1 8-71 16,-1 1-30-16,1-2-19 0,5-9-29 15,6-9-31-15,7-17-24 0,6-17 15 0,8-12-15 16,0-11-12-16,16-7 0 0,7-5 30 16,6-7-29-16,7-9-1 0,6-10-18 15,2-6-33-15,-1-5 6 0,1-5 3 16,-3 4-1-16,-5 0 10 0,-2 5 9 0,-6 2-3 15,-2 0-3-15,-3 4 11 0,-7 3-5 0,-4 6 22 16,-4 4 2-16,-2 5 12 0,-4 7-9 16,-1 2 9-16,-1 0 2 0,2 0-14 15,1 7-22-15,2 6 22 0,4 6 50 16,-1 8 1-16,4 4-3 0,-1 4-5 16,0 1-4-1,0 0 0-15,1-2 0 0,-1-3 3 16,3-3 1-16,1-6-19 0,2-3-22 15,1-5-2-15,3 0-12 0,1-5-24 16,0-4-37-16,2-2-14 0,0-3 5 0,-1 0-11 16,2 0-37-16,-3-7-37 0,1 0-73 15,0-3-199-15,-9 3-290 0,6-7-751 0</inkml:trace>
  <inkml:trace contextRef="#ctx0" brushRef="#br1" timeOffset="-91036.482">22745 15635 942 0,'0'0'238'0,"0"0"-117"0,0 0 28 0,0 0 900 16,0 0-717-16,0 0-56 0,0 0 12 0,0 0 19 16,61-67-39-16,-54 56-24 0,-1-1-32 15,3 0-33-15,-4-2-28 0,2 1-16 16,-2-2-13-16,-2 3-18 0,-3-1-19 15,0-1-27-15,0 1-36 16,0 1-10-16,-6 0 6 0,1 3 3 0,-2 1 13 16,0 6 11-16,-2 0-2 0,-5 2-19 15,-2 10-24-15,-5 7 2 0,-4 10 0 16,-2 8 1-16,1 9 28 0,-3 6 20 16,1 4-15-16,3 0-5 0,2-2-28 15,7-6-2-15,1-11-1 0,9-5 0 16,6-11-1-1,0-7-14-15,6-4-7 0,2-2-2 16,1-3 24-16,3-1 9 0,2-2 15 0,-1 0-24 16,1-5-10-16,3-5-8 0,0-2-9 15,0-4-12-15,3-1-16 0,-1-3 0 16,1-2-2-16,3-4 11 0,-4-1-9 16,4-3-6-16,-1 1 19 0,-3 0 5 15,-1 3 13-15,-2 2-4 0,-4 7 13 0,-4 6-13 16,-2 7-11-16,0 4 39 0,-2 6 18 15,2 8 83-15,-2 9-28 0,2 8-15 0,-1 3-40 16,1 5-15-16,2-1 0 0,1-2 15 16,3-3-18-16,1-6-3 0,4-7-18 15,3-6-12-15,1-4-83 0,3-6-16 16,1-4 65-16,0-4-87 0,-1-8-204 0,-2-2-212 16,-8 1-430-1,0-8-558-15</inkml:trace>
  <inkml:trace contextRef="#ctx0" brushRef="#br1" timeOffset="-90630.765">22490 15175 2365 0,'0'0'670'0,"0"0"-332"0,0 0-74 0,0 0 88 16,0 0-107-16,88-73-77 0,-65 56-81 15,-4 2-13-15,0 3-37 0,-2 3-6 16,-3 3 15-16,2 4-15 15,-3 2-4-15,0 0 13 0,1 6-9 16,-2 5 3-16,2 1-10 0,-3 2 1 16,-3 0-10-16,4 1-13 0,-4-1 0 15,1-2 10-15,2 0 1 0,1-2-13 16,2 0 1-16,-1-2 11 0,5-4-9 0,-1 0 22 16,5-1 8-16,1-3-27 0,1 0-6 15,5-8-21-15,1-3-10 0,2-4-67 0,1-4-98 16,-4 2-86-16,-2-1-190 0,-7 3-627 0,-6-6-1011 15</inkml:trace>
  <inkml:trace contextRef="#ctx0" brushRef="#br1" timeOffset="-89714.061">21957 14579 1823 0,'0'0'700'16,"0"0"-291"-16,0 0-117 0,0 0 231 15,0 0-224-15,0 0-52 0,0 0-39 0,0 0 29 16,0 0-13-16,0 0-31 0,0 0-32 16,79 48-6-16,-72-28-37 0,-1 6-24 15,-1 5-18-15,0 5-28 0,-2 6-9 16,0 1-5 0,1 4-16-16,-2 0-6 0,-2 0-12 15,0-1 0-15,0 0-3 0,0-5-24 16,-3-3 3-16,0-7 5 0,0-6 16 0,3-4-15 0,-1-6 16 15,-1-4-10-15,2-5-6 0,0-3-24 16,0 0-16-16,0-3 13 0,0 0-7 16,0 0-8-16,0 0-13 0,3-6 12 15,0-2 39-15,6-3 22 0,-1-4 0 16,0 1-1-16,1-5-11 0,-1 2-4 16,1 2 16-16,-4 1-12 0,5 2-3 15,-3 3-3-15,2 1 3 0,1 1 2 16,0 0-5-16,0 4-12 0,-1 1-1 0,3 2 4 15,-4 0 6-15,0 4 21 0,-3 3 27 16,2 1 22-16,-4 0-1 0,-1 1 7 0,-2 2-15 16,0 0-7-16,0 4 4 0,-5-1-13 15,-4 1-12-15,0 2-10 0,0-3 16 0,-2 1-17 16,0-5 0-16,3 1 1 0,-1-3 17 16,-2-1-16-16,2-2 21 0,-4 1-9 15,2-3-12-15,-1 2 7 0,-2-2-10 16,3-3-27-1,-3 0-31-15,3 0-36 0,-1-4-18 16,-1-3-41-16,1-5-58 0,2-1-74 0,0-2-149 16,2-2-196-16,3 3-346 0,2-9-292 15</inkml:trace>
  <inkml:trace contextRef="#ctx0" brushRef="#br1" timeOffset="-86556.647">22506 9151 836 0,'0'0'179'0,"0"0"215"0,0 0 357 0,0 0-273 15,0 0-137 1,0 0-46-16,0 0 19 0,0 0-27 0,0 0 3 0,0 0-67 16,0 0-46-16,12-29-29 0,-7 35-10 15,5 4 3-15,2 6-52 0,5 6-10 0,1 3-18 16,2 5 48-16,-1 1-5 0,-2 1-50 15,-3-2-32-15,1-3-20 0,-5 1-2 16,2-4-11-16,-3-5-25 0,-1-5-7 16,0-1-39-16,-1-5-12 15,0-2-61-15,-1-4-62 0,2-2-94 16,-1 0-196-16,-2-2-300 0,4-14-767 16</inkml:trace>
  <inkml:trace contextRef="#ctx0" brushRef="#br1" timeOffset="-86356.241">22858 9063 1596 0,'0'0'97'15,"0"0"883"-15,0 0-685 0,0 0 25 16,0 0 27-16,0 0-7 0,-64 70-77 0,50-46-101 16,-3 6-60-16,-1 1-40 0,-3 2-22 15,-2 4-6-15,-2 0-34 0,2 1 0 0,-3-2-24 16,0 0-59-16,2-3-60 0,1-1-37 15,5-2-52-15,3-4-99 0,4 0-184 16,5-7-213-16,1 9-526 16</inkml:trace>
  <inkml:trace contextRef="#ctx0" brushRef="#br1" timeOffset="-85660.72">23115 9560 650 0,'0'0'531'0,"0"0"-257"0,0 0 974 0,0 0-735 16,0 0-147-16,0 0-107 0,0 0-38 15,-43 65-19-15,39-40 12 0,-2 0-1 16,3 1-53-16,0-3-62 0,3-4-40 16,0-5-18-1,0-4-13-15,0-5-27 0,3-1 0 0,2-4-33 0,3 0-10 16,1-2-9-16,4-8 12 0,0-3-55 15,3-3-40-15,1-7-32 0,2 0-22 0,-1 2-4 32,1-3 14-32,0 1 28 0,-1 3 28 15,-3 1 34-15,1 3 62 0,-5 1 27 16,0 6 34-16,-5 2 17 0,-1 3 12 16,-2 4 13-16,-2 0 15 0,-1 4 4 0,3 5 71 15,-1 4-16-15,1 4-23 0,3 5-31 0,-2 2 3 16,0 6 18-16,3 2-6 0,0 4-1 15,-2 1 6-15,-1 4-12 0,2 0-13 16,-2 2-51-16,3-1-10 0,-1-1-12 0,2 0-5 16,-3-2 2-16,3 1-13 0,1-2-1 15,-3 2-1-15,2-2 0 0,-3 1 1 0,-1-1 1 16,-4-2 16-16,0-1-15 0,0-3 24 16,0-1-8-16,-4-3 5 0,2-2 3 15,-4 2-11-15,1-4-16 0,1-1-1 16,-3-4 1-16,-2-2 2 0,-1-3-2 0,-2-3 0 31,-2-4-16-31,0-1 14 0,-6-4-19 0,0-2 21 16,0 0 1-16,-1-7 17 0,0-7-18 15,2-4-1-15,1-4-17 0,2-4 0 16,4-2-9-16,3 0 5 0,4 2 1 16,5 2 20-16,0 1-20 0,3 0 21 15,6 2-3-15,5-2-12 0,1 1-7 16,4-1 8-16,-2 1 13 0,5-1-1 0,0 3 2 15,-2 1-1-15,2 1 1 0,-4 2 0 0,-2 4 2 16,-4 4 13-16,-1-1-12 0,-3 3-2 16,-3 4-1-16,-2 0-24 0,-1 0-3 15,0 2-7-15,-2 0-15 0,0 0-48 16,1 0-62-16,1 0-44 0,0 0-53 0,1 0-180 16,0 0-320-16,3-3-1037 0</inkml:trace>
  <inkml:trace contextRef="#ctx0" brushRef="#br1" timeOffset="-85334.511">23946 9651 218 0,'0'0'2435'0,"0"0"-1064"0,0 0-937 16,0 0-163-16,0 0 14 0,0 0-65 16,0 0-38-16,0 0-3 0,0 0-51 15,95-4-50-15,-67 3-42 0,3 1-33 16,2 0-3-16,0-2 0 0,-1 1-24 15,-3-2-24-15,-1 2-70 0,-3 1-49 16,-3 0-49-16,-4 0-43 16,-7 0-211-16,-4 0-521 0,-7 5-532 0</inkml:trace>
  <inkml:trace contextRef="#ctx0" brushRef="#br1" timeOffset="-85135.393">23959 9830 1558 0,'0'0'1367'16,"0"0"-802"-16,0 0-186 0,0 0-55 0,0 0-42 16,0 0-7-16,0 0-67 15,0 0-67-15,0 0-34 0,0 0-19 0,93 14-21 16,-64-9-10-16,0-4-20 0,-2 0-16 0,1 1-21 16,-3-2-2-16,0 0-31 0,1 0-104 15,-3 0-98 1,0-2-80-16,-8 1-280 0,3 0-930 0</inkml:trace>
  <inkml:trace contextRef="#ctx0" brushRef="#br1" timeOffset="-83775.281">24831 9663 411 0,'0'0'287'15,"0"0"804"-15,0 0-569 0,0 0-44 0,0 0-135 16,0 0-15-16,0 0-27 0,0 0-97 16,0 0-96-16,0 0-67 0,46-60-20 0,-32 42-8 15,3 1-11-15,1-2-2 0,0 1-1 0,2 0-15 16,-1 4 15-16,-3-2 1 0,-3 5 0 15,1 2 35-15,-5 1-7 0,-1 2 6 16,-3 3 3-16,-2 1-5 0,1-1-11 16,-1 2-8-16,0-1-10 0,1 1-3 15,2 1-18-15,5 0 18 0,3 0 15 0,0 4-15 16,3 4-25-16,0 2 22 0,0 6-16 0,-3 2 19 31,2 2 19-31,-1 2 18 0,-3 3 19 16,0 0 80-16,-1 2-40 0,-2 1-22 0,-3 2-1 15,-2 0 7-15,-1-1-28 0,-1 2-30 16,-2-3-20-16,0-3-2 0,1-1-13 16,0-4-2-16,3-3 3 0,-1-4 10 0,0-1-20 15,0-4 7-15,-1-3-25 0,1-1-86 16,0-2-6-16,-1-2-1 0,1 0-38 16,0-2-124-16,3-5-220 0,-3 1-295 15,4-10-804-15</inkml:trace>
  <inkml:trace contextRef="#ctx0" brushRef="#br1" timeOffset="-83547.28">25419 9460 878 0,'0'0'98'15,"0"0"1010"-15,0 0-610 0,0 0-95 0,0 0-93 16,-80 83-5-16,60-61-49 0,-1 0-78 15,-1 3-61-15,-3 2-36 0,0 4-22 16,-4 4-12-16,-3 3-22 0,0-2-25 16,-2 3-19-16,3-1-21 0,3-5-63 15,5-4-44-15,5-4-23 0,5-6 19 0,6-6-45 16,4-6-148-16,3-1-335 0,3-6-461 16,3 0-229-16</inkml:trace>
  <inkml:trace contextRef="#ctx0" brushRef="#br1" timeOffset="-82873.498">25855 9619 1072 0,'0'0'1031'16,"0"0"52"-16,0 0-682 0,0 0-107 0,0 0 13 15,0 0-15-15,0 0-79 0,0 0-59 16,0 0-41-16,0 0-39 0,-83 93 5 15,71-54 22-15,4 1 78 0,-1-1-73 0,1-3-48 16,6-3-34-16,-2-10-24 0,4-5-1 0,0-7-38 16,6-3-31-16,5-2-27 0,2-5 9 15,3-1 9-15,4-1 5 0,1-8-2 16,2-5-22-16,0-3 0 0,-1-4 12 16,0 1 9-16,-1-2 4 0,1 2-11 15,-3-1-24-15,-1 1 9 16,-2 1 21-16,2 2 6 15,-5 3 29-15,-1 3 21 0,-1 3 0 0,-3 5-6 16,1 3 28-16,-2 0 12 0,0 8 35 0,-1 8-12 16,1 2 30-16,0 5 0 0,-1 1 32 15,-1 7 14-15,-2-1 3 0,-1 3-3 16,0 4-16-16,-2 1-30 0,0 1-19 16,0 2-10-16,-2 1-11 0,-2-2-24 0,-2-2 0 15,2 1 11-15,-5-3 0 0,4-2 10 16,-3-2-21-16,2-1 17 0,-2-4 10 0,-1-3-13 15,1-1-3-15,0-5 3 0,2-1-12 16,-2-6 16-16,-1-3-8 0,1-1-11 16,-2-2-1-16,0-5-2 0,-4 0-12 15,0 0-16 1,0-5-9-16,-2-4-2 0,0-4-20 16,-3-3-11-16,2-6 9 0,-2 1 2 15,2-5-27-15,4 1-10 0,1-1-18 16,4 2-19-16,4-4-33 0,4 3-120 15,0-3-239-15,4-3-194 0,4 7-504 16,8-15-120-16</inkml:trace>
  <inkml:trace contextRef="#ctx0" brushRef="#br1" timeOffset="-82472.766">26438 9596 127 0,'0'0'2305'16,"0"0"-1783"-16,0 0-257 0,0 0-134 15,0 0 57-15,0 0-24 0,0 0-101 16,0 0-63-16,0 0-23 0,88-70-2 0,-67 55 0 15,1 3 9-15,-5 4 10 0,0 5 6 16,-1 3 85-16,1 0 31 0,-1 7 19 16,-1 5 23-16,-1 5-24 0,3 2-14 15,-4 3-27-15,5 2-6 0,-2 0 24 16,1 2 30-16,-3-2-22 0,1 1-27 16,-4-1-6-16,0 1-25 0,0-3-22 0,-3-3-14 0,-2-1-25 15,1-3 0-15,-2-4-16 0,0-2-26 16,-2-5-68-16,3-2-86 0,3-2-28 15,-1-5-54-15,3-6-159 0,-3-1-298 16,6-12-866-16</inkml:trace>
  <inkml:trace contextRef="#ctx0" brushRef="#br1" timeOffset="-82289.946">26971 9436 1067 0,'0'0'248'0,"0"0"1076"0,0 0-944 0,0 0-124 16,0 0 61-16,0 0 30 0,-77 21-92 15,58 3-112-15,-3 8-16 0,-1 4 3 16,-3 5 70-16,1 1 2 0,-2 1-46 16,-4 1-44-16,2-3-45 0,1-5-52 0,0-2-15 0,5-7-37 15,4-4-57-15,5-6-40 0,5-6-19 16,4-4-22-16,1-4-50 0,4-1-145 16,0-2-333-16,8-11-769 0</inkml:trace>
  <inkml:trace contextRef="#ctx0" brushRef="#br1" timeOffset="-82084.596">27178 9301 23 0,'0'0'362'16,"0"0"2479"-16,0 0-2060 0,80 2-303 15,-49-2-103 1,5 0-69-16,-2 0-90 0,-3 0-73 15,1-2-86-15,-3-3-57 0,-3-2-3 0,0-2-91 16,-4 1-106-16,0-3-81 0,-2-1-127 16,-2 3-619-16,1-9-896 0</inkml:trace>
  <inkml:trace contextRef="#ctx0" brushRef="#br1" timeOffset="-81875.49">27688 8942 378 0,'0'0'1342'16,"0"0"-209"-16,0 0-659 0,0 0-12 16,0 0-10-16,-14 74-46 0,14-47-84 15,0 4-71-15,3 1-38 0,3 3-56 16,-1 4-51-16,1-1-42 0,-3 5-31 16,-3-3-32-16,0 2-1 0,-4-3-21 0,-6 3-52 15,-5-3-72-15,-2-1-89 0,-5 3-92 16,-1-5-166-16,4-11-827 0,-9 6-1576 0</inkml:trace>
  <inkml:trace contextRef="#ctx0" brushRef="#br1" timeOffset="-80827.465">23202 11328 342 0,'0'0'66'16,"0"0"1703"-16,0 0-1136 0,0 0-159 16,0 0-67-16,0 0-29 0,17 82-42 0,-11-42-55 15,-1 6-29-15,0 0-51 0,-1 1-24 16,-1-2-46-16,2-7-43 0,-1-3-31 15,0-9-35-15,2-8-4 16,3-5 0-16,-1-5-18 0,4-4-61 16,4-4-17-16,1-3 2 0,5-9-28 15,1-5-24-15,3-8-33 0,-2-3-17 16,4-3 3-16,-2-1-25 0,0 0-17 16,-2 1-9-16,-4 0 47 0,-2 3 31 15,-5 2 31-15,-5 0 82 0,-4 5 35 16,-4 2 38-16,0 1 32 0,0 6 24 0,0 4 39 15,0 4 1-15,0 4-17 0,-1 0-17 0,1 0 9 16,0 10-10-16,0 4 52 0,4 8 3 16,-1 3-4-16,5 5-9 0,-3 5 36 15,4 1-25-15,-1 4-67 0,1 2-27 16,2 4-13-16,-2 0-12 0,-1 0-2 16,0 5-28-16,-1-1 15 0,1 3-15 0,-6-2 0 15,1 2-2-15,0-2 1 0,-3-1 0 0,0-3-1 16,0-2-1-16,0-4-2 0,0-1-1 15,-3-3 2-15,-1-6-2 0,0-1 2 0,-1-5-1 16,1-3-1-16,-2-2 3 0,2-4 0 16,1-4 0-16,-1-1-3 0,2-3 3 15,-1-4 11 1,-3-1-8-16,-2-2 0 0,-4-1-3 16,-2 0-3-16,-6 0-33 0,-3 0-4 15,-2-7 1-15,-3 0-16 0,1-4 10 0,-4 0-10 16,0-1 7-16,-1-3-4 0,5-2-21 15,3-3-19-15,2-3-11 0,2-6-23 16,7-6-37-16,2-3-123 0,4-9-164 16,5-6-258-16,2 13-529 15,0-28-598-15</inkml:trace>
  <inkml:trace contextRef="#ctx0" brushRef="#br1" timeOffset="-80284.86">23833 11176 382 0,'0'0'195'0,"0"0"-172"15,0 0 45-15,0 0 688 0,0 0-232 0,0 0-210 16,0 0-62-16,56-75 10 0,-45 64-18 15,-1-3-55-15,1 2-78 0,1-5-57 16,1 3-31-16,-5 2-4 0,3 1 22 31,-3 2 7-31,-1 2-10 0,-1 6 9 16,-2-3 14-16,-1 4 8 0,0 0 10 0,-1 0 44 0,2 5 122 16,-1 6-111-16,2 3-97 0,-2 3-12 15,2 6-4-15,-1 1-5 0,2 4-13 16,0 0 37-16,2 4-12 0,-1-2 34 15,4 3 46-15,0 1 0 0,-1-4-13 16,-1-3-46-16,1 1-46 0,-3-9 0 0,0 0-1 16,-1-7-2-16,0-1 0 0,-1-2-3 0,0-6-25 15,-2 2-24-15,1-3-43 0,1-2-22 16,0-3-34-16,4-6-98 0,-1-4-143 16,3-5-224-16,-2-3-622 0,0 3-542 15,2-14 1754-15</inkml:trace>
  <inkml:trace contextRef="#ctx0" brushRef="#br1" timeOffset="-80031.905">24313 10912 635 0,'0'0'218'16,"0"0"385"-16,0 0 386 0,0 0-484 0,0 0-73 15,0 0-74-15,0 0-50 0,0 0-57 16,-67 82-41-16,48-52-37 0,-1-1-25 0,-3 2-29 15,2 4-24 1,-3 2-22-16,-1 0-27 0,1 2-22 0,0-1-12 16,-1 2-12-16,0-2 3 0,-1-2-1 0,3-1-2 15,2-3-18-15,-2 1-12 0,0-3-68 0,3-2-61 16,-1-2-25-16,3-1-32 0,1-6-70 16,5 0-182-16,4-7-260 0,1 0-794 0</inkml:trace>
  <inkml:trace contextRef="#ctx0" brushRef="#br1" timeOffset="-79652.151">24662 11612 297 0,'0'0'2001'16,"0"0"-1209"-16,0 0-552 0,0 0-97 0,0 0 167 15,0 0 55 1,0 0-122-16,0 0-5 0,0 0-32 16,102-7-62-16,-68 7-31 0,-3-2-34 15,1 0-49-15,-2 2-14 0,-2-3-15 16,-3-1-1-16,1 0-37 0,-7 1-79 16,1-1-67-16,-5 0-51 0,-5 3-175 15,-4-2-324-15,-6 3-901 0</inkml:trace>
  <inkml:trace contextRef="#ctx0" brushRef="#br1" timeOffset="-79499.481">24754 11759 954 0,'0'0'2623'16,"0"0"-2078"-16,0 0-402 0,0 0-34 16,0 0 52-16,0 0 36 15,0 0-55-15,87 7-66 0,-54-6-51 16,3 0-25-16,-2 0-25 0,3 2-9 15,-6-2-144-15,2 2-115 0,-4-3-216 16,-7 2-784-16,4-2-1329 0</inkml:trace>
  <inkml:trace contextRef="#ctx0" brushRef="#br1" timeOffset="-78265.215">25749 11497 901 0,'0'0'88'0,"0"0"1658"16,0 0-1198-16,0 0-189 0,0 0-72 16,0 0-8-16,0 0-61 0,0 0-95 15,0 0-58-15,0 0-62 0,0 0-3 16,46-52-12-16,-32 38 12 0,2 1 0 0,-3 2 0 0,-1 3-19 16,-1 4-8-16,-2 3 27 0,1 1 1 15,0 0 14-15,0 3 4 0,0 9 30 16,1 2-18-16,0 6-31 0,-1 1-12 15,1 5 12-15,-1 2 0 0,1 0-1 16,1 2 1-16,-3 2 0 0,-2-3 3 16,0 2 9-16,-2-4-1 15,-1-4-11-15,-2-2 0 0,0-6-12 16,-2-5 10-16,0 1 1 0,0-6-1 16,0-2-48-16,2-1-36 0,-1-2-35 15,2-2-62-15,5-9-153 0,3-4-151 16,-2 2-475-16,6-19-654 0</inkml:trace>
  <inkml:trace contextRef="#ctx0" brushRef="#br1" timeOffset="-78051.049">26149 11270 189 0,'0'0'493'16,"0"0"987"-16,0 0-960 0,0 0-157 15,0 0-49-15,-49 78-7 0,33-44-17 16,-4 6-14-16,1 4-9 0,-5 1-36 0,-3 2-62 0,-1 0-1 15,1-4-40-15,-2-2-61 0,3-8-42 16,4-1-25-16,2-8-1 0,6-7-33 0,2-4-91 16,4-6-67-16,3-4-35 0,4-3-48 15,1-2-212-15,0-5-634 0,0-10-407 0</inkml:trace>
  <inkml:trace contextRef="#ctx0" brushRef="#br1" timeOffset="-77842.054">26278 11251 889 0,'0'0'1777'15,"0"0"-1123"-15,0 0-137 0,0 0-78 0,0 0-99 16,0 0-183-16,98 7-116 0,-72-14-41 15,2 2-67-15,-2-4-84 0,-1 0-143 16,-2-3-205-16,-7 4-587 0,2-8-785 0</inkml:trace>
  <inkml:trace contextRef="#ctx0" brushRef="#br1" timeOffset="-77663.776">26515 10970 1339 0,'0'0'29'15,"0"0"374"-15,0 0 346 0,0 0-164 16,0 0-107-16,-3 77-72 0,5-48-102 0,2 4-37 16,4 2-49-16,-3 1-61 0,5-1-53 15,-3 0-46-15,2-3-58 0,0-2-13 16,-2 1-67-16,0-2-91 0,1 2-76 0,0-4-146 16,-2-7-637-16,2 5-979 0</inkml:trace>
  <inkml:trace contextRef="#ctx0" brushRef="#br1" timeOffset="-76993.721">26838 11395 889 0,'0'0'1471'0,"0"0"-714"0,0 0-270 0,0 0-65 0,-8 67-38 15,8-32-38-15,0 3-77 0,0 5-67 16,2-2-47-16,1-1-34 0,0-4-33 16,1-5-36-16,2-6-25 0,-1-7-25 15,2-4-2-15,0-5-26 16,4-7-41-16,3-2-45 0,1-2-9 0,4-10 11 16,4-4-39-16,2-5-32 0,-3-7-31 15,3 2-50-15,1-4-2 0,-1 2 31 16,-2-2 3-16,-4 3 107 0,-4 0 72 0,-5 3 51 0,0 5 19 0,-5 4 60 15,-1 4 73 1,-3 6 5-16,-1 4-18 0,0 1-5 0,0 0-31 16,0 6-7-16,0 6-37 0,0 6 40 15,0 4-10-15,3 7 13 0,2 5 73 16,-1 4-16-16,2 2-46 0,1 3-50 16,-3 1-20-16,2 2-16 0,-2 1 1 15,1 0-7-15,-2 1-6 0,1-3-15 16,-3 3 0-16,2-4 0 0,-1-4 0 0,-2 2-1 0,0-4-11 15,0-2-3-15,-3-3-15 0,-3 0 8 16,0-4-5-16,-2 1 6 0,-1-7-1 16,-2 2-2-16,0-3 9 0,0-4-10 15,-3-4 13-15,0-2 11 0,-3-4-17 16,-2-3-19-16,-1 0 1 0,-3-4-1 0,0-1-6 31,1-3-15-31,-1-7-28 0,1-6-3 16,3-5 3-16,-2-7-3 0,7-4-32 15,3-7-96-15,5-4-121 0,3 10-270 0,3-25-659 0</inkml:trace>
  <inkml:trace contextRef="#ctx0" brushRef="#br1" timeOffset="-76423.368">27514 11243 1288 0,'0'0'130'0,"0"0"1372"0,0 0-914 0,0 0-162 16,40 69-128-16,-22-41 40 0,2 4-52 15,1 5-44-15,1-1-56 0,1 2-34 16,2-3-46-16,0-2-21 0,-3-2-25 16,3-5-8-16,-4-1-25 0,-1-5-27 15,-4-5-12-15,-1-5-6 0,-4-2-61 0,0-4-57 16,-3-4-86-16,-2 0-74 0,-2-7-91 0,-1-2-583 16,-2-5-607-16</inkml:trace>
  <inkml:trace contextRef="#ctx0" brushRef="#br1" timeOffset="-76234.655">27894 11185 75 0,'0'0'2734'16,"0"0"-2222"-16,0 0-302 0,0 0 56 16,0 0 120-16,-66 80-7 0,50-51-148 15,0 8-136-15,-4 0-49 0,0 3 0 16,-4 1-25-16,-2 2-21 0,-5-1-70 0,-6 2-142 15,-2 0-32-15,-4-1-132 0,10-11-386 16,-24 11-1133-16</inkml:trace>
  <inkml:trace contextRef="#ctx0" brushRef="#br1" timeOffset="-60962.73">20165 9244 1691 0,'0'0'247'15,"0"0"767"-15,0 0-729 0,0 0 72 16,0 0 2-16,0 0 29 0,0 0-45 0,0 0-73 0,0 0-71 16,0 0-74-16,-28-43-52 15,28 49-16-15,3 6-20 0,0 12 14 0,2 11 16 16,-2 8-3-16,2 10-22 0,-3 4-24 31,-2 2-3-31,0 1-13 0,-2-3-2 0,-3-7-45 0,2-7-13 16,0-11 7-16,3-10 5 15,0-8-57-15,0-7-43 0,0-6-55 0,0-1-29 16,0-4-37-16,0-8-205 0,3-5-504 16,2-1-249-16</inkml:trace>
  <inkml:trace contextRef="#ctx0" brushRef="#br1" timeOffset="-60645.082">20151 9124 320 0,'0'0'123'0,"0"0"2074"16,0 0-1795-16,0 0-152 0,0 0 29 15,0 0 78-15,0 0-134 0,20 83-39 32,-9-43 8-32,1 2-32 0,-1 3-22 0,-3 3-46 0,1-1-21 0,-1-1-31 15,0-7-37-15,0-4 9 0,2-6-12 16,1-8-19-16,-3-7 18 16,1-2 2-16,-1-5 14 0,0-1-12 15,-1-4-2-15,0 1 1 0,-1-3 8 16,0 0-10-16,2-9-10 0,2-4 10 15,0-4 15-15,1-5-15 0,1-4-27 0,-1-4 25 0,-1-8-41 0,-2-1-6 32,-1-4-15-32,-2 0-4 0,-2 1-12 15,0 5-34-15,0 7 49 0,-1 10-12 0,0 5-10 0,-1 9 4 16,3 5 2-16,-2 1-41 0,-1 1-117 16,2 10-233-16,0 0 15 0,2 1-314 15,-4-3-494-15,0 3 570 0</inkml:trace>
  <inkml:trace contextRef="#ctx0" brushRef="#br1" timeOffset="-60292.423">20534 9507 2542 0,'0'0'397'0,"0"0"-84"0,0 0-1 0,0 0-12 16,28 90-58-16,-19-61-86 15,1 2-59-15,0-1 8 0,-2-5-43 16,1-8-34-16,0-3-7 0,1-8-18 0,0-4 16 16,2-2 12-16,2-5-31 0,4-9-31 15,1-6-37-15,1-5-19 0,1-5-12 16,-3 1-53-16,-1 0 10 0,-6 4 23 16,-5 4 21-16,-6 0 13 0,0 7 22 15,-9-1 22-15,-7 5 41 0,-1-1 60 0,-5 4-28 16,1 3-30-16,2 4 20 15,-1 1 35-15,2 9-23 0,2 3 29 16,3 4-3-16,1 1 2 0,1 1 33 16,5-2-17-16,2-1-47 0,0-4-31 0,4-3-59 15,0-4-28-15,0-3-80 0,0-2 31 16,8-6-6-16,4-6-86 16,1-6-315-16,2 4-776 0,3-20 457 0</inkml:trace>
  <inkml:trace contextRef="#ctx0" brushRef="#br1" timeOffset="-60044.653">20801 9016 1235 0,'0'0'82'0,"0"0"1390"0,0 0-1052 15,0 0-153-15,0 0 43 0,0 0-14 0,0 0-180 16,0 0 39-16,0 0 81 0,31 94-39 16,-19-53-29-16,-4 7-6 0,0 2-43 15,-1 4-22-15,-2 3-24 0,-2 1-27 16,-1-1-19-16,1-6-24 0,2-8-3 0,1-5-11 15,3-11-22 1,2-6 5-16,3-8-5 16,3-7-28-16,3-6 3 0,-1 0 0 0,4-11-42 15,-1-5-25-15,-3-2-23 0,-4-4-14 16,-4 0-51-16,-7 0-105 0,-4 2-243 16,-6-1-394-16,-10 0-165 0,-8 2-317 15,4 4 1377-15</inkml:trace>
  <inkml:trace contextRef="#ctx0" brushRef="#br1" timeOffset="-59903.576">20759 9315 287 0,'0'0'235'0,"0"0"1038"0,0 0-608 16,0 0-195-16,0 0-204 0,0 0-49 16,0 0 30-16,0 0-29 0,0 0-52 0,0 0-56 0,84 54-32 15,-57-47-25-15,2-1-31 0,0-3-22 32,2-3-44-32,0 0-93 0,0-6-133 0,-3-1-167 15,-5 0-325-15,7-3-1103 0</inkml:trace>
  <inkml:trace contextRef="#ctx0" brushRef="#br1" timeOffset="-59574.992">21245 9326 2214 0,'0'0'1211'0,"0"0"-1001"0,0 0-71 0,0 0 254 16,0 0 16 0,-81 81-55-16,70-50-61 0,2 0-62 0,4 0-77 15,5-5-57-15,0-2-48 0,6-6-49 16,2-2-9-16,-1-7-40 0,0-1 4 0,2-6 9 15,-1-2-28-15,4 0-12 0,2-6-48 16,1-7-19-16,2-3 5 0,-2-5-8 16,0-2-42-16,-2-1-3 0,0 0-56 15,-4 5-42-15,-3 0-54 0,-2 5 144 0,-2 0 151 16,-1 5 48-16,-1 5 99 16,0 1 65-16,0 3-6 0,-3 5-42 0,2 6 1 15,-2 5-11-15,3 4 25 0,-2 3 30 16,2 1 43-16,0-4-17 0,2-3-89 15,4-4-89-15,3-6-9 0,-1-1-85 0,0-6 5 16,4 0 9 0,2-9-33-16,2-7-79 0,0-8-159 0,0-7-410 15,-3 8-893-15,-1-17-62 0</inkml:trace>
  <inkml:trace contextRef="#ctx0" brushRef="#br1" timeOffset="-59359.89">21409 8924 1174 0,'0'0'107'0,"0"0"1367"0,0 0-1185 0,0 0 12 16,0 0 114-16,3 83-31 0,9-51-27 16,1 7-43-16,2 1-66 0,1 4-77 15,-4 1-95-15,2 1-49 0,-5 2-27 16,1-3-11-16,-4-3-1 0,0-4-12 16,-1-5-22-16,0-4-21 0,-1-10-9 15,2 0-40-15,-1-8-47 0,-2-4-46 16,0-2-79-16,-3-5-178 0,0 0-124 0,-1-7-187 15,-4 0-868 1,-12-14 1253-16</inkml:trace>
  <inkml:trace contextRef="#ctx0" brushRef="#br1" timeOffset="-59207.658">21311 9271 450 0,'0'0'2604'0,"0"0"-2234"0,0 0-246 0,0 0 75 15,0 0 97-15,0 0 1 0,0 0 25 16,87 1-71-16,-53-1-104 0,2-2-80 0,1-7-64 0,-1-3-3 15,-1 0-51-15,-4-3-124 0,-4 0-80 16,-4 1-39-16,-9 2-345 0,-2-3-955 0</inkml:trace>
  <inkml:trace contextRef="#ctx0" brushRef="#br1" timeOffset="-59053.014">21733 9216 232 0,'0'0'3085'15,"0"0"-2688"-15,0 0-167 0,12 83 108 0,-5-58-1 16,0-2-60 0,1-2-124-16,0-7-138 0,0 0-15 15,1-4-92-15,-3-1-18 0,-3-2-56 16,-1-3-74-16,-2-1-219 0,0-3-792 0,-5 0-1168 0,-6-5 2092 0</inkml:trace>
  <inkml:trace contextRef="#ctx0" brushRef="#br1" timeOffset="-58907.112">21685 9050 1888 0,'0'0'1518'0,"0"0"-1229"0,0 0-251 0,0 0 40 0,0 0 20 0,0 0-42 16,83 0-56-16,-60 1-25 0,-3-1-299 16,-2 0-333-16,-1 3-1059 0</inkml:trace>
  <inkml:trace contextRef="#ctx0" brushRef="#br1" timeOffset="-58506.64">21879 9313 813 0,'0'0'2127'16,"0"0"-1810"-16,0 0-126 0,0 0 122 15,0 72 61-15,7-66-109 0,2-4-80 16,1-2-74-16,4 0-52 0,1-11-26 16,1-2-33-16,0-5-74 0,2-2-93 15,-5-3-25-15,3 0 21 0,-3 0-8 16,-2 4-35-16,-2-2-35 0,-4 3 87 15,-4 2 66-15,-1 0 96 0,-1 6 13 16,-7 1 140-16,-1 6 75 0,-2 3-14 16,0 1-88-16,-1 10-31 0,-1 3-5 0,3 3 13 15,-1 1 2-15,3-3-33 0,3 1-72 0,2-7 0 16,1-2-25-16,2-4-62 0,0-3-50 16,2 0-22-16,6-3 5 0,3-6 65 15,3-2-62-15,0-2-26 0,4 0-17 16,-2 1 9-16,-1 5 98 0,-2 1 87 15,-1 2 102-15,-4 4 87 0,0 0 62 0,-2 10 20 32,0 1 25-32,0 3-29 0,-3 3-53 15,2 1-73-15,-2 1-36 0,-1-2-14 0,0 0-14 16,-1-4-19-16,2-1-38 0,-1-4-20 0,2-1-33 0,-3-2-77 16,1 2-59-16,-2 2-74 0,0-1-98 15,-2 2-696-15,-13 4-1576 0</inkml:trace>
  <inkml:trace contextRef="#ctx0" brushRef="#br1" timeOffset="-56052.591">19827 8906 49 0,'0'0'2685'15,"0"0"-2146"-15,0 0-161 0,0 0-85 16,0 0-2-16,0 0-73 0,0 0-58 16,0 0-77-16,0 0-58 0,0 0 3 0,10 33 33 15,-3-12 4 1,2 4 23-16,-1 9 38 0,1 2-32 15,0 5-39-15,-1 3-3 0,0 4-19 0,-2 2-8 16,-1 1-13-16,1 3 15 16,-2-3-25-16,3 5 1 0,-1 0-2 15,2 0-1-15,3 3-3 0,-1 1-12 16,2 0-9-16,0 2 5 0,-3-1 1 0,2 1 0 16,-2-1 0-16,0-1 15 0,0-3-12 0,-1 1 15 15,-1-4 0-15,-1-1 0 0,-1-2-2 16,-1-2 2-16,0-1-1 0,2-2-17 0,-2-2 17 15,2 0-13-15,1 1 13 0,-1-4 1 16,0 3-12-16,-2-1 11 0,-1 2-12 16,-2 2 11-16,-1 1 0 0,0 0-13 15,0 2 13 1,-4 0-19-16,0-2 19 0,0 3 1 16,2-3-1-16,2 0-14 0,0-2 13 15,0-1 0-15,4 0 3 0,2 1-1 16,1 0 1-16,1 0 0 0,-2 1-1 15,2 3 1-15,-2-3 0 0,0 0 1 0,-1-1 1 16,-2-2-2-16,2 0-2 0,-1-1-10 16,0 1 0-16,-1 0 9 0,0-2 0 0,1 1-19 15,-1-1-11-15,2-3-1 0,0-1 13 0,2-1 18 16,1-6-16-16,-1 1 18 0,0-1-17 0,2-3 16 16,-2 0-10-16,-1 0 9 0,0-1-9 15,-4-2 11-15,4 1 1 0,-5-1 0 16,2-1-1-16,-1-1-20 0,-2-1-22 15,1-2-12-15,1 0 18 0,-2-5 9 16,1-1 13-16,-1-5 12 0,2 0-16 0,-2-3 7 16,0-3-3-16,1 1 13 0,1-1-14 15,-2 0 15-15,0 0 1 0,0 1 1 16,0-2 2-16,0 2 0 0,0-1 13 0,0 0-14 16,0-3-2-16,0 0 2 0,0 0 0 15,0 0 0 1,0 0 13-16,0 0-2 0,0 0-1 15,0 0 6-15,0 0-5 0,0 0 2 16,0 0-3-16,0 0 4 0,0 0-1 16,0 0 7-16,0 0 2 0,1 0 1 0,0 4-1 0,-1-3-2 15,3 1 8-15,-3 2-2 0,3-4 2 16,-1 1 10-16,2-1 15 0,2 0-6 16,-1 0-7-16,3 0 4 0,4 0 3 15,-1 0-7-15,0-4-8 0,3 2-10 16,0-4-3-16,1 3 7 0,-2-1-4 15,5-1-9-15,-1 3-15 0,3-3-2 16,3 2-19-16,0 0 21 0,3-1 2 0,2 2 1 16,3 1-3-16,1-2-1 15,4 1 0-15,4 1 1 16,1 1 2-16,1 0-1 0,4 0 0 16,0 0 0-16,1 1-1 0,1 5 1 15,1 0 11-15,0 2-12 0,0-1 1 0,1 3-1 16,1-3 0-16,2-1 0 0,0 0-2 15,4 0-10-15,2-1 9 0,0-4-12 16,3 4-6-16,0-3 8 0,1 0 11 16,0 0 2-16,-1-1-2 0,0 3-13 0,0-1 14 15,0 0-2-15,-3 0-12 0,0 0 13 0,-3 0-19 16,3 0 5-16,-2 0 1 0,1-2 0 16,-1 0 3-16,2-1 11 0,-2 0-1 15,-1 0-10-15,0 0 11 0,0 0-12 16,-2 0 10-16,0 0-21 0,-4 0 9 15,-2 0 3-15,-1 3-4 0,-1-1-8 0,-4 3-6 0,0-2 5 16,0 1 7-16,-3 1 6 0,3 0 11 16,-2 1-12-16,-1-1 11 0,3-2 0 15,1-1-13-15,1-2 13 0,0 0-1 16,3 0-9-16,0 0 9 0,-1 0-13 16,2 0 14-16,-3 0 1 0,0 0 1 15,0 0-2 1,0 0 1-16,0 0-2 0,0 2 0 0,-1 1 2 15,1-1 0-15,1 0-1 0,2-2-13 16,0 0 12-16,5 0 1 0,2 0-1 16,2-4-10-16,3-1 10 0,2 0-24 15,3 0 8-15,1-2 1 0,0 1-9 16,4 0-10-16,0 0 15 0,1 2 7 16,-1-1 3-16,3 1-4 0,1 0 16 0,-1 1 1 0,3-2 1 15,-3 1 17-15,4-2-19 0,1 3 0 16,0-3-16-16,2 2 15 0,1-2-14 15,0 1 12-15,2-1-19 0,1 4 7 16,1-2 13-16,-2 2-8 0,2-1 10 16,0 1 2-16,2 1 1 0,-3-3 12 15,1 4 4-15,-1-1-1 16,-1 0-18-16,2 0 2 0,0-3 1 16,3 4 13-16,-1-1-4 0,1 0-10 15,3-2-1-15,0 0-1 0,4-1-1 16,-4 2 1-16,0-1 1 0,-2 1 0 15,-2-1 14-15,-2 2 4 0,-3-2-19 16,-7 0 1-16,-5 1 0 0,-5 1 0 0,-9-2-1 16,-10 3-22-16,-8-1-12 0,-11 1-15 0,-11 0-34 15,-6 0-15-15,-8 0-45 0,-2-2-53 16,-15-1-95-16,-4-4-177 0,-9-4-693 16,0-1-851-16,-23-19 1729 0</inkml:trace>
  <inkml:trace contextRef="#ctx0" brushRef="#br1" timeOffset="-53694.999">19833 8876 560 0,'0'0'557'15,"0"0"790"-15,0 0-909 0,0 0-165 16,0 0-88-16,0 0-1 0,0 0 9 16,0 0 8-16,0 0-46 0,0 0-27 0,0 0-38 15,17 9-13-15,-3-6 17 0,6-3 1 0,-1 5 1 16,4-1-32-16,2-1-27 0,-1 3-18 15,1-1-16-15,2-1 0 0,1-1-1 16,3 1-2-16,4-2 2 0,7 0 22 16,2 0-5-16,5-2-19 15,5 0-2-15,4 0 0 16,2 0-1-16,3 0 0 0,6 0 1 16,-1 0-1-16,4 0 2 0,2 1-3 15,1 1 2-15,1 1-1 0,5 0 1 16,1-1-1-16,0 0-9 0,2-2 9 15,1 0-12-15,0 0 13 0,1 0 1 0,2 0-20 16,3 0 9-16,-2-3 9 0,4 0-10 16,-1-2 1-16,0 3 11 0,0-2-2 0,2-2-25 15,-2 4 7-15,0-2-16 0,1 0 6 16,-3 2 0-16,0-4-9 0,-1 3 18 0,0-2-6 16,-4 0 16-16,1-1 12 0,-1 1 0 15,-3 1 3-15,-4 1-1 0,1 2 20 0,-1-3 3 16,-1 3-7-16,1 0-2 0,1 0-16 15,-3-1 0 1,1 0-3-16,-2 2-12 0,0-3 13 0,-3 0-26 16,1 2 4-16,0-4 21 0,0 0 1 15,3-2 2-15,-2-1 1 0,2-1 3 16,1-2 8-16,1 2-11 0,-2-1 2 0,3 2 0 16,-1-1-1-16,-2 2 0 0,2-1 0 15,-1 1-2-15,-1-1-12 0,0 1-35 16,1 0-18-16,-1 0 6 0,-1-1 19 15,-1-1 21-15,1-1 17 0,-2 0 1 16,0-2 1-16,0 0 1 16,-1 1 12-16,1-1-10 0,-1 0 12 15,1 0 4-15,-3 1-18 0,-1-1 0 16,-3 1 1-16,-1 3-2 0,-3 0-3 16,-3-1-19-16,-2 5-6 0,-6 0 13 0,-1-1 14 0,-5 0 1 0,0 3 0 15,-2-3 2-15,-1 1 10 0,-1-1 4 16,0 0-1-16,1 0-2 0,-1-2-10 31,0 1 7-31,3 0-10 0,-2-1-3 16,1 0 1-16,-2 1-23 0,-1 2 13 0,0-1-10 15,-4 0 19-15,-2 1 0 0,-1 1 1 16,-2 3 2-16,0-4 0 0,-2 4 1 0,1-3 14 16,1 0-12-16,0 1 16 0,-2-2-16 15,2-2 14-15,-3 3-17 0,0-1-1 16,0 2 0-16,-2-1-1 0,-2 0-1 0,2 1-16 15,-1 1 16-15,1 0 0 0,2 1-10 16,-1-1 11-16,2 1 2 0,-1 0 1 16,3 0 0-16,3 0 0 0,1 0 2 0,-2-4 10 15,0 4-12-15,-4-1 0 0,-4 0 1 0,-3-2 0 16,-5 1 1-16,-3 2 16 0,-4-1-1 16,-4 1-15-16,-3 0 0 0,-2 0 0 15,-1 0 9-15,2 0 4 0,-2 0 5 16,0 0 26-16,0 0-4 0,0 0-9 15,0 0-9-15,0 0 0 16,0 0-7-16,0 0 1 0,0 0-18 0,0 0 0 16,0 0 0-16,1 0 1 0,-1 0 1 15,0 0-3-15,0 0-13 0,2 1 1 16,-1-1 9-16,1 0-15 0,1 2 5 16,-3 1 1-16,3-2-1 0,-3 0 11 0,3 3-1 15,-3-3 1-15,0 3 2 0,0-1 1 16,0 2 24-16,3-1 3 0,-3 0-7 15,3 2 1-15,-3 2 3 0,3-1-1 16,-1 0-8-16,1 3-4 0,-2 0-10 16,1 1-1-16,-2 1-1 0,0 1-1 15,0 2-14-15,0-2 12 0,0 5 0 16,0 0 3-16,0 1 21 0,0 3-20 16,0-2 2-1,0 3 13-15,1 1 8 0,0 1 13 16,-1 0-6-16,2 2 3 0,-2 1 27 0,0 2 15 15,0 2-27-15,0 0-48 0,0 2-1 0,-2 0-2 16,0 1-9-16,-1 1 11 16,-2-1 0-16,2 0 0 0,0-3 2 0,0 0-2 0,3 2 3 0,-3-4 19 15,3 1 2-15,0-1 1 16,-2 1 2-16,1 2-6 0,1-1-19 16,0 3-1-16,0-2-1 0,0 0 0 15,0 2 0-15,0-2-2 0,0 2-10 0,0-3 11 16,0 0-2-16,0-1-11 15,0 1 14-15,0-2 1 0,0-1 11 0,0 0-9 16,0-2 0-16,0 1-1 0,0-1-2 16,0 1-17-16,0 0 17 0,-3-2-2 0,1 4-19 15,-1 0 20-15,0 1-21 0,0-1-5 16,-1 0 24-16,-2 2-16 0,1 1 17 0,0-3 2 16,2 1 0-16,1 0 2 0,-1 2-1 15,1 0 11-15,2 2-12 0,0 1-8 16,0-2 7-16,0 1 1 0,0-1-15 15,0-3-28 1,0 2-15-16,0-2 15 0,0 0 15 16,0 0 28-16,-1 2-15 0,-1-1 15 0,-1 4 2 15,0-1-2-15,0 3 1 0,0 0 0 16,-3 2 1-16,1 2-2 0,2 1-2 0,-2 0 2 16,2-2-15-16,-2 3 12 15,1 0 2-15,1 2-1 0,0 0-11 0,1 2 11 16,-1 2 2-16,-2 2 0 0,2-2 1 15,0-2 1-15,0-1 11 0,-1-3-13 16,2 0 1-16,0 0-3 0,1 2 4 0,-1 2-4 16,2 0 2-16,-1 1-2 0,-1 0 1 15,2-1 0-15,0-1-2 0,0 0 0 16,0-2 3-16,0-2 3 0,3-7 0 0,2-2 18 31,-3-9-6-31,2-3-2 0,-1-6-13 16,2-1 1-16,-2-5 1 0,1-2-1 15,-1-6-1-15,-2 2 0 0,1-4-37 0,-1 0-31 16,-1 0-8-16,0-5-5 0,0-2 10 16,0-5-28-16,-3-4-40 0,-2-2-90 15,-3-2-79-15,-4-2-181 0,3 5-263 0,-14-10-848 0</inkml:trace>
  <inkml:trace contextRef="#ctx0" brushRef="#br1" timeOffset="-52011.531">21559 15701 163 0,'0'0'2146'15,"0"0"-1453"-15,0 0-186 0,0 0-118 0,0 0-54 16,0 0-31-16,0 0-45 0,0 0-39 16,0 0-67-1,0 0-46-15,0 0-19 0,0 1-18 0,0 1-7 16,0-2-5-16,0 0-4 0,0 0-2 16,0 0-10-16,0 0-15 0,0 0-27 15,0 0-16-15,0 2-11 0,0 0-70 16,-1 3-97-16,-4 3-83 0,-3 5-96 15,1-1-284-15,-8 10-942 0,51-86-891 0</inkml:trace>
  <inkml:trace contextRef="#ctx0" brushRef="#br1" timeOffset="-45556.262">20607 16534 779 0,'0'0'2049'16,"0"0"-1565"-16,0 0-198 0,0 0-68 15,0 0 21-15,0 0-73 0,0 0-92 16,0 0-39-16,0 0 33 0,0 0 22 16,0 0 12-16,-8 87-4 0,21-61-12 0,2-2-9 15,-4 1-6-15,2-3-23 0,-3-1-14 16,1-1 3-16,1-2-36 0,-3 0-1 0,1-3-1 16,1-2-2-16,-2-2-19 0,4-2 7 15,3-3 3-15,3-4 12 0,5-2-2 16,4-1-4-16,4-8-40 15,4-3 9-15,2-3 0 0,3-1 13 0,-2 2 8 0,1 1-8 0,-3 1-13 16,1 1 15-16,-2 2-2 0,-1 1-1 16,2 1 23-16,5 1-16 0,1-1-9 15,7 1 27-15,0-1 43 0,4-1-43 16,0 2-12-16,-1-2-34 0,-3 3 21 16,1 2 13-16,-5 3-1 0,-1 0 13 15,-6 5-21-15,-5 6 21 0,-4 3 17 16,-7 5 32-16,-3 0-30 0,-6 1 6 0,-6 5-10 15,-1 0 28 1,-5 0-18-16,-2-1-23 0,0-2 13 16,0-4-13-16,0-2-2 0,-3-4 0 15,0-5-2-15,0-3 2 0,3-2-2 16,0-2-1-16,0 0-34 0,0 0-9 16,0 0-3-16,0-1 15 0,0-5 13 15,0-5 20-15,3-3-23 0,3-9-16 0,2-3 3 16,1-2-12-16,7-3-32 0,1 3 6 0,3-1-6 15,6 3 28-15,2 3 35 0,0 1 5 16,3 2-1-16,0 2 14 0,0 0 1 16,0 5 42-16,1 0 4 0,-2 3-47 0,-1 2 13 15,-3 2-13 1,0 5 1-16,-3 1 45 0,0 0 26 0,-4 1-4 16,1 8-9-16,-3 0-3 0,-1 3 18 0,-1-3-31 0,-1 2-9 0,-1-4-18 15,2-2-13-15,1-3 15 16,2-2 7-16,4-10 27 0,4-7 34 15,0-8-22-15,3-3-21 0,-1-4-43 0,-2-2-2 16,-3 2-32-16,-4 2-79 0,-2 4-22 31,-5 4-23-31,-2 6-49 0,-6 2-113 16,-4 8-197-16,0 2-252 0,-6 4-848 0</inkml:trace>
  <inkml:trace contextRef="#ctx0" brushRef="#br1" timeOffset="-36230.294">21393 17468 33 0,'0'0'2421'16,"0"0"-1979"-16,0 0-144 0,0 0-75 16,0 0 69-16,0 0-97 0,0 0-89 15,0 0-39-15,0 0 2 0,0 0-25 16,0 0 24-16,36 74-12 0,-30-55 3 16,2 1 6-16,-3 1-6 0,-1 0-19 15,-4 1-18-15,0-1-4 0,0-1-8 16,0-4-10-16,-1-3-2 0,-5-3-13 15,2-5-31-15,-2-2-140 0,-3-3-127 16,-2-3-404-16,0-2-887 0</inkml:trace>
  <inkml:trace contextRef="#ctx0" brushRef="#br1" timeOffset="-36054.709">21207 17304 1068 0,'0'0'1395'0,"0"0"-1044"0,0 0-107 0,0 0-14 16,0 0 63-16,0 0-144 0,94-61-149 16,-73 52-44-16,-1-1-44 0,0 3-99 15,-3 1-91-15,0 1-127 0,-7 3-394 0,-1 2-960 16</inkml:trace>
  <inkml:trace contextRef="#ctx0" brushRef="#br1" timeOffset="-35694.82">21569 17371 821 0,'0'0'1785'0,"0"0"-1508"0,0 0-149 0,16 70-19 0,-10-47 178 16,0 0-46-16,0 1-124 0,0-4-117 16,3-2-19-16,-3-3-31 15,1-2 37-15,0-4-15 0,-2-3-17 16,-1-5-27-16,0-1-49 0,2-1 54 15,0-7 65-15,4-5-52 0,-1-4 31 0,-1-1 7 16,2-3-41-16,-2 2 31 0,0 2 14 16,-2 3 12-16,3 3 0 0,-1 2 50 15,0 0 20-15,0 2-22 0,2 2 15 16,-1 1-21-16,-2 2 18 0,2 2 7 16,-1 0-10-1,-2 0 31-15,0 5 7 0,0 2 9 16,-1 3-10-16,1 4 20 0,-1 1 26 0,-3 4-72 15,0 2-12-15,-1 1-39 0,1 1-17 16,-1-1-19-16,1-1-27 0,-1-2-60 0,2-4-70 16,3-3-53-16,-2-3-87 0,2-5-179 15,0-4-266-15,-1 0-475 0,7-8 302 16</inkml:trace>
  <inkml:trace contextRef="#ctx0" brushRef="#br1" timeOffset="-35347.686">22647 16937 82 0,'0'0'2496'16,"0"0"-1841"-16,0 0-248 0,0 0-11 0,0 0-67 15,0 0-110-15,0 0-71 0,-16 69-25 16,8-38 12-16,-2 6 30 0,-2 4-56 0,-1 6-33 0,-3 3-27 16,1 6-49-16,-3 3-13 0,1 5-30 15,-1 1-21 1,1 2 1-16,1-3-5 0,-1 0-2 16,4-9 34-16,0-7-1 0,5-10 3 15,3-10-21-15,2-9-46 0,0-7-62 16,3-8 3-16,0-4-76 0,3-7-207 0,5-11-147 0,0-10 22 15,4-7 5-15,-1-8-84 0,0-4-154 16,-3-4 253-16,-2 12 463 0,1-24 84 0</inkml:trace>
  <inkml:trace contextRef="#ctx0" brushRef="#br1" timeOffset="-35094.227">22574 17096 901 0,'0'0'127'0,"0"0"1366"0,0 0-1062 0,0 0-174 0,0 0 13 16,0 0 59-16,0 0-90 0,0 0-57 15,0 0-30-15,0 0-31 0,80 12-7 16,-65 6-27-16,3 4-20 0,0 7-15 16,1 6-21-16,-2 3-29 0,2 6-2 15,-1 2-10-15,-2 3 9 0,0 2-2 16,0 0-9-16,0-4-1 0,0-2-2 0,-1-8-4 16,1-5 7-16,-1-7 9 0,-1-3-18 0,3-3 18 15,-5-3-1-15,1-2-17 0,-4-4 6 16,-1-3-4-16,-3 0-43 0,-1-3-30 15,-2-1-13-15,-2-3-22 0,0 0-36 16,0 0-16-16,-3 0-44 0,-5 0-123 16,-2 0-352-16,0-3-672 0</inkml:trace>
  <inkml:trace contextRef="#ctx0" brushRef="#br1" timeOffset="-34901.571">22601 17741 848 0,'0'0'1513'16,"0"0"-785"-16,0 0-479 0,0 0-102 0,0 0 144 16,0 0-103-16,0 0-131 0,0 0-54 15,0 0 42-15,55-83-11 0,-24 65-31 16,4 4-3-16,0 2-43 0,-1 4 13 16,-2 1-82-16,-2 0-103 0,-1 1-79 0,-9 1-305 15,5-2-853-15</inkml:trace>
  <inkml:trace contextRef="#ctx0" brushRef="#br1" timeOffset="-33328.626">16946 16348 365 0,'0'0'235'0,"0"0"1132"0,0 0-984 0,0 0-115 16,0 0-65-16,0 0 38 0,0 0-15 16,0 0 16-16,0 0-65 0,0 0 3 15,0 0-29-15,17 39-35 0,-12-25-32 16,-1 0-31-16,3 0-19 0,0 1-3 0,1 1-12 15,0 0 9-15,6-2-13 0,1 0-13 0,2-1 25 16,2-1-8-16,3-3 21 0,-1-1-12 16,-2 0-12-16,0-1-13 0,-2-2-2 15,-1 0-1-15,-3 0 0 16,1 0-1-16,-1 1-2 0,3 0-12 0,-1 0 3 16,2 0-1-1,0 1 12-15,3 0-1 0,2 0-32 16,-3 0 6-16,-1-3 0 0,0 2-6 0,-2-1-34 15,-5-1 34-15,-1-1-22 0,-1 0-13 16,-5 0-15-16,-2-1 17 0,-1-2-5 16,-1 0 43-16,0 0 29 0,0 0 28 15,0 0-12-15,0 0-16 0,0 0-13 16,0-5 11-16,0-1-1 0,0-4-32 0,0-3-6 16,2-4-3-16,1-2 16 0,-1-1 9 0,5 1-44 15,-1-2 28-15,1 2 17 0,4 1 18 16,1 1 16-16,-1-1 13 0,3 1 12 15,-3 3 28-15,3 1 29 0,0 1 2 0,-2 3-27 16,0 0-32-16,1 2-41 0,-1 3-12 16,2 3 12-1,1 1 28-15,2 0-27 0,-1 6-1 16,3 0 0-16,-1 4-3 0,0-1-3 16,0 3 6-16,0 3 3 0,0 1 25 0,-2 3 100 15,-4 0-127-15,-3-1-1 0,-4 0-12 16,1 0 10-16,-5 0 2 0,1-1 24 15,-1-1-24-15,-1-3-18 0,3-1 15 16,-1 0-35-16,3-1 4 0,3 1-4 0,4 1 37 16,3 1 1-16,4-1 19 0,0-1-16 15,1-5-2-15,1 0-1 0,-2-5 31 16,1-1 10-16,0-1-5 0,-2 0-36 16,0-3 0-16,-2-7 1 0,1-1 2 0,0-5 1 15,0-2-4-15,-3-3-26 0,2-4-6 16,-3 0-2-16,1-5 9 0,2-1-31 0,-2 0-48 15,1-1-34-15,-1 1-57 0,-1 6-145 16,2 0-57-16,-2 6-86 0,2 0-246 16,-4 5-590-16,3-3 1169 0</inkml:trace>
  <inkml:trace contextRef="#ctx0" brushRef="#br1" timeOffset="-31963.821">25087 14943 683 0,'0'0'153'0,"0"0"1435"0,0 0-867 0,0 0-171 16,0 0-163-16,0 0-82 0,0 0-100 16,0 0-76-16,0 0-43 0,0 0-15 15,0 0-25-15,18 9 70 0,-3 13 24 16,0 11-52-16,2 12-24 0,-3 8-30 15,-5 10-22-15,0 10-3 0,-9 5-9 16,0 7-39-16,-3 2 8 0,-9 1-14 16,1-8 11-16,-2-8 4 15,1-12 17-15,5-11 12 0,1-16-17 16,5-13 0-16,1-8-16 0,0-8-15 0,1-4-18 0,9-1 0 0,4-9 67 16,3-7 24-16,3-4 1 0,-1-3-25 15,-1-2 0-15,-3 3-28 0,-1 2-8 16,-2 7-1-16,3 2-6 0,1 5-3 15,2 3 46-15,1 2 12 0,3 2 34 0,-2 2-24 16,2 4-22-16,-2 0 0 0,-2 2-2 16,-4 1-26-1,-4 1 28-15,-1-1 1 0,-3 0 27 16,-5 1 2-16,-1 3 22 0,-1 0 22 16,-10 2-16-16,-4 0-3 0,-3 1-19 15,-6-3-8-15,-1 1-13 0,-3-4-15 0,-1-3-17 16,1-2-26-16,0-4 12 0,0-1-60 15,3-6-47-15,0-7-15 0,-3-5-20 16,4-7-102-16,1-2-202 0,5-3-132 16,3-1-39-16,7 0-416 0,4 10-286 15</inkml:trace>
  <inkml:trace contextRef="#ctx0" brushRef="#br1" timeOffset="-31494.004">25715 14993 307 0,'0'0'182'0,"0"0"1405"0,0 0-1014 0,0 0-37 16,35 73-65-16,-26-42-116 15,-1 5-94-15,0 6-17 0,-4 4-62 0,0 1-19 16,-1 1-80-16,-1 2-49 0,-2-3-16 15,0 1-16-15,0-1-2 0,0-3-29 16,0-3 14-16,-3-3-12 0,1-8-7 16,-1-7-18-16,3-8 21 0,0-8 19 15,0-4-10-15,0-3-5 0,3 0-19 16,2-3 6-16,4-1 24 0,2-2 16 0,3-3 0 0,2 2-18 16,3 0-10-16,0 0 6 0,1 4-9 15,2 2 30-15,0 1 1 0,1 0-2 16,-3 4 1-16,-1 3 1 0,-3 1 13 15,-4 2 5-15,-2 3 10 16,-3-1 3-16,-4 2 3 16,-3 4 9-16,0 2 0 0,-5 1-16 0,-7 1-11 15,-1 0 5-15,-5-3-5 0,2-2 5 16,-2-5 7-16,-1 0-10 0,-1-7-17 16,0-4-1-16,-1-1-83 0,1-9-49 0,0-7-37 15,0-8-86-15,-2-8-130 16,-4-5-297-16,1-7-541 0,3 11-297 0,-18-28 1494 0</inkml:trace>
  <inkml:trace contextRef="#ctx0" brushRef="#br1" timeOffset="-31186.923">25496 14758 140 0,'0'0'193'0,"0"0"1724"16,0 0-1336-16,0 0-190 0,0 0-110 15,78-77 0-15,-56 62-83 0,2 3-100 16,1-1-70-16,1 5-28 0,-2 5 0 0,2 2 0 0,-1 1 0 16,-4 8-4-16,-2 5 4 0,-2 3 22 15,-1 4 37-15,-3 2-3 0,-4 0-6 0,-2 2-3 16,-2-4-13-16,0-3 9 0,-1-2-9 15,2-5 16-15,2-2 64 0,3-3-46 16,0-5-46-16,9 0 14 0,2-2-26 16,4-9-10-16,7-3-31 0,2-5-71 15,0 0-117-15,-1-1-121 0,-11 6-336 0,3 0-673 16</inkml:trace>
  <inkml:trace contextRef="#ctx0" brushRef="#br1" timeOffset="-28736.775">25029 16401 589 0,'0'0'209'15,"0"0"555"-15,0 0 2 0,0 0-250 0,0 0-179 0,0 0-15 0,0 0 16 16,0 0-49-16,0 0-52 0,0 0-61 15,-17-4-52-15,17 4-20 0,0 5-21 16,6 4-9-16,2 4 27 0,0 4 2 16,3 2-5-16,-1 0-28 0,2 0-12 15,-2-3-40-15,1 0-18 0,1-3 0 16,0 0-24-16,1-1 5 16,-2-3-17-16,2-2 8 0,-1-3-35 15,1 1 26-15,-1-1-12 0,2-3-3 16,-2-1 0-16,3 0 6 0,-1 0 7 0,2-5 5 0,4-2-3 0,1-5-3 15,2 0-9-15,3-5 9 0,1-1 3 32,-1 0 0-32,-2 1 10 0,0 4-29 15,-4 1 13-15,-4 3-6 0,1 3 2 0,-2 2 32 0,-1 4 13 16,-3 0 2-16,2 0 2 0,-3 4 35 0,0 4-27 16,0 0-10-16,-2 3-12 0,-3 2 12 15,0 3 17-15,-2 0-15 0,-3 3-1 16,0 2 15-16,0 2-7 0,-6 1-9 15,-1-1-3-15,-1-2-37 0,0-3 37 16,4-4-22-16,-1-7 12 0,4-2 11 0,1-3-29 0,0-2-24 16,0-2-48-16,1-5 19 0,6-5 60 15,2-5 24-15,0-6 0 0,-1-2-22 16,4-6 0-16,-1-1 6 0,-1-1 15 16,0 1-14-16,1 4 14 0,0 2-1 15,0 4-11-15,-2 7 19 0,1 3-18 16,0 3 2-16,0 4-6 15,2 1 16-15,2 3 0 0,0 1 25 16,0 0 13 0,0 0 9-16,2 3-19 0,0 2 16 0,1 1-16 15,1 1 0-15,0-1 25 0,-2-1-13 16,3-1-5-16,-2-3 8 0,1-1 38 16,-3 0-17-16,3-5 1 0,0-3-22 15,-2-4 22-15,1-2-34 0,1-1-16 0,-2-3-15 0,1-1-2 16,-3 1-44-16,-1-1-62 0,-3 6-43 0,-2 1-70 15,-5 6-196-15,-3 1-729 0,-11 5-1209 0</inkml:trace>
  <inkml:trace contextRef="#ctx0" brushRef="#br1" timeOffset="-28150.983">25472 17105 277 0,'0'0'36'0,"0"0"1551"0,0 0-1065 0,0 0-158 0,0 0-30 16,0 0 11-16,0 0-42 0,0 0-83 15,30 67-71-15,-18-39-34 0,-1 7-44 16,-1 3-18-16,2 5 6 0,-4 2-25 16,0 0-12-16,-2 3 18 0,-1-4-40 15,-1-5-3-15,-1-5-19 0,0-4-2 0,0-8-1 16,-3-2-28 0,2-5-65-16,-2-3-94 0,0-6-112 15,0-3-197-15,0-3-482 0,0-2-766 16,-3-14 1312-16</inkml:trace>
  <inkml:trace contextRef="#ctx0" brushRef="#br1" timeOffset="-27718.949">25525 17075 1387 0,'0'0'1531'0,"0"0"-1105"0,0 0-137 0,0 0 48 15,0 0 72-15,0 0-106 0,80-67-97 16,-59 56-87-16,2 1-39 0,0 2-22 0,0 2-25 15,0 1-33-15,-1 4-6 16,-2 1-18-16,-3 0 5 16,1 6-29-16,-7 4-1 0,-3 5 21 15,-7 5 25-15,-1 6 2 0,-4 9-2 16,-7 0-31-16,-6 2 4 0,3-1 2 0,-2-3 10 16,4-5 3-16,5-6-1 0,2-6 1 15,5-3-13-15,0-4-12 0,5-2 6 16,5-1 10-16,6-2-25 0,4-2 33 15,3 1 1-15,3-2 15 0,2 1 8 0,-2-1-8 16,-2 2-3-16,-1 0 3 0,-3 2 0 16,-4 4 1-16,1-2 33 0,-5 3 18 0,-2 0 0 15,-1 1-12-15,-3 1-18 0,-1-1-10 16,-2 3-12-16,-3-1 19 0,0 1 11 16,-3 2-15-16,-7 0 1 0,-6 2-13 15,-3 2 9-15,-6 1-9 0,-4-1-3 0,-6 2-18 0,-3-2-4 16,-1-2-5-16,-2-1-22 0,2-5-59 15,0-2-46-15,3-3-50 0,2-7-134 16,2 0-249-16,8-2-450 0,-10-10-614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25:10.79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4833 1986 1284 0,'0'0'2014'0,"0"0"-1693"0,0 0-160 0,0 0 84 0,0 0 83 15,0 0-62-15,0 0-66 0,0 0-25 16,0 0-1-16,-1-10-37 0,1 10-31 15,0 0-15-15,0 0-9 0,0 0-33 16,0 1-46-16,0 5-3 0,0 9-37 16,0 6 37-16,1 12 2 0,1 11-2 15,-2 11-30-15,0 8 12 16,0 6-12-16,0 7 28 0,-3 3-23 16,-2 3-8-16,-3-1 3 0,4 0-1 15,-1-6-17-15,2-8 2 0,-1-12-9 16,4-7 13-16,0-11-7 0,0-7-70 15,0-5-80-15,3-5-134 0,3-8-275 0,-2-5-401 16,3-7-427-16</inkml:trace>
  <inkml:trace contextRef="#ctx0" brushRef="#br0" timeOffset="538.328">4770 1958 2327 0,'0'0'1397'16,"0"0"-1223"-16,0 0-62 0,63-87 189 16,-36 60 45-16,5 2-130 0,0 1-60 15,4 5 11-15,0 3-30 0,-1 8-61 16,-1 2-38-16,-1 6-38 0,-5 5-55 16,-5 8-3-16,-3 8-12 0,-7 7-18 15,-5 10 39-15,-5 7 28 0,-3 4 19 16,-5 2 1-16,-7-1 0 0,-2-2-2 0,-2-9 3 15,1-3 43-15,0-7-7 0,0-3 1 16,1-4-13-16,4 1-3 0,1-3-21 16,2-1-36-16,4 2-16 0,3-1 9 15,2 2 19-15,10-1 6 0,7 1 18 16,7 2 9-16,6-1 6 0,4-2 16 16,7-2 8-16,3-1-14 0,2-2 29 0,-2 1 7 15,1-2-12-15,-5 0 9 0,-3-1-1 16,-3 4-23-16,-6 0-32 0,-5 2-2 15,-2 2-2-15,-6 6-29 0,-2-2 16 0,-8 3 14 16,0 2 0-16,-7-2 1 0,0 0 14 16,-10-2 14-16,-3 1 2 0,-4-2 9 15,-5 2-5 1,-2-2-13-16,-4-2-19 0,-2-2 13 16,-2-4 6-16,-4-3 0 0,-4 0-21 0,-2-3-3 15,-4-5-33-15,-2-2-13 0,2-5-23 16,0 0-28-16,3-1-10 0,3-7-24 15,2-2 15-15,6-1-15 0,8-1-56 16,8 0-17-16,5-1-159 0,9 0-194 16,2 2-528-16,11-9-663 0</inkml:trace>
  <inkml:trace contextRef="#ctx0" brushRef="#br0" timeOffset="938.513">6273 2413 1152 0,'0'0'2587'0,"0"0"-2206"0,0 0-275 0,0 0 62 0,0 0 79 16,0 0-84-16,0 0-53 0,0 0-24 16,0 0-25-16,88-8 15 0,-39 4-12 15,7-1-6-15,7 0 6 0,5 2-12 16,2-3-4-16,1 2-14 0,3 0-32 0,1 1 1 15,0-2 46-15,-3 1-49 16,0 0-12 0,-7-2-24-16,-5 3-86 0,-8-2-54 0,-4-1-38 0,-9 0-59 15,-9 1-182-15,-7-2-500 16,-11 0-426-16</inkml:trace>
  <inkml:trace contextRef="#ctx0" brushRef="#br0" timeOffset="1225.714">7117 2137 1800 0,'0'0'1361'0,"0"0"-1097"0,0 0-168 0,0 0 90 0,0 0 157 15,0 0-95-15,81-10-47 0,-54 10-13 16,2 3-22-16,4 4-34 0,2 0-41 16,1 4-11-16,0-3-13 0,-1 4 9 15,-5 0-34-15,-1-1-2 0,-5 1-19 16,-4-1-9-16,-4 1-12 0,-5 0-24 15,-5 1-12-15,-4 5 23 0,-2 1 1 0,-7 6 12 0,-11 5 1 16,-6 6-1-16,-6 1-26 31,-5 3-4-31,-2-4-10 0,-5 2 28 0,0-2-10 16,-1-1-2-16,-2-1-13 0,2-3-17 16,7-4-63-16,6-6-70 0,4-4-84 15,10-7-265-15,-2-6-938 0</inkml:trace>
  <inkml:trace contextRef="#ctx0" brushRef="#br0" timeOffset="1903.229">9400 1682 130 0,'0'0'2572'16,"0"0"-2056"-16,0 0-109 0,0 0-35 0,0 0-40 15,0 0-60-15,0 0-17 16,0 0-59-16,0 0-95 0,0 0-68 0,0 0-21 16,-27 63 28-16,11-17 0 0,-7 16 2 15,-3 12-17-15,-1 8 1 0,-5 7-26 16,-1 7-24-16,-5 2-4 0,-1 5-5 0,-2 1 18 16,2-1 5-16,1-5 10 0,5-9 0 15,6-12 0-15,5-12-12 0,6-17-12 0,6-11-16 16,3-14-45-16,7-10-37 0,0-6-68 15,4-7-122-15,8-2-108 0,2-16-44 16,6-12-308-16,-1-10-452 0,-3 5-372 16</inkml:trace>
  <inkml:trace contextRef="#ctx0" brushRef="#br0" timeOffset="2175.084">9230 1896 646 0,'0'0'42'15,"0"0"1680"-15,0 0-1415 0,0 0-53 16,0 0 91-16,0 0 4 0,0 0-34 16,75 49-55-16,-55-23-64 0,1 8-38 0,3 5 11 0,2 8-49 15,0 7-71-15,3 7-13 0,-1 7-8 0,0 7-16 32,-1 2 37-32,-2 5-49 0,-1 2 0 0,-4 0 0 15,-1-3 0-15,-3-6 0 0,-3-7 2 0,1-11 13 16,-2-12-2-16,2-8 2 0,-2-9 3 15,-2-8-17-15,-2-6-1 16,0-7 0-16,-4-2-12 0,-2-4-6 16,-1-1-83-16,-1 0-3 0,0-3 27 0,-6-7-30 15,-4-4-162-15,-9-6-187 0,5 4-329 16,-23-21-829-16</inkml:trace>
  <inkml:trace contextRef="#ctx0" brushRef="#br0" timeOffset="2347.597">9106 2651 13 0,'0'0'2670'0,"0"0"-2268"0,0 0-261 16,0 0 15-16,0 0 76 0,0 0 124 16,0 0-43-16,92 13-81 0,-53-8-53 15,3-3-43-15,6-2-44 0,-2 0-37 16,1 0-55-16,-2-2-26 0,-2-1-20 16,-1-4-104-16,-4 2-109 0,-10 0-199 0,10-3-848 0</inkml:trace>
  <inkml:trace contextRef="#ctx0" brushRef="#br0" timeOffset="2688.947">9993 2651 3683 0,'0'0'668'0,"0"0"-442"0,0 0-23 0,0 0 128 15,-6 88-51-15,6-63-89 0,0-1-85 16,0-1-69-1,3-4-37-15,4-3-17 0,-2-2-31 0,3-4-28 0,-1-7-27 16,0 1 15-16,3-4-3 0,-1 0-13 0,5-7 25 16,-1-5 12-16,4-5-28 0,1-8-18 15,-1-3 12-15,2-3-57 0,1-3 29 16,-4 2 2-16,3 4 30 0,-4 3 13 16,-1 7 54-1,-3 6 30-15,-1 7 81 0,-1 5 3 16,-2 4-10-16,4 8 57 0,-2 5-8 15,1 4-12-15,2 5-3 0,-2 1-32 0,0 3 19 16,3 0 12-16,-3-4-19 0,2-3-78 16,-1-7-10-16,1-5-22 0,2-6-42 15,0-5-73-15,5-7 20 0,3-10-33 16,5-11-178-16,-7 5-826 0,5-24-1150 0</inkml:trace>
  <inkml:trace contextRef="#ctx0" brushRef="#br0" timeOffset="2942.866">10674 1914 1634 0,'0'0'1653'0,"0"0"-1335"0,0 0-113 0,19 72 166 32,-8-38-14-32,1 8 0 0,-2 6-103 15,3 8-102-15,-4 5-67 0,-5 8-49 16,-1 6-36-16,-3-1-2 0,0 1-10 15,-3-7-18-15,2-8 18 0,1-12 11 0,0-12 1 0,1-9 3 0,8-6-3 16,1-7-10-16,-2-4-2 16,1-4-13-16,2-6-51 0,0-2-15 15,-3-11-16-15,2-5-64 0,-4-7-78 16,-6-1-229-16,-1-6-586 0,-18 0-654 0,4 8 351 16</inkml:trace>
  <inkml:trace contextRef="#ctx0" brushRef="#br0" timeOffset="3100.957">10392 2430 620 0,'0'0'2779'0,"0"0"-2276"0,0 0-236 0,0 0-46 16,0 0-14-16,0 0-66 0,0 0-27 16,0 0 76-16,0 0 39 0,0 0-78 0,111 0-41 15,-54-11-38-15,5-6-56 0,2-2-16 16,-1-1-28-16,-1-1-87 0,0 2-104 16,-3 1-92-16,-14 5-253 0,21-3-964 0</inkml:trace>
  <inkml:trace contextRef="#ctx0" brushRef="#br0" timeOffset="3829.382">11653 1867 830 0,'0'0'307'0,"0"0"1013"0,0 0-833 0,0 0-68 15,0 0-23-15,0 0-22 0,0 0-69 0,0 0-76 16,0 0-27-16,0 0-24 0,0 0-44 16,-44 18-55-16,33 4-24 0,-5 5-6 15,1 9 15-15,1 7-7 16,1 6 28-16,0 8 12 0,5 6-42 0,0 7-22 15,1 5-9-15,0 2 0 0,4 4-24 16,3-2-9-16,0-5-9 0,5-7 15 16,7-9-55-16,3-11 10 0,8-11 24 0,3-12-34 15,4-7-57-15,6-10-40 0,3-7-15 16,6-11 8-16,-2-14-148 0,-8 5-459 16,9-26-953-1</inkml:trace>
  <inkml:trace contextRef="#ctx0" brushRef="#br0" timeOffset="4123.281">12376 1645 2251 0,'0'0'668'15,"0"0"-354"-15,0 0-139 0,0 0 193 16,-20 88 40-16,13-50-38 0,1 11-69 15,-1 5-68-15,0 10-54 0,-2 5-11 16,-1 10-5-16,-3 6-60 0,-2 4-60 16,-3 1-19-16,-3-1-22 0,-3-3-2 0,-2-4-12 0,0-8-28 15,2-11 19-15,3-9-30 0,3-14-1 16,5-12-5-16,4-10-16 0,3-7-27 16,5-10-43-16,0-1-49 0,1-12-103 0,0-12-343 15,5-12-592-15,1 6-340 0,4-39 281 31</inkml:trace>
  <inkml:trace contextRef="#ctx0" brushRef="#br0" timeOffset="4376.437">12294 1806 2013 0,'0'0'798'16,"0"0"-455"-16,0 0-282 0,0 0 111 15,0 0 268-15,0 0-63 0,89 49-82 16,-63-19-39-16,5 6-32 0,2 8-47 0,-2 4-43 0,1 6-49 0,-2 5-40 15,-2 6-15-15,-4 1-30 0,-5 0-3 16,-2-1-19-16,-5-4 10 0,1-7-15 16,-2-4-3-16,-2-3 8 0,2-8 10 15,0-1-9-15,-3-5 3 0,1-3 18 16,-3-7-25-16,-4-9 24 0,1-4-11 16,-1-8-31-16,-1-2-72 15,-1 0-29-15,0-2 12 0,-3-7 9 16,-2-2-68-16,-7-4-98 0,-2-5-144 15,-6-3-203-15,-4-3-181 0,3 9-500 16,-18-13 312-16</inkml:trace>
  <inkml:trace contextRef="#ctx0" brushRef="#br0" timeOffset="4535.593">12307 2491 677 0,'0'0'75'0,"0"0"1753"0,0 0-1442 0,0 0-123 16,0 0-37-16,0 0 81 0,0 0-81 0,53-74 7 15,-18 56 9-15,5-3-38 0,2 2-54 16,3-2-18-16,-1 2-22 0,-2-4-61 15,3 4-49-15,-5-1-12 0,-1 1-59 16,-2 1-164-16,0-3-92 0,-9 7-346 31,11-8-1150-31</inkml:trace>
  <inkml:trace contextRef="#ctx0" brushRef="#br0" timeOffset="4820.223">13445 1699 1990 0,'0'0'1405'15,"0"0"-1123"-15,0 0 61 0,93 24 53 16,-60-11-105-16,1 3-49 0,1 3 18 16,1 4-60-16,0 8-27 0,0 5-37 15,-3 5-30-15,0 7-39 0,-6 2-10 0,-6 2-8 16,-1 3-13-16,-8 1-33 0,-5-3-2 0,-5 2-1 0,-2-2 0 15,-6 0 1-15,-7-4-1 0,-9-1-3 16,-2-1-9-16,-7-3 12 0,-2-2-21 16,-1-3-22-16,-4-4-14 0,0-4-52 15,-2-4-30 1,0-3-67-16,-1 0-44 0,-3-5-141 0,12-6-343 0,-20 0-986 0</inkml:trace>
  <inkml:trace contextRef="#ctx0" brushRef="#br0" timeOffset="7165.725">6910 1036 202 0,'0'0'91'0,"0"0"99"0,0 0 954 0,0 0-394 31,0 0-218-31,0 0-167 0,0 0-35 15,0 0-2-15,0 0-46 0,0 0-61 16,-23-9-36-16,21 12-31 0,-2-1-28 0,1 4-37 0,-3 2-53 0,2 7-20 16,0 2-16-16,1 7 27 0,1 7-11 15,2 3 11-15,0 4-6 0,5 3-2 16,2 1-4-16,0 1-12 16,5-4 24-16,-2-4-14 0,0-5-11 0,3-6 16 15,0-5-15-15,3-3 18 0,0-4-2 16,2-5-1-16,1-1 0 15,3-5 0-15,4-1-18 0,-1-6-2 16,4-6-19-16,0-3-16 0,1-8 13 16,-1 0-19-16,-4-2-24 0,1-1 3 15,-5 0-9-15,-1 0 18 0,-7-4 18 16,-1 1 0-16,-4-4-30 0,-2-3-22 16,-4-3 33-16,-2 1-8 0,0 1-20 0,-5 5 40 15,1 6 43-15,-3 7 2 0,3 2 26 0,1 7-24 16,0 2 40-16,-2 5 16 0,3 1 18 15,-1 0-13-15,-2 2-21 0,1 0-6 16,-3 0-25-16,1 0-12 16,0 5-17-16,-4 1-1 0,0 1-1 15,0 3 4-15,1 2 15 0,-2 3 0 16,2 2 3-16,0 5 22 0,1 2-23 0,-1 4 13 0,2 5 3 0,-2 1 1 16,0 3 5-16,0 1 4 0,0 0-10 15,1 1-16-15,0-1 26 0,1-1-25 16,0 0 12-16,-2 3 4 0,2-1-16 15,1 3 0-15,-1 2 27 0,3 1-2 16,-3 0-25-16,2 0 0 0,2 0-3 0,2-3-16 16,1-4 15-1,0-3 1-15,0-4 1 0,0-6 11 16,0-3-12-16,0-4 0 0,0-2-1 0,0-2 1 16,0-5-3-16,1 0-9 0,2-3-1 15,-3-3-14-15,0 1-34 0,2-4-25 16,-2 0 3-16,1 0-3 0,-1 0-10 15,2 0 16-15,-1 0-13 0,3 0-47 16,-2 0-59-16,2-5-57 0,0-2 19 0,1-2-71 0,1-1-60 16,-2-3-177-16,0 0-630 0,-3 3 1 15,-39 77 1174-15</inkml:trace>
  <inkml:trace contextRef="#ctx0" brushRef="#br0" timeOffset="9800.895">4816 3555 1865 0,'0'0'1101'16,"0"0"-641"-16,0 0-320 0,0 0-83 15,0 0 73-15,0 0 71 0,0 0-18 16,0 0-43-16,0 0-22 0,0 0-16 0,23 81 3 16,-10-44 3-16,-2 7 5 0,1 6-2 15,-2 6-23-15,-3 9-26 0,-4 1-20 16,-3 5-24-16,-1 2-18 16,-8 0-2-16,-2-1-2 0,-3-1-26 0,0-7-13 15,4-8 0-15,1-10 16 0,-1-7 2 16,6-10 7-16,1-5-9 0,3-10 11 15,0-2-5-15,0-7-13 0,0-5-6 16,0 0-15-16,2 0 45 0,2-5 10 16,7-5 43-16,-2-2-19 0,3-4 4 0,2-8-27 15,-1 1 17-15,3-6-18 0,-3-2-18 0,4 3-40 16,-1 2 18-16,1 5 15 0,-1 3-12 16,0 6-12-16,-3 3-4 0,3 4 13 15,-3 3 40-15,1 2 27 0,-1 0 22 16,1 6-21-16,-1 0-3 0,1 4 2 0,-3 2-11 15,1 0 21-15,-5 2-7 0,3 5-2 16,-6 0 12-16,-1 4-9 0,-3 2-13 0,0 0-3 16,0 1-2-16,0-2-13 0,-1-4 1 15,-2-5 11-15,-2 0-11 0,1-7 26 16,-3 0 10-16,0-3 12 0,-2 0-3 16,-2 0 9-16,-1-3-16 0,2 1-8 0,-3-2-14 31,0-1-17-31,-3 0-15 0,0-1-34 15,-1-6-24-15,-2-2 9 0,-1-1-25 0,4-3-46 16,0-1-31-16,5 1-38 0,2 0-82 16,3-1-119-16,5 2-228 0,1 2-591 15,0 1-539-15</inkml:trace>
  <inkml:trace contextRef="#ctx0" brushRef="#br0" timeOffset="10406.086">6183 4075 1618 0,'0'0'821'0,"0"0"-113"0,0 0-212 0,0 0-153 16,0 0-11-16,0 0-118 0,0 0-72 0,0 0 8 15,0 0 28-15,51 81-13 0,-37-44-65 16,-3 4-24 0,-2 3-46-16,0-1-30 0,-3 3-3 0,-2-2-9 15,1 2-13-15,-4-2-14 0,1-2 5 16,-1-4 1-16,2-8-25 0,-2-5 9 15,1-7-36-15,-1-5-77 0,2-5-29 16,0-3-87-16,-2-3-323 0,-1 0-583 0,0-2-704 16</inkml:trace>
  <inkml:trace contextRef="#ctx0" brushRef="#br0" timeOffset="10657.911">6315 4421 1679 0,'0'0'1727'0,"0"0"-1340"0,0 0-218 0,0 0 86 15,0 0 36-15,0 0-100 0,0 0-68 16,0 0-12-16,0 0 26 0,105-10 22 0,-63 6-50 16,1-2-51-16,9-3-24 0,-1 1 11 15,5 2 4-15,1-1-4 0,4 2 10 16,-2 2-7-16,1 0-45 0,2 2 18 16,-1 1-19-16,-1-2-2 0,1 1-2 15,-1-3-10-15,-4 1 10 0,-1-1-22 16,-6-1-21-16,-6 0-19 15,-4-1-9-15,-7 1-3 0,-2-2-24 16,-7-1-25-16,-5 1-25 0,-4-3-24 16,-5 2-78-16,-5-5-229 0,-1 5-502 15,-4-7-856-15</inkml:trace>
  <inkml:trace contextRef="#ctx0" brushRef="#br0" timeOffset="10942.047">7411 4142 23 0,'0'0'3172'16,"0"0"-2714"-16,0 0-342 0,0 0 48 15,0 0 41-15,0 0 43 0,0 0-47 0,81 11-50 16,-53-10-58-16,3 5-32 0,0 0-6 16,-3 1 0-16,3 2 3 0,-4 1-21 15,-1-1 18-15,-2 1-19 0,-3 0-24 16,-1 3 22-16,-6-2-19 0,0 1-3 15,-3 0 7-15,-4 3-7 0,-3-3-9 16,-4 6 12-16,0 0 6 0,-10 4 1 16,-3 2-10-16,-7 2-12 0,1 2-17 15,-5 0-5-15,-2-3-29 0,-3 3-26 0,-1-5-14 0,-2 2-28 16,0-1-37-16,2-4-35 0,0-1-162 16,7-4-392-16,-6-3-888 0</inkml:trace>
  <inkml:trace contextRef="#ctx0" brushRef="#br0" timeOffset="11632.602">9124 3907 284 0,'0'0'352'0,"0"0"1819"0,0 0-1633 0,0 0-196 16,0 0-24-16,0 0 5 0,0 0-39 0,0 0-26 16,0 0-34-1,0 0-47-15,0 0-38 0,-14-14-54 0,13 17-33 16,-2 4-34-16,0 3-15 0,-4 8 24 16,-3 5 13-16,-2 7-13 0,-2 2 0 15,1 3 13-15,0 2-10 0,-1 0-27 16,-1 3 9-16,2 2-11 0,0 1-1 15,-1 3-2-15,5 0-13 0,-2 1 5 0,5-2 10 16,2 0 15-16,1-2-13 0,3-2-2 0,0-2-14 16,1-2 13-16,7-1 0 0,4-2-11 15,0-1 0-15,7-2-7 0,0 0 19 16,2-1-21-16,2-3 18 0,1-2-24 16,0-5 0-16,0 2-25 0,2-5-81 15,0 1-19-15,3-3-28 0,0 1-28 0,1-1-56 31,0-1-245-31,-7-2-540 0,11 1-548 0</inkml:trace>
  <inkml:trace contextRef="#ctx0" brushRef="#br0" timeOffset="14373.03">9867 4411 147 0,'0'0'564'0,"0"0"1102"0,0 0-1150 0,0 0-84 15,0 0-90-15,0 0-21 0,0 0-88 16,3-76-62-16,-3 62-20 0,-3 2-71 0,0-4-30 16,-2 7 8-16,-1-2 13 0,1 4 33 15,-2 1-18-15,2 3-7 0,0 0-8 16,1 3-17-16,-2 0-54 0,-3 0-12 0,-5 1-24 16,1 11-10-16,-6 6-12 0,2 8 9 15,-3 9 12-15,1 11 21 16,3 3 16-1,-1 5 0-15,7-3-19 0,1-4 19 0,5-6 1 16,4-12-1-16,0-8 0 0,2-7-1 16,7-6-2-16,0-3 3 0,5-2-2 15,2-3 2-15,6-1-15 0,2-9 13 0,1-5-59 16,5-5-16-16,-2-3 6 0,-1-1 25 16,-3-2-3-16,-1 0-35 0,-4 3 44 15,-2 1 19-15,-3 1 5 0,-3 3 16 0,-5 5 13 16,-3 1 43-16,-2 5 9 0,1 7-19 15,-2-2-15-15,0 2 6 0,0 0-31 0,0 3-6 16,0 8-43-16,0 2 43 0,0 5 54 16,0 5-8-16,1 1-22 0,2 2 22 15,1-3-46-15,3-1-12 0,2-4-16 16,3-5 25 0,3-1-12-16,1-5-4 0,4-1-30 15,2-4-102-15,-2-1 12 0,3-1-113 0,-1-1-296 0,-6-3-452 0,7-7-614 16</inkml:trace>
  <inkml:trace contextRef="#ctx0" brushRef="#br0" timeOffset="14713.727">10616 4242 91 0,'0'0'216'0,"0"0"803"0,0 0 305 0,0 0-759 16,0 0-129-16,0 0-109 0,0 0-60 31,0 0-47-31,0 0 11 0,0 0-46 16,28 54-48-16,-21-29-11 0,3 5 68 15,-1 3-48-15,-1 3-73 0,-3 3-12 0,-2 0-19 0,-2 2-9 16,-1-1-33-16,0-2 0 0,0-2-33 16,0-7 9-16,0-4-4 0,0-7-2 15,0-5-24-15,0-3-47 0,0-5-57 16,0-4-64-16,0-1-72 0,2 0-329 16,-1-6-839-16,1 0-734 0,-1-11 1965 0</inkml:trace>
  <inkml:trace contextRef="#ctx0" brushRef="#br0" timeOffset="14929.283">10722 4495 1186 0,'0'0'1780'0,"0"0"-1316"15,0 0-192-15,0 0 91 0,0 0-52 16,0 0-125 0,0 0-26-16,0 0 30 0,85-6-18 15,-46 6-44-15,5-1-10 0,2 1 4 16,5-3-13-16,-1 2-15 0,4 1-18 15,-1-4-25-15,-1 2-21 0,-2 0-18 0,-2-2-12 16,-5-1-19-16,-1 2-23 0,-3-2-55 16,-5-1-48-16,-5-1-35 0,-4-3-39 0,-6 3-50 15,-2-2-172-15,-6-1-327 0,-2-5-688 16,-5 5-683-16</inkml:trace>
  <inkml:trace contextRef="#ctx0" brushRef="#br0" timeOffset="15176.972">11467 4221 2431 0,'0'0'390'0,"0"0"-182"0,0 0 204 0,0 0-54 15,0 0-90-15,78 27-44 0,-57-21-31 0,4 1-33 16,-1 1-34-16,-1 1-31 0,-1-1-43 16,-3 1-18-16,-1 1 3 0,-5 1-19 15,0-1-18-15,-3 3 0 0,-4 0-30 16,-3 3-1-1,-3 2-3-15,-1 3 10 0,-10 2-16 16,-4 6 0-16,-3-2-9 0,-5 3 9 0,-1 0-9 16,2-3 2-16,1-2-14 0,2-6-32 15,4-1-62-15,4-8-51 0,5-3-165 16,2-4-345-16,2-4-1011 0</inkml:trace>
  <inkml:trace contextRef="#ctx0" brushRef="#br0" timeOffset="16463.378">12429 3467 280 0,'0'0'639'0,"0"0"802"0,0 0-995 0,0 0-46 15,0 0-62-15,0 0-7 0,0 0-66 16,0 0-54-16,0 0-53 0,0 0-37 16,0-29-20-16,0 29-9 0,2 0-12 15,-1 0-34-15,4 4-31 0,2 2-15 0,3 6 80 16,4 1-31-16,1 8 15 15,1 2-25-15,-2 5 4 0,-1 1-24 0,-4 4-19 16,-2 2-1-16,-3 2-29 16,-2 4-10-16,-2-1-12 0,0-2 1 0,-2-2-23 0,-2-4 7 15,0-5 15-15,1-3 12 0,0-9-6 16,1-4-9-16,1-1 15 0,-1-8-13 16,2 0 7-16,0-2-3 0,0 0-28 15,0 0-7-15,3-4 9 0,3-4 60 0,4-3 12 16,5-6-50-16,-2 0 9 0,-1-1 1 15,0 0 8-15,0 4 34 0,-1 1 1 16,-1 3 0-16,-1 3 13 0,2 0 18 0,-3 3 16 31,-1 1-19-31,4 1 6 0,-2 2-21 0,0 0 2 16,1 0-14-16,-2 0 11 0,0 2-9 16,-3 2 15-16,1 1 1 0,0-2-1 15,-5 2 7-15,1 1-3 0,-2 0 9 16,0 4 0-16,0-2-3 0,-5 3-16 15,-2 1 3-15,-1 0-2 0,0-4-12 16,-3 3 0-16,2-4 1 0,0-1 10 0,2-2-12 16,-3-1-22-16,2-1-6 0,-3-2-19 15,0 0-46-15,-1 0-12 0,1 0-63 0,0-2-31 16,2-4-113-16,3 2-41 0,0-4-83 16,2-1-200-16,3 1-613 0</inkml:trace>
  <inkml:trace contextRef="#ctx0" brushRef="#br0" timeOffset="18722.577">13281 4340 935 0,'0'0'110'0,"0"0"794"0,0 0-489 0,0 0-134 16,0 0 11-16,22-66-3 0,-19 52-89 16,-2 2-19-16,-1-1-23 0,0-1-7 15,0 4-2-15,0 0-31 0,-1 1 22 16,-4 1-16-16,-1 0-31 0,1-1 6 0,-2 3-4 16,-2-1-18-16,2 1-37 0,-1 0 18 15,-3 2-21-15,2 0-19 0,1 4-18 16,-1-2-19-16,-2 2-21 0,0 0-6 0,-1 7-3 15,0 7 0-15,-2 9 23 0,2 4 26 16,0 9 25-16,-2 6 15 0,1 5-6 16,0 0 12-16,2 1-19 0,0-5 7 15,2-2 3 1,3-5-16-16,3-9-6 0,1-5 16 0,2-5-13 0,0-5-2 16,3-5-16-16,5-3 0 0,1-2-22 15,0-2-12-15,6 0-8 0,3-10 29 16,2-3-17-16,2-1-16 0,3-7-3 15,-2-2-3-15,0-2-4 0,-1 1 4 16,-1 0 6-16,-1 3 18 0,-4-3 25 16,0 2 1-16,-3 1 2 0,-3 4 2 15,0-1 21-15,-4 1-21 0,-3 5 11 0,0 1 12 16,-3 4-4-16,1 4-2 0,-1 1-1 0,0 2-6 16,0 0 7-16,0 0-19 0,0 4-20 15,2 7 20-15,-1 1 43 0,2 7 22 16,-2 0-10-16,3 1-21 0,-1 0-1 15,0-2-11-15,3-4-21 0,1 0 1 0,1-2-2 16,4-1-1-16,2-1 1 0,3-3 15 16,0 0-15-16,2-3 0 0,1-1-67 15,0-3-28-15,3 0-56 0,0 0-40 16,0-6-73-16,2-2-282 0,-2-3-532 16,-6 3-685-16,0-10 1020 0</inkml:trace>
  <inkml:trace contextRef="#ctx0" brushRef="#br0" timeOffset="19370.439">14329 3716 1246 0,'0'0'1280'0,"0"0"-851"0,0 0-52 15,0 0-107-15,82 38 36 0,-56-19-48 16,-2 4-47-16,-2 4-53 0,3 1-16 16,-1 2-25-16,3 3-44 0,-2 3-14 15,-2 3-14-15,0 0 1 16,-3 1-18-16,-4 3 6 15,-2-1-22-15,-5 1-12 0,-4-1 0 0,-4 1-22 16,-1 0 7-16,-3 1-3 0,-6-1-1 16,-3-1-5-16,-4 1-4 0,-3-1-5 15,-1 1 5-15,-3-2 4 0,0-2-16 0,0-1-3 16,1-2-13-16,0-3 4 0,1-2-12 16,0-2-29-16,1-1-18 0,0-5-48 0,1-2-25 15,-1-4-147-15,-3 0-279 0,3-9-701 16,1 0-427-16,-10-6 1683 0</inkml:trace>
  <inkml:trace contextRef="#ctx0" brushRef="#br0" timeOffset="25067.187">3837 6947 1231 0,'0'0'1559'0,"0"0"-1242"0,0 0-154 0,0 0-29 0,0 0 110 0,0 0 84 16,0 0 4-16,0 0-75 0,0 0-54 0,-38-13-65 15,38 13-49-15,0 0-16 0,0 0-18 16,0 0-24 0,1 0-11-16,9 0-19 0,3 0 25 15,7 2 20-15,6 0 15 0,4 0 12 16,6 2 39-16,3-4-12 0,2 1-45 0,3-1-16 0,4 0-2 0,2-1-13 31,1-3-3-31,-1-2-18 0,1 0-3 16,0 0 0-16,-3 0-1 0,-1 0-23 15,-2 2 3-15,-3 0-1 0,-2-1-5 16,-7 2-15-16,-2 0-40 0,-7 2-21 16,-5 1-34-16,-6 0-21 0,-4 0-19 0,-5 0-56 15,-4 0-110-15,0 2-148 0,-6 3-40 0,-7 0-16 16,-4-1-545-16,1-1-577 0</inkml:trace>
  <inkml:trace contextRef="#ctx0" brushRef="#br0" timeOffset="25436.569">3925 7039 1649 0,'0'0'1017'16,"0"0"-532"-16,0 0-277 0,0 0-138 15,0 0 66-15,0 0 120 0,0 0-27 0,0 0-94 16,0 0-29-1,0 0 3-15,0 0 30 0,40 83-19 16,-29-51-6-16,-1 4-15 0,0 6-35 16,0 7-3-16,-1 5-9 15,1 7-6-15,-2 2-28 0,0 2-18 0,-1-1-14 16,0 1-11-16,0-5-5 0,0-4 5 16,2-4 10-16,1-7-3 0,-1-4 6 15,-1 1-10-15,4-7-2 0,-2-4 8 0,-1-3 1 0,1-3 0 16,-2-5-10-16,0-1 4 0,-1-2-1 15,0-5-30-15,-3 3-83 0,1-6 11 16,-3 0-34-16,1-2-13 0,-1-4-112 16,-1 0-191-16,-1-3-186 0,0 0-412 15,0-4-228-15,-4-8 1215 0</inkml:trace>
  <inkml:trace contextRef="#ctx0" brushRef="#br0" timeOffset="25651.85">4071 7794 2605 0,'0'0'428'0,"0"0"-224"0,0 0-6 15,0 0 131-15,0 0-29 0,79-31-76 16,-50 22-41-16,4-1-50 16,3 2-28-16,3 3-13 0,4-2 0 0,-4 2-31 15,3 1-32-15,-2 2-29 0,-4 0-40 16,-1 1-34-16,-5 1-12 0,-4 0-6 15,-3 3-62-15,-1 4-35 0,-7 1-88 0,-3 2-149 16,-3 3-185-16,-5-1-373 0,-5 10-417 0</inkml:trace>
  <inkml:trace contextRef="#ctx0" brushRef="#br0" timeOffset="25937.933">4260 8161 1235 0,'0'0'2508'0,"0"0"-2108"0,0 0-322 0,0 0-77 16,0 0 132-16,0 0 10 0,0 0 67 15,0 0-32-15,0 0-111 0,0 0-12 0,0 0 3 16,86 6 25-16,-57-6 17 16,3 0 10-16,2 0-19 0,-1-1-27 15,2-1-19-15,1-1-12 0,-3 1-8 16,2 0-23-16,-4-2-1 0,2 0-2 0,2-2 0 15,-2 3-1-15,-1-2-23 0,-2-1-14 16,-4 1-28 0,-3 0-18-16,-7 3-12 0,-2-2-46 15,-5 4-22-15,-3 0-16 0,-3 0-28 16,-2 0-70-16,-1 0-118 0,0 0-153 16,0 3-178-16,0-1-601 0</inkml:trace>
  <inkml:trace contextRef="#ctx0" brushRef="#br0" timeOffset="29942.081">9066 6545 72 0,'0'0'1771'0,"0"0"-1030"0,0 0-236 0,0 0-144 0,0 0-79 15,0 0-75-15,0 0-58 0,0 0-40 16,0 0-16 0,-22 57-15-16,11-27-1 0,-1 7 32 15,-2 7-8-15,-1 3-15 0,-2 6-12 16,0 6 0-16,-6 7-25 0,-6 7-9 0,0 10-37 16,-7 5-3-16,0 4-31 15,0-3 29-15,-3-2 1 0,3-5 0 16,3-8-22-16,3-8-11 0,5-10 31 0,6-10-19 15,7-11-27-15,7-11 3 0,4-10-21 16,1-4-32-16,4-10-9 0,6 0-53 16,3-3 18-16,4-8-68 0,2-8-167 0,3-5-131 15,-1-7-119-15,0-6-523 0,-6 9-139 16,7-22 1270-16</inkml:trace>
  <inkml:trace contextRef="#ctx0" brushRef="#br0" timeOffset="30261.303">8992 6786 843 0,'0'0'297'16,"0"0"113"-16,0 0 191 0,0 0-222 15,0 0-70-15,0 0-46 16,0 0-20-16,0 0 4 0,0 0-48 16,0 0-48-16,0 0-50 0,12-12-6 15,1 24 23-15,1 7-6 0,2 3 6 16,2 5-13-16,2 4 6 0,1 5 8 0,1 4-21 15,1 3-36-15,1 6-41 0,1 1-9 16,-5 2-12-16,0 0-1 0,-1-2 1 16,-2 0-2-16,-1-4 2 0,-1-3 0 0,0-3 0 15,-2-2-2-15,2-8-16 0,-2-1 16 16,-2-2 0-16,2-4 2 0,-1 0 9 16,-1-7-9-16,-1-3-36 0,-2-2 9 15,-3-4 5-15,2-2-42 0,-2-2-7 16,-2-1-21-16,0 0-7 0,-2-1-9 0,-1-1-25 15,0 0-51-15,0-1-127 0,-3-7-208 0,-3 1-479 16,-12-7-637-16</inkml:trace>
  <inkml:trace contextRef="#ctx0" brushRef="#br0" timeOffset="30466.042">8930 7427 1831 0,'0'0'1422'15,"0"0"-1176"-15,0 0-167 0,0 0 91 16,0 0 183-16,0 0-116 0,0 0-67 16,0 0-108-16,0 0-37 0,0 0-13 0,0 0 47 15,110-55 5-15,-65 40-51 0,-1 0-13 16,4 2-28-16,-5 0-24 0,2 0-56 16,-5 2-118-16,-1 4-119 0,-12 3-360 0,4-1-941 0</inkml:trace>
  <inkml:trace contextRef="#ctx0" brushRef="#br0" timeOffset="31429.354">10152 6945 437 0,'0'0'707'31,"0"0"450"-31,0 0-831 0,0 0-110 16,0 0 3-16,0 0 11 0,0 0-23 0,0 0-62 16,0 0-25-16,0 0 78 0,42 43 41 15,-17-21-40-15,2 3-38 0,2 3-41 0,-3 2-9 16,1 1-1-16,1-2-33 15,-4-3-25-15,-1-1-19 0,-2-1-14 16,0-7-18-16,-1 1-1 0,-2-3-13 0,-1-5-8 16,-1 1-55-16,-1-4-75 0,0-3-24 15,1-4-44-15,-2 0-70 0,2-6-256 16,-6 1-607-16,0-12-950 0</inkml:trace>
  <inkml:trace contextRef="#ctx0" brushRef="#br0" timeOffset="31689.838">10608 6890 833 0,'0'0'1468'15,"0"0"-1209"1,0 0-182-16,0 0 49 0,0 0 169 16,-48 69-7-16,37-42-37 0,-1 4-62 15,1 5-47-15,-5 5-23 0,3 6-34 16,-6 2-13-16,-4 2-19 0,1 0-28 15,-2-1-13-15,1-3-2 0,3-5-10 16,1-6-31-16,3-6 9 0,6-8-9 0,1-6-29 16,5-6-106-16,4-3-70 0,0-7-154 0,7 0-154 15,4-11-167-15,-2 2-762 0,7-16 899 0</inkml:trace>
  <inkml:trace contextRef="#ctx0" brushRef="#br0" timeOffset="32395.732">11177 6698 2035 0,'0'0'1059'0,"0"0"-772"0,0 0-128 0,0 0-140 16,0 0 107-16,0 0 139 0,0 0 17 15,20 84-40-15,-13-41-50 0,4 10-23 0,-1 5-19 16,1 3-40-16,-1 3-22 0,2 2-30 16,-2-2-9-16,-1-2-25 0,3-4-15 15,-3-6-9-15,1-8-24 16,-1-8-3-16,2-5-1 0,-2-8-2 0,-3-4-1 15,2-7-66-15,0-2-47 0,-4-3-68 16,0-2-38-16,2-5-110 0,-3 0-325 16,-1-3-716-16,-2-15-610 0</inkml:trace>
  <inkml:trace contextRef="#ctx0" brushRef="#br0" timeOffset="32889.943">11192 6727 1258 0,'0'0'1254'16,"0"0"-684"0,0 0-366-16,0 0-54 0,90-85 170 0,-49 65 36 0,2 0-104 0,7 0-54 15,1 5-35 1,2 2-43-16,0 6-37 0,-5 1-37 16,-3 6-25-16,-6 0-9 0,-8 6-11 15,-5 6-1-15,-7 7-21 0,-10 2-10 16,-8 9 31-16,-2 6 2 0,-15 5 23 15,-8 4-24-15,-3 2 0 0,-5-3 1 16,2-1 19-16,4-7 53 0,2-5 47 0,5-4 7 0,3-6-64 16,6 1-34-16,5-8-30 0,5 3-13 15,1-1-14-15,13-1 6 0,2 2 19 16,10-1 2-16,3 3-19 0,6-2-5 16,2-3 0-16,0 0-7 0,-2 2 13 15,3-3 3-15,-5 3 3 0,-2-1 9 16,-2 1-22-16,-3-2-11 0,-3 1 17 0,-5-1 1 15,-3-1 0 1,-3 2 17-16,-5-2 1 0,0-1 2 16,-4 2 13-16,-3 1 22 0,0 0-1 15,-10 1 10-15,-3 3-9 0,-5 2-7 16,-3-2 6-16,-2 0 19 0,-3-1 3 16,-4 1-22-16,-2-3-8 0,-2-3-16 15,-5 1-10-15,-4-4-2 0,-2-3-12 0,-3-3 9 16,2-2-28-16,-1-2-33 0,3-2-109 0,-3-4-37 15,5-2-57-15,0-1-178 0,12 4-618 16,-12 0-648-16</inkml:trace>
  <inkml:trace contextRef="#ctx0" brushRef="#br0" timeOffset="37236.379">10174 6988 684 0,'0'0'130'16,"0"0"1463"-16,0 0-1122 15,0 0-161-15,0 0-55 0,0 0-17 16,0 0-74-16,0 0 50 0,0 0 2 0,0 0-70 15,10 15-63-15,-4-12-15 0,0 1-3 16,1 2 3-16,3 0 2 0,-3 1-2 16,3-1 2-16,-2 1 4 0,0-2-4 0,1 1-6 15,-2-2-6-15,3 2-24 0,-3-3-13 16,2 3-18-16,0 0-1 0,2 0 0 16,-1 2-1-16,-1 0 0 0,2 1 11 15,-1 1-10-15,1 0 0 0,-2 2 17 0,2 0-7 16,-1-2 0-16,1 1 0 0,-1 1 0 15,2-1 0-15,2 1 1 0,1 0 2 0,2-1 6 16,-1 1-3-16,1 0-15 0,0-4 12 31,1 3 1-31,-1-3-4 0,2 1 6 16,0 2-3-16,-3-3-14 0,1 3 0 0,-3-3-1 16,-1 1-1-16,0-1-1 0,-3-2 0 15,0 1 1-15,-2-1 0 0,-3 0 1 16,2-3 1-16,-2 0 1 0,-2-2 1 15,-1 0 0-15,1 1 0 0,-3-2 9 16,3 0-9-16,-3 0 10 0,0 0-10 0,0 0 0 16,0 0-1-16,0 0 0 0,0 0-1 0,0 0 1 15,0 0 0-15,0 0 0 0,0 0-2 16,0 0-11-16,0 0-4 0,0 0 2 16,0 0 11-16,0 0 2 0,0-3 0 15,0-1 3-15,0-1-2 0,0-2-1 16,0 0 0-16,0-2 0 0,0 3-1 0,0-3 0 0,0 1-2 15,0 1-18-15,0-2 3 0,0 0-22 32,0-2 7-32,0 1-13 0,0-4 31 0,0-1-21 0,0-2-4 15,-3-2-15-15,3-2-3 0,-3 1 16 0,2-3-16 16,0-1-16-16,1 4 7 0,-2-1-28 16,2 0 15-16,0 4 6 15,0 5 18-15,0-2 16 0,0 4 13 16,0 3-4-16,0 0 12 0,0 2 13 15,-1-1 6-15,-1 0 2 0,-1 1 0 16,-1-2 0-16,1 1 17 0,-1-2-19 0,1 0-19 16,-1 1-6-16,-1 1 7 0,2 0-1 15,-1-1-12-15,0 1-12 0,3 2 9 0,-1-2 2 16,1 5 20-16,-1-1 12 0,2 0 0 0,0 1 1 16,-1 1-1-16,1 0 1 0,-2 0 2 15,2 0 0-15,0 0 8 0,-3 0-11 16,3 0-19-16,-1 0 7 0,-1 0-1 15,1 0 13-15,1 0-1 0,0 0 0 16,0 0-1-16,0 0 0 0,0 0 1 16,0 0 0-1,0 0 0-15,0 0-2 0,0 0-1 0,0 0-14 16,0 0 15-16,0 0-50 0,0 0 50 16,0 0-16-16,0 0 0 0,0 0-6 15,-2 0-23-15,1 0-162 0,0 0-56 16,-1 5-141-16,-1-4-233 0,-7 6-1036 0,29-20 849 15</inkml:trace>
  <inkml:trace contextRef="#ctx0" brushRef="#br0" timeOffset="45633.89">10506 7716 1626 0,'0'0'244'15,"0"0"213"-15,0 0 101 0,0 0-228 0,0 0-91 16,0 0-8-16,0 0 12 0,0 0-32 15,0 0-37-15,0 0-22 0,-11 35-19 16,10-23-13-16,-1 6-3 0,2 0-7 16,0 5-15-16,0 4-28 0,3 5-40 0,3 3-8 0,3 2 17 15,2 1-2-15,1-3-7 0,1-1-26 16,3-6 11-16,2-5 10 0,-2-5-22 16,4-4-11-16,-2-6 8 0,3-5-28 15,2-3 1-15,-1-9 2 0,0-7-24 16,1-6-6-16,-2-3-6 0,-2-6-18 0,0-2-1 15,-3-1-9-15,-2-1 6 0,1-1 2 0,-4 4 16 16,-4 0-6-16,-2 2-13 0,-5 2 16 16,0 2-7-16,-2 4 22 0,-5-1 31 15,-3 6 25-15,1 3 0 0,0 3 22 16,2 5-3-16,-3 6 15 0,2 0 19 0,-1 2 6 16,-2 6-13-16,-1 6 13 0,0 0-12 31,-1 4 8-31,3 4 7 0,-2 2 0 0,1 1-13 15,3 4-9-15,-1-2 0 0,-1 4-18 16,4 1-4-16,0 3-15 0,3 3-2 0,-1 2 2 16,0 3-1-16,4 5 20 0,0 2-1 15,0 4 7-15,0 0-1 0,8 0 7 16,-2-1-19-16,3-4-2 0,2 0-11 16,4-4-2-16,2-3-39 0,-1-3-1 0,3-6 16 15,-5-5-1-15,0-4 4 0,-5-7-16 0,0-5-52 16,1-2-22-16,-4-8-47 0,-1-2-66 15,1 0-197-15,-3-5-361 0,0-8-743 0</inkml:trace>
  <inkml:trace contextRef="#ctx0" brushRef="#br1" timeOffset="53148.413">7972 6559 2024 0,'0'0'111'15,"0"0"458"-15,0 0-341 0,0 0 12 0,0 0 12 16,0 0-30-16,0 0-29 0,0 0-21 15,0 0 1-15,0 2-2 0,7 9-25 16,1 5-4-16,0 2-28 16,-2 4-25-16,1 4-16 0,-1 4-30 0,0 8 40 15,-1 3-25-15,-1 9-28 0,1 9 4 16,-1 9-10-16,-1 7-24 0,0 6-26 16,-1 4 23-16,-1 3-18 0,2 3 6 15,-2-1 14-15,2 0-16 0,0-1 5 0,-2-3-13 16,-1-1 22-16,0-2-43 0,0 2 7 0,0-3-10 15,0-3 24-15,0 3-2 0,-7-6-16 16,3-3-9-16,0-7 5 0,1-7 20 16,0-6 24-16,0-9-10 0,0-5 12 0,0-7-2 15,2-7 3-15,-1-4 0 0,2-7 25 16,0-3-24-16,0-6-1 0,0-3-12 0,0-1-16 16,0-1 6-16,0 0 1 0,0 0-1 15,0-1 7-15,3-5 13 0,3 1-1 16,3-2 3-16,2 0 18 0,2 0 7 15,0-1-25-15,4-1 3 0,-1 3 28 16,4 0 6-16,2-1-34 0,5 2 12 16,-1 0-15-16,6-1 0 15,1 2-2-15,3-1-23 16,3 1-8-16,2-1 20 0,2 1-18 0,0-3 16 0,4 1 15 16,1-2 12-16,4-2-1 15,1 0-9-15,2 0 31 0,0-1-33 16,1-1-47-16,3 3 1 0,0-1-13 15,2 3 56-15,2-1 2 0,2 3-11 0,3 0 12 16,4 4 22-16,1-2 73 16,6 3-5-16,-2-2-90 0,2 1-84 0,2 0 41 15,4-1 43-15,1 2 37 0,2 0-24 16,-1 0-11-16,2-3-2 0,1 0-45 16,-3 2 8-16,3-3 19 0,-2 3-7 15,-1-2 23-15,1 0 2 0,-2 0 3 16,0 1-2-16,0-4-1 0,-1 2 15 15,-2-4-14-15,0 1 28 0,-2-1-16 16,-2-2-13-16,-1-3-31 0,-4 1 17 0,-1 0 14 16,-5 0 2-16,-5 0 1 0,-2 2 21 15,-7 1-23-15,-6 0 1 0,-5 1-2 16,-8 3-37-16,-8 0-28 0,-7 3 19 16,-4-2 12-16,-7 4 13 0,-3 0 21 15,-5 0 1-15,-1 0 18 0,0 0-19 0,0 0-15 16,-3 0-40-16,-4 0-33 0,-3-2-52 0,-6 1-106 15,1-3-121-15,-5-1-224 0,5 0-410 16,-17-8-864-16</inkml:trace>
  <inkml:trace contextRef="#ctx0" brushRef="#br1" timeOffset="54256.534">8476 6650 1107 0,'0'0'306'0,"0"0"-166"0,0 0-58 0,0 0 9 16,0 0 447-16,0 0-272 0,0 0-44 16,0 0 16-16,-63-66 69 0,60 63-12 0,2 0-61 15,1 0-49-15,0 0-43 0,0 2-30 16,3-3-12-16,4 0 2 0,4-4 9 16,4 0-3-16,3-3-6 15,5 0-35-15,1 0-27 0,3-2-28 16,6 3-10-16,3-2-1 0,9 2 1 0,3 1-2 15,9 4 1-15,7 1-1 0,7 4-19 16,7 0 17-16,10 2-10 0,6 2 10 16,7 2-20-16,5-4 10 0,7 0-16 15,2-2-2-15,3 0 26 0,3-2-17 16,0-6 6 0,-1 2-4-16,-2-4 1 0,-2 1-13 15,-1-1-12-15,-4 3 12 0,-5 1-3 0,-1 0-6 16,-5 0 12-16,-2 1-9 0,-3 2 37 15,-1-2 6-15,-3 1-5 0,-2-1 24 16,2 0-25-16,-3-4-25 0,-4 2-90 16,-3-5-3-16,-1 2 44 0,-10-1 24 15,-3 1-39-15,-5-2 42 0,-5 1 47 0,-1-1 24 0,-4 0-2 16,-3 2 10-16,-1 1 0 0,-5 0-14 16,-1 2 4-16,-6 2-22 0,-6 3-14 15,0 2 13-15,-8 0-46 0,-2 0 24 16,-1 0 20-16,-5 1-12 0,1 4 15 0,-2-2 42 15,0 0-20-15,0-1 9 0,0 1 3 16,1-2-31-16,-2 0 25 0,3 0-15 0,-3 2-11 16,0-1 0-16,0 3 20 0,0 2-10 31,-1 0 26-31,0 3-7 0,-1 2-6 0,1 2-13 0,-4 0-9 0,1 1 13 16,-4 2-13-16,-1 1-3 0,0 4 37 15,-2 1 6-15,-1 4-21 0,0 2-3 16,0 4 15-16,-4 7-10 15,-2 4-23-15,-1 10 33 0,-3 6 6 0,-2 11-9 16,-1 7-6-16,-1 6-7 0,-1 5 7 16,1 4-23-16,1-3 13 0,4-1 4 15,-2-3-18-15,4-9 11 0,1-4-10 16,1-6-1-16,4-6 21 0,1-7 2 16,0-7-11-16,0-5 5 0,4-6-15 15,1-4-1-15,-1-5 20 0,1-7-22 0,-1-2-28 16,0-1 26-16,3-6-23 0,-4-3-8 0,0-2-1 15,0-1-3-15,-2-3-6 0,-1 1 0 16,0-3 9-16,0 0-25 0,0 0-15 16,0-4-22-1,0-1 18-15,0 0-3 0,0 1-15 16,0-1-6-16,0 4 21 0,-3-1 49 16,2 2 20-16,1 0-48 0,-1 0-44 15,-2 3-64-15,0 2-57 0,-3-1-8 0,3-2 14 0,2 0 23 16,-2-2 51-16,2 0-59 0,-4-2-130 15,-1-2-348-15,2-3-308 0,41 4 666 16</inkml:trace>
  <inkml:trace contextRef="#ctx0" brushRef="#br1" timeOffset="55176.17">13957 5989 1611 0,'0'0'1291'15,"0"0"-830"-15,0 0-179 0,0 0-67 16,19 88 33-16,-10-51 70 0,1 6-13 0,2 9-26 16,2 5-53-16,0 7-71 0,-4 3-70 15,2 3-45-15,-4 3-39 0,-5 0 17 0,1-2-18 16,-4-5-12-16,2-7-4 15,-1-9-20-15,4-9-3 0,-2-13 5 0,1-9 4 16,1-9-19-16,0-6-21 0,1-4-36 16,1-7 5-16,0-7 30 0,3-4-5 15,0-7 30-15,0-3-9 0,2-1 6 16,-2-4 14-16,2 7 35 0,0 1 3 16,0 7 21-16,2 5-8 0,-1 8 54 0,2 5 13 15,-1 0-22 1,3 10 4-16,-1 4-16 0,1 5-4 15,1 0 4-15,1 0-46 0,-3 3 43 16,-1-2-25-16,-3 0-19 0,2-4-2 0,-1-1-24 16,0-5-31-16,-1-4-33 15,2-5-50-15,2-1-77 0,4-9-214 0,-5-2-815 0,8-13-1197 16</inkml:trace>
  <inkml:trace contextRef="#ctx0" brushRef="#br1" timeOffset="55509.498">14839 6669 2989 0,'0'0'1197'16,"0"0"-985"-16,-71 78-48 0,40-46 183 0,-4 5 4 15,4-5-11 1,7-2-128-16,6-5-82 0,6-7-79 0,4-3-50 16,8-4-1-16,0-2-18 0,3-2-12 15,9-2-6-15,4 1-9 0,4-4-31 16,2-2-15-16,1 0-21 0,2-2 0 0,1-8-22 15,-1 0 13-15,1-4 2 0,-3-3-13 16,-2 0-27-16,0-4-4 0,-2 0 55 16,-5 0 60-16,0 2 48 0,-5 2 37 15,-3 3 12-15,-1 2 13 0,-3 1-13 0,1 4-6 16,0 1 22-16,3 5 24 0,-2 1-4 16,3 1-8-16,-1 8 2 0,0 3-9 15,2 2 10-15,0 0 2 16,-1-1-43-16,0-3-39 0,3-3-15 15,0-3-58-15,1-4-24 0,4 0-90 0,1-8-76 16,-3-1-297-16,13-13-964 0</inkml:trace>
  <inkml:trace contextRef="#ctx0" brushRef="#br1" timeOffset="55808.772">15545 6506 889 0,'0'0'3235'15,"0"0"-2708"-15,0 0-284 0,0 0 29 16,-102 88-35-16,76-64-52 0,1 0-58 0,4-5-42 16,6 4-62-16,3-6-23 0,7-2 0 0,5 1-3 15,0-4-27-15,14-1 0 0,1-1-6 0,8 0-4 16,3 1 1 0,3-1-22-16,0 3-33 0,1 0-9 15,0 1 6-15,-2 0 15 0,-4 2 15 16,-2-1 30-16,-6 1 3 0,-4-2 5 0,-7 3 29 0,-4-3 2 15,-1 1 22 1,-9 2-24-16,-8-3 0 0,-3 1 2 16,-6-1 15-16,-1 3-17 0,-4-7-28 15,0 0-36-15,-1-1-132 0,-1-7-373 0,8-2-950 0,-14-2-1011 0</inkml:trace>
  <inkml:trace contextRef="#ctx0" brushRef="#br1" timeOffset="56434.89">16773 6661 813 0,'0'0'0'16,"0"0"-189"-16,0 0 153 0,65-66 36 16,-52 47 108-16,-2-2 524 0,-6 2 910 15,-5 2-1040-15,0 3-128 0,-9 0-107 16,-2 4 68-16,-3 3-112 0,-1 6-1 15,-4 2-51-15,-1 13-18 0,-5 11 48 16,-2 10-34-16,-2 12-46 0,2 7-24 0,1 4-21 16,4-2 15-16,5-2 2 0,8-12-51 15,6-7-42 1,3-10-46-16,3-6-8 0,9-10 18 0,4-6-1 16,4-3-5-16,4-12 9 0,5-8-22 15,3-7-35-15,0-4 5 0,1 0 9 16,-4 0 3-16,-3 3 6 0,-4 5 12 15,-1 4 7-15,-5 6-7 0,-1 7 6 16,-2 3 12-16,1 3 19 0,1 14 18 0,1 5 34 16,1 9 20-16,3 6-17 0,1 7-13 15,0 5 13-15,-1 4-19 0,-1 4 19 16,0 4-22-16,-4 5 21 0,-3 2-5 16,-7-2 14-16,-5-1 16 0,0-5-6 0,-8-6 2 15,-6-7 4-15,1-8-19 0,-3-3-2 16,-3-10-16-16,-1-2-12 0,-3-7 0 15,1-6 4-15,-3-6-16 0,-1-4-33 0,1-10 3 16,-1-9-46-16,5-8 6 0,-1-8 13 16,2-11-31-16,2-6-34 0,4-11-97 15,1-10-284-15,3 14-694 0,3-43-796 0</inkml:trace>
  <inkml:trace contextRef="#ctx0" brushRef="#br1" timeOffset="56672.506">17317 6441 3007 0,'0'0'1230'16,"0"0"-997"-16,0 0-45 15,0 0 174-15,45 82-102 0,-37-58-11 0,-1 2-74 16,0 1-69-16,0-1-91 0,-2 2-15 16,-2-2-16-16,-3 3 4 0,0-3-6 0,-5 0-15 0,-1-3-22 15,1-7 25-15,2-7 30 0,3-7 9 0,0-2 27 16,1-7-36-16,8-13-32 0,1-7 32 15,7-8 2-15,4-8 9 0,4-5-11 32,4-1-33-32,0 2-58 0,3 4-15 0,-3 6-52 0,1 4-92 0,-1 7-173 15,-9 8-547-15,7-4-633 0</inkml:trace>
  <inkml:trace contextRef="#ctx0" brushRef="#br1" timeOffset="56988.664">17786 6477 1269 0,'0'0'2774'16,"-24"66"-2375"-16,14-31-139 0,0 0 120 0,2 2-64 16,5-3-88-16,2-11-101 0,1-7-55 15,6-5-32-15,7-11-37 0,5 0 0 16,5-12-3-16,5-7-64 0,3-6-51 16,1-6-39-16,-2-3-37 0,-3 2-1 15,-4-1 45-15,-6 7 19 0,-7-2 23 16,-3 6 47-16,-7-2 27 0,0 3 31 15,-10 1 28-15,-2 5 42 0,-3 7 20 0,-1 8 17 0,-1 0 27 32,0 15-36-32,-1 8 2 0,-1 6-18 0,0 5 9 0,2 2-6 15,3-2-12 1,2 0-10-16,4-5-63 0,3-5-15 0,5-7-76 0,0-7-69 16,2-6 29-16,8-4 15 0,4-6-30 0,5-12-71 15,6-6-212-15,3-6-547 16,3-5-276-16,-8 9-350 0</inkml:trace>
  <inkml:trace contextRef="#ctx0" brushRef="#br1" timeOffset="57254.687">18139 6356 635 0,'0'0'2376'0,"0"0"-1380"15,0 0-552-15,0 73-133 0,-6-37-8 0,1 4-68 16,-4 2 74-16,5-5-36 0,0-3-80 16,2-7-112-16,2-6-48 0,4-8-12 0,5-7-21 15,5-6-3-15,1-1-16 0,8-15-26 0,1-3-48 16,2-7-58-16,2-2-15 0,-1-3-19 15,-2 1 15-15,-1-4 0 0,-1 3-47 16,-1 0-35-16,-5 4 9 0,-3 7 159 16,-3 6 84-1,-6 9 143-15,-2 5 41 0,-3 5-21 16,0 10 8-16,-6 8-3 0,-1 1-43 16,-3 6-16-16,2-2-3 0,0 0-3 15,1 0-9-15,3-3-58 0,1-6-36 0,3-5-51 16,3-2-22-16,4-7-57 0,2-4-95 15,2-1-128-15,6-7-366 0,-6-1-896 0</inkml:trace>
  <inkml:trace contextRef="#ctx0" brushRef="#br1" timeOffset="57473.553">18682 6457 2274 0,'0'0'1579'15,"0"0"-1283"-15,-18 77-178 0,14-40 87 16,1 8 180-1,1 6-36-15,2 4-64 0,0 7-54 16,3 4-86-16,1 7-55 16,2 4-38-16,-3 5-10 0,-3-3-42 0,0-2-18 15,0-4 6-15,0-6-28 0,-1-11-32 16,-4-7-28-16,2-10 6 0,1-9 7 0,-1-7-7 16,1-10-6-16,2-9-19 0,-1-4-42 15,-1-7-160-15,1-9-155 0,1-8-467 16,0 7-318-16,0-25-356 0</inkml:trace>
  <inkml:trace contextRef="#ctx0" brushRef="#br1" timeOffset="57711.385">18729 6396 375 0,'0'0'3023'0,"0"0"-2605"0,0 0-246 0,0 0-45 0,0 0 16 15,0 0 9-15,0 0 12 0,0 0-7 16,0 0-80-16,0 0-49 0,77 79-28 15,-65-60-30-15,-5 3-41 0,-1-2 47 16,-6 3-13-16,0-1-9 0,-6 0-13 16,-8 3-24-16,-8-3-10 0,-4 3 18 15,-4-3 22 1,-6-3 32-16,-3-3 2 0,-1-6-50 0,-3-2-54 16,2-7-153-16,2-1-325 0,1-4-691 0,10-4-185 15,-6-9 1095-15</inkml:trace>
  <inkml:trace contextRef="#ctx0" brushRef="#br1" timeOffset="57989.918">19442 6299 470 0,'0'0'0'0,"0"0"-20"0,0 0-287 0,0 0 223 16,0 0 25-16</inkml:trace>
  <inkml:trace contextRef="#ctx0" brushRef="#br1" timeOffset="58763.748">19908 5700 1334 0,'0'0'26'0,"0"0"85"0,0 0 513 0,0 0-307 15,0 0-23-15,0 0 8 0,0 0 8 0,0 0-52 16,0 0-47-16,0 0-32 0,0 0-2 15,-5-46-34-15,4 46-25 0,0 7 0 16,1 3-4-16,0 8 6 0,0 9 0 16,-3 10 14-16,0 15-6 0,-2 10-12 0,-1 12 6 15,-6 8 33 1,1 8-46-16,-3 0-31 0,0-4-23 16,2-3-55-16,1-8 0 0,3-6-24 15,5-7 3-15,3-11-34 0,0-8-18 16,9-11-30-16,8-7-45 0,5-11-50 15,4-10-108-15,4-4-309 0,-4-8-791 0,10-18-1103 0</inkml:trace>
  <inkml:trace contextRef="#ctx0" brushRef="#br1" timeOffset="59192.672">20291 6344 3050 0,'0'0'421'16,"0"0"-247"-16,0 0-7 0,0 0 104 0,0 0-9 15,0 0-17-15,0 0-18 0,0 0-37 0,-89-6-34 0,64 29-59 0,-4 8-18 16,-1 11 16-16,0 9 2 16,0 0 6-16,5 4 18 0,8-4-28 0,6-4-93 15,5-8-3 1,6-11-12-16,3-10 12 0,9-10 3 0,4-8-66 15,9-8-40-15,6-11 0 0,3-7-34 16,4-6 4-16,1-4-35 16,-3 0-62-16,0 0-46 0,-4 1 59 0,-3 4 5 15,-5 0 77-15,-4 3 40 0,-4 5 83 16,-7 4 15-16,-3 6 94 0,-5 7 51 16,-1 6 63-16,0 0-19 0,-4 12-4 0,-2 7 12 0,0 4-38 15,-2 8-25-15,0 3-3 0,0-1 23 16,4 0-2-16,1-5-37 0,3-5-83 15,0-5-32-15,4-7-45 0,7-6-25 16,0-5 19-16,3-1-28 16,6-10-64-16,2-8-73 0,1-7-98 15,4-4-223-15,-2-2-522 0,-7 7-428 16,4-8-174-16</inkml:trace>
  <inkml:trace contextRef="#ctx0" brushRef="#br1" timeOffset="59492.638">20728 6334 673 0,'0'0'2417'0,"0"0"-2037"0,0 0-146 0,-5 94 18 16,-1-57 164-16,-2 3 28 0,2-3-31 16,3-1-134-16,0-7-139 0,3-6-100 15,6-9-40-15,5-5-27 0,4-6-15 0,7-3 14 16,2-6-17-16,2-6-34 0,5-8-15 16,0-1-3-16,-2-1 14 0,-2 0 28 15,-4 3 40 1,-3 2 15-16,-4 9 2 0,-3 3 1 15,-3 5 25-15,-4 1 8 0,-1 13 25 16,-2 6 27-16,-2 4 10 0,-1 3-41 0,5 2 1 0,-2 0 0 16,6-4 8-16,3-4 13 15,5-6-1-15,3-9-14 0,3-6-37 0,5-5-27 16,3-13-2-16,4-6-43 0,0-4-31 16,0-5-12-16,-3-2 4 0,-5-1-41 15,-3 0-42-15,-6 0-67 0,-7 1-189 16,-6 9-520-16,-5-5-552 0</inkml:trace>
  <inkml:trace contextRef="#ctx0" brushRef="#br2" timeOffset="64929.345">14270 8751 646 0,'0'0'1805'0,"0"0"-1486"0,0 0-103 0,0 0-21 15,0 0 54-15,-18-81 20 0,16 62 5 16,-1-2-48-16,-3 3-46 0,3-1-13 15,-3 2 3-15,-1 4-41 0,-2 1-40 16,-2 5-10-16,2 5 4 0,-2 2 48 16,-2 0-34-16,0 8-21 0,-3 5-6 15,0 6 6-15,-1 10-16 0,-1 4-8 16,1 8-10-16,3 6-2 0,-2 4-28 16,6 4 27-1,-1 1-22-15,5 1-17 0,1 5 0 0,4-1-14 0,1-6 13 16,0 1-31-16,7-7 14 0,4-7-19 0,4-5-11 15,4-12-10-15,1-6-32 0,7-7-23 16,2-7-42 0,6-5-37-16,2-11-47 0,2-3-146 0,0-9-317 0,-9 4-627 15,9-14-527-15</inkml:trace>
  <inkml:trace contextRef="#ctx0" brushRef="#br2" timeOffset="65358.63">14718 8880 55 0,'0'0'40'16,"0"0"2455"-16,0 0-2186 0,0 0-194 15,0 0 20-15,-88-47 101 0,75 47 62 16,0 0-2-16,3 12 24 0,-3 7-70 16,3 9-71-16,-2 5 2 0,1 10 27 0,-1 4 5 0,2 4-52 15,2 0-61-15,1-4-21 0,4-4-58 0,3-6-21 16,0-9-15-16,1-10-12 0,9-8-22 15,3-10-5-15,5-8 5 0,5-12-8 16,4-9-47-16,2-7-30 0,1-2-3 16,-3-3 3-16,-1 3 29 0,-4-1 26 15,-2 6 14-15,-1-3 0 0,-5 3-3 16,0 2-24-16,-3-2 33 16,-5 4 24-16,-5 1 35 0,0 7 55 15,-1 5 11-15,0 4 1 0,0 8 32 16,0 4-10-16,0 1-18 0,0 10 3 15,0 6 27-15,-1 5-10 0,1 9 25 16,0 5-40-16,0 5 13 0,0 3-16 16,0 3-7-16,1 2-23 0,5-2-41 15,4-4-1-15,0-1-1 0,1-6-11 0,4-6-26 0,1-5 10 16,3-6-34-16,1-3-15 0,0-5-61 0,3-5-24 16,0-4-51-16,0-2-68 0,-1 0-215 31,-2-1-463-31,-5-5-331 0</inkml:trace>
  <inkml:trace contextRef="#ctx0" brushRef="#br2" timeOffset="66067.758">15460 9157 904 0,'0'0'2058'0,"0"0"-1808"0,0 0-30 0,0 0-58 15,0 0 77-15,0 0 60 0,0 0-40 0,0 0 13 16,0 0-82-16,26 81-74 0,-26-53-39 15,-1 0 2-15,-4-1-9 0,-2-4-47 16,2-4-23-16,2-6-22 0,1-3-36 16,1-6-18-16,1-4-31 0,0 0-89 15,0-11-44-15,0-5-114 0,4-8-220 16,3-7-464-16,0 7-299 0,2-20 121 0</inkml:trace>
  <inkml:trace contextRef="#ctx0" brushRef="#br2" timeOffset="66470.179">15855 8490 615 0,'0'0'2541'15,"0"0"-2152"-15,0 0-48 0,0 0 1 16,36 78 55-16,-31-36-26 0,-3 1-45 16,0 5-119-16,-1 6-62 15,2-2-48-15,-3 3-43 0,2 1 1 0,-2-3-42 16,0-3-13-16,0-2-33 0,-2-7-13 15,2-5-11-15,0-7-10 0,0-10 10 16,0-6-7-16,0-7 19 0,2-3-16 16,0-3-6-16,1-4-6 0,0-7 9 15,0-3 19-15,4-9 32 0,2-3 12 0,2-2-14 0,1 3-3 16,1-1-3-16,1 5 19 0,3 4-14 0,-2 9 16 16,2 2 1-16,-1 5 24 0,0 1-7 15,-3 6 1-15,-1 3-17 0,0 7 12 16,-1 2 19-16,1 1 1 0,-4 3-1 15,-2 0-15-15,-4 0 22 0,0 2 2 16,-2-1 1 0,-4 1-13-16,-4 0-27 0,-6 2 18 0,-3-2-20 15,-3-1-1-15,-6 0-18 0,-2-4-24 16,-3-2-46-16,-3-5-25 0,3-4-3 16,0-2 9-16,4-6-6 0,4 0-40 15,1-8-44-15,5-8-141 0,5-7-146 16,4-8-506-16,2 5-475 0</inkml:trace>
  <inkml:trace contextRef="#ctx0" brushRef="#br2" timeOffset="66707.565">16399 8766 2692 0,'0'0'1006'0,"0"0"-764"15,0 0 6-15,96 37 69 0,-71-21-21 0,-1 3-30 0,-1 2-49 0,-3 2-68 16,-1 1-86-16,-2 1-47 0,-4 4-16 31,-5 0-13-31,-8 3-26 0,0 6 2 16,-14 2-41-16,-6 2-14 0,-7 4-5 0,-5-3 5 15,-2-1 10-15,-2-1 8 0,1-10 28 16,0-3-18-16,2-7-10 0,1-8-43 16,-1-2-217-16,9-4-690 0,-18-7-846 0</inkml:trace>
  <inkml:trace contextRef="#ctx0" brushRef="#br2" timeOffset="67748.708">17339 8737 718 0,'0'0'137'0,"0"0"33"16,0 0 980-16,0 0-656 0,0 0-85 15,0 0-74-15,0 0 16 0,0 0-68 0,0 0-82 16,0 0-27-16,-69 67-11 0,57-38 16 16,1 6-1-16,1-2-40 0,2 5-29 15,2 1-20-15,0 3-16 0,3 1-16 16,2 1-23-16,1 0-34 0,0-2-1 16,5-5-33-16,7-5-17 0,5-2-13 0,3-7 18 15,2-6-48-15,6-11-47 0,3-6-64 0,5-6-20 0,4-11-84 31,-1-6-127-31,3-3-244 0,-11 4-539 16,12-10-718-16</inkml:trace>
  <inkml:trace contextRef="#ctx0" brushRef="#br2" timeOffset="68209.837">17855 8840 1903 0,'0'0'1165'15,"0"0"-1031"-15,0 0-9 0,0 0 27 16,0 0 180 0,0 0 8-16,0 0-32 0,0 0-31 15,0 0-41-15,0 0-58 0,-82 34-60 0,66 4-38 16,-5 10-5-16,1 4 14 0,1 2 7 16,2-1 59-16,3-1-74 0,2-5-38 0,7-11-32 15,4-5-11-15,1-10-18 0,4-8-9 16,4-8 2-16,6-5-26 0,0-4 0 15,6-10 11-15,3-7 10 0,3-3-43 16,-1-6-24-16,2-1-3 0,-1 0-6 0,-1 0 11 16,-2 0 7-16,-3 3-16 0,-1-1 24 15,-8 3-21-15,-1 3 3 0,-7 0 55 16,-3 3 43-16,0 4 40 0,0 4-16 16,0 4 41-16,0 7 21 0,0 1 6 15,0 4-34-15,3 10 9 16,3 5 6-16,1 5 3 0,4 6-6 15,-2 1-6-15,3 0 24 0,1 0-30 16,0-1-13-16,2-6-45 0,0-3-9 16,1-7-45-16,-2-2 20 0,0-6-8 15,1-4-16-15,-2-2-33 0,0 0-43 16,-1-7-59-16,0-5-89 0,0-1-211 16,-2-1-225-16,-1-3-421 0,-5 4-325 0,-4-3 663 0</inkml:trace>
  <inkml:trace contextRef="#ctx0" brushRef="#br2" timeOffset="68510.246">17525 8797 2033 0,'0'0'408'0,"0"0"-111"16,0 0 31-16,0 0 83 0,62-85-53 0,-36 58-100 15,2 5-59-15,0-2-53 0,1 3-19 16,-1 4-16-16,-4 4-34 0,1 4-40 16,-4 4-19-16,1 5 7 0,-5 0-25 0,0 7 11 15,-3 5-11-15,-3 6 0 0,2 0 29 0,-1 2-8 16,2 1 19-16,0-3-25 0,2-5-3 16,2-1 1-16,0-1 20 0,2-9-16 15,1-2-17-15,0 0-1 0,4-2 0 16,0-9-34-16,-1-1-112 0,0 0-109 15,1 1-53-15,-2 2-93 0,-7 1-555 0,4 0-896 0</inkml:trace>
  <inkml:trace contextRef="#ctx0" brushRef="#br2" timeOffset="68787">18735 9012 2134 0,'0'0'2169'0,"0"0"-1891"0,0 0-222 16,0 0-19-16,18 74 55 0,-15-42 55 15,-1 6 49-15,-1-1-13 0,3 0-183 0,1-4-3 16,2-2-43-16,1-5-39 0,-2-3-74 15,3-9-40-15,-1-4-44 0,3-10-142 0,0-4-242 16,4-15-397-16,-4 1-428 0,6-24 383 16</inkml:trace>
  <inkml:trace contextRef="#ctx0" brushRef="#br2" timeOffset="69145.095">19098 8568 783 0,'0'0'3198'16,"0"0"-2847"-16,-3 95-199 0,1-51 14 16,-1 4 221-16,2 1-31 15,1-4-89-15,0-1-143 0,0-6-124 16,3 1-21-16,0-8 6 0,0 0-31 0,0-6-17 0,0-6-13 0,2-5 25 16,-1-8-16-16,2-5-24 0,2-1 5 15,0-4 10-15,2-7 18 0,3-2 34 16,1 0-3-16,0 0 11 0,0 2 15 15,6 5-17-15,0 4 3 0,1 2 13 16,2 0 2-16,-2 5 30 16,1 4-5-16,-5 4-13 0,0 3 18 15,-2 0-17-15,-2 1 2 0,-6 1 24 16,-3 0-11-16,-4 0 42 0,0 2-9 16,-6-1-28-16,-6 0 16 0,-3-1-28 15,-3-2 0-15,-3-1-21 0,-2-4-41 16,-3-1-60-16,0-3-45 0,-1-4 3 15,0-3-56-15,3 0-134 0,-2-8-175 0,2-6-248 16,1-7-469-16,7 3-478 0,-8-19 1537 0</inkml:trace>
  <inkml:trace contextRef="#ctx0" brushRef="#br2" timeOffset="69495.575">18749 8443 1603 0,'0'0'539'0,"0"0"91"0,0 0-398 0,0 0-101 16,0 0 86-16,0 0 69 0,92-65-46 15,-73 56-42-15,4-2-48 0,1 2-38 0,1-5-28 16,-2 3-19-16,3-1-10 0,0 1-21 15,-2 6 12-15,2 1-9 16,-3 4-18-16,1 7 15 16,-1 4-7-16,-1 5 13 0,-4 4 6 0,1-1-6 0,-2 2-12 15,-3-2-13-15,-1-4 22 0,5-2-34 16,0-5 20-16,3-5-23 0,2-3-33 16,2-1-7-1,3-10-113-15,1-2-91 0,-1-5-94 0,-1-1-255 16,-1 0-611-16,-9 6-823 0,-1-8 1770 0</inkml:trace>
  <inkml:trace contextRef="#ctx0" brushRef="#br2" timeOffset="69796.315">19820 8670 2752 0,'0'0'803'16,"0"0"-601"-16,50 66-101 0,-28-35 113 0,1 6 159 15,-1 2-70-15,1 3-34 0,-1 1-92 16,-2 0-49-16,-2 1-43 0,-5-2-21 16,-2 1-37-16,-6 0 4 0,-4-1-31 0,-1 1-16 15,-8 0-54-15,-7-1-31 0,-2 1 1 16,-8-2-4-16,0 0-24 0,-4-3 0 0,-1-3-10 15,1-4-10-15,-2-7 3 0,3-5-154 16,0-7-312-16,2-6-795 0,6-6-155 16,-6-6 1055-16</inkml:trace>
  <inkml:trace contextRef="#ctx0" brushRef="#br2" timeOffset="70252">20481 8857 248 0,'0'0'3319'0,"0"0"-2671"0,0 0-288 0,0 0-83 16,0 0 96-16,0 0-72 0,110 19-23 15,-60-16-63-15,6-3-86 0,8-4-65 16,-1-3-19-16,4-4-15 0,-5-1-30 16,-3 0 0-16,-5 4-30 15,-12 0-49-15,-9 3-47 0,-8 2-64 0,-14 3-58 16,-8 3-144-16,-3 2-382 0,-23 13-838 0</inkml:trace>
  <inkml:trace contextRef="#ctx0" brushRef="#br2" timeOffset="70412.921">20573 9181 2312 0,'0'0'2017'15,"0"0"-1545"1,0 0-343-16,0 0 112 0,90-10 63 15,-48 3-92-15,9 0-82 0,3-3-130 16,-1 3-66-16,3-1-140 0,-4 2-46 16,-3 2-148-16,-16 3-842 0,6 1-1668 0</inkml:trace>
  <inkml:trace contextRef="#ctx0" brushRef="#br2" timeOffset="72550.126">22192 8459 1823 0,'0'0'390'0,"0"0"-180"0,0 0 318 0,0 0-227 16,0 0-91-16,0 0-64 0,0 0 0 16,0 0 5-16,0 0 19 0,-87 24-5 0,72-4-19 15,1 2 12-15,-3 0 36 0,4 5-19 0,-2-1-25 16,1 5-34-16,0 4-18 0,5 6-28 16,1 3-22-16,3 4-18 0,2 3-2 15,3 2-4-15,0 2-24 0,3 2-6 16,2 2 6-1,3-1 0-15,0-2-16 0,0-2-2 16,2-6-10-16,1-6-8 0,4-6-22 16,-2-7-27-16,7-8-89 0,0-4-16 0,5-7-46 15,3-6-99-15,3-3-157 0,-6-1-309 16,15-4-565-16</inkml:trace>
  <inkml:trace contextRef="#ctx0" brushRef="#br2" timeOffset="73265.972">22954 8835 363 0,'0'0'271'15,"0"0"-271"-15,0 0 1488 0,0 0-1084 16,0 0-46-16,-22-69-2 0,16 52-26 15,0-1-93-15,-2 0-86 0,-2 5 22 16,-1 0-39-16,-1 1-16 0,1 2-12 0,-1 3-14 16,2 2 4-16,1 3-22 0,-3 2-13 0,1 0-3 0,-1 2-2 15,0 11-11-15,0 8-11 0,-2 5 12 16,2 8 3-16,1 5 18 0,-1 6-12 16,2 0 12-16,-1 3-25 0,2-2-26 0,2-6-4 15,2-7-12-15,5-6-22 16,0-6 10-16,3-8 10 0,6-3-28 0,3-3-10 15,1-6 19 1,1-1-10-16,3 0-26 0,-1-6-29 16,4-6-15-16,-3-2 0 0,3-2 18 15,-2-2 0-15,0 0 12 0,-1 0-6 16,1-2 34-16,-2-2 18 0,1-3 7 16,-3 0 15-16,1-4 3 0,-3-1-1 0,-3 2 1 15,0 3 0-15,-6 4 6 0,0 5 43 16,-1 5 10-16,-1 5 6 0,-1 4-7 0,0 2 10 15,0 2-25-15,2 7-31 0,1 5 71 16,3 5-16-16,-4 8 19 0,3 1-10 16,0 4 3-16,-2-1-18 15,2 1-21-15,-3-1-7 0,1-1-33 16,3-2 3-16,2-5 4 0,1-3-7 0,0-3 0 16,1-4-11-16,2-3 9 15,-1-1-28-15,0-3-7 0,3-2-11 16,0-3-32-16,0 0-39 0,3-1-3 15,0 0-28-15,0 0-44 0,3-1-92 0,-3-2-206 16,-4 0-313-16,-4 1-873 0</inkml:trace>
  <inkml:trace contextRef="#ctx0" brushRef="#br2" timeOffset="75324.521">23487 8001 1479 0,'0'0'13'0,"0"0"998"0,0 0-798 0,0 0 5 16,0 0-3-16,0 0 50 0,0 0-21 0,0 0-64 15,0 0-48-15,0 0-37 0,0 0-27 16,78-54-2-16,-63 63 6 0,-2 9 89 15,-2 4-50-15,-1 4-34 0,-3 8-36 16,-4 3-5-16,-3 2 7 0,0 5-21 16,-4 2-22-16,-5 1-1 0,-3 2 0 15,0-2-2-15,-2-2 0 0,1-6-22 0,2-6-6 16,3-8-18-16,2-7 9 0,5-6 3 0,1-5 9 16,0-6 0-16,0 1-2 0,0-2 11 31,3 0-15-31,4-2 9 0,4-5 25 15,2-5 0-15,4-1-12 0,-2-3-10 16,1-3-18-16,-5 1 2 0,2 1 23 16,-3 5 13-16,-2-1 0 0,0 3 1 0,2 3-9 15,-1 5 10-15,0 2 47 0,3 0-10 16,-3 0-9-16,3 6 6 0,-1 2-33 16,-1-1 1-16,-1 4-2 0,-1-2 13 15,0 1-13-15,-4 0 18 0,1-1-11 0,-5 0 17 0,0-1-2 16,0 1 3-16,0-1 9 0,-6-1 9 15,-2 1 0-15,-1 0-18 0,0-1-24 16,-1 2-1-16,-2-4-25 0,-1-1-15 16,1 2 0-16,0-2-19 0,0-2-24 15,-1-2-29-15,3 0-19 0,1 0-14 0,1 0-81 16,-4-1-179-16,5-4-119 0,0-2-261 0,1 4-688 16,0-6 1216-16</inkml:trace>
  <inkml:trace contextRef="#ctx0" brushRef="#br2" timeOffset="76157.273">24243 8845 726 0,'0'0'46'15,"0"0"-33"-15,0 0 1130 0,0 0-511 16,0 0-201-16,18-71-102 0,-18 60-59 0,0-1-86 0,-6 2-62 16,0 0-24-16,0 3-28 0,-2 3-2 15,0 3 17-15,-4 1 33 0,2 6 21 16,-2 7-28-16,0 5-30 0,-3 9 2 15,-1 6 6-15,0 2 21 0,1 6 15 16,2-3-18-16,-2-2-19 0,7-2-57 16,0-9-20-1,7-6-11-15,1-7-30 0,0-5 2 16,6-2-21-16,4-4 16 0,3-1 30 16,1-1 0-16,2-7-9 0,0-2-7 0,1-4-11 15,-2-2-19-15,2 2 3 0,-3-3-15 16,-1 3-9-16,0-1-1 0,-1-2 10 15,-1 4 18-15,-1-1 12 0,-1 1 3 16,3 2-15-16,-7 1 15 0,3 4 13 0,-1 2 2 0,1 3-5 16,-2 1 2-16,1 0 16 0,2 10 44 15,1 3 64-15,-3 5 11 0,2 4-42 16,-2 1 9-16,2-1-10 0,-2 0-21 16,0-2-18-16,5-3-37 0,-1-5-6 15,4-2-18-15,2-3 5 0,0-4 1 0,1-1-25 16,-1-2-15-1,0 0-59-15,0-6-33 0,-2-3-23 16,-1 2-22-16,-1-4-106 0,-4 3-156 16,-1-3-155-16,-5-1-170 0,-3 5-546 0,-5-7 502 15</inkml:trace>
  <inkml:trace contextRef="#ctx0" brushRef="#br2" timeOffset="76542.098">24091 8563 1206 0,'0'0'147'16,"0"0"461"-16,0 0-158 0,0 0-240 15,0 0-1-15,0 0 83 0,28-66-27 16,-10 54-49-16,0-1-23 0,2 3-24 15,-2 2-20-15,0 3-15 0,-1 5-35 16,-2 0 13-16,0 4-32 0,0 3-12 0,-2 4-49 16,-3 0 8-1,-3 1-5-15,1 1 33 0,-2-2-24 16,0-1-10-16,0 0-2 0,0-1-16 0,0-3 37 16,1-2 6-16,1 1-22 0,0-4-2 15,3-1-4-15,5 0 10 0,3 0-1 16,3-7-27-16,3-5-9 0,6 0-43 15,0-2-61-15,0-1-44 0,-3 3-59 0,-2 3-54 16,-1 3-148-16,-5 4-214 0,-4 0-456 0,5 2-283 16</inkml:trace>
  <inkml:trace contextRef="#ctx0" brushRef="#br2" timeOffset="76744.415">25074 8892 33 0,'0'0'3384'15,"0"0"-3004"-15,0 0-211 0,42 76 48 16,-31-53 69-16,-2-1-85 0,2 3-106 16,-5-3-95-16,-1-1-43 0,1 1-74 15,-4-3-81-15,1 0-48 0,-3 0-150 0,0-1-303 0,0-1-689 16,-3-5 36-16,-5 5 1039 0</inkml:trace>
  <inkml:trace contextRef="#ctx0" brushRef="#br2" timeOffset="77592.597">26160 7984 16 0,'0'0'1161'16,"0"0"-819"-16,0 0-131 0,0 0 153 0,0 0 276 15,0 0-271-15,0 0-104 0,0 0-17 16,84-5 1-16,-66 27 0 0,-2 9-31 16,1 6 20-16,-3 12-13 0,1 7-29 15,-5 8-4-15,-4 4-40 0,-3 2-45 32,-3 3-37-32,0-4-34 0,-8-2-16 0,-1-1-20 15,2-5-15-15,-3-6 3 0,3-8-9 16,1-10 8-16,3-7-11 0,0-12 21 15,3-6-18-15,0-8-13 0,2-4 7 0,4 0-3 16,2-7 2-16,5-6-17 0,3-6-10 16,3-3-18-16,1-6-6 0,0 1-10 15,0 2 3-15,-1 0-21 0,1 4-16 0,0 6 3 16,-4 5 46-16,-1 7 6 0,-4 3 15 16,0 1 53-16,-3 10 31 0,-2 2 31 15,0 5 6-15,-2 2-6 0,-3 2 9 16,-1 0 15-16,0 2-19 0,-1-2 13 15,-5 1-25-15,-3-4-12 0,0-1-6 0,0-1-1 16,-1-1-2-16,-5-4-10 0,1-1-24 0,0-2-12 16,-3-3-40-16,0-2-37 0,1-3-36 15,-1-1-19-15,3 0-11 0,-1-7-18 16,2-4-95-16,2-3-106 0,4-4-150 16,2-8-438-16,2 7-347 0,2-24 372 0</inkml:trace>
  <inkml:trace contextRef="#ctx0" brushRef="#br2" timeOffset="78013.122">26962 8159 170 0,'0'0'1459'16,"0"0"-288"-16,0 0-636 0,0 0-123 15,26 91-12-15,-18-56-40 0,-2 5-92 16,-1 4-75-16,-1 3-15 0,-2 3-35 16,-2 2-70-16,-3 2-34 0,-8 3-39 15,-3-2-3-15,-2-1-12 0,1-2 12 0,0-7-24 16,2-6 2-16,6-9 23 16,2-9-1-16,5-7 3 0,0-6-2 15,3-6-65-15,6-2-3 0,5 0 12 0,2-7 9 0,6-5 19 0,1 0-10 16,0 0-9-1,-1 3-3-15,-1 5 6 0,-5 4 12 16,1 0 4-16,-3 6 30 0,-2 7 0 16,-1 3 18-16,-6 0-15 0,4 3 7 15,-3 0-10-15,-4 0 0 0,1-2 12 0,-3-3-10 0,0 1 35 16,0-5-1-16,0-1 16 0,-1-6-6 16,-6 2-13-16,-5-5-33 0,-2 0-18 15,-3-5-16-15,-4-1-27 0,0-6-16 16,-2 0-52-16,1-2-31 0,0-4-47 15,1-4-153-15,-1-3-310 0,-1-5-653 0,4 6-482 16,-12-21 1668-16</inkml:trace>
  <inkml:trace contextRef="#ctx0" brushRef="#br2" timeOffset="78345.635">26752 8022 1205 0,'0'0'121'0,"0"0"-34"0,0 0 593 0,0 0 47 16,0 0-317-16,90-50-238 0,-65 39-99 15,2 3-3-15,-1 0 34 0,0 5 4 0,2 2-23 16,-3 1-28-16,-3 3-7 0,0 6-3 15,-4 3-7-15,-4 2 37 0,-2 3 1 16,-2 0 37-16,-1-1-10 0,0-1-12 0,-1-2-50 16,3-1 4-16,0-6 11 0,3 1-12 15,3-7-27-15,0 0-18 0,6 0 17 16,0-8 1 0,4-6-19-16,5-3-83 0,1-1-136 15,1-3-42-15,-10 6-154 0,5-8-759 0</inkml:trace>
  <inkml:trace contextRef="#ctx0" brushRef="#br2" timeOffset="78645.173">27880 8435 1944 0,'0'0'2044'16,"0"0"-1796"-16,0 0-185 0,92 89 20 0,-63-62 97 31,-4 7 137-31,1 1-100 0,-2 3-59 16,-1 7-85-16,-3 3-30 0,0 5-31 0,-6 0 15 16,-2 3-5-16,-7 1-22 0,-4-2-19 15,-1 1 7-15,-8-4-82 0,-7 2-28 16,-8-4-27-16,-6-2-7 0,-7-1-53 15,-3-3-66-15,-8-2-147 0,-2-3-112 0,9-8-148 16,-30 11-600-16</inkml:trace>
  <inkml:trace contextRef="#ctx0" brushRef="#br2" timeOffset="90818.435">23402 8996 1175 0,'0'0'133'0,"0"0"-16"0,0 0 974 0,0 0-753 16,0 0-62-16,0 0-69 0,0 0-44 0,0 0 1 16,0 0 0-16,0 0-10 0,-15-12-40 15,15 12-30-15,0 0-12 0,0 0 2 16,0 0 13-16,0-2 12 0,0 2-15 15,0 0-19-15,0 0-35 0,1 0-15 0,-1 0-15 16,0 0-25-16,0 0-15 16,0 0-12-16,0 0-19 0,2 0-13 0,-2 0-52 15,2 0-73-15,1 0-132 0,1 0-253 16,-1 0-656-16,3-4-433 0,-27 8 1462 0</inkml:trace>
  <inkml:trace contextRef="#ctx0" brushRef="#br2" timeOffset="91865.225">20596 10600 1759 0,'0'0'1177'0,"0"0"-882"0,0 0-88 0,0 0-10 0,0 0 112 16,0 0-55-16,0 0-12 0,0 0-53 16,0 0-57-16,121-10-15 0,-71 7-38 15,4-2-27-15,1 1-33 0,-6 1-19 32,-4-1-28-32,-6 1-21 0,-5 0-12 0,-3 1-28 15,-5 0-62-15,-4 2-81 0,-5 0-94 0,-2-2-261 0,-8 2-581 0,-5 0-734 16</inkml:trace>
  <inkml:trace contextRef="#ctx0" brushRef="#br2" timeOffset="92035.379">20743 10831 1588 0,'0'0'1251'0,"0"0"-1107"0,0 0-57 0,0 0-4 15,114-9 64-15,-65 3-86 0,7-3-61 0,0 2-166 16,4-1-309-16,-14-1-868 0,22-3 61 0</inkml:trace>
  <inkml:trace contextRef="#ctx0" brushRef="#br2" timeOffset="93189.873">22133 10681 365 0,'0'0'2072'0,"0"0"-1675"0,0 0-144 0,0 0-77 16,0 0 82-16,0 0 17 0,-90 32-59 15,67-17-49-15,-3 3-52 0,1 5-12 16,1 3 5-16,-2 5 28 0,-1 8 5 0,1 3-64 16,2 6-12-16,3 6-10 0,3 2-19 15,2 5-17-15,4 0-18 0,4-1 1 16,5-1-2-16,3-1-36 0,0-4-22 15,11-4 30 1,9-10-30-16,4-8-52 0,9-7-14 16,4-8 29-16,8-10-48 0,5-3-52 15,5-4-88-15,2-9-128 0,2-4-266 0,-2-4-608 16,-12 5-72-16,14-12 1180 0</inkml:trace>
  <inkml:trace contextRef="#ctx0" brushRef="#br2" timeOffset="93658.5">22672 11132 1937 0,'0'0'767'0,"0"0"-388"0,0 0-197 15,0 0-10-15,-89-7 135 0,70 21 87 16,1 6-49-16,2 5-117 0,1 5-75 16,4 3-24-16,2 2 21 0,1 4 11 15,0-3-46-15,2 1-45 16,1-5-27-16,0-4-40 0,4-6 12 15,1-6-15-15,0-7-11 0,2-2 11 16,4-3 16-16,-2 0-16 0,4-2-18 16,-3-2 0-16,3 0-1 0,3 0-41 15,-1-7-10-15,4-1-6 0,2-3-9 16,0-3-22-16,2 0-18 0,0-5 5 16,1-1 10-16,3-2-29 0,-1-3-37 0,-2-3 18 0,1-3 27 15,-1-1 20-15,-5-4 24 16,1 3 17-16,-7-1 7 0,0 3 46 0,-3 6 17 15,0 8 63-15,-4 6 75 0,2 6 29 16,-3 3-6-16,0 2-27 0,0 0-32 16,0 4-22-16,0 6 6 0,0 6 19 15,0 5 39-15,0 3-19 0,-3 1-28 0,2 4-36 0,-1 0-18 16,2 1-16-16,0 1 19 0,0-2-13 16,0-1-2-16,3-1-16 0,4-2-15 0,0-1-12 15,2-1-34-15,1-4 4 0,0-3-19 31,3-3-46-31,3-3-45 0,0-2-32 16,3-3-40-16,2-5-77 0,1 0-175 16,1 0-270-16,0-7-580 0,-7 1-292 0,7-5 1490 0</inkml:trace>
  <inkml:trace contextRef="#ctx0" brushRef="#br2" timeOffset="94745.354">24091 10967 457 0,'0'0'469'0,"0"0"825"0,0 0-1032 0,0 0-58 16,0 0-37-16,0 0 80 0,0 0 18 0,0 0-62 31,0 0-32-31,0 0 15 0,0 0-57 15,-52-41 55-15,42 62 12 0,0 7 14 16,1 9-16-16,-2 4-17 0,2 2-15 0,2 0-46 16,1-2-37-16,2-2-28 0,3-7-29 15,1-1-22-15,5-4 1 0,4-5 24 16,4-7-24-16,4-4-1 0,2-3 0 0,4-5 1 16,2-3 1-16,3-1 1 0,1-11-3 0,1-3-43 15,1-4-30-15,0-4 3 0,-2-1 9 16,-3-3-3-16,-2 0-3 0,-2-1 3 15,-2 0-28-15,-3-3-52 0,-5 1 27 16,-3-1 18-16,-5 2 13 0,-4-2-1 16,0 6 28-16,0 2 25 0,-5 5 34 0,-3 4 16 15,1 6 40-15,0 3 37 0,1 2-26 0,-3 3-26 32,0 0-11-32,0 5 7 0,-3 6-3 15,0 6-12-15,-2 2 36 0,0 4-15 16,1 4-3-16,0 2-6 0,-3 3 3 15,3 3-1-15,-1 5-8 0,-1 0-1 16,3 5-8-16,0-2-4 0,0 7-13 0,1 0 1 16,2 1-2-16,2 1-1 0,2-2-15 15,2-3 0-15,3-4-4 0,0-3-24 0,6-4 25 16,2-4-34-16,0-7-49 0,1-5-13 16,2-4-19-16,-3-4 16 0,-1-6-20 15,1 0-3-15,-2-4-45 0,3-2-130 16,1-4-95-16,4-6-126 0,3-6-466 15,-3 2-407-15,9-17 1370 0</inkml:trace>
  <inkml:trace contextRef="#ctx0" brushRef="#br2" timeOffset="95007.773">24635 11036 349 0,'0'0'1573'0,"0"0"-871"0,0 0-406 0,0 0-36 16,0 0 81-16,-15 75-13 15,7-43-66-15,-3 3-75 0,-3 5-57 16,3 4-50-16,-5 0-18 0,3 1-22 16,0-1-15-16,3-4-25 0,5-6-13 0,4-6 10 15,1-7 2-15,9-4-1 0,9-5-59 16,4-6-14-16,4-6-61 0,1 0-66 15,8-10-88-15,-4-5-121 0,-6 1-264 16,8-15-656-16</inkml:trace>
  <inkml:trace contextRef="#ctx0" brushRef="#br2" timeOffset="95446.361">24998 10858 1144 0,'0'0'2047'0,"0"0"-1799"0,0 0-89 0,-12 68 141 16,8-37 48-16,-2 3-66 0,0 3-94 0,0 0-96 15,0-1-61-15,0 2-4 0,0 1-24 16,-1-3-3-16,-3-3-13 0,1-1-2 0,2-6-7 16,-1-6 10-16,5-4 12 0,0-6 2 15,3-4-1-15,0-3 14 0,0-1-5 16,0 0-10-16,3-2-49 0,3 0-1 0,5-4 34 15,1-1 15-15,3-2 1 0,1 2-40 0,-2-1-6 16,3 3 6-16,-4 3 12 16,-1 0 16-16,2 6-7 0,-1 1 16 15,-1 3 3-15,-1 0-1 0,-2 2 2 16,1 0 0-16,-3 0 14 0,-1-1-13 0,0 1-2 16,-2-1 2-16,-1-3 1 15,1 1-3-15,-4-1 21 16,0-1-2-16,0 4-4 0,-5-4-15 0,-2 3 0 15,-5 1-22-15,-4-1 10 0,2 0-9 16,-6 1-32-16,-3-4-46 0,2-2 15 16,-3-2 6-16,-1-3 1 0,-1-1-33 15,4-6-89-15,0-6-231 0,-1-5-268 16,9 2-542-16,-4-15 90 0</inkml:trace>
  <inkml:trace contextRef="#ctx0" brushRef="#br2" timeOffset="95666.526">25352 11144 277 0,'0'0'805'31,"0"0"906"-31,0 0-1490 0,0 0-22 0,55 77 107 16,-45-58 63-16,2 3-83 0,-5-2-84 0,-1 1-72 15,0 0-59-15,-6-2-34 16,0 3-37-16,-5 0-14 0,-7 0-20 0,-8 2-12 15,-5 2-19-15,-4 2 0 0,-4-4 3 16,-3 0 18-16,-1 0 19 0,-2 0-47 16,-2-6-9-16,-1 1-26 0,-5-2-50 0,-3-4-99 15,-6 1-205-15,-3-2-309 0,14-2-679 0</inkml:trace>
  <inkml:trace contextRef="#ctx0" brushRef="#br2" timeOffset="97729.378">25816 11072 293 0,'0'0'555'16,"0"0"641"-16,0 0-908 15,0 0-36-15,0 0 6 0,0 0-17 0,0 0-33 16,0 0-49-16,0 0-20 0,0 0-22 15,-67 72 38-15,61-51 5 0,-2 3-22 16,0 5-10-16,2 3-1 0,-1 4-6 16,0 2-28-16,1 5-26 0,0 0-21 0,4 3-3 0,2-3-30 15,0-3-13-15,9-4-11 0,6-5-39 16,6-5-39-16,4-5-28 0,3-3-44 16,3-6-20-16,4-6-85 0,-1-5-154 0,-1-1-165 15,-11-4-554-15,10-10-614 0</inkml:trace>
  <inkml:trace contextRef="#ctx0" brushRef="#br2" timeOffset="98213.633">26315 11246 586 0,'0'0'280'16,"0"0"1525"-16,0 0-1465 0,0 0-71 15,0 0 46-15,0 0 38 0,0 0-62 16,0 0-98-16,-76-15-82 0,62 21-58 16,0 4-13-16,-3 8 18 0,-2 6 22 0,1 5 80 15,-1 6-44-15,0 2-31 0,3-1-14 0,0-1-17 16,8-9-5-16,0-4-9 0,4-8-4 15,4-7-36-15,0-2-9 0,9-3-37 16,1-2 1-16,4 0 23 0,4-2-5 16,5-7-7-16,-1-3-23 0,5-5-4 15,-1-2-4 1,0 0-5-16,-1-1 9 0,-2 2 9 0,-2 0 9 16,-3 4-3-16,-2 1 15 0,-3 2 9 15,-4 3 7-15,-3 2 12 0,-3 3 2 16,-2 3-2-16,2 0 3 0,0 3 59 15,-3 6 36-15,4 3 13 0,0 5-1 16,1 2-37-16,1-1-33 0,2 2-37 16,1-2-10-16,1-4-35 0,3-5-81 0,-2-3-30 0,4-3 27 15,1-2 18-15,-5-1-47 0,3-4-109 16,0-4-215-16,-3 1-277 0,-2-12-703 0</inkml:trace>
  <inkml:trace contextRef="#ctx0" brushRef="#br2" timeOffset="98450.865">26745 11143 2411 0,'0'0'397'16,"0"0"-195"-16,0 0 22 0,0 0 120 16,0 0-41-16,0 0-42 0,90 50-50 15,-72-36-53-15,-4 2-31 0,0 4-13 16,-1 1-22-16,-3 4-16 0,-5 1-33 15,-2 2-43-15,-3 5-3 0,-5 0-15 16,-8 4-7-16,-3 2-24 0,-7-1-18 16,-2 1 9-16,-9-1-7 0,-2-1-28 15,-3 0 1-15,-7 1-54 0,1-4-59 16,-5 1-116-16,0-2-240 0,-1-6-563 16,12-4-719-16,-24 2 1788 0</inkml:trace>
  <inkml:trace contextRef="#ctx0" brushRef="#br2" timeOffset="100728.565">24305 12165 108 0,'0'0'150'0,"0"0"878"0,0 0-45 0,0 0-667 16,0 0-71-16,0 0-13 0,0 0 7 15,0 0-73-15,0 0 30 0,0 0 12 16,0 0-45-16,-18-11-58 0,18 11-43 15,0 0-12-15,0 0-3 0,0 4-1 16,2-3 1-16,1 5-13 0,-2 1 6 16,2 5 0-16,1 0-18 0,1 1-21 0,1 3-1 15,2-2-2-15,1 3-20 0,1-1-3 16,3 2 10-16,-2-3-10 0,2-2 23 31,0 2-17-31,0-7 4 0,1 3-7 0,0-6 10 16,1-2-13-16,1-1 23 0,4-2-1 0,3-3-25 15,1-6-6-15,3-4-16 16,0-2-6-16,1 1-10 0,0-3-26 0,-2 1 2 16,2 3 11-16,0-3-6 15,3 2-3-15,2 0-7 0,0 1 28 16,2-1 35-16,-2 5 32 0,0-1 42 16,0 0-20-16,0 1-3 0,2 2 31 15,0-2 30-15,0 6 11 0,-1 0-37 16,-3 3-42-16,-2 0-12 0,-2 6 57 0,-2 6 18 0,-2 5-31 0,-3 2-12 15,-4 4 6-15,-1 2 12 0,-5 0 15 16,-4 0-6-16,-3 1-12 0,-3-1-13 16,0 0-12-16,-6-1 0 0,-2-4 2 0,0-1-2 15,-1-5 3-15,3-3-13 16,1-2-12-16,2-4-2 0,1-2 0 0,2-3 2 16,0 0-1-1,0 0-48-15,5-2-26 0,0-4 47 16,7-3 3-16,2-7-18 0,6-3 18 15,6-6 3-15,2-4-43 0,2-1-17 16,3-1-6-16,2 2 28 0,-1 2 10 16,-1 5 2-16,-2 4-2 0,0 2 25 15,-2 8 6-15,-1 2 7 0,-4 4 12 0,2 2 35 16,-4 3 15-16,-2 8 48 0,-3 3-20 0,-3 1 17 16,-2 5 9-16,1-2-27 0,-1 1-17 15,-2-1 8-15,-1-2-6 0,0-3-16 0,2-2-30 16,0-4 12-16,2-2 18 0,2-3 3 15,5-2-9-15,3 0-9 0,5-8-3 16,3-3-25-16,3-2-2 0,2-5-1 16,1-1-31-16,-1-3 7 0,-2-3-10 0,2 0-40 15,-6-2-41-15,-1 1-37 0,-6 4-22 0,0 1-3 16,-10 4-30 0,-1 6-69-16,-8 3-148 0,-4 4-237 15,-1 2-640-15,-16 2 310 0</inkml:trace>
  <inkml:trace contextRef="#ctx0" brushRef="#br2" timeOffset="102100.18">27556 11444 333 0,'0'0'687'0,"0"0"1235"0,0 0-1634 0,0 0-202 15,0 0 16-15,0 0 95 0,0 0 49 16,0 0-35-16,8 90-24 0,-8-59-69 16,0 4-31-16,0-1-53 0,0 0-16 15,0-6-18-15,6-5-15 0,0-5-56 16,4-6-78-16,-1-4 2 0,2-6-16 16,1-2-35-16,2-5-189 0,-1-4-321 15,6-19-1061-15</inkml:trace>
  <inkml:trace contextRef="#ctx0" brushRef="#br2" timeOffset="102487.076">28230 10693 2443 0,'0'0'1351'0,"0"0"-1128"0,0 0-125 0,2 96 11 16,-5-48 170-16,-6 4 66 0,1 3-67 15,-3 1-119-15,2-3-109 0,-2 1-50 16,3-4-21-16,0-4-6 0,1-5-22 16,0-3-30-16,1-8 6 0,3-5 11 0,0-5 4 15,0-6 12-15,3-7-6 0,0-3 0 16,0-4 9-16,0 0 6 0,0 0-6 0,3 0 43 16,2-3 22-16,-1 0 18 0,1 1-40 15,0 0-6-15,5 2 3 0,0 0 2 31,1 4-15-31,1 4 14 0,-1 5 2 0,-1 4 0 16,0 2 1-16,-5-1 18 0,0 4-7 16,-4-2-11-16,1-1 1 0,-2-3 13 15,0 0 10-15,-5-4 3 0,0-3-1 16,-7-3 7-16,-2-2-7 0,-6-3-26 0,-4-1-1 16,-2-1-70-16,-2-8-28 0,2-3-16 15,4-3-53-15,6-10-112 0,6-6-278 0,7-9-402 16,3 6-150-16,12-32-310 0</inkml:trace>
  <inkml:trace contextRef="#ctx0" brushRef="#br2" timeOffset="102834.669">28812 10717 1197 0,'0'0'2005'15,"0"0"-1747"-15,0 76-166 0,-9-37 76 16,-2 11 159-16,-6 2-14 0,3 3-75 15,-1-1-109-15,4-2-89 0,2-3-38 16,2-3-2-16,1-4-15 0,0-4-1 0,5-3-5 31,1-4-16-31,0-7-37 0,0-5 12 16,4-4 7-16,5-6-38 0,-4-3 46 0,4-3 13 16,0-1 3-16,-1 2-25 0,3 1 28 15,-3 0 25-15,4 4 1 0,-4 0 2 0,3 4 25 16,-3 0 12-16,1 2 4 0,-2 1 21 15,-3 1 3-15,1 2-28 0,-4-4-15 16,-1 2-10-16,0 1-10 0,0-4-2 0,-6 0-18 16,-2-3 0-16,-4-3 2 0,-1-1-18 15,0-4 16-15,-4-3-29 0,-2 0 7 16,0-3-13-16,2-9-13 0,0-2-68 0,1-6-150 16,3-5-303-16,3 4-447 0,0-22-565 0</inkml:trace>
  <inkml:trace contextRef="#ctx0" brushRef="#br2" timeOffset="103136.756">28543 10632 630 0,'0'0'2317'16,"0"0"-2003"-16,0 0-219 0,0 0-63 15,0 0 149-15,92-66 103 0,-60 53-44 0,1-1-131 0,3 0-106 16,0 2-3-16,0 2-12 0,-5 2 9 16,-3 6-22-16,-5 2 6 0,-6 0 6 15,-2 6 13-15,-5 6 52 0,-4 3-8 16,-2 5-3-16,-2 2 5 0,-2 0-9 16,0 1-6-16,0-2-6 0,3-4 9 15,5 0-12-15,6-6 3 0,7-3-4 16,8-5-18-16,5-3-3 0,9-3-65 0,2-8-121 15,3-2-108-15,-1 0-170 0,-13 1-538 16,9-1-796-16</inkml:trace>
  <inkml:trace contextRef="#ctx0" brushRef="#br2" timeOffset="103387.262">29619 10962 1687 0,'0'0'1563'0,"0"0"-1359"0,39 79-125 0,-25-44 149 16,3 7 146-16,-3-1-63 0,3 4-76 15,-3 2-91-15,-2 3-58 0,-1 0-3 16,-6-1 121-16,-3 1-97 0,-2-1-107 0,-9 2 0 16,-8 0-43-16,-8-2-18 15,-8 1-51-15,-11-4-26 0,-7 2-18 16,-8-3-13-16,-5-2-45 0,-6-1-100 0,-1-1-213 15,15-10-246-15,-28 12-835 0</inkml:trace>
  <inkml:trace contextRef="#ctx0" brushRef="#br0" timeOffset="116889.315">6982 7592 1714 0,'0'0'269'16,"0"0"-126"-16,0 0 16 15,0 0 51-15,0 0-10 0,0 0-113 16,79-42 477-16,-66 37-285 0,-3 1-102 15,-2 1-39-15,0 0 33 0,-4 3 3 16,1-2-41-16,-2 2-33 16,-2 0-17-16,-1 0-37 0,0 0-12 0,0 0 0 15,0 0 12-15,0 0 3 0,0 0 9 16,0 2 10-16,-3-1 2 0,-6 1-12 0,-3 1-9 0,-6 1-12 16,-5 0-16-16,-3 0 9 0,-4 0-2 15,-3-2-4-15,-5 0-9 16,-9 0-15-16,-4-2-1 0,-9 1-1 0,-9-1-31 15,-5 2 9-15,-6-2-4 0,-3 1 26 0,-3 0-28 16,-5 0 8-16,0 1 10 0,-1 2-21 16,1-1 11-1,2 1-12-15,1 2 10 0,6 1-7 16,4 2-11-16,9-2 41 0,8 0 1 0,11-3 6 16,14-2 20-16,9-2-25 0,9 0-1 15,7 0 25-15,5 0-25 0,4 0-39 16,2-2-47-16,0-2-40 0,6-3-114 15,3 0-77-15,4-3-212 0,-3 2-523 16,4-7-554-16</inkml:trace>
  <inkml:trace contextRef="#ctx0" brushRef="#br0" timeOffset="117211.64">5763 7347 1170 0,'0'0'820'15,"0"0"-250"-15,0 0-72 0,0 0 22 16,0 0-86-16,0 0-108 0,0 0-125 16,0 0-96-16,0 0-56 0,0 0-49 0,0 0 0 15,-18 0-61-15,4 6-16 0,-6 6 24 16,-2 2 13-16,-7 6 21 0,-2 1-18 16,-4 2 35-1,2 3-1-15,-3-2-15 0,3 2 18 16,0-3 2-16,2-1-2 0,4 0-11 15,5-2-4-15,4-4-4 0,4-3 16 16,5-1 1-16,4-5-20 16,4-1-3-16,1 0 10 0,1 2 0 0,8 0 15 15,7 4 44-15,7 2 21 0,5 0-12 16,7 2-1-16,3 0-52 0,2-1-23 0,3 2-39 0,1 1-68 16,-3 2-271-16,-8-4-715 0,8 8-1231 0</inkml:trace>
  <inkml:trace contextRef="#ctx0" brushRef="#br0" timeOffset="118329.641">5894 6936 2809 0,'0'0'554'15,"0"0"-322"-15,0 0 17 0,0 0 44 16,0 0-35-16,0 0-73 0,0 0-64 15,32-65-63-15,-12 47-27 0,1-3 2 0,4 2-2 16,1-1-12-16,1 4-7 0,-1 2-1 16,-1 1-11-16,-2 2-3 0,-4 6 2 15,-2 0 0-15,-3 4-11 0,-1 1-10 16,-1 0-5-16,-2 0 14 0,1 2 12 0,-1 2 1 16,2 3 1-16,-5-1 0 0,3 3 1 15,0 0-1-15,2 1-1 0,-2 1-21 16,-1-1 20-16,2 0-1 0,-1-3 2 15,0 2 11 1,3-4 20-16,0-1-13 0,3-1 13 16,3-3-1-16,5 0 38 0,4-3 17 0,3-5-21 15,4-5-39-15,3-4-25 0,2 1-21 16,-4-2-30-16,-3 2-50 0,-3 2-95 16,-7 2-131-16,-8 5-355 0,-9-2-1228 0</inkml:trace>
  <inkml:trace contextRef="#ctx0" brushRef="#br0" timeOffset="119586.33">9543 9582 1626 0,'0'0'20'0,"0"0"1027"0,0 0-825 0,0 0 2 16,0 0-57-16,0 0-15 0,0 0 10 15,-91-61-32-15,75 53-58 0,3 2-9 0,2 0-32 16,-1 4 7-16,1 2-10 0,-1 0 10 16,1 8 16-16,-1 7-13 0,-2 8 18 15,-1 10 22-15,-1 5 12 0,2 4 44 16,-5 5-48-16,3-3-9 15,1-2-15-15,3-7-13 0,5-10-9 0,3-5-3 0,4-9-12 16,1-3-27-16,9-5 1 0,6-2 10 0,4-1-6 16,7-7-6-16,2-6-27 0,4-7-44 15,-2-3-18-15,-1-1 34 0,-3-4-10 16,-5 3 40-16,0 0 0 0,-4 2-15 16,-2 2 25-16,-2 4 15 0,-3 2 0 15,-4 8 0-15,-1 1-12 0,-2 5-6 0,-1 1 18 16,1 0 23-1,2 8 41-15,1 2 47 0,3 7-12 16,2 2-1-16,-2 3-27 0,3 0-10 0,-2 0-15 16,1-3-16-16,5-1-30 0,-1-2-27 0,1-4 24 15,3-5-13-15,-1-5-17 0,4-2 14 16,2 0-106-16,-1-7-63 0,2-1-62 16,-3-4-144-16,-4 1-311 0,-2-6-875 0</inkml:trace>
  <inkml:trace contextRef="#ctx0" brushRef="#br0" timeOffset="120004.455">10128 9682 2853 0,'0'0'506'0,"0"0"-408"0,0 0-41 0,0 0 146 16,0 0 118-16,0 0-43 0,3 83-83 15,-3-54-74-15,0 1-57 0,-2-4-30 16,2 0-18-16,-1-3-16 0,1-6-33 16,0-1 8-16,0-6-27 0,1-2-140 15,5-7-47-15,2-1-87 0,1 0-88 16,-1-7-642-1,3-13-643-15</inkml:trace>
  <inkml:trace contextRef="#ctx0" brushRef="#br0" timeOffset="120370.909">10408 9242 802 0,'0'0'2712'16,"0"0"-2361"-16,0 0-335 0,0 0 78 15,0 0 132-15,-8 80 118 0,1-45-60 16,0 2-107-16,3 4-82 0,-1-1-37 16,-1-1-19-16,2 3-15 0,-3-1-24 15,1-4-3-15,-1-1-22 0,1-5-8 0,2-7 5 16,2-6 13-16,2-7-3 0,0-5-13 16,0-4-30-16,6-2 18 0,7-2 25 15,4-4 3-15,9-3 15 0,5-3-19 16,0 1-33-16,-2 1 0 0,1 2 6 15,-5 4 6-15,0 4-3 0,-5 0 40 0,-3 5-28 16,-3 7 31-16,-3 2 35 0,-6 4 5 16,-2 2-18-16,-3 1-4 0,0 1-3 15,-1-2 7-15,-8 1 2 0,0-2 1 0,-5-2-24 16,0-2 17-16,-7-1-18 0,0 0-22 0,-8-6-24 0,-3 2-80 16,-5-4-50-16,1-4-69 15,-2-1-125-15,-1-1-258 0,10 0-469 0,-16-1-733 0</inkml:trace>
  <inkml:trace contextRef="#ctx0" brushRef="#br0" timeOffset="120958.627">9133 9424 802 0,'0'0'1348'0,"0"0"-1034"0,0 0-179 0,0 0 175 15,0 0-3-15,0 0-68 0,-79 4-99 16,69 14-30-16,3 10 1 0,4 10 24 15,2 8 13-15,1 9-4 0,1 6-33 0,6 1-30 32,-1 3-16-32,1 2-31 0,-1-3 3 0,3-3-37 15,1-7-15-15,4-6-32 0,5-6-2 16,5-10-116-16,8-4-75 0,10-9-129 0,-9-7-299 16,28-12-930-16</inkml:trace>
  <inkml:trace contextRef="#ctx0" brushRef="#br0" timeOffset="121214.993">10828 9449 2981 0,'0'0'425'16,"0"0"-323"-16,0 0 15 0,0 0 126 0,87 47-13 0,-67-29 1 15,-1 5-27-15,-2 1-34 16,0 2-75-16,-1 7-31 0,-4 0 1 0,-8 3-63 16,-3 4-2-16,-1 0-1 0,-8 2-2 15,-11-2-49-15,-4 5-31 0,-6-3-34 0,-5 1-3 16,-4 0-13 0,-1 0-16-16,-2-3-112 0,2-2-230 15,0-4-206-15,11-10-307 0,-9 2-376 0</inkml:trace>
  <inkml:trace contextRef="#ctx0" brushRef="#br0" timeOffset="121886.53">7724 9424 1148 0,'0'0'1657'16,"0"0"-1314"-16,0 0-88 0,0 0 46 15,20 79-5-15,-10-44 2 0,-1 7-54 0,0-1-65 0,-1 6-50 0,-1-2-16 16,1 2 37-16,-2-4-55 0,-2-2-80 16,0-5-15-16,0-5-34 0,-1-5 4 15,0-5-10-15,-1-4-3 0,-2-4-33 16,0-1-102-16,0-5-49 0,0 1-111 15,-5-3-218-15,-1-1-435 0,-5-4-462 0</inkml:trace>
  <inkml:trace contextRef="#ctx0" brushRef="#br0" timeOffset="122172.119">7714 9769 2696 0,'0'0'568'0,"0"0"-380"16,0 0-26-16,0 0 62 0,0 0 12 0,-88 5-21 15,64-1-32-15,-4 3-44 0,1-2-56 0,-3 1-9 16,-2-1-16-16,-3 0-8 16,-4-4-8-16,-2 4 1 0,-7-3-6 0,-5 2-14 15,-6 3-23-15,-6 0-15 0,-5 3-6 0,-3 1 20 16,-3 4-1-16,-5-3 0 16,2 5-29-16,-3-1 17 0,1 0 14 15,3-2 15-15,7 0-15 0,2-2-10 16,9-2-27-16,5-1-27 0,5-1-19 15,6-3-16-15,6 1-15 0,7-1-16 16,8-5 28-16,7 0-4 0,6 0-37 16,9-4-107-16,1-4-148 0,0-2-262 15,8-9-580-15</inkml:trace>
  <inkml:trace contextRef="#ctx0" brushRef="#br0" timeOffset="122453.777">6395 9728 1899 0,'0'0'528'16,"0"0"-250"-16,0 0 34 0,0 0 39 16,0 0-151-16,0 0-89 0,0 0-51 0,-99 27 3 15,69-13-6-15,-3 0 24 0,-1 2 29 0,1-1 25 16,2 1-26-16,-1-1-31 0,2 2-41 16,-2 1-21-16,3 1-16 0,3 3-3 15,0-1-19-15,6 0 20 0,4 0-26 0,3-1-9 16,7 0-10-16,6-4 44 0,0 0-41 15,6 2 29-15,9 1 15 0,6-2 2 16,7 3 38 0,6-4-38-16,5 1 26 0,6 0-3 15,1-3-18-15,7 0-7 0,2 0-60 16,1-2-64-16,2 1-134 0,-2-2-102 16,-13-3-388-16,15 1-1100 0</inkml:trace>
  <inkml:trace contextRef="#ctx0" brushRef="#br0" timeOffset="123225.143">3826 10005 1732 0,'0'0'704'15,"0"0"-227"-15,0 0-144 0,0 0-9 0,0 0-55 16,0 0-27 0,0 0-58-16,0 0-44 0,0 0-41 0,0 0 6 0,-15-58 55 15,8 57-31-15,-1-1-19 0,-4 2-30 16,-1 2-22-16,-1 5-7 16,-5 8-29-16,1 5-7 0,0 4 0 0,2 8 3 15,2 6 13-15,2 2 2 0,2 1 10 16,3 0-22-16,2-5-21 0,4-6-18 15,1-7-6-15,3-9 24 0,4-1-2 0,2-5-11 16,2-4-17-16,5-4 18 0,3 0 10 0,4-8 1 16,3-9-11-16,3-6 9 15,-2-7-37-15,2-2-21 0,-4-3 12 0,-1-1 1 16,-4 0 8-16,-3 3 6 0,-2 0-12 16,-5 3 13-16,-1 4 33 0,-4 4 3 15,-2 8 24 1,-3 4-5-16,0 5-22 0,1 5 0 0,1 0 33 15,-1 4-33-15,5 6 3 0,0 4 49 16,4 6 37-16,0 2-19 0,-1 3-15 16,2-5-37-16,-2-1-18 0,3-4-27 15,-1-5-16-15,1-4 15 0,-1-4 7 16,5-2-70-16,-3-2-7 0,4-9-37 16,-2-6-102-16,-1-6-159 0,-4 5-357 0,2-14-874 0</inkml:trace>
  <inkml:trace contextRef="#ctx0" brushRef="#br0" timeOffset="123594.191">4140 9272 1163 0,'0'0'1732'16,"0"0"-1406"-16,0 0-14 0,0 0 189 16,0 0-104-16,49 79-49 0,-32-43-99 15,-1 6-15-15,1 5-27 0,-2 6-89 16,-1-1-60-16,-4 4-56 0,-4 0-2 0,-2 0-2 15,-1 1-22-15,-1-6-7 0,-2-4 7 16,1-9 0-16,3-10 0 16,-4-5 11-16,3-10-20 0,-1-7-22 15,-1-1 7-15,2-5 8 0,-1 0-11 16,2 0-1-16,3-7 52 0,6-2 6 16,0-4 15-16,6 0-21 15,-2 0-14-15,2 2-16 0,1 0-16 0,0 5 3 16,0 1-21-16,2 5 24 0,-2 0 40 15,2 1 0-15,-1 7 34 0,-5 0-7 0,0 2-5 0,-1-1 5 16,-5 1-11-16,0 1 20 0,-6-4-21 16,-1 1 7-16,0-2 8 0,-3 0 7 15,0 3 11-15,-9 0 1 0,-4-2-31 0,-4 4-18 16,-5-1-42-16,-4-1-25 0,-1-1-46 16,1-2-64-16,-3-2-87 0,0-3-181 0,-1-1-297 31,7 0-629-31,-13-3-805 0</inkml:trace>
  <inkml:trace contextRef="#ctx0" brushRef="#br0" timeOffset="146637.82">11915 8285 668 0,'0'0'160'16,"0"0"-42"-16,0 0-118 15,0 0 91-15,0 0 303 0,0 0-23 0,0 0-190 16,0 0-67-16,0 0-46 0,0 0-39 16,66-16 49-16,-54 16-30 0,2 0 33 15,1 0 20-15,-1 0-18 0,1 0-28 16,-1 0-16-16,-3-1 6 0,2 1-26 0,-3 0 14 15,-1-2-4-15,0 1-10 0,1-1-16 16,-3 1-1-16,2 0 11 0,-2 0 16 0,0-2-10 16,-1 2-17-16,0-1-2 0,-2 1-20 15,0-1-6 1,3 2 1-16,-2 0-1 0,1 0 0 0,1 0-6 16,0 0 13-16,1 3 19 15,1-1 1-15,-3-1 2 0,0-1-3 0,2 0-27 16,-2 0 14-16,0 0-6 0,0 0 17 15,-2 0-27-15,-1 0-7 0,0 0-22 16,0 0-3-16,-2 0-4 0,-1 0 20 16,4 0 9-16,-2 0 1 0,2 0 12 15,1 0 23-15,-1 0 23 0,4 0-1 16,-3 0 17-16,2 0 13 0,-1 0-4 16,0 0 36-16,1 0-13 0,-3 0 4 15,0-1-24-15,-1 1-6 0,-1 0-3 0,-1 0-19 0,1 0-23 16,-2 0-3-16,0 0-26 0,0 0 0 15,0-2-16-15,0 2-16 0,0 0 16 16,0 0 32-16,0 0 10 0,0 0-13 16,0 0 16-16,0 0 26 0,0 0 67 15,0 0 23-15,0 0-7 0,0 0-13 16,1 0 20 0,-1 0-1-16,2 0-10 0,-1 0-16 0,1-1-26 15,-1-1-15-15,3 1-13 0,0 0-13 16,-1-3 9-16,-1 3-15 0,1 0 0 15,-2 0 6-15,-1-3 3 0,2 4 23 16,-1-1 11-16,0-1-14 0,2-1 24 0,-3 2 6 16,2 0-8-16,-1-3-39 0,-1 3-25 15,0-3-3-15,2 2-26 0,-2-1-24 0,1-2-8 16,-1 1 24-16,2 3-10 0,-2-4-13 16,1 1-6-16,2 0 13 0,-3-3 0 0,3 0-1 15,-2 0-6-15,-1-2-6 16,0 0-10-16,0-4-7 0,0 1-35 0,1-4-105 15,1 2-153 1,-2 1-268-16,4-10-600 0</inkml:trace>
  <inkml:trace contextRef="#ctx0" brushRef="#br0" timeOffset="153763.177">1676 13832 2824 0,'0'0'445'0,"0"0"-340"0,0 0-79 16,0 0 31-16,0 0 114 0,0 0 60 16,0 0-71-16,0 0-72 0,0 0-44 0,0 0-10 0,50-27 1 15,-34 23-7-15,1-3 9 16,3 2 25-16,5 0 16 0,0-2-41 15,2 1-37-15,5 1 2 0,-2-2-4 0,4 2 1 16,4 2-1-16,-1-1-23 0,2 3 3 16,3 1 4-16,4 0 2 0,3 0 13 15,2 0-12 1,2 0 14-16,1 1-15 0,2 3 1 16,1-1-32-16,4-2 32 0,2 2 15 0,7-3 16 15,3 0-16-15,3 0 1 0,3-5-1 16,3-1 2-16,-1 0-2 0,6 1-2 15,2 0 2-15,2 0 2 0,2 0 0 0,3 0 0 16,-1 3 11-16,0-1-12 0,4 0-1 16,-2 0-13-16,2 2-2 0,1 1-7 0,1 0 22 15,1 0 2-15,2 0-2 0,0 0-1 16,2-2 1-16,2 0 12 16,2-1 4-16,-1 0-15 0,-1-1-1 0,3-3 0 0,-1 1-1 15,1 1-8-15,-2-2 9 0,4 1 0 16,-1-1 0-16,1 1 1 0,0 1 1 15,1 3 7 1,2-1-9-16,-3 1-22 0,3 2 7 16,-3-1-13-16,0 1 12 0,4-4 16 0,-2 2-2 15,-1-3 0-15,4 1-16 0,2 0 18 16,2-5 1-16,1 1 2 0,-1 1 15 16,2-3-18-16,0 2 0 0,0 0-1 15,1-1-1-15,-1 1 2 0,3 0 0 16,1 1 0-16,-1 0 0 0,1 3-1 0,-1-1 1 15,0 3-22-15,-2-4 4 0,2 4 17 0,0-2 0 16,1 0-1-16,5 0-1 16,-1-1 2-16,5 0 1 0,0-2 0 0,3 2 0 0,-3-1-11 15,4 1 11-15,-2 0 1 0,3 0 17 16,0-3 17-16,3 1-7 0,2 1 9 16,1-1 1-16,-2 2-4 0,1 1-31 15,0-3 22-15,1 0-25 0,1 2 1 16,-1-1-1-16,5 0-12 0,0-1 12 15,3 0 0-15,-4 2 0 0,3-1-29 16,-4 0 29-16,-1 1 0 0,2 2 1 16,-2 0 12-16,2 1 8 0,0-1 10 15,0 0-4-15,-1 1-27 16,-1-2 0-16,-2-1 0 0,4 4-2 0,-1-4 1 0,0 3 1 16,1-2 0-16,-3 2-1 0,0-3-33 15,-3 4 32-15,-1-4 2 0,-1-1-3 0,-1 5-7 16,2-3 10-16,-2 1 0 0,-2-1 12 15,0 1-12-15,-2-1-15 0,1 0 13 16,-3 0 1-16,-1 0-2 16,2-1 2-16,-2 0-1 0,0 2 2 15,-1-1 1-15,-2 2-1 0,-2 0-21 0,0-1 8 16,-1-1 10-16,-4 1-28 16,1 1 30-16,-1 0 0 0,-2-1 1 0,0 1 12 15,-2 2-9-15,1-2 7 0,-2 0-10 16,-2 0-13-16,2 0 12 0,0-2-1 15,3 1 0-15,-1-1-26 0,2-1 9 0,3-1 7 0,-1 0 9 16,3 1-21-16,0 0 23 0,2-3-1 16,0 1-1-16,-3 0-7 0,4-2 10 15,-1 1 31-15,2 1 10 0,-2-1-10 16,1 0-3-16,2 0-28 0,-3 1-9 16,4-3-4-16,-1 3 13 0,0-4-2 15,3 3 2-15,1-3-12 16,0 1-26-16,2 0-5 0,-1-1 40 15,-1 1-28-15,0 0 27 0,-1 1-11 16,-1-2 15-16,1 1 0 0,2 1 11 16,1-1-8-16,-1 0 25 0,4-1-12 15,0 1-4-15,-1 1-8 0,4 0-4 16,2-1 1-16,0 1 0 0,4-1 16 16,-2 2-15-16,2-3 2 0,-3 4 12 0,2-4-16 0,-1 4 0 15,0-5 11-15,1 4 20 0,-1-3-3 16,2 0 3-16,1 0 3 0,-1-2-3 15,-1 0-19-15,0 0-12 0,-4-2 0 16,-1 2 2-16,0-1 14 0,-1-1 2 16,-1 1-2-16,-3 1-1 0,-1-2-15 0,-7 0-19 31,-3 2 19-31,-2-2 0 0,-6 3 11 0,-5-1 1 0,-1 2 22 0,-6-3-9 16,-6 3 21-16,-4 0 77 0,-6 1-30 0,-4 0-44 31,-7-1 3-31,-5 3-6 0,-6-2-10 15,-8 2 1-15,-4 1-6 0,-7-1-1 16,-5 4-9-16,-5-2 1 0,-4 1-7 16,-3 0-13-16,-4 1-2 0,-7 0-1 0,-4-2 0 0,-2 4-11 15,-7-1 0-15,-1-1-4 0,-5 3-2 16,-3-2 15-16,-1 2 1 0,-1-1 2 16,-1 1 3-16,-1 1 12 0,0 0-13 15,0 0 0-15,0 0-2 0,-1-2-27 0,-4 0-13 16,-5 0-21-16,-5-4-40 0,-11 2-31 15,-10-2-80-15,-14 2-179 0,7 2-325 0,-45 0-877 0</inkml:trace>
  <inkml:trace contextRef="#ctx0" brushRef="#br0" timeOffset="157433.898">1812 14291 2661 0,'0'0'549'16,"0"0"-307"-16,0 0-80 15,0 0 106-15,0 0-1 0,0 0 10 0,0 0-141 16,0 0-71-16,-93 42-10 0,67-23-30 16,-1 2-7-16,-4 5 40 0,1 3 16 15,3 1-9-15,1 1-13 0,4 2-19 16,2-3 1-16,5-5 2 0,3-3-17 15,4-6-18-15,4-1 0 0,4-4-2 0,0 2-23 16,12 1-9-16,2 2 21 0,5 0 8 0,4 2-8 16,3-1-18-16,-2-1 29 0,1-2 0 15,-5 0 0-15,0 0-9 0,-7-1 10 16,0-1 2-16,-6 2 17 0,-1 0 42 16,-2 0 6-16,-4 2-9 0,0-1-3 15,0 2-19-15,-4-1-2 0,-2 0-10 0,-5-1-6 16,-1 1 7-16,-1-2-22 0,-3-2-3 0,2-1-24 15,-3-3-28-15,2 0 6 0,-2-2-12 0,4-2-3 16,-3-2-27-16,6-2-47 0,-1 0-15 16,3 0-66-16,1 0-81 0,3-1-206 15,4-4-480-15,0-1-355 0,1-6-82 0</inkml:trace>
  <inkml:trace contextRef="#ctx0" brushRef="#br0" timeOffset="157803.332">1951 14764 2962 0,'0'0'384'0,"0"0"-184"0,0 0 119 0,0 0 110 16,0 0-104-16,0 0-146 0,0 0-133 0,0 0-25 16,0 0 16-16,0 0 9 0,78 50-34 15,-54-60-12-15,1-5-52 0,-2-3-15 16,0-1 2-16,-3-1-2 0,-7 0-20 0,-3 5 7 15,-3 2 3-15,-6 2 27 0,-1 4 22 16,0 3-15-16,-6-1 43 0,-5-2 7 0,-2 2-5 31,-4 0 15-31,0 1 17 0,-2 1-9 0,0 3 12 16,5 2-37-16,-3 6-21 0,1 6 21 16,0 5 68-16,3 5 0 0,0 9 9 0,0 2-12 0,4 5 3 15,1-2-13-15,2-1-21 0,3-5 5 16,3-6-5-16,0-5 9 0,0-7-43 15,3-5 0-15,3-3-80 16,2-4-18-16,4 0-22 0,4-2-37 0,3-5-97 16,4-6-94-16,4-6-339 0,0-4-417 15,-6 4-171-15</inkml:trace>
  <inkml:trace contextRef="#ctx0" brushRef="#br0" timeOffset="158236.131">2278 14666 704 0,'0'0'189'16,"0"0"1397"-16,0 0-1241 0,0 0-117 0,0 0 158 0,0 0 16 15,0 0-54-15,0 0-12 0,50 75-50 32,-41-42-13-32,-3 1-42 0,1-2-82 15,-2-1-91-15,0-4-55 0,-2-3-3 16,0-5-22-16,3-5 4 0,-2-5-52 16,2-4-82-16,2-3-12 0,1-2 23 0,4 0 28 15,0-9 39-15,0-3 19 0,1-5 15 0,-2-2 9 16,0-2 6-16,-3 0 24 0,0-2 1 15,-2 3 2-15,-1 3 32 16,0 4 16-16,-2 5 42 0,-2 6 0 0,-1 2-22 0,-1 0-12 16,0 0 0-16,0 7 13 0,3 2-38 15,-3 2 55-15,3 5 4 0,0-1-19 16,-2-1-34-16,1-1-22 0,-1-4-17 0,2-4-18 0,-1-2 6 16,0-3-12-16,4 0-64 15,3 0 2-15,2-7 47 0,5 0 14 0,0-5-23 16,4-2-1-16,0-1-6 0,1-1-16 15,2 2-8-15,-2 4 8 0,1 3 13 16,-2 2 22-16,0 5 36 0,-1 0 34 16,-3 7 49-1,-2 4 21-15,0 3 3 0,0 0-58 16,-3 2-6-16,-4-1-10 0,0 0 7 0,-2 0-19 16,-1 1-21-16,-1-2-24 0,0-1-107 15,-2 0-53-15,-1-1-12 0,2-5-119 16,-2-4-381-16,2-3-639 0,0 0-368 15</inkml:trace>
  <inkml:trace contextRef="#ctx0" brushRef="#br0" timeOffset="158389.269">3019 14779 700 0,'0'0'117'15,"0"0"1782"-15,0 0-1495 0,0 0-190 16,0 0 34-16,0 0 165 0,0 0-47 16,0 0-51-16,53 67-103 0,-53-49-93 0,0 1-55 15,0-5-38-15,-3 2-26 0,-1-3-37 16,-2-5-107-16,-3 1-61 0,2-3-76 31,-6-3-263-31,6-3-793 0,-9-6-769 0</inkml:trace>
  <inkml:trace contextRef="#ctx0" brushRef="#br0" timeOffset="158543.432">2889 14614 303 0,'0'0'3032'0,"0"0"-2547"0,0 0-269 0,0 0 169 16,0 0 15-16,0 0-164 0,0 0-163 15,0 0-60-15,0 0-13 0,0 0-25 16,0 0-63-16,91-9-188 0,-71 8-123 16,-4 1-719-16,4 0-1353 0</inkml:trace>
  <inkml:trace contextRef="#ctx0" brushRef="#br0" timeOffset="159959.985">3584 14789 1413 0,'0'0'1845'0,"0"0"-1477"0,0 0-263 0,0 0-42 16,0 0 166-16,0 0 115 0,0 0-155 0,0 0-189 16,0 0-56-16,0 0-71 0,33 12 46 15,-3-11 66-15,9 2-104 0,4-2-120 16,2-1-212-16,-2-2-519 0,-11-3-667 16,7-5 825-16</inkml:trace>
  <inkml:trace contextRef="#ctx0" brushRef="#br0" timeOffset="160390.803">4333 14541 1273 0,'0'0'2573'0,"0"0"-2400"0,0 0-173 0,-85-2 0 0,58 9 41 16,-2 5 128-16,4 4-48 0,5 6-59 15,0 5-40-15,3 5 15 0,5 4 31 16,2 3 25-16,2-3 42 0,3-4-52 15,2-5-43-15,2-8-25 0,1-7-9 16,0-6-6-16,0-3-21 0,4-3-34 0,6-3-10 16,5-8 65-1,5-8-1-15,3-8-13 0,0-10-78 16,1-2-47-16,1-5-35 0,-2-1 37 0,-3-2 56 0,0 0-13 16,-5-2-19-16,2-2-13 0,-5 1 44 15,-4-3 82-15,-4 6 3 0,-2 3 22 0,-1 8 4 31,-1 9 30-31,0 9 80 0,0 8 12 16,0 7-11-16,0 3-25 0,0 0-25 0,0 0 12 0,0 8-59 16,0 8-43-16,0 7 22 0,0 12 49 15,0 6 42-15,0 8 77 0,2 2-65 16,-1 1-70-16,-1-1-33 0,2-1-22 0,-2-1 0 16,0-5-21-16,1-2 3 0,-1-6-9 15,3-6-53-15,0-7-79 0,3-6-34 16,2-6-14-1,1-6-134-15,4-3-318 0,3-2-317 16,-2-9-126-16,1 0-326 0,4-15 1428 0</inkml:trace>
  <inkml:trace contextRef="#ctx0" brushRef="#br0" timeOffset="160538.626">4571 14589 1459 0,'0'0'741'0,"0"0"292"0,0 0-734 0,0 0-131 16,0 0 59-16,0 0 167 15,58 72-109-15,-49-48-88 0,0 2-62 16,-2-1-59-16,1-2-30 0,-1 0-21 0,-3-4-25 15,0-4-12-15,1-2-21 0,-4-4-71 16,-1-3-123-16,0-2-79 16,0-4-219-16,-6 0-613 0,1-4-965 0</inkml:trace>
  <inkml:trace contextRef="#ctx0" brushRef="#br0" timeOffset="160692.512">4532 14389 1258 0,'0'0'1708'15,"0"0"-1225"-15,0 0-312 0,0 0-32 16,0 0 235-16,0 0-56 0,0 0-112 16,0 0-104-16,0 0-71 0,92-3-31 15,-78 6-53-15,1 1-162 0,2 0-83 0,-2 3-189 16,-5-2-764-16,3 6-1227 0</inkml:trace>
  <inkml:trace contextRef="#ctx0" brushRef="#br0" timeOffset="160931.857">4839 14552 1676 0,'0'0'1745'16,"0"0"-1520"-16,0 0-174 0,0 0 43 0,0 0 231 15,62 64 60-15,-48-47-138 0,-1 0-128 16,-2 1-54-16,0 3-29 0,-2-1-2 16,-5 4-31-16,-1 1-3 0,-3 0-1 0,0 0 1 15,-2-1-3-15,-2-4-15 0,1-4 5 0,0-5 13 16,0-6 13-1,3-2 11-15,0-3 10 0,0 0-1 16,0-4 7-16,0-5-12 0,3-6-28 16,3-8-45-16,4-8-7 0,3-6-28 0,0-2-73 0,4-3-81 15,1 2-85-15,2 3-205 0,3 4-441 16,-7 8-423-16</inkml:trace>
  <inkml:trace contextRef="#ctx0" brushRef="#br0" timeOffset="161223.744">5206 14649 1603 0,'0'0'1104'16,"0"0"-450"-16,0 0-454 0,0 0-108 0,2 67 172 16,4-60 137-16,2-3-128 0,4-4-129 15,4 0-113-15,7-11-31 0,3-1-25 16,2-8-51-16,4-6-91 0,-3 1-44 0,1-4-10 0,-4 4-16 31,-7 1-9-31,-5 5 27 0,-5 3 120 0,-9 4 99 16,0 2 39-16,-10 1 19 0,-7 4 161 15,-4 3 27-15,-2 2-51 0,-4 4-66 16,1 9-48-16,2 10-3 0,0 7 21 16,-2 5-28-16,5 9 0 0,-1 2 4 15,5 2-26-15,4-3-22 0,3-4-27 0,6-6-19 0,4-9-33 16,0-7-1-16,7-3 10 0,7-8-3 16,4-1-38-16,6-5-46 0,6-2-73 15,2-2-220-15,-3-5-633 0,13-6-436 0</inkml:trace>
  <inkml:trace contextRef="#ctx0" brushRef="#br0" timeOffset="161644.543">5839 14496 1838 0,'0'0'1308'16,"0"0"-977"-16,0 0-296 0,0 0-9 15,0 0 43-15,0 0 146 0,-58 69 2 16,50-32-60-16,2 7-42 0,3 1-31 16,2-1 18-16,1-4 43 0,0-5-28 15,0-9-71-15,6-7-18 0,3-6-28 16,2-7-29-16,3-6-2 0,3 0 13 15,5-14-7-15,1-9-79 0,5-9-119 16,-1-8-139-16,2-5-305 0,-8 8-511 16,8-22-522-16</inkml:trace>
  <inkml:trace contextRef="#ctx0" brushRef="#br0" timeOffset="161840.164">6091 14097 375 0,'0'0'2019'15,"0"0"-1478"-15,0 0-211 0,9 92-3 0,-2-48 67 16,2 9-34-16,-2 6-54 0,0 4-42 15,1 3-44-15,-4 0-70 0,3-4-90 16,-4-3-60-16,0-9-25 0,0-12 1 16,-2-8-13-16,2-11 1 0,1-7-31 15,-1-4-68-15,-1-6-39 0,-2-2-23 16,0 0-84-16,-9 0-229 0,-3-5-515 0,-3-5-439 16,-4-4 93-16</inkml:trace>
  <inkml:trace contextRef="#ctx0" brushRef="#br0" timeOffset="161978.17">5884 14630 772 0,'0'0'117'16,"0"0"1453"-16,0 0-815 0,0 0-231 0,0 0-140 16,0 0-110-16,0 0-27 0,0 0-59 15,0 0-90-15,0 0-25 0,0 0-21 16,33-54-6-16,3 46-21 0,6-1-25 0,0-2-2 0,2-1-31 0,4-2-68 16,1 0-148-16,1-5-165 0,-14 7-704 15,19-4-1290-15</inkml:trace>
  <inkml:trace contextRef="#ctx0" brushRef="#br0" timeOffset="162340.212">6989 14423 391 0,'0'0'1433'15,"0"0"-746"-15,0 0-516 0,0 0 16 16,32 66 159-16,-22-18-2 0,1 10-95 15,-3 9-51-15,-4 7-53 0,-1 4-55 16,-2 1-6-16,-1 1 25 0,0-2 5 0,-1-8-6 16,-2-8-58-16,2-12-50 0,1-12-1 15,0-10-64-15,0-9-55 0,1-6-20 0,-1-7 0 16,3-4-104-16,-3-2-290 16,0-12-536-16,0 1-383 0</inkml:trace>
  <inkml:trace contextRef="#ctx0" brushRef="#br0" timeOffset="162529.495">6943 14564 1952 0,'0'0'1294'15,"0"0"-1023"-15,0 0-94 0,65-68-39 0,-35 52 140 16,2 2-82-16,2 1-91 16,1 6-52-16,0 1-4 0,-4 5-2 0,-5 1-14 15,-3 4-33-15,-7 6-44 0,-6 5 7 0,-3 4 19 16,-7 5-19-16,0 6-81 0,-15 5-31 15,-3 3-134-15,-6 2-134 0,-4-1-229 16,0-2-494-16,6-9-302 0,-7-3 1272 0</inkml:trace>
  <inkml:trace contextRef="#ctx0" brushRef="#br0" timeOffset="162754.05">7295 14552 1542 0,'0'0'663'0,"0"0"-1"0,0 0-348 0,90-11-72 0,-67 11 129 15,-8 8 31-15,-5 3-67 0,-2 1-126 16,-3 5-52-16,-4 2-16 0,-1 4-56 16,0 3-45-16,-4 0-40 0,-4 0-1 15,-1 0-17-15,0-3-10 0,0-4-2 0,1-3 8 16,2-7 21-16,5-5 1 0,-1-2 37 16,2-2-16-16,0-6-9 0,3-5-24 15,3-9 6-15,8-7-43 0,1-9-9 0,6-8-58 16,1-1-170-1,3-2-267-15,-5 14-738 0,11-12-751 0</inkml:trace>
  <inkml:trace contextRef="#ctx0" brushRef="#br0" timeOffset="163012.047">7704 14547 874 0,'0'0'2728'0,"0"0"-2217"0,-26 88-384 0,20-59-74 15,-1 3 374-15,4-8 5 0,3-8-149 16,0-6-192-16,4-9-49 0,8-1-42 15,7 0 0-15,4-11-2 0,0-7-34 16,7-4-83 0,-4-6-17-16,0-3-5 0,-3 3-17 0,-5 2-51 15,-6 1 0-15,-4 4 32 0,-7 2 53 16,-1 3-41-16,-7 3-37 0,-10 1 202 0,-2 1 47 16,-4 3 32-16,-2 6 47 0,2 2-14 15,1 3-28-15,2 10-7 0,3 4-18 0,1 4 3 0,3 2 0 16,0-1-13-16,4-3-49 0,4-2-12 15,-1-1-109-15,3-5-117 0,3-5-138 0,0-3-619 16,12-7-645-16</inkml:trace>
  <inkml:trace contextRef="#ctx0" brushRef="#br0" timeOffset="163314.201">8012 14502 1641 0,'0'0'1858'16,"0"0"-1552"-16,5 70-208 0,-4-45 113 15,-1 1 316-15,0-4-107 0,2-5-194 16,2-6-170-16,0-4-56 0,3-3-21 16,5-4-12-16,4 0-1 0,3-11-36 15,2-7-52-15,5-6-9 0,-2-3-75 0,1-1-140 0,-5-1-73 16,-1 4 50-16,-4 2 131 0,-4 6 165 16,-2 3 73-16,-5 4 22 0,0 5 96 15,-1 4 142-15,-3 1 27 0,2 6-46 16,-2 4 36-16,0 4-86 0,0 1-102 15,0 2-34-15,0-2 4 0,0-1-20 16,0-4-39-16,0-2-13 16,5-1-67-16,-2-4-135 0,4-3-4 15,1 0 63-15,0-7-38 0,4-5-225 16,-5 1-392-16,6-8-907 0</inkml:trace>
  <inkml:trace contextRef="#ctx0" brushRef="#br0" timeOffset="163844.653">8658 14390 173 0,'0'0'2488'16,"0"0"-1824"-16,0 0-287 0,0 0-141 15,-83 74 59-15,64-44 37 0,0 5-34 16,3 2-120-16,2-1-68 0,5-5-22 0,3-7-33 15,5-8-22-15,1-6-33 0,4-7 0 16,6-3-51-16,10-2 51 0,3-14-2 16,5-9-47-16,8-6-55 0,-2-9-3 15,1-3-15-15,-3 0-7 0,-2-3 21 0,-1 0 10 16,-3-3-23-16,-4-2 6 0,-4-4-37 16,-5-2-49-16,-3-1-45 0,-7 2 63 15,-3 4 157-15,0 10 26 0,-1 12 26 16,-4 10 97-16,-2 11 66 0,3 9-29 0,-2 11-83 15,-1 11-21-15,-2 13 62 0,-2 10 44 16,-1 9 60 0,-1 4 21-16,0 5-66 0,-3-1-61 15,3 0-37-15,-4-2-30 0,3-4-49 16,2-6-3-16,2-6-30 0,4-9-50 16,5-7-33-16,1-9-58 0,6-9-47 0,9-8-131 15,4-2-308-15,6-15-700 0,-5 1-710 16,10-16 1995-16</inkml:trace>
  <inkml:trace contextRef="#ctx0" brushRef="#br0" timeOffset="164098.942">8965 14502 1785 0,'0'0'1725'16,"0"0"-1132"-16,0 0-418 15,-3 88-104-15,-1-59 198 0,-1-1 88 0,2-3-135 16,3-4-133-16,0-2-76 0,5-6-13 16,5-4-55-16,6-7 3 0,1-2-15 15,3-6-46-15,3-8-37 16,1-6-25-16,-2-4-50 0,0 1-126 15,-5 1-46-15,1 3 38 0,-7 4 110 16,-2 5 163-16,-5 6 86 0,-1 4 169 16,-3 0 128-16,0 7 16 0,-3 7-11 15,-1 2-133-15,-3 4-104 0,1-1-25 16,3 0 19-16,2-3-50 0,1-2-9 16,0-6-68-16,1 0-62 0,6-6-36 0,6-2-35 0,2-6 49 15,5-5-149-15,3-4-261 0,-6 1-704 16</inkml:trace>
  <inkml:trace contextRef="#ctx0" brushRef="#br0" timeOffset="164272.303">9564 14553 1843 0,'0'0'1493'0,"0"0"-939"0,0 0-403 16,-64 87-81-16,43-56 148 0,4-3 168 16,1-4-174-16,5-4-145 0,8-5-67 15,3-3-18-15,0-7-65 0,8-5 15 0,4-1 10 16,8-11-28-16,2-6-68 0,5-6-51 15,4-5-199-15,0-4-289 0,1-3-405 16,-8 9-417 0</inkml:trace>
  <inkml:trace contextRef="#ctx0" brushRef="#br0" timeOffset="164567.612">9851 13981 1159 0,'0'0'580'15,"0"0"474"-15,-3 65-816 0,-4-25-85 16,-3 13 45-16,0 4 154 0,3 6 44 15,-2 2-1-15,1 1-115 0,0-3-111 16,4-1-102-16,1-6-57 0,3-8-10 0,1-8-12 16,7-8-22-16,0-7-12 15,1-8-12-15,0-6-34 0,-5-6-28 0,-4-3-37 16,0-2-38-16,-10-4-83 0,-9-2-43 16,-4-5 87-16,-6-3 88 0,1 0 111 15,0-5 35 1,-2-5 120-16,7-2 39 0,1-3-70 15,8 2-58-15,4 3 105 0,10 7 39 16,3 6-33-16,14 4-49 0,9 4 7 0,8 2 42 16,10 1-40-16,6 0-43 0,8 1-13 15,2 4-6-15,2 0-16 0,0 0-24 16,0 1-26-16,-3-3-168 0,-4-1-185 16,-13-2-355-16,4 5-1251 0</inkml:trace>
  <inkml:trace contextRef="#ctx0" brushRef="#br0" timeOffset="165816.998">671 15210 836 0,'0'0'85'16,"0"0"-85"-16,0 0 465 0,0 0-91 15,0 0-68-15,81 19-34 0,-55-15-1 0,0-3-13 0,3 1-50 16,-1 0-38-16,4 1-8 0,1-1-35 16,3 1-19-16,6 1-29 0,6-2 25 15,6 1 31-15,8-1 48 0,8-1-121 16,6-1-40-16,5 0-19 0,5 0 14 15,6 0-17 1,3-3-3-16,4 0-32 0,4-3 20 0,1 0-4 16,5 0 19-16,3 1 2 0,1-2 17 15,4 0 3-15,1 1 3 0,1-1-25 16,0 1 3-16,2 1 0 0,0 1-2 16,0 3-2-16,2-1-11 0,-1 2 11 15,1 0-11-15,-2 0-13 0,0 2-9 16,-3 2-19-16,0-3 37 0,-3 3 13 0,4-3 2 15,-1-1 1-15,3 0 3 0,0-1-2 0,1-4 15 16,-1-1-13-16,-1 1 22 0,-3-2-25 16,0 0-3-16,-2 3-1 0,-3 1 2 15,-2 0 2-15,-1 2-2 0,-2-1-1 16,-2 2 3-16,0 0 0 0,-2 0-3 0,-1 0-13 16,-4 0-24-16,-2 0 4 0,1-1 17 15,-3-1-6 1,-2 1 23-16,-1-1 2 0,-3 2 10 15,-1-2-10-15,0 2 0 0,-5 0 3 16,0 3 0-16,-4 4 0 0,0-1 0 16,-3 0 22-16,-2 2-25 0,-2 0-3 15,-2-2 3-15,2-1 0 0,-4 0 1 0,1-4-1 16,2 2 0-16,-4-1 1 16,4-1-1-16,-3 1 0 0,-1-1 1 0,3 0-1 0,-2-1 2 15,1 1 11-15,0 0-12 0,-3 2 13 16,2-1 7-16,-4 1-17 0,3 0-3 0,-2 1 2 15,-2-1-3-15,0 1-1 0,-2 0-2 16,-1 2-16-16,0-3 17 0,-1 1-1 16,1 0 2-16,-1 0-2 0,-2 0-12 15,-3-2 15-15,2 2 3 0,-3 0 10 0,-1 0-13 16,-1 1 3-16,-1 1 19 0,-3 0 6 16,0 3 3-16,-3-2-12 0,0 0-16 15,-2 3 9-15,-1-2-12 0,-1-1 0 16,-2 0-2-16,-4-1 1 0,-1 1 1 0,-2-2 0 15,-1 2 0-15,-4-3-1 0,-5 1 1 16,-1-2 1 0,-5-1-1-16,-1 2-3 0,-4-1-10 15,-3 0-55-15,-3 1-143 0,-2-1-77 16,-1 1-170-16,0 0-311 0,-1-1-840 0,-7-3 1404 16</inkml:trace>
  <inkml:trace contextRef="#ctx0" brushRef="#br0" timeOffset="166188.099">10498 14647 775 0,'0'0'1502'0,"0"0"-927"0,0 0-149 16,0 0-134-16,78 32-14 0,-61-26-60 15,-2 0-137 1,-1-1-81-16,-5-2-132 0,1 2-202 16,-6-1-258-16,-2 0-1152 0</inkml:trace>
  <inkml:trace contextRef="#ctx0" brushRef="#br0" timeOffset="166335.4">10523 14984 1129 0,'0'0'2203'0,"0"0"-1895"0,0 0-254 16,0 0-48-16,0 0-6 0,0 0-177 16,0 0-260-16,0 0-1133 0</inkml:trace>
  <inkml:trace contextRef="#ctx0" brushRef="#br0" timeOffset="171314.933">12285 14179 470 0,'0'0'127'0,"0"0"1471"0,0 0-1181 0,0 0-172 15,0 0-59 1,0 0 51-16,0 0-5 0,0 0-67 16,-89 62-45-16,72-43-51 0,1 0 19 0,-1 1 9 0,1 0-2 0,0 2-17 15,4-1-10-15,-1 1-12 0,0 2-16 16,3 0-5-16,0 2-11 0,5 3-8 0,0 2 15 16,4 3-13-16,1 1-15 0,0 4 28 15,0 1-18-15,1 3-10 0,5 2-3 16,-2 0 0-16,3-1 0 0,-1-3-31 15,0-3 19-15,1-5 12 0,2-3-13 16,-1-4 1 0,4-6-10-16,1 0-21 0,0-5-66 15,3-4-37-15,1-1-49 0,2-4-72 16,1-3-162-16,2-3-287 0,-5-2-860 16</inkml:trace>
  <inkml:trace contextRef="#ctx0" brushRef="#br0" timeOffset="171663.313">12970 14221 736 0,'0'0'153'0,"0"0"1585"0,0 0-1409 0,0 0-127 16,0 0-8-16,0 0 127 0,0 0-54 16,0 0-56-16,-66 84-80 0,55-53-44 15,0 4-10-15,1 3-2 0,-2 5 2 0,-2 4-16 16,2 6-39-16,-5 0-19 0,0 4 7 16,-2-1-10-16,1-2-15 0,0-4 3 15,2-6-4-15,5-6-8 0,0-9-7 16,5-10-40-16,3-5-62 0,1-8 8 15,2-5-24-15,0-1 23 0,6-7-57 16,5-7-79-16,0-5-165 0,3-9-258 16,0-6-699-16,-5 4 333 0</inkml:trace>
  <inkml:trace contextRef="#ctx0" brushRef="#br0" timeOffset="171931.928">12918 14216 290 0,'0'0'13'16,"0"0"1795"-16,0 0-1442 0,0 0-205 0,0 0-74 15,0 0 119-15,0 0 54 0,0 0-50 16,0 0 18-16,0 0 6 0,0 0-58 16,61 63-35-1,-50-28-10-15,2 3-4 0,-2 4-25 16,1 3-25-16,0-1-33 0,-1 2-26 16,-1-1-17-16,1 0-1 0,-2-2 0 15,2-1 0-15,-3-3-1 0,4-3-11 0,-1-3 10 16,-2-4 0-16,2-5-11 0,-5-5 12 0,-1-5-2 31,-1-4-12-31,-3-5-1 0,-1-3-45 0,0-2-26 0,0 0-3 0,0-2-9 16,-4-3-41-16,0-5-99 0,-4-2-115 0,-6-3-243 15,-1-4-474-15,3 5-453 0,-17-4 1453 16</inkml:trace>
  <inkml:trace contextRef="#ctx0" brushRef="#br0" timeOffset="172084.957">12846 14764 326 0,'0'0'137'0,"0"0"2006"15,0 0-1763-15,0 0-160 0,0 0-35 0,0 0 95 16,0 0-76-16,0 0-72 0,0 0-47 16,0 0-85-16,0 0 0 0,61-37 9 15,-33 28-9-15,1 0-19 0,-3 2-19 16,3-2 0-16,-3 2-75 0,-3 0-110 16,4 0-88-16,-7 1-224 0,8-2-765 0</inkml:trace>
  <inkml:trace contextRef="#ctx0" brushRef="#br0" timeOffset="172329.868">13726 14723 1524 0,'0'0'760'16,"0"0"213"-16,0 0-808 0,0 0-111 16,-17 79-19-16,9-54 82 0,-3-1 44 0,-1 4-69 15,3 0-92-15,-2-2-2 0,3 2-61 0,-1-3-70 16,4-3-120-16,0-3-240 0,1-5-767 16,1-4-189-16</inkml:trace>
  <inkml:trace contextRef="#ctx0" brushRef="#br0" timeOffset="172953.636">14106 14283 248 0,'0'0'2336'0,"0"0"-1930"0,0 0-166 0,0 0-23 31,0 0 153-31,0 0-49 0,82 78 8 15,-65-38-98-15,0 6-46 0,-2 4-57 16,-4 1-33-16,-4 0-37 0,-2-1-22 0,-2-6-24 0,-3 2-12 0,0-6-3 16,-3-3-22-1,-2-5-14-15,-2-3-56 0,2-6-46 0,0-7-74 16,1-2-53-16,-2-10-195 0,5 0-529 16,-7-4-671-16</inkml:trace>
  <inkml:trace contextRef="#ctx0" brushRef="#br0" timeOffset="173365.425">14166 14374 2263 0,'0'0'999'16,"0"0"-783"-16,0 0-136 0,84-60 113 16,-56 41 144-16,1 3-63 0,-1 3-79 0,-4 4-69 15,-1 0-64-15,-3 2-32 0,-8 5-11 0,-5 0-19 16,-2 2-12-16,-4 3 12 0,-1 9 16 15,0 5 8-15,-4 10-21 0,-8 7 1 0,-4 2-4 16,-1 3-4-16,-2-3-11 0,3-2 1 16,2-6 13-16,7-4 1 0,2-4 0 15,5-2 0-15,0-4-12 0,3 2-6 16,7-1 17 0,8-2-1-16,-1 0 0 0,6-2-10 15,3 1 9-15,-2 0-13 0,1 0 13 0,-3-2-15 16,-2 5 17-16,-2-1 0 0,-3 0 1 15,-3 2 3-15,-3-2 24 0,-3 0 26 16,-1 2 2-16,-5-1-6 0,0 1 67 16,-5 0-52-16,-5 1-27 0,-6 0-26 15,0 1-11-15,-2-1-3 0,-4-2-9 0,-1 1-3 0,-3-7-13 16,2 1-45-16,-1-3-4 0,2-3-9 16,3-1-21-16,0-2-26 0,4-1-33 15,3 0-108-15,3-4-252 0,5-3-595 16,1 2-676-16,4-9 1452 0</inkml:trace>
  <inkml:trace contextRef="#ctx0" brushRef="#br0" timeOffset="173519.148">14874 14890 1838 0,'0'0'1978'0,"0"0"-1642"15,0 0-236-15,-2 72-69 0,-4-47 53 0,-3 0 21 31,-2 3-52-31,0-2-53 0,-5-2-39 0,3 1-88 16,-6-1-51-16,2-1-101 0,1-6-246 16,-11 6-915-16</inkml:trace>
  <inkml:trace contextRef="#ctx0" brushRef="#br0" timeOffset="174790.232">15656 14302 706 0,'0'0'434'0,"0"0"839"0,0 0-828 0,0 0-169 15,0 0-87-15,0 0 55 0,0 0-7 16,0 0-67-16,0 0-75 0,0 0-36 16,0 0-12-16,-11 64 25 0,11-33 24 15,0 7 19-15,0 4 8 0,0-1-18 0,0 2 6 16,0 0-7-16,0-4-9 0,3-6-25 16,1-5-27-16,3-5-13 0,5-6-11 15,-1-3-4-15,5-6 6 0,1-2-18 16,2-1 13-16,2-3-13 0,1-2-3 0,1-2-14 15,0-5-16-15,0-4-4 16,-2-2 4-16,2-4-10 0,-2-4-3 0,0-3-12 0,-1-2-3 31,0-2-15-31,-3-2-7 0,0-1 3 16,-2-1-3-16,-4-2-3 0,-1 2 15 16,-4 0-4-16,-3 2 19 0,-1 2 35 0,-2 5 3 15,0 2 15-15,0 5 28 0,0 4-9 16,0 3 9-16,-3 3 15 0,1 2 38 15,-1 1-16-15,0 3-1 0,-1-1-11 0,1 1-13 16,-4 0-39-16,0 0 23 0,-3 4-11 16,-1 2-12-16,-3 3 14 0,0 2-12 15,-2 4 0-15,3 1 10 0,-3 3-13 0,3 1 0 16,0 2-3-16,2 4-12 0,0 1 12 16,-1 3 0-16,1 3 0 0,3 2-12 15,-4 1 15-15,5 0 1 0,0-1 14 0,0 1-13 16,1 1 26-16,2-4 2 0,-1 3-2 15,2-3-3-15,1 2-10 0,0-1 19 0,1 1-19 16,-2 1-3-16,3 1-12 0,-2 4 3 16,2 2 15-16,0 3 7 0,0-1-10 15,2 0-15-15,4-2 0 0,-1-3-1 16,0-3 0 0,1-5-11-16,0-2 10 0,0-4 1 15,-1-4-11-15,-1-6 10 0,0-2-11 16,1-4 10-16,-2-6-39 0,-1 0-72 0,0-2 7 15,1-2 2-15,0 0-28 0,1-4 6 16,0-4-69-16,4-5-289 0,-3-3-268 16,2-3-713-16,-4 1 92 0,-1-9 1312 0</inkml:trace>
  <inkml:trace contextRef="#ctx0" brushRef="#br0" timeOffset="175116.73">16501 14565 1068 0,'0'0'2227'15,"0"0"-1745"-15,0 0-180 0,0 0-62 16,0 0 67-16,0 0-80 0,0 0-111 0,0 0-76 16,0 0-38-16,90 50-2 0,-75-44-52 15,-1-1-95-15,-2 0-90 0,-5 1-63 0,-2 3-319 0,-5 2-664 16,0-2-976-16</inkml:trace>
  <inkml:trace contextRef="#ctx0" brushRef="#br0" timeOffset="175267.006">16381 14868 2439 0,'0'0'657'0,"0"0"-246"0,0 0-108 15,0 0-32-15,0 0-99 0,0 0-35 0,0 0-57 0,0 0-30 16,0 0-50-16,84 47-41 0,-65-44-107 15,1-2-92 1,0 1-173-16,-7-2-326 0,5 1-959 0</inkml:trace>
  <inkml:trace contextRef="#ctx0" brushRef="#br0" timeOffset="175923.725">17041 14291 280 0,'0'0'349'0,"0"0"1253"0,0 0-1018 0,0 0-103 16,0 0-110-16,0 0-31 0,0 0-52 16,0 0-64-16,0 0-49 0,0 0-67 15,0 0-7-15,37 59 107 0,-22-16-34 16,1 10-56-16,-3 4-36 0,-4 4-24 16,-2-2-19-16,-2-1-8 0,-2-4-29 15,-1-5-2-15,1-4-1 0,-2-10-15 16,2-8-2-16,1-8-12 0,-1-7 0 0,0-5-52 15,-1-5-61-15,-1 0-13 0,2-2-64 16,-3 0-62 0,0-7-118-16,0-3-286 0,-6-1-493 15,0-3-330-15</inkml:trace>
  <inkml:trace contextRef="#ctx0" brushRef="#br0" timeOffset="176356.663">17106 14446 885 0,'0'0'1'0,"0"0"535"0,0 0 615 15,26-78-624-15,-9 59-125 0,2 0-108 0,4 0-26 16,3 2-28-16,4 1-54 0,1 2-29 16,2 2-28-16,-2 1-27 0,-2 3-11 15,-1 3-17-15,-7 2-19 0,-2 3-28 16,-5 0-27-16,-5 8 0 0,-3 2-15 16,-5 6 12-16,-1 6 2 0,-4 6 0 15,-11 4-11-15,-3 4-7 16,-5 1-2-16,-2 0 0 15,2-2 18-15,0-5 2 0,3-3 1 0,5-4 3 16,3-2 21-16,4-4 4 0,3-2-13 0,3-1-14 0,2-1-1 16,2 2-3-16,8-2-9 0,5 0 10 0,4 0-17 15,4-1 18-15,0-1-2 0,3 0 1 32,0-2 1-32,-3 0 0 0,-3 0 1 0,0 0-2 0,-6 1 1 15,-2 0 1-15,-4 2 1 0,-4 2 2 16,-1 0 15-16,-3 3-2 0,0-2-13 15,-3 3-3-15,-4-1 0 0,-2-1-2 0,-2 0-1 16,0-2 1-16,-3-3 2 0,-2-1 1 0,-1-1-1 16,0-2-3-16,-6-3-28 15,0-2-18-15,-3-2-12 0,-3 0-16 16,2 0-12-16,0-3-24 0,-1-6-23 0,2 1-47 16,0-6-72-16,1 2-212 0,4-4-286 0,6 5-908 15</inkml:trace>
  <inkml:trace contextRef="#ctx0" brushRef="#br0" timeOffset="177026.258">17876 14615 150 0,'0'0'101'15,"0"0"2172"1,0 0-1668-16,0 0-188 0,0 0-111 16,0 0-23-16,0 0-37 0,0 0-54 0,0 0-53 0,0 0-35 0,41 7-12 15,-15-3 3-15,6 3-3 0,4-1-13 16,2 0-24-16,1 3-9 0,4-5-10 16,0 2-21-16,4-2-12 0,-2-3-3 15,3-1-3-15,-2-3 0 0,-2-4-24 16,-2-3-52-1,-3-2-31-15,-6-3-31 0,-2 1-33 0,-5-3-51 0,-6 2-135 16,-7-2-387-16,-6 4-732 0,-7-4-450 0</inkml:trace>
  <inkml:trace contextRef="#ctx0" brushRef="#br0" timeOffset="177311.058">18511 14365 124 0,'0'0'2172'0,"0"0"-1575"0,0 0-153 0,0 0-79 15,98 29-32-15,-70-19-66 0,-3 0-69 16,1-1-47-16,-3 3-52 0,-1 0-19 16,-3 3-13-16,-5 0 0 0,-1 4-6 0,-6 1-15 15,-5 4-18-15,-2 2-4 0,-7 7-11 0,-9 1-13 16,-5 2-15-16,-3 3-3 0,-2-1 0 15,-3-2-4-15,4-4 1 0,0-6-7 16,5-5 1-16,0-5-10 0,5-5-70 0,1-3-44 16,2-4-37-16,2-2-63 0,2-2-261 15,0 0-628 1,2-2-1057-16,3-7 2034 0</inkml:trace>
  <inkml:trace contextRef="#ctx0" brushRef="#br0" timeOffset="177743.08">19484 14112 424 0,'0'0'2068'0,"0"0"-1543"0,0 0-152 0,0 0-81 16,-32 68-12-16,24-38-16 0,0 8-68 0,0 9-94 15,-4 7-59-15,-1 8-21 0,-4 4 2 16,-2 3 10-16,-2 3-12 0,-1-3-21 16,2 0-1-16,0-9 0 0,5-8-3 15,2-10-22-15,6-14-15 0,4-8-34 16,3-12-118-16,0-8-39 0,4 0-102 15,4-11-392-15,0-1-645 0,2-17-307 0</inkml:trace>
  <inkml:trace contextRef="#ctx0" brushRef="#br0" timeOffset="178159.159">19373 14260 293 0,'0'0'111'0,"0"0"1178"0,0 0-566 0,0 0-223 15,0 0-119-15,0 0-41 0,0 0-88 16,74 73-82-16,-60-42-57 0,-2 4-13 16,0 5-1-16,1 3 9 0,-2-1-30 15,3 2-17-15,-2 2-14 0,2-5-20 0,-1 0-27 16,0-4-2-16,-2-5-13 0,-1-4-4 16,0-3 1-16,-2-5-10 0,-3-2 0 15,0-3-12-15,-4-6-31 16,-1-2-84-16,0-6-38 0,-6-1-62 15,-4 0-121-15,-3-2-99 0,-3-5 56 0,-1-1 122 0,0-4 35 0,-5 0 180 16,1-2 82-16,-4-3 107 0,1 0 91 16,-4-2 64-1,-1 1 31-15,4 3-7 0,0 1-37 16,6 3-14-16,5 5-14 0,7 2-26 0,4 3-16 16,3 1-104-16,0 0-47 0,6 1-28 15,8 3 0-15,9 3 37 0,4-1 25 16,5-2-9-16,1-3-25 0,1-1-28 15,-3-4-37-15,-2-4-75 0,-2-5-69 16,1-3-86-16,-4-1-147 0,-5-4-383 16,-3 6-1189-16,-3-6 1373 0</inkml:trace>
  <inkml:trace contextRef="#ctx0" brushRef="#br0" timeOffset="178472.992">19704 14583 124 0,'0'0'2601'0,"0"0"-2199"0,0 0-141 0,-6 69 157 0,6-42 9 15,5-2-86-15,-1 0-113 0,2-3-93 16,1-5-68-16,0-3-52 0,2-6-15 16,1-1-2-16,-1-3-56 0,4-4-21 15,0-2-7-15,3-7-3 16,0-4-25-16,1-5-22 0,0-2-29 16,0-3 22-16,-2 4 52 0,-2-2 58 15,-4 4 33-15,-2 4 22 0,-2 2 20 16,-3 5 70-16,-2 1 40 0,0 5 12 15,0 0-12-15,0 3-32 0,0 6-38 0,0 4-17 16,0 4-13-16,0 8-6 0,1 2 15 16,4 1 45-16,0-3 65 0,3-3-107 0,4-4-64 0,0-7-10 15,5-3-68-15,1-5-41 0,5-3 9 16,1-11-12 0,2-9-47-16,0-8-92 0,3-7-378 15,-7 4-776-15,6-20-899 0</inkml:trace>
  <inkml:trace contextRef="#ctx0" brushRef="#br0" timeOffset="178814.164">20238 14128 988 0,'0'0'52'31,"0"0"1230"-31,0 0-840 0,0 0-147 16,0 0 37-16,1 77 42 0,4-36-59 16,-1 6 18-16,1 3-42 0,1 4-58 15,-1 2-44-15,-1-1-30 0,-1-3-62 0,0-2-63 16,0-3-34-16,1-7-21 0,-1-7-18 15,2-5-43-15,1-7-1 0,2-7 22 0,-1-5-24 0,1-5-13 16,-2-4-25-16,-2 0-24 0,-4-8 11 16,0-1-12-16,0-5-151 0,-7-2-269 15,-2 0-35-15,-6 0-378 0,-1-3-120 16,-6-2 306-16,-4 0 795 0,-1 1-43 16,-5 0 245-16,1 1-130 0,-3 1 244 15,3 5-185-15,3 3 1073 0,8 5-627 0,6 3-168 16,8 2-44-16,6 0-31 0,0 0-114 15,12 0-131-15,8 1 20 0,8 0 114 16,8-1 16-16,6-1-103 0,9-6-56 0,0-3-50 16,5-3-30-16,-2-2-40 15,-1 1-138-15,-3 0-102 16,-13 4-162-16,6-3-682 0</inkml:trace>
  <inkml:trace contextRef="#ctx0" brushRef="#br0" timeOffset="179340.362">21102 14139 643 0,'0'0'375'0,"0"0"852"0,0 0-813 0,0 0-176 16,0 0-1-16,0 0 53 0,0 0-4 0,0 0-38 0,-60 80-62 0,48-35-18 15,0 10 33-15,1 9-22 0,0 6 6 16,-1 5 26-16,-1 2-41 0,0 1-33 15,-1-5-25-15,2-7-39 0,2-9-24 32,7-12-22-32,3-11-27 0,3-12 0 15,10-9-67-15,2-6-45 0,5-7-31 0,4-3-15 16,6-13-43-16,1-11-76 0,3-8-274 0,-8 6-536 16,10-24-407-16</inkml:trace>
  <inkml:trace contextRef="#ctx0" brushRef="#br0" timeOffset="179545.485">21404 14191 2465 0,'0'0'554'15,"0"0"-263"-15,0 0 17 0,0 0 32 16,-6 77-89-16,-6-34-74 0,-1 8-28 16,-1 5 14-16,-5 6-3 0,-1 4-40 15,0 2-38-15,-2-2-24 0,1 1-33 16,0-3 5-16,1-7-30 0,5-9-14 15,3-10-87-15,5-12-3 0,5-13-25 16,2-7-24-16,0-6-63 0,10-11-73 16,3-8-123-16,5-9-55 0,2-8-87 15,-1-7-73-15,-1-1-202 0,-2-6-400 0,-2-2 1180 16</inkml:trace>
  <inkml:trace contextRef="#ctx0" brushRef="#br0" timeOffset="179908.196">21337 14484 326 0,'0'0'209'0,"0"-107"-49"0,0 63-66 0,0 11 688 0,0 10-110 31,0 10-258-31,5 6-119 0,2 5-93 0,4 2 34 15,2 6 31-15,7 9-106 0,1 5-57 0,2 7-35 16,1 7 10-16,1 5-4 16,-4 4 3-16,4 0-10 0,-2 4 63 0,-3 0 5 15,-4-1-78-15,-4-2-27 0,0-2-31 0,-6-4-1 16,0-5-2-16,-2-6-22 16,-1-4 1-16,-3-11-35 0,3-1-28 0,-3-7-40 0,0-4-66 0,0 0-21 15,-7-2-51-15,-2-5-138 0,-4-2 47 16,-3-2 102-16,-4-2 118 0,0-2 72 15,-5 0 63-15,-2-3 0 0,-2-2 1 16,-1-4-59-16,-2-1-209 0,-2-1-320 16,1 1 132-1,-1 3 78-15,4 6 163 0,4 4 215 16,6 6 293-16,7 3 196 0,6 3 54 0,5 0-69 16,2 4-116-16,0 7-29 0,5 1-6 0,5 4-21 15,6-1-34-15,1-1-28 0,3-1-53 16,5-5-48-1,2-4-36-15,3-4-32 0,3-1-56 16,2-11-15-16,1-4-83 0,-1-3-88 16,-1-3-78-16,-2-3-208 0,-3-3-562 0,-8 7-910 15,1-11 1433-15</inkml:trace>
  <inkml:trace contextRef="#ctx0" brushRef="#br0" timeOffset="180177.649">21817 14189 1079 0,'0'0'775'0,"0"0"40"0,0 0-397 15,0 0-92-15,0 0 19 0,69 76 1 16,-51-52-69-16,2 2-91 16,0 2-47-16,-3 6-29 0,-3 0-24 15,-2 2-43-15,-5 4-26 0,-1 1-17 16,-6 0 0-16,0 2 0 0,-7-3-3 15,-5-2-33-15,0-1-44 0,-2-6 0 16,-1-5-9-16,2-4-22 0,2-6-31 0,0-5-20 16,5-6-34-16,0-5-35 0,2-4-132 15,3-10-720-15,-1 2-418 0,2-19 1074 0</inkml:trace>
  <inkml:trace contextRef="#ctx0" brushRef="#br0" timeOffset="180562.063">22601 13987 650 0,'0'0'1881'0,"0"0"-1251"0,0 0-159 0,80 72-100 16,-52-41-5-16,-2 1-60 0,0 6-27 16,-4 1-74-16,-3 2-80 15,-4 0-37-15,-3-1-21 0,-4 1-43 0,-5-1-22 16,-3-1-2-16,-1 3-2 0,-9 0-10 15,-5-1-16-15,-6 3 4 16,-4 0-21-16,-5 2-28 0,-4 1-25 0,-3-1-39 0,-5 1-16 16,0 0-10-16,-3-1-9 15,-1-3-101-15,-1-1-226 0,-3-2-251 0,-1-4-737 16</inkml:trace>
  <inkml:trace contextRef="#ctx0" brushRef="#br0" timeOffset="183183.107">7734 16852 117 0,'0'0'2508'0,"0"0"-2051"0,0 0-167 0,0 0-80 16,0 0 36-16,0 0-61 0,0 0-46 15,0 0-67-15,0 0-1 0,68-47-12 16,-45 29 10-16,0-1-4 0,1 3 3 15,1-3 15-15,3 1-3 0,2-3-22 0,2 0-58 16,1 0-1-16,1 2-29 16,-2 2-4-16,-6 5-9 0,1 1 0 15,-7 8-7-15,0 3-21 0,-5 3 22 16,-1 5 24-16,-1 8 23 0,-4 2-1 0,1 3-8 16,-4 3 11-16,-2 1 2 0,-1-3-1 15,0-1-1-15,-2-7-15 16,2-3 12-16,2-4-22 0,0-1 6 0,1-2 19 15,4-3 13-15,0-1 12 0,5 0 9 16,1 0 6-16,1 0-9 0,3-4-11 16,-3 1-20-16,2 2-22 0,0 1 0 15,-2 0 4-15,-2 0 5 0,0 0-2 16,1 1 12-16,0 1 1 0,4-2 2 16,3 0 18-16,5 0-2 0,2-6-15 0,2-1 11 15,-1-1 1-15,3-2-13 0,-1 3 0 16,-2-2-4-16,1 3-8 0,1 2-16 0,-5 2 25 15,-2 2-22-15,-2 0 7 0,-4 0-4 16,-1 0 20-16,-2 2-23 0,-4 0-93 16,-1 0-80-16,-2-2-88 0,-3 1-183 15,-1-1-289-15,-1 2-773 0</inkml:trace>
  <inkml:trace contextRef="#ctx0" brushRef="#br0" timeOffset="183516.057">7970 17199 767 0,'0'0'1435'0,"0"0"-851"0,0 0-227 0,0 0-163 15,0 0-44-15,0 0-20 0,0 0-20 16,0 0-31-16,0 0 3 15,0 0 9-15,107-3-8 0,-74 0-12 0,6 2 4 16,2 1 12-16,2-2-3 0,4 2-16 16,1 0-24-16,2-2-29 0,4 1 4 15,0-5 2-15,0 1-19 16,5-3-2-16,3-1-3 0,1-2-17 16,1-1 19-16,-4-1-23 0,-4 0-60 15,-4-1-49-15,-8-1-4 0,-4 2-8 16,-9 1 7-16,-6 4-13 0,-5 0-84 15,-8 4-151-15,-5 2-186 0,-6 2-252 16,-1 0-183-16,-8 0 469 0,-1 0 411 16</inkml:trace>
  <inkml:trace contextRef="#ctx0" brushRef="#br0" timeOffset="183932.477">8661 16487 653 0,'0'0'157'0,"0"0"126"0,0 0 942 0,0 0-763 0,0 0-167 15,0 0-7-15,0 0 45 0,0 0-47 16,0 0-66-16,0 0-40 0,53-15 12 0,-33 17-93 16,5 3-47-16,1-1-18 0,3 1 0 15,1 0-1-15,-1 0-5 0,1 1-9 16,2-1-4-16,-2 0-12 0,2 0 0 15,1 0 9-15,0 2 4 0,0-2 2 16,-1 2-6-16,0 0-10 16,-2 1-2-1,-3 2-2-15,-2 3-25 0,-1 1-1 0,-2 3-15 16,-3 2 6-16,-1 4 7 0,-2 3-4 16,-3 6 31-16,-1 7 0 0,-4 8 1 0,1 4 2 15,-5 6-1-15,-1 4-11 0,-2-1-12 16,1 0-4-16,-2-5-24 15,0-4 15-15,0-4-28 0,0-7 12 0,0-5 25 0,0-8 26 0,0-7-19 16,0-6 5-16,0-3-18 0,0-5-106 16,0-1 9-16,0-4 33 0,-3-1-18 15,0 0-124-15,-3 0-150 0,-4-1-272 16,5-3-164-16,-7-3 16 0</inkml:trace>
  <inkml:trace contextRef="#ctx0" brushRef="#br0" timeOffset="184797.783">12565 16077 121 0,'0'0'2191'15,"0"0"-1514"-15,0 0-214 0,0 0-169 16,0 0-27-16,0 0-47 0,0 0-68 16,0 0-46-16,-66 85-20 0,50-49-15 15,1 6-15-15,-2 4-4 0,-2 7-15 16,-1 4 3-16,-3 2 6 0,-3 5-10 16,-1 3-2-16,-4 3-3 0,-4 3-4 15,-1 0-9-15,-1-1 1 0,1-3-9 0,0-6-10 0,3-7-31 16,4-7 1-16,2-9-4 0,8-10-30 0,6-11-22 15,7-8-9-15,1-10-19 16,5-1-38-16,0-10-46 0,0-8-100 16,10-8-65-16,0-12-108 0,6-6-150 15,-2-6-446-15,3-3-253 16,-3 11 1320-16</inkml:trace>
  <inkml:trace contextRef="#ctx0" brushRef="#br0" timeOffset="185118.67">12313 16296 509 0,'0'0'137'16,"0"0"-79"-16,0 0 21 0,0 0 1117 16,0 0-814-16,0 0-120 0,0 0-24 0,0 0 16 0,79-17 62 15,-66 34-31-15,-1 3-43 0,0 6-37 0,0 3-25 16,3 5 6-16,0 1-38 0,1 4-56 16,0 3-30-16,4 3-13 0,-1 1-10 15,1 5-11 1,0-1-7-16,-2-1 19 0,2-1-18 0,-4-4-19 15,2-5-3-15,-5-3-3 0,2-6-10 16,-2-4 10-16,-2-5-9 0,-4-3 9 16,-1-5 1-16,-1-2 0 0,-4-3 2 15,2-1 0-15,-3-2 0 0,0-1-1 16,0-3-36-16,0 0-12 0,-4-1-34 16,-4 0-55-16,-2 0-38 0,-3-6-28 0,-3-1-21 0,-1-6 14 15,-3-2-114-15,1-3-169 0,-2-3-523 16,-2 0-304-16,2 2 822 0,3 5 284 15</inkml:trace>
  <inkml:trace contextRef="#ctx0" brushRef="#br0" timeOffset="185303.167">12288 16909 300 0,'0'0'199'16,"0"0"869"-16,0 0-671 0,0 0-151 16,0 0-77-16,0 0 47 0,0 0 55 0,0 0-11 15,-76-32-31-15,76 31 13 0,0 1-9 16,0 0-44-16,0 0-1 0,4 0-11 0,6 0-53 15,3 0-22-15,7 0 18 0,6 0-46 16,0 0-48-16,2-3-26 0,2-2-34 16,-1-2-65-16,2-3-45 0,-2 0-98 0,0 0-99 15,-7 3-330-15,5-3-778 0</inkml:trace>
  <inkml:trace contextRef="#ctx0" brushRef="#br0" timeOffset="186537.018">13000 16423 326 0,'0'0'163'0,"0"0"-23"0,0 0 1046 0,0 0-690 16,0 0-150-16,0 0-169 0,0 0-59 16,0 0 1-16,0 0-4 0,0 0-6 15,0 0-7-15,-4-13 0 0,4 13 8 16,0 0 64-16,0 0-39 0,0 1-59 16,0 0-16-16,0-1-3 0,0 0-23 15,0 0 3-15,0 0-12 0,0 0-6 0,0 0 15 16,0 0-3-16,0 1 10 0,0-1 8 15,0 0 7-15,0 2 25 0,1-2-7 0,-1 2-16 32,0-2-15-32,0 0-12 0,0 0-9 0,0 0-4 0,0 0-3 15,0 0 10 1,0 0 0-16,0 0-4 0,0 0 19 0,0 0-25 16,0 0-12-16,0 0-3 0,0 0 0 15,0 0 0-15,0 0 0 0,0 1 1 0,2-1 2 16,-2 0 13-16,0 0 8 0,0 0 4 15,0 0 5-15,0 0-14 0,0 0-4 16,0 0-13-16,0 2 16 0,0-2 4 16,0 0-22-16,0 0 1 0,1 0-1 0,2 3 2 15,2-1-2-15,3 4 39 0,2 0-2 16,0 5-25-16,3-3 6 0,0 4 7 0,3-1-13 16,1 5-10-16,3 1 10 0,6 4 3 15,3 4 7-15,1 1-10 0,1 2 15 16,0 2-25-16,-3-1 0 0,-2-2 1 15,1 0 0-15,-2-4 10 0,-2 0-12 0,-3-7 0 32,0-1-1-32,-3-3 0 0,-4-2 0 15,2-3 0-15,-4 2 1 0,-2-4-1 16,-2-1 0-16,-1-2-2 0,-3-1 2 0,-2 1-1 16,1-2-1-16,-2 1 1 0,0-1 1 15,0 0 1-15,0 0-1 0,0 0-3 0,0 0-9 16,0 0-9-16,0 0-28 0,0 0-33 15,0 0-40-15,-5-5-25 0,1-4-28 16,-6-5-112-16,1-5-281 0,-5-5-795 0,5 7-777 16,-2-11 1958-16</inkml:trace>
  <inkml:trace contextRef="#ctx0" brushRef="#br0" timeOffset="187622.958">13577 16812 661 0,'0'0'39'15,"0"0"3"-15,0 0 1363 0,0 0-885 0,0 0-150 16,0 0-73-16,0 0 2 0,0 0 13 15,0 0-67-15,0 0-96 0,1-31-41 16,3 21-36-16,-4-5-23 0,2 1-12 16,-1-3 0-16,-1-2 12 0,2 0-15 15,-2-2-22 1,0-1 0-16,0-1-12 0,-2-1-34 16,-5 0 6-16,3 0-15 0,-5-1-19 15,1 1-21-15,0-2-7 0,-1 0 0 0,1-2-6 16,2 4 5-16,3 3 3 0,-1 2 31 15,4 7 20-15,0 4 9 0,0 3 15 16,0 4 12-16,0 0-2 0,0 1-22 16,0 0-1-16,0 0-18 0,0 0 22 0,0 0 3 15,0 0-6-15,0 0-22 0,0 0-16 16,0 0-7-16,0 0 0 0,0 0 19 16,0 0-6-16,0 0 35 0,0 0 19 0,0 0-16 15,0 0 19-15,0 1 19 0,0 0 57 16,0 3 29-16,0 0-36 0,0 3-2 15,0-1-4-15,0 0-31 16,0 2 5-16,0-1-11 0,0 0-14 16,0 0-10-16,0-1-1 0,0 2-1 15,0-1 3-15,0 3 1 0,-4 1 21 16,-2 0-6-16,-3 1 6 0,-1 3 6 16,-2 1-15-16,-2 3-15 0,-2 1-1 0,-4 3 0 15,-1 0-13-15,-1 4-18 0,-4 1-19 16,-1 3-16-16,-2-1 25 0,-1-1 9 0,1 1 29 15,1-1 0-15,1-3-10 0,0 0 11 16,-1 0 2-16,1 1 1 16,-4 0 0-16,3-4 0 0,2-1 25 15,6-5 5-15,5-6-31 0,5-3 0 0,2-3-28 16,2-1 2-16,1-1-5 0,2-1-20 16,3-2-37-16,0 0-33 0,0 0 38 0,0 0 7 0,0 2-122 15,5-2-249-15,2 0-110 0,2 0-203 16,-1 0-298-16,4-4 801 0</inkml:trace>
  <inkml:trace contextRef="#ctx0" brushRef="#br0" timeOffset="188176.365">14039 16158 2290 0,'0'0'452'16,"0"0"-169"-16,0 0-72 0,0 0 98 16,28 66-3-16,-20-31-60 0,0 6-81 0,-4 5-59 31,3 2-29-31,-4 1-6 0,-2 0-6 0,-1 2-15 15,0-2-30-15,-4-1-20 0,-6-1-3 16,1-4-18-16,2-6-7 0,1-9-18 16,2-9-103-16,3-9-100 0,-1-5-2 0,2-5-90 15,0-7-249-15,0-6-625 0,0 2-226 16,-1-15 1124-16</inkml:trace>
  <inkml:trace contextRef="#ctx0" brushRef="#br0" timeOffset="188571.583">14075 16198 2237 0,'0'0'565'15,"0"0"-157"-15,0 0-93 0,93-52 17 0,-60 37-65 16,3 2-102-16,1 0-56 0,-1 4-29 0,-3 0-12 16,-5 8-15-16,-5 1-19 0,-6 0-34 15,-7 6-18-15,-4 6 18 0,-6 4 17 16,-1 9 4-16,-14 7 4 0,-6 6-22 0,-8 6-2 15,-3 1-1 1,0 0-3-16,-1-2 3 0,4-5 0 16,6-6 68-16,4-3-13 0,4-8-3 0,6-2-52 0,6-2-9 15,3-4-25-15,3-1 6 0,7 0 4 16,7 1-22-16,3 0-13 0,-1 0 25 16,4 0 7-16,-3 1 26 0,-1 0 1 15,-2 0 1-15,-3-1 11 0,-2 1 0 16,-4-2 13-16,-3 1 21 0,-2 0 19 15,-3 2-1-15,0 0-5 0,-8 2-32 16,-8 2-27-16,-5 0-10 0,-3 2-64 16,-5-2-46-16,-5 0-34 0,-4-1-13 15,-5-1-88-15,0-4-129 0,-3-1-265 0,11-5-784 16,-18 4-211-16</inkml:trace>
  <inkml:trace contextRef="#ctx0" brushRef="#br0" timeOffset="189989.109">13301 17274 303 0,'0'0'277'16,"0"0"1163"-16,0 0-867 0,0 0-110 15,0 0-131-15,0 0-15 0,0 0-37 16,0 0-57-16,0 0-67 0,0 0-69 0,12 0-35 0,-9 6-21 15,2 3-29-15,3 6 20 0,2 5 2 0,0 5-21 16,4 5 1-16,-2 2-1 0,1 2 24 16,-3 0-25-16,-1-2 14 0,2-4-15 15,-2-1 1-15,0-6-2 0,2-2-3 16,-1-4 0-16,0-5 0 16,4-2 1-16,1-5 2 0,2-3 46 15,1-3-31-15,2-9-15 0,1-4-34 16,0-6 7-16,2-3-4 0,-3-3-3 15,0-2-12-15,-1 0 15 0,-4-1 6 0,-3 1-3 16,-2 2 0-16,-5-1-3 0,-4 4 12 16,-1 1-12-16,0 2 30 0,-6 5-2 15,0 1-11-15,-2 4 14 0,0 1 15 0,0 7-12 16,2 3 22-16,0 1-25 0,-1 1-14 16,-3 9-48-16,1 7-4 0,-1 3 26 0,0 8 12 15,0 5 28-15,1 2 3 0,2 4 15 16,-3 0-16-16,4 2-2 0,-1 1-2 15,3 1-22-15,-2 0 2 0,3-1 3 16,0 3 19 0,2-1 0-16,-2 1 3 0,2-2 38 0,1-3-40 15,0-2 1-15,0-1-2 0,0-1 0 16,1-5-3-16,5 2-35 0,1-5 13 16,-1-5-57-16,-2-5 13 0,3-4-16 15,-1-3-70-15,1-6-140 0,0-1-181 16,-2-4-539-16,-1 0-564 0,-1 0 1429 0</inkml:trace>
  <inkml:trace contextRef="#ctx0" brushRef="#br0" timeOffset="192963.717">14957 16584 947 0,'0'0'1974'0,"0"0"-1545"0,0 0-229 0,0 0 0 16,0 0-2-16,0 0-3 0,0 0-24 15,0 0-31-15,95-22-1 0,-56 12 5 16,0 1-51-16,3 0-67 16,-5 2-26-16,-2 1-18 0,-3 0-19 0,-3 3-28 15,-4 0-79-15,-2 2-48 0,-8-1-7 0,-3 2-106 16,-7 0-303-16,-5 6-507 0,0 0-530 16,-13 7 1117-16</inkml:trace>
  <inkml:trace contextRef="#ctx0" brushRef="#br0" timeOffset="193172.862">15011 16696 1451 0,'0'0'501'0,"0"0"566"0,0 0-821 16,0 0-131-16,0 0 53 0,0 0 82 15,0 0-21-15,0 0-50 0,0 0-17 0,0 0-29 16,111 60-25-16,-77-53-34 0,4-2-25 0,-4 1-18 0,2-3-19 15,-4-1-12-15,-2-2-2 0,0 0-32 16,1 0-110-16,-3-2-39 0,3-3-34 16,0-2-94-16,0 1-294 0,-8-1-829 0</inkml:trace>
  <inkml:trace contextRef="#ctx0" brushRef="#br0" timeOffset="194016.297">15368 17229 835 0,'0'0'199'16,"0"0"907"-16,0 0-630 0,0 0-81 15,0 0-110-15,0 0 39 0,0 0-62 16,0 0-64-16,0 0-79 0,0 0-32 16,-83 41-6-16,77-16 9 0,1 9 30 15,2 2 40-15,3 1-64 16,0 1-38-16,0-5-27 0,6-5-14 0,0-6-17 16,1-7-12-16,5-6 9 0,-1-7-22 0,8-2-36 15,2-10-7-15,3-5-18 0,2-7-16 16,-3-4-21-16,-3-4 11 0,-4 1 22 15,-3-1 40-15,-3 5 38 0,-2 3 12 0,-5 5 1 16,0 3 39-16,-3 6 7 0,0 2 15 16,0 5 40-16,0 1 4 0,0 0-32 15,0 0-22-15,0 4-18 0,0 2-11 16,2 2-22-16,1 5 11 0,2 1 3 16,1 1-3-16,0-2-12 0,-2-1-13 0,3-7-18 15,3-2-138-15,0-3-60 0,5-4 33 16,4-9-125-16,1-8-375 0,0-3-710 15,-3 3-234 1,8-17 1565-16</inkml:trace>
  <inkml:trace contextRef="#ctx0" brushRef="#br0" timeOffset="194300.93">15826 17048 395 0,'0'0'384'16,"0"0"1571"-16,0 0-1369 0,0 0-259 15,0 0-103-15,0 0 44 0,0 0-47 16,-44 69-60-16,29-46-53 0,0 1-22 0,1-1-31 15,3 1-21-15,1-5-34 0,4-2-14 16,3-3-2-16,3-2 4 0,0-5-10 0,10 0 1 16,5 0-59-16,1-2 18 0,5 0 22 15,1-3 22-15,1 1 5 0,-3 0 12 16,0 0 1-16,-5 2 2 0,-1 0 26 16,-5 1 55-16,-4 3-12 0,-3 2-12 0,-2 1-7 15,0 4-9-15,-4-3-6 0,-4 4-16 16,-1-3-19-16,-3-1 0 0,1-3 0 15,1-1-2-15,-1-3-30 0,1 0-53 0,0-4-49 16,-2-1-38 0,4-1-69-16,-1 0-68 0,0 0-151 0,4 0-169 15,2-1-626-15,0-1-58 16,3-4 1131-16</inkml:trace>
  <inkml:trace contextRef="#ctx0" brushRef="#br0" timeOffset="195657.045">15728 17987 885 0,'0'0'88'16,"0"0"1163"-16,0 0-801 0,0 0-129 16,0 0-87-16,0 0-68 0,0 0-81 0,0 0-81 0,0 0-4 15,-73 64-29-15,60-48 29 0,0 3 17 16,1-3 12-16,4 0-1 0,2-3 48 16,3-2 25-16,0-2 0 0,3-2-38 15,0-3-44-15,7 2-18 0,6-1 53 16,6-4-7-16,4 1 3 0,3-2-50 0,2 0-1 15,-1 0-3 1,-4 0-8-16,-6 0-1 0,-2 0 1 0,-4 0 12 0,-2 4 11 16,-2 2 44-16,-3 1-12 0,-1 4-11 15,-1-1-11-15,-1 3 1 0,-1-1-19 16,0 0 1-16,-1-1-2 16,-4 0 1-16,-1-1 12 0,-3-1 1 0,-2 0-4 15,0-1-10-15,-5 0-2 0,4-2-10 16,-5-2-49-16,4-1-50 0,-1-3-12 0,2 0-30 15,3 0-54-15,1-7-68 0,5-4-146 16,3-2-217-16,3-5-673 0,5 3 813 16,10-11 59-16</inkml:trace>
  <inkml:trace contextRef="#ctx0" brushRef="#br0" timeOffset="196320.533">16008 18034 434 0,'0'0'1261'0,"0"0"-128"0,0 0-758 0,0 0-139 15,0 0 5-15,0 0-17 0,17 68-93 16,-8-64-89-16,-1-2 14 0,3-2-35 0,1-3-21 16,2-6-31-16,-3-1 6 0,2-4 0 15,-3-2-32-15,0 1-19 16,-3-2 1-16,-2 3 25 0,-1 1 2 16,-4 3 7-16,0-1 0 0,0 3 41 15,-1-1 10-15,-7 2 21 0,-4 0 32 16,0-1-19-16,-4 4-37 0,0 0-7 15,-2 4-19-15,0 0 0 0,-2 6-41 0,5 8-22 16,0 7 82-16,3 6 13 0,2 7 28 16,1 7 41-16,5 1-4 0,3 2-5 0,-1-1-29 15,2-2 3-15,0-8-6 0,6-6-28 16,4-8-1-16,4-9 26 0,6-5-38 16,1-8-50-16,5-12-33 0,1-8 11 0,0-8-13 31,2-6-82-31,-3-9-115 15,-1-2-82-15,1-5-180 0,-2-1-136 0,1-1-14 16,-4-2-52-16,-2 4 642 0,-2 1 61 0,-4 3 43 16,-2 6 157-16,-2 5 94 0,0 8-134 15,-1 7 505-15,0 9 32 0,-2 6-120 16,1 5-177-16,0 3-17 0,1 4 19 0,4 7-60 16,1 4-94-16,5 6-58 0,-1 3-8 15,3 6 10-15,-1 6-17 0,-2 3-9 16,2 4 3-16,-5 2-22 0,-1 2-19 0,-3-1-30 15,-4-2-30-15,-1-2-22 0,-1-4-3 16,-4-6 0-16,0-7-34 0,0-4-33 0,0-5-37 16,0-6-30-16,0-5-8 0,-3-3-27 31,-3-2-36-31,-4-4-170 0,-2-4-289 0,-3-4-368 16,-1-5 308-16,-3-3 125 0,-2-1-81 15,-1-3 678-15,-4 0 4 0,1-2 170 16,-1 2 66-16,6 0 460 0,7 5-48 15,5 3-58-15,8 5-91 0,0 1-106 16,10 2-123-16,8-3-37 0,7-1-46 0,7-2-68 16,6-4-78-16,7-2-43 15,3-4-2-15,-1-2-72 0,2-1-113 0,-5-2-162 16,-13 10-338-16,8-11-1353 0</inkml:trace>
  <inkml:trace contextRef="#ctx0" brushRef="#br0" timeOffset="196881.166">17054 16192 804 0,'0'0'287'0,"0"0"159"0,0 0 191 0,0 0-207 0,0 0-144 16,0 0-13-16,0 0-12 15,0 0-13-15,0 0-25 0,0 0-52 16,0 0-50-16,-7 39-30 0,0-8-1 15,-2 11-6-15,0 10 14 0,-2 7 4 0,-1 7-37 16,2 5-50-16,-4 4-15 0,-1 0-21 16,-2 0-4-16,0-3 4 0,0-5-7 15,2-10-15-15,1-9 15 16,4-14-9-16,4-13-16 0,4-10 1 0,2-11-97 0,0-7-20 16,6-13-86-16,6-11-26 0,3-12-97 0,4-9-52 15,1-10-223-15,-2-5-513 0,1-2 491 16,-2-2 431-16</inkml:trace>
  <inkml:trace contextRef="#ctx0" brushRef="#br0" timeOffset="197224.023">17028 16473 102 0,'0'0'23'16,"25"-99"241"-16,-15 61-146 0,-3 8 45 0,1 10-23 16,-5 7 1192-1,0 6-847-15,-1 3-124 0,-1 4-102 0,1 0-52 16,2 6-71-16,3 7-3 0,6 6 18 16,5 11-16-16,6 10-2 0,3 8-5 15,2 7 8-15,0 3 6 0,-2 4-15 16,-5 0-44-16,0 0-28 0,-5-6-36 15,-4-3-19-15,-4-9-13 0,1-5 1 16,-5-9-22-16,0-7-49 0,-2-9-18 0,-2-5-11 16,1-5-15-16,-2-4-69 0,0 0-90 0,0-8-138 15,-5-5-29 1,-4-6-169-16,-5-4-10 0,-2-3-42 0,-2-4-21 0,-1 1 457 16,-4-1 238-16,-2-1 40 0,-5 3 80 15,3-1 174-15,-4 3-151 0,4 2 629 16,5 6-203-16,4 7-135 15,6 3-67-15,4 6-27 0,6 1-41 16,2 1-59-16,2 0-44 0,10 3-61 16,7 5-1-16,7 2 25 0,6-1-29 0,3 1-53 15,2-3-52-15,0-2-25 0,1-5-12 16,1 0-81-16,1-9-84 0,0-5-98 16,-1-4-134-16,0-3-591 0,-13 6-1199 15,3-9 1837-15</inkml:trace>
  <inkml:trace contextRef="#ctx0" brushRef="#br0" timeOffset="197391.568">17801 16396 766 0,'0'0'404'16,"0"0"978"-16,0 0-803 0,76 87-80 0,-43-48-105 0,2 3-87 16,5 2-88-16,1-3 3 0,2-3-96 15,-1-7-94-15,-2-3-32 0,-1-6-80 16,-3-4-104-16,-2-5-45 0,-5-4-35 0,0-8-157 15,-5-1-269-15,-8-7-865 0</inkml:trace>
  <inkml:trace contextRef="#ctx0" brushRef="#br0" timeOffset="197540.592">18108 16433 1380 0,'0'0'1874'0,"0"0"-1613"0,-67 98-204 0,44-53 105 15,-3 8 162-15,2 2-56 0,6-2-82 16,1-2-68-16,3-6-60 0,5-5-58 16,1-8-78-16,5-7-194 0,3-6-101 15,0-7-272-15,1-10-879 0</inkml:trace>
  <inkml:trace contextRef="#ctx0" brushRef="#br0" timeOffset="197756.217">18547 16340 68 0,'0'0'2361'0,"0"0"-1778"16,19 97-113-16,-13-48-57 0,-3 1-74 0,0 0-106 16,-1-1-63-16,-2-1-66 0,0-6-64 0,0-4-40 15,0-3-27-15,-2-10-99 0,0-7-32 16,-1-9-25-16,2-7-115 0,-2-2-292 15,1-6-1054-15,-6-14-78 0</inkml:trace>
  <inkml:trace contextRef="#ctx0" brushRef="#br0" timeOffset="198105.828">18426 16347 435 0,'0'0'489'16,"0"0"1082"-16,0 0-1107 0,0 0-179 15,0 0 23-15,0 0 65 0,84-29-138 16,-55 27-113-16,-1 2-54 0,1 0-68 15,-2 0-12-15,-5 4-32 0,-2 5 1 16,-8 4 27-16,-4 4 16 0,-5 5 19 0,-3 5 3 16,-6 5 3-1,-3 0-22-15,-3-2 40 16,2-1 10-16,1-5 12 0,4-5-16 0,2-1-30 16,3-6-19-16,3-4-3 0,7 1-19 15,7-1 4-15,4-1 18 0,1 1 2 0,4 2-1 0,0-1 1 16,0 4 13-16,-3 1 4 0,-6 2 15 15,-1 4 34-15,-3 2 6 0,-5-2-19 16,-3 4 80-16,-4 1-40 0,-1-1-34 16,-4 2-21-16,-7 0-13 0,-2-1-2 0,-6-1-23 15,-1-4-2-15,-2-2-2 0,-2-4-69 16,-4-2-20-16,1-6-29 0,0-3-39 16,-1-3-67-16,2-2-59 0,-1-5-234 15,-4-2-443-15,9 1-754 0,-15-8 1094 0</inkml:trace>
  <inkml:trace contextRef="#ctx0" brushRef="#br0" timeOffset="199359.979">19596 17001 1505 0,'0'0'1127'16,"0"0"-671"-16,0 0-229 0,0 0-160 16,0 0 38-16,0 0 47 0,0 0-57 15,0 0-95-15,0 0-7 0,-2 78-15 16,4-52 3-16,1 2 4 0,-1 1-4 16,0-5-10-16,-2-4-9 0,0-3-70 15,0-10-48-15,-4-3-74 0,1-4-94 16,-4-4-355-16,1-3-798 0,-6-11 1232 0</inkml:trace>
  <inkml:trace contextRef="#ctx0" brushRef="#br0" timeOffset="206726.55">20326 16101 1421 0,'0'0'2052'16,"0"0"-1660"-16,0 0-282 0,0 0 7 15,-25 85 160-15,24-50-39 0,1 3-44 0,0 3-81 16,4-1-45-16,4-3-26 0,1-3-41 15,1-4 1-15,-1-6-4 0,2-5 1 16,-3-5-29-16,2-3 2 0,0-6 7 16,0-4 3-16,0-1-56 0,4-11-6 0,1-9 22 0,1-4-4 15,0-6 19-15,-1-2 29 0,-1-1 14 16,0-1 0-16,0 5 0 0,0 3-13 16,0 5-2-16,0 6 12 0,-2 5-19 31,-2 3 7-31,0 6-13 0,-2 1 25 0,-2 1 3 0,1 7 43 15,-1 4-6-15,0 3 3 16,-2 0 4-16,1-2-4 0,-1 0 6 16,0-3 9-16,-1-3 3 0,0-5-18 15,4-2-22-15,0 0-16 0,4-5 63 16,4-8-1-16,3-6-30 0,0-3-4 16,2-6-14-16,-2-3-16 0,-3-1-52 0,0-2-55 15,-1 1-37-15,-3 0-52 0,-3 0-163 16,4 6-216-16,-5 6-526 0,7 2-585 0</inkml:trace>
  <inkml:trace contextRef="#ctx0" brushRef="#br0" timeOffset="206926.808">21107 16048 218 0,'0'0'2605'0,"0"0"-2169"0,0 0-159 16,-7 83 114-16,2-53-22 0,4-1-149 0,-2-1-102 15,1-1-90-15,2-4-28 0,0-4-68 16,0-2-53-16,0-6-28 16,0-5-53-16,-1-4-50 0,-1-2-35 15,-1 0-187-15,-5-15-865 0</inkml:trace>
  <inkml:trace contextRef="#ctx0" brushRef="#br0" timeOffset="207089.855">21043 15804 2940 0,'0'0'609'0,"0"0"-384"0,0 0 13 0,0 0 75 16,0 0-90-16,0 0-93 0,82 8-102 15,-53-6-28-15,4-2-173 0,2 0-137 16,-2 0-130-16,-7 0-326 0,4 0-1071 0</inkml:trace>
  <inkml:trace contextRef="#ctx0" brushRef="#br0" timeOffset="207244.055">21408 16056 1876 0,'0'0'1180'16,"0"0"-743"-16,0 0-118 0,0 0-66 16,0 0 105-16,0 0-133 0,97 12-126 15,-66-22-64-15,2-2-35 0,5-5-3 0,-2-4-40 16,0-3-80-16,-2-2-130 0,-2-1-157 0,-10 8-293 15,1-9-758-15</inkml:trace>
  <inkml:trace contextRef="#ctx0" brushRef="#br0" timeOffset="207453.353">21568 15681 1869 0,'0'0'777'0,"0"0"-327"0,-7 98-23 0,4-54 21 15,1 9-20-15,1 1-125 0,-1 0-95 16,2-3-46-16,0-3-73 0,0-2-77 16,0-6-12-16,0-7-85 0,5-4-53 15,2-10-6-15,3-7 12 0,3-10-22 16,4-4-135-16,2-14-132 0,6-9-105 0,-7 0-446 0,8-23-477 0</inkml:trace>
  <inkml:trace contextRef="#ctx0" brushRef="#br0" timeOffset="207774.005">22012 15421 1717 0,'0'0'1377'15,"0"0"-1116"-15,0 0-124 0,8 72 123 16,-8-36 92-16,0 4-31 0,-3 5-80 0,-5 3-75 16,-1 1-35-16,1-2 10 0,-3 0 20 15,2-4-72-15,1-7-80 0,2-5-9 16,3-4-34-16,1-8-75 0,2-7-16 15,0-5 39-15,0-6 16 0,5-1-1 16,3-8 7-16,7-6 52 0,0-5 0 0,4-3 11 16,-2 0 2-16,0 5-2 0,-4 3-10 15,-1 8-10-15,-7 6 21 16,1 5 15-16,-3 12 141 0,-1 4-42 0,-1 8-47 16,-1 2-34-16,0 0-11 0,0-1-12 15,0 1-10-15,3-5-15 0,2-4-7 16,1-4-11-16,0-8-22 0,3-3-92 0,2-7-47 0,1 0-83 15,1-8-249-15,-2-1-498 16,-1-7-883-16</inkml:trace>
  <inkml:trace contextRef="#ctx0" brushRef="#br0" timeOffset="208375.843">23182 15886 691 0,'0'0'1038'0,"0"0"49"0,0 0-794 0,0 0-79 15,0 0 8-15,-90-50-4 0,73 45-35 31,1 5-35-31,-2 0-5 0,2 10 28 16,-3 8-72-16,1 7-19 0,0 9 1 0,-1 2 8 0,6 3-9 16,1-5-16-16,4-7-61 0,2-8-3 15,5-8-49-15,1-6-22 0,1-5-5 16,11 0 2-16,5-8 55 0,8-8-5 16,3-9-54-16,1-4 1 0,-1-3-10 15,-4 0-6-15,-1 6 46 0,-4 4 16 0,-4 7 19 16,-5 8-35-16,0 6-9 0,-2 1 56 0,0 12 78 15,1 9 65-15,2 6-34 0,-3 4-19 16,5 4-16-16,-3 0-34 0,2 3-16 16,-1 0 7-16,0 4-9 0,-4 1 52 15,-3 2 9-15,-4 0 2 0,0 3-17 16,-7 0-32-16,-8-2-5 0,-2 1-19 16,0-5 4-16,-3-5-13 15,0-3 14-15,2-8-17 0,2-8-25 16,2-6-54-16,0-7-37 0,0-5-23 15,3-5-42-15,0-12-73 0,3-8-119 16,2 2-362-16,0-29-719 0</inkml:trace>
  <inkml:trace contextRef="#ctx0" brushRef="#br0" timeOffset="208644.963">23278 15793 414 0,'0'0'1955'16,"0"0"-1603"-16,0 0-40 0,0 0 122 15,0 0-124-15,0 0-100 0,76 55-52 0,-64-26-62 16,-4 5 13-16,-3-2 18 16,-3 5-3-16,-2-4-38 0,0-2-70 0,0-4-15 0,0-6 0 15,-2-7 0-15,1-5 0 0,0-6 1 0,1-3 28 16,0 0 13-16,0-1 37 0,4-11-25 16,5-6-18-16,6-6-20 0,2-5-17 15,5-6-21-15,1-3-22 16,2-4-67-1,1-1-53-15,0-2-81 0,0 5-119 0,-2 3-205 16,-4 12-431-16,7 0-259 0</inkml:trace>
  <inkml:trace contextRef="#ctx0" brushRef="#br0" timeOffset="208916.949">23709 15761 2372 0,'0'0'561'15,"0"0"-218"-15,-21 68 92 0,14-38 105 0,-1 4-95 16,1-1-135-16,4-4-112 0,3-4-88 0,0-7-64 15,3-7-45-15,9-3 14 0,-1-4-15 16,8-4-26-16,1-3 10 0,3-9 4 0,5-5-9 16,-3-5-28-16,1-2-6 0,-1-2-6 15,-5 0 40-15,-3 4-3 0,-4 1 12 16,-5 4 12-16,-4 2-4 0,-4 1-11 16,0 1 15-1,-6 3 25-15,-4 1 5 0,1 4-12 16,-3 3 19-16,1 2 10 0,-2 5-47 0,1 8-19 15,-2 4 7-15,0 3 11 0,2 2 1 16,4-4 0-16,2-4 0 0,3-3-52 16,2-4-146-16,1-1-51 0,0-2-141 0,1-4-307 0,6 0-605 15,6-7-654-15</inkml:trace>
  <inkml:trace contextRef="#ctx0" brushRef="#br0" timeOffset="209230.44">24019 15673 1964 0,'0'0'1040'15,"0"0"-593"-15,0 0-61 0,20 67-56 16,-14-34-41-16,-2 0-33 0,1 4-54 16,-1-3-27-16,-1-5-8 15,3-4-85-15,-1-4-82 0,1-6-6 0,0-5-27 16,1-6-22-16,-1-4-39 0,6 0-7 16,-2-10 15-16,5-7-12 0,1-6-15 15,4-4 8-15,-3-1 0 0,1-3 19 16,-3 1 39-16,0-1 25 0,-1-1 10 15,-5 4 12-15,-3 1 1 0,-1 7 43 16,-3 6 33-16,1 5 87 0,-3 5-23 0,0 4-43 0,2 2-6 16,-1 9-34-16,2 6 30 0,-1 7-17 15,-1 6-17-15,-1 4 7 0,0 3 18 16,0-1 18-16,0-3 3 0,0-2-97 16,-1-5-3-16,1-5-133 0,0-5-116 15,0-5-47-15,1-9-144 0,8-2-292 0,-4-7-567 16,9-18-438-16</inkml:trace>
  <inkml:trace contextRef="#ctx0" brushRef="#br0" timeOffset="209446.575">24505 15685 1937 0,'0'0'483'0,"0"0"-119"15,0 0 171-15,4 73 60 0,2-42-88 16,1 5-131-16,2 4-107 0,-1 7-71 0,1 7-91 15,-1 9-43-15,-4 9 8 0,-2 6 150 16,-2 5-83-16,0 1-112 0,-4-1-27 16,4-4-24-16,0-6-4 0,9-5-50 0,2-11-95 15,1-15-33-15,2-15-83 0,2-14-36 16,1-13-98-16,-5-7-359 0,10-30-926 0</inkml:trace>
  <inkml:trace contextRef="#ctx0" brushRef="#br0" timeOffset="209731.427">24542 15821 1322 0,'0'0'482'0,"0"0"253"0,0 0-291 0,44-65-76 15,-26 43-60-15,5 0-94 0,1 3-54 16,2 0-55-16,-2 4-28 0,2 4-14 15,-2 4 5-15,4 6 56 0,-5 1 34 0,1 9-72 16,-1 7-28-16,-4 5-58 0,-2 8 19 0,-8 3-17 16,-4 2 13-16,-5 3-14 0,0-1 17 15,-11 0-18 1,-3-3-3-16,-6 0-12 0,-5 0-10 0,-1-2-24 16,-4-3-24-16,1-3-5 0,2-6-14 15,-2-5-51-15,4-2-22 0,-1-7-55 16,4-5-126-16,3 0-398 0,-9-6-1056 0</inkml:trace>
  <inkml:trace contextRef="#ctx0" brushRef="#br0" timeOffset="210279.729">25873 15106 1410 0,'0'0'147'16,"0"0"1194"-16,0 0-871 0,0 0-58 0,0 0-72 15,0 0-42-15,0 0-35 16,0 0-66-16,0 0-57 0,0 0-30 0,8 85 0 16,-1-35-25-16,-2 11 3 0,0 5-51 15,0 7-13-15,-1 2-24 0,-4 0 0 16,2-3-15-16,-2-5-6 0,0-6-4 0,0-6-51 0,1-11-61 0,4-10-12 31,1-8-41-31,5-9-90 0,2-10-368 16,0-2-725-16,9-11-801 0</inkml:trace>
  <inkml:trace contextRef="#ctx0" brushRef="#br0" timeOffset="210676.137">26270 15694 3014 0,'0'0'463'16,"0"0"-298"-16,0 0 238 0,-57 85 105 0,42-55-143 16,1-3-145-16,4-4-95 0,4-5-61 15,4-8-46-15,1-2-18 0,1-5-22 16,0-2-17-16,0-1-1 0,0 0 22 0,4-1 6 0,2-6 12 0,4-3 3 16,2 0-3-16,-1-5-47 0,3 2-29 15,-2-1-7-15,3 1 10 0,0-2-16 16,2 0 9-16,-2-1 9 0,1 0 42 15,-2-1 29-15,0 4 2 0,-5 1 32 16,-1 2-7-16,-2 2 4 0,-4 4 15 16,-2 1 25-1,0 2 5-15,0 1-27 0,0 0-12 0,0 0 27 16,2 7-64-16,-1 4 18 0,1 5-18 16,-1 3 28-16,2 3-4 0,-1-2 22 15,2-2-7-15,0-2-39 0,0-2-10 16,2-6-5-16,2-2 12 0,1-1 2 0,0-5 0 15,1 0-26-15,5 0-24 0,1-6-32 16,1-5-15-16,2 2-24 0,-1-3-59 0,-2 0-85 0,1 1-80 16,1 3-117-16,-4 0-156 0,-4 3-388 15,2-1-258-15</inkml:trace>
  <inkml:trace contextRef="#ctx0" brushRef="#br0" timeOffset="211048.713">26742 15483 2070 0,'0'0'1455'0,"0"0"-1180"0,0 0-209 0,0 0 133 16,0 0 190-16,-8 81-69 0,8-49-81 16,0 2-65-16,3-2-28 0,2-4-24 15,5-2-34-15,-2-5-61 0,3-2-27 16,0-5-21-16,0-4 3 0,0-3-7 0,4-5-8 15,3-2-3-15,3-8-7 0,2-7 16 16,3-5 6-16,3-5-25 16,-3-2-6-16,2-1 19 0,-3 3 11 15,-2 3 7-15,-3 3 0 0,-3 5 12 16,-5 5-31-16,-4 6-5 0,-6 3 26 0,3 5 13 0,-1 9 119 16,-1 4-39-16,2 5-44 0,-1 1-18 0,1 2 1 15,0-4-17-15,2-1-2 0,3-4-2 16,4-5-12-16,3-3 14 0,4-8 34 15,3-1 17-15,5-11-18 0,1-9-33 16,1-4-28-16,-2-4-41 0,-4-1-47 0,-3 1-76 16,-3 2-99-1,-7 0-223-15,-4 9-656 0,-8-7-1126 0</inkml:trace>
  <inkml:trace contextRef="#ctx0" brushRef="#br0" timeOffset="-212272.555">21043 17524 280 0,'0'0'382'0,"0"0"-141"16,0 0-29-16,0 0-157 0,0 0-55 0,0 0-34 15,0 0-25-15,0 0-13 0,0 0-26 16,0 0 98-16,-7-5 40 0,7 6 106 15,0 1-9-15,0-1-39 0,0-1-23 16,0 0-4-16,0 0 280 0,0 0 175 16,0 0-174-16,0 0-124 0,0 0-26 0,0 0-10 15,0 0-43-15,0 0-28 0,-1 0-1 0,-1 0 22 16,-2 0 36-16,-2 1-42 0,-5 1-74 16,-2 2-43-16,-5 1 6 0,1 2 3 15,-3 5 12-15,0 1 0 0,-1 5-2 16,1 2-1-16,3 4 0 0,0 3-3 15,4 3 3-15,3 4-19 0,5 4-5 16,5 3-13-16,0 2 10 16,6 1-10-16,5 1-2 0,1-2-1 0,4-5-31 15,0-6-18-15,2-6-7 0,4-7-22 16,3-7 10-16,4-7-10 0,4-5-22 16,3-5-64-16,2-10-82 0,-1-6-119 15,-3-2-189-15,-9 5-118 0,8-11-426 0</inkml:trace>
  <inkml:trace contextRef="#ctx0" brushRef="#br0" timeOffset="-211876.924">21466 17729 1246 0,'0'0'231'0,"0"0"296"0,0 0-86 0,0 0-116 16,0 0-42-16,0 0 27 0,0 0-63 16,0 0-73-16,0 0-35 0,0 0-23 15,0 0-9-15,14-23-26 0,-14 47-3 0,-4 2-10 16,-1 1-21-16,1-1-7 0,-2-4-25 15,2-2 1-15,1-4-16 0,0-3-19 0,0-6-21 16,3-2-4-16,0-2-2 0,0-3-1 16,0 2 10-16,0-2-13 0,0 0-31 15,0 1-4-15,7-1 59 0,-2 1 23 16,1-1-32 0,-1 0-25-16,3 0 10 0,3-2 19 15,-1-7-24-15,4 0 55 0,-1-4 0 16,2-4-34-16,-1-1-10 0,1-3 10 0,-2 2 34 15,-2 2-23-15,-3 2 23 0,-2 4 13 0,-1 4 28 16,-4 3 32-16,-1 4 9 0,0 0-26 0,0 0 32 16,0 2-41-16,0 7-47 15,0 3-18-15,-1 5 9 0,1 1 9 16,0 2 2-16,0 2 43 0,0-3-25 16,1 1-20-16,5-4-52 0,0-2 12 15,1-2-61-15,0-4-75 0,3-3-116 16,1-5-27-16,1 0-130 0,-3-2-289 0,1-9-531 0</inkml:trace>
  <inkml:trace contextRef="#ctx0" brushRef="#br0" timeOffset="-211574.779">21950 17796 2096 0,'0'0'733'15,"0"0"-463"-15,0 0-56 0,0 0 167 0,1 66-76 0,-1-38-117 0,-3-1-85 16,-1 3-56-16,0-2-44 0,1-2-3 15,1-2-23-15,1-5-27 0,1-2-21 32,0-4-127-32,0-6 0 0,0-4-169 15,1-3-283-15,2-1-442 0,-1-15-273 0</inkml:trace>
  <inkml:trace contextRef="#ctx0" brushRef="#br0" timeOffset="-211192.291">22193 17410 1907 0,'0'0'654'16,"0"0"-332"-16,0 0-107 0,0 0 190 15,0 0-33-15,5 74-170 0,-5-39-99 0,-8 2 19 16,-2 4-14-16,0-1 19 0,-3-2-44 16,3 0-36-16,-1-2-47 0,1-1-14 15,1-4-10-15,3-8 8 0,2-6 14 16,2-6-19-16,2-8-13 0,0-3-13 15,5 0 7-15,5-1 40 0,4-5 28 0,5-2 21 32,4-3-15-32,1 1-31 0,2 3-3 0,2-1-18 15,-2 4-4-15,1 2 1 0,2 2 21 16,-2 0 9-16,-4 6-9 0,-3 2 0 16,-4 0 16-16,-1 1 0 0,-7 3 2 15,-2 0-2-15,-3 1 2 0,-3-1 7 0,-3 4 15 16,-8 0 12-16,-7 2-24 0,-3-2-17 15,-4 0-11-15,-4-3-15 0,1-2-62 0,-1-3-53 16,0-6-43-16,2-2-32 0,1 0-31 16,1-6-104-16,5-6-173 0,4 1-576 0,-4-14-499 15</inkml:trace>
  <inkml:trace contextRef="#ctx0" brushRef="#br0" timeOffset="-210398.2">21690 17845 300 0,'0'0'261'16,"0"0"-66"-1,0 0 69-15,0 0-78 0,0 0 3 0,0 0 22 0,0 0-28 16,0 0 60 0,0 0-26-16,-47-66-61 0,44 59 21 0,1 0 10 0,2 2-16 15,-1 1-5-15,-2 3 23 0,3 0-5 16,0 1-50-16,-1 0-46 0,-1 0 22 16,-1 0 1-16,1 0-36 0,-3 0-18 15,2 0 0-15,0 0-29 0,-1 0-7 16,0 0 1-16,-2 1 9 0,0-1-9 15,-1 0-21-15,-2 1-1 0,-1-1-3 0,0 2 1 16,1-1-17-16,-2 1 19 0,1 1-31 16,0 2 13-16,-2 2-14 0,2 0-11 15,3 2-5-15,-3 1-3 0,4 0 11 16,0 2-1-16,1 0 3 0,2-2-25 0,1 0-114 16,2 1-118-16,0-1-169 15,3 1-136-15,2-1-215 0,5 3-459 0</inkml:trace>
  <inkml:trace contextRef="#ctx0" brushRef="#br0" timeOffset="-209960.23">22892 17592 1826 0,'0'0'629'0,"0"0"-322"0,0 0-134 0,0 0-12 16,0 0-11-16,0 0-48 0,49 76-48 0,-44-64-22 15,0 2-32-15,-3 2 1 0,-2-1 18 16,0 3-3-16,-4 3 6 0,-7-1-3 15,-3 2 3-15,1 1-3 0,-3-1-7 16,0 1-12-16,-2 1-35 0,-1-4-92 0,5-4-243 16,-7 2-647-16</inkml:trace>
  <inkml:trace contextRef="#ctx0" brushRef="#br0" timeOffset="-208787.436">23720 17545 918 0,'0'0'176'16,"0"0"794"-16,0 0-468 0,0 0-71 15,0 0-111-15,0 0-18 0,0 0-47 0,-85-47-12 0,73 45-28 32,0 2-33-32,2 0-40 0,-1 2-12 15,-1 5 17-15,-4 3-19 0,0 6-39 16,-4 8 11-16,0 7 46 0,-6 6-30 0,2 8-38 0,-4 7-17 15,-1 9-4-15,2 4-29 0,3 3-10 16,2 2-16-16,8-5 0 16,6-4-2-16,5-9-18 0,3-6 0 15,14-12-31-15,8-10-21 0,7-9-11 0,10-11-65 16,3-4-64-16,9-14-41 0,0-6-136 16,0-8-153-16,-12 6-504 0,11-14-520 15</inkml:trace>
  <inkml:trace contextRef="#ctx0" brushRef="#br0" timeOffset="-208373.251">24214 17673 1554 0,'0'0'446'15,"0"0"560"1,0 0-747-16,0 0-109 0,0 0 46 15,0 0 73-15,-83 32-30 0,63-6-46 16,-3 8-53-16,-1 7-23 0,2 4-15 16,-1 3-16-16,5-2-19 0,4-4-30 0,2-6-37 0,6-11-10 15,4-8-30-15,2-8-61 0,6-6-56 16,8-3 45-16,6-9 50 0,1-5 28 16,3-9-44-16,2-3-43 0,-1-5-24 15,-2-1-3-15,-1 3 41 16,-2 1 57-16,-6 4 28 0,0 2 19 0,-2 6 0 15,-5 3 3-15,-2 5 26 0,-1 6 59 16,-1 2 107-16,-3 1 0 0,3 10-68 16,-3 4-62-16,2 7-18 0,0 3-29 15,1 5-13-15,1 0-2 0,1-1-11 0,0-2 8 0,2-3-16 32,-1-4-3-32,1-6-27 0,2-4-88 15,3-7-86-15,-4-3-36 0,3-1-32 16,0-10-122-16,0-4-192 0,-5 3-661 15,1-13 307-15</inkml:trace>
  <inkml:trace contextRef="#ctx0" brushRef="#br0" timeOffset="-207787.053">24013 17571 1288 0,'0'0'153'15,"0"0"988"-15,0 0-867 0,0 0-206 0,0 0 21 16,0 0 139-16,0 0 4 0,0 0-86 0,0 0-95 16,0 0-36-16,-4-59 36 15,17 45 2-15,3-3 14 16,-2 5-11-16,1 1 1 0,-1 1 5 16,-4 5 27-16,2 2-5 0,-4 3-12 15,3 0-10-15,-2 1-16 0,2 6 16 0,0 3 10 0,-1 2-5 16,2 1-23-16,-2 3-23 0,4-3-5 0,-2 1-15 15,2-4 1-15,1-3-2 0,3-1-3 16,-2-5 3 0,4-1 1-16,3-2 2 0,-2-9 15 0,0-2-18 15,2-3-1-15,-2-4-45 0,0 1-96 16,-4 0-47-16,1-1-39 0,-2 4-68 16,-6 3-294-16,1-1-884 0</inkml:trace>
  <inkml:trace contextRef="#ctx0" brushRef="#br0" timeOffset="-207257.817">24792 17963 404 0,'0'0'46'0,"0"0"120"0,0 0 974 16,0 0-572-16,0 0-123 0,0 0-82 16,0 0-44-16,0 0-63 0,0 0-35 0,0 0-26 0,-2 71-77 15,2-41-49 1,0 4-16-16,0-1-22 0,-6 3-31 0,3-4-27 0,2-4-20 16,1-7-83-16,0-6-53 15,4-8-62-15,7-4-91 0,0-3-143 0,5-14-33 16,1-6-587-16,-4 0-38 0</inkml:trace>
  <inkml:trace contextRef="#ctx0" brushRef="#br0" timeOffset="-206849.191">25218 17294 745 0,'0'0'771'0,"0"0"-63"0,0 0-378 0,0 0-82 15,0 0 230-15,0 0-37 0,18 76-174 16,-18-40-31-16,0 10-53 0,-2 7-28 16,-6 4-4-16,-1 2-13 0,-5 0-71 15,0-2-33-15,0-3-17 0,3-7-17 16,-3-6-52-16,6-9-24 0,4-10 5 16,2-10 16-16,2-5-25 0,6-7-13 0,8 0 7 0,2-7 86 15,7-7 2-15,3-3-1 0,-1 0-1 16,0-1-28-16,-4 5 0 0,-1 5-9 15,-3 5-10-15,1 3 47 0,-5 0 15 16,1 7 0-16,-4 4 7 0,-3 0 46 16,0 4-18-16,-1 0-4 0,-1 4-27 15,-3-1-4 1,1-1-3-16,-3 2-12 0,0-4 2 16,0 0 1-16,0-1 0 0,0-1 12 15,-7-1-15-15,-2-3-11 0,-2-1-39 16,-4-2-18-16,-3-1-15 0,-3-2-1 0,-2-3-50 15,1 0-67-15,0-7-120 0,2-5-102 16,0-4-123-16,1-5-178 0,1-4-476 16,4 6 551-16,-8-21 610 0</inkml:trace>
  <inkml:trace contextRef="#ctx0" brushRef="#br0" timeOffset="-206523.986">25015 17356 140 0,'0'0'822'16,"0"0"498"-16,0 0-859 0,0 0-152 16,0 0-28-16,0 0-14 0,56-66-37 15,-39 52-29-15,2 0-53 0,1-3-48 0,3 2-32 16,-4-3-43-16,1 4-14 16,-3 0-11-16,-3 6-24 0,-3 4-4 0,-2 2-28 15,-1 2 18 1,-2 4 38-16,2 6 2 0,-3 4 20 15,4 0-21-15,-3 3 18 0,0-4-17 16,-1 0 7-16,1-2-9 16,3-4-12-16,-4-1-1 0,4-2 1 15,-2-2 9-15,3-2-13 0,0 0-9 16,1-1-28-16,3-7-43 0,2-3-68 16,4-4-44-16,3-1-62 0,3-2-184 0,1-2-533 0,-6 7-582 0,10-3 1159 0</inkml:trace>
  <inkml:trace contextRef="#ctx0" brushRef="#br0" timeOffset="-206247.445">25814 17524 2442 0,'0'0'368'0,"0"0"-198"15,0 0 54-15,0 0 85 0,62 73-71 16,-50-53-81-16,1 0-66 0,-2 2-27 0,1-1-14 16,-1 0-22-16,-3 0-10 0,2-1-18 0,-3 0 1 15,-2 2-1-15,-2 0 0 0,-3 1-3 16,0-1 1-16,-2 4-10 0,-4 1-38 16,-5-1-14-16,-3 0-24 0,-3 2-12 15,0-4-10-15,0 1-7 0,3-4-64 16,1-3-177-16,0-4-357 0,4-5-1068 15,-4-6 1301 1</inkml:trace>
  <inkml:trace contextRef="#ctx0" brushRef="#br0" timeOffset="-205818.38">26279 17743 1646 0,'0'0'639'0,"0"0"80"15,0 0-329-15,0 0-156 0,0 0 47 0,0 0 101 16,0 0-60-16,92 22-116 0,-56-22-105 15,4 0-64-15,1-4-37 0,-3-3-6 16,-5-1-159-16,-3-1-23 0,-3 1-44 16,-7 2-100-16,-4 0-216 0,-6 4-477 0,-5 0-324 0,-5 2 237 15</inkml:trace>
  <inkml:trace contextRef="#ctx0" brushRef="#br0" timeOffset="-205667.725">26419 17856 1767 0,'0'0'1094'0,"0"0"-512"0,0 0-256 15,0 0-253 1,0 0-16-16,0 0 80 0,0 0 52 16,0 0 7-16,88 32-60 0,-54-32-81 15,4-1-55-15,2-5-9 0,-1-1-87 0,-2-1-115 16,2-2-146-16,-11 3-390 0,12-6-1334 16</inkml:trace>
  <inkml:trace contextRef="#ctx0" brushRef="#br0" timeOffset="-204996.244">27370 17371 212 0,'0'0'349'16,"0"0"456"-16,0 0 184 0,0 0-521 0,0 0-166 0,0 0-111 15,0 0-10-15,0 0 41 0,0 0-11 16,0 0-35-16,-32-45 21 0,22 45-61 16,0 3-71-16,-3 10-31 0,-3 7-3 0,-1 10-9 15,0 8 24-15,0 9 15 16,2 5 4-16,-1 0 3 0,2 1-19 0,3-4-22 15,0-5-15 1,7-7-12-16,2-9 3 0,2-8-3 0,2-3 0 16,7-9-25-16,2-2-21 0,3-6 0 15,4 0 15-15,1-6 16 0,3-7 0 16,4-6-13-16,-3-5-12 0,2-2 3 16,-3 0 3-16,-1-4 3 0,-1 1-9 0,-2-1-19 15,0-1 0 1,-3-2 13-16,-1 0-16 0,-4 1 12 0,-2 0 28 0,-5 1 22 15,-1 6 19-15,-2 3 3 0,0 5-7 16,0 6 7-16,0 5 3 0,0 4-23 0,0 2 1 16,0 2-3-16,0 10 0 0,4 7 9 15,-1 5 13-15,-1 5 0 0,-1 4 3 16,2 1 9-16,-1-2 28 0,1-3-16 16,1-4-28-1,0-8-18-15,5-1-46 0,1-8 0 0,2-1-22 16,5-5-100-16,2-2-19 0,4-6-132 15,1-5-335-15,-5-1-822 0</inkml:trace>
  <inkml:trace contextRef="#ctx0" brushRef="#br0" timeOffset="-204585.36">27131 17083 209 0,'0'0'218'15,"0"0"125"-15,0 0 951 16,0 0-779-16,0 0-132 0,0 0-63 16,0 0-62-16,-84 46-68 0,65-27-27 15,-2 7-9-15,-1 6-6 0,2 5-5 16,0 9-4-16,3 2-18 0,6 8-4 0,4 3-7 16,3 3-18-16,4 1-24 15,0 2-22-15,1-2-16 0,6-1-8 0,4 1-22 16,4-5-19-16,1-1 16 0,4-7-40 0,3-8-12 15,6-5-15-15,3-7 15 0,3-7-71 16,4-4-72-16,1-7-22 16,7-6-152-16,-10-3-236 0,22-8-894 0</inkml:trace>
  <inkml:trace contextRef="#ctx0" brushRef="#br0" timeOffset="-203475.551">28201 17098 143 0,'0'0'124'16,"0"0"232"-16,0 0 1091 0,0 0-965 16,0 0-124-16,0 0-83 0,0 0-42 0,0 0-93 0,0 0-42 15,-60 76-13-15,57-52-6 0,1 4 12 16,2 4 13-16,0 4-13 0,2 1-10 16,2 0 19-1,1 0-10-15,1-4-9 0,1-3-38 0,1-6-15 0,2-4-7 16,1-5-2-16,4-6 6 0,1-3-25 15,4-6-13-15,3-5-11 16,3-9-7-16,4-7-16 0,1-4-15 16,0-7-18-16,1-2-4 0,-2-1-16 15,-3 1 22-15,-1-2 8 0,-2 4 33 16,-4 0-29-16,-5 2 12 0,-1 2-3 0,-5 0-2 16,-2 1-17-16,-3-3-16 0,-2 4 19 0,-2 1 16 15,0 0-4-15,-5 4 4 0,0 4 57 16,-3 5 22-16,2 6 61 0,-3 6 69 15,-2 0-34-15,0 10-67 0,-2 6-51 16,0 7 0-16,-1 5 26 0,0 4 34 16,-1 3 19-16,0 2-26 0,2 3-18 15,0 3-17-15,-1 2 4 0,0 3 26 16,3 2 6-16,-1 1-11 0,1 1-27 0,3 0-16 16,-1-2-1-1,2 0-37-15,3-3 7 0,-1 0 19 16,5-6-42-16,0-5-59 0,2-5-23 0,6-10-66 15,5-6-138-15,2-8-234 0,-3-2-461 0,7-5-407 0</inkml:trace>
  <inkml:trace contextRef="#ctx0" brushRef="#br0" timeOffset="-202917.378">28682 17198 284 0,'0'0'349'0,"0"0"25"0,0 0 696 0,-3 76-652 16,3-46-144-16,0-1-62 0,0 3-26 15,0-1-39-15,0 2-61 0,0-4-45 16,0-3-22-16,0-1-19 0,3-5-1 16,6-6-40-16,3-3-45 0,4-7-54 0,-2-4-20 15,6-4-4-15,-2-11-32 0,3-4-127 16,-1-6-216-16,2-6-536 0,0-4 364 0,-5 7 710 16,6-21-22-16</inkml:trace>
  <inkml:trace contextRef="#ctx0" brushRef="#br0" timeOffset="-202509.606">28991 16755 1364 0,'0'0'992'0,"0"0"-540"16,0 0-83-16,-7 76-73 0,7-39-80 0,0 7-46 15,0 5-20-15,-1 2 11 0,-4 5-33 16,-1-1-17-16,1 1-27 0,-5-1-7 15,0-3-12-15,-2-1-50 0,-2-2-15 16,3-8-42-16,2-7 2 0,1-7 21 0,5-9 16 0,3-7-15 16,0-6-38-16,2-4-9 0,7-1 37 15,0-1 28-15,5-7 44 0,3-4-13 0,2 1-10 16,2-1-21-16,1 1-1 0,0 2 1 16,1 4 37-16,-2 2-37 0,-1 2-14 15,-2 1-8-15,-4 0 21 0,-1 4 1 16,-3 1 34-16,0 1-3 0,-3 3-3 0,-1-2 9 15,-2 3 0-15,-2-2 0 0,-1-1-3 16,-1 1 6-16,0 0-13 16,-5 1 10-16,-6-2-12 0,-4 3-10 15,-1-3-15-15,-7 0-37 0,-2-1-27 16,-1-1-19-16,3-4-16 0,-1-1-49 16,1 0-39-16,3-8-64 0,1-7-165 15,0-5-231-15,4-3-406 0,1-6-315 16</inkml:trace>
  <inkml:trace contextRef="#ctx0" brushRef="#br0" timeOffset="-202300.013">29253 17055 42 0,'0'0'2215'0,"0"0"-1734"0,0 0-201 15,0 0-5-15,88 62-5 0,-63-43-90 0,-3 3-48 16,1 1-34-16,-6 2-16 0,-3 3-25 15,-3 0-20-15,-9 4-6 0,-2-1-9 16,0 0-6-16,-5 4-2 0,-9-2-14 16,-4 1-1-16,-3-1-96 0,-3-1-66 15,-3-1-51-15,-1-1-52 0,0-5-113 16,-3-4-284-16,1-4-739 0</inkml:trace>
  <inkml:trace contextRef="#ctx0" brushRef="#br0" timeOffset="-201023.286">28119 16715 784 0,'0'0'0'16,"0"0"0"-16,0 0 1015 0,0 0-677 15,0 0-79-15,0 0-62 0,0 0 12 16,0 0 39-16,0 0-8 0,0 0-18 0,0-2-3 0,0 2-15 16,0 2-40-1,0 1-61-15,0 3-16 0,-3 4-31 16,0 4-16-16,-1 6-24 0,0 3-1 0,-2 3 20 16,3 5-14-16,-2 4-8 0,0 5-11 15,-1 4 0-15,0 5-2 0,-2 5-3 0,2 3 3 16,-2 2 11-16,2 3-11 0,0 2-1 0,0 3 1 0,4 2 0 15,-1-2 18-15,3-1 32 0,0-3-22 16,8-2-13-16,7-5-14 0,2 0-1 16,6-4-42-16,4-3-8 0,4-3-14 31,3-4-42-31,5-5-62 0,1-6 5 0,4-5-158 0,2-4-98 0,-1-6-94 16,0-3-296-16,-11-6-941 15,10-1 1669-15</inkml:trace>
  <inkml:trace contextRef="#ctx0" brushRef="#br0" timeOffset="-199306.003">30010 17105 111 0,'0'0'52'16,"0"0"274"-16,0 0 883 0,0 0-911 15,0 0-210-15,0 0-85 0,0 0 26 0,0 0 49 16,0 0-52-16,0 0-10 0,-22-31 68 16,22 31 59-16,-3 0 76 0,1 7-6 15,-5 4-72-15,1 5-39 0,0 3 23 0,0 5 18 16,2 2-3-16,-2 2-13 0,1 2-36 16,2 0-44-16,-2-1-12 0,2-2-32 15,3-3 16-15,0-4-17 0,0-5 0 16,5-3-2-16,3-6-15 0,1 0-7 15,0-6-4-15,1 0 25 0,2-5 1 0,2-5 25 16,3-6-25-16,-1-6-28 0,1-3-22 16,-2 0-13-16,2-3 3 0,-6 4 22 15,3-1 25-15,-5 5 11 0,0 0 2 0,-2 4 1 16,-4 2 15-16,1 3 6 0,-2 4 19 0,1 2 44 16,-3 5 38-16,0 0 9 0,0 0 35 15,0 5-40-15,0 4-117 0,0 5-10 16,1 4-13-16,1 4-12 0,0 2 4 15,1-4-8-15,3 2-2 0,5-6 0 16,0 0-3 0,5-7 0-16,1 0-24 0,1-6-70 15,1-1 11-15,1-2-22 0,-1-4-96 0,0-6-209 16,0-2-243-16,-8 2-690 0</inkml:trace>
  <inkml:trace contextRef="#ctx0" brushRef="#br0" timeOffset="-198328.236">29782 16905 988 0,'0'0'374'0,"0"0"604"0,0 0-691 0,0 0-116 16,0 0 48-16,0 0 62 0,0 0-84 15,65-79-73-15,-48 63-51 16,0 1-10-16,0-1-10 0,-1 0-2 16,-1 4-7-16,0 0-7 0,-2 2-5 0,-2 4-7 15,0 3 0-15,-2 3 13 0,-1 0 19 16,0 9 5-16,1 5-28 16,-3 3-18-16,-1 2 3 0,0-2-19 15,1-1 0-15,0-4-28 0,3-2-7 16,5-3-11-16,1-5 46 0,3-2 26 15,8-9 27-15,-1-6-25 0,6-6-28 16,-3-6-50-16,1-2-95 0,-1-1-75 16,-6 3-26-16,-1 1-117 0,-7 9-240 15,2-4-760-15</inkml:trace>
  <inkml:trace contextRef="#ctx0" brushRef="#br0" timeOffset="-197919.28">30024 17098 741 0,'0'0'0'0,"0"0"0"0,0 0 1029 0,0 0-503 15,0 0-252-15,0 0-141 0,0 0 34 16,0 0-23-16,0 0-19 0,0 0-22 0,0 0-17 15,52-53-45-15,-37 50-28 0,0 0 6 16,2 3 38-16,-2 0-3 0,0 0-22 16,-1 4-32-16,-2 2-1 0,-1 1-37 15,1 2-29-15,-4 0-3 0,0 1-80 16,-1-1-144-16,-2 2-209 16,0-1-623-16,-4-2 18 0</inkml:trace>
  <inkml:trace contextRef="#ctx0" brushRef="#br0" timeOffset="-197519.143">30646 16701 254 0,'0'0'2156'16,"0"0"-1711"-16,0 0-163 0,0 0-61 15,0 0 20-15,0 0-33 0,80 62-44 16,-64-41-50-16,1 5-30 0,-3 4-13 15,-2 3-15-15,1 5-18 0,-5 3-7 16,2 1-19-16,-5 1-10 0,-2-1-2 16,0 1-1-16,0-3-2 0,-1 2-19 15,-2-1 1-15,0-1-1 0,-2 0-15 16,-4-3-48-16,-2-1-59 0,-2-1 15 16,1-3 25-16,-1-2 38 0,-1-5-19 0,0-2-67 15,-2-2-87-15,-1-4-138 0,-1-1-140 0,-2-5-502 16,6-2-160-16,-12-1 1002 0</inkml:trace>
  <inkml:trace contextRef="#ctx0" brushRef="#br0" timeOffset="-196918.744">31035 17318 1903 0,'0'0'1518'15,"0"0"-1220"-15,0 0-156 0,0 0-35 16,0 0 88-16,39 80 25 0,-36-61-127 16,-3 2-68-16,0 1-23 15,-3-1-2-15,-5 4-87 0,-1 0-93 0,1-2-17 16,0-4 24-16,0-2-60 16,1-5-197-16,1-6-335 0,4-2-680 0</inkml:trace>
  <inkml:trace contextRef="#ctx0" brushRef="#br0" timeOffset="-196486.771">31575 16356 1706 0,'0'0'1919'0,"0"0"-1490"0,0 0-329 15,0 0-37-15,0 0 111 0,39 88 51 0,-29-44-80 16,0 6-44-16,-1 7-21 0,-1 3-28 0,-3 5-12 16,-4-1-13-16,-1 1-16 0,0-2-11 15,-8-2-3-15,-1-8-49 0,-2-4-18 16,0-6-13-16,2-7 10 0,1-7 14 0,2-8 16 16,3-8 19-16,3-7-7 0,0-6-40 15,8 0-28-15,6-6 99 0,2-5 22 16,5-2-4-1,1-1-16-15,1-1 0 0,-3 2-2 16,-1 4-43-16,-2 3 34 0,-1 4 9 0,-3 2 24 0,-1 2 20 31,1 4 11-31,-3 3 4 0,-1 2-16 0,0 4-12 16,-3 0-7-16,-1 1-8 0,-2 0 5 16,-3 2-2-16,0-2-9 0,-5-1-10 0,-2 1-25 15,-6-1-15-15,-1-4-12 0,-6-1 6 0,-3-2-40 16,-4-4-60-16,-4-2-62 0,0-2-56 15,1-4-83-15,1-7-287 0,9 0-589 16,-9-10-91-16</inkml:trace>
  <inkml:trace contextRef="#ctx0" brushRef="#br0" timeOffset="-195816.936">32366 16429 1315 0,'0'0'1879'16,"0"0"-1431"-16,0 0-199 16,0 0-60-16,0 0 33 0,0 0-2 0,0 0-66 15,38 95-59-15,-34-52-27 0,-4 7-10 16,0 6-24-16,-1 4-34 0,-6 3 1 16,-4 0 15-16,-1-3 12 0,-2-2-25 15,0-6-3-15,1-7-3 0,1-9-25 0,4-9-27 0,2-9 24 16,6-9 7-16,0-5-1 0,0-4-76 15,9-3-26-15,7-7 97 0,4-5 30 16,5-8 18-16,3-3-6 0,0 0-12 0,-2 3-34 16,-4 6 7-16,-2 7-7 0,-3 6 0 15,-4 4 34-15,-1 2 18 0,-3 10 50 16,1 3 9 0,-3 5-27-16,-4 3-20 0,-1 2-14 0,-2-2-4 15,0 1-11-15,-2 0 1 16,-4-3 1-16,-2-2 16 0,-1 0-16 0,-1-2 12 15,-3-2-3-15,-1-4-12 0,-3-2-3 16,-2-1-70-16,-1-5-14 0,-3-3-30 16,0 0-32-16,2-7-19 0,-2-6-102 15,5-6-175-15,2-7-124 0,-1-5-499 0,6 7-418 0,-6-26 1261 0</inkml:trace>
  <inkml:trace contextRef="#ctx0" brushRef="#br0" timeOffset="-195484.198">32098 16134 1334 0,'0'0'1532'0,"0"0"-1202"0,0 0-88 0,0 0 12 16,0 0 76-16,85-47-67 0,-60 31-102 15,1-1-71-15,2-3-34 0,-1-1-16 0,0 1-23 16,-2 4-17 0,-3 1-21-16,-5 7 2 0,-5 2-12 0,-2 5 31 15,-4 1 22-15,1 7-7 0,1 7 13 16,-3 5 3-16,1 7-16 0,0 3-12 16,1-1-1-16,-1 0-2 0,3-6-15 0,1-2-13 15,5-8 0-15,4-3 7 0,7-5 20 0,6-4 0 0,4-4-49 16,1-8 32-16,-1-3-87 0,0-2-75 15,-2-2-59-15,-6 2-129 0,-5 4-369 0,3 0-1151 16</inkml:trace>
  <inkml:trace contextRef="#ctx0" brushRef="#br0" timeOffset="-195160.621">32993 16585 855 0,'0'0'30'0,"0"0"1619"0,0 0-1346 0,0 0-53 16,93 66 31-16,-70-42 49 0,-3 6-75 0,-1 2-76 16,-1 4-51-16,-2 2-32 0,-2 5-9 15,0 1-31-15,-2 1-13 0,-1-1-6 16,-3 2-12-16,1 0-25 0,-3-2-11 15,-4 0 10-15,-2 1-2 0,0-2 1 32,-8 3-35-32,-6-3-55 0,-6 0 5 0,-1-1 0 15,-3-4 18-15,-5-1 29 0,-3-3-38 0,-3 1-95 16,-4-3-155-16,-4 0-102 0,-3-2-77 16,-4-3-544-16,12-8-556 0,-27 4 1606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30:19.7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15401 13869 939 0,'0'0'466'0,"0"0"970"0,0 0-1118 16,0 0-41-16,0 0-42 0,0 0-12 16,0 0 13-16,5 64-36 0,-5-50-55 15,0 3-37-15,0 2-18 0,0 5-10 16,0 2 36-16,0 2-51 0,0 2-22 15,-2 3-19-15,-1 1 0 16,0-1-20-16,0 0-2 0,0 2 7 16,-1 0-9-16,0 1 0 0,-2-1-3 15,3-1-19-15,-1 2 20 16,0-3-13-16,-1 4 0 0,1-1-13 0,-1 2 7 16,1 2 2-16,-1 3-5 0,-1 3-22 15,0-2 24-15,-1 1-18 0,-2-1-9 16,-1 2 22-16,3-2-4 0,-3-3 6 0,1-4 4 0,3-3-29 15,-2-5 48-15,1-2-29 0,1-1-21 16,1-2 2-16,0 2-30 0,-1 1 36 16,3 0 16-16,-3 3-43 0,2 1 68 15,3-2-16-15,-4 4 19 0,2-1-22 16,0 2-12-16,0 0-61 0,0 0 95 16,1-4 70-16,-1-1 5 0,-1-3-74 0,2-4-1 0,1 1 1 15,-1 1 30-15,1-2-6 0,-1-1-25 16,2-3-34-1,-1 1-29-15,1 0 4 0,0 0 59 0,0 2 53 0,0-2-15 16,0-2-38 0,0 1-12-16,0-3-103 0,0-2 115 0,0-1 107 15,-2-2-23-15,1 0-44 16,0-4-24-16,-2 1 6 0,1-1 9 16,-1 0 0-16,2-1 0 0,-1 1-10 15,2-4-5-15,-1 2-14 0,1-3-2 0,0-1-1 16,0 0 1-16,0 0 15 0,0 0 4 15,0 0-4-15,0-1-13 0,3-1-2 0,6 0 1 16,2 2 10-16,6 0 4 0,6 0 50 16,5 0-40-16,5 0 21 0,4 0-43 0,4 0 22 0,6 0-7 15,4 4 7-15,4-1 2 0,5 2-2 16,4-1 2-16,3-2 4 0,5 3 6 16,5-1 3-16,3 0 15 0,4-1-19 15,1-1 1-15,4-2 9 0,4 0-43 16,0 0 27-16,4-1-30 0,1-4-12 15,0-2 11 1,1 0 0-16,-1 0 0 0,0 0 0 16,1 3 1-16,-2-1 0 0,-2 2 3 15,-1 0 0-15,-2-1-3 0,-3 1 19 16,-1-3-16-16,-2 0-3 0,-3-2-22 0,-1-2 7 16,-2 1 3-16,0-3 12 0,1 0-2 15,-3 0-16-15,-1-1-4 0,0-1-2 16,-3-1 21-16,0 0 0 0,-1 1 0 0,-2 1 1 15,-3 0 2-15,-2 1 0 0,-1 3 4 16,-4 2-1-16,-4 0-3 0,-3 0 1 16,-4 1 1-16,-4 1-2 0,-4 0 3 0,-1 1-3 15,0 0 3-15,-5-3-3 0,3 4-8 0,0-2 6 16,0 1 1-16,1-3-12 0,2 1 12 16,1-1 0-16,-1-1 1 0,4 0 3 15,-1 1-1-15,2-2 0 0,1 0-2 0,0 2 3 31,-1-2 1-31,2 1-2 0,-2 1 1 16,1 0 15-16,-1 2-4 0,2 0-13 0,1 1-1 16,-2-1 0-16,3 2-10 15,1-3 8-15,-1 1 2 0,1-2-3 0,2 1 1 16,-2 1 2-16,3-1 0 0,3-1 0 0,-1-1-12 16,-1 2 12-16,3-3 2 15,1 3 15-15,1-1-16 0,1 0 0 0,0-2 1 16,3 0-2-16,0 2 0 0,0-3-3 15,2 1 3-15,-3 2 1 16,-2-3 16-16,3 3-17 0,-3-2-12 16,0 1 12-16,-1-1-3 0,-2 2 1 0,-3-3 2 0,-1 3-2 0,-5 0-12 15,1-1 14-15,-3 0 15 0,-3 1-15 16,-3 2 0-16,0 0 0 0,-5 2-2 16,-1-1-4-16,-4 4 6 0,1-3 3 15,-4 2-3-15,1 1 0 0,-4-2 0 16,0 2 2-16,-4 0 1 0,-3 0-1 15,-2 0-2-15,-6 0 2 16,1 0 23-16,-4 0-23 0,-3 0 19 16,-2 0-3-16,0 0 7 0,-2 0-1 0,1 0-9 15,1 0-3-15,-3 0-9 0,1 0-1 16,0 0 1-16,-1 0 12 0,2 0 3 16,0-1 6-16,0-1 1 0,-1 0 2 15,1-1 67-15,-1-1-33 0,1 1-34 0,1-1-8 16,0-2-16-16,-1-3-1 0,1 0 1 15,2-2 0-15,-1-2-1 0,2-2-2 16,-1-3 0-16,1-4-12 0,2-4-10 16,3-6-23-16,0-6-13 0,1-5-9 15,2-2-24-15,1-5-6 0,-1 1 20 0,-2-1 19 16,-3 3 6-16,0 2 35 0,-1 2 17 16,-1 1 1-1,0 1 0-15,5 1 8 0,-2-2-9 16,3-1-21-16,-2-2 5 0,2 0-23 0,0-1-11 15,0-2 23-15,1 1-7 0,0 1-3 16,1 0 9-16,-3 1 13 0,0 0 12 16,2 6-40-16,-4 5 40 0,1 1-34 15,-3 6 36-15,0 0 1 0,-3 4 1 16,-1 2 1-16,2 3-1 0,-4 1 9 0,0 4-9 0,-1 0-2 16,1 2-8-16,-1 4 7 0,-1 1 0 15,0 2 1-15,0 3-2 0,2 0-10 16,-2 1 10-16,1-1-18 0,-1 1-10 15,0 0 0-15,0 0 14 0,2 0 17 16,-2 0 27-16,1 0-26 0,-1 0 0 16,0 0 15-16,2 0 11 0,-2 0-8 0,0 0-17 0,0 1 1 15,0-1-2-15,0 0-1 16,0 0-12-16,0 0-4 0,0 0 15 0,0 0 1 16,0 0 16-16,0 0 2 0,0 0-2 15,-2 0-4-15,-2 0 3 0,-2 0 1 16,-4 0-16-16,1 0 21 0,-2 0 15 15,-3 0-35 1,2 0 0-16,-4 1 10 0,2 0-11 0,-4 1-19 16,-1 0 18-16,-1-1 0 15,-4 1 1-15,-3-2-21 0,-4 0 19 0,-2 0-48 16,-3-3 13-16,-1 1 37 0,-2-1 0 0,-6 1-2 16,-3-2 2-16,-3-1 19 15,-4-1-9-15,-4 3-10 0,-2-2 0 0,-4 2 29 16,1-1-29-16,-4 0 38 0,-2-1-37 0,-1 1-2 15,-2-2-63-15,-3 1 42 0,0-2 1 16,-2 0-25-16,2 0 18 0,-4 2-3 16,-1-2 15-16,-1 0-18 0,-4 0 9 15,-2 2-3-15,0 0 1 0,-4 1 16 0,-1 1 9 16,-2 0-11-16,-1 1 13 0,0 0-3 16,-1 2 6-1,0-1-6-15,-1 1-32 0,0 0-2 0,-2 0-13 0,2 0-18 0,-4 0 21 16,0 0 11-16,-1 1 5 0,2 1-7 15,0 1 22-15,0-1 16 0,1 3 41 32,5-3-25-32,-1 3 66 0,3-4-63 15,0 2 9-15,-1 1-28 0,3-3-12 0,-2 2-64 0,0-1-6 16,1 1 45-16,3-1-7 0,2 1-1 16,3 0 33-16,5-2-10 0,2 0 3 0,3-1 38 15,5 0-26-15,0 0 20 16,4 0-26-16,2 0 51 0,1 0-69 15,1-1 50-15,1 0-19 0,-1 1 1 0,5-2 14 16,-2 1-12-16,3 1 41 0,1-1-44 16,-1 1-10-16,1 0-31 0,0 0-34 0,1 0 21 0,-2 0-38 15,1-2-15-15,0 2-21 0,-3 0 33 16,3 0 78-16,-1 0 17 0,3 0 19 16,-1 0 29-16,2 0 0 0,2 3-45 15,2 0 9-15,0 1 55 0,3 0-19 16,1 1-48-16,1 0 1 0,2-1-3 15,1 1-1-15,1-2 2 16,3 0-3-16,-2 1-53 0,3 0 57 16,0 0 1-16,3-1 1 0,-1 1 2 15,3 1-4-15,2-2-11 0,0 2 11 16,2-1 22-16,0-1-22 0,2 1 0 16,3-3 38-16,3 3 23 0,1-2 21 15,4-1-44-15,5 3 0 0,1-4 3 16,2 1 6-16,1-1-28 0,0 0-19 0,2 0-28 0,1 0 6 15,-1 0 18-15,-1 0 4 0,-1 0 0 16,2 0 16-16,-1 2 3 0,-1-2 0 16,0 2-4-16,-2-2-15 0,-1 1 0 15,0 0 0-15,2-1 6 0,-2 1-3 16,2 1 19-16,-1 0-19 0,1-2 22 16,0 0 19-16,0 1 7 15,2-1 2-15,-1 0-5 0,3 0-1 16,0 0-10-16,0 0-15 0,0 0 9 15,0 0-3-15,0 0 0 0,2 0 0 16,-1-1 3-16,-1 1-9 0,2-4-1 0,-1 4 4 0,-1-1-9 0,2 1 2 31,-2-1-5-31,0 1-12 0,0 0-1 0,0 0-3 0,1 0-13 16,0 0 4-16,-1 0 9 0,2-1-13 16,-1-1 4-16,3-1 10 0,-1 3 1 0,2-4-49 15,-1 3-56-15,3-1-6 0,-2-2-105 16,-1 4-140-16,0-1-666 0,-3 0-1091 15,-42 20 1698-15</inkml:trace>
  <inkml:trace contextRef="#ctx0" brushRef="#br0" timeOffset="6684.949">28499 17933 962 0,'0'0'511'0,"0"0"-202"0,0 0-134 0,0 0-9 16,0 0 35-16,0 0-40 16,0 0-51-16,0 0 331 0,0 0-211 0,0 0-64 15,-3-2-23-15,6 2 2 0,3 0 0 16,0 0-13-16,4 0-3 0,2 0-10 16,2 0-14-16,2 0-15 0,3 0-19 15,0 0-15-15,-3 0-13 0,2 0-3 16,0 0-6-16,0 0 0 0,4 0 3 15,0 0 3-15,4 0 12 0,-1 0 34 0,3-2-37 0,1 0-34 16,-1-1-15-16,3 0-2 0,-3-1 1 16,3 0 0-16,0-1 1 0,0 1 3 15,2-1-2-15,0-1-1 0,2 0-11 16,4 0-1-16,2-2 12 0,3 1-13 0,-1-1 10 16,0-1-30-16,-3 2 30 0,1-4-31 15,-2 3 3 1,0-1-15-16,-3 0-6 0,0 0 15 0,-2 0-15 15,4-1-7-15,-4 0 4 0,1 2 24 0,-1-2 9 16,-2 2 7-16,1-2-1 0,1 2-7 16,-3-2 22-16,2 2 1 0,1-3-15 15,-3 3 15-15,0-3-19 0,0 2 16 16,-2-1 0-16,-2 2-9 0,2 2 9 16,-1-1 0-16,-3 1 3 0,0 0 11 15,-2-1 17-15,0 2-25 0,-1-1-1 16,-4 3-1-16,1-1-1 0,-3-1 25 15,-1 2-3-15,2 0-10 0,-4 0 19 0,2-1 0 16,1 0-4-16,-1 1-24 16,-1-1 7-16,2 2-10 0,-3-1-19 15,0 1 16-15,1 1 3 16,-3 1 2-16,0-2-2 0,-2 1 2 16,-1 1 17-16,-2-2 2 0,3 2-18 15,-4 0 1-15,-2 0-3 0,0 0 1 0,0 0-2 16,-1 0-1-16,-2 0 1 0,0 0-1 15,0 0-18-15,0 0-12 0,0 0-21 16,0 0-19-16,0 0-16 0,0 0 6 16,0 0-25-16,0 3-16 0,0 0-32 0,0 3-38 0,-2-1-59 15,1-4-90-15,-2 2-64 0,0-1-270 16,-4-2-738-16,23-23 787 0</inkml:trace>
  <inkml:trace contextRef="#ctx0" brushRef="#br1" timeOffset="110612.501">28944 15007 977 0,'0'0'303'0,"0"0"-140"0,0 0-137 0,0 0 39 31,0 0 42-31,0 0 442 0,0 0-258 0,0 0-104 16,0 0-19-16,0 0 31 15,8-3 9-15,-6 3-36 0,-1 0 12 0,2 0 18 16,0 3-20-16,0 2-40 0,0 6-23 16,-1 5-17-16,0 6-18 0,-1 4-7 15,1 9 19-15,-1 5-44 0,-1 5-2 16,2 2-35-16,-2 1-15 0,0 2-2 0,0 0-13 0,0 2 13 15,0-1 2-15,0 1-22 0,-5-1 19 16,1 0-16-16,-1-2-24 0,-3-2 12 16,1-4-12-16,0-5-12 0,1-3 11 15,-1-7 7-15,3-6 0 0,2-7-10 16,2-6-12-16,0-6-19 0,0-3-34 16,4 0-49-16,6-10-47 0,-2-4-77 0,0-5 4 0,3-7 2 15,-2-7-286-15,-3 8-435 0,4-23-168 0</inkml:trace>
  <inkml:trace contextRef="#ctx0" brushRef="#br1" timeOffset="110933.931">29141 14971 1347 0,'0'0'326'16,"0"0"28"-16,0 0-30 0,0 0-24 0,0 0-81 0,0 0-62 16,0 0-9-16,0 0 14 0,19 72-3 0,-16-44-10 15,1 6-10-15,-1 2-16 0,-2 3-17 16,-1 4-29-16,0 2-15 0,0 3-21 0,0 1 9 16,0 1 24-16,2 1-27 0,-2-1-47 15,1 0 0-15,-1 0-13 0,0-4-2 16,0-2-13-16,0-3-41 15,0-5-21-15,0-5 15 16,0-7 30-16,0-6 8 0,0-6-23 16,0-6-34-16,2-4-80 0,1-2-44 0,1-3-18 0,-1-8-69 15,0-3-172-15,-2 0-272 0,0-15-372 16</inkml:trace>
  <inkml:trace contextRef="#ctx0" brushRef="#br1" timeOffset="111219.598">28991 14910 1137 0,'0'0'322'16,"0"0"-111"-16,0 0 176 0,0 0 27 15,0 0-114-15,0 0-142 0,0 0 6 16,-92 51 18-16,70-25-42 0,-1 8-45 0,-6 3-44 16,1 1-50-16,-3 2 2 0,-2-2-3 15,3-3-16-15,3-6-69 0,5-6-36 16,8-10-45-16,8-8-4 0,6-5-61 0,3-13-296 16,5 2-242-16,12-20-490 0</inkml:trace>
  <inkml:trace contextRef="#ctx0" brushRef="#br1" timeOffset="111372.657">28969 14883 1717 0,'0'0'1140'0,"0"0"-752"16,0 0-124-16,0 0 90 0,0 0-3 15,0 0-155-15,0 0-69 0,84 44-74 16,-59-24-31-16,1 2-22 0,2 2-28 16,3-1-80-16,0 0-131 0,0-1-99 15,-3-3-178-15,-2-2-154 0,-8-5-456 16,3 4 338-16</inkml:trace>
  <inkml:trace contextRef="#ctx0" brushRef="#br1" timeOffset="111924.985">29526 15202 1702 0,'0'0'755'16,"0"0"-368"-16,0 0-181 16,0 0 2-16,0 0-24 0,-14 69-88 0,14-42-74 15,4 1-22-15,4 0-22 0,0-2-4 16,-1-2-12-16,2-5 32 0,0-5 6 16,2-3 35-16,0-4 31 0,4-4 10 15,-2-3-6-15,5-3-10 0,2-9-38 16,1-4-22-16,2-3-54 0,0-7-41 0,1-2-50 15,-2-2-14-15,0 3-14 0,-2-2-48 16,-7 4-17-16,-3 1 61 0,-5 4 135 16,-5 4 42-16,0 5 194 0,-7 1 85 0,-3 6-10 0,-1 4-68 0,-5 0-30 15,1 7-32-15,-2 7-44 0,3 5-10 32,-2 6-1-32,3 4-14 0,-1 2-7 15,3 4-13-15,3 1-39 0,-1 3-11 0,5-2-16 16,1 1 13-16,3-4-59 0,0-7-42 15,1-2 7-15,5-5-14 0,3-4-18 16,-1-4-1-16,3-6-32 0,-3-3-86 0,4-3-93 16,-1-6-178-16,-3-3-296 0,7-11-652 0</inkml:trace>
  <inkml:trace contextRef="#ctx0" brushRef="#br1" timeOffset="112203.307">30004 15101 1782 0,'0'0'529'16,"0"0"-345"-16,0 0 148 0,0 0 107 15,0 0-105-15,-2 70-145 0,2-53-78 16,-3 4-5-16,1 3 23 0,1 1 15 15,-2 4-11-15,1 2-46 0,-1 2-35 0,0-2-21 16,1-2-28-16,2-3-2 0,0-2-1 16,0-5-24-16,0-3-60 0,7-7-24 15,2-5-26-15,5-4-31 0,2-4-18 16,5-10-79-16,0-5-151 0,-3 1-301 0,8-16-611 0</inkml:trace>
  <inkml:trace contextRef="#ctx0" brushRef="#br1" timeOffset="112533.089">30210 15000 942 0,'0'0'1350'15,"0"0"-939"-15,0 0-58 0,0 0 24 16,-8 90-51-16,2-59-78 0,3 2-56 0,0-3-40 16,0-2-37-16,1-2-50 0,0-2-50 15,1-6-15-15,-2-3-2 0,3-3-1 16,0-4-9-16,0-5 10 0,0 0-20 15,0-1-21-15,1-2 12 0,4 0-3 16,2 0 12-16,3 0 7 0,-2 0 11 16,1 1-8-16,2 4 0 0,0 0 12 15,0 1-13-15,1 3 13 0,-4 1 1 16,3 1 15-16,-6 1-15 0,2-3 27 16,-2 2 18-16,-1-2 16 0,-1 0 0 15,-1 0-10-15,-2-1 7 0,0 1-37 16,0 0-22-16,0-2-19 0,-3-1-24 0,-5 3-31 0,1-4-6 15,-4 0-26-15,-1-1-59 0,-4-2-83 16,2-2-96-16,-3 0-89 0,6-2-319 16,-6-10-511-16</inkml:trace>
  <inkml:trace contextRef="#ctx0" brushRef="#br1" timeOffset="112749.668">30493 15161 1952 0,'0'0'712'16,"0"0"-243"-16,0 0-26 0,0 0-74 15,0 0-165-15,49 73-123 0,-43-57-50 0,-1 0-28 16,-2 1-3-16,-1 2 0 0,-2-2-11 16,-5 3-36-16,-5 0-3 0,-5 3-12 0,-4-1-17 15,-1-1-28-15,0-2 3 0,1-3-6 16,1-3-128-16,4-6-279 0,3-1-668 15,5-6-526-15</inkml:trace>
  <inkml:trace contextRef="#ctx0" brushRef="#br1" timeOffset="112940.749">30675 15241 39 0,'0'0'2745'0,"0"0"-2111"0,0 0-292 0,0 0 61 0,98-1-161 16,-73-3-158-16,-2 1-84 0,-2-3-78 16,-3 2-118-16,-2 0-86 0,-6 0-157 15,-5 3-216-15,-2-1-550 0,-3 2-54 0</inkml:trace>
  <inkml:trace contextRef="#ctx0" brushRef="#br1" timeOffset="113072.311">30711 15315 1251 0,'0'0'1031'15,"0"0"-579"-15,0 0-89 0,0 0-31 0,0 0-54 16,0 0-98-16,0 0-83 0,0 0-14 16,0 0 20-16,0 0 12 0,82 26-81 15,-57-33-34-15,4-4-96 0,-1 0-152 0,-4-1-165 16,-4 2-380-16,3-3-781 0</inkml:trace>
  <inkml:trace contextRef="#ctx0" brushRef="#br1" timeOffset="113350.941">31080 15158 1634 0,'0'0'788'16,"0"0"-327"-16,0 0-80 0,12 68 22 16,-12-42-69-1,0 2-24-15,0-1-96 0,-1-3-88 16,-5-3-58-16,3-5-58 0,2-4-10 16,0-5-58-16,-1-3-47 0,1-4-19 15,1 0-28-15,0-4-155 0,-2-1-309 0,1-15-835 16</inkml:trace>
  <inkml:trace contextRef="#ctx0" brushRef="#br1" timeOffset="113514.078">31128 14929 1850 0,'0'0'1300'0,"0"0"-959"0,0 0-154 0,0 0 18 16,0 0 31-1,0 0-155-15,0 0-81 0,96 33-185 16,-72-26-193-16,-7-2-260 0,9 6-750 0</inkml:trace>
  <inkml:trace contextRef="#ctx0" brushRef="#br1" timeOffset="113888.618">31432 15156 1516 0,'0'0'1682'0,"0"0"-1338"15,0 0 66-15,0 0 127 0,0 0-195 0,0 0-220 16,0 0-91-16,-95 60 27 0,72-35 6 15,0 5 0-15,-1 1 9 0,3 0 9 16,3-2 18-16,2-4-5 0,7-3-56 16,5-4 6-16,3-6-20 0,1-3-7 15,5-8-18-15,8-1-63 0,6-1-43 0,7-13 6 16,4-7-34-16,5-6-21 0,1-7-50 0,3-2-53 16,-5-1-21-16,2-1-34 0,-5 2-61 15,-4-1 15-15,-3 3-18 0,-8 1 106 16,-4 0 271-16,-3 2 164 0,-5 3 84 15,-3 0 7-15,2 2-26 0,-3 4-42 16,0 4 11-16,0 7-18 0,0 5-24 16,0 6-79-16,0 0-9 15,0 11-9-15,0 4 68 0,0 7 30 16,-3 4-7-16,-2 6-34 0,-1-1-12 16,0 0-6-16,-3 4-56 0,2-2-42 15,-4-1-1-15,1 0-20 0,-1-6-86 0,3-2-79 16,2-4-16-16,6-5 8 0,0-5-51 15,9-5-115-15,5-3-225 0,-2-2-233 16,12-2-492-16</inkml:trace>
  <inkml:trace contextRef="#ctx0" brushRef="#br1" timeOffset="114158.26">31781 15249 1441 0,'0'0'1059'0,"0"0"-720"0,0 0 218 0,0 0 87 16,0 0-90-1,0 0-94-15,0 0-131 0,0 0-77 0,0 0-59 0,-8 77-66 16,-1-56-91-1,5-3-35-15,2-1 0 0,2-5 0 16,0-2-1-16,2-5-39 0,4-2-27 0,1-3-28 16,0-1-15-16,3-6 24 0,3-6 43 15,1-1 12-15,1-1-34 0,-1-1 15 16,-1-1 19-16,-1 3 9 0,-2 3-31 16,-3 2 3-16,-1 5 22 0,-4 3 24 15,1 1 3-15,0 5 40 0,-3 4 33 0,3 3-4 0,-3 5-8 16,2-2-12-16,1 0-23 0,0-1-26 15,1-1-21-15,6-2-16 0,1-3-172 16,7 1-54-16,-1-7 0 0,-3-1-225 0,2-2-1343 0</inkml:trace>
  <inkml:trace contextRef="#ctx0" brushRef="#br1" timeOffset="115323.076">28033 13485 117 0,'0'0'1252'0,"0"0"-1015"0,0 0 1 0,0 0 481 16,0 0-259-16,0 0-140 0,0 0-92 16,0 0 22-16,0 0 11 0,0 0-45 0,0 0-9 15,-88-45-28-15,73 51-59 0,-5 7-25 16,1 6-28-16,-1 11 1 0,-1 6-10 16,2 7-6-16,3 6-10 0,3 1 1 15,7-2-25-15,2-5-18 0,4-5-18 16,4-9-13-16,8-7-11 0,1-6-19 0,6-7-22 15,-1-3-5-15,3-5 17 0,2-1 25 16,1-4-3-16,1-6-10 0,-4-4-30 0,5-5-22 16,-3-5-25-16,0 0-23 0,-1-6-70 15,1 3-80-15,-1-5-40 0,-3 1-44 16,-4 1-46-16,-2 4 135 0,-3 1 142 0,-5 3 162 31,-4 7 123-31,0 2 159 0,-1 5 28 0,0 7-5 16,0 1-68-16,0 1-53 0,0 10-35 15,0 6 66-15,0 4-86 0,0 7-18 16,0 3-18-16,6 0-15 0,0-2-28 16,1-4-50-16,5-3-11 0,-1-4-5 15,7-6-15-15,-2-5-31 0,4-4-71 0,3-3-64 16,-1 0-110-16,3-3-155 0,-8-3-328 16,8-4-879-16</inkml:trace>
  <inkml:trace contextRef="#ctx0" brushRef="#br1" timeOffset="115807.916">29090 13480 2450 0,'0'0'650'16,"0"0"-166"-16,0 0 30 0,0 0-70 15,-92 9-188-15,68 4-100 0,-3 6-9 0,4 7-16 0,0 1-37 16,7 2-24-16,1 1-18 0,7-6-19 15,3-4-24-15,5-3-9 0,0-3-36 16,6-6-13-16,5 0-27 0,4-4 0 16,3-4 9-16,4 0 18 0,1-6-12 15,2-5 3-15,1-5-9 0,0-2-6 16,-2-1-1-16,1 0 19 16,-4-1 9-16,-2 6 18 0,-2 4-3 0,-3 4 3 0,-5 6-12 0,2 1 40 15,-3 7 91-15,4 9 22 0,-1 2-20 16,-2 2-51-16,1 2-2 0,-1 1 9 15,-2-4-18-15,1-1-31 0,0-5-14 16,0-3-59-16,0-5-34 0,0-1-31 16,-1-5-26-16,1 0-68 15,-3-11-213-15,1 0-275 0,3-9-948 0</inkml:trace>
  <inkml:trace contextRef="#ctx0" brushRef="#br1" timeOffset="116123.79">28735 13220 973 0,'0'0'1573'0,"0"0"-1142"0,0 0-159 0,0 0 62 16,0 0-28-16,0 0-120 0,0 0-42 16,0 0-8-16,0 0 25 0,0 0-46 15,0 0-41-15,56 4-19 0,-39-10-12 0,0-1-12 16,1 2-30-1,1 0-1-15,-1 2-31 0,1 3 3 16,1 0 27-16,0 4-20 0,-1 8 18 0,0 1 0 16,-2 1-13-16,3 1 16 0,0 1 15 15,-1-2-15-15,4-3-16 0,0-1 1 16,2-5 3-16,-2-2-10 0,1-3-24 16,-1 0-25-16,-3-1-34 0,-3-4-29 15,0-2-24-15,-4 0 7 0,1-2 0 0,1 0-60 0,0-3-206 16,-3 3-380-16,9-6-1028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54:57.6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3613 1017 124 0,'0'0'1911'16,"0"0"-1490"-16,0 0-137 0,0 0-56 0,0 0-35 0,0 0 49 15,0 0 18-15,0 0-77 0,0 0-20 16,1-10 7-16,-4 16-30 0,0 1 37 16,2 5 20-16,-2 0-101 0,1 1-56 15,1-1-25-15,1 2 0 0,0 5 10 16,0 6-7-16,1 5-8 0,1 7-10 0,-2 3-30 16,0 8-10-1,0 3 23-15,0 7 16 0,0 7 1 0,0 3-27 0,0 4 7 16,0 3 18-16,0 2-9 0,0-1 11 15,0-2 2-15,-3-1-1 0,-1 0 1 0,-1-1-2 32,0-1-28-32,-1 0 28 0,0 3 0 0,0 1 8 0,-1 0-8 15,-1 4-19-15,0-1 7 0,1 3 0 16,3 0-1-16,1-2 12 0,0 1 1 16,3-1 3-16,-2-4-1 0,2 2-1 0,0-3-1 15,0 1 0-15,0-2 0 0,-2-1 1 16,-1 0 3-16,1 0 14 0,1 1-16 15,-2 2-2 1,2-1 1-16,-1 1-1 0,2-3-2 0,0 1-13 16,0-3 13-16,2-4 1 0,2 0-15 0,4 0 1 0,-2-3-1 0,0 1 14 15,3 1 2-15,-2-3 0 0,3 2-12 16,-3-3 12-16,0 2-83 0,3-1 46 16,-2-1 34-16,-3-2 2 0,1-2-12 15,0-2 10-15,1-1 3 0,0-1 1 16,-1-3-1-16,0 0-1 0,1-1-20 15,2-4 5-15,-2 1-18 16,-1-4 0-16,1-1 12 0,0-4-34 16,0-1-115-16,-1-1 115 0,0-4 54 15,0 0-1-15,-1-3 2 0,1-2 0 16,-2-2 2-16,1 1 0 0,-2 0 10 16,0-3-11-16,1 0 0 0,-1-2-1 15,4-1-2-15,-3 0 2 0,1-3-1 16,-2-3-11-16,1-3 1 0,-1-2-27 0,1-1 27 0,0-2 9 15,-1-1 0-15,0-1-12 0,0-1-1 16,0 0 13-16,1-2 2 0,-1 0-1 16,0 0-1-16,1 0 3 0,2 0 15 15,0 0-3-15,1 0-11 0,-1-3 10 16,4 1-8-16,-2-2 13 0,4-1-14 0,4 1-1 16,0-3-1-1,5-1 1-15,4 1-1 0,2 0 0 16,3-1 26-16,4-1-26 0,2 3 0 15,1-1 0-15,4 1 1 0,3 0 2 16,1 4 0-16,5-4 0 0,2 1 9 0,3-1-11 16,4 2 3-16,3-2-1 15,2 3 9-15,3-3-12 0,2 0 22 0,1 0-10 16,0 1-8-16,2-1 11 0,2 1-13 0,-1-1-2 0,5-1-11 16,1 1-8-16,1-2 18 0,2-1-18 15,-1 2 19-15,2 0 1 0,2 1 3 16,3-1 8-16,-2-1-11 0,1 1 2 15,2 1-3-15,1 0 2 0,-1-1-2 16,-1 1 1-16,1 0 1 0,-1-3-2 0,0-1-2 31,-1 2 2-31,2-3 3 0,2-1 0 0,-1 1 7 16,4 0-10-16,1 0-13 0,2-1-12 16,1 3 25-16,1-1 0 0,1-1-2 15,-2 3-10-15,4 1-13 0,-3-3 8 16,2 4 5-16,0-1 12 0,3 1 2 15,-3 0-2-15,3 1 0 0,-1-2 0 16,1 0 19-16,0 3 3 0,1-2 0 0,-1 2-3 16,1-1-19-16,-3 2-12 15,2-1 8-15,1 1 2 0,-1 1 1 16,1 0 1-16,-1-1 0 0,1 1 1 16,2 1 12-16,-3 0 12 0,1-1-3 0,-4 2 3 0,1-2 3 0,-1 1-16 15,1-1 1-15,-2 2-13 0,-1-1 0 16,3-2 1-16,-2 3 11 0,-1-1-12 0,4 1 0 15,0-1 10-15,0 1-10 0,1-1 1 16,1-2-1-16,-3 0 1 0,3 0-2 16,-4 2-11-16,1 1 12 0,0 0 16 15,1 0-14-15,-2 0 10 0,5 0 4 0,-3 0-1 32,-1 0 1-32,-1 0-16 0,1 0 18 15,-2 0-16-15,-2 0-2 0,-1 0 0 0,-1 0 1 16,2-3 30-16,-3-1-30 0,2-1 12 15,-1-1 2-15,2 1 1 0,-3 2 6 16,2-2-20-16,1-2 16 0,0 2-15 0,-2-2-3 16,0 2-15-16,-1-1 2 0,-2-1 10 15,-2 0-12-15,0-1 15 0,-2-1-1 16,1-1 1-16,-3-1 0 0,-3 1 0 0,1 0 2 16,-6-1 16-16,-1 0-5 0,-4 2 5 15,-4-2 10-15,-2 0-12 0,-3 3-4 16,-1-3 3-16,-4 1-11 0,-2 3 17 15,-2-1-18-15,-2 2 12 0,-3-1-15 16,-1 1-2-16,-6 0-1 0,-4-1-9 16,-7 2 9-16,-3-2 3 15,-7 2 3-15,-7 1 22 0,-3 1 0 16,-3 1-4-16,-2 0-5 0,-3-1 2 0,1-1 4 16,0 1-7-16,0 1 3 0,-1-3-16 15,3 1 1-15,-2-2 1 0,0 4 8 16,-3-4 0-16,0 1 7 0,0-1 11 15,-1 0-2-15,-1-2 6 0,1-1-1 16,-1-1 4-16,-1-6-16 0,0 1 1 0,0-2-4 16,0-2-9-16,0-4-9 0,0-1-15 0,1-6-9 15,2-3-1-15,-3-4 1 0,3-2-4 16,0-8-2-16,0-5-10 0,0-2 3 16,-2-5-6-16,1-3 15 0,-1 1 7 15,-1-1 20-15,0 1 0 0,0 2 1 16,-1-1 0-16,-2 2 3 0,1-4 6 0,2-1-9 15,0-4-28-15,2-2-3 0,6-5-18 0,1 0 24 32,2 0-27-32,1-1 24 0,1 1-18 0,0 1-13 0,-1-1 37 15,0 3 10-15,-3 2 9 0,-1 2-28 16,-3 1-25-16,0 2 52 0,-4 1-24 16,2-2-21-16,-3 2-1 0,0-1 25 15,0 2 3-15,0 1 0 0,0 0 22 16,0 3 1-16,0 2-1 0,0 3 2 15,0 0-2-15,-3 1 0 0,2 2-1 16,-1-3 1-16,-1 3 12 0,2 1-12 16,-1 1-4-16,-2-2 2 0,1 0-27 0,-1 0-2 15,-1 0-1-15,2-2-8 0,-3 2-14 16,0-1-97-16,1 2 113 0,-2 2 38 0,1 3 2 16,-2 1 2-16,1 1-4 0,-1 0 0 15,2 1-20-15,0 2 16 0,1-2 3 16,1 1 0-16,1 2-11 0,-2-2 12 15,3 3 2-15,-3-3 1 0,1 3 15 16,-2 2-17-16,2-2 1 0,0 1 11 16,-2 3-1-16,1-1-9 15,-2 2 23-15,3 1 5 0,0 0-29 16,-1 0-2-16,4 1 3 0,-1 0 10 16,-1 1 6-16,2 0-17 0,0 1 13 15,-2 2-14-15,-2-2 23 0,-2 3 17 0,0 2 25 16,-3 1-13-16,-4 2-14 0,-1 2-8 15,-1 0 25-15,-1 0-56 0,-3 1 0 16,-2 1-14-16,3-1 14 0,-4 3 0 0,3 0 22 16,1 2-22-16,2-1 0 0,3 2 17 15,2 3 8-15,1-3-6 0,0 2-18 0,2 1-1 16,0 1 0-16,0 0 9 0,2 0 10 16,-3 3 9-16,3 0 12 0,1 0-27 15,-1 0-13-15,-2 2-12 0,3 0 10 16,-1 1 1-1,-2-1-11-15,-5 2-1 0,-2 0 10 16,-4 0 1-16,0 0-23 0,0 0 23 16,-5 0 1-16,-1 2 1 0,-5 1-12 0,-3-1-10 15,-5 3 9-15,-4-1-2 0,-2 1-1 0,-3 0 0 0,-6 0 13 16,1 0-18-16,-8-1 17 0,-1 1-11 16,-8 2-10-16,-1-2 23 15,-5 0-1-15,-6 1 3 0,-2-1-25 16,-4 0 25-16,2 1 2 0,-7-3-2 15,0 0 0-15,-6-1-48 0,-1-1 16 16,-5 0-3-16,-3-1 33 0,-5 2-31 0,-4-2 18 16,-2 0 2-16,-4 0-25 0,-1 0 28 15,2-2 8-15,-4 0-34 0,3 0 20 16,-3-4 4-16,1 2-42 0,-1-1 54 0,-6-1-2 16,2 1-33-16,-3-2-25 0,0 2 25 0,0-2 13 15,2 0-19-15,-2 0 12 0,1 1 17 16,-2 0-4-16,-1-2-3 0,0 2 19 15,1-1-96-15,0-1-35 0,4 2 68 16,2-3 37-16,3 0 26 0,2-2-17 0,2 0 17 31,2-2 16-31,-1 0-13 0,2 0 0 0,4 1 16 16,-1-2-19-16,5 0 0 0,2 0 0 16,3 0-16-16,0 2-12 0,1-2 26 0,0 1 2 0,3 2-1 15,0-1 2-15,0 1 9 0,-1 1-9 16,1-1 14-16,2 1-12 0,1 0 13 15,0 3-13-15,4 0 0 0,-1 0 19 16,3 2-35-16,-2 2 32 0,2 3-6 16,1 0 6-16,2 0-15 0,1 0-8 15,-2 0-5-15,-2 0-4 0,3 0-16 16,-2 0-6-16,5 0-3 0,-1 0 38 16,2 0-16-16,0 0 16 0,1 1 0 0,1 4 32 15,-2 4-16-15,3 1-13 0,-2-1 35 16,2 1-12-1,0 2 22-15,0-1-29 0,0 1-16 16,2 2 13-16,3-1-17 0,0 0 1 16,1-1-3-16,5 3-23 0,2-1 26 15,1-1 0-15,1 1 0 0,2-1 2 0,0 1-2 16,1-1 0-16,1 2 37 0,1-3-18 16,0 4-17-16,-1-1-1 0,-1 0-1 15,1 2-3-15,-1 0 3 0,1 0 10 0,1 2-10 16,0 1-25-16,4-3 25 0,4 1 2 15,2-1-2-15,7-2 1 0,-1 0 24 16,3 0 0-16,1-2-22 0,0-1 23 0,0 0-23 16,3 1-2-16,1-1-1 0,0 0-2 15,2 0-17-15,1 0 17 0,1-1-33 16,1 2 7-16,-2-1 27 0,3 1 1 0,-2-3-1 16,2 2-11-16,1 0 12 0,-1 0 2 15,-1 0-1-15,1 1-1 0,2-1 2 16,1-1 21-16,2-1-21 0,0 0 20 0,1 1-19 31,2-1 16-31,-2 0-15 0,2-1 18 16,0 0-19-16,4-1 16 0,-3-1-18 15,6 0 25-15,-2 0-24 0,2-2-1 0,4 1 12 0,3-1 2 16,0-4 27-16,6 0-7 0,1 2 12 16,3-3-9-16,0 2-3 0,0-2-3 15,0 0 12-15,0 0 3 0,0 0-9 16,0 0-13-16,1 0-12 0,2 0-10 15,-3 0-3-15,3 0-34 0,-3 0-73 16,3-3-80-16,-1-1-198 0,1-2-362 16,-3-5-1264-16,-15 35 1622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32:53.877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1576 2010 352 0,'0'0'316'15,"0"0"-316"-15,0 0 20 0,0 0 1031 16,0 0-652-16,29-77-143 0,-22 54-11 15,2-4 67-15,-2 0-94 0,0 0-52 16,-1 3 44-16,-1 1-23 0,-4 1-30 16,1 4-25-16,-2 3-19 0,0 2 6 15,0 1-17-15,0 2-15 0,-3 3-6 16,-2-2 24-16,1 0-38 0,-2 0-33 16,0 1 0-16,0 0-13 0,-2 1 22 15,2 3 7-15,0-3-14 0,2 2-8 16,-2 2 12-16,2 0-14 0,0 1-26 0,1 1-21 15,-3 1-4-15,1 0-11 0,1 0 26 0,-3 4 10 16,-3 2 25-16,1 3-25 0,-1 1-3 0,-1 4-25 16,0 2 22-16,3 0 5 0,-2 0 1 15,1 4-18 1,-1 7 18-16,0 1 0 0,0 7 1 16,1 3-1-16,-1 7-3 0,3 5 0 15,1 4 3-15,2 3 18 0,-2 7-18 16,-1 2-3-16,1 1 3 0,-1 2 3 15,0 1 0-15,-3 2 43 0,1-1-18 16,-1 3 27-16,-4 1-28 0,-1 1-24 16,1 0 0-16,-1-4 0 0,-2-1 15 15,2-8-17-15,1-5-2 0,3-9 1 16,2-6-22-16,2-10 4 0,3-9 18 16,2-7-40-16,2-8 28 0,0-6-71 0,0-3 16 0,4-1 8 0,2-6 13 15,4-7 19-15,2-3 26 0,2-7 0 16,2-5-12-16,3 0 13 0,-1-4 0 15,1 4-15-15,0-2 3 0,2 1-32 16,0 6 17-16,-1 3-7 0,-1 3 6 0,-2 5 6 16,0 2-5-16,-1 4 5 0,-4 4-9 15,-1 3 31-15,-1 0 24 0,-4 2 0 0,1 6 1 32,-4 4 0-32,3 6-23 0,-3 4 13 0,1 7-12 0,-1 7 10 15,0 5 52-15,0 8-7 0,-3 5-30 16,0 2-4-16,0 2-21 0,0 3 62 0,0-5-34 15,0 0 15-15,0 0 3 0,0-2-34 16,0-4 19-16,5-2-34 16,3-6 0-16,2-6 0 0,4-6-33 15,5-6-22-15,4-10 34 0,4-1-69 16,6-5-11-16,5-7-35 0,8-1-77 16,2-5-154-16,2-9-262 0,-14 2-580 0,19-17-682 0</inkml:trace>
  <inkml:trace contextRef="#ctx0" brushRef="#br0" timeOffset="534.305">2210 2234 2404 0,'0'0'554'0,"0"0"-154"0,0 0-64 0,0 0 36 16,0 0-48-16,0 0-52 0,0 0-76 16,0 0-43-16,0 0-28 0,0 0-54 15,65 73-35 1,-62-42-12-16,0 5 13 0,0 7-4 15,-3 3-2-15,1 6-4 0,-1 2-9 16,0 1-18-16,0 2-1 0,0 0-2 0,0-1-15 16,-1-4 16-16,-1-3-13 0,1-6-14 15,1-3 29-15,0-6 0 0,0-6-3 0,0-4-30 0,0-1 12 16,0-8-19-16,0-3-12 0,3-1-76 16,0-4-22-16,1-2-31 0,2-1-59 15,-2-4-74-15,5 0-148 0,-2 0-277 16,0-6-779-16</inkml:trace>
  <inkml:trace contextRef="#ctx0" brushRef="#br0" timeOffset="1182.565">2735 2732 457 0,'0'0'2108'16,"0"0"-1686"-16,0 0-214 0,0 0-74 15,0 0 85-15,0 0 50 0,0 0-78 16,0 0-80-16,0 0-55 0,0 0-22 15,0 0 7-15,26-6 12 0,-10 5 15 0,4-3 25 0,4 4 0 0,0-1-10 16,3 1-12-16,3-1 15 0,2-1-16 16,4 1-14-16,4-1-8 0,5-3-17 15,2 0-10-15,1-3 4 0,4 0-13 16,-2-2 3-16,-2 1-15 0,-2-1 0 31,-6 1 0-31,-5 0 0 0,-5 3-18 0,-7-2 0 16,-5 2-31-16,-4 4-92 0,-7-3-19 0,-3 3 0 15,-2 0-20-15,-2 0-56 0,0 1-190 16,0 1-355-16,-10-5-1091 0</inkml:trace>
  <inkml:trace contextRef="#ctx0" brushRef="#br0" timeOffset="1679.567">3379 2444 1311 0,'0'0'254'15,"0"0"621"-15,0 0-607 0,0 0-62 16,0 0 149-16,0 0-56 0,97-6-74 15,-67 6-74-15,1 0-13 0,4 2-19 0,-2 4-26 0,0 4-9 16,-1 0-25-16,-3 0-3 0,-3 2 6 16,-6 1-47-16,-7-1-13 0,-6 0 1 15,-2 4 19-15,-4 0-1 0,-1 4-19 16,0 3 1-16,-7 1-3 0,-5 6 0 0,-2-1-15 16,-2 4-10-16,-4 0-24 0,4-2-22 15,-4 0-47 1,5-4-53-16,1-2-77 0,1-4-115 15,3-2-141-15,1-2-198 0,2-4-655 16,4-2 357-16</inkml:trace>
  <inkml:trace contextRef="#ctx0" brushRef="#br0" timeOffset="9821.25">4333 3301 1755 0,'0'0'1368'16,"0"0"-1157"-16,0 0-166 0,0 0 53 15,0 0 86 1,0 0-4-16,-33-81-39 0,31 52 20 0,2-4-61 16,2-6 8-16,4-5-12 0,2-4-18 15,4-8-50-15,2-2-13 0,1-9 0 16,0 1-15-16,2-6-9 0,0-1-12 0,0-2 5 16,-1 2-24-16,4 0 21 0,-4 7-12 15,3 2-6-15,-3 7 6 0,-2 7 6 16,-4 11-6-16,-1 8 17 0,-2 7 14 15,-3 8 25-15,-1 3-25 0,-2 3 0 0,1 4-3 16,2 0-10-16,-2 4 10 0,1 0-31 0,-2 2-19 16,2 0-25-16,0 0-9 0,-1 0 1 15,3 0 45-15,-1 3 38 0,2 2 3 16,1 3 3-16,2 3 32 0,1 5-23 16,0 7 61-16,3 4-4 0,0 7-38 15,3 5 22-15,-2 6 3 0,2 5-25 16,0 5-12-1,4 2-6-15,-1 0-10 0,3 4 0 0,-1 2-1 16,1 3 1-16,1-1 9 0,-2-1-12 16,-2-2 2-16,-3-5 11 0,1-5-11 15,-4-6 1-15,-4-11 19 0,2-5-21 16,-5-7 1-16,0-9 16 0,-3-2-18 16,0-4-1-16,0-4-14 0,-3-1 15 15,0-3 20-15,0 0 36 0,1 0 6 0,-1 0-62 16,0-4-43-16,-1-2-19 0,-8 0-31 15,-3-2-69-15,-6-1-23 0,-4-1-83 0,-4-1-116 16,-4-1-54-16,-6-3-123 16,11 5-159-16,-15-6-357 0</inkml:trace>
  <inkml:trace contextRef="#ctx0" brushRef="#br0" timeOffset="10006.023">4372 2741 1106 0,'0'0'173'0,"0"0"983"0,0 0-875 0,0 0-85 15,0 0-13-15,0 0 12 0,0 0-36 0,0 0-74 16,0 0-15-16,0 0 22 0,42-13 15 16,-19 11-35-1,4-3-31-15,5 1-6 0,1 0-35 16,3 1 0-16,0 2-28 0,3 1-67 16,-3 0-94-16,2 0-138 0,-11 0-305 15,12 1-1011-15</inkml:trace>
  <inkml:trace contextRef="#ctx0" brushRef="#br0" timeOffset="10467.214">5578 2612 414 0,'0'0'2739'15,"0"0"-2420"-15,0 0-255 0,0 0 53 16,0 0 84-16,0 0 42 0,-78-12-34 16,78 11-63-16,0-2-66 15,0 2-25-15,6 0-55 0,4 1-12 16,4 0-19-16,8 0 31 0,9 0 13 16,9 0 14-16,3 0 41 0,6 0-43 0,3 0 46 15,0 0-71-15,1 0 1 0,-1 0 14 16,3-5-12-16,0 1-1 0,-1 1-2 15,-3-2-3-15,-1 1 1 0,-5 0-29 16,-5-1-61-16,-5-1-69 0,-6 1-25 16,-5-2 6-16,-8 2-78 0,-7-2-236 15,-4 2-518-15,-10-5-566 0</inkml:trace>
  <inkml:trace contextRef="#ctx0" brushRef="#br0" timeOffset="10717.664">6047 2401 2368 0,'0'0'116'16,"0"0"-48"-16,0 0-68 0,0 0 242 0,0 0-33 16,96-52-65-16,-68 47 35 0,2 2 21 15,2 3-20-15,1 3-25 0,0 5-42 16,-7 6-91-16,1-1 12 0,-5 6-1 0,-4 2 29 16,-6 1-12-16,-2 4 9 15,-5 3-12-15,-5 2 0 0,0 3-16 0,-8 1 62 31,-8 1-59-31,-2 1 9 0,-5-2-15 0,1 0-4 16,-4-3 4-16,0-1-26 0,3-4 7 0,3-4-9 16,0-5-21-1,2-1-63-15,7-4-101 0,1-6-260 0,3 0-317 0,-5-7-856 0</inkml:trace>
  <inkml:trace contextRef="#ctx0" brushRef="#br0" timeOffset="11896.684">7053 1969 1360 0,'0'0'1456'16,"0"0"-1167"-16,0 0 2 0,0 0 60 15,0 0-23-15,0 0-94 0,0 0-101 16,0 0-83-16,0 0-1 0,0 0 72 16,83-36-32-16,-34 29 30 0,6-5-8 0,4 0-32 0,3-3-33 15,3-1-22-15,-3-2 8 0,-2 2-32 0,-4 0-40 32,-2 2-54-32,-9 2-50 0,-8 4-56 15,-8 4-87-15,-9 4-160 0,-11 0-307 0,-6 5-685 16,-18 9-188-16</inkml:trace>
  <inkml:trace contextRef="#ctx0" brushRef="#br0" timeOffset="12123.16">7202 2088 1596 0,'0'0'681'0,"0"0"-464"0,0 0 212 0,16 92-10 15,-6-51-105-15,-4 9-56 0,-2 6-19 16,2 6-21-16,-3 1-82 0,0 6-49 15,-1 1-35-15,2-1-27 0,-3-1-25 16,-1-1-19 0,1-4-15-16,-1-5-3 0,0-7 36 0,0-8-51 0,0-8 6 15,0-5-13-15,0-9-81 16,-1-4 28-16,-2-4-118 0,-1-4-224 16,1-3-519-16,-6-6-459 0</inkml:trace>
  <inkml:trace contextRef="#ctx0" brushRef="#br0" timeOffset="12291.993">7190 2802 3302 0,'0'0'400'0,"0"0"-371"15,0 0 21-15,0 0 135 0,100-41 1 0,-62 29-46 16,4 1-34-16,2 0-50 0,0 1-24 16,0 1-32-16,-2 3-16 0,0-1-55 15,-5 4-16-15,-2 3-10 0,-10 0-188 0,-5 10-84 16,-12 4-196-16,-2-1-212 0,-15 21-467 0</inkml:trace>
  <inkml:trace contextRef="#ctx0" brushRef="#br0" timeOffset="12449.395">7277 3066 2353 0,'0'0'429'0,"0"0"-278"16,0 0 48-16,0 0 8 0,0 0-92 15,0 0-80-15,0 0 123 0,0 0 16 0,90 21-11 16,-44-19-43-16,6-2-51 0,4 0-35 15,3-6-24-15,2-1-10 0,2-5-50 16,-1-1-105-16,0-3-46 0,0 0-83 16,-16 2-233-16,14-5-860 0</inkml:trace>
  <inkml:trace contextRef="#ctx0" brushRef="#br0" timeOffset="12699.383">8469 2595 3153 0,'0'0'316'16,"0"0"-272"-16,98-3-12 0,-53 2 123 15,7-1-60-15,3 2-17 0,-1 0 10 16,4 0 0-16,1 0-15 0,0-1-14 15,-1-5-37-15,1 0-22 0,-3-5-37 0,-3 2 5 0,-6-1-106 16,-7-1-196 0,-10 1-124-16,-13 4-639 0,-11-6-924 0</inkml:trace>
  <inkml:trace contextRef="#ctx0" brushRef="#br0" timeOffset="12936.798">9007 2244 2902 0,'0'0'193'15,"0"0"-155"-15,0 0-38 0,109-10 169 16,-68 10-73 0,0 0-14-16,1 7 39 0,-1 3-1 15,2 3-13-15,-4 0-19 0,-2 6-31 16,-5 2-35-16,-6 0 45 0,-8 4-11 16,-6 4-31-16,-10 4-25 0,-2 5-21 0,-18 2 21 0,-6 3 44 15,-10 6-44-15,-4 0 0 0,-3 1-3 16,2 0-10-16,2-4-12 0,0-2-79 15,6-5-94-15,8-4-4 0,3-7-128 16,8-12-650-16,2-11-1029 0</inkml:trace>
  <inkml:trace contextRef="#ctx0" brushRef="#br0" timeOffset="13311.574">10070 2017 3029 0,'0'0'349'15,"0"0"-251"-15,0 0 48 0,79 96 78 16,-65-48-6-16,-10 11-62 0,-4 5-26 16,-4 6-37-16,-7 1 19 0,-3-1-4 15,1-1-19-15,0-4-80 0,3-4-9 16,1-6-40-16,3-6-12 0,1-8 5 0,4-11-11 0,1-8-66 15,0-11-43-15,0-7-59 0,1-4-114 16,2-10-66-16,2-11-116 0,-3 2-303 16,-2-31-554-16</inkml:trace>
  <inkml:trace contextRef="#ctx0" brushRef="#br0" timeOffset="13653.121">10030 2125 2244 0,'0'0'501'0,"0"0"-209"0,0 0-119 0,0 0 56 0,0 0-16 16,95-43-71-16,-71 43-35 0,-2 4-20 15,1 6 5-15,-3 4-17 0,-2 3-3 16,-4 5-19-16,-2 4 28 0,-5 4 15 16,-4 3-31-16,-2 0-25 0,-1 1-19 15,0-3 1-15,0-5 15 0,0-3 15 16,0-3-9-16,4-4-12 0,-1 2-31 0,5-1-1 31,3 1 0-31,6 0-1 0,1 1 0 0,5 3 0 0,1-2-10 16,1 3 11-16,-3-3-15 0,-1 3 14 15,-2-3 2-15,-6 1 16 0,-6 0 5 16,-2 0 1-16,-5-2 24 16,-1 4 3-16,-9 2-9 0,-6 0 8 0,-7 4-11 15,-4 0 0-15,-6 1-10 0,-5-4 1 16,1 0-28-16,-2-3-15 16,4-3-25-16,4-6-27 0,5-3-93 0,5-6-67 15,3-5-36-15,6 0-66 0,5-11-223 16,4 1-603-16,5-19-587 0</inkml:trace>
  <inkml:trace contextRef="#ctx0" brushRef="#br0" timeOffset="13858.8">10896 2511 3156 0,'0'0'925'15,"0"0"-925"-15,0 0-164 0,0 0 164 0,0 0 91 16,78 16 54-16,-45-14-2 0,12-2 9 0,4-2-77 16,10-5-48-16,3-5-27 0,5 0-18 15,-3-2-87-15,-1-4-131 0,-4 0-85 16,-18 4-325-16,4-8-967 0</inkml:trace>
  <inkml:trace contextRef="#ctx0" brushRef="#br0" timeOffset="14120.294">11271 2215 3146 0,'0'0'220'15,"0"0"-150"-15,0 0-51 0,102 6 146 0,-57-3-23 16,4 0 15-16,6 2 7 0,1 0-29 16,-2 3-58-16,-6-1-43 0,-2 4-34 0,-7 2-22 15,-9 3-31-15,-7 0 16 0,-8 7 8 16,-11 1-2-16,-4 3-12 0,-10 5 42 15,-13 3-1-15,-7 4 2 0,-8 0-32 16,-2 4-16 0,-5-1 4-16,6-3-40 0,3-4-36 15,10-5-66-15,12-7-103 0,11-6-150 16,6-7-194-16,7-5 319 0,25-9-376 0</inkml:trace>
  <inkml:trace contextRef="#ctx0" brushRef="#br0" timeOffset="14556.007">12311 2220 2088 0,'0'0'1842'16,"0"0"-1681"-16,0 0-146 0,0 0 88 15,0 0-19-15,0 0 3 16,0 0 49-16,0 0-49 0,0 0-87 15,48-76-37-15,-9 46 34 0,0 1-34 0,-3 3 0 16,-2 2 26-16,-3 2 11 0,-4 3 0 16,-4 2-1-16,-6 3 0 0,1-1-23 15,-5 2 5-15,-1 1 0 0,-1 0-5 16,0 0 7-16,-2 2 17 0,-2 1 15 0,-1 3-2 16,-3 2-13-16,0 1 0 0,-3 3 1 0,1 0 21 15,2 3-20-15,1 6 19 0,0 6 44 16,1 6 13-16,-1 8-1 0,1 4-16 15,-4 7-12-15,2 7-6 0,-3 5 16 16,0 5 17-16,-2 3 10 0,-5 3-16 16,-2 0-3-16,-2 3-33 0,1-2 8 15,-2 0-8-15,-2 2 14 0,4-6-48 0,-3-1-10 0,3-8-2 16,1-3-6-16,3-6-13 0,3-7-11 16,3-5-1-16,0-7-57 0,0-5-23 15,2-5-27-15,2-1-75 0,-1-3-125 16,-3-5-257-16,0 0-412 0,-3-4-450 0</inkml:trace>
  <inkml:trace contextRef="#ctx0" brushRef="#br0" timeOffset="14690.627">12367 2985 3714 0,'0'0'465'0,"0"0"-434"0,0 0 57 15,0 0-11-15,0 0 47 0,0 0 107 16,0 0-19-16,89 0-123 0,-54 0-37 15,1 0-10-15,3 0-42 0,2-7-6 0,0-1-43 0,1 0-24 16,-1-2-92-16,-1 0-94 0,-4 0-51 16,-9 2-236-16,5-3-743 0</inkml:trace>
  <inkml:trace contextRef="#ctx0" brushRef="#br0" timeOffset="15339.944">13802 1789 3820 0,'0'0'508'0,"0"0"-375"0,0 0-133 0,0 0-65 16,0 0 21-16,57-66 44 0,-41 48 17 15,1 1-17-15,3-1-44 0,2 3 4 16,3 2 38-16,-2 3-23 0,0 2 22 16,-3 5 3-16,-1 3 10 0,-1 2 6 15,-3 9 24-15,-4 6 22 0,1 5 19 0,-8 7-10 16,-4 9-25-16,-3 5-15 0,-14 9-3 0,-5 2-16 16,-7 5 10-16,-2 2-20 15,0 0 8-15,1-1-10 0,6-6-34 16,4-4 7-16,8-3 8 0,3-5 8 15,5-3 11-15,1-2 2 0,3-3 19 0,0-1 0 0,0-1-21 16,7 2-11-16,1 0 11 0,2 5 3 16,0 0 0-16,3 0-3 0,1 1-6 0,0 3-9 15,3 1 14-15,-2 0 2 16,-2 4 1-16,0 0 20 0,-6 0-1 0,-1-1 13 16,-6-1-18-16,0 1 2 0,-6 0 19 15,-4 0-6 1,-5-3-4-16,-4-1-2 0,0-7-22 15,-4-2 22-15,2-5-7 0,0-3 3 16,0-4-18-16,-2-6 13 0,1-2 11 16,-3-6-27-16,1-2-58 0,-2-2-98 15,0-4-73-15,1-3-121 0,5-4-303 0,-10-15-1162 16</inkml:trace>
  <inkml:trace contextRef="#ctx0" brushRef="#br0" timeOffset="18300.061">9759 3352 1949 0,'0'0'1331'0,"0"0"-997"0,0 0-284 0,0 0-50 15,0 0 0-15,0 0 92 0,-13 74 59 16,6-57 10-16,0 0-58 0,-1 0-53 15,-3 2 18-15,1 2 0 0,-5 3-9 16,-2 0-18-16,-4 3-4 0,-3 0-22 16,-5 4-15-16,-2 1 0 0,-6 0 0 0,-1-1 1 0,-2 0 24 15,-1-1 6-15,-2-2-16 0,1-3 29 16,-2-2-11-16,-1-1-14 0,-4-3-4 16,-2-4 10-16,-3 0-7 0,-1-5-15 15,0-2 22-15,0-6-4 0,1-2-5 16,0 0 5-16,3-6-2 0,1-2 2 15,-1-5-20 1,3-1 0-16,3-1 0 0,3-2 15 0,6 1 5 16,5-1 16-16,3 1-7 15,5-1 13-15,3 0-3 0,4-1 0 0,2 1-16 16,4-2-9-16,2-2-14 0,4 0-1 16,2 2-15-16,2-1-25 0,0 2 1 15,0 0-16-15,5 3 12 0,-1 1-6 16,1 6 6-16,-4 0 15 0,2 5 7 0,-3 0-10 0,2 1-64 15,-2 1-66-15,0-2-80 0,0 2-170 16,0-1-358-16,0-3-846 0</inkml:trace>
  <inkml:trace contextRef="#ctx0" brushRef="#br0" timeOffset="18651.809">8401 3385 290 0,'0'0'815'16,"0"0"-314"-16,0 0-182 0,0 0 2 15,0 0 15-15,0 0-17 0,0 0-43 16,0 0-53-16,0 0-52 0,0 0-16 0,0 0-19 16,0-3-29-16,0 3-16 0,-1 0 13 15,-5 3-17-15,-5 6-28 0,-4 4-25 16,-5 5-22-16,-3 3 13 0,0 4 31 15,-6 2-13-15,2 4-5 0,-5 3-8 0,0 1-11 16,1 5-16-16,-1-1 16 0,2 0-9 0,1-3-10 31,3 0-22-31,3-6 7 0,5-3-4 0,4-7-2 16,4-4-4-16,6-8-6 0,1-2-25 16,3-5-28-16,0-1 7 0,0 0-29 15,4 0-36-15,5-5-47 0,4-5-127 0,0-2-281 16,10-15-737-16</inkml:trace>
  <inkml:trace contextRef="#ctx0" brushRef="#br0" timeOffset="18847.898">8303 3448 2500 0,'0'0'394'16,"0"0"-327"-16,0 0 100 0,0 0 148 15,0 0-45-15,0 0-88 0,0 0-18 16,0 0 2-16,0 0 14 0,94-11-13 0,-64 11-41 0,2 1-27 15,1 0-4-15,5 0-22 0,1-1-54 16,4 0-19-16,0 0-37 0,1 0-15 16,-2 0-120-16,-1 0-68 0,-2 0-177 15,-10 2-323-15,3-1-754 0</inkml:trace>
  <inkml:trace contextRef="#ctx0" brushRef="#br0" timeOffset="19501.664">9334 4021 2572 0,'0'0'642'15,"0"0"-264"-15,0 0-68 0,0 0-18 16,0 0-28-16,0 0-36 0,0 0-102 0,0 0-98 0,0 0-28 16,0 0 1-16,-82 59 17 0,59-37-2 15,-2 1-14-15,2 0 40 0,3-1 4 16,4-1 0-16,3-3-9 0,2 0-13 16,3-2-22-16,4 1-2 0,4-1-2 15,0-1 2-15,3 3 12 0,6-4 6 16,3 3-15-16,3 0 0 0,4 1 0 0,0-1 0 0,2-2 12 15,1 1 7 1,-1-3-20-16,4 4 11 0,-2-5-13 16,-2 1-12-16,0 0 9 0,0-1-22 15,-2 0 13-15,-5 1-6 0,2-3 17 16,-6 0-14-16,-1-1 11 0,-3 1 3 0,1-3-1 16,-3 0 2-16,-2-2 12 15,-1 0 15-15,-1 2-6 0,0-3 25 16,-1 1-12-16,-5 1-1 0,-4 0 10 15,-3 3-4-15,-4-3 7 0,-4 0-10 0,-2-1-5 16,0-2-1-16,-1 0-9 0,2-3-18 16,1 0-3-16,-2 0-39 0,1 0-31 15,3-4-15-15,1-1-9 0,3 2-38 0,-1-1-8 16,3-2-54-16,-1 5-12 0,4-4-73 16,-1 4-223-16,3 1-526 0,-5 0-604 0</inkml:trace>
  <inkml:trace contextRef="#ctx0" brushRef="#br0" timeOffset="20705.309">10223 4236 1429 0,'0'0'357'0,"0"0"-136"0,0 0 475 0,7 68-311 0,-7-40-123 15,0-1-21-15,0 0-20 0,0-2-48 16,0-2-100-16,0-4-73 0,2-7-38 15,1-1-22-15,0-7-40 0,2 0-70 16,-2-4-11-16,1 0-96 0,-1 0-259 16,-1-11-560-16</inkml:trace>
  <inkml:trace contextRef="#ctx0" brushRef="#br0" timeOffset="20877.094">10226 3959 2428 0,'0'0'615'0,"0"0"-372"0,0 0-61 0,0 0-21 15,0 0-116-15,0 0-45 0,78 0-51 16,-55 0-66-16,7 0-141 0,-7 0-342 0,13 1-881 16</inkml:trace>
  <inkml:trace contextRef="#ctx0" brushRef="#br0" timeOffset="21147.964">10726 4002 1542 0,'0'0'530'0,"0"0"-180"0,0 0 95 0,0 0-48 0,0 0-101 15,-56 66-110-15,44-49-72 0,1-1-48 16,2-1-32-16,2-1-6 0,3 2-24 16,2-2-4-16,2 2-24 0,0-3 2 15,0 1-3-15,7 0-4 0,5 0 29 16,-2-2 16-1,5 2 6-15,2-2-20 0,1 1 0 16,0 0 36-16,0 1 28 0,-3-3-3 16,-1-3-16-16,-4 2-16 0,-2-4 16 15,-4 2-22-15,-2 0-25 0,-2 2-2 0,0 2-11 16,-6 1-15-16,-6 3-56 0,-2 1-33 0,-2-3 14 0,-3 3-29 0,2-3-4 31,0-3-70-31,0 0-78 0,2-5-101 16,3 0-139-16,-5-3-469 0</inkml:trace>
  <inkml:trace contextRef="#ctx0" brushRef="#br0" timeOffset="21776.275">11493 4309 1755 0,'0'0'655'0,"0"0"-213"0,0 0-106 0,0 0-17 16,0 0-60-16,0 0-73 0,0 0-60 15,0 0-60-15,-78 5-35 0,64 16 13 16,-1 7 12-16,-1 7 40 0,0 5 22 16,2 0-7-16,5-3-46 0,2-7-48 15,4-8-17-15,3-7-27 0,0-6 27 16,3-3 0-16,7-5 0 0,3-1 18 0,9-5 4 16,4-7-22-16,3-6-27 0,1-4-26 15,0-4 10-15,-3 0 12 16,-2 2 6-16,-3 1 24 0,-4 4 1 0,-6 2 0 15,-1 3 1-15,-5 2 30 0,-3 3 16 16,-3 2 5-16,0 4-12 16,0 2-9-16,0 1-16 0,0 0 22 0,0 0-37 15,0 3-12-15,0 9-30 0,0 2 42 16,0 7 24-16,0 1 1 0,0 2-25 16,4-1-26-16,7-2-26 0,1-4-6 15,6-2-26-15,3-4-92 0,7-1-48 16,3-6-34-16,4-2-159 0,-5-2-688 15,9-4-987-15</inkml:trace>
  <inkml:trace contextRef="#ctx0" brushRef="#br0" timeOffset="22176.84">12399 4232 95 0,'0'0'2530'15,"0"0"-1971"-15,0 0-231 0,0 0 13 32,0 0 2-32,0 0-151 0,0 0-108 0,-89 18-59 15,53 3-24-15,-4 6 21 0,2 3 18 16,3-2-16-16,7-4-8 0,9-5-1 15,10-7-15-15,6 0-16 0,3-5-34 16,3 2 10-16,6-1 26 0,10 1 14 16,2-1 46-16,2 0-46 0,5-3 19 15,-1 0 15-15,-1 1-19 0,1 1-15 0,-4-1 12 0,-4 2 1 16,-2-1 11-16,-2 3 13 0,-2-2 31 16,-6 4-4-16,0 2-17 0,-4 0-23 15,-3 4-3-15,0 0-18 0,-1 1 9 16,-9 3-12-16,-5-3-77 0,-1 0-64 15,1-2-72-15,1-6-79 0,6-5-113 16,3-4-131-16,0-2-257 0,5-8-788 0</inkml:trace>
  <inkml:trace contextRef="#ctx0" brushRef="#br0" timeOffset="22408.766">12741 4326 2191 0,'0'0'459'31,"0"0"-89"-31,0 0 39 0,8 68-30 0,-8-34-61 16,-1 3-16-16,-5 7-77 0,0 4-80 16,-1 5-32-16,-1 7-24 0,-1 5-22 0,-4 7-24 15,0 3-12-15,-3 3 2 16,0 0 1-16,-1-5-22 0,3-3-12 0,1-11-28 16,4-10-57-16,5-12-95 15,2-7 32-15,2-13 41 0,0-5-20 0,0-5-99 0,5-7-118 0,2 0-25 16,3-12-208-16,-4 0-386 15,4-12-629-15</inkml:trace>
  <inkml:trace contextRef="#ctx0" brushRef="#br0" timeOffset="22658.224">12760 4384 2681 0,'0'0'363'0,"0"0"-241"0,0 0 127 0,0 0 8 15,0 0-56-15,0 0-21 0,0 0-52 0,83-27-50 16,-67 34-28-16,0 5 6 0,-4 4 6 16,-3 3-41-1,-7 4-8-15,-2 3-1 0,-10 2 0 0,-9 3-12 16,-4 3 0-16,-7-1-28 16,-2 2-16-16,0-4-52 0,-1-8-47 0,6-6-14 15,5-5 34-15,6-9-18 0,6-3-112 16,6-15-252-16,4 1-285 0,8-23-941 0</inkml:trace>
  <inkml:trace contextRef="#ctx0" brushRef="#br0" timeOffset="22878.956">13259 3841 2262 0,'0'0'613'15,"0"0"-426"-15,0 0-44 0,0 0 106 16,0 0-5-16,0 0 92 0,-2 71-20 15,-5-30-74-15,-4 8-39 0,-3 8-7 16,1 1-40-16,-3 3-41 0,0 0-63 16,-1 0-51-16,3-2-1 0,-1-5-21 15,5-6-31-15,3-2 0 0,1-11-15 16,6-7-107-16,0-6 5 0,4-7-28 0,10-6-72 16,3-8-220-16,-3-1-299 0,15-8-729 0</inkml:trace>
  <inkml:trace contextRef="#ctx0" brushRef="#br0" timeOffset="23023.158">13428 4410 2921 0,'0'0'528'15,"0"0"-306"-15,0 0 77 0,0 0 5 0,-26 81-78 16,19-59-53-16,1-1-63 0,0-2-51 16,2-5-59-16,3 1-25 0,-1-4-27 15,1-1-133-15,1-4-25 0,-1-4-73 16,-1 1-298-16,-4-3-912 0</inkml:trace>
  <inkml:trace contextRef="#ctx0" brushRef="#br0" timeOffset="23171.398">13428 4157 3432 0,'0'0'527'15,"0"0"-366"-15,0 0-21 0,0 0-87 0,0 0-28 16,0 0-25-16,79-3-59 0,-50 2-280 15,-7-6-207-15,11-1-826 0</inkml:trace>
  <inkml:trace contextRef="#ctx0" brushRef="#br0" timeOffset="23395.926">13861 3921 2711 0,'0'0'351'0,"0"0"-224"0,0 0 170 0,0 0 98 16,-11 96 0-16,3-57-76 15,1 1-79-15,-2 5-57 0,0 2-27 16,-1 3-13-16,-3 3-64 0,-1 0-67 16,-1-1-12-16,-2-2-17 0,4-7-19 15,4-5-10-15,4-8 19 0,2-8-1 16,3-4 10-16,0-6-55 0,8-4 18 16,-2-2-12-16,2-1-25 0,0-5-18 0,1 0-16 15,-1 0-38-15,-2-5-43 0,2-2-162 0,-3-4-133 16,-4 4-266-16,-1-9-685 0</inkml:trace>
  <inkml:trace contextRef="#ctx0" brushRef="#br0" timeOffset="23568.932">13630 4267 2887 0,'0'0'664'0,"0"0"-433"0,0 0-64 0,0 0-19 31,0 0-17-31,0 0 40 0,0 0 82 15,93-7-151-15,-59 1-84 0,0 0-18 16,5-4-31-16,0 1-67 0,1-1-196 16,-2 0-91-16,-11 2-314 0,4-2-974 0</inkml:trace>
  <inkml:trace contextRef="#ctx0" brushRef="#br0" timeOffset="24080.439">14169 4302 2955 0,'0'0'434'16,"0"0"-221"-16,0 0 2 0,0 73 59 0,-3-47-47 15,-1 1-50-15,1-2-47 0,-2-1-63 16,-3-3-45 0,2 3-22-16,-3-3 0 0,-3 3-1 15,-1-5-18-15,-1-1-33 0,-1-1-59 16,3-4-4-16,2-5 56 0,1-2 47 16,5-2-31-16,1-4-29 0,2 0-15 0,1-1-11 15,0-8-31-15,0-1 48 0,7-1 11 16,3-3-75-16,3-1-20 0,0 4-4 15,3 3 86-15,-2 2 16 0,1 3 48 0,1 3 19 16,-1 0 22-16,3 0 42 16,0 6 23-16,4 1-46 0,0 1-12 15,2-1-1-15,2 1-28 0,1 2-2 16,1 2-14-16,-1 0 16 0,-5 5 63 0,-2 0 70 16,-1 5 54-16,-8 6 33 0,0 7 15 15,-6 1 113-15,1 6-87 0,-5 0-83 0,-1 1-71 0,2 0-31 16,-2-1-30-16,1-4-22 0,1 2-23 0,-2-5 1 15,0-3 0-15,0-2 0 0,-2-5 0 16,-8-3 14-16,0-5-4 0,-6-4 9 16,-4-3 19-16,-6-2-10 0,-3-3 12 15,-1-3 22-15,-2-2 30 0,2-2-15 0,1-8-25 16,2-6-35 0,2-5-19-16,2-4-62 0,3-3-38 15,7-1 27-15,6 2 37 0,7 4 24 16,3-1-22-16,11 4-8 0,9-2 8 15,5 0-11-15,6-2 14 0,5-1-8 16,6 0-4-16,1 0-6 0,6-1-61 16,-3-1-98-16,1-1-177 0,-14 8-572 15,13-16-977-15</inkml:trace>
  <inkml:trace contextRef="#ctx0" brushRef="#br0" timeOffset="25143.628">15862 2474 323 0,'0'0'1221'0,"0"0"-776"0,0 0-56 0,0 0 62 16,0 0-66-16,-85-13-98 0,77 13-53 0,3 0-27 15,2 0-24-15,2 0-21 0,1 0-13 16,0 0-19-16,0 0-25 0,0 0 2 15,0 0 1-15,0 0-7 0,0 0-16 0,1 0-39 16,4 0-25-16,2 0-5 0,3 0 11 16,6 0 10-16,2 0-4 0,4 0-18 15,3 0-11-15,2 0-2 0,3 0-1 16,4 0-1-16,2 0 1 0,5 0-1 16,4 0-1-16,5 0 1 0,9-2 1 0,3 0 2 15,5-3-3-15,2 2-15 0,3-2 3 0,1 1-21 16,0-1 11-16,0 2-2 0,1-4 6 15,-2 2 6-15,2-2-1 0,-1 1 13 16,2 0 22 0,2-3-10-16,-3 2 0 0,2-1-9 15,-2-2 15-15,-5 2-15 0,-1-1-1 0,-5 1 1 16,-4 4-3-16,-4-2-2 0,-2 3-10 16,-2 3-3-16,-4 0 14 0,-1 0-1 15,-4 0 2-15,-3 0 20 0,1 3-18 16,-4 0 23-16,-2 0 2 0,0-3-12 15,-1 3 1-15,1-3-14 0,-3 1 0 16,3-1-2-16,-3 0-12 0,2 0-12 16,-1 0 3-16,-2 0-4 0,-4 0-29 15,-1-1 32-15,-7 1 4 0,-2-1 17 0,-6-1 0 0,-3 2-2 16,-4 0 0-16,0 0-9 0,-3 0-19 16,0 0-24-16,0 0-49 0,0 0-50 15,-6 0-55-15,-3 0-101 0,-2 0-183 16,0 0-307-16,-11 0-549 0</inkml:trace>
  <inkml:trace contextRef="#ctx0" brushRef="#br0" timeOffset="25529.822">18038 2174 805 0,'0'0'1962'16,"0"0"-1420"-16,0 0-241 0,0 0-7 16,0 0-46-16,0 0-89 0,0 0-38 15,0 0-28-15,81-11-32 0,-48 11-24 16,5 0-6-16,-4 3 3 0,-1 5-31 16,-4 0 13-16,-3 2 5 0,-4 0 13 15,0 1-19-15,-4 0-13 0,-3 3 23 0,-1-1-24 0,-5 1-1 31,-1 4-34-31,-2 1 7 0,-3 2 2 16,-1 2-18-16,-2 2-22 0,-3 3 0 16,-8 0-9-16,-3 3 18 0,-5 0 22 0,-4 1 23 15,-4 0 11-15,-3 3 1 0,-3-3 14 16,-1 2-15-16,-2-3-13 0,-1-2 12 16,4-2 1-16,2-1-2 0,4-4-1 15,4-1-81-15,7-6-119 0,2-1-121 0,2-2-222 16,4-5-556-16,0-1-589 0</inkml:trace>
  <inkml:trace contextRef="#ctx0" brushRef="#br0" timeOffset="26685.209">19957 1520 676 0,'0'0'1492'15,"0"0"-1278"-15,0 0 382 0,11-66-177 0,-8 45-191 16,1-1-64-16,1-1-44 0,0-1-7 16,0 2-12-16,-1 0-17 0,-1 4-25 15,-1 3-3-15,-1 4 9 0,-1 1 47 16,0 5 95-16,0 2-72 0,-1 0-56 16,-2 0-14-16,-2-1-26 0,-1 2-32 15,-1 0-7-15,-4 0-28 0,-2 2-12 16,-4 0-3-16,-1 0-15 0,0 4 3 0,-2 2 3 15,0 3 12-15,0 1 6 0,1 5 0 0,2 1 31 16,-3 2 3-16,1 6 28 0,-1 1-1 16,1 4 20-16,-4 6 5 0,0 1-49 15,0 6 0-15,-1 3-1 0,-2 6 16 16,1 0-17-16,2 5 1 0,3 1 29 16,1 1-6-16,4 1-22 0,4-1 24 0,0 1 19 15,2 0-18 1,1-2 21-16,0-1-28 0,0-1-21 15,-2-4-18-15,1-1 18 0,0-5-1 16,-2-3-24-16,2-8 7 0,3-6-10 16,1-4-21-16,3-7 4 0,2-5-20 0,0-2-64 15,0-4-1-15,3-4 22 0,4-2 18 16,1 0 25-16,0-2 65 0,4-8 0 16,1-4 34-16,0-2 16 0,1-1-22 0,0-1 0 0,-1 0 3 15,1 4 6-15,-2 2 3 0,-4 1-14 16,0 3-26-16,-1 4 0 0,-4 2-1 15,0 2-18-15,0 0-15 0,1 1-21 16,1 7 55-16,-1 4 6 0,3 6 40 16,-3 7 19-16,-1 5 0 0,-3 6-10 15,0 4 59 1,0 7-19-16,-3 3-46 0,-6 5-21 0,1 4-12 16,-3 1-16-16,1 2-28 0,3-2 13 15,1-3-28-15,4-2-9 0,2-8 6 16,3-6-9-16,9-4-41 0,4-9-18 15,6-4-34-15,7-7-33 0,4-7-26 16,4-8-164-16,-9-2-588 0,13-7-955 0</inkml:trace>
  <inkml:trace contextRef="#ctx0" brushRef="#br0" timeOffset="27511.168">21069 1724 1729 0,'0'0'227'16,"0"0"276"-16,0 0 111 0,0 0-155 0,0 0-143 15,0 0-51-15,0 0-47 0,0 0-57 16,0 0-50-16,-86-23-28 0,65 36-12 16,-2 3-1-16,-1 6 7 0,0 2-3 15,3 6-7-15,0 5-6 0,1 1-15 0,4 6-28 16,1 2-16-16,2 3 10 0,-1 2-11 15,4 5 11-15,0-1-12 0,0 4 1 16,3-3 21 0,1 2-22-16,4-3-19 0,2-2 1 0,0-5 18 15,8-2-18-15,3-2 0 0,3-6-4 16,6-3-8-16,2-5-1 0,7-8-18 16,7-4 13-16,3-5-26 0,3-7-51 15,5-4-69-15,-1 0-108 0,-11-7-262 16,12-8-795-16</inkml:trace>
  <inkml:trace contextRef="#ctx0" brushRef="#br0" timeOffset="27896.266">21978 1896 2297 0,'0'0'1062'15,"0"0"-910"-15,0 0-66 0,0 0 122 16,0 0 122-16,0 0-19 0,0 0-48 16,0 0-116-16,0 0-108 0,0 0-38 15,-89-4 13-15,63 45 35 0,-5 9 19 16,0 8 54-16,-3 5-4 0,2 2-32 15,-3 0-14-15,2 0-35 0,-1-2-22 0,1-5-15 0,2-5-10 16,3-6-36 0,4-7 10-16,4-6 6 0,6-8 5 15,2-5 1-15,4-5-37 0,3-7-46 16,5-6-51-16,0-3-29 0,5-3-10 0,8-12-29 16,7-5-76-16,4-11 21 0,6-5-48 15,1-9-118-15,0-4-178 0,-2-4-417 0,-1-4 524 0,-9 14-95 0</inkml:trace>
  <inkml:trace contextRef="#ctx0" brushRef="#br0" timeOffset="28127.38">21786 1953 1032 0,'0'0'661'16,"0"0"-103"-16,0 0-76 0,0 0-110 16,0 0-81-16,0 0-85 0,0 0-70 0,0 0-10 15,0 0 40-15,87-7-21 0,-67 37 4 16,3 3-9 0,-1 7-20-16,-2 3-18 0,-1 4-40 15,-4 2-13-15,-1 0-19 0,-4-2-10 0,-1 1-20 16,0-4 0-16,-3-4-22 0,0-4-2 15,-1-3 23-15,0-3-11 0,-2-3 0 16,0-2 11-16,0 0-16 16,-3-4 15-16,0-3-10 0,0-5 9 0,0-6 1 15,0-3 0-15,0-2 0 0,0-2-62 0,0 0-38 16,-3 0-22-16,-5 0-9 0,-6 0-32 0,-6-2-99 16,-4-3-192-16,-5-3-506 0,9 2-65 15,-13-11 1-15</inkml:trace>
  <inkml:trace contextRef="#ctx0" brushRef="#br0" timeOffset="28259.044">21724 2489 2134 0,'0'0'736'16,"0"0"-230"0,0 0-161-16,0 0-24 0,0 0-92 0,0 0-34 15,0 0-78-15,0 0-58 0,50-73-31 16,-15 56-10-16,4 0-18 0,6 1-10 16,0 1-24-16,4 2-9 0,-4 3-34 15,-1 2-69-15,-4 3-235 0,-12 2-645 16,3-1-1371-16</inkml:trace>
  <inkml:trace contextRef="#ctx0" brushRef="#br0" timeOffset="28513.275">22690 2413 3280 0,'0'0'470'15,"0"0"-326"-15,0 0 45 0,12 83 120 16,-12-46-59-16,0 6-38 0,-1 1-68 16,-5 3-55-16,-2-1-19 0,0 0-15 0,-1-1-49 15,1-3-6-15,0-6-28 16,3-4-14-16,3-7-114 0,2-6-74 16,6-7-60-16,8-8-159 0,6-4-113 15,-5-7-626-15,15-22-1085 0</inkml:trace>
  <inkml:trace contextRef="#ctx0" brushRef="#br0" timeOffset="28760.212">23449 1889 3343 0,'0'0'377'16,"0"0"-254"-16,9 71 65 0,-9-33 103 15,-1 5 40-15,-12 5 37 0,0 1-121 16,-2 1-92-16,-2 0-79 16,2-2-15-16,0-2-49 0,0-4-12 15,1-2-24-15,0-5-9 0,0-4-16 16,3-5-88-16,-1-3-33 0,1-6-23 16,4-5 9-16,-1-5-22 0,2-5-138 15,0-2-130-15,3-9-130 0,3-5-362 0,0-1-177 16,9-20 400-16</inkml:trace>
  <inkml:trace contextRef="#ctx0" brushRef="#br0" timeOffset="29113.183">23594 1885 2172 0,'0'0'391'0,"0"0"-120"15,0 0 1-15,0 0 86 0,95-59-52 16,-76 57-42-16,-2 2-66 0,2 0-83 16,-2 8-28-16,-2 4-7 0,-1 2-12 15,-4 4-40-15,-3 2-3 0,-7 5-1 0,0 2 23 0,-7 5-4 31,-9-2-19-31,-5 4-8 0,-5-1-13 16,1-1-3-16,4-2 1 0,5-5-1 16,4-1-2-16,7-2-17 0,5 1 4 15,0 1-4-15,3 0 18 0,9 0 1 16,1 0 0-16,4 4 13 0,0-3-1 0,1 2 3 16,-3-1-2-16,0 0 11 0,-4-2 28 0,-3-2-18 15,-5 0 0-15,-3 0 15 0,0 0 45 16,-11 0 25-16,-5 0-42 0,-7-1-17 15,-5 0-26-15,-5-2 5 0,-5-1 1 16,-4-1-7-16,-2-3-19 0,0-2-14 16,0-3-3-16,5-1-30 0,1-5-25 15,6-1-73-15,6-2-51 0,3 0-42 0,3-3-56 0,6-3-188 16,3 2-316-16,8-6-872 0</inkml:trace>
  <inkml:trace contextRef="#ctx0" brushRef="#br0" timeOffset="29282.63">24088 2735 1805 0,'0'0'1850'15,"0"0"-1670"-15,0 0-96 0,0 0 62 16,0 0 94-16,-1 78 35 0,-14-57-118 16,-5 1-86-16,-3 1-46 0,-4 0-25 15,-2 2-7-15,2-2-128 0,-4-2-152 0,4-1-141 16,7-7-599-16,-3-5-1385 0</inkml:trace>
  <inkml:trace contextRef="#ctx0" brushRef="#br0" timeOffset="30349.714">25136 1952 1322 0,'0'0'303'16,"0"0"226"-16,0 0 185 0,0 0-288 15,0 0-156-15,0 0-30 0,0 0-33 16,0 0 4-16,0 0-25 0,0 0-40 15,0 0-54-15,-19 17-18 0,8 2 24 16,-1 5 31-16,0 5 36 0,-2 3-43 16,4 2-31-16,0-2-33 0,2 2-28 15,2-5-11-15,3 1-10 0,1-4-9 0,2-2-19 16,3-4 7-16,8-3 12 0,-1-4 18 16,5-1-6-16,5-4 0 0,-1-3 3 0,7-3 15 15,-1-2-5-15,2-2-16 0,2-9-9 16,1-4-46-16,3-3-21 0,0-3-12 0,1-2-12 15,-1-1-9-15,-1-2-1 0,-2-2 6 16,-1-3-15-16,-5-2-10 0,-4 0-3 16,0-3-1-16,-8 2 65 0,-1-1 4 15,-5 4 42-15,-6 2 13 0,0 3 0 0,0 6 53 0,-3 4-10 16,-1 6 32-16,0 5 14 16,-3 2-15-16,2 2-22 0,-2 1-52 0,-2 0-21 15,-3 7-25-15,-2 4 9 0,-1 5 37 16,-1 4 9-16,-1 5 25 0,-2 1 21 15,-3 5 10-15,1 4-4 0,-1 0-21 16,0 5-3 0,1 1-13-16,-1 6 16 0,2 4-16 0,1 4 16 15,2 1-6-15,1 2-7 16,3 1-24-16,0-1 22 0,4 0-13 0,2-2-9 16,1 1 7-16,1-3-8 0,2 0-2 15,1-3 12-15,-1 0-9 0,3-3 9 16,0-5-12-16,0-3 0 0,0-7-21 15,0-3-34-15,0-10-9 0,0-2-6 0,0-8 0 16,0-3-29-16,0-4-27 0,3-3-59 0,3 0-38 16,3-8-46-16,4-7-71 0,4-7-213 15,-4 3-455-15,11-27-937 0</inkml:trace>
  <inkml:trace contextRef="#ctx0" brushRef="#br0" timeOffset="30549.878">25912 2215 1410 0,'0'0'2001'16,"0"0"-1603"-16,0 0-149 0,0 0 165 16,0 0-106-16,0 0-114 0,0 0-94 0,85 33-81 15,-65-18-19-15,-3-1-46 0,2 1-52 16,-5 3-172-16,-2 0-114 0,-7 2-313 15,-2-6-719-15,-9 5-766 0</inkml:trace>
  <inkml:trace contextRef="#ctx0" brushRef="#br0" timeOffset="30685.731">25822 2499 2561 0,'0'0'578'0,"0"0"-351"0,0 0 36 0,0 0 59 0,0 0-43 15,0 0-40-15,0 0-66 0,12 78-78 0,9-61-45 16,5-6-38-16,11-2-12 0,3-3-98 15,1-3-97-15,2-3-187 0,-12 0-672 16,8-2-1341-16</inkml:trace>
  <inkml:trace contextRef="#ctx0" brushRef="#br0" timeOffset="31045.695">26692 2057 1884 0,'0'0'1567'0,"0"0"-1122"0,0 0-215 0,0 0 13 0,0 0 32 16,0 0-26-16,-25 98 5 0,17-54-72 15,1 8-42-15,4 2-46 0,1 0-30 16,-4 0-58-16,1-4-6 0,-1-3-46 16,-2-3-29-1,2-3-17-15,0-9-17 0,4-4-28 0,-3-6-46 16,2-7-72-16,0-5-277 15,0-4-453-15,-1-4-279 0,0-4-298 0</inkml:trace>
  <inkml:trace contextRef="#ctx0" brushRef="#br0" timeOffset="31418.818">26768 2104 307 0,'0'0'1607'16,"39"-71"-1185"-16,-19 50-9 0,3-2-6 15,0 4-66-15,-2 6-40 0,-1 2-59 0,-3 6-57 0,3 2-39 16,-3 3-53-16,-1 0-41 0,-1 6-30 15,1 2 12-15,-4 5-6 0,-1 4-10 16,-6 2 1 0,-4 3-4-16,-1 4 4 0,-11 2 5 0,-9 4-8 15,-6 3-16-15,-3 0-9 0,-1 1-10 16,1-5-21-16,5-1 12 0,9-6 0 16,8-3-5-16,4-1-11 0,3-2 14 15,10 2 29-15,5 0 2 0,6 1 12 16,3-1-11-16,2 1 23 0,2-3 21 15,-3 2-31-15,0 1-5 0,-3-2-10 0,-4 3-16 0,-2-1 4 16,-4-2-7-16,-7 1 19 0,-3 0 18 16,-2-2 16-16,-4-1 0 0,-11 1 15 0,-4-2 0 15,-4 1 3 1,-5 0-9-16,-6-3-15 16,0-1 3-16,-2-2-7 0,-1-1-8 15,3-4-16-15,6-5-10 0,3-1-79 16,5 0-27-16,7-7-79 0,1-5-53 0,9-5-147 15,3 2-363-15,6-17-915 0</inkml:trace>
  <inkml:trace contextRef="#ctx0" brushRef="#br0" timeOffset="31587.858">27531 2420 2771 0,'0'0'1615'16,"0"0"-1327"-16,0 0-144 0,0 0 113 15,113-12-55-15,-69 6-81 0,8-1-45 16,6 1-76-16,4-4-15 0,3 2-43 16,0 1-42-16,-1-2-162 0,-5-1-100 15,-5-2-269-15,-17 3-717 16,2-10-1200-16</inkml:trace>
  <inkml:trace contextRef="#ctx0" brushRef="#br0" timeOffset="31829.252">27964 2142 359 0,'0'0'2814'16,"0"0"-2539"-16,0 0-218 0,0 0 98 0,98 28 37 15,-58-18-38-15,0 1 4 0,2 1-24 16,-1 1-94-16,-4 1-40 0,-8 2 0 16,-7 1-65-16,-5 1 33 0,-6 1 32 15,-5 0 19-15,-3 0-5 0,-3 2-14 0,-7 1-25 16,-8 1-13-16,-6 0 1 0,-4 2-44 15,-6 2-30 1,-5-3-14-16,-2 2-61 0,-1-1-71 16,-1 2-75-16,2-5-96 0,12-5-280 0,-7-1-812 0</inkml:trace>
  <inkml:trace contextRef="#ctx0" brushRef="#br0" timeOffset="32404.4">29186 1857 1520 0,'0'0'335'16,"0"0"-92"-16,0 0 529 0,0 0-352 0,0 0-103 15,0 0-39-15,-22 75 8 0,9-31-22 16,-7 10-29-16,-7 10-45 0,-7 6-64 15,-6 5-19 1,-7 3 9-16,0-3-49 0,1-3-31 0,7-6-12 16,5-7-24-16,9-9-12 0,7-10-24 15,8-9-1-15,4-9-8 0,4-8-26 16,2-4-35-16,0-8-23 0,10-2-15 16,8-2-26-16,3-14-43 0,11-7-112 15,5-11-157-15,2-7-175 0,-8 7-563 16,8-25 133-16</inkml:trace>
  <inkml:trace contextRef="#ctx0" brushRef="#br0" timeOffset="32588.738">29206 2023 1406 0,'0'0'754'16,"0"0"-237"-16,0 0-23 0,0 0-83 15,0 0-92-15,0 0-105 0,0 0-99 0,0 0-65 16,0 0 27-16,0 0 119 0,0 0 4 16,65 91-56-16,-54-31 3 0,-2 4-10 0,1 3-76 15,2-1-61-15,-2-5-18 0,2-2-19 16,2-4-8-16,-4-6 5 0,0-6 0 15,-5-5 28-15,0-6-6 0,-4-5-1 16,-1-5-57-16,-1-4-31 16,-9-1-50-16,-6-6-25 0,-5-1-101 15,-4-4-235-15,-6-6-244 16,6 0-560-16,-14-8 0 0</inkml:trace>
  <inkml:trace contextRef="#ctx0" brushRef="#br0" timeOffset="32721.691">28919 2576 2035 0,'0'0'521'0,"0"0"-234"0,0 0 37 0,0 0 49 15,0 0-23-15,0 0-98 0,0 0-93 0,0 0-100 16,25-68-56-16,14 63 49 16,7-3-20-16,4 0-32 0,6-2-55 0,-1 0-54 15,0 0-148-15,-5-1-114 0,-12 3-266 0,8-9-878 16</inkml:trace>
  <inkml:trace contextRef="#ctx0" brushRef="#br0" timeOffset="33047.182">29503 2419 2981 0,'0'0'428'16,"0"0"-285"-16,0 0 157 0,-35 75 127 15,26-48-84-15,3 3-72 0,1-4-124 16,5 0-92-16,0-5-46 0,5-3-9 16,4-3-1-16,4-3-33 0,5-7 13 0,1-2 3 15,6-3-50-15,4-4-36 0,2-9-31 16,0-3-16-16,2-4 34 0,-4-1-26 0,-1 0 50 15,-6 0 24-15,-2 2 69 0,-6 0 3 16,-1 2 25-16,-3 5 41 0,-5 0 2 0,-2 7 50 16,-3 3 6-16,0 2 15 0,0 0-35 15,0 7-76-15,-3 7 6 0,1 5 55 16,-7 5 15-16,3 2-13 0,1 3-30 16,2-4-29-16,3-6-35 0,0 0-52 0,0-7 12 0,8-2 19 15,7-4-43-15,4-5-9 0,3-1-50 16,9-10-83-16,2-9-118 15,-6 4-356-15,12-15-866 0</inkml:trace>
  <inkml:trace contextRef="#ctx0" brushRef="#br0" timeOffset="33247.568">30272 2048 1030 0,'0'0'1508'0,"0"0"-1096"0,0 0-60 0,0 0 124 16,-23 72-64-16,18-35-87 0,-1 5-44 15,1 4-67-15,2 1-70 0,3 2-68 16,0 0-54-16,0 0-22 0,3-3-21 16,0-2-22-16,0-4-128 0,2-7-9 0,-2-4 45 15,2-8 27-15,4-4-47 0,-3-8-25 16,-1-4-39-16,1-3-165 16,-4-2-237-16,-2 0-426 0,0-8-621 0</inkml:trace>
  <inkml:trace contextRef="#ctx0" brushRef="#br0" timeOffset="33389.674">30004 2503 1717 0,'0'0'1223'0,"0"0"-1005"16,0 0 21-16,0 0 157 0,0 0-82 15,0 0-120-15,0 0-64 0,0 0-93 16,0 0 16-16,113-59 24 0,-51 47-12 16,4 1-41-16,3 3-23 0,0-3-1 0,-2 4-52 15,-4 1-47-15,-5 2-118 0,-8 1-256 16,-15 3-725-16,4-3-1203 0</inkml:trace>
  <inkml:trace contextRef="#ctx0" brushRef="#br0" timeOffset="34871.519">30948 1926 1155 0,'0'0'26'16,"0"0"605"-16,0 0 40 0,0 0-316 0,0 0-156 15,0 0-39-15,0 0 9 0,0 0 3 16,0 0-27-16,0 0-31 0,-9 1-20 16,9-1-19-16,0 0 24 0,0 0-12 0,0 0-9 15,0 2-6-15,0-1-1 0,0 1 7 16,-2 4-7-16,-7 1-25 0,3 3-18 16,-4 4-28-16,0 5 1 0,0 2-1 0,1 6 18 15,1 4-18-15,-4 4 2 16,4 8 20-16,-3 4 3 0,-1 2-22 31,-2 2-3-31,3 1-16 0,2-1 13 0,1-2 0 0,5-8-31 16,3 1-3-16,3-6-6 0,11-4-6 15,6-1-60-15,5-5-53 0,5-2-57 0,2-6-30 16,1-4-220-16,-9-5-351 0,9-6-754 16</inkml:trace>
  <inkml:trace contextRef="#ctx0" brushRef="#br0" timeOffset="36341.28">31913 2016 1570 0,'0'0'19'0,"0"0"786"0,0 0-412 16,0 0-71-16,67 86 6 0,-50-56-33 15,1 5-100-15,-2 3-47 0,-3 1 17 16,0-1-28-16,-8 0-22 0,0-1-23 15,-5-2-21-15,0-1-15 0,-10-1-35 16,-8 2-8-16,-6-4-13 0,-11 2-37 0,-2 1-22 0,-4-5-24 16,2-1-22-16,-1-6-13 15,9-3-28-15,2-7-58 0,8-5-83 0,7-6-138 16,5-1-339-16,9-8-638 0</inkml:trace>
  <inkml:trace contextRef="#ctx0" brushRef="#br0" timeOffset="37059.244">32389 1566 375 0,'0'0'2475'0,"0"0"-1976"0,0 0-277 0,0 0-130 0,0 0-3 16,0 0-8-16,0 0-8 15,0 0-56-15,91-56-17 0,-66 41-35 16,2 3 33-16,-2 0 2 0,-1 4 3 16,-2-1 29-16,-3 3 43 0,-1-1-5 0,-5 4 5 15,-1-2 34-15,-5 5-7 0,-3-3-52 16,1 3-28-16,-4 0-19 0,1 0-3 15,-2 0-37-15,0 0-57 0,0 8-43 0,0 6 37 16,0 9 99-16,-8 8 1 0,-6 8 47 16,-3 11-6-16,-8 5-4 0,-1 7-9 15,-3 3 10-15,-1 3 52 0,5-2-34 16,2-4-7-16,6-7 1 0,9-3 9 16,2-7-26-16,6-4-14 0,0-2 6 15,0-5-25-15,7 0 14 0,2-2-14 0,3-2-18 16,2 1 17-16,1-2-33 0,1-1 0 0,0 1 6 15,-1-1 9-15,0 2-2 0,-3-1-16 16,1 3 12-16,-5 0 25 0,-2 1 28 16,2 0 27-16,-1 0-18 0,1-2 25 0,0 3-46 15,0 0 5-15,1 0-21 0,-1 1-9 16,0 2 9-16,-2 1 3 0,-3-1 71 16,-1 1 0-1,-2-4 146-15,-1-1-82 0,-6-3-68 16,-1-1-22-16,-3-2-2 0,-4 1-46 0,-1-2-18 15,-4 2-101-15,-6-2-95 0,1 0-102 16,3-9-406-16,-11 4-1416 0</inkml:trace>
  <inkml:trace contextRef="#ctx0" brushRef="#br0" timeOffset="37192.073">32673 3435 2259 0,'0'0'2655'16,"0"0"-2346"-16,0 0-257 0,0 0 5 15,0 0-57-15,0 0-82 0,0 0-162 16,0 0-344-16,0 0-1590 0</inkml:trace>
  <inkml:trace contextRef="#ctx0" brushRef="#br0" timeOffset="42710.068">31193 2904 320 0,'0'0'2640'16,"0"0"-2145"-16,0 0-182 0,0 0-52 0,0 0 33 0,28-66-68 15,-17 44-38-15,2-5-62 0,0-4-77 16,0-6-33-16,4-3-13 0,-2-6 15 16,2-6-16-16,-2-4 1 0,0-2-1 15,-1-2 13-15,0 0-11 0,-4 0-1 16,-1 4-3-16,1 2-19 15,-2 2-14-15,0 5 33 0,0 0 0 0,-1 2 1 0,3 3-2 0,-2 1 0 16,2 3-1-16,-3 4 2 0,-1 3 1 16,1 4 17-16,-2 6 6 0,1 5 4 0,-3 5-4 15,0 3-2-15,-1 6 109 16,1 2-55-16,-1 2-55 0,4 5 1 0,0 3 17 16,0 6-20-16,-4 3 14 15,1 9 31-15,-3 6-34 16,0 4-12-16,0 7 7 0,0 4 11 15,2 3 6-15,-1 2-14 0,-1 2-16 0,3 5 18 16,2 1-27-16,2 1 27 0,1-2-12 16,2 2-15-16,1-6 0 0,1-2 0 15,-1-4-3-15,1-3-13 0,-1-6 10 16,-1-5-9-16,1-1 9 0,-2-1-11 16,0-3 14-16,-2-4 0 0,0-3 24 0,-3-6 1 0,1-2-22 15,-4-7 12-15,1-1-13 0,-1-5-1 16,-1-1 1-16,1-2-1 0,-1-1-1 15,0 0-18-15,0 0-31 0,2-1-17 16,-1-6-19-16,-1-4-9 0,0-1-19 16,-1-7-51-16,-6-7-93 0,-8-2-205 15,7 3-538 1,-15-15-560-16</inkml:trace>
  <inkml:trace contextRef="#ctx0" brushRef="#br0" timeOffset="42888.522">31364 2503 1527 0,'0'0'124'16,"0"0"1470"-16,0 0-1146 0,0 0-153 0,0 0 12 15,0 0-31-15,0 0-97 0,0 0-84 16,0 0-74-16,0 0-19 0,0 0 14 16,62-28-14-16,-34 23-2 0,4-2-28 15,1 3-104-15,1-1-164 0,1 2-204 0,-12 1-659 16,9 1-708-16</inkml:trace>
  <inkml:trace contextRef="#ctx0" brushRef="#br0" timeOffset="54963.456">7872 6680 882 0,'0'0'277'0,"0"0"-277"0,0 0 290 0,0 0 532 16,0 0-225-16,0 0-171 0,22-71-96 0,-22 68-81 16,0-3-37-16,-6 3-25 0,2 1-7 31,-2 1-48-31,-1 1-11 0,-3 0-42 15,-5 0-54-15,-5 1-25 0,-2 7-3 16,-5 3 3-16,-3 6 10 0,1 1 12 0,0 5-4 16,2 1-2-16,0 2-1 0,2-1-14 15,1 2 2-15,3-1 12 0,4-3 4 16,6 1-16-16,2-7 0 0,3 1 18 0,5-3-20 16,1-1-1-16,3 1 0 0,8-3-12 15,1 0 10-15,1 1-1 0,7 0 3 0,2-1 0 16,0 0 2-16,3-1 13 15,3 2-15-15,-1-2-15 0,2 1 15 0,-2 0-1 16,-1-1-1-16,-3 0-20 0,0-3 19 16,-3 3-21-16,-1-2 22 0,-3 1-17 15,-3-2-8-15,-3 1 26 0,-1-2 1 0,-3 1 1 16,-2-2 14-16,1 1-3 0,-2 0-11 0,-1-4 1 16,-2 1 23-16,0 2 2 0,0-2-14 15,-6 0-1-15,-2 3-12 0,-4 3-15 16,-4-5 2-16,-3 2-36 0,-2 0-3 15,-2-3-18-15,-2 2 8 0,2-4-46 16,-1 0-9 0,-1 1-41-16,2-3-83 0,3 4-206 0,3-3-320 15,-1 3-798-15</inkml:trace>
  <inkml:trace contextRef="#ctx0" brushRef="#br0" timeOffset="55733.287">13729 6384 1550 0,'0'0'114'16,"0"0"409"-16,0 0-116 0,0 0 101 15,0 0-74-15,0 0-59 0,32 89-95 16,-23-55-60-16,-2 6-50 0,3 4 6 15,-3 3-47-15,1 3-16 0,-3 1-27 16,-2-1-32-16,3 2-52 0,-3-3-2 16,1-1-34-16,3-5-64 0,1-2-43 15,4-10-15-15,1-7-57 0,5-7-104 0,-1-8-50 0,2-7-67 16,-6-2-242-16,5-11-739 0</inkml:trace>
  <inkml:trace contextRef="#ctx0" brushRef="#br0" timeOffset="56149.478">14095 6692 1687 0,'0'0'315'16,"0"0"371"-16,0 0-4 0,0 0-257 16,0 0-164-16,0 0-42 0,98-25-64 0,-67 19-69 15,8-3-30-15,5-1 15 0,7 2 9 16,5 0 3-16,3 0-49 0,7 1-33 15,2 3 36-15,7 0-7 0,0 1 41 16,6 3-10 0,0-1 0-16,5-1 3 0,2 2-12 0,4-3-22 0,5-1-30 15,5-1-1-15,3-2 1 0,7-4-21 16,2 3-19-16,5-4 10 0,-1 1-1 16,-2 3 4-16,-6 2 12 0,-4 1 15 15,-6 5-1-15,-6-1-11 0,-6 1-9 16,-6 0 21-16,-9-2-2 0,-6 1 1 15,-5-1-17-15,-5 0-44 0,-4-2-45 0,-3 0-3 16,0-1 14-16,-4-2 25 0,-1 0-6 16,-5-2 3-16,-2-1 9 0,-7 0 12 15,-3 1 34-15,-5 1 4 0,-5 1 13 0,-5 2 2 16,-4 1 18-16,0 0-18 0,-1 2-14 16,-2-2-45-16,1 1-72 0,3-1-124 15,-4 2-134-15,1-2-245 16,-2 3-514-16,-1-4-411 0</inkml:trace>
  <inkml:trace contextRef="#ctx0" brushRef="#br0" timeOffset="56496.457">17303 6272 1659 0,'0'0'354'0,"0"0"86"0,0 0-24 0,0 0-60 16,0 0-32-16,78 51-71 0,-55-39-30 16,2 0-63-16,1-2-35 0,2 1-4 15,1 0 9-15,-4-1-35 0,2-2-18 16,2 2-12-16,-3-2-16 0,1 2-18 16,-1 0-7-16,-1 1-21 0,-3 2 16 0,-1-2-7 15,-2 4 3-15,-3-2-15 0,-1 3 12 16,-4-1-11-16,-3 3 15 0,-2-1 11 15,-3 1 13 1,-3 2 33-16,-3 1-9 16,-10 0-18-16,-8 1 0 0,-7 3 8 0,-9-1-5 15,-8 2-10-15,-8 2-39 0,-8-1-26 0,-4 1-29 16,-8 1-57-16,-8 0-74 0,-5-1-62 16,-5 2-110-16,0-2-249 0,22-4-546 15,-22 6-655-15</inkml:trace>
  <inkml:trace contextRef="#ctx0" brushRef="#br0" timeOffset="62562.71">21755 5710 615 0,'0'0'91'31,"0"0"-91"-31,0 0-381 0,0 0 56 0</inkml:trace>
  <inkml:trace contextRef="#ctx0" brushRef="#br0" timeOffset="63525.15">21713 5571 1444 0,'0'0'110'16,"0"0"825"-16,0 0-648 0,0 0 63 16,0 0 10-16,0 0 25 0,0 0-68 15,0 0-90-15,0 0-63 0,0 0-62 16,0 0-56-16,0 0-45 0,0 27 30 16,2-3 15-16,-1 7 18 0,2 8 19 15,3 4 73-15,2 6 15 0,0 3-71 0,1 2-33 16,0-2-16-16,0 0-17 0,1-2-16 15,-1-3-3-15,5-6 6 0,-2-6 31 0,4-5-7 16,-2-6-2-16,3-6 17 0,2-7-18 16,1-2-25-16,-1-4-17 0,1-3-12 0,0-2-6 15,5-2-18-15,1-8 15 0,2-5-15 16,4-7 2-16,1-3-20 0,-1-4 2 16,1-5-2-16,-2-3-1 0,-1-2-18 15,-1-5 3-15,-5-5 6 0,-1-1-27 16,-3-3-19-16,-6-1-6 0,-2 2-25 0,-4 1-44 15,-4 7 6-15,-1 6 6 0,-2 10 104 16,-1 7 13-16,0 8 56 0,0 8 90 16,0 2 22-16,-3 3-37 0,0 0-20 15,1 0-14-15,-1 0-41 0,-2 2-24 0,-1 4-32 16,-3 4 56-16,0 2 1 0,-3 5 46 16,1 1-1-1,-2 3 0-15,-1 2 7 0,0 2 11 16,-1 4-11-16,0-1 11 0,0 3-9 0,1 2 7 0,1 3 5 15,0 3-43-15,3 3-2 0,-2-2-4 16,4 6-16-16,-1 1 20 0,2 1-20 16,2 2 19-16,0 2 13 0,2-2-1 15,1-1 10-15,2-2-1 0,0 1-5 16,0-2-10-16,2 2 13 0,4 1-22 16,4 0-18-16,-3 0 1 0,2-2-1 0,-2-3-1 15,3-1 0-15,-2-2 0 0,-3-2-2 16,1-3 0-16,1-5 0 0,-2 0 0 15,0-5-12-15,-2-3 15 0,2-2 0 0,1-5 3 16,0-1 15-16,-3-3 0 0,2-3-15 16,-1 1 15-1,-1-4 1-15,-2-1-16 0,2-4 15 16,-3 2-17-16,2-1 0 0,-1-2-1 16,-1 0-18-16,0 0-31 0,0 0-24 15,0 0-33-15,0-2 2 0,0-2-18 16,0-5-31-16,0-3-91 0,-3-7-128 15,0 1-412-15,-4-18-802 0</inkml:trace>
  <inkml:trace contextRef="#ctx0" brushRef="#br0" timeOffset="64879.652">22639 6070 2201 0,'0'0'1111'0,"0"0"-775"0,0 0-146 0,0 0-24 0,0 0 32 16,0 0 1-16,0 0-14 0,0 0-34 15,0 0-68-15,0 0-67 0,77 55-16 16,-67-44-19-16,-1-3-18 0,-1 2-33 16,-2-3-131-16,-1 2-94 0,-4 0-245 15,1-2-637-15,-2 4-906 0</inkml:trace>
  <inkml:trace contextRef="#ctx0" brushRef="#br0" timeOffset="65048.49">22588 6368 1535 0,'0'0'646'0,"0"0"154"0,0 0-470 0,0 0-89 0,0 0 75 16,0 0-45-16,0 0-88 0,0 0-90 0,0 0-49 15,0 0-44-15,0 0-15 0,20 70-106 16,-3-61-97-16,3 0-160 0,-6-4-293 15,8-1-869-15</inkml:trace>
  <inkml:trace contextRef="#ctx0" brushRef="#br0" timeOffset="66952.145">23652 5639 1024 0,'0'0'120'16,"0"0"969"-16,0 0-598 0,0 0-48 16,0 0-143-16,0 0-50 0,0 0-8 15,0 0-22-15,0 0-43 0,0 0-25 0,0 0-44 16,14 3-40-16,-7 14 61 0,3 5 73 16,1 8-34-16,1 8-61 15,-1 6-13-15,-3 4-3 16,1 3-30-16,-6 2-22 0,-3 4-12 15,0 0-25-15,-2 0 11 0,-6 1-1 0,-1-3-12 16,0-2-3-16,1-7-13 0,-2-8 4 16,2-6-18-16,6-8 12 0,-3-7 0 15,4-5 3-15,-1-7-4 0,2-1-14 16,0-4-7-16,0 0-5 0,0 0-37 16,0-3 18-16,3-3 27 0,6-4 22 15,3-4 15-15,2-4-3 0,0 0-15 0,4-1-25 0,-2 4-6 31,-1 3 7-31,-2 5 2 0,2 4-6 0,-1 2 1 16,0 1 45-16,2 1 46 16,-1 6-9-16,-1 0 5 0,0 1-8 0,0 1-16 0,-2-2 4 15,-4 4 2-15,-1-3 1 0,-3 3-4 16,-2 0-18-16,-2 0 27 0,0 0 4 16,0-1-7-16,-6 0-2 0,-3-1-1 15,-1-2 0-15,-1-2-24 0,-3-1-9 16,0-1 7-16,-2-3-40 0,-1 0-4 15,-1-3-18-15,1-4-28 0,2-4-27 16,0-2-31-16,4-3-78 0,-1 1-100 16,6-1-121-16,5 1-285 0,1 5-381 15,1-7-477-15</inkml:trace>
  <inkml:trace contextRef="#ctx0" brushRef="#br0" timeOffset="67931.575">24356 5973 878 0,'0'0'46'15,"0"0"48"-15,0 0 1117 0,0 0-923 0,0 0-153 16,0 0-38-16,0 0 57 0,0 0-54 0,0 0-1 16,0 0 7-16,0-3-36 0,0 3 10 15,0 0 18-15,0 0 29 0,0 0 19 16,0 1-2-16,0 1-2 0,0 0-16 16,0 3-11-16,0-1 3 0,0 1 6 0,0 0-19 15,0 1-28-15,0 0-19 0,0-1-15 16,0 1-3-16,0-1-15 0,0 2-7 15,0 0-5-15,0 4-11 0,0 3 13 16,0 4-3-16,3 4 22 16,0 5 18-16,0 1-6 15,2 4 54-15,-2 2-11 0,2-1-28 16,-2 1-40-16,0-4 6 0,0-1-27 0,0-5 0 16,1-4 0-16,-1-5-1 0,1-2-2 15,-1-4-15-15,1-2-3 0,1-2-16 16,-3-3-82-16,1-1-12 0,0-1 24 0,-3 0-31 15,3 0-44-15,-3-2-72 16,0-4-149-16,0 2-352 0,0-9-677 0</inkml:trace>
  <inkml:trace contextRef="#ctx0" brushRef="#br0" timeOffset="68269.638">24446 6217 251 0,'0'0'398'15,"0"0"1502"-15,0 0-1584 0,0 0-72 16,0 0 119-16,0 0-21 16,0 0-59-16,0 0-62 0,0 0-72 0,0 0-44 15,0 0-15-15,70 4-14 0,-51-4-2 16,0-2 6-16,4-1-7 0,1-3-27 16,2 1-21-16,5 1-23 0,-1 0-2 15,4-1-16-15,5-1 1 0,2 2 0 16,6 1 12-16,3-1-9 0,3 2-4 0,4-4 1 15,2 2 15-15,3-3 12 0,2 1-12 16,-2-5 0-16,-2 3-2 0,-4-4-19 16,-4 0-4-16,-5 1 23 0,-6-1 0 0,-3 0-1 15,-10 0-9-15,-1 0-16 0,-4 2-48 16,-5 1-72-16,-2-2-19 0,-4 4-10 0,-4-1-31 16,-2 0-101-16,-1 1-113 0,-5-1-141 15,0-1-197-15,0 4-588 0,-9-5 663 0</inkml:trace>
  <inkml:trace contextRef="#ctx0" brushRef="#br0" timeOffset="68601.677">25508 5903 1320 0,'0'0'75'0,"0"0"832"0,0 0-477 0,0 0-19 15,0 0-42-15,0 0-53 0,0 0-82 16,0 0-38-16,0 0-31 0,0 0-48 15,73 19-12-15,-54-12-6 0,1 3 2 16,0-2-9-16,-1 2-31 0,1-3-43 0,-1 2-16 16,-2-1 1-16,1 0-1 15,-5-2 0-15,1 2 2 0,1 0-1 16,-4-2 0-16,2-1-3 0,-3 2 0 16,0-1 0-16,0 1-1 0,-1-1-12 15,-3 3 13-15,-2 0 13 0,-2 2-12 0,-2-3-1 16,0 5 0-16,-5 3 2 0,-2 2-2 15,-5 0 0 1,-3 5-19-16,-4 1-8 0,-1 0-40 16,-3 2-25-16,-2-2-47 0,3 0-27 15,-1-1-36-15,0-5-92 0,3 0-143 16,4-4-192-16,2-3-472 0,0-1-522 0</inkml:trace>
  <inkml:trace contextRef="#ctx0" brushRef="#br0" timeOffset="89299.849">26213 5453 23 0,'0'0'933'15,"0"0"-581"-15,0 0 654 0,0 0-625 16,0 0-159-16,0 0-55 0,40-75 34 15,-29 58-54-15,-3 4-14 0,-1-1 113 16,0 5-26-16,-3 2-63 16,-1 3 18-16,-3 4 13 0,0 0-46 15,0 0 55-15,0 2-50 0,0 2 24 16,0-1-65-16,0 5-45 0,0 1-22 16,-3 5-23-16,0 3-1 0,-6 4 3 0,1 4-16 15,-5 3-1-15,0 2-1 0,-3 1 0 16,1 4 0-16,2 2-1 0,-5 5-10 15,5-1 11-15,-1 4 0 0,2 2 1 0,1 3 14 16,0 4 9-16,2 5-5 0,0 0 2 0,1 4 33 16,5-1-11-16,1-1-19 0,2-5-12 15,0 2 9-15,5-5 3 0,4-3-23 16,2-4-1-16,0-1-1 0,4-5-1 16,-1-2 0-16,2-4-16 0,-2-4 0 15,5-3 6-15,-1-4-21 0,-1-3 2 0,1-3 7 16,0-4-43-16,2-2-42 0,-3-6-201 0,0-4-154 15,-2-1-284-15,-4 0-559 0,-1-12-733 16</inkml:trace>
  <inkml:trace contextRef="#ctx0" brushRef="#br0" timeOffset="90186.326">26914 5970 424 0,'0'0'1038'16,"0"0"-1"-16,0 0-714 0,0 0-79 0,0 0 46 16,-17-72 12-16,14 62-19 0,-4 1-69 0,1 3-43 0,-2 0-53 15,-4 0 0-15,4 5-1 0,-7 1-34 16,2 0-37-16,-1 7 0 0,-4 5-6 0,5 11 3 15,-2 3 6-15,2 10 9 0,1 6 88 16,1 2 13-16,2 6-62 0,-1-2-33 16,1 1-19-16,3-7-15 15,3-6-27-15,1-9-3 0,2-8-27 16,0-5 15-16,0-7-3 0,5-1 3 16,1-1-2-16,6-5 14 0,4 0 2 0,4-4 14 15,2-6-16-15,2-6-49 0,3-5-30 16,-1-5-18-16,0-2-13 0,-3-3 1 15,2 0 14-15,-4 0 6 0,-5 1 12 32,-1 2 40-32,-7 3 37 0,-2 6 13 0,-1 2 39 0,-3 7 3 15,-1 6-15-15,-1 2 9 0,0 0 3 16,0 2 15-16,0 0-67 0,3 4-3 16,-1 5 3-16,2 7 12 0,-1 4 64 0,2 5-15 0,0 2-24 15,0-2-16-15,0 0-21 16,0-2 0-16,0-1-18 0,-2-4-9 0,2-2-13 15,-1-3-21-15,2-2-55 16,-1-2-77-16,1-2-167 0,-3-5-356 0,4 2-842 16</inkml:trace>
  <inkml:trace contextRef="#ctx0" brushRef="#br0" timeOffset="90486.146">27449 5791 108 0,'0'0'2470'16,"0"0"-2026"-16,0 0-143 0,0 0 108 0,0 0-19 0,19 78-79 0,-19-45-39 31,0 4-67-31,-5 6-61 0,0 4-13 0,-1 3-27 15,-1-1-34-15,1 1-37 0,0-4-12 0,3-2-12 16,3-6-9-16,0-9-33 0,0-8-25 16,5-5-30-16,1-4 0 0,2-7-7 15,1-3-21-15,-1-2-34 0,0 0-87 0,1-7-129 16,2-9-233-16,-1 1-186 0,-3-2-986 16</inkml:trace>
  <inkml:trace contextRef="#ctx0" brushRef="#br0" timeOffset="90738.527">27534 6072 137 0,'0'0'2330'15,"0"0"-1734"-15,0 0-236 0,0 0-11 16,0 0-56-16,0 0-122 0,0 0-46 16,0 0-1-16,0 0 67 0,0 0-25 15,0 0-38-15,39 24-8 0,-17-19-23 16,4 0 10-16,5-1-1 0,3 1-39 0,3 0-31 15,5 0-23-15,2-2 0 0,4 1-13 0,0-4-28 0,0 0-2 0,0 0 3 16,0-3-1-16,-4-2-26 0,-3-3-77 16,-8 1-67-16,-6-1-14 0,-5 3-49 15,-8-2-183-15,-7 2-238 0,-4-4-284 16,-3 2-402-16,-5-5 513 0</inkml:trace>
  <inkml:trace contextRef="#ctx0" brushRef="#br0" timeOffset="91003.394">28049 5897 789 0,'0'0'62'0,"0"0"1201"0,0 0-703 0,0 0-313 0,0 0-6 15,0 0 106-15,0 0-59 0,0 0-62 16,0 0-47-16,99 37-55 0,-72-30-9 16,-1 2-22-16,2 0-13 15,-3 2-12-15,0-3-25 0,-2 3-15 16,-3-1-26-16,-4 1 16 0,-1-1-16 0,-4 0 0 15,-3 2 23-15,-3 2-13 0,-5 2-11 16,0 1 15-16,-11 5-1 0,-8 3 0 16,-6 6-15-16,-3 2-49 0,-9 2-49 0,0 2-4 15,-3-2 3-15,-1 0-34 0,1-4-38 0,4-1-89 16,5-6-119-16,11-7-265 0,-2-5-895 0</inkml:trace>
  <inkml:trace contextRef="#ctx0" brushRef="#br0" timeOffset="99567.391">29270 5086 463 0,'0'0'502'0,"0"0"1282"0,0 0-1489 0,0 0-74 16,0 0 113-16,0 0 25 0,0 0-70 16,0 0-69-16,0 0-69 0,0 0-52 15,-8-26-99-15,-8 32-68 0,-8 3 13 16,-4 4 24-16,0 6 31 0,-4 2 18 16,2 2 22-16,2 0-9 15,5-1 12-15,3-4-15 0,4-1-10 16,5-1-7-16,3-4-11 0,4 0-40 15,4 1-3-15,0 0 18 0,12 0 22 0,1 2-16 0,5-1 5 16,5 1 14-16,1-2 2 0,-1-1 26 16,2 1-10-16,-2-2-17 0,-4-3 0 15,1 4-1-15,-2-1-1 0,-7 1-2 16,-1-4-18-16,-2 3 21 0,-1 1 36 16,-6-1 1-16,1-1-22 0,-2 1-12 15,0-1 9-15,-3 0-12 0,-4 0-14 16,-1-1-38-16,0-1-41 0,-1-1-24 15,-4-3-26-15,1 1-28 0,0-5-77 16,-1 0-150-16,4-3-332 0,-8-13-453 0</inkml:trace>
  <inkml:trace contextRef="#ctx0" brushRef="#br0" timeOffset="100015.345">29540 4909 1464 0,'0'0'98'16,"0"0"1169"-16,0 0-844 0,0 0-108 0,0 0-46 15,0 0-87-15,0 0-75 0,0 0-54 16,0 0 31-16,0 0 31 0,0 0 18 16,46 50-37-16,-44-20-10 0,-2 7-30 15,0 3-1-15,-9 3-53 0,-1 1-2 16,-2-2-11-16,-2-1-5 0,3-1-5 0,-1-7-50 0,4-3 16 15,0-8 18-15,5-4 9 0,0-6 9 16,3-6-2 0,0-4-16-16,0 0 12 0,0-2 3 15,0 0-18-15,0 0-3 0,0 0 5 16,3 0 4-16,3-2 34 0,4 0 49 16,0 1-28-16,3-3-21 0,2 4-3 15,-2 0-21-15,2 0 5 0,-1 0-3 16,-1 0 4-16,1 0 5 0,-2 6-2 15,0-1 15-15,-2 2-3 0,-1 0 2 0,0-1 1 16,-6 3 14-16,-1-2 33 0,-2 2-23 16,0 0-23-16,-2 0 30 0,-5 0 16 15,-2 2-13-15,0-2 3 0,0-1-9 16,-3-2-6-16,1-1-10 0,-1 0-12 0,-1-1-56 0,1-3-55 16,-4-1-51-16,3 0-73 0,-4-1-181 15,-1-5-294-15,4-1-506 0,-12-8-380 16</inkml:trace>
  <inkml:trace contextRef="#ctx0" brushRef="#br0" timeOffset="100250.776">29363 5159 947 0,'0'0'293'0,"0"0"908"0,0 0-914 0,0 0-20 15,0 0 69-15,0 0-72 16,-6 70-65-16,6-45-42 0,0 2-31 16,0 1-4-16,0-1-35 0,0 1-38 15,0 0-49-15,0-3-37 0,-3 0-32 16,3-3-56-16,0-4-98 0,0-5-61 16,0-5-130-16,3-4-322 0,9-4-735 0</inkml:trace>
  <inkml:trace contextRef="#ctx0" brushRef="#br0" timeOffset="100464.802">29800 5198 828 0,'0'0'995'0,"0"0"-21"0,0 0-560 16,0 0 24-1,92 43-44-15,-63-30-165 0,-5 0-80 16,1 4-72-16,-7 1-76 0,-3 2 12 0,-9 6-13 15,-6 2-40-15,-6 5-25 16,-13 3-9-16,-10 1-45 0,-5 1-27 0,-6 1 19 16,-2-3-30-16,3-5-137 0,1-5-201 15,12-8-496-15,-11-3-673 0</inkml:trace>
  <inkml:trace contextRef="#ctx0" brushRef="#br0" timeOffset="101518.189">30241 6084 790 0,'0'0'134'16,"0"0"941"-16,0 0-596 0,3-67-131 16,-8 48 2-16,-2 2-19 0,-3 4-78 15,1 2-33-15,1 1-56 0,-2 4-43 16,2 4 4-16,0 1-45 0,0 1-21 0,-6 4-41 0,1 11-5 15,-3 6 5-15,-1 10 13 0,-2 7 31 0,2 3 8 16,1 3 10-16,2 1 9 0,2-3-18 16,1-2-52-16,5-7-19 0,0-7-34 15,6-6 4-15,0-5 2 0,4-8 16 0,6-2-3 16,4-5 13-16,6 0 1 0,3-6-12 31,2-6 1-31,2-5-34 0,0-4-12 16,0 0 8-16,-4-3 14 0,0 2 2 0,-7 3 15 15,-1 2 19-15,-5 4 11 0,-4 6 11 16,-3 2-3-16,-2 3-8 0,-1 2-11 16,0 0-43-16,2 0-4 0,-1 3 1 15,4 7 46-15,1 3 59 0,2 4-13 16,-3 1-9-16,5 1-6 0,-2 2-7 0,0-4-24 0,3-1-11 16,3-3-23-16,3-3-15 0,8-1-90 15,3-5-81-15,6-3-62 0,-8-1-353 16,15-8-1374-16</inkml:trace>
  <inkml:trace contextRef="#ctx0" brushRef="#br0" timeOffset="102636.234">31232 5294 836 0,'0'0'319'16,"0"0"1215"-16,0 0-1145 0,0 0-156 0,0 0-74 15,0 0 3-15,0 0-46 0,0 0-24 16,0 0-4-16,0 0 3 0,0 0 16 0,97 44-16 0,-73-31-4 0,-1 3 18 16,5 2 87-16,-4 6-72 0,5 1-43 15,1 6-19-15,1 5 10 0,-2 5-4 16,-1 7-15-16,-2 2-22 0,-1 5 4 15,-5 4-30-15,-4 4-1 16,-5 1-25-16,-2 2-17 0,-6 3 11 16,-3-1 0-16,-13 3-8 0,-8-3-20 15,-7 1 10-15,-8 0-21 0,-12-2-47 16,-4-2-103-16,-7 1-78 0,0-7-77 16,-3-4-44-16,15-13-186 0,-23 8-651 0</inkml:trace>
  <inkml:trace contextRef="#ctx0" brushRef="#br0" timeOffset="120883.935">773 9124 779 0,'0'0'1336'0,"0"0"-1112"0,0 0 433 0,0 0-251 15,0 0-92-15,0 0-97 0,0 0-56 0,0 0-18 16,0 0-34-16,0 0-10 16,0 0-6-16,0 0 15 0,0 0 0 0,0 0-10 15,94-3-9-15,-59-1 0 0,8 3-28 16,3-3-51-16,4 1-10 0,4 0-21 15,2 1 2-15,5 1-5 0,6-3 12 0,5 1 12 16,6 0 0-16,7-4-3 0,5 2 1 16,5-2 1-16,4 1-11 0,9-2 12 15,2-1-1-15,7 2-1 0,2 0-8 16,2-1 10-16,2 3 0 0,-1-1-39 0,1 1 24 16,-4 0-16-16,1 3 4 0,-2-1 24 0,-1 1-25 15,1 2 3-15,3 0 23 0,-1 0 0 16,-2 0 1-16,1 0-26 0,-1 4-10 15,1-2 15-15,2-2-2 0,1 0-13 16,4 0-9 0,2 0 5-16,-1-2 39 0,1-2 0 0,2-3 2 0,0 2-1 15,-2-2 11 1,3-1-12-16,-3 0 2 0,2-1 0 0,-2 1 15 0,2 0-13 16,4-3 1-16,-3 3-3 0,3-2 0 15,0-1-2-15,-1 2-44 0,2-7 18 16,-1 4 6-16,0-1 19 0,4 0-12 15,-2-1 14-15,2-1 2 0,-1 2 13 16,0 0-14-16,0-1-1 0,-1 1-12 16,0 0 13-16,0 1 2 0,2-1-2 15,2-2 2-15,4 1 0 0,1 0 1 0,3-1-3 16,-1 1-29-16,1-3-8 0,-1 1 6 0,1 2 19 16,0-3 12-16,0 3 2 0,3 3 19 15,-2-1 4-15,-2 4-22 0,0-3-3 16,1 4-15-1,-1 1-1-15,3 0 16 16,1 2 2-16,3-2-2 0,4 2 4 0,-1-1-4 16,1-1-13-16,-1 0 12 0,2 2-2 15,1-1 3-15,-2-2 2 0,4 2 17 0,-1 0-4 16,1 2-15-16,0-1-6 16,-2 1 4-16,2-1 1 0,-2 0 1 0,5 1 2 15,1 0-2-15,-1 1 2 0,2 0-2 0,0-2-10 16,1-1 0-16,0 2 10 0,2-2 2 15,0 0 11-15,3-1 5 0,2 0-5 16,-3 0 1-16,2 0-14 0,2 0 0 16,0-1 0-16,4 1-1 0,0-1-7 15,3 1 6-15,-3 0 2 0,2 0-47 0,-3-2 35 0,1 2-7 16,0 0 19 0,2 0 0-16,-4 1 0 0,1 1 0 15,-4 0-15-15,0-1 15 0,-3 2 3 0,1-1 19 16,0 2-20-16,-2-1 13 0,-1 1-15 15,-2 0-12-15,-2-1 12 0,0 2-1 16,-3-2-1-16,1 0-17 0,-4 3 16 16,0-1-16-16,-1 0-12 0,-3 1-15 15,-4 0 5-15,1 0 38 0,0 0-6 16,0 0 9-16,-1 0 15 0,-2 0-2 16,2 1 6-16,-4 1-19 0,-4 3 0 15,2-4 2-15,-2 4 1 0,-1-1-3 0,-1-1-2 16,-1 3 1-16,-4-1-12 0,1 2 11 15,-2-5-35-15,-2 3 24 0,3-1 1 16,-1-1 12-16,3 0 0 16,1-1 12-16,3 0 1 0,1 0-11 15,0 1 4-15,2 0-6 0,0-1-2 16,1 0 2-16,-1 0 2 0,3-2 11 0,0 1 2 16,-2 2 6-16,2 0-20 0,-3 0-2 0,0 2-30 15,1-3 15-15,0 4-3 0,2 0 7 0,2-3-13 0,1 3 0 16,0-2 22-16,1 2-19 0,-2 1 0 31,-1 0 22-31,-1 1 1 0,-3-2 21 16,-1 2-19-16,-1-1 19 0,-2 3-19 0,-3-2 22 15,-3 3 0-15,-3-2-23 0,-1 2 16 16,-3 0-18-16,1 1-11 0,1-2 10 16,-3 0 1-16,1-1 0 0,-2 3-1 0,-4-1 2 15,-1-3-4-15,-1 1 3 0,-6 0-3 16,-3-2 3-16,1 3 1 0,-5-3 0 15,-2 1 20-15,-2 0-8 0,-2-1-10 0,-4 0 0 16,-2 1-1-16,-3-1-2 0,0 0-2 16,-1-1 1-16,0-2 1 0,0 0-16 15,0 1 4-15,-1-3-35 0,0 2-28 0,-2 2 2 16,-4-4-55-16,-5 3 95 0,-4 0 33 16,-7 1 0-16,-5-1 19 0,-5-2 22 15,-5 2 3-15,-4 1-22 0,-7-1 12 16,-7-3-15-16,-8 1-17 0,-6-1 18 0,-7-1-20 15,-7-1 0-15,-3 0 3 0,-2 0 25 16,-3 0 0 0,0 0-3-16,0 0 6 0,0 0 0 15,0 0-18-15,0 0-11 0,0 0-2 16,-3 0 0-16,3-1 0 0,-2-4-13 16,2 4 10-16,-3 0-50 0,0-2-85 0,0 2-76 15,-5 0-121-15,-1 0-301 0,-18-2-657 0,85 20-249 16</inkml:trace>
  <inkml:trace contextRef="#ctx0" brushRef="#br0" timeOffset="121815.277">1942 9869 1424 0,'0'0'1'0,"0"0"1401"0,0 0-915 0,0 0-109 16,0 0-133-16,0 0-12 0,0 0 22 15,0 0-45-15,0 0-69 0,8-3-76 0,13 3 5 16,8 0 77-16,5 2 21 16,5-1-62-16,2 2-45 0,-2 0-43 15,-2 0-18-15,-1-2 0 0,-1-1-24 0,1 0 14 0,0-5 8 16,-3-5-39-16,0-1-99 0,-3 0-83 15,-4-2-83-15,-10-1-243 0,-6 6-580 32,-10-2-678-32</inkml:trace>
  <inkml:trace contextRef="#ctx0" brushRef="#br0" timeOffset="122000.638">2092 9974 965 0,'0'0'1516'15,"0"0"-1020"-15,6 82-131 0,3-47 25 0,2 7-34 16,-2 1-45-16,-2 2-82 0,0 0-79 16,-4-1-88-16,-2 0-61 0,-1-5-1 15,0-1-16-15,0-5-48 0,0-3-47 16,0-6-31-16,0 1-78 0,0-3-153 16,0-3-225-16,0-6-495 0,-1-1-414 0</inkml:trace>
  <inkml:trace contextRef="#ctx0" brushRef="#br0" timeOffset="122154.304">2138 10418 2651 0,'0'0'453'0,"0"0"-303"0,0 0-16 0,0 0 262 16,0 0-40-16,97-9-126 0,-74 7-69 16,3-1-59-16,1-2-59 0,2 1-43 15,-3-3-17-15,-3 2-66 0,-6 1-115 16,-1 4-91-16,-9 0-206 0,-4 0-770 15,-6 14-838-15</inkml:trace>
  <inkml:trace contextRef="#ctx0" brushRef="#br0" timeOffset="122311.429">2091 10687 1117 0,'0'0'1785'16,"0"0"-1471"-16,0 0-272 0,0 0 142 15,0 0 164-15,0 0-80 0,86 4-68 16,-46-5-26-16,9-7-60 0,1 0-61 0,4-4-51 15,2-3-2-15,-1-1-124 0,-1-3-186 16,-13 6-206-16,14-10-744 0</inkml:trace>
  <inkml:trace contextRef="#ctx0" brushRef="#br0" timeOffset="122840.256">2978 10276 2531 0,'0'0'700'15,"0"0"-522"-15,0 0-133 0,0 0 158 16,0 0 156-16,0 0-81 0,-91 8-110 16,73 7-57-16,2 5-21 0,-4 5 20 15,3 6 13-15,2 1-22 0,-1-2-25 16,6-5-33-16,3-6-15 0,4-7-13 16,0-6-14-16,3-5-1 0,0-1-1 15,0 0-14-15,3 0-28 16,6-5-24-16,5-3 30 0,2-3 37 15,7-6-1-15,0-4-5 0,-3-2-46 16,0 3-25-16,-2 0 4 0,-2 7 20 16,-3 1 10-16,1 5 9 0,-2 1 1 15,-1 5 5-15,2 1-19 0,-1 0 47 0,2 7 28 0,2 5 40 0,3 4-9 16,-1 4 33-16,0 4-37 16,-1 6-21-16,-1 5 3 0,-2 3-1 15,1 6 4-15,-5 1 3 0,1-1-19 16,-4 2-5-16,-1-5-7 0,-4 1 0 15,-2-4 15-15,0-5-14 0,0 1 5 0,-5-3-3 16,-2-1 13-16,-3-1-17 0,-4-3-11 16,-1-3-3-16,-5 0-28 0,0-3-2 15,-1-4 14-15,-1-3 18 0,-1-2-1 0,-2-4 2 16,0-6-2-16,-2-1-8 0,1-1-2 16,-3-6-22-16,3-4 16 0,4-2 6 0,4 3-13 15,5 1 25-15,6-2 25 0,3 4 8 16,4-2-33-16,0 0-11 0,5-5-16 15,11-4-37-15,6-4-10 0,8-6 13 16,6 0 9 0,3-1-10-16,3-3-9 0,1 3-145 15,-4 2-183-15,-3 2-264 0,-12 8-550 16,1-2-462-16</inkml:trace>
  <inkml:trace contextRef="#ctx0" brushRef="#br0" timeOffset="123174.155">1592 11094 1266 0,'0'0'793'0,"0"0"-340"16,0 0-69-16,0 0-38 0,0 0-139 0,0 0-30 15,0 0 50-15,88-48-18 0,-54 36-53 16,4 2-41-16,1 4 34 0,7 0-11 16,2 0-27-16,5 1-43 0,4 0-34 15,8 0-10-15,6-2-8 0,5-1 2 0,5 0-16 16,6-3-2-16,2-2 0 16,3 0-18-16,-1-4 5 0,1 0-20 0,-3-2-20 15,-1 5-8-15,-4-1-4 16,-2 3 13-16,-3 1 15 0,-7 4-68 0,-2 0-72 0,-7 1-23 0,-5-1-61 15,-6 1-205 1,-16 0-297-16,4-1-696 0</inkml:trace>
  <inkml:trace contextRef="#ctx0" brushRef="#br0" timeOffset="123392.668">4136 10414 4274 0,'0'0'611'16,"0"0"-611"-16,0 0-40 0,0 0-3 0,0 0 24 16,0 0-11-16,0 0-1 0,0 0-86 15,83 29-143-15,-74-21-260 0,-3-2-498 16,-4 8-811-16</inkml:trace>
  <inkml:trace contextRef="#ctx0" brushRef="#br0" timeOffset="123514.457">4143 10691 3761 0,'0'0'630'16,"0"0"-630"-16,0 0-35 0,0 0 14 0,0 0 21 16,0 0 34-16,53 73-34 15,-37-66-171-15,0 2-165 0,-2-6-423 0,-1 6-1187 0</inkml:trace>
  <inkml:trace contextRef="#ctx0" brushRef="#br0" timeOffset="127942.93">14554 7292 261 0,'-101'15'0'16</inkml:trace>
  <inkml:trace contextRef="#ctx0" brushRef="#br0" timeOffset="129534.916">11083 10359 453 0,'0'0'2492'16,"0"0"-1911"-16,0 0-80 0,0 0-73 16,6-74-95-16,-9 59-24 0,-5 1-69 15,-4 2-27-15,1 0-56 0,-8 4-42 16,-3 0-66-16,-7 3-49 0,-9 3 2 15,-3 2 10-15,-5 9-12 0,-6 8-21 0,-4 10-1 0,0 10-5 0,-3 7-3 16,-2 10 12-16,5 5-3 0,1 0 21 16,8-3 0-16,9-7 24 15,9-7-3-15,13-8-18 0,9-6-2 16,7-7-1-16,15-1 29 0,12 2-29 0,12 0-11 16,13 1 10-16,7 1 1 0,6-2-30 15,-2-1-15-15,-2 0 2 16,-4-1 19-16,-3 4 6 0,-5-1 18 15,-6 0 15-15,-4 0-3 0,-9-3-10 0,-7 2 1 16,-7-3 0-16,-4 1-1 0,-5-3-1 16,-7 2 2-16,0-1-1 0,0 1-2 15,-9 2-1-15,-3-1-2 0,-3 3-18 0,-4 0 0 16,-6-3 3-16,1 1 0 0,-3-3-37 16,-2-3-24-16,-1-1-42 0,-1-4-7 0,3-4-12 15,0-2-1-15,5-4-52 0,1 0-181 16,5-6-189-16,7-1-142 0,4 0-482 15,6-8-599-15</inkml:trace>
  <inkml:trace contextRef="#ctx0" brushRef="#br0" timeOffset="129887.577">11412 11185 434 0,'0'0'2578'0,"0"0"-2150"0,0 0-102 0,0 0 83 15,81 29-3-15,-61-22-150 0,-4 3-140 16,-2-1-82-16,-4 2-32 0,-4 2 1 0,0 1-3 16,-5 2-3-16,-1 5 3 0,-5 1-22 15,-6 1 7-15,-6 1 13 0,3 1-13 16,1-1-4-16,1-3 5 0,2 0 13 16,6-4-1-16,2-3-22 0,2 0-10 15,6-4-12-15,7 0-13 0,7-3-14 0,6 0 39 16,4-3 32-16,-1 0 2 0,1-1 0 15,-6-2-15-15,-6 3-6 0,-3 1-4 0,-8 2 0 32,-6 0 25-32,-1 5 58 0,-4 4-24 0,-9 0 12 0,-3 1-18 0,-2 1-10 15,-4-3-3-15,2-2-15 16,0-2-2-16,2-4-38 0,2-3-95 0,3-4-48 16,1 0-106-16,3-4-279 0,0-10-551 15,4 3-505-15</inkml:trace>
  <inkml:trace contextRef="#ctx0" brushRef="#br0" timeOffset="130268.058">12304 10949 222 0,'0'0'2769'15,"0"0"-2249"-15,0 0-276 0,0 0-27 16,0 0 40-16,0 0-21 0,0 0-88 15,0 0-74-15,82-3 6 0,-39 3 25 16,5 0 41-16,4 0-17 0,1 0-47 16,-1 0-39-16,4 1 8 0,-1-1-17 0,1 0-7 15,-1 0-6-15,1-4-18 0,-2 0-3 0,-3-3-21 16,-4-1-15-16,-4 0-74 0,-7 0-73 16,-6 0-53-16,-7 0-53 0,-6-2-152 0,-5-1-283 15,-8-1-515-15,-4 2-367 0</inkml:trace>
  <inkml:trace contextRef="#ctx0" brushRef="#br0" timeOffset="130520.627">13123 10712 143 0,'0'0'375'0,"0"0"978"0,0 0-951 0,0 0-40 0,0 0 88 16,0 0-96-16,0 0-119 0,0 0-49 16,89 20 25-16,-73-8 26 0,-2 1-39 15,1-1-50-15,1 1-19 0,-2 0-12 16,0-1-1-16,1 0-24 0,-2-1-34 15,-2 1-22-15,-3-3-5 0,-1 5-28 16,-3-1-3-16,-4 5-27 0,0 0-34 16,-10 4 15-16,-6 2 15 0,-7 3-2 15,-3 3-7-15,-4-2 0 0,-2 0 10 16,-1-1-1-16,1-2-6 0,2-5-83 0,1-3-52 16,6-1-85-16,1-9-207 0,8-3-584 0,4-6-1108 0</inkml:trace>
  <inkml:trace contextRef="#ctx0" brushRef="#br0" timeOffset="131189.244">14145 10495 2285 0,'0'0'539'0,"0"0"-154"0,0 0-124 0,30-82 24 15,-26 64-2-15,-2 2-80 0,-2 6-29 16,0 6 9-16,0 1-42 0,-5 3-42 16,-5 3-23-16,-7 10-76 0,-5 9-10 15,-7 10 10-15,-4 11 34 0,0 7 9 16,0 3 27-16,0 5-18 0,5-4-25 16,4-4-27-16,5-3 0 0,5-9-21 15,5-7 18-15,6-9 3 16,3-4-12-16,0-6 6 0,9-4-43 15,2-2 12-15,4 0 6 0,4-2 1 0,2 3 2 16,-2-2 1-16,3 2-7 0,-2 9-3 16,-4 1 15-16,-1 5 22 0,-2 8 18 15,-1 1 4-15,-5 5 36 16,-3 0 28-16,1 1-22 0,-2-2 0 0,0-2-6 0,1-2-22 16,1-3-17-16,-2-6-17 0,0-2-2 15,2-5 0-15,-1-4-12 0,0-4-43 0,2-3-49 16,0-3-37-16,2-1-34 0,1-1-90 15,5-9-228-15,-2-7-474 0,-2 3-608 16</inkml:trace>
  <inkml:trace contextRef="#ctx0" brushRef="#br0" timeOffset="131356.515">14395 10897 756 0,'0'0'2200'16,"0"0"-1670"-16,0 0-88 0,0 0 52 15,0 0-54-15,98 4-107 16,-62-4-135-16,3-8-107 0,9-5-73 0,1-1-18 16,1-3-57-16,-1-2-56 0,-1 0-48 15,-5-2-38-15,-4 3-101 0,-8-1-363 16,-9 2-862-16,-9 5-779 0,-13-5 2124 0</inkml:trace>
  <inkml:trace contextRef="#ctx0" brushRef="#br0" timeOffset="131544.333">14601 10632 1573 0,'0'0'406'0,"0"0"626"0,0 0-718 0,0 0 70 16,3 74 62-16,5-46-30 0,1 5-93 31,2 1-109-31,0 2-49 0,-2-2-71 0,-1-1-58 16,-5 2-36-16,-3-4-23 0,0 2-26 0,-8 0-51 0,-7 2-19 15,-4 0-37-15,-2 1-65 0,-5-3-106 16,2 1-236-16,-3-1-222 0,7-10-443 15,-10 3-30-15</inkml:trace>
  <inkml:trace contextRef="#ctx0" brushRef="#br0" timeOffset="131688.582">14371 11339 450 0,'0'0'137'0,"0"0"972"15,0 0-43-15,0 0-579 16,0 0-134-16,0 0-88 0,0 0-127 0,0 0 23 16,0 0 47-16,90-14-10 0,-57 14-47 15,7 0-31-15,3-1-28 0,3-6-34 16,0-5-42-16,3-4-16 0,-1-2-24 15,-1-2-47-15,-1 0-97 0,0-3-129 16,-4-1-196-16,-11 6-792 0,6-13-1036 0</inkml:trace>
  <inkml:trace contextRef="#ctx0" brushRef="#br0" timeOffset="131950.168">15336 10485 1315 0,'0'0'1512'15,"0"0"-996"-15,0 0-205 0,13 68-18 16,-9-34 120-16,-4 5-61 0,0 9-95 16,0 2-79-16,-8 2-69 0,1 7-33 15,-2-2-3-15,-4 2-9 0,2-4-36 16,-4-1-28-16,5-2-15 0,0-7-12 0,3-5-19 15,1-3-69-15,6-7-59 0,4-5 12 16,6-5-169-16,2-4-119 0,2-4-113 16,-5-6-608-16,8-8-768 0</inkml:trace>
  <inkml:trace contextRef="#ctx0" brushRef="#br0" timeOffset="132389.338">15637 10531 88 0,'0'0'2835'16,"0"0"-2036"-16,0 0-424 0,0 0-232 15,107-56-12-15,-74 38 42 0,-1 5 6 0,-2 1-65 16,-2 4-87-16,-2 2-26 0,-5 5-1 16,-5 1 0-16,-5 4-15 0,-5 7-3 0,-6 8 15 0,0 6 3 15,-12 8 15-15,-6 7 3 0,-5-1-5 16,-3 4-10-16,0 0-3 0,4-5-6 16,2-3-13-16,3-2 16 0,7-6-25 15,4 0 25-15,3-5-12 0,3 0-13 0,0 3 1 16,2 0 5-16,5 0-9 0,0 3 19 15,3 0 11 1,0-1 1-16,2 2-1 0,-1 0-2 16,1-2 2-16,2 1-1 0,-1 1-13 0,-1-4 13 15,1 0 2-15,-4 2 2 16,-4-3 31-16,-2 0-14 0,-3-2 5 0,-3 3-24 16,-7 1 0-16,-7-1-52 0,-3 2-59 15,-6 2-62-15,-3-2-63 0,-3 0-129 0,6-10-273 16,-14 6-1034-16</inkml:trace>
  <inkml:trace contextRef="#ctx0" brushRef="#br0" timeOffset="133477.045">16256 10921 173 0,'0'0'3091'15,"0"0"-2549"-15,0 0-115 0,86-10-129 16,-53 2-39-16,3 2-79 0,2-2-76 0,1-3-52 15,2 3-27-15,3-3-25 0,0 1-14 16,1-2-1-16,-1 3-31 0,0-1-48 16,-1-1-53-16,-1 3-53 0,-6-2-85 15,-4-3-272-15,-11 6-760 0,-5-9-930 0</inkml:trace>
  <inkml:trace contextRef="#ctx0" brushRef="#br0" timeOffset="133708.403">16692 10684 430 0,'0'0'1955'0,"0"0"-1638"0,0 0-144 0,0 0 17 15,0 0 123-15,91-10-66 16,-58 10-95-16,1 0-67 0,3 7-44 16,2 5-13-16,-2-2-9 0,-4 6-6 0,-4 1-13 15,-4 3-31-15,-9 0 22 0,-7 3 8 16,-6 3 1-16,-6 0-19 0,-14 3 0 15,-10 5-9-15,-8-2 2 0,-8 4-8 16,-1-1-23-16,-3-1-47 0,1-2-67 16,6-1-81-16,1-6-143 0,14-7-338 0,0-2-554 0</inkml:trace>
  <inkml:trace contextRef="#ctx0" brushRef="#br0" timeOffset="134992.028">17443 10544 904 0,'0'0'440'16,"0"0"1117"-16,0 0-1090 0,0 0-90 16,0 0-65-16,0 0-84 0,0 0-73 0,0 0-50 15,98-68-49-15,-66 41-41 0,1-1-14 16,0-2-1-16,0 1-15 0,-1-2 3 15,-2 1-7-15,-2 1-6 16,-6 6 1-16,-2 3 8 0,-5 3 4 16,-5 6 12-16,-4 7 21 0,-4 0 17 15,-2 3-11-15,0 1 13 0,0 0-37 16,0 3-3-16,-5 9 16 0,-2 9-10 16,-3 5 19-16,0 13 21 0,1 5 3 15,-3 6 16-15,0 7 5 0,-1 2-12 0,-3 1-3 16,1 3-6-16,0 1 6 0,-1-3-9 0,0-1-28 15,3-5-17-15,-1-5 11 0,4-4-12 16,2-5-12-16,4-5-9 0,1-8-37 16,2-1-74-16,1-7-45 0,0 1-54 0,0-6-98 15,0 0-199-15,-2-7-150 0,0 1-73 16,-6-4-280-16,-1-2-3 0</inkml:trace>
  <inkml:trace contextRef="#ctx0" brushRef="#br0" timeOffset="135128.068">17491 11180 577 0,'0'0'193'0,"0"0"1986"0,0 0-1563 0,0 0-169 15,0 0-174-15,0 0-102 0,0 0-20 16,0 0 43-16,0 0 14 0,0 0-31 16,0 0-82-16,26 31-25 0,16-26-28 15,6 0-42-15,0-4 0 0,1 2-103 16,-1 0-50-16,-5-3-36 0,-7 3-56 16,-12-2-179-16,1-1-1015 0</inkml:trace>
  <inkml:trace contextRef="#ctx0" brushRef="#br0" timeOffset="136203.518">8767 10859 2315 0,'0'0'2092'0,"0"0"-1642"0,0 0-419 0,0 0-16 31,0 0 37-31,0 0 64 0,0 0 15 0,0 0 13 16,0 0-41-16,91 2-70 0,-49-2-18 0,4 0 22 15,6 0-21-15,3 0-14 0,1-4 8 16,3-2 0-16,-1-1-10 0,-5-2-36 0,-1-4-49 15,-6-2-64-15,-3 0-64 0,-8-2-57 16,-3-1-171-16,-9 4-280 0,-9 2-645 31,-11-2-684-31</inkml:trace>
  <inkml:trace contextRef="#ctx0" brushRef="#br0" timeOffset="136394.427">9304 10681 1952 0,'0'0'434'16,"0"0"233"-16,0 0-478 0,0 0-84 15,89 7 95-15,-56-4 37 0,0 1-64 16,-1 1-25-16,0 4-14 0,-5 0-43 16,-5 2-5-16,-6 5 10 0,-4 1 0 15,-7 1-13-15,-5 2-3 0,0 2-3 16,-16 3-13-16,-6 2-18 0,-8 3-46 16,-9 5-21-16,-7 0-80 0,-1 1-47 0,-6 1-71 15,-1 3-82-15,-4-2-190 0,16-9-505 16,-27 4-1438-16</inkml:trace>
  <inkml:trace contextRef="#ctx0" brushRef="#br0" timeOffset="136826.433">7655 10379 980 0,'0'0'404'16,"0"0"980"-16,0 0-957 0,0 0-67 16,0 0-48-16,0 0-7 0,-26 83-19 15,13-46-39-15,0 4-88 0,-1 8-39 0,-1 6-38 16,-2 6-15-16,1 3-6 0,-3 4 22 16,0-1-4-16,-2 3-31 15,-2-1-20-15,-1-5-25 0,0-3-3 16,1-7-2-16,0-5-20 0,6-8-5 0,1-8-28 15,6-9-33-15,4-7-31 0,2-7-15 0,3-3-44 16,1-7-37-16,0 0-117 0,4-9-151 16,3-9-37-16,2-5-216 0,-2 1-358 15,9-20-44-15</inkml:trace>
  <inkml:trace contextRef="#ctx0" brushRef="#br0" timeOffset="137059.357">7453 10710 101 0,'0'0'509'0,"0"0"812"0,0 0-1035 0,0 0-31 0,36-72 26 0,-27 66 50 15,2 5-25-15,0 1-14 0,1 0-37 16,1 8-44-16,2 8-49 0,4 4 8 16,-1 8 0-16,0 7-38 0,0 8-27 15,0 4-41-15,-1 5-15 0,0 5-21 0,-1-1-25 16,-3-2-3-16,0 2 0 0,-1-3-16 16,-1-5-27-1,-2-2-21-15,1-7 3 0,0-4-10 16,-3-4 4-16,2-7-7 0,-3-3-16 15,-2-6-2-15,0 0-17 0,-4-6-9 16,0-3-54-16,0-1-134 0,-8-5-109 0,-6 0-223 16,4-1-168-16,-13-9-561 0</inkml:trace>
  <inkml:trace contextRef="#ctx0" brushRef="#br0" timeOffset="137196.711">7482 11173 189 0,'0'0'395'15,"0"0"-226"-15,0 0-113 0,0 0-11 16,0 0 284-16,0 0 29 0,0 0-94 0,0 0-102 15,0 0-136-15,85-24-26 0,-52 17-81 16,5-3-78-16,-10 3-82 0,16-9-576 0</inkml:trace>
  <inkml:trace contextRef="#ctx0" brushRef="#br0" timeOffset="137483.614">8171 11078 954 0,'0'0'1957'0,"0"0"-1634"0,0 0-214 16,82 4 27-16,-63-4 187 0,-8 0-11 15,-3 1-101-15,-4 0-105 0,-4 2-60 16,0 3-24-16,0 0-7 0,-3 6-13 16,-3 2 1-16,-4 4 24 0,-3 1-2 15,-1 4 3-15,-1-1 12 0,5-3 9 16,3-1-6-16,1-4-33 0,5-2-10 0,1 0-12 16,0-1 0-16,5-3-7 0,6 3-48 15,0-4-7-15,4 3 30 0,-1 0 17 16,0-1 24-16,-5 0-13 0,-2 2 16 15,0-1 3-15,-7 2 28 16,0 1 43-16,-7-1-31 0,-4 4-18 0,-6-2 0 16,-4 2-25-16,-5-2-81 15,-4-2-95-15,-3-2-44 0,-5-3-98 0,-6 0-156 0,9-2-331 16,-24 0-870-16</inkml:trace>
  <inkml:trace contextRef="#ctx0" brushRef="#br0" timeOffset="137775.065">6251 11021 2100 0,'0'0'1380'16,"0"0"-884"-16,0 0-236 0,0 0-76 16,0 0-24-16,0 0-6 0,0 0 24 15,77 10-19-15,-36-8-73 16,9-2-53-16,3 0-31 0,0-4-2 16,3-4-14-16,-1-4-4 0,-3-3-13 15,1 2-57-15,-5-6-68 0,-1 1-106 16,-5 0-134-16,-9-1-265 0,-8 5-518 0,-1-5-631 15</inkml:trace>
  <inkml:trace contextRef="#ctx0" brushRef="#br0" timeOffset="137968.683">6921 10809 1881 0,'0'0'696'0,"0"0"-329"0,0 0-60 0,0 0 40 15,0 0-44-15,78 65-86 0,-65-47-64 16,-3-1-45-16,-4 6 13 0,-6-4-19 15,0 8 6-15,-13 1-53 0,-9 2-55 0,-3 2-12 0,-7 0-4 0,-1 0-17 32,-2-2-66-32,-1-3-65 0,-3 0-22 15,-1-3-27-15,-2-2-108 0,10-8-296 16,-21 3-759-16</inkml:trace>
  <inkml:trace contextRef="#ctx0" brushRef="#br0" timeOffset="138394.604">5594 10681 1570 0,'0'0'1747'16,"0"0"-1253"-16,0 0-286 0,0 0-60 16,0 0 103-16,0 0-13 0,17 84-102 0,-8-42-60 15,0 10-42-15,-1 3 12 0,0 1-9 16,0 5-1-16,-4 1-21 0,-1-1-14 0,-1 1 13 16,-2 0-14-16,0 0-21 0,-5-5-10 15,1 2-79-15,-1-4-127 0,2-4-140 16,3-12-366-16,0 7-1348 0</inkml:trace>
  <inkml:trace contextRef="#ctx0" brushRef="#br0" timeOffset="139677.023">7635 11956 833 0,'0'0'329'16,"0"0"-183"-16,0 0 10 0,0 0 585 0,0 0-250 15,0 0-169-15,1 91-54 0,5-53-7 16,1 2-11-16,-4 5-49 0,1 0-22 16,-4 0-76-1,0 0-53-15,0-3-50 0,-1-6-18 16,-2-5-16-16,3-10-10 0,0-6-21 15,3-6-96-15,1-3-112 0,3-5-117 16,-1-1-238-16,7-1-685 0</inkml:trace>
  <inkml:trace contextRef="#ctx0" brushRef="#br0" timeOffset="139828.157">7880 12122 1284 0,'0'0'345'16,"0"0"453"-16,0 0-305 0,-5 68-204 15,4-36-82-15,-2 6-39 0,-1 2-67 0,1 4-63 16,0-1-38 0,-1 1-82-16,1 3-188 0,0-13-335 0,-6 23-799 0</inkml:trace>
  <inkml:trace contextRef="#ctx0" brushRef="#br0" timeOffset="140597.249">7107 12903 421 0,'0'0'293'0,"0"0"-52"0,0 0-104 0,0 0 91 16,0 0 742-16,0 0-643 0,0 0-102 15,0 0-71-15,0 0-22 0,0 0-17 0,0 0-29 16,0-12-7-16,0 12-25 0,0 0 7 16,0 0 27-16,0-2 14 0,0 2 11 15,0 0 7-15,0 0 6 0,0 0-17 0,0 0-12 16,0 0 8-16,0 0-12 0,0 0-19 16,0 0-3-16,0 0 3 0,0 0-15 15,0 0-10-15,0 0-21 0,0 0-25 31,0 0-3-31,-1 0-2 0,-1 0-26 16,2 0 13-16,-1 0 14 0,-2 2-1 0,-1-2 0 16,-2 3 1-16,0 3-23 0,-4 0 21 15,-3 3 3-15,0 1 12 0,-1 2-12 0,-2 3-1 16,0 1-2-16,2 3 0 0,-3 3-25 16,-1 4 10-16,2 3-7 0,2 4-6 0,0 5 4 15,3 2 11-15,3 4-21 0,2 2 37 16,2 3 19-16,4-1-16 0,0 1 0 15,10-2 22-15,1-5-4 0,5-3-21 16,3-6-20-16,1-3-45 0,4-6-28 16,-2-4-80-16,1-2-21 0,2-8-165 0,-1-1-206 15,-8-5-427-15,6 0-260 0</inkml:trace>
  <inkml:trace contextRef="#ctx0" brushRef="#br0" timeOffset="141663.619">7351 13054 1125 0,'0'0'784'0,"0"0"25"0,0 0-430 0,0 0-178 15,0 0 6-15,0 0 106 0,0 0-49 0,0 0-80 16,0 0-69-16,0 0-34 0,0 10-29 16,1 4 10-16,4 7 15 0,0 7-27 15,3 6-7-15,0 5 9 0,2 2-6 16,-4 1-31-16,-1-3-15 0,-1 3-3 31,1-6-18-31,-3-2-16 0,2-7-83 0,1-4-50 16,2-6-62-16,2-7-53 0,3-3-135 15,-1-5-237-15,4-2-558 0</inkml:trace>
  <inkml:trace contextRef="#ctx0" brushRef="#br0" timeOffset="142036.1">7861 13147 942 0,'0'0'2043'0,"0"0"-1603"0,0 0-107 0,0 0-27 16,97-15 5-16,-73 13-113 0,-1 0-68 0,0 2-29 16,-1 0-15-16,-2 2-49 0,-1 3-22 15,-5 1-15-15,-4 5-15 0,0 2-1 16,-5 2-5-16,-4 6-28 0,-1 2-16 15,-4 6 16-15,-11 1 15 16,-2 1 13-16,-3 1 8 0,1-3 1 16,2-4 12-16,4-5 1 0,3-5 18 0,4-3-1 15,6-1-5-15,0-3-13 0,9 3-12 16,5-1-6-16,2-3 17 0,4-3-18 16,3-2-9-16,0-2-2 0,3-4-4 15,2-5-31-15,-1-3-84 0,0-5-138 16,-7 2-281-16,7-12-941 0</inkml:trace>
  <inkml:trace contextRef="#ctx0" brushRef="#br0" timeOffset="142352.865">8610 13071 2274 0,'0'0'1117'0,"0"0"-822"0,0 0-83 16,0 0 145-16,78-16-44 0,-65 14-91 15,-1 1-87-15,-5 1-62 0,-1 0-70 0,-2 0-3 0,-4 0-31 16,0 10-2-16,0 4 5 0,-7 7-24 16,-3 5 31-16,-4 7 21 0,0 0-2 15,3-2 2-15,-1 0 12 16,7-3 16-16,2-5-15 0,3-3-13 0,0 1-12 16,7-6-1-1,4 0 1-15,1-1-22 0,3-2-24 0,2 1 3 16,0 0 8-16,-1-2 47 15,-2 2 3-15,-4-1 44 0,-4-1-47 0,-6 0-18 16,0-1 18-16,-1 3 25 0,-10-1-1 16,-4-1-24-16,-1-1-40 15,-4-3-77-15,-3-2-84 0,2-4-91 0,-2-1-219 16,6 0-528-16,-5-5-466 0</inkml:trace>
  <inkml:trace contextRef="#ctx0" brushRef="#br0" timeOffset="142621.605">9292 13108 1592 0,'0'0'1191'16,"0"0"-867"-16,0 0-125 0,54 78 36 0,-40-53 99 16,-4 0-88-16,1-1-56 0,-5 0-88 15,-4 0-55-15,-2 1-16 0,-2 0 3 16,-12 3-34-16,-5 2-10 0,-7 1-48 16,-6 4-85-16,-7-1-158 0,-4 1-181 15,10-8-308-15,-23 9-784 0</inkml:trace>
  <inkml:trace contextRef="#ctx0" brushRef="#br0" timeOffset="143201.841">6708 13049 980 0,'0'0'625'16,"0"0"521"-1,-82 56-841-15,50-33-103 0,-5 5-5 0,1 0 31 16,0 2 2-16,-3-1-72 0,4 0-77 16,-1 1-31-16,3-4-13 0,3 0 19 0,1-3 10 15,5-1-26-15,3-5-18 0,3 1-10 16,3-5-10-16,7-2 23 0,3-3-7 0,5 3-16 16,0 1-2-16,3 0-16 15,11 3-21-15,4 6 34 0,6 2 3 16,6 3 0-16,7 3 12 0,2 2-11 15,2 0 21-15,4 3-13 0,1-4-9 0,0 0-43 16,5-4-91-16,-1-2-119 0,6-5-119 16,-10-6-277-16,29 2-952 0</inkml:trace>
  <inkml:trace contextRef="#ctx0" brushRef="#br0" timeOffset="143707.502">9980 13121 1121 0,'0'0'2393'0,"0"0"-1740"0,0 0-281 0,0 0-159 16,0 0-48-16,0 0-12 0,90 14 3 16,-68-6-16-16,-2 0-58 0,3 0-37 0,2 3-8 15,2 2-13-15,0-2-6 16,2 3-16-16,-3 2 13 0,2-1 13 0,-4 1-27 16,-2 1-1-16,-5 0-3 15,0 1 0-15,-7-3-16 0,0 3 7 16,-4 0 0-16,-4-1-15 0,-2 2-3 15,-6 2-13-15,-10 0-12 0,-8 4-5 16,-9 3-38-16,-9 2 7 0,-12 2-19 0,-9 3-40 0,-9 1-102 16,-13 4-76-16,-13 2-110 0,-13 3-164 15,22-10-589-15,-64 22-701 0</inkml:trace>
  <inkml:trace contextRef="#ctx0" brushRef="#br0" timeOffset="145191.015">8080 14361 372 0,'0'0'296'0,"0"0"37"0,0 0 998 0,0 0-924 15,0 0-82-15,0 0-44 0,0 0 52 16,0 0-34-16,0 0-36 0,0 0-42 16,0 0-45-16,72-30-35 0,-72 30 0 15,0 0 12-15,0 0-31 0,0 2-58 0,-4 0-34 16,-3 2-30-16,-2 2-31 0,-3 6-14 16,-3 3 17-16,-3 3 10 0,0 1-6 15,3 0-1-15,1 0 1 0,5-4 2 16,3-2 4-1,2-1 6-15,4-2 0 0,0 1 11 0,0-1-2 16,3 0-24-16,4 1 9 0,0 2 15 16,4-1 1-16,3 3 2 0,-1 3-4 15,1 0 4-15,1 2 0 0,0-1 19 16,-3-1 8-16,1 0-2 0,-3 0 8 0,0-3 7 16,-4 2-12-16,1-1-13 0,-4-1-14 15,-2 1-1-15,-1-1-3 0,0-2-16 16,0-3-60-16,-3-1-34 0,-2-3 3 0,2-3 14 15,0-2-5-15,0-1-57 0,2-3-152 16,1-8-225-16,0 1-676 0,0-19 413 0</inkml:trace>
  <inkml:trace contextRef="#ctx0" brushRef="#br0" timeOffset="145395.375">8478 14272 430 0,'0'0'2455'0,"0"0"-2026"0,0 0-292 0,0 0-13 16,0 0 100-16,0 0 15 0,0 0-54 16,-7 77-61-16,7-48-9 0,0 4-10 15,0 2-40-15,0 2-34 0,4 0-16 16,-1 3-15-16,1 2-40 0,0-1-62 16,-4 1-40-16,0-2-29 0,0-1-58 15,0-2-111-15,0-9-442 0,-7 5-1171 0</inkml:trace>
  <inkml:trace contextRef="#ctx0" brushRef="#br0" timeOffset="151268.13">7630 15552 1770 0,'0'0'1854'15,"0"0"-1451"-15,0 0-65 0,0 0 23 16,0 0 13-16,0 0-118 0,0 0-105 16,0 0-57-16,0 0-63 0,0 0-13 0,45 7-12 15,10-16 73-15,10-3-7 0,7 1-23 0,1 0-43 16,-5 3-6-16,-6 2-13 0,-4 2-5 16,-7 2 3-16,-9 2 13 0,-3 0-40 15,-10 0 39-15,-7 3-30 0,-11 3-25 16,-6 0 13-16,-5 4 5 0,0 2 40 15,-12 7 26-15,-8 6-26 0,-9 6-49 0,-8 4-24 16,-7 6 34-16,-5 0 24 16,-1 2 15-16,-5 0 15 0,-1 4 6 15,-3 0-20-15,0 2 11 0,0 1 0 16,3 0 4-16,3-3-1 0,6-2-14 16,9-5 1-16,8-5-1 0,12-8 20 15,9-7 15-15,9-7-8 0,1 2-16 16,18-6-11-16,8 3-1 0,11 1 48 0,7 0 4 15,9 0 11-15,4-1-15 0,1 0-17 16,3 0 20-16,0-2 16 0,-3-2-22 16,1-3-44-16,0-3 11 15,-5-2-12-15,2-2 0 0,-2-7-21 0,-2-3-46 16,-5-2-11-16,-1-3-28 0,-6 0-73 16,-7-5-51-16,-5 2-154 0,-6-3-297 0,-7 4-510 0,-9-8-416 0</inkml:trace>
  <inkml:trace contextRef="#ctx0" brushRef="#br0" timeOffset="151494.074">8740 15526 1500 0,'0'0'65'0,"0"0"1077"0,0 0-737 15,0 0-39-15,0 0-34 0,0 0-39 0,0 0-3 16,0 0-111-16,-85 65-99 0,59-40-12 15,-3 8-7-15,-2 4 7 0,-4 6 12 16,-2 2-16-16,-4 3-43 0,-5 1 1 16,-2 3 5-16,-6-1-27 0,-1 4-14 15,0-5-11-15,8-2-2 0,2-6-37 16,9-5-65-16,6-7-105 16,7-7-79-16,7-8-92 0,3-5-155 0,7-7-559 15,6-3-442-15</inkml:trace>
  <inkml:trace contextRef="#ctx0" brushRef="#br0" timeOffset="151907.778">8962 16081 1299 0,'0'0'1798'0,"0"0"-1489"0,0 0-74 0,0 0 143 0,92 12-59 16,-80-6-124-16,-4 4-56 0,-5 1-16 16,-3 5-28-16,0 2-13 0,-8 2-17 31,-4 5-22-31,-2 0-4 0,-5 5 16 16,-1-4-12-16,2-1-22 0,4-1-6 0,3-6 4 0,3-4-19 15,5-2-13-15,3-5-32 0,0 2 5 0,8-1 13 16,2 1-4-16,7 0-27 0,2-1 31 15,4 0 13-15,1 2 14 0,-1-2 13 16,-1 2 8 0,-5-1 25-16,-2 2-22 0,-4-2 22 0,-2 3-16 15,-6 0 4-15,-3 3-19 16,0 3 52-16,-7 1-38 0,-11 4-29 0,-2 5-30 16,-7-1-25-16,-5 2-12 0,0-2-6 15,1-2-12-15,0-6-44 0,0-5-55 0,3-7-125 16,1-7-301-16,8 0-699 0,-8-12-873 0</inkml:trace>
  <inkml:trace contextRef="#ctx0" brushRef="#br0" timeOffset="154089.419">12071 15271 1011 0,'0'0'120'16,"0"0"85"-16,0 0 943 0,0 0-719 0,0 0-112 0,0 0-27 15,-51 80-41-15,38-45-60 0,0 8-28 16,0 8-52-16,0 9 3 0,-4 5-35 0,-3 9 10 16,0 3-31-16,-5 5-22 0,-1 1-34 15,-4-2-28 1,3-3 12-16,-1-6-27 0,1-6-28 0,7-11-22 15,1-15 9-15,9-10-19 0,5-15-29 16,5-10-53-16,0-5-157 0,12-15-133 16,5-10-208-16,5-11-83 0,-3 7 43 0,14-29 25 15</inkml:trace>
  <inkml:trace contextRef="#ctx0" brushRef="#br0" timeOffset="154457.163">12001 15684 124 0,'0'0'561'15,"12"-70"-402"-15,-9 49 27 0,-2 2 1186 16,2 0-901-16,0 5-93 0,-1 7-69 0,0 2-38 15,1 0-51-15,0 4-81 0,3 1-55 16,3 1-32-16,5 9-5 0,3 8 65 0,3 11 51 16,3 6-28-16,-4 11-36 0,3 5-14 15,-4 7-42-15,1 2 18 0,-3 2-21 16,3-1 0-16,-2-3-40 0,-1-2-20 16,0-6 8-1,-3-1-27-15,0-8 11 0,-3-4-12 0,0-6-33 16,0-3 15-16,-3-9-1 0,-1-2 13 15,-3-3-15-15,0-9-28 0,-3-1-23 16,0-2-46-16,0-2-44 0,-9 0-52 0,-4-3 14 16,-4-5-20-16,-3 0 43 0,-1-5 121 15,-1 0 29-15,-3-3 41 0,-2-1 26 16,-5 1 10-16,0-1 6 0,-4-4-13 16,2 3 55-16,-1-1 47 0,2 2 13 15,4 5-57-15,9 1 41 0,7 4 47 0,4 4 9 0,9 2-70 16,3-2-60-16,10 1 0 0,12-2 29 15,8-3 22-15,9-4-51 0,5-1-28 16,5-2 0-16,1-3-41 0,-2 0-38 16,-2 1-72-16,-2 1-123 0,-5 1-182 15,-6 5-340-15,-8 1-582 0</inkml:trace>
  <inkml:trace contextRef="#ctx0" brushRef="#br0" timeOffset="154841.952">12592 16009 1053 0,'0'0'160'16,"0"0"1102"-16,0 0-738 16,0 0-102-16,0 0-168 0,-9 92 13 0,9-56-34 15,0 1-56-15,0 1-28 0,0-4-22 16,0-6-57-16,0-4-66 0,2-7-4 0,4-8-44 0,3-4 32 15,3-5 12-15,4-6 2 0,7-11 11 16,2-8-3-16,1-5-10 0,1-6-28 16,1 0-3-16,-2 0 28 0,-5 4 0 15,-3 2-25 1,-6 5 28-16,-3 6 28 0,-3 2 0 0,-5 6 18 16,1 7 19-16,-2 4 2 0,0 1-12 15,0 10-24-15,0 7 91 0,0 6-51 16,0 8-16-16,1 6-25 0,-1 1 7 15,0 1-22-15,2-5-15 0,-1-5-18 16,6-10-22-16,-1-8-67 0,7-6-33 16,3-6 23-16,1-13-24 0,6-11-26 15,2-7-153-15,2-10-348 0,-8 6-640 16,14-26-324-16</inkml:trace>
  <inkml:trace contextRef="#ctx0" brushRef="#br0" timeOffset="155025.957">13254 15452 1063 0,'0'0'198'0,"0"0"1191"0,0 0-773 0,0 0-276 16,-9 89-62-16,8-44-23 0,-1 7-22 16,-1 7 5-16,-1 2-41 0,0 5-32 0,-3 0 0 15,-1-1-64-15,0-2-89 0,-4-2-12 16,4-7-42 0,2-6-44-16,4-11 4 0,2-9-13 15,0-10-12-15,5-9-28 0,2-6-100 0,4-3-208 16,-2-12-287-16,-2-3-628 0,-1-1-209 15,-6-11 1283-15</inkml:trace>
  <inkml:trace contextRef="#ctx0" brushRef="#br0" timeOffset="155196.582">12947 15927 170 0,'0'0'3106'16,"0"0"-2564"-16,0 0-200 0,0 0-170 15,0 0-48-15,0 0-44 0,0 0-18 16,0 0-1-16,82 46 10 0,-40-46-34 0,5-6-37 15,4-6-18-15,-1-1-28 0,2-6-121 16,0 1-134-16,-6-1-208 0,-10 5-729 16,9-6-1054-16</inkml:trace>
  <inkml:trace contextRef="#ctx0" brushRef="#br0" timeOffset="155627.752">13937 15670 179 0,'0'0'610'15,"0"0"768"-15,0 0-1015 0,0 0-51 16,0 0 38-16,0 0-41 0,-39 65-12 15,29-21 24-15,0 13-122 0,0 6-16 16,4 4-22-16,3-2-42 0,2-3-23 16,1-7-68-16,0-5-28 0,4-10-58 15,6-5-10-15,4-10-2 0,4-7-26 16,6-10 10-16,2-6-78 0,2-4-92 0,3-11-121 0,0-11-301 16,-7 4-672-16,6-21-303 0</inkml:trace>
  <inkml:trace contextRef="#ctx0" brushRef="#br0" timeOffset="155990.322">14205 15611 166 0,'0'0'2609'0,"0"0"-2113"16,0 0-181-16,0 0 10 16,84 18 57-16,-50-16-128 15,7 3-78-15,3-4-47 0,4-1-46 16,2 0-25-16,2-2-31 0,-3-2-27 15,-1 2-2-15,-6 0-16 0,-6 2-43 0,-8 0 27 16,-9 4-21-16,-12 8 12 0,-7 4-31 16,-3 8 0-16,-20 9-12 0,-8 9-10 0,-10 9 13 0,-8 5 36 15,-6 2 45 1,-1 3 1-16,0-2 2 0,0-1 19 0,3-1 23 0,3-3 4 16,5-5 5-16,5-6 38 0,10-7-13 15,9-6 0-15,11-7-7 0,8-5-21 16,5-4 4-16,16-2-32 0,11-3-20 15,9-1 82-15,10-4-19 0,4-4 9 16,5 0 52-16,2-3 5 0,-2-4-57 16,1-4-73-16,-3-2-13 0,-4-1 11 0,-1-2-46 0,-5-1-62 15,-6-1-51-15,-5 1-13 0,-7-2-53 16,-2 1-168-16,-7 0-314 0,-6-1-513 16,-3 5-242-16</inkml:trace>
  <inkml:trace contextRef="#ctx0" brushRef="#br0" timeOffset="156228.948">15003 15602 1327 0,'0'0'162'0,"0"0"1221"16,0 0-1142-16,-43 71-43 0,23-38 100 15,-4 7 55-15,-4 3-27 0,-1 5-44 0,-2 2-122 16,-2 0-49-16,-2 2-62 0,-3-2-12 0,-1 2-16 15,-2-2-21-15,0 1-46 0,-1 0-12 16,2-1-34 0,4-6-44-16,3-4-12 0,4-6-66 15,5-8-134-15,6-9-145 0,4-10-267 0,8-7-561 16,3 0-11-16,3-19 1332 0</inkml:trace>
  <inkml:trace contextRef="#ctx0" brushRef="#br0" timeOffset="156575.882">14999 16117 706 0,'0'0'1892'16,"0"0"-1483"-16,0 0 13 0,0 0-40 0,94-16-70 0,-71 13-137 16,-4-1-86-16,-1 3-11 0,-5 1 15 15,-1 0 21-15,-6 3 24 0,-2 5 9 16,-3 1-15-16,-1 7-59 0,-5 0-6 0,-6 3-43 15,-4 1-23-15,-1 2 2 0,-2 2-3 0,5-3-1 32,1 1-11-32,4-5-6 0,4-1 3 15,4 1 2-15,0-5-5 0,10 1-9 16,6-2-16-16,1-2 31 0,3 2 0 16,-1-3 12-16,-3 1-2 0,1-1-1 15,-4-1 3-15,-4 2 15 0,1 0 0 0,-7-1-3 16,-3 4 3-16,0 3-2 0,-5 0-13 15,-10 4-1-15,-3 2-42 0,-3 1-6 0,-4-1 0 16,-1-2-3-16,2-2-61 0,4-4-72 16,0-8-142-16,3-5-200 0,0-4-518 15,7-4-514-15,2-23 358 0</inkml:trace>
  <inkml:trace contextRef="#ctx0" brushRef="#br0" timeOffset="156844.919">15663 15701 995 0,'0'0'320'0,"0"0"1578"16,0 0-1355-16,80 45-116 0,-49-28-61 0,3 3-101 16,0 1-93-16,-2 0-53 0,0 2-34 15,-3 1-39-15,-2 0-44 0,-4 3-2 0,-5 4 0 16,-6 0 14-16,-6 4-11 0,-6 1 0 15,-13 6-3-15,-12-3-38 0,-6 5-69 16,-8 4 22-16,-6-4 2 0,0 1 13 16,1-4-7-16,-1-4-65 0,7-7-120 15,1-7-185-15,6-8-307 0,6-11-568 16,8-4-525-16,2-12 1823 0</inkml:trace>
  <inkml:trace contextRef="#ctx0" brushRef="#br0" timeOffset="157176.642">16481 15915 1676 0,'0'0'1861'0,"0"0"-1222"0,0 0-186 16,0 0-134-16,0 0-90 0,99 40-28 15,-57-39-49-15,3-1-74 0,6-4-78 0,1-10-9 16,2 0-39-16,0-2-40 0,-5-1-64 15,-7 3-76-15,-10 1-177 0,-11 5-383 16,-18 7-919-16</inkml:trace>
  <inkml:trace contextRef="#ctx0" brushRef="#br0" timeOffset="157359.943">16296 16219 783 0,'0'0'1951'0,"0"0"-1384"0,0 0-290 0,0 0-53 15,0 0 38-15,0 0 34 0,108 32 3 16,-56-29-83-16,4-3-106 0,5-3-61 16,-1-2-40-16,-1-1-9 0,-2 1-52 0,-4 0-86 15,-5-2-142-15,-3 1-271 16,-14 1-793-16,6 1-1167 0</inkml:trace>
  <inkml:trace contextRef="#ctx0" brushRef="#br0" timeOffset="189906.813">10678 9063 1994 0,'0'0'136'16,"0"0"517"-16,0 0-348 0,0 0-8 0,0 0-37 15,0 0-4-15,0-64-14 0,0 58-37 16,-4 1-25-16,-3 1-20 0,-2 2 0 15,-4 0-4-15,-5 2-25 0,-7 0-15 0,-7 8-3 16,-5 5-28-16,-5 4-31 0,-5 4-34 16,0 8-20-16,1 2-10 0,6 5 10 15,2 4 1-15,4 3 11 0,8 5 12 16,4 1-24 0,5-1-10-16,8-5-2 0,8-3-31 0,1-8 31 15,7-7-27-15,9-9-7 0,1-4 10 16,6-6 2-16,5-6-18 15,1-2 22-15,2-8-40 0,0-4-12 0,-1-4-22 16,-3 0-13-16,-4 0 34 0,-5-1 19 16,-3 3 24-16,-7 0 25 0,-4 4 15 0,-4 4 19 0,0 0 21 15,-10 4-28-15,-6-2 19 0,0 1-16 16,-4-1 1-16,0 0-1 0,4 4 0 16,-1-3-14-16,4 1-1 0,-2 2-33 15,5 1-32-15,4 1-9 0,-1 0-34 16,6 0-112-16,-2 2-205 0,3 2-289 15,0 7-732-15</inkml:trace>
  <inkml:trace contextRef="#ctx0" brushRef="#br0" timeOffset="190092.379">10751 9324 1790 0,'0'0'1415'0,"0"0"-1106"15,0 0-46-15,0 0 214 16,0 0-56-16,84-3-145 0,-62-3-157 0,3-2-119 16,1-2-27-16,0 2-141 0,-2-1-20 0,0 4-108 15,-9 1-170-15,-5 3-640 0,-8 1-943 0</inkml:trace>
  <inkml:trace contextRef="#ctx0" brushRef="#br0" timeOffset="190252.602">10746 9449 2342 0,'0'0'674'0,"0"0"-221"0,0 0-27 0,0 0 3 0,0 0-135 0,78 5-152 15,-50-5-96-15,3 0-46 0,2 0 0 0,6 0-77 16,0 0-108-16,3-1-175 0,-10 1-292 0,15 0-936 16</inkml:trace>
  <inkml:trace contextRef="#ctx0" brushRef="#br0" timeOffset="190856.657">11618 8984 2511 0,'0'0'643'0,"0"0"-241"15,0 0-165-15,0 0 4 0,0 0 7 0,0 0-9 32,0 0-76-32,-85 36-61 0,74-17-44 0,0 5-18 0,2 6 18 15,1 5 0-15,4 5 6 16,-2 4-6-16,3 2-15 0,0 2-4 15,0-4-36-15,-1-1-1 0,4-8 10 16,0-6-12-16,4-4-34 0,4-7-18 16,0-5 1-16,7-2-26 0,-2-9-107 15,1 1-46-15,5-3-58 0,-2-5-107 0,0-7-270 16,-2 3-569-16,2-11-467 0</inkml:trace>
  <inkml:trace contextRef="#ctx0" brushRef="#br0" timeOffset="191109.922">11880 9054 2073 0,'0'0'657'0,"0"0"-275"0,0 0-121 0,0 0 72 15,0 0 14-15,6 68-66 0,-6-39-43 16,0 3-29-16,-1 6-71 0,-2 2-46 15,1 2 36-15,-4 2 80 0,0 0-114 16,-2-4-93-16,1-2-1 0,1-3-37 16,-1-4-11-16,3-5-53 0,2-5-69 15,2-4-87-15,3-8-113 0,6-4-230 16,-2-3-448-16,8-6-472 0</inkml:trace>
  <inkml:trace contextRef="#ctx0" brushRef="#br0" timeOffset="191480.48">12170 9109 2466 0,'0'0'672'0,"0"0"-277"0,0 0-101 0,0 0 52 15,0 0-85-15,82-9-103 0,-52 8-87 16,5-1-44-16,1 1 10 0,0 1 3 16,-4 0-37-16,-3 4-3 0,-9 5-34 15,-10 4-27-15,-3 0-22 0,-7 6 27 16,-4 2-6-16,-8 3 19 0,-9 3 12 0,-4 3 21 16,-2 2 7-16,-4-2 6 0,3-2 16 0,3 0 6 15,5-9 31-15,5 0 2 0,7-7-8 16,5-1-29-16,3-3-5 0,2-2 12 15,6 0 5-15,7-2 10 0,2 0 7 16,3-4-7-16,5 0-24 0,3 0-19 31,0-6-12-31,1-4-47 0,-4 3-119 0,0-4-107 16,-6 0-134-16,-6 3-381 0,-2-8-880 0</inkml:trace>
  <inkml:trace contextRef="#ctx0" brushRef="#br0" timeOffset="191713.65">12725 9056 2425 0,'0'0'660'0,"0"0"-214"16,0 0-67-16,0 0-53 0,0 0-71 0,61 88-39 15,-49-63-50-15,-2 5-59 16,-2 0-68-16,-2 2-5 0,-5 4-13 0,-1-1-21 31,-6 2-33-31,-5-1-34 0,-8 2-74 0,-5 0-59 16,-7 0-41-16,-2 0-77 0,-3-2-285 15,7-8-702-15,-14 8-776 0</inkml:trace>
  <inkml:trace contextRef="#ctx0" brushRef="#br0" timeOffset="196290.676">14858 9331 3 0,'0'0'39'16,"0"0"2034"0,0 0-1462-16,0 0-190 0,0 0-153 0,0 0 8 15,0 0 1-15,0 0-23 0,0 0-40 16,0 0-63-16,0 0-52 0,5-9-10 0,7 15 43 16,5 0-28-16,2 0-27 0,4-2-29 15,3 1-29-15,6-5-19 0,-2 0-12 16,3-6-28-16,0-5-95 0,2 0-70 15,-3-4-94-15,-1-3-241 0,-6 2-533 16,2-7-801-16</inkml:trace>
  <inkml:trace contextRef="#ctx0" brushRef="#br0" timeOffset="196531.46">15404 9051 1299 0,'0'0'492'15,"0"0"179"-15,0 0 11 0,0 0-249 0,0 0-168 16,0 0-99-16,0 0-46 0,0 0 20 16,0 0 56-16,11 67-39 0,-11-32-46 15,0 4-40-15,0 6-19 0,-11 2-12 0,1 1-9 16,-4 2-31-16,2-3 2 16,0-2-4-16,1-6-15 0,4-3-26 15,2-5-86-15,1-1-117 0,1-3-71 0,3-2-190 16,0-8-586-16,0 5-625 0</inkml:trace>
  <inkml:trace contextRef="#ctx0" brushRef="#br0" timeOffset="197169.673">14581 9103 1304 0,'0'0'773'0,"0"0"385"0,0 0-881 0,0 0-109 15,0 0-13-15,0 0 30 0,0 0 16 16,0 0-27-16,-22 77-32 0,18-43-49 16,-1 5-35-16,-1 2 7 0,1-1-35 15,-2 0-5-15,0-2 7 0,-2-5-32 16,2-2-6-16,1-3 5 0,2-3 1 16,-2-5 0-16,5-7-19 0,-2-3-21 15,2-2-37-15,-1-3-37 0,2-3-15 0,0 1-30 16,-1-1-65-16,1-2-135 15,0 0-255-15,0 0-417 0,0-5-409 0</inkml:trace>
  <inkml:trace contextRef="#ctx0" brushRef="#br0" timeOffset="197492.062">14401 9407 913 0,'0'0'332'16,"0"0"-130"-16,0 0 425 0,0 0-345 0,0 0-43 15,0 0-33-15,0 0 13 0,0 0-5 16,0 0 22-16,0 0 8 0,-87-13-68 0,67 13-66 16,-4 5-31-16,1-1-4 0,-5-2-12 15,2 3-4-15,-4-1-13 0,-2 0-18 16,-1 2 3-16,-1-2-18 0,-5 0-13 16,0 0-10-16,-3 1-5 0,-5-1 15 15,-3 0-28-15,-1 0 27 0,-4 0 1 0,0-1 0 0,3 2-26 16,0 1 14-16,1-1 10 0,4-1 2 15,4-1-28 1,6 2 15-16,4-3-6 0,5 1-9 16,9-2-12-16,5-1 2 0,7 0-8 0,2 0 7 15,4 0-42-15,-1 0 18 0,2 0-13 16,0 0-34-16,0 0-102 0,0-3-100 16,5-5-202-16,-1 3-461 0,2-9-428 0</inkml:trace>
  <inkml:trace contextRef="#ctx0" brushRef="#br0" timeOffset="197776.068">13456 9337 1979 0,'0'0'551'16,"0"0"-319"-16,0 0-120 0,0 0 30 15,0 0-27-15,0 0-45 0,-88 14-47 16,66-2-23-16,2-1-29 0,0 1 3 15,0 1 13-15,2 1 13 0,0 1 13 16,1 0 13-16,2 1-24 0,0 1-2 0,1 0-13 0,5-3 12 16,1 5-34-16,3-1 35 0,3 0 1 15,2 0 0-15,2 3 50 0,7-1 0 0,4 2-6 16,7-2 38-16,6-1-23 16,6-1 10-1,8-1-70-15,6-5 0 0,3 2-219 0,2-3-214 16,-12-2-605-16,18 6-677 0</inkml:trace>
  <inkml:trace contextRef="#ctx0" brushRef="#br0" timeOffset="202400.333">19498 8769 372 0,'0'0'1905'0,"0"0"-1481"0,0 0-129 0,0 0-160 15,0 0 69-15,0 0 101 0,0 0-53 0,0 0-34 16,0 0-44-16,6-20-47 0,-6 22-9 16,-1 2-4-16,-1 3 27 15,-1 3-15-15,0 3-37 0,-2 3-46 16,0 4-28-16,-2 0-15 0,4 2-1 15,-1 3-20-15,1 0 18 0,0 4-25 0,2 1-9 16,-1 3 36-16,1 1 1 0,-1 6 0 16,-1 3 3-16,-1 3-3 0,-4 4-14 15,0 0-1-15,0 3-7 0,-1 1-23 0,-2 2-20 0,2 1 13 32,-1 4 9-32,1-4 41 0,3-1-38 15,1 0-19-15,3-2 25 0,2-1 10 16,0 0 11-16,0-2 13 0,6 2 13 0,0-1 8 0,-2 1-12 0,3 3 7 15,-3 0-13-15,-1-1 9 0,0 4-12 16,0 2 0-16,0-2-18 16,-1 3 17-16,1 0-18 0,-1 0 6 15,1-2 11-15,1 1 4 0,1-1-2 16,-1 1 3-16,0-1 9 0,1 1 19 0,-1 2-30 16,-2-1 11-16,-1 2 7 0,1 0-18 15,-2 2 14-15,0 2-15 0,0 0 0 16,2 3 16-16,0-3-13 0,-1 3 0 15,2-3 0-15,-2 2-2 0,2-2-1 0,0 0-12 16,-1 1 11-16,1-1-1 16,0 0-14-16,0 0 15 0,-1 2-20 15,0-1 8-15,-1 2 10 0,3 2-21 0,-2-2-4 16,-1 0 6-16,2 1 4 0,0 1 15 16,1-2-10-16,2 2 10 15,-1-2-9-15,2 2 12 0,-2-2 13 16,3 2 12-16,-1-1-25 0,0-1-11 0,2 1 8 15,-1 1-12-15,-2 1 15 16,0 1 0-16,1 0-19 0,-1 0 16 0,0 0 3 16,1 0-21-16,1-1 21 0,0-1 1 15,0-1 0-15,1 1-2 0,0 1 2 16,-1-2 9-16,1 1-8 0,-2-1 1 16,2 2-3-16,-1 0 2 0,0 1 9 0,-1 0-11 0,3 2-22 15,-3 1 19-15,1 0-37 0,-3 2 38 16,1 1-42-16,0-1 10 0,-1 2 33 15,0-3 0-15,-1 2-1 0,1 0 2 16,0-3 2-16,-1 1 1 0,1-2 9 16,1-1-11-16,-1-4 24 0,1-2-23 15,4 1 31-15,-1-1-33 0,0 0 0 0,3 3 12 16,-1-2-11-16,-1 1 0 0,1 0 0 16,-2 2-1-16,-3-1-11 0,0 2-33 0,-3 0 43 15,0 0 0-15,-3-5-35 0,0 1 17 16,0-4 4-16,0-1-7 0,0-1-6 15,0-4 12-15,3-2 16 0,0 0 10 16,2-2-8 0,1-2 1-16,2-1 16 0,1 2 9 0,1-1 21 15,-1-3-18-15,2 0-15 0,-2-1-4 16,-1-2-12-16,2-3-1 0,-3-2 1 16,2-6 19-16,-4-1-16 0,1-2 15 0,0-3-18 15,-3-2 1-15,2-2 9 16,-1-3-10-16,0-2 0 0,1-2-16 15,-1-4 16-15,0-1 13 0,-1-4-12 0,1-1-1 0,-2-3 0 16,-1-2-16-16,1-1-2 0,-1-5-17 16,-1 2 4-16,0 1 19 0,0-3 12 15,0 0 2-15,0 0 17 0,0 0-4 0,0 0-15 16,0 0-24-16,0 0-31 0,0 0-14 16,0-5-18-16,0-1-46 0,0-4-99 15,-4-5-173 1,1 2-281-16,-4-15-1023 0,21 105 728 0</inkml:trace>
  <inkml:trace contextRef="#ctx0" brushRef="#br0" timeOffset="204265.832">21156 9622 1259 0,'0'0'33'16,"0"0"924"0,0 0-604-16,0 0-86 0,0 0-74 0,0 0 33 15,-64 79 42-15,61-55-38 0,0 5-41 16,2 5-44-16,-1 4-55 0,2 7-27 16,0 2-26-16,0 1 16 0,0 1 18 15,5-2-31-15,-1-5 16 0,4-5-1 16,2-6-18-16,2-6-12 0,2-7 6 15,4-7-30-15,2-6-1 0,4-5-44 0,3-2 42 16,2-9-17-16,2-8-18 0,1-4-31 16,-2-4-34-16,1-4 0 0,-3-3-32 15,-2-1-5-15,-1-4 8 0,-3-1-27 16,-2-1-89-16,-5-1-1 0,-6-1-69 16,-3 2 15-16,-5 2-109 0,-1 3 67 0,-3 4 110 15,-2 6 234-15,-3 7 166 0,1 6 77 0,-1 3 7 16,-1 3 5-16,-2 5-35 0,0 1 40 15,-2 1 2-15,-1 0-81 0,-1 4-44 16,1 8-14-16,0 3-25 0,0 4 8 16,-1 6-21-16,1 4-21 0,1 4-21 15,2 7-8 1,-1 3 15-16,4 6 12 0,0 4 19 16,2 3-16-16,0 3-13 0,3 1 7 15,3 5 27-15,-3 2 99 0,3-2-29 0,0-1-85 16,0-3-16-16,0-3-19 0,2-4 19 15,1-4-37-15,0-6 10 0,1-5-26 16,-3-3-1-16,2-4-2 0,1-6 1 0,-1-3-15 16,0-4 13-16,0-6-35 0,2-4 0 15,-2-5-14-15,-1-1-7 0,2-3-4 16,-1-3-36-16,2-4-9 0,1-8-16 0,2-7-44 16,4-6-59-16,-1-6-151 0,0 6-381 15,1-20-694-15</inkml:trace>
  <inkml:trace contextRef="#ctx0" brushRef="#br0" timeOffset="204449.599">21783 9944 271 0,'0'0'2607'0,"0"0"-2023"0,0 0-295 0,0 0-76 15,0 0 151-15,0 0 3 16,0 0-97-16,85 44-135 0,-74-32-135 0,2 0-3 15,-3 0-74-15,-4 0-45 0,0 2-127 16,-6 3-88-16,0 0-240 0,-9-2-715 16,-8 8-883-16</inkml:trace>
  <inkml:trace contextRef="#ctx0" brushRef="#br0" timeOffset="204586.256">21716 10249 1489 0,'0'0'170'16,"0"0"997"-16,0 0-1003 0,0 0 73 0,0 0 192 15,0 0-16-15,0 0-120 16,0 0-142-16,93 52-101 0,-70-41-50 0,1-3-26 16,-1 0-101-16,2 2-100 15,-1 1-175-15,-5-5-365 0,0 7-1107 0</inkml:trace>
  <inkml:trace contextRef="#ctx0" brushRef="#br0" timeOffset="206450.898">22673 9843 3 0,'0'0'483'15,"0"0"-359"-15,0 0-30 0,0 0 1179 16,0 0-771-16,0 0-151 0,0 0-84 16,0 0-2-16,0 0-21 0,0 0-13 0,35-29-49 15,-35 29-81-15,0 0-33 0,0 0 10 16,-4 0-3-16,-1 5-1 0,-2 1-15 16,-4 2-22-16,-3 8-35 0,0 3-2 15,-6 0 1-15,-3 7-2 0,-2 0-9 0,1 0 7 16,-2 2-25-16,1-3 25 15,2-2 3-15,6 0 22 16,0-3-19-16,4-1-2 0,1 0 0 16,6-1-1-16,2 1-22 0,3 1 20 15,1 0 2-15,0-1 0 0,8 0 1 16,4-3 27-16,1 0-6 0,3-3 24 16,2 1-21-16,5-3 30 0,-1 0-6 0,1 0-9 15,-1-2-6-15,-1 0 0 0,-2 0-32 16,-2 0 1-16,-2 0 16 0,-1-1-19 0,-1 0-7 15,-1-2-8-15,-4 1-43 0,1-3-22 16,1 1-71-16,-1-2-26 0,-1 1-35 16,1-1-96-16,4-1-224 0,-4-1-618 0,11-1-597 0</inkml:trace>
  <inkml:trace contextRef="#ctx0" brushRef="#br0" timeOffset="206885.315">23160 9575 1387 0,'0'0'4'0,"0"0"1038"0,0 0-630 0,0 0-107 32,0 0-40-32,0 0 26 0,0 0-33 15,0 0-69-15,0 0-27 0,0 0-22 16,8 76-45-16,-7-64-27 0,1-1-21 15,0-4-20-15,-2-2-27 0,4-3 0 16,-4 1-18-16,0-1 1 0,0-2 17 16,0 0 19-16,0 0 6 0,0 0 5 0,0 0 1 15,0 0-3-15,0 0-4 0,0 0-24 16,0 0-44-16,0 0-85 0,0-4-69 16,-4 1-85-16,-1-1-40 0,0 0-149 15,-4 2-314-15,4 2-437 0,-4 0-133 0,46 17 1356 16</inkml:trace>
  <inkml:trace contextRef="#ctx0" brushRef="#br0" timeOffset="207589.702">23948 9959 778 0,'0'0'567'0,"0"0"293"0,0 0-672 0,0 0 35 15,0 0 82-15,-71-70 70 0,60 56-54 16,1 1-144-16,0 0-77 0,-1 1-68 16,2 0-13-16,-1 1 40 0,1 4 14 0,1 1 5 15,-1 1 6-15,1 4-18 0,-1 0 2 31,-3 1 6-31,-4 0-2 0,-1 0-20 16,-3 6-18-16,-6 1-9 0,-3 5-10 16,-3 1-3-16,-1 1 10 0,-1 2 0 15,-2 2 2-15,-3 1-21 0,0 3 13 0,-3 3-1 0,-4 3-4 16,0 3-10-16,-2 4 0 0,2 1 27 16,0 2-13-16,4-1-3 0,8-1 31 15,6-1-9-15,11-6 12 0,11-2 61 16,6-5-37-16,9-3-27 0,8-2-43 0,8-3-25 15,3-2 25-15,3 0 9 0,3-8-9 16,1-3 0-16,0-1-40 0,1 0 10 16,-2-7 14-16,-2-3 13 0,-2-2-18 15,-1-2-22-15,-3-3 25 0,-3-1 16 16,-2-1-38-16,-5 0 28 0,0 0-4 16,-6 1-11-16,-1 0-28 0,-3 2 21 0,-5-1-25 0,-1 1 13 15,-4 2 3-15,-8 1-6 0,-8 3 18 16,0 3 9-16,-5 2 22 0,0 5 19 15,-1 0 21-15,1 5 12 0,-1 4-2 16,4-1-11-16,0 1-39 0,3 0-25 16,3-2-30-16,2 0-66 0,5-2-99 15,3 0-111-15,3-3-196 16,3-2-499-16,0 0-444 0</inkml:trace>
  <inkml:trace contextRef="#ctx0" brushRef="#br0" timeOffset="207940.354">24257 9838 734 0,'0'0'1419'16,"0"0"-396"-16,0 0-708 0,84 33-81 15,-55-22-26-15,-1 0 43 0,1 0-58 16,0 0-60-16,-2-2-34 0,1-1-37 16,-3 0 2-16,1 2-18 0,-4-2-6 0,-3 3-9 0,-5-2-3 15,1 2-4-15,-5 1-24 0,-4-1-2 16,-3 2 0-16,-3 0 2 0,0 3 12 16,-11 1 16-16,-9 2-28 0,-4 4 34 0,-10 2-33 15,-9 5-1-15,0 1-14 0,-4-2 11 16,0 0-9-16,1-2-12 0,4-3-19 15,5 0-49-15,4-5-22 0,5-3-37 16,8-5-32-16,7-3-98 0,6-4-211 16,4-4-532-16,3 0-511 0</inkml:trace>
  <inkml:trace contextRef="#ctx0" brushRef="#br0" timeOffset="208508.388">25149 9988 950 0,'0'0'2270'0,"0"0"-1850"0,0 0-221 0,0 0-23 16,0 0 161-16,0 0-49 0,0 0-67 16,77-6-74-16,-38 6-19 0,8 0-27 15,8 0-25-15,4-1 0 0,1 1-12 16,5-3-22-16,0 1-17 0,1-2 23 15,2 1-46-15,1-4 16 0,0-1-18 0,-2 1-24 32,0-2 12-32,4 0-6 0,2 1 6 0,1-2 0 15,0-2-40-15,-2 0-27 0,-8 1-21 0,-5-1 2 0,-9 1-6 0,-7 1-27 16,-10-1-13-16,-9 5-62 0,-8-2-138 31,-8 3-206-31,-3-1-176 0,-5 2-617 0</inkml:trace>
  <inkml:trace contextRef="#ctx0" brushRef="#br0" timeOffset="208772.557">26500 9663 1547 0,'0'0'23'0,"0"0"1373"16,0 0-999-16,0 0-45 0,0 0-28 15,0 0 25-15,0 0-86 0,85 7-97 16,-68-1-43-16,0 5-47 0,0 1-2 15,-1 1-38-15,0 1-14 0,-4 3-12 16,0 4-9-16,-3 0-2 0,-3 1-13 16,-4 4-2-16,-2 3 15 0,-5 1-29 0,-8 0 5 0,-8 1-14 15,-7 4-29-15,-4 1-11 0,-4-3 8 32,-3 3-36-32,-2-3-26 0,2-2-25 15,1-3-9-15,7-2 5 0,2-7-34 0,6-2-176 16,10-7-338-16,-2-5-951 0</inkml:trace>
  <inkml:trace contextRef="#ctx0" brushRef="#br0" timeOffset="209324.712">27666 9225 457 0,'0'0'2578'0,"0"0"-2052"0,0 0-166 15,0 0-115-15,0 0 44 0,0 0-6 16,21 81-31-16,-17-38-45 0,-2 7-70 16,-2 8-30-16,-3 3-10 0,-9 1-25 0,-3 4-8 15,-6 0-43-15,-3 1 10 0,-4 3-28 16,-5-4 21-16,1-3-23 0,1-4-1 0,2-8-12 16,6-7-6-16,7-8-19 0,5-10-17 15,6-4-37-15,5-9-18 0,0-5-31 16,6-6-31-16,5-2-18 15,3-8-26-15,0-8-41 16,5-9-114-16,-1-4-185 0,3-7-132 0,-3-5-352 16,2 0 284-16</inkml:trace>
  <inkml:trace contextRef="#ctx0" brushRef="#br0" timeOffset="209709.352">27711 9441 962 0,'0'0'440'0,"0"0"-229"0,0 0 1085 0,0 0-880 16,0 0-58-16,0 0-56 0,0 0-23 15,0 0-61-15,0 0-77 0,0 0-36 16,0 0-3-16,70 30-17 0,-52 5-5 16,-3 4-4-16,0 8-2 0,-4 3-23 15,-2 2 7-15,-4 1-9 0,-1-1-32 16,2-6-16-16,-1-4 26 0,3-3-15 16,0-8-12-16,1-2 15 15,2-8-15-15,0 0 0 16,1-6-18-16,-4-3-19 0,0-3 13 15,0-4-49-15,-4 0-61 0,-1-5-59 0,-3 0-25 16,0 0 5-16,-3 0 8 0,-6 0-64 16,-5-7-173-16,-4-5-113 0,-4 0-54 0,-4-6 9 15,-3-1 291-15,2-1 309 0,0-3 0 16,-1-1 209-16,2 1 119 0,4 4 47 0,2 2-49 16,9 5 82-16,2 1-28 0,7 4-11 15,2 6-98-15,0-3-75 0,6 3-88 16,6 0-9-16,4 1 28 0,6 0-10 15,3-1-38-15,1-1-43 0,0 0-36 0,-4 1-58 16,3-4 15-16,-2 2-55 16,-3-2-87-16,0-4-95 0,1 1-172 0,-7 1-314 0,7-7-736 0</inkml:trace>
  <inkml:trace contextRef="#ctx0" brushRef="#br0" timeOffset="210025.419">28127 9712 790 0,'0'0'1729'0,"0"0"-1179"0,0 0-240 0,0 0 73 16,0 0 88-16,-5 81-22 0,2-59-87 0,3 1-152 0,0-4-106 31,0-1-69-31,0-3-35 0,3-4-27 0,2-3-16 0,2-1 1 0,0-2-19 16,2-4-43-16,4-1-9 0,2 0 15 16,4-6 6-16,0-4 12 0,1-3 25 15,-2 0-1-15,0 1-2 0,-5 0 18 16,-2 2 18-16,-5 6 7 0,-3 0 15 0,-3 4 23 15,0 6 61-15,0 6 39 0,-3 4-25 16,0 6 0-16,-2 5 25 0,-1 2-26 16,-1 0 13-16,2-1-16 0,3-2-27 15,2-4-64-15,0-8-3 0,7-5-67 16,8-5-9-16,3-4-67 0,6-10-28 16,7-8-65-1,3-11-166-15,2-3-606 0,-7 4-729 16,14-19 395-16</inkml:trace>
  <inkml:trace contextRef="#ctx0" brushRef="#br0" timeOffset="210225.45">28772 9349 1258 0,'0'0'296'0,"0"0"-133"0,0 0 1202 0,0 95-852 0,0-51-46 16,0 10-7-16,0 3-48 15,0 1-67-15,0 3-96 0,0-1-80 0,0-6-87 16,6-4-22-16,2-6-60 0,4-11-3 15,2-4-18-15,2-7-6 16,1-7 6-16,3-6-61 0,1-5-36 16,-2-4-18-16,-2 0-13 0,-3-7-7 15,-6-4-52-15,-5-2-99 0,-3-1-208 16,-9-4-272-16,-10 0-435 0,5 1-73 16,-24-7 770-16</inkml:trace>
  <inkml:trace contextRef="#ctx0" brushRef="#br0" timeOffset="210352.033">28603 9747 1045 0,'0'0'150'15,"0"0"524"-15,0 0 22 0,0 0-239 0,0 0 57 16,0 0 16-16,99 8-126 0,-45-4-166 0,11-3-79 16,4-1-58-16,1-1-101 0,-1-5-6 15,-5-1-199-15,-8 1-184 0,-14 1-292 16,0-1-1069-16</inkml:trace>
  <inkml:trace contextRef="#ctx0" brushRef="#br0" timeOffset="212344.638">7103 13858 737 0,'0'0'46'0,"0"0"146"0,0 0-88 0,0 0 622 0,0 0-178 16,0 0-183-16,0 0-115 15,0 0-16-15,0 0-23 0,0 0-56 0,0 0-53 16,87-31-27-16,-70 31-15 0,1 0-13 15,1 3 10-15,4 0-7 0,0-2-3 16,3 2-12-16,0-1 16 0,3-2-32 16,0 0 5-16,3 0-8 0,1 0-15 15,3-5 1-15,0-2-1 0,3 1-2 16,0-1-12-16,4-1-6 0,-3-1 7 0,2 2-4 16,3 0-29-16,-5 1 4 0,2 0-18 15,1 1-7-15,2 1 25 0,-1 0-19 16,1-1 44-16,2 1-6 0,1-1-47 0,-2-2-23 15,-1 1-6-15,1 1 15 0,-1-3 42 16,1 2-4-16,0-2-41 0,1 1-45 16,1 0-4-1,1 0 52-15,0-3 22 0,0 2 9 0,-3 0-22 16,0-2-13-16,-2 2 13 0,-3-3 35 16,-5 1 16-16,-1 0-15 0,-5 0-21 15,-4 2-22-15,-3 1-45 0,-4 1-49 16,-3 1-98-16,-2 2 65 0,-2 0 6 15,-5 2 33-15,2 0 3 0,-3 1-59 0,0-2-85 16,2 2 59-16,-4 0 108 0,2 0 98 0,0 0 45 16,-2 0 0-16,3 0 0 0,-4 0 36 15,3 0-36-15,-3 0-20 0</inkml:trace>
  <inkml:trace contextRef="#ctx0" brushRef="#br0" timeOffset="212786.237">8776 13785 2450 0,'0'0'474'0,"0"0"-180"16,0 0-150-1,0 0 46-15,94 89 85 0,-68-66-42 16,0 1-108-16,-3-4-69 0,0-2-34 0,1-4-22 16,-4-4-15-16,1-3-13 0,-4-3-32 15,-1-4-91-15,1 0-106 0,-4-8-152 16,-3-2-310-16,-1 2-727 0,-8-7 395 0</inkml:trace>
  <inkml:trace contextRef="#ctx0" brushRef="#br0" timeOffset="212975.52">8930 13755 874 0,'0'0'179'16,"0"0"1201"-1,0 0-1058-15,0 0-90 0,0 0-24 0,81 77 72 16,-62-58-14-16,1 0-80 0,-1-2-89 0,-1-2-97 16,2-2-25-16,-2-2-47 0,1-3-117 15,-3-1-128-15,1 2-271 0,-7-6-864 16,4 8 378-16</inkml:trace>
  <inkml:trace contextRef="#ctx0" brushRef="#br0" timeOffset="213223.385">9214 14264 355 0,'0'0'1680'0,"0"0"-1453"0,0 0 3 0,0 0 186 16,0 0 54-16,0 0-93 15,97 2-104-15,-67-2-113 0,3-6-88 0,3-4-72 16,-1-1-9-16,-1-3-97 0,-2 0-133 16,-2-1-111-1,-2 1-254-15,-8 0-663 0,-4 4-342 16</inkml:trace>
  <inkml:trace contextRef="#ctx0" brushRef="#br0" timeOffset="213446.678">9440 14228 1725 0,'0'0'48'16,"0"0"964"-16,0 0-934 0,0 0-56 16,0 0 180-16,0 0 197 0,-7 81-61 15,12-62-105-15,-1 3-73 0,0 0-55 0,-1 3-36 16,0 3 17-16,-2 3-15 16,1 2 3-16,1 3-30 0,0 0-31 15,1-1-13-15,3-4-1 0,5-4 1 0,2-8 0 16,2-5-30-1,7-5-35-15,4-9-33 0,4-3 5 16,5-11-13-16,6-10-75 0,5-5-124 16,4-6-263-16,5-4-503 0,-14 7-623 0,18-9 1401 0</inkml:trace>
  <inkml:trace contextRef="#ctx0" brushRef="#br0" timeOffset="-214332.13">29577 9328 13 0,'0'0'639'16,"0"0"1088"-16,0 0-1253 0,0 0-176 15,0 0-59-15,0 0 12 0,0 0-14 16,0 0-77-16,0 0-31 0,0 0-23 15,-25 66-13-15,18-34-3 0,1 1-7 16,2 3 16-16,-2-1-41 0,1-2-5 16,-2 3-20-16,0-1-6 0,0 5-26 0,0-1 23 15,-5 5 12-15,5-1 4 0,0-3-40 16,2-1-27-16,2-6 27 16,0-1 3-16,3-1-3 0,0-2-28 15,0-2-9-15,0-3-12 0,6-1-43 0,4-4-34 16,1-2-29-16,6-5-47 0,1-6-62 15,4-5-118-15,1-1-189 0,0-7-567 16,-5 0-443-16</inkml:trace>
  <inkml:trace contextRef="#ctx0" brushRef="#br0" timeOffset="-213471.088">30123 9531 1296 0,'0'0'173'16,"0"0"1292"-16,0 0-1074 16,0 0-210-16,0 0-42 0,0 0 85 0,0 0 19 15,0 0-13-15,0 0-41 0,0 0-149 0,0 0-15 16,-65 66-1-16,37-48-11 0,0 1 3 16,-6 2-16-16,1-1-31 0,-1 4 10 15,0-2 20-15,0 0-24 0,5-5 13 0,5 1 12 16,4-3-13-16,6-4 13 15,8-1 3-15,2-3 31 0,4-2-34 16,0 2-9-16,4 2 9 0,7-2 28 16,3 3 0-16,6 2 24 0,5 2-30 15,1 0-4-15,0-2-6 16,-2 1-12-16,-1 0-21 0,0-1-7 0,-7-2-15 16,-1 1-46-16,-4 0 8 0,0-4-89 15,-2 1-39-15,1 0-103 0,0 0-231 0,-2-3-614 0,-1-3-526 16,3 3 1334-16</inkml:trace>
  <inkml:trace contextRef="#ctx0" brushRef="#br0" timeOffset="-213131.57">30321 9628 42 0,'0'0'2622'0,"0"0"-2000"0,0 0-199 0,0 0-137 15,0 0-4-15,83 4 12 0,-50-4-88 16,1 0-83-16,-2 0-43 0,2 0-80 16,-7 0-22-16,-1 0-2 0,-2 0-41 15,-3 0-64-15,-4 0-80 0,-5 0-129 0,-1-4-213 16,-6 2-479-16,-2 1-378 16,-3-3 220-16</inkml:trace>
  <inkml:trace contextRef="#ctx0" brushRef="#br0" timeOffset="-212919.351">30556 9638 1231 0,'0'0'23'0,"0"0"1050"0,0 0-563 0,0 0-97 0,0 0-69 15,-44 84-23-15,32-63-113 0,5 5-37 16,-2-1-53-16,3 2-46 0,-2 1 2 16,1-1-31-16,2 1 6 0,4 0 7 15,1-4 73-15,0-4-40 0,9-6-87 0,3-3 16 16,4-5 9-16,7-1-27 0,3-5-2 15,3 0-62-15,1-7-43 0,3-5-72 32,-1 0-77-32,1-4-173 0,1 1-309 0,-4-3-811 0,-9 4 70 15,4-8 1311-15</inkml:trace>
  <inkml:trace contextRef="#ctx0" brushRef="#br0" timeOffset="-212578.025">30944 9579 1087 0,'0'0'264'16,"0"0"1233"-16,0 0-1270 0,0 0-60 0,0 0 176 15,0 0 38-15,0 0-70 0,0 0-147 16,60 79-62-16,-38-59-40 0,1 1-3 15,0-2 8-15,2 1-11 0,-2-1-23 16,-1-4-5-16,-1 0-13 0,-5-3 4 0,-2 0-19 0,-5-2 2 16,-5 1 1-16,-1 1-3 0,-3 1 1 15,-3-1 11-15,-7 6-9 0,-5-2 0 16,-3 2-3-16,-3 0-15 0,-2-1-7 0,1-2-14 16,0 1-4-1,1-3-16-15,3-1-85 0,1-4-76 0,2-2-32 16,3-1-106-16,3-4-223 15,2-1-479-15,-1 0-511 0,4 0 1114 16</inkml:trace>
  <inkml:trace contextRef="#ctx0" brushRef="#br0" timeOffset="-212177.336">31604 9469 1243 0,'0'0'33'15,"0"0"1209"-15,0 0-875 0,0 0 5 0,0 0-124 16,0 0 46-16,0 0-39 0,0 0-11 0,87 56-71 0,-67-32-68 16,-3 3-3-16,2 4-7 15,-3 1-18-15,1 3 30 0,-5-2-24 16,-3 3-28-16,-1-1-11 0,-5 1-44 16,-3-1-12-16,0 0-18 0,-3-3-28 0,-9 3-16 15,-2-4 1-15,-3 2-31 0,-4-2-1 16,-2-1 16-16,-6-2-22 0,1 0-1 0,-3-3-34 15,-2 0-86-15,-1 0-232 0,-3-2-278 32,7-6-752-32,-22 5 452 0</inkml:trace>
  <inkml:trace contextRef="#ctx0" brushRef="#br0" timeOffset="-206684.958">23966 11182 1178 0,'0'0'65'15,"0"0"7"-15,0 0-36 0,0 0 19 0,0 0 423 0,0 0-92 0,0 0-115 16,0 0-106-16,0 0-1 0,0 0 77 16,0 0-43-16,-13-10-42 0,3 10-45 15,0 0-35-15,-2 0-4 0,-4 1 13 16,0 4 10-16,-2-2 30 0,-4 3-14 16,-3 1 10-16,-3 3 3 0,-5 2-55 0,-8 4-23 15,0 3-43 1,-5 5 0-16,1 2 25 0,1 4 6 15,1 1 0-15,7 3 6 0,3 1 0 16,7-2 18-16,6-4-8 0,9-4-29 16,5-3 1-16,6-4-20 0,0-6 37 15,7 1-39-15,3-3-1 0,4-2-12 0,1 3 12 16,2-5 1-16,-1 0 0 16,4-2 0-16,0-1-30 0,2-3 2 0,3 0-9 0,2-2 6 15,0-5 7-15,-1-1-13 0,-2-1-9 16,-2 0 18-16,-3 0 8 0,-4 0 20 15,-3 0 1-15,-3-1 21 0,-2 4 3 16,-4 0 2-16,1 3 1 0,-4-1-6 0,0-1-4 16,-4 3-16-16,-2-3-2 0,-2-2-11 15,-1 1-2 1,-4-1 13-16,2 0-1 0,-5-1-10 16,1 2 10-16,0 0-2 0,0 3 1 0,-1 0-23 15,0 1-15-15,-2 2-15 0,2 0-10 16,-3 0-19-16,2 5-6 0,-1 4-37 15,4-2-40-15,0 2-109 0,2-1-117 16,2 2-197-16,4-3-434 0,3 4-272 0</inkml:trace>
  <inkml:trace contextRef="#ctx0" brushRef="#br0" timeOffset="-206060.44">24973 11201 756 0,'0'0'551'16,"0"0"1086"-16,0 0-1186 0,0 0-68 0,25 95-141 15,-22-58 46-15,-3 2-47 0,0 4-46 16,0-1-39-16,-8-2-24 0,1-2-53 16,2-3-30-16,-1-4-49 0,3-4-24 15,1-2 9-15,2-6-24 0,0-2 8 0,0-5 19 16,0-3-31-16,3-1-40 0,-1-5-70 15,-1-2-50 1,4-1-73-16,-3 0-157 0,3-3-252 16,2-8-736-16</inkml:trace>
  <inkml:trace contextRef="#ctx0" brushRef="#br0" timeOffset="-205767.356">25025 11468 1243 0,'0'0'182'0,"0"0"943"0,0 0-649 0,0 0-77 16,0 0-129-16,0 0-47 0,0 0-77 16,0 0 13-16,0 0 74 0,0 0-45 0,0 0-68 15,88-6-46-15,-63 6-4 0,1-1 10 16,1-1-25-16,0 2-12 0,3-2-22 16,5 2 13-16,3-3-4 0,3 0-6 0,4 1 0 15,1-1-24-15,6 1-2 0,1-3-11 16,2 3 1-16,0-4-9 0,3 1-37 15,-1 0 0-15,-3-2-31 0,-3 1 22 16,-9-2-13-16,-4 3 28 0,-7-1-6 16,-5 0-19-16,-6 1-62 0,-4 1-47 15,-6 1-137-15,-5-3-147 16,-5 1-175-16,0 2-404 0,-9-1-361 0</inkml:trace>
  <inkml:trace contextRef="#ctx0" brushRef="#br0" timeOffset="-205482.33">25850 11270 1888 0,'0'0'748'0,"0"0"-301"0,0 0-172 0,0 0 80 0,0 0-22 16,0 0-135-16,79 4-93 0,-56 3-37 16,3-1-27-16,-2 1-23 0,4 4 4 15,1 1 6-15,-4 0-26 0,1 2 10 16,0 0 10-16,-1 1 9 0,-1 0-16 15,-2 1 13 1,-4-1-7-16,-1-2-21 0,-3 1 13 16,-6-1-13-16,-2 0-15 0,-6 0-12 15,0 0-29-15,-4 1 16 0,-10 1 9 0,-4 1 13 16,-5 1-29-16,-3 5-15 16,-5-3 3-16,0 0-6 0,1 1-13 0,4-3-25 15,3-1-52-15,3-2-68 0,3-4-184 16,7-3-305-16,-4-1-758 0</inkml:trace>
  <inkml:trace contextRef="#ctx0" brushRef="#br0" timeOffset="-203878.518">27151 11150 1034 0,'0'0'270'15,"0"0"-159"-15,0 0-14 0,0 0 569 16,0 0-101-16,0 0-237 0,0 0-130 15,0 0-19-15,0 0 39 16,0 0-6-16,6-18-30 0,-6 18-35 16,0 0-22-16,0 0-39 0,-3 0-17 0,0 1 17 15,-3 5 0-15,-1 2 7 0,-3 2 72 16,-4 5-70-16,-3 5-37 0,-1 2-21 16,0 3-7-16,-2 1 13 0,3 3-19 15,-2 1-5-15,1 3-7 16,2 1-9-16,-1 1 12 0,3 1 0 0,0-1-15 0,4 1-15 0,3-4 13 15,2 1-22-15,5-2 24 0,0-1 0 16,0-2 36-16,8-1-36 0,0-4-27 16,3-2-16-16,1-1-2 0,4-3-38 0,3 0-48 15,2 1-78-15,1-1-69 0,3 2 2 16,4-1-199-16,-9-5-516 0,11 4-565 0</inkml:trace>
  <inkml:trace contextRef="#ctx0" brushRef="#br0" timeOffset="-199537.743">27586 11309 1041 0,'0'0'362'0,"0"0"871"0,0 0-863 0,0 0-149 16,0 0-56-16,0 0 77 0,0 0-34 16,0 0-35-16,0 0-1 0,91 3-63 0,-62 0-37 15,-1-1-16-15,3-2-13 0,0 0-6 16,0 0-12-16,-4 0-7 0,1-2-17 15,-2-3-1-15,-4 1-18 0,-4-1-50 16,-2-2-78-16,-3 2-47 0,-2-2-71 0,-4 1-138 16,-1 2-369-16,-4 0-809 0</inkml:trace>
  <inkml:trace contextRef="#ctx0" brushRef="#br0" timeOffset="-199256.349">27820 11324 72 0,'0'0'1964'0,"0"0"-1526"0,0 0-196 0,0 0-27 15,0 0 45-15,0 0 45 0,-8 83-45 16,8-64-97-16,0 6-78 0,0 2 1 16,0-4-5-16,-3 2 0 0,1 0 3 15,-1-1-22-15,0-1-16 0,0-1-27 0,-1-1-17 16,1-2 10-16,1-1 1 0,0-2-13 0,2-2-2 15,0-1-17-15,0-3 1 0,0-1-4 16,5-3-12-16,5 1-59 16,2-3-32-16,3-3 25 0,7-1-7 0,4 0-28 15,6-9-77-15,3-3-118 0,3-3-235 16,-8 7-409-16,11-13-463 0</inkml:trace>
  <inkml:trace contextRef="#ctx0" brushRef="#br0" timeOffset="-198692.691">28485 11293 1277 0,'0'0'117'15,"0"0"114"-15,0 0 832 0,0 0-710 16,0 0-107-16,0 0-61 0,0 0 30 16,26 72-3-16,-23-43-11 0,-1 2-48 15,-2 1-57-15,0 3-21 0,0-1-16 0,-5-2-10 16,-1-1-3 0,-2 0-24-16,-1-1-19 0,-2-2 22 15,-1-3 18-15,2-3-30 0,1-6-13 16,0-3-18-16,3-3-7 0,1-5-43 15,2-1-34-15,3-2-31 0,-1-1-38 16,1-1-62-16,0 0-117 0,0 0-198 16,1-1-252-16,2-6-497 0</inkml:trace>
  <inkml:trace contextRef="#ctx0" brushRef="#br0" timeOffset="-198439.211">28533 11571 775 0,'0'0'107'15,"0"0"66"-15,0 0-39 0,0 0 1060 16,0 0-691-16,0 0-131 0,0 0-130 0,0 0-40 0,0 0 22 16,0 0-51-16,0 0-58 0,82-18-55 0,-60 16-17 15,3-2 7-15,4 1 3 0,2 1-13 16,3-1-22-16,5-1 4 0,5-1-22 16,2 0 1-16,1 0-1 0,-1-1 0 15,-1-2-1-15,0-1-21 0,-5 2-52 16,-1-2-35-1,-2-1-28-15,-4 0-48 0,-2-1-57 0,-9 3-139 16,-5-1-199-16,-7 2-219 0,-6-1-382 0</inkml:trace>
  <inkml:trace contextRef="#ctx0" brushRef="#br0" timeOffset="-198155.568">29127 11312 1433 0,'0'0'458'0,"0"0"-217"0,0 0-50 16,0 0 228-16,0 0-117 0,0 0-97 16,0 0-87-16,85 7-42 0,-65-2 7 15,3 0 9-15,1 3-13 0,-2 2-41 16,1 2-7 0,-1 1-9-16,-2-1 0 0,-4 4 0 0,-1-2 16 15,-6 3-13-15,-1-1-6 0,-4 1-3 16,-4 0 0-16,0-1 12 0,-7 3 19 15,-9-1 38-15,-5 1-38 0,-4 3-47 16,-6-1-15-16,-3 2-23 0,-2 1-16 0,-4 0-53 0,3-1-56 0,1 1-65 16,5-5-65-1,5 2-81-15,4-6-210 0,9-3-459 0,1-4 246 0</inkml:trace>
  <inkml:trace contextRef="#ctx0" brushRef="#br0" timeOffset="-196237.263">30466 11161 1360 0,'0'0'23'15,"0"0"530"-15,0 0 146 0,0 0-249 32,0 0-191-32,0 0-69 0,0 0 44 0,0 0-64 0,0 0-85 0,0 0-15 15,-96 17-23-15,66-5 3 0,1 2 9 16,2 4 9-16,0 4 16 15,3 2 6-15,-2 2-7 0,4 4-46 16,2 1-12-16,1 1 3 0,3 0 2 16,4-2 4-16,3-1-3 0,5-7-16 15,2-1 4-15,2-5-19 0,5-3 0 16,5-4 0-16,5 2 0 0,3-5 3 16,5-1 9-16,5-3-12 0,-2-2-3 15,-2 0-25-15,1-2-5 0,-4-5-26 0,-2-1-21 0,-3 1-25 16,-4-1 9-16,-1-1 22 0,-4 1 21 0,-2-1 25 15,-4 2 26-15,-1-3 2 0,0 1-2 16,-4-1-2-16,-4 1-14 0,-4-2-20 16,-2 1 13-16,-3 2-6 0,-2 2-12 15,1 4-5-15,-2 1 10 0,2 1-3 32,3 0 4-32,1 2 5 0,3 1 4 0,1 1-45 15,4 2-157-15,2-1-156 0,2-1-224 0,2 1-472 0</inkml:trace>
  <inkml:trace contextRef="#ctx0" brushRef="#br0" timeOffset="-195920.814">30652 11322 801 0,'0'0'225'16,"0"0"1298"-16,0 0-989 0,0 0-120 0,0 0-110 16,0 0-36-16,0 0-41 0,0 0-44 15,103 0-13-15,-70-3-44 0,3 1-58 16,-1-3-45-16,0 2-23 0,-1 0-18 15,-3-2-25-15,-3 1-95 0,-2 0-78 16,-6 0-55-16,-7 2-90 0,-5-1-290 16,-5 1-550-16,-3 2-505 0</inkml:trace>
  <inkml:trace contextRef="#ctx0" brushRef="#br0" timeOffset="-195733.227">30879 11334 1087 0,'0'0'127'16,"0"0"3"-16,0 0 1033 0,0 0-664 15,0 0-116-15,-27 80-81 0,22-57-10 16,-2-1-31-16,4 0-53 0,1 1-69 16,2 1-59-16,0-5-3 0,0-1-37 15,4-1-16-15,6-6-24 0,1-3-3 16,7-1-34-16,1-3-6 16,5-4-15-16,6 0-66 0,3-4-83 15,6-10-84-15,1 1-203 0,-1-4-306 16,-8 4-690-16</inkml:trace>
  <inkml:trace contextRef="#ctx0" brushRef="#br0" timeOffset="-195390.18">31304 11336 398 0,'0'0'0'16,"0"0"-365"-16</inkml:trace>
  <inkml:trace contextRef="#ctx0" brushRef="#br0" timeOffset="-194987.093">31817 11197 1683 0,'0'0'26'0,"0"0"1258"0,0 0-805 0,0 0-56 16,0 0-22-16,0 0-94 0,0 0-92 16,0 0-110-16,0 0-72 0,-82 24-31 15,55-6 26-15,-4 5 21 0,-4 8 0 0,2 2-13 16,-1 6-2 0,3 3-7-16,0-2 16 0,3 0-1 0,6-2 28 15,6-5 82-15,7-8-76 0,6-3-21 16,3-7-28-16,6-1-12 0,7-4-3 15,7-1-12-15,8-6-12 0,3-3-15 16,8 0-19-16,4-6-23 0,-1-7-35 16,0-2-14-16,-2-2-4 0,-6 1 3 15,-10 1 6-15,-7 0 6 0,-8 6 42 16,-7-1 13-16,-2 2 40 0,-11-2 12 0,-3-1-53 16,-8 0 13-16,-2 0-28 0,-5 2-74 15,-3 1-38-15,-1 4-71 0,-4 4-172 16,9 0-202-16,-11 3-640 0</inkml:trace>
  <inkml:trace contextRef="#ctx0" brushRef="#br0" timeOffset="-194330.246">31940 11012 745 0,'0'0'84'16,"0"0"1543"-16,0 0-1076 0,0 0-231 15,0 0-79-15,0 0 40 0,0 0 30 16,0 0-77-16,0 0-73 0,86 64-50 16,-60-58-38-16,1-4-36 0,-2 1-26 0,0-3-11 15,-2 0-74-15,0-6-145 0,-6-3-89 0,0-1-163 16,-7 1-512-16,2-4-604 0</inkml:trace>
  <inkml:trace contextRef="#ctx0" brushRef="#br0" timeOffset="-194156.616">32270 10870 1186 0,'0'0'1450'0,"0"0"-1000"0,0 0-140 0,0 0 29 16,-30 87 20-16,24-57-82 0,-3-2-110 15,6 2-84-15,-2-3-57 0,2 0-26 16,-2-1-28-16,1-1-33 0,-3-2-106 16,0 1-73-16,-1 0-49 0,3-2-132 15,-1-7-318-15,0 6-749 0</inkml:trace>
  <inkml:trace contextRef="#ctx0" brushRef="#br0" timeOffset="-193781.113">32887 11053 2093 0,'0'0'730'0,"0"0"-416"0,0 0-247 16,0 0 109-16,0 0 232 0,0 0-9 0,86 31-131 15,-66-14-117-15,0 7-37 0,3 4-3 16,-1 3 112-16,-2 4-28 0,0 1-64 16,-6 2-52-16,-3 0-12 0,-4 2-34 15,-4 1-33-15,-3 1-6 0,0 1-27 0,-10 2-34 0,-6-3 18 16,-5 3-5-16,-5-2-10 0,-3 0-15 15,-9-1-13 1,-1-2-36-16,-5-2-22 0,-2-1-35 0,-6 1-84 16,0-2-112-16,-4-1-235 0,2-2-574 15,12-10-716 1,-14 5 1691-16</inkml:trace>
  <inkml:trace contextRef="#ctx0" brushRef="#br0" timeOffset="-189496.075">30185 11898 691 0,'0'0'463'16,"0"0"19"-16,0 0 523 0,0 0-699 15,0 0-31-15,0 0-17 16,0 83-20-16,0-64-24 0,0-1-91 0,0 0-51 16,4-1-38-16,0 1 7 0,2-2-10 15,0 1-3-15,-1-3-9 0,1 1-18 16,2-2-1-16,-2-3 1 0,2 0 1 15,-2-3 0-15,-1 0-2 0,3-2-12 16,-1 0-1-16,0-1 13 0,0-1 0 0,2 0 0 16,1-2-15-16,-1 0-17 0,2 0-11 0,2-1-13 15,-1 0-1-15,3 0-13 0,0-1-11 16,2-4 5-16,-1 2-5 0,3-2-5 16,-2-1 7-16,3-4-3 0,2 2 21 0,-3-3 17 15,1 0 18-15,-2-2-5 0,0-1 19 16,-1 0 12-16,1-1 16 0,-1 0-6 15,-1 1-10-15,2 0-1 0,-1 3 0 0,1-1-18 32,0 1 16-32,0 4 3 0,1-1 1 15,1 2 1-15,-1 0 20 0,-1 2-9 0,0 0 29 16,0 3 24-16,-5-1 10 0,3 2 4 16,-3 0-4-16,1 3-17 0,-2 5-11 0,1 0-17 15,-3 4-6-15,-1 3 13 0,-3 1 0 16,0 3-4-16,0-1-15 0,-3 0-17 15,2 0 0-15,-1 0-2 0,0 0-1 16,3-2 1-16,1 2 0 0,-3-6 0 16,0 1-3-16,-1-3-10 0,1-2 10 15,-1 0 1-15,-2-2 1 0,0-1-2 16,-1 0-10-16,-1-3 1 0,2 0 10 0,-1 0-11 16,-1-2-5-16,0 0-23 0,0 0-22 0,0 0 22 15,0 0 41-15,2 0 0 0,-1 0 12 16,4-2 4-16,0-2-16 0,7-1-16 15,-1 0-9-15,3-1 9 0,4-1-2 0,1 1-17 16,3-1-13 0,-2 0 20-16,3 0-29 0,-4 0 9 0,1-2 7 15,0 3 3-15,-1-1 6 16,-1 0 7-16,0 1 22 0,-1 1 3 16,-4 1 41-16,0-2 13 0,-2 6-10 0,2-3-6 15,-3 0 26-15,1 2 24 0,1-1 7 16,-1-1-26-16,2 1-37 0,4-2-20 15,1 1-9-15,3-1-1 0,3-2 20 16,4-1-22-16,0-2-3 0,3-1-16 16,-3-1 4-16,0 0-26 0,-2-1 3 0,-4 0-19 0,-4 0 7 15,-3 4-13-15,-5-1-29 0,-5 2-22 16,-3 5 12-16,-2 2 9 0,-2 0-115 16,-3 0-371-16,-13 1-732 0</inkml:trace>
  <inkml:trace contextRef="#ctx0" brushRef="#br0" timeOffset="-188209.562">21811 13553 1079 0,'0'0'98'0,"0"0"-7"16,0 0 657-16,0 0-350 0,0 0 5 15,0 0-72-15,0 0 64 0,0 0-51 16,0 0-124-16,0 0-17 0,-87-9-14 0,68 17-35 15,0 2-21-15,0 2-11 16,3 1-18-16,2 3-9 0,1 6-22 0,6 5-15 16,4 4-3-16,3 8-19 0,1 4-20 15,7 4-7-15,3-1-9 0,4-1-31 16,-1-2-17-16,2-6-50 0,1-4-24 0,3-5-6 16,3-6-7-16,3-2-35 0,1-5-77 0,2-5-84 15,2-5-126-15,-1-3-133 0,-4-2-408 0,-6-3-427 16</inkml:trace>
  <inkml:trace contextRef="#ctx0" brushRef="#br0" timeOffset="-187942.485">22276 13572 1805 0,'0'0'13'0,"0"0"1220"0,0 0-866 15,0 0-75-15,0 0-56 0,-14 83 27 0,7-49-39 16,0 3-57-16,3 2-56 0,-1 1-28 16,3-2-16-16,-1-1-18 0,3-3-19 15,0-3-30-15,0-2-34 0,0-1-30 16,0 0-13-16,3-5-43 0,-1-4-133 15,1-5-91 1,3-4-189-16,0-5-461 16,4-5-260-16</inkml:trace>
  <inkml:trace contextRef="#ctx0" brushRef="#br0" timeOffset="-187657.113">22630 13686 1266 0,'0'0'394'0,"0"0"901"16,0 0-823-16,0 0-54 16,0 0-88-16,79 13-81 0,-59-5-82 15,-2 1-53-15,-2 1-61 0,-2 0-53 0,-5 1-22 16,-4 6 1-16,-2-1-10 0,-3 5-18 16,0 2 18-16,-10 1 3 0,-4 2 26 0,-2-2 2 0,-1 0 43 15,1-5 10-15,1 0-1 0,7-5 9 16,2-2-2-16,4-4-22 0,2 0-35 15,3-2 22-15,8 0 31 0,4-1 6 0,6-1-24 32,5-3-37-32,2-1-3 0,3 0-58 0,-3-3-68 0,0-4-77 15,-4-3-75-15,1 0-100 16,-11 0-353-16,6-8-882 0</inkml:trace>
  <inkml:trace contextRef="#ctx0" brushRef="#br0" timeOffset="-187395.15">23154 13560 1527 0,'0'0'218'15,"0"0"915"-15,0 0-743 0,0 0-91 16,91 45-59-16,-66-29-29 0,-2 0-66 16,-1 5-58-16,-5-1-19 0,-3 5 0 15,-4 0-21-15,-3 2-16 0,-5 3-3 16,-2 1 0-16,-9 1-7 0,-5 2 7 15,-8 2-8-15,-2-2-20 16,-4 0-31-16,-5-1-25 0,3-2-12 16,-2-4-13-16,6-7-49 0,0-3-39 15,6-6-48-15,3-4-118 0,4-4-218 16,4-1-666-16,2-2-312 0</inkml:trace>
  <inkml:trace contextRef="#ctx0" brushRef="#br0" timeOffset="-187038.746">23807 13571 688 0,'0'0'492'15,"0"0"909"-15,0 0-941 16,0 0-102-16,-36 65-51 0,21-36-8 0,2 3-57 16,-2 5-31-16,4 1-51 0,2 2-9 15,2 0-7-15,0 1-18 0,4 0-29 16,1-2-55-16,2-1-42 0,2-5-2 15,8-3-28-15,1-2-50 0,2-5-73 16,7-2-22-16,5-3 0 0,1-5-23 16,5-1-61-16,3-7-122 0,-9-2-309 0,16-3-877 0</inkml:trace>
  <inkml:trace contextRef="#ctx0" brushRef="#br0" timeOffset="-186429.56">24215 13609 1007 0,'0'0'251'0,"0"0"988"0,0 0-785 0,0 0-54 15,0 0-26-15,0 0-8 0,0 0-67 16,-5 84-80-16,3-51-40 0,2 5-35 16,0 0-19-16,2 1-18 0,2-1-37 0,2-5-30 15,2-1-40-15,-1-4-18 0,-1-5-55 16,2-4-43-16,-2-2-37 0,2-5-40 15,-2-5-69 1,-1 0-115-16,1-6-238 0,-3-1-713 16,1-5-811-16</inkml:trace>
  <inkml:trace contextRef="#ctx0" brushRef="#br0" timeOffset="-186123.354">24441 13644 1403 0,'0'0'1653'0,"0"0"-1248"0,0 0-88 0,97-25-88 16,-59 17 38-16,2 0-29 0,2 3-83 16,-3 0-75-16,-2 3-44 0,-2 2-20 15,-6 0-16-15,-8 7-1 0,-8 5-1 16,-8 5-14-16,-5 3-17 0,-6 6-17 16,-13 6 17-16,-7 3 14 15,-7 2-12-15,-1 0 7 0,0-4 8 16,4-3 16-16,4-8 56 0,9-3 36 15,6-4-12-15,6-8-19 0,5-2-30 16,0-2 6-16,4 1-4 0,9-1 1 16,6 1 12-16,7-4-43 0,4 0-3 15,4-2-49-15,1-8-52 0,0-1-46 16,-2 1-54-16,-3-5-137 0,-1 1-206 0,-8 4-681 16,5-12-968-16</inkml:trace>
  <inkml:trace contextRef="#ctx0" brushRef="#br0" timeOffset="-185806.829">25206 13482 1987 0,'0'0'702'16,"0"0"-323"-16,0 0-155 0,0 0 81 16,0 0 142-16,0 0-113 0,79 32-136 0,-68-25-108 15,2 1-47-15,-4 2-13 0,-3-2-14 16,-1 4 36-16,-5 0-6 0,0 0-6 15,0 2-3-15,0 0-4 0,-2 1-32 16,-1-1-1-16,1-2-21 0,2 2-4 16,0 0-20-16,0-1-35 0,7 1-16 0,3 1 13 15,3 0-9-15,2 0-1 0,-1-1 15 16,2-3 44-16,-4 2 31 0,-4-1 3 16,-3 1 15-16,-5 1 65 0,-2 3 16 15,-9 1 9-15,-7 0-22 0,-4 2-33 16,-6 0-48-16,-3-2-2 0,-2-5-15 0,3 2-31 15,1-6-111-15,5-3-107 0,2-6-90 16,8 0-219-16,5 0-530 0,4-17-716 0</inkml:trace>
  <inkml:trace contextRef="#ctx0" brushRef="#br0" timeOffset="-185572.622">25760 13534 293 0,'0'0'659'0,"0"0"1035"0,0 0-1091 0,0 0-165 16,28 85-154-1,-21-57-24-15,-2 1-58 0,0-1-48 0,-2 2-61 16,-3 0-53-16,0-3-19 0,0 3-18 0,-6 1-3 16,-5-1-31-16,-3-1-43 0,-3 0-16 15,-3-1 35-15,-5-1 15 0,-2-1-44 0,-2-1-28 16,-2-3-34-1,-3-4 10-15,-2 0 4 0,2-3-22 0,-4-6-262 16,11-2-580-16,-13-3-837 0</inkml:trace>
  <inkml:trace contextRef="#ctx0" brushRef="#br0" timeOffset="-185052.1">26174 13483 134 0,'0'0'2115'0,"0"0"-1621"0,0 0-265 0,0 0-59 0,0 0 145 16,0 0 14-16,0 0-68 0,0 0-45 16,0 0-17-16,-51 89 8 0,49-52-14 15,-1 6-40-15,3 4-34 16,-2 0-36-16,2-3-19 0,0-2 3 16,0-5-16-16,2-4-30 0,2-7-21 0,3-2-1 15,5-5-17-15,-1-6-21 0,6-1-65 16,2-3 1-16,7-2 8 0,4-7-15 15,7 0-34-15,0-7-87 16,0-4-97-16,-1-2-235 0,-5-3-462 16,-10 4-345-16,-3-4 81 0</inkml:trace>
  <inkml:trace contextRef="#ctx0" brushRef="#br0" timeOffset="-184788.995">26526 13494 1121 0,'0'0'466'16,"0"0"705"-16,0 0-789 0,0 0 10 16,31 68-25-16,-18-40 9 0,-1 1-30 0,0 4-81 15,-1-2-94-15,-3 0-73 0,-2 1-53 16,0-5-32-16,-3 3-13 0,-1-3-13 0,-2-1-17 15,0-2-34-15,0-1-34 0,0-2-55 16,0 0-40-16,-2-2-42 0,-4-5-86 16,3-2-212-16,-1-3-253 0,-1-4-582 15,3-5 236-15</inkml:trace>
  <inkml:trace contextRef="#ctx0" brushRef="#br0" timeOffset="-184450.76">26933 13583 91 0,'0'0'3197'16,"0"0"-2604"-16,0 0-424 0,0 0-146 0,0 0 33 16,0 0 233-16,78 0-20 0,-53 1-137 15,3 1-95-15,1-1-34 0,-2 2-3 16,-2 0-15-16,-5 2-7 0,-3 2-5 15,-6 3 2-15,-6 3 7 0,-5 4-22 16,-1 2 10-16,-14 4 30 0,-5 4 37 16,-5-1 3-16,-4 0 3 15,3 1-22-15,2-4 1 0,7-2-7 16,7-5 13-16,6-3-16 0,4-1 10 16,3-1 23-16,10-3-26 0,5-2-17 15,6 0-2-15,5-4-13 0,4-2-36 16,4-3-40-16,0-8-50 0,-2-3-55 15,-2-1-66-15,-2-5-136 0,-10 5-588 16,2-10-1365-16</inkml:trace>
  <inkml:trace contextRef="#ctx0" brushRef="#br0" timeOffset="-184218.432">27438 13534 1899 0,'0'0'583'16,"0"0"204"-16,0 0-352 0,0 0-105 0,0 0 27 0,0 0-58 15,87 17-127-15,-65-9-114 0,1 2-33 16,0 4-25-16,-3 3-31 0,-4 4 7 16,-1 2 2-16,-8 4 1 0,-4 2-4 15,-3 2 4-15,-8 4-16 0,-10 0-3 16,-8 3 0-16,-9 0-9 0,-7 1-44 31,-8 2-80-31,-7-2-61 0,-2 2-55 16,-3-1-144-16,15-13-272 0,-27 10-760 0</inkml:trace>
  <inkml:trace contextRef="#ctx0" brushRef="#br0" timeOffset="-179934.271">21631 15249 1717 0,'0'0'1193'0,"0"0"-511"0,0 0-231 0,0 0-204 0,0 0-67 16,0 0 36-16,0 0-7 0,0 0-71 15,0 0-32-15,0 0-29 0,43 6-10 16,-8 1 36-16,6 3-21 0,4-1-24 16,0-3-22-16,-2 0-24 0,-1-1-12 15,-3-3-2-15,0-2-25 0,-2 0-40 0,-5 0-82 16,-3-2-55-16,-6 1-68 0,-4 1-132 15,-9 0-309-15,-2 0-737 0,-8 5-825 0</inkml:trace>
  <inkml:trace contextRef="#ctx0" brushRef="#br0" timeOffset="-179756.33">21741 15487 1079 0,'0'0'427'15,"0"0"609"-15,0 0-688 0,0 0 27 0,0 0-38 16,107 11-66-16,-67-11-81 0,0 0-84 16,2 0-56-16,1 0-50 0,-2-5-26 15,-2 2-119-15,2 0-138 0,1 0-215 16,-1 3-709-16,-10 0-681 0,11 0 1839 0</inkml:trace>
  <inkml:trace contextRef="#ctx0" brushRef="#br0" timeOffset="-179239.259">23044 15144 712 0,'0'0'280'0,"0"0"-280"0,0 0 1211 0,0 0-762 15,0 0-108-15,0 0-72 0,0 0-43 16,0 0 15-16,0 0-31 0,0 0-21 15,0 0-49-15,-77 44-37 0,66-24-10 16,-1 1-19-16,2 8-6 0,-1 3-6 16,3 4-10-16,2 3-6 0,1 2-24 15,3 2-22-15,2 1-18 0,0 0-6 16,7-1-13-16,7-5-31 0,4-2-80 16,7-7-72-16,6-6-22 0,4-5-9 15,4-7-97-15,5-5-234 16,-9-3-536-16,19-6-569 0</inkml:trace>
  <inkml:trace contextRef="#ctx0" brushRef="#br0" timeOffset="-171422.488">23447 15187 124 0,'0'0'19'16,"0"0"2357"-16,0 0-1925 0,0 0-230 0,0 0-52 15,0 0 59-15,0 0 41 0,0 0-84 16,0 0-81-16,0 0-45 0,-3 65-40 0,3-34 28 0,0 2 8 0,0 6 4 16,0 4 7-16,0 2-14 0,0 2-6 15,0-1 7-15,0 0-1 0,0 1-34 16,0-5-18-16,0-4-19 0,0-4-27 15,0-4-47-15,2-5-27 0,2-7-42 32,3-1-20-32,0-5-79 0,4-5-240 15,-2-3-531-15,6-4-559 0</inkml:trace>
  <inkml:trace contextRef="#ctx0" brushRef="#br0" timeOffset="-170644.05">24243 15207 1284 0,'0'0'179'0,"0"0"1110"0,0 0-968 0,0 0-94 16,85 0 2-16,-55 0 49 0,-1 1-55 16,-1 0-75-16,-3 0-64 0,-6 0-46 15,-3 2-35-15,-5-1 0 0,-2 3-1 0,-4-2 10 16,-2 2 10-16,-3 3 52 0,0 3 7 16,-9 3-10-16,-5 5-16 0,-4 4-11 15,-7 0-26-15,2 4-18 0,-4-2-3 16,2 0-22-16,4-4 4 0,5-5-10 15,3-2 6-15,7-6 1 0,6-1-4 0,0-2-37 0,11 2 15 16,5 1 48-16,6 0-1 0,4 0 0 16,1-2-9-16,1 1-4 0,-1 0 4 15,-2 0 10-15,-2 0-14 0,-6 1 1 0,0 1 15 16,-4-2 29-16,-4 1 30 16,-3 1 12-16,-2 0 3 0,-3 1-6 0,-1 2-22 15,0-1-15-15,0 2-16 0,0 3-15 16,-2-2-10-1,-7 4-12-15,-2-1-12 0,-6 0-9 16,0 2-12-16,-2-2-16 0,-4-1-7 0,0-3-9 16,0-2-28-16,2-3-35 0,-2-4-54 15,1-4-128-15,6 0-265 16,-10-5-790-16</inkml:trace>
  <inkml:trace contextRef="#ctx0" brushRef="#br0" timeOffset="-165410.992">25228 15358 1606 0,'0'0'62'0,"0"0"1150"0,0 0-857 0,0 0-71 15,0 0-88-15,0 0 49 0,0 0 62 16,0 0-68-16,88-60-38 0,-57 52-26 16,0 3-19-16,0 3-34 0,-1 2-31 15,-4 0-24-15,-5 4-15 16,-5 4-16-16,-2 1-11 0,-6 3 2 15,-2-1 9-15,-4 3-14 0,-2 3-10 16,0 2 6-16,-8 3-4 0,-4 3-14 16,-4 0-2-16,-4 3-34 0,-4-1-7 15,1-2-2-15,-3 1 5 0,1-4-12 0,-1-3 16 16,6-3 12-16,0-2 5 0,4-4 7 16,6-3 11-16,4-1 0 0,3-3-2 0,3-1 3 15,0-2-1-15,5 2-1 0,6 3 2 16,6 0 12-16,9 0 0 0,5-3-8 0,6-2-1 15,4 0-3-15,0-2-20 0,3-6-35 16,-5-1-18-16,-3-2-76 0,-3-2-54 16,-4-1-62-16,-6 0-98 0,-5 0-261 15,-6 5-552 1,-5-8-429-16</inkml:trace>
  <inkml:trace contextRef="#ctx0" brushRef="#br0" timeOffset="-165155.219">25915 15204 904 0,'0'0'1275'16,"0"0"-738"-16,0 0-98 0,0 0 51 0,0 0-23 16,74 69-76-16,-54-49-98 0,-1 3-122 15,0 1-64-15,-2 2-21 0,0 1-44 16,-6 3-42-16,-3-1-18 0,-4 3-31 15,-4 2-33-15,-6 5-16 0,-13 0 0 0,-9 6-31 0,-9 4-53 16,-6 1-38-16,-4 3-29 0,-4 0-41 16,0-1-102-16,-4-1-126 0,14-14-264 31,-26 19-684-31</inkml:trace>
  <inkml:trace contextRef="#ctx0" brushRef="#br0" timeOffset="-163226.693">26670 15446 2224 0,'0'0'1404'16,"0"0"-1170"-16,0 0-55 0,0 0-109 16,87-19 45-16,-64 17 31 0,-2 1-50 0,2 0-62 0,3-1-34 15,-1 1 0-15,6-1-1 0,2-4 0 16,2 2-2-16,-1-3-25 0,1-1-53 16,-1 1-61-16,-3 3-65 0,-2-1-215 15,-11 1-238-15,-2-1-593 0</inkml:trace>
  <inkml:trace contextRef="#ctx0" brushRef="#br0" timeOffset="-163014.185">26664 15754 2993 0,'0'0'358'15,"0"0"-237"-15,0 0-4 0,90-5 148 16,-51 0-13-16,3 0-146 0,4-3-65 0,-1 1-41 16,0-1-25-16,-6 3-25 15,-3 0-82-15,-3 5-132 0,-3 0-81 0,-5 0-231 16,9 0-495-16</inkml:trace>
  <inkml:trace contextRef="#ctx0" brushRef="#br0" timeOffset="-162509.78">28096 15283 2666 0,'0'0'635'0,"0"0"-266"0,0 0-117 0,0 0 158 15,0 0-76-15,0 0-101 0,104-11-114 0,-75 7-70 16,2 1-30-16,0 0-19 16,-3-1 0-16,0 0-19 0,-3 2-54 0,-4-2-145 15,-5 1-93-15,-2 1-65 16,-8 0-192-16,-1 2-521 0,-5-1-443 0</inkml:trace>
  <inkml:trace contextRef="#ctx0" brushRef="#br0" timeOffset="-162273.238">28212 15271 802 0,'0'0'1151'0,"0"0"-749"0,0 0-18 0,0 0 65 0,0 0-19 0,-52 83-96 15,43-60-80-15,0 4-64 16,1 1-42-16,-2 1-24 0,1 4-47 16,-4 6-44-16,2 1-20 0,-3 5 30 15,0 2-7-15,5-1-14 0,1-1 15 16,5-3-13-16,3-3-2 0,0-4 2 15,3-5-3-15,7-2-5 0,2-4 1 16,6-5-17-16,5-6-28 0,4-2-5 0,10-6-13 0,2-5 0 16,8-4-46-16,2-9-52 0,4-5-66 15,-2-4-42-15,-4 0-119 0,1-5-269 16,-15 8-610-16,8-10-627 0</inkml:trace>
  <inkml:trace contextRef="#ctx0" brushRef="#br0" timeOffset="-161929.86">28769 15075 3201 0,'0'0'543'16,"0"0"-269"-16,0 0-161 0,0 0 220 0,0 0 30 16,0 0-111-16,0 0-64 0,0 0-87 15,85 29-19-15,-46-25-28 0,3-1-14 16,1-3-37-16,1 0-3 0,0-5-18 15,-1-4-101-15,-3-3-121 0,-5 0-66 16,-5 0-97-16,-5 2-175 0,-8 0-676 16,-3-2-1045-16</inkml:trace>
  <inkml:trace contextRef="#ctx0" brushRef="#br0" timeOffset="-161779.116">29272 14914 2466 0,'0'0'723'15,"0"0"-356"-15,0 0-178 0,0 0 22 16,-20 95 134-16,11-61-70 0,-1 6-121 0,-1 1-154 16,-2 3-6-16,-2 3-52 0,-5 2-94 0,-2-1-130 0,4-9-236 15,-15 14-794-15</inkml:trace>
  <inkml:trace contextRef="#ctx0" brushRef="#br0" timeOffset="-161155.939">27905 15243 1903 0,'0'0'703'0,"0"0"-266"0,0 0-69 0,0 0-1 16,0 0-87-16,0 0-83 0,0 0-39 0,0 0-37 16,0 0-10-16,0 0 6 15,0 0 18-15,34 15-16 0,-22-12-30 0,-2-2 2 16,1 1-11-16,2-1 23 0,3-1 0 15,0 0-30-15,1 0-31 16,3 0-27-16,0 0-15 0,2-3-2 16,1 0-19-16,0-1-42 0,2 1-83 15,0 0-31-15,-2 0-36 16,-2 3-85-16,-6-1-225 0,-1 1-780 0</inkml:trace>
  <inkml:trace contextRef="#ctx0" brushRef="#br0" timeOffset="-153922.597">17472 15565 1964 0,'0'0'123'16,"0"0"1035"-16,0 0-827 0,0 0-101 15,0 0-29-15,0 0 91 0,0 0-20 16,0 0-41-16,0 0-66 0,-72 23-55 16,72-23-52-16,7 0-39 0,9 0-16 0,10 0-2 15,11-2 32 1,11-3 7-16,5 0 3 0,4-2-42 16,-4 0-1-16,-5 2-25 0,-3-2 10 0,-3 2 0 15,-4 0 3-15,-3 1-4 0,0 1 4 0,-8-1-9 0,-2 2-4 16,-5-1-8-16,-5 2-7 0,-4 1-6 15,-6 0-12-15,-4 0-21 0,-1 0-29 0,0 4 1 16,-6 6 29 0,-8 7 54-16,-5 6-1 0,-7 5-12 15,-7 5 12-15,-2 3 22 0,-2 5-19 0,-2 0 19 16,0 1-15-16,0 2 18 0,-1 0 15 16,3-1 4-16,1-1 46 0,2-2 18 0,3-5 10 15,3-4-14-15,5-3-11 0,2-4-10 16,3-1-21-16,3-4-34 0,4-3-2 15,3-1 1-15,3-5 1 0,0-3 9 0,3 0-9 16,2-3-3-16,0-3 0 0,0 4 2 16,7 1 54-16,4-2 2 0,6 1 3 15,2 0 3-15,5 0-16 0,6-4 13 16,1-1 0-16,3 0-9 0,4-1 2 0,2-6-29 16,0-4-1-16,2-1-22 0,3-1-2 15,-3 0 0 1,1-1-12-16,0 2 0 0,-2 1-28 15,-4 1-60-15,0 1-19 0,-4 2-30 16,-8 1-38-16,-2-1-40 0,-4 3-63 16,-5 1-91-16,-4-1-143 0,-3 1-276 15,-4-2-467-15</inkml:trace>
  <inkml:trace contextRef="#ctx0" brushRef="#br0" timeOffset="-153605.504">18224 15550 1845 0,'0'0'677'0,"0"0"-300"0,0 0-169 16,0 0-22-16,0 0 8 0,0 0-29 0,0 0-52 15,0 0-28-15,-83 52-19 0,58-31 0 16,0 5 10-16,-4 2 3 0,-2 3-20 16,0 2-12-16,-2 3-4 15,1-1-9-15,-1-1 7 0,1-1-17 0,2 0-2 16,-1-2-7-16,4-5-15 0,4 1-4 16,1-7-17-16,4-3-23 0,3-4-49 0,5-4-60 15,0-5-36-15,6-2-101 0,2-2-155 0,2 0-372 16,0-7-1141-16</inkml:trace>
  <inkml:trace contextRef="#ctx0" brushRef="#br0" timeOffset="-152852.119">18285 15993 1307 0,'0'0'670'0,"0"0"-165"0,0 0-179 0,0 0-15 15,0 0 62-15,0 0-101 0,0 0-39 16,0 0-57-16,76-9-36 0,-56 8-10 16,-1-1-9-16,1 2-7 0,-3 0-22 15,1 0-18-15,-1 0-19 0,-4 2-24 0,0 1-10 16,-4 1-21-16,-3 2-1 0,-3 0-1 15,-2 3 2-15,-1 3 0 0,-3 2 15 0,-6 4-2 16,-8 2-11-16,0 1 1 0,-3 0-1 16,0-1 22-16,2-2 4 0,2-1 5 15,5-3-5-15,3-4-10 0,3-1-17 16,1-2-1-16,4-2-21 0,0 0-10 0,5 2 29 31,5-1-1-31,2 1-18 0,4-3 8 16,1 1 10-16,3 0-15 0,-1 1 6 0,-2-1 9 15,0 1-16-15,-2 2 7 0,-2 1 0 16,-4 1 12-16,-4 2 27 0,-2 0 29 16,-3 3-8-16,0 0-8 0,-6 2-9 0,-4-1-7 15,-4 2-6-15,2-5 1 0,-5 0-4 16,3-3 6-16,-3-3-6 16,0-1-15-16,0-4 0 0,0-2-67 0,-2 0-39 0,-1-7-69 15,1-5-58-15,-2-3-45 0,2-9-113 0,5 6-294 16,-5-20-794-16</inkml:trace>
  <inkml:trace contextRef="#ctx0" brushRef="#br0" timeOffset="-152467.511">18458 14993 215 0,'0'0'2352'0,"0"0"-1754"0,0 0-225 0,0 0-61 0,0 0-7 31,0 0 15-31,56 82-39 0,-36-49-70 16,-1 3-79-16,3 4-47 0,-1 0-15 0,1 0-6 15,-2-2-24-15,2 0-10 0,-2-3-27 16,0-4-3-16,-3-3-3 0,-1-4-21 0,0-5-4 0,-4-5-57 16,0-3-58-16,-2-5-50 0,-1-3-55 15,-3-3-86 1,2 0-212-16,-2-3-676 0,-1-14-792 0</inkml:trace>
  <inkml:trace contextRef="#ctx0" brushRef="#br0" timeOffset="-152256.074">18828 15012 2391 0,'0'0'612'16,"0"0"-229"-16,0 0-22 0,0 0 92 15,0 0-56-15,0 0-136 0,-46 81-129 16,23-56-83-16,-4 5-31 0,-5 4-6 16,-3 2-12-16,-4 3-18 0,-7 3-28 15,0 2-82-15,-6 3-69 0,-2 3-62 16,0 1-207-16,11-13-756 0,-22 20-1224 0</inkml:trace>
  <inkml:trace contextRef="#ctx0" brushRef="#br0" timeOffset="-141711.746">16259 17440 962 0,'0'0'244'16,"0"0"-84"-16,0 0-14 0,0 0 646 0,0 0-365 15,0 0-93-15,0 0-107 0,0 0-40 16,0 0-3-16,0 0 2 0,0-6-16 0,0 6-35 15,0 0-32-15,1 0-16 0,1 0-3 16,0 0 6-16,4 0-4 0,4-1 6 0,2-1 19 16,5 1-16-16,0 0-73 0,5 1-22 15,1-4 15-15,2 2-10 0,2-1-5 16,5 0-21-16,-1-2-13 0,1 2-3 0,-2-2 3 16,-1 2-82-16,-6 0-17 0,-4 1-12 0,-5 0-23 15,-5 2-45-15,-3 0-136 0,-4 0-275 16,-2 7-718-16</inkml:trace>
  <inkml:trace contextRef="#ctx0" brushRef="#br0" timeOffset="-141489.988">16201 17756 1820 0,'0'0'784'15,"0"0"-353"-15,0 0-281 0,0 0-76 16,0 0 56-16,0 0 80 0,0 0 39 16,0 0-57-16,92-8-82 0,-59 1-32 0,2 2-13 15,-2-2-65-15,-4 2-21 0,1-1 2 16,-1 3-59-16,-3-1-79 0,-2 3-117 16,-1 0-138-16,-7 1-575 0,4 0-553 0</inkml:trace>
  <inkml:trace contextRef="#ctx0" brushRef="#br0" timeOffset="-140226.832">16218 17586 790 0,'0'0'365'0,"0"0"-264"0,0 0-3 0,0 0-1 16,0 0 534-16,0 0-256 0,0 0-184 16,0 0-72-16,0 0 42 15,0 0 47-15,0-36-10 0,0 35-55 0,0-1-51 16,0-2-28-16,0 0-1 0,3 0 3 16,4-2-6-16,-1-4-16 0,4-1 0 0,2-4-6 15,-1 1 21-15,4-1-18 0,-1-1 10 16,3-1 2-16,-1 1-6 0,1-1 0 15,2 0-1 1,0 1 10-16,1 0-9 0,-1 4 2 16,1 1-18-16,-5 5-12 0,0 2-19 0,-3 4-2 0,2 0 2 15,-2 2 0-15,1 7 34 0,-2 1 34 16,1 2-37-16,-1 2 6 0,-2 2-13 16,3-2-24-16,-4-1-12 0,2 3 1 0,-1-2 11 15,1-2 2-15,-3-2 10 16,2-3 6-16,0 0 10 0,0-3 3 15,3-1 24-15,0-3 0 0,2 0-24 16,-1 0-13-16,4-5-2 0,-1-2-15 16,0-2 26-16,2-4-26 0,0-2-2 15,1 0-1-15,0-4-22 0,-1-1-22 16,0 0-37-16,-1-1-28 0,-1 2-37 0,-5 2-41 16,-1 3-53-16,-4 3-92 0,-4 7-183 0,-2 1-471 15,-5 3-583-15</inkml:trace>
  <inkml:trace contextRef="#ctx0" brushRef="#br0" timeOffset="-139741.65">16250 17823 1858 0,'0'0'661'0,"0"0"-223"0,0 0-185 0,0 0 33 0,0 0 27 15,0 0-137-15,0 0-103 0,0 0-35 16,0 0 3-16,0 0 21 0,85-44-9 16,-66 41 6-16,2-1 22 0,3-1-4 15,3 0-24 1,2-1-13-16,1-2-6 0,3-1-3 0,3-1-31 15,-2-2-19-15,3 1 19 0,-3-2 3 16,-1 1-1-16,-5 4-2 0,-5-1-11 16,-4 4-51-16,-5 2 28 15,-5 1-25-15,-2 0-58 0,-3 2-95 0,-1 0-31 16,0 0-82-16,-3 4-265 0,0-1-644 16,-6 9-210-16</inkml:trace>
  <inkml:trace contextRef="#ctx0" brushRef="#br0" timeOffset="-139440.299">16259 18059 2119 0,'0'0'723'16,"0"0"-300"-16,0 0-194 0,0 0-29 16,0 0 136-16,0 0-60 0,80-49-47 0,-51 33-50 15,6 1-59-15,-1-1 5 0,-1 2 46 16,-1 1-52-16,1 3-49 0,-2 1-18 16,0 3-31-16,0-1-21 0,-3 3-12 15,1 1-15-15,-2-1-4 0,-2 3-2 16,-2-3-28-16,2 2-12 0,-2-3-40 0,-3 4-46 15,0-2-87 1,-1 2-160-16,-8-1-331 0,4 1-696 0</inkml:trace>
  <inkml:trace contextRef="#ctx0" brushRef="#br0" timeOffset="-138809.489">17410 17181 2541 0,'0'0'739'0,"0"0"-207"0,0 0-151 0,0 0-21 16,0 0-105-16,0 0-7 0,0 0-44 15,0 0-24-15,0 0-4 0,95 27-58 0,-49-27-61 32,2 0-27-32,-1-4-30 0,1-1-3 0,-5 1-15 0,-2 1-3 15,-7 1 0-15,-5 2-22 0,-9 2-14 16,-8 5-22-16,-8 6-12 0,-4 4-70 0,-13 6 40 16,-7 5 2-16,-9 5 6 15,-4 6-1-15,-3 2 41 16,-3 4 58-16,-2 5 15 0,1 0 40 0,-3 4-6 15,4-4 0-15,0-5 15 16,2 1 45-16,4-5-35 0,5-3-14 16,5-5 22-16,9-5-24 0,6-4 15 15,6-7 33-15,2-4-9 0,11-1-36 16,12-3-1-16,7-1 0 0,7-2 4 16,4-5-7-16,8-1-2 0,-1-1-7 0,2-7-24 15,-4-4-9-15,-1-1-36 0,-4-3 2 16,-1-2-44-16,-6-1-37 0,-2-3-37 0,-2-1-52 0,-4 1-231 15,-4-4-273-15,-5 8-521 16,-1-11-527-16</inkml:trace>
  <inkml:trace contextRef="#ctx0" brushRef="#br0" timeOffset="-138599.104">17979 17311 2786 0,'0'0'433'0,"0"0"-184"0,0 0-122 0,0 0 75 15,0 0 138-15,0 0-67 0,0 0-81 0,0 0-50 16,-71 85-53-16,50-50-22 0,-2 6-9 16,-3-1-21-1,0 4-19-15,0 1-18 0,-3-2-33 16,-1 0-53-16,0 1-21 0,-1-1-16 16,3-3-29-16,2-3-18 0,3-4-29 15,5-5-84-15,3-7-122 0,7-7-276 16,5-7-628-16</inkml:trace>
  <inkml:trace contextRef="#ctx0" brushRef="#br0" timeOffset="-138314.281">18126 17718 2850 0,'0'0'496'15,"0"0"-267"-15,0 0-59 0,77 2 132 16,-54 0-61-16,0-2-92 0,-4 1-56 15,1 0-47-15,-4 0-28 0,-1 3-18 16,-6-3-1-16,-3 6 1 0,-3 4 64 16,-3 8-36-16,-4 3-28 0,-10 8-33 15,-6 6 2-15,-3 4 30 0,0 2-1 0,0-2-16 16,5-3-1-16,6-5 16 16,6-8-25-16,6-5-2 0,1-6 5 15,11-3-6-15,7-3 9 0,7-2-21 0,4-3-13 16,4-2-37-16,7-3-51 0,2-6-133 15,5-1-147-15,1-2-235 0,-13 1-581 16,11-2-266-16</inkml:trace>
  <inkml:trace contextRef="#ctx0" brushRef="#br1" timeOffset="208014.833">4871 13583 2536 0,'0'0'295'16,"0"0"-295"-16,0 0 0 0,0 0 49 16,0 0 143-16,92-23-54 0,-66 14-90 0,-2 2-48 15,2-1 0-15,-3-1-1 0,2 1-28 16,-5 0 16-16,-1 2-99 0,-3 1-128 16,-6 1-264-16,-6 2-164 0,-2 2-781 15,-8 0 1207-15</inkml:trace>
  <inkml:trace contextRef="#ctx0" brushRef="#br1" timeOffset="208189.432">4918 13740 2393 0,'0'0'371'16,"0"0"-149"-16,0 0-69 0,0 0 58 15,0 0-36-15,0 0-61 0,0 0-87 16,77-32-26-16,-56 23-2 0,1-1-29 15,0-1-215-15,0 2-340 0,1-1-621 16,-5 3-273-16,2 1 1365 0</inkml:trace>
  <inkml:trace contextRef="#ctx0" brushRef="#br1" timeOffset="209219.436">606 13551 783 0,'0'0'1105'0,"0"0"-434"0,0 0-340 0,0 0-157 15,0 0 72-15,0 0 68 0,0 0-49 0,0 0-44 16,0 0-81-16,0 0-140 0,-30 63-6 16,11-36-29-16,-2 4-5 15,-1 2-7-15,-1 2 19 0,0-2-42 0,0 2 35 16,4-4 35-16,2-4 19 0,2-2 3 15,3-4-6-15,0 0-15 0,3-2 16 16,1-3 5-16,2-3 9 0,3-1-9 16,2-3 46-16,1 0-40 0,0-4 19 15,0 3 21-15,0-1-24 0,4 1 2 16,6 0 4-16,-1 2 18 0,2-1 3 0,2 2-10 16,2 1-8-16,2 0-14 0,0-1 8 15,2-1-14-15,2 2-2 0,0 0-10 16,0 0-18-16,1-1 13 0,-3-1-16 0,-2 0-3 15,-3-2-10-15,2 1-5 0,-3-1-71 16,0 0-22-16,0 0 7 0,-1 1-91 16,-1-2-145-1,1 0-323-15,-5-1-731 0,4 0-609 0</inkml:trace>
  <inkml:trace contextRef="#ctx0" brushRef="#br1" timeOffset="210020.202">905 13737 728 0,'0'0'287'0,"0"0"899"0,0 0-608 0,0 0-132 16,0 0-157-16,0 0-48 15,0 0-59-15,0 0-5 0,0 0-71 16,0 0-60-16,0 0 26 0,43 18-19 16,-26-14-19-16,0-2-3 0,1-1-16 15,-1-1-12-15,-1 0-2 0,-3 0-1 16,1-4-28-16,2-2-9 0,-3 0-53 16,0-4-44-16,0 0-57 0,-3 0-95 0,-3 1-130 15,-4 1-261-15,-3 0-527 0</inkml:trace>
  <inkml:trace contextRef="#ctx0" brushRef="#br1" timeOffset="210267.96">1047 13746 372 0,'0'0'186'0,"0"0"123"32,0 0 1182-32,0 0-971 0,0 0-181 0,0 0-65 15,0 0 1-15,0 0-23 0,-11 70-48 16,11-56-43-16,0 4-58 0,1 3-26 15,2 1 3-15,0-1 3 0,-2 1-12 0,1 1-13 16,-1 0-3-16,-1-1-15 0,0 0-12 16,0 0-10-16,2-3-6 0,-2-2-12 15,3-3-2-15,0-4-25 0,1-1-7 0,3-2-30 16,2-2-62-16,1 0 12 0,7-3-6 0,-1-2-17 16,5 0-9-16,1-4-42 0,0-6-123 15,1-2-152-15,-6 0-237 0,5-7-607 16</inkml:trace>
  <inkml:trace contextRef="#ctx0" brushRef="#br1" timeOffset="211469.271">1292 13386 421 0,'0'0'420'0,"0"0"-371"0,0 0 931 0,0 0-591 16,0 0-82-16,0 0-75 16,0 0-39-16,0 0-55 0,-10 67-20 0,9-49-35 15,1 0-32-15,0 1-10 0,0-3-3 16,1-3 1-16,3-4 24 0,2-2 0 15,-1-1-31-15,-1-4-32 0,2-1 1 0,-1 1 2 16,3-2 19-16,-3 0 4 0,4-2-26 0,-1-2-18 31,3-4-17-31,-4-1 3 0,4-3 4 0,0-2 5 16,-4-1-33-16,2-2 1 0,-3-1-30 16,0-1-11-16,-1 0-6 0,-4 0 19 0,1 2 35 15,-2 2 25-15,0 1 21 0,0 4 1 0,0 1 1 16,-2 2 16-16,-1 4 61 15,-1-2-16-15,1 4-13 0,-1 1-14 0,-3 0-34 16,-1 1-48-16,1 5 29 0,0 3 15 16,-3-2-98-16,1 4-33 0,-3 1-190 15,1 4-345-15,1-3-686 0</inkml:trace>
  <inkml:trace contextRef="#ctx0" brushRef="#br1" timeOffset="211875.769">1811 13965 496 0,'0'0'150'0,"0"0"-56"0,0 0 730 15,0 0-139-15,0 0-149 0,0 0-199 0,0 0-120 0,0 0-57 16,6 70-8 0,-6-51-23-16,0 0-44 0,-3 1-44 15,0-1-30-15,0-3-11 0,-1-3-63 16,0-2-78-16,2-5-43 0,-2-2-45 0,4-2-91 16,0-2-208-16,0-6-590 0</inkml:trace>
  <inkml:trace contextRef="#ctx0" brushRef="#br1" timeOffset="212100.242">1974 13649 1152 0,'0'0'104'0,"0"0"1484"0,0 0-1021 0,0 0-188 0,0 0-152 16,94 3-51-16,-67-3-33 0,2 0-32 15,-2 0-61-15,0-7-47 0,1-1 9 16,-3-2-12-16,-1-1-2 0,0-2-72 16,-2 1-62-16,-6 0-61 0,0 1-165 15,-8 2-322-15,-2-2-666 0</inkml:trace>
  <inkml:trace contextRef="#ctx0" brushRef="#br1" timeOffset="212347.07">2216 13716 874 0,'0'0'88'0,"0"0"19"0,0 0 922 15,0 0-550-15,4 86-70 0,1-64-89 0,1 2-12 0,-1 0-78 16,-2 1-64-16,1-1-11 0,1-4-9 0,-2 3-31 16,0-3-22-16,-2 3-10 0,2-4-6 15,0 2-28-15,2-4-21 0,-3-3-28 16,1 1 0-16,1-4-16 0,2 0 4 15,1-5-22-15,3 0-27 0,5-6-63 32,2 0-62-32,5-2 3 0,4-9-78 0,1-7-163 0,-4 2-328 15,8-15-800-15</inkml:trace>
  <inkml:trace contextRef="#ctx0" brushRef="#br1" timeOffset="213224.995">2513 13310 176 0,'0'0'626'0,"0"0"-613"0,0 0 75 16,0 0 433-16,0 0 544 0,0 0-627 0,0 0-92 15,0 0-63-15,0 0 42 0,0 0-21 0,10 23-71 16,-10-17-62-16,0 1-48 0,0 5-31 15,1 3-37-15,1 1-6 0,2 3-15 16,1 1-10-16,-1 3-22 0,0 0-2 16,-1 1-2-16,0 2-47 0,-2 1-55 15,-1-1-59-15,0 0-96 0,0 0-226 0,0-5-588 16,0 7-561-16</inkml:trace>
  <inkml:trace contextRef="#ctx0" brushRef="#br1" timeOffset="213455.993">2824 13914 1547 0,'0'0'1584'0,"0"0"-1284"0,0 0-243 0,0 0-56 15,0 0 62-15,0 0 48 0,0 0 12 16,0 0-66-16,22 69-57 15,-22-56-63-15,0 3-111 0,0 0-26 16,-1 0-7-16,-4-1-59 0,-2-1-162 16,4-4-133-16,-4-3-239 0</inkml:trace>
  <inkml:trace contextRef="#ctx0" brushRef="#br1" timeOffset="213725.818">3039 13572 36 0,'0'0'3030'0,"0"0"-2600"0,0 0-369 0,0 0 2 0,0 0 95 15,0 0 62-15,0 0-47 0,0 0-2 16,0 0-50-16,76-7-44 0,-54 7-12 15,2 0-13-15,-3 0-15 0,0 0-25 16,-2-3-12-16,-3 2-22 0,1-4-95 16,-2-1-63-16,-3-3-56 0,-1 0-135 15,-6 1-370-15,0-6-985 0</inkml:trace>
  <inkml:trace contextRef="#ctx0" brushRef="#br1" timeOffset="213946.214">3173 13658 1216 0,'0'0'1813'0,"0"0"-1483"0,0 0-264 0,-12 75 14 0,9-50 208 15,3 0 61-15,0 0-94 0,0-1-128 16,6-1-44-16,0-1-24 0,0-1-7 16,1-1 0-16,1-2-3 0,0-2-15 15,-1-3-19-15,-1-2-15 0,4-4-28 16,0-3-74-16,2-2-33 15,5-2-29-15,3-5 21 0,2-7-97 0,4-7-132 16,-5 5-248-16,8-19-628 0</inkml:trace>
  <inkml:trace contextRef="#ctx0" brushRef="#br1" timeOffset="214274.365">3386 13321 979 0,'0'0'378'0,"0"0"-280"16,0 0 194-16,0 0 124 0,0 0 101 16,0 0-45-16,0 0-93 0,0 0-120 0,0 0-120 15,0 0-45-15,81-19-40 0,-81 26-10 0,0 2-19 16,0 4 6-16,0 3-31 0,-3 5-12 15,-4 2-16-15,4 0 28 0,-1-2 15 16,1-3 32-16,3-5-10 0,0 1 32 16,0-4 30-16,6 1-34 0,1-2-46 15,4 0-1-15,1-1 19 0,3-1 6 0,2-2-9 0,1-1-34 16,-2-4-39-16,1 0-22 0,-2 0-54 16,1-6-112-16,-3-4-245 0,-5 3-613 15,5-8-1053-15</inkml:trace>
  <inkml:trace contextRef="#ctx0" brushRef="#br1" timeOffset="214611.134">3866 13470 783 0,'0'0'1691'16,"0"0"-1032"-16,0 0-229 0,0 0-118 0,0 0-91 15,0 0-81-15,0 0-28 0,0 0-19 0,92 52-49 16,-70-44-29-16,1-1-12 0,3 0-3 16,3 2-1-16,-2 2-2 0,3 0 3 15,-5 3 0-15,2-1 3 16,-2 1 59-16,-1 1 21 0,-6-2-55 15,-4 0-25-15,-2-1 25 0,-4 2-28 16,-2 3 0-16,-3-1 0 0,-3 5 18 16,-2 1 25-16,-6 3-43 0,-8 0-28 15,-3 3 4-15,-4 0 8 0,-3 1-8 0,-6 3-25 16,-4-1-75-16,-7 2-74 0,-4 1-90 16,6-8-252-16,-23 18-799 0</inkml:trace>
  <inkml:trace contextRef="#ctx0" brushRef="#br1" timeOffset="-214084.15">1013 14876 625 0,'0'0'2'0,"0"0"286"0,0 0 341 15,0 0 385-15,0 0-609 0,0 0-168 0,0 0-77 0,0 0 90 32,0 0 25-32,0 0-58 0,0 0-58 15,20 20-47-15,-16-11-3 0,2 4 8 16,-2 5 15-16,2 5-21 0,0 4-44 15,2 3-24-15,-3 6-28 0,-1 1-12 16,2 1-3-16,-3 3 0 0,1 0-12 16,2 0 0-16,-5 2 0 0,2-1-4 0,-2 0-2 0,1 2 6 0,-2-2 0 15,0 0-19-15,0-4-12 0,0-2 18 16,0-7-8-16,-2-6-4 0,1 0 0 16,0-7-13-16,-1-2-24 0,1-5-34 15,-2-1-25-15,3-5-67 0,-1-1-115 16,-1-2-198-16,1 0-471 0,-7-2-309 0</inkml:trace>
  <inkml:trace contextRef="#ctx0" brushRef="#br1" timeOffset="-213852.382">905 15537 78 0,'0'0'2112'0,"0"0"-1756"0,0 0-282 0,0 0-10 15,0 0 158-15,0 0 41 0,38 69-65 16,-23-51-68-16,-1 1-31 0,1-3-11 0,0-2 29 16,0-2 59-16,1-3 3 0,0-2-29 15,1-4-29-15,-1-1-13 0,4-2-12 16,3-5-10-16,-1-9-46 0,4-3-40 0,0-6 0 16,1-6-34-16,-1-2-64 0,-3-2-29 15,0 1-84-15,0 0-80 0,-2 0-97 16,-6 10-368-16,4-6-905 0</inkml:trace>
  <inkml:trace contextRef="#ctx0" brushRef="#br1" timeOffset="-212449.849">795 16394 121 0,'0'0'551'16,"0"0"-486"-16,0 0-36 0,0 0 115 15,0 0-66-15,0 0 401 0,0 0-102 0,0 0-137 16,0 0-42-16,0 0 64 0,0 0 8 0,15 52-32 0,-11-50-56 16,0 1-42-16,2-2 4 0,-2 1 1 15,1-2-15 1,-1 0-23-16,2 0-20 0,-1-2-33 16,1-2-35-16,1-1-19 0,2-1-2 0,1-2-17 15,0-3-13-15,-1-3 4 0,2-3-35 16,-2 0-25-16,0-1-13 0,-2 0 0 15,0 1-13-15,-3 2 16 0,-1 0 18 16,-1 2 10-16,-2 1 38 0,0 1 19 16,-5 2-15-16,-3-2-8 0,2 2 11 0,-1 1-1 0,-2 3 26 15,1 1 23-15,-1 1 28 0,2 3 22 16,-2 0 10-16,-1 3-13 0,1 4-13 16,-1 2-41-16,0 0-3 0,0 1-13 15,0 0 38-15,-3 2-19 0,3 5 10 16,0 0-27-16,0 0 33 0,1 4 9 15,2-1-3-15,-1 2-19 0,3 0-19 0,1-2 0 0,1 3 19 32,0-3 4-32,3 0 5 0,0 0-9 15,0 0 19-15,0-3 3 0,4 1 6 16,2-1 0-16,4 0 2 0,0-2-24 16,4 3-18-16,-2-5-10 0,1 0-15 15,1-1 14-15,1-3 0 0,-1-2-28 16,2 0-38-16,3-4 8 0,-2-3-26 0,3 0-50 0,0-8-68 15,2-3-103-15,-6 2-259 0,7-8-764 0</inkml:trace>
  <inkml:trace contextRef="#ctx0" brushRef="#br1" timeOffset="-211708.534">2268 14604 796 0,'0'0'55'0,"0"0"154"0,0 0 1261 0,0 0-965 16,13 70-151-16,-6-35-78 0,3 8-17 0,3 7-58 15,-1 4-33-15,2 3-34 0,-1-1-60 16,0 2-21-16,-3-3-51 0,-1-5-2 16,-1-7-3-16,0-7-28 0,-3-7-13 15,1-10-21-15,-1-2-87 0,-2-6-86 0,0 0-149 0,-1-2-212 16,1-4-433-16,-3 4-350 0</inkml:trace>
  <inkml:trace contextRef="#ctx0" brushRef="#br1" timeOffset="-211455.273">2298 15252 232 0,'0'0'538'15,"0"0"246"-15,0 0-296 0,0 0-119 16,0 0-165-16,0 0 114 0,-11 67-49 15,11-40-20-15,8 4-94 0,1 1 3 16,3 3 31-16,2 0 56 0,-1-5 56 16,1-5-156-16,-1-4-62 0,-1-7-18 15,5-3-22-15,-1-5-40 0,3-2-1 16,1-4-2-16,2 0-46 0,1-6-34 0,1-5-3 16,2-4-19-16,-2-5 3 0,-2-2-22 15,3-3-19-15,-4-3-90 0,1 2-126 0,1-2-144 16,-6 8-299-16,2-6-860 0</inkml:trace>
  <inkml:trace contextRef="#ctx0" brushRef="#br1" timeOffset="-210791.206">2133 16118 930 0,'0'0'20'15,"0"0"58"-15,0 0 511 0,0 0 399 16,0 0-570-16,0 0-146 0,0 0-75 16,0 0 135-16,0 0-70 0,0 0-97 15,0 0-35-15,-62 55-6 0,53-40-19 16,0 5-25-16,5 1-18 0,0 4-32 0,4 2 4 16,0 8 6-16,1 0-6 0,7 3-13 0,3 2-8 15,2-4-13-15,1-1-1 0,2-5-33 16,1-6-9-16,-1-5 3 15,-2-4-28-15,1-4-45 0,-1-5-29 16,1-2 5-16,1-4-40 0,-2 0-122 16,3-9-204-16,-5 1-289 0,2-15-758 0</inkml:trace>
  <inkml:trace contextRef="#ctx0" brushRef="#br1" timeOffset="-210563.236">2361 16237 768 0,'0'0'30'0,"0"0"123"15,0 0 1315-15,0 0-898 0,0 0-91 0,39 74-147 16,-31-52-87-16,-1 1-38 0,-2 1-52 16,0 2-68-16,-2-2-56 0,-2 2-28 15,-1-2-3-15,0 1-29 0,0-3-58 16,0-3-59-16,0 1-53 0,0-5-47 15,-1-1-76-15,-2-4-183 16,3-3-539-16,-3-4-526 0</inkml:trace>
  <inkml:trace contextRef="#ctx0" brushRef="#br1" timeOffset="-210278.376">2543 16281 241 0,'0'0'2118'0,"0"0"-1711"0,0 0-147 0,0 0 57 16,0 0 88-16,88-8-125 0,-69 8-95 16,-4 0-119-16,-1 0-44 0,-6 1 6 15,1 6-10-15,-3 2-18 0,-5 3-21 16,0 3-10-16,-1 4 7 0,0 6-36 16,-4 3-14-16,-4 3 20 0,-1 1 26 15,0-3 2-15,2-2-5 0,0-5 17 0,4-7 14 16,2-4 32-16,1-3 6 0,0-3-22 15,4-1 9-15,3-3-24 0,5-1-2 16,-2 0-29-16,4-3-47 0,1-6-17 16,-3-3-76-16,2-2-108 0,-4-4-198 0,-2 4-557 15,-1-9-597 1</inkml:trace>
  <inkml:trace contextRef="#ctx0" brushRef="#br1" timeOffset="-209925.711">2940 16167 1072 0,'0'0'1950'15,"0"0"-1576"-15,0 0-206 0,0 0 132 16,0 0 42-16,0 0-109 0,0 0-152 16,83 1-66-16,-76 3-15 0,0 1-1 15,-2 4-33-15,-4 4 3 0,-1 3 19 0,0 6-4 16,-4 3-40-16,-6 1-12 15,3 1 31-15,-1-7 21 0,2-3 16 16,2-6-1-16,2-1-1 0,0-3-23 16,2-1-6-16,2-2-9 0,6 3 24 15,4 1-31-15,2 0 44 0,2 4 0 16,4 0 3-16,-3 0 29 0,2 1 15 0,-6 1 21 16,0-2 38-16,-4 1-10 15,-3 0-28-15,-2 2 6 0,-4-3-31 0,0 1-20 0,0 0-20 16,-6-3-28-16,-1-1-68 0,-5-2-62 15,-2 0-54-15,1-3-109 0,-3-3-176 0,3-1-264 16,-7 0-987-16</inkml:trace>
  <inkml:trace contextRef="#ctx0" brushRef="#br1" timeOffset="-209677.274">3236 16118 1557 0,'0'0'16'0,"0"0"1046"0,0 0-602 16,0 0-94-16,0 0-62 0,0 0-30 16,91 74-86-16,-71-51-58 0,-2 0-43 15,0 3-40-15,-2 0-28 0,-1 2-19 16,-8 1-1-16,-1 1-23 0,-6 1-29 15,0 3-34-15,-6 0-22 0,-3-2-22 16,-7 0 5-16,-1-1-18 0,-3-3-93 16,-2-3-107-16,5-7-239 0,-10-2-541 0</inkml:trace>
  <inkml:trace contextRef="#ctx0" brushRef="#br1" timeOffset="-209013.335">3597 14472 711 0,'0'0'91'16,"0"0"388"-16,0 0 597 0,0 0-666 0,0 0-89 0,0 0-43 15,0 0 102-15,0 0-30 0,0 0-73 16,0 0-14-16,56 46-63 0,-34-23-47 0,2 8-46 16,3 6-28-16,4 6-30 0,-1 4-4 15,0 3-5-15,-1 3-22 0,1 4-18 16,-1 0-2-16,-2 3-13 0,-5-2-21 15,0-2-10 1,-2-5 6-16,-7-5-24 0,3-9 9 16,-6-6-3-16,-1-7 6 0,-1-10-40 0,-1-2-34 15,-2-5-31-15,-3-4-59 16,0-3-156-16,-2-3-330 0,0-1-637 0,-3-9-223 0</inkml:trace>
  <inkml:trace contextRef="#ctx0" brushRef="#br1" timeOffset="-208802.442">3886 15146 1076 0,'0'0'127'16,"0"0"673"-16,0 0-460 0,0 0-159 0,12 81 13 16,-2-56 76-16,2-1 50 0,3 0-63 15,0-1-58-15,2-5-29 0,-1-1 16 16,3-7 1-16,-1-1-23 0,-2-6-40 16,3-3-13-1,-3 0-10-15,2-7-27 0,0-4-35 16,1-5-14-16,-1-7-25 0,0-7-1 15,0-1-57-15,0-5-62 0,2-4-31 16,1-3 0-16,0-1-91 0,2 3-274 0,-8 7-678 0,7-3-770 0</inkml:trace>
  <inkml:trace contextRef="#ctx0" brushRef="#br1" timeOffset="-203124.081">4499 15876 833 0,'0'0'2138'16,"0"0"-1869"-16,0 0-158 0,0 0 45 0,0 0 88 16,0 0-78-16,0 0 5 0,0 0-53 15,0 0 38-15,-47 38 54 0,44-16-105 16,1 4-53-16,-1 5 132 0,0 3-122 15,3 2-59-15,-1 6-3 0,1 5-22 0,0 3 20 16,1 3-25-16,5 0 11 16,2-5-5-16,1-5-19 0,1-6-15 15,3-11-37-15,0-5-29 0,1-6-101 16,1-5-40-16,2-8 4 0,-1-2-68 16,4-9-75-16,-8-2-262 0,5-18-729 0</inkml:trace>
  <inkml:trace contextRef="#ctx0" brushRef="#br1" timeOffset="-202896.494">4696 15810 427 0,'0'0'2034'16,"0"0"-1824"-16,0 0 18 0,0 0 163 15,0 0-45-15,13 73-135 0,-7-45-82 16,1 3-12-16,3 1 8 0,-1 7-23 15,0 3-27-15,-2 5-57 0,3 5-18 0,-4 2-16 0,-2-1 0 16,-1-3-2-16,-2-7-35 0,1-10-6 16,2-8 25-16,0-6-85 0,-1-4-89 15,0-7-31-15,0-3-120 0,0-3-325 16,1-2-592-16</inkml:trace>
  <inkml:trace contextRef="#ctx0" brushRef="#br1" timeOffset="-202258.324">5139 15926 1971 0,'0'0'561'16,"0"0"-162"-16,0 0-296 0,0 0 50 16,0 0 232-16,0 0-63 0,0 0-95 15,0 0-74-15,0 0-48 0,86-31-46 0,-73 29-59 16,-4 2-17-16,-1 0-21 0,-2 0 7 15,-3 7 31-15,-3 5 10 0,0 9-10 0,0 7-62 32,-9 1-10-32,-3 4 3 0,0-4 20 0,-1-2 25 0,3-7 24 15,4-4 9-15,2-4-9 0,4-5-57 16,0 0-19-16,1 0-12 16,11-3 63-16,2 3 22 0,5-1 3 15,2 0 19-15,1 0 6 0,-2 0-22 16,-1 1 32-16,-3-1 24 0,-2 2-5 15,-5 0 6-15,1 3 24 0,-7 1-15 0,0 1-4 16,-3 0-9-16,0-1-22 0,0-1-12 0,-2-2-7 16,-1 0-15-16,-2-3-10 0,-1-1-98 15,0-2-29-15,-1-1-71 0,0-2-103 16,-3 0-189-16,1 0-201 0,-3-6-857 0</inkml:trace>
  <inkml:trace contextRef="#ctx0" brushRef="#br1" timeOffset="-201957.538">5583 15846 1061 0,'0'0'1984'0,"0"0"-1744"16,0 0 2-16,0 0 190 0,0 0-184 15,89-8-148-15,-69 8-66 0,-1 0-18 0,1 3-16 16,-3 4-3-16,-4 3-21 0,-4 4 3 15,-2 2 20-15,-7 8-67 0,0 4-44 16,-7 3-23-16,-6 3 25 0,-3 1 47 0,-1-1 0 16,1-3 33-16,3-6 30 0,6-3 2 15,0-3-2-15,5-6-23 0,2-2-27 0,0-4 2 16,10 0 17-16,3-4 31 16,6 0 34-16,1-3-5 0,3 0 1 0,0-6-30 15,0-4-13-15,-4-2-238 16,-5 2-283-16,-1-9-849 0</inkml:trace>
  <inkml:trace contextRef="#ctx0" brushRef="#br1" timeOffset="-201731.626">6022 15789 85 0,'0'0'1517'0,"0"0"-293"0,0 0-916 0,0 0 185 15,94 33-118-15,-72-22-137 0,-1 4-113 0,0 1-45 16,-3 1-49-16,-2 7-9 0,-6 2-10 16,-6 5 1-16,-4 5-13 0,-7 3-67 0,-5 3-45 15,-8 2-3-15,-4 1-70 16,-2-1 31-16,-3-2 16 0,-3-3-11 0,1-5-67 16,-1-2-193-16,6-11-274 0,-13 3-493 0</inkml:trace>
  <inkml:trace contextRef="#ctx0" brushRef="#br1" timeOffset="-200707.58">3143 12833 969 0,'0'0'95'15,"0"0"152"-15,0 0 909 0,0 0-689 0,0 0-115 16,0 0-69-16,0 0-43 0,1 67-26 16,2-45-63-16,-1 2-64 0,2 1-28 15,-1 0 22-15,2-2 15 0,-3-1-59 16,1-2-37-16,0-1-2 0,-3-2-20 16,0 1 20-16,0-3-19 0,0-1-32 0,0 0-133 15,-2-4-106-15,1-3-124 0,1-3-191 16,0-1-385-16,0-7-246 0</inkml:trace>
  <inkml:trace contextRef="#ctx0" brushRef="#br1" timeOffset="-200522.224">3284 12834 638 0,'0'0'1651'16,"0"0"-1125"-16,0 0-224 0,0 0-8 0,0 0 89 15,0 0-69-15,0 0-99 0,0 0-128 16,0 0-46-16,0 0-7 0,1 57 12 15,1-34-9-15,-1-1-37 0,1 2-9 16,-2-1-31-16,0 2 12 0,0-3-40 16,0 0-134-16,0-5-100 0,-3-3-98 0,0-6-146 0,0-2-423 0,-4-6-562 0</inkml:trace>
  <inkml:trace contextRef="#ctx0" brushRef="#br1" timeOffset="-200204.197">2988 12347 303 0,'0'0'2197'16,"0"0"-1778"-16,0 0-156 0,0 0 21 15,0 0 82-15,0 0-82 0,0 0-100 16,78-25-60-16,-56 21-59 0,1 1-41 16,3-2-8-16,0 3-16 0,-3-3-10 0,0 2-24 0,-1 0-16 0,-2-1-74 15,-3 2-85-15,-3 1-49 0,-5-2-182 0,-3 3-609 16,-6-3-742-16</inkml:trace>
  <inkml:trace contextRef="#ctx0" brushRef="#br1" timeOffset="-199978.757">3186 12308 1140 0,'0'0'88'16,"0"0"257"-16,0 0 282 0,0 0-236 15,0 0-101-15,0 0-15 0,-23 81-51 16,21-62-40-16,2 4-67 0,0 2-10 0,0 2-12 15,0-1 15-15,0 4-25 16,0-3-50-16,0 1-14 0,0 0 3 0,0-3-23 16,0-6 70-16,3-2-71 0,0-7 2 0,1-3-4 15,2-1 1-15,2-1-24 0,3-2 9 0,1 1-2 16,3-1-48-16,4-1 3 16,3 0-9-16,2-2 25 15,3 0-174-15,4-9-42 0,-1 0-65 0,-8-2-348 16,11-7-795-16</inkml:trace>
  <inkml:trace contextRef="#ctx0" brushRef="#br1" timeOffset="-199004.211">3359 11950 655 0,'0'0'268'16,"0"0"958"-16,0 0-648 0,0 0-221 0,0 0-127 15,0 0 5-15,0 0 2 0,0 0-83 16,0 0-72-16,0 0-37 0,17 3 17 15,-7 0-3-15,2 0-2 0,4 0-20 16,-3 3-25-16,4-2-12 0,-3-1 0 16,5 1-18-16,0 0-1 0,-2-3-53 0,3-1-119 15,-2 0-51-15,0-3-113 0,-2-6-186 16,-3 3-588-16,0-9-574 0</inkml:trace>
  <inkml:trace contextRef="#ctx0" brushRef="#br1" timeOffset="-198788.312">3689 11787 833 0,'0'0'290'16,"0"0"529"-16,0 0 0 0,0 0-246 0,0 0-224 16,0 0-125-16,0 0-76 0,0 0-20 15,0 0 50-15,0 0-5 0,20 69-37 0,-14-42-47 16,-2 2-65-16,-1 3-24 0,1 3 0 15,1 1-43-15,-2 5-15 0,0 0-7 16,-2 2-111-16,-1 2-141 0,0 1-193 16,0-13-279-16,0 11-713 0</inkml:trace>
  <inkml:trace contextRef="#ctx0" brushRef="#br1" timeOffset="-177262.516">21078 11029 388 0,'0'0'137'15,"0"0"-114"-15,0 0 992 0,0 0-680 0,0 0-72 16,0 0-63-16,0 0 14 0,0 0-8 16,0 0 3-1,19-5-17-15,-16 5-55 0,-1 0 13 0,1 0 11 16,0 0 35-16,-1 0-33 0,5 0-61 15,-2 0-49-15,4 0-38 0,1 0-15 16,3 0 15-16,-1 0-15 0,1 0-3 16,-2 0-35-16,6 0 1 0,-1 0 24 15,6 0-8-15,-1 0-6 0,1 0 5 16,3 0-9-16,-2 0 12 0,-3 0-3 0,3 2 4 0,-1 3-7 0,-1-2-20 16,2 3-11-1,2-3 15-15,4 1 24 0,2-1 15 0,1 0-21 16,4 1-59-16,0-2-20 0,4-1 39 15,-1 3 9-15,3-3 28 0,0 2 4 16,0 1 3-16,-2 0 17 0,0-1-12 16,-1 1 14-16,-3 3 15 0,-1-3-15 15,-2 1-1-15,1-1-12 0,1 0 12 0,1 3 1 16,5-6 44-16,1 2-44 0,5-3 0 0,0 0-3 16,1 0 1-1,2 0-33-15,-2 0 22 0,3 0 13 0,0 0 23 16,-3 0 5-16,2 0 4 0,-2-3 35 0,2 2-35 15,1 1 15-15,-1 0-28 0,4 0-19 16,0-2-3-16,-1 2-10 0,0-1 8 16,1 1 5-16,1-4 0 15,-1 4 0-15,3 0 0 0,1-1 0 16,2 1 13-16,1-3-10 0,1 1-3 0,1 2 13 16,1-2-11-16,-1 0-1 0,2 1-1 15,2 0-8-15,0 1 8 0,-2-1 11 16,1 0-11-16,-1-2-22 0,0 2-7 15,-2-1-21-15,2-1 11 0,-1 2 17 0,2 0-32 16,-3-2 0-16,0 2-19 0,2-1 47 16,-1 1-22-16,-1-2 32 0,1 2-9 15,-2 1 25-15,-2 0 12 0,1 0-10 16,-2 0 2-16,-2 0-4 0,-1 0 0 16,0 1-3-16,0 2-12 0,-2-2 15 0,0 1-13 15,-2 1 12-15,-1-1-15 0,3 2 16 16,-2-2 16-1,3 2-4-15,-2-2-8 0,3 0-2 16,1 1 1-16,-1 0-3 0,1 0 19 16,1-2-16-16,1 3-2 0,-2-3-1 15,1 1 0-15,0-2 0 0,-2 0 13 0,-1 0-13 16,-1 0-13-16,3 0 13 0,-3 0 0 16,2-2 0-16,-1 1 10 0,3-1-10 15,1 0-42-15,2 1 39 0,-1-2-26 0,4 0-31 0,-2-1-27 16,0 1-48-16,0-1 51 0,-1-2 52 15,3 1 18-15,-2 3 14 0,0-2 26 16,0-1-13-16,0 2 9 0,0-1-6 16,0-1 29-16,0 1-45 0,1 0-9 15,2 1-13-15,1-1 21 0,0 0-40 0,-1 0 3 16,0 0-17-16,2 0 13 0,-3 2-55 0,4-2 46 16,-2 1 47-16,2 0 4 0,-2 0-3 15,2-3 2-15,1 2 1 0,-4-2 29 16,4 2-27-16,-2-3 18 0,0 3-20 15,3 0 1-15,1-2-1 0,0 2 0 16,1-2-46-16,3 1 34 0,-3 1-18 31,1-2-16-31,0 0 44 0,-3 0 2 0,0-3-20 0,2 3 20 16,0-1 12-16,-2-1-12 0,4 1-3 16,-4 2-15-16,0-6 17 0,1 5-18 15,-3-1 3-15,2 0-1 0,-1-2 15 16,0 3 1-16,-1 0-12 0,-2-3-26 15,0 0-52-15,-2 1-10 0,1-2 101 0,-5 2 12 16,1-2-11-16,-1 2-1 0,-1-2 23 0,0 2 6 16,0 0-6-16,-3 0 13 0,3-1-14 15,-3 1-20-15,-2 1 36 0,-1-1-18 16,-3 0 25-16,1 0 33 0,-3 2-36 0,-3 0 16 31,-2-1 29-31,-1 2-9 0,-3-1-1 0,-5 3 4 0,-1-1 2 16,-2 1-18-16,-5 1 2 15,-3 0-16-15,-3-1-3 0,-7 1 10 16,-3 2-1-16,-3-1 1 0,-4 1-10 0,-3-2 0 16,0 0-48-16,0 1-13 15,-9 1-140-15,-1-1-75 0,-4-2-106 0,-9 1-213 16,3 2-892-16,-27 0 1057 0</inkml:trace>
  <inkml:trace contextRef="#ctx0" brushRef="#br1" timeOffset="-167396.67">13669 8644 248 0,'0'0'319'0,"0"0"-28"0,0 0-63 0,0 0-56 15,0 0-9-15,0 0 26 0,0 0 16 0,0 0 28 16,0 0-29-16,0 0-35 0,65-26-30 31,-57 21-20-31,2 3-19 0,-4-2 9 0,1 1 13 0,-1 0-6 16,0 1-46-16,-3 2-9 0,1-5 279 0,0 4-167 15,-1-4-75-15,0 2-51 0,-1-1-6 16,1-1 9-16,0 1 11 0,-2 0-2 16,0-1-12-16,2-1-25 0,-3 5 9 15,0-5 3-15,0 3-3 0,0 0 13 16,-1 2-10-16,-5 1-9 0,0-1-1 15,-3 1 7-15,-3 0-6 0,-3 0-6 16,-3 0-7-16,-1 3-11 0,-4 2 12 16,1 2 8-16,-1 0-18 0,4 1 0 15,1-1-3-15,0 1-14 0,4-2-8 0,1 1-9 16,0 4 28-16,1 0-9 0,2 1-4 0,2 1 13 16,3-2-34-16,1 3 28 0,4 1 9 15,0-1 37-15,4 0-3 0,5 0-9 16,2 0-25-16,1-2 21 0,4 1-18 31,-2 1 15-31,2-1-18 0,2-1-22 16,0 2 22-16,-2-2-27 0,1 1 27 0,-1 3-18 15,-3-3 17-15,0 0-13 0,0-2 11 16,-3 1 0-16,0-2-31 0,-1-1 7 0,-2 0 27 16,-1 1 0-16,-2-5-12 0,-1 2 0 15,-3 1-1-15,0-2 11 0,0 1-1 16,0-2-25-16,-3 0-15 0,-3-1 2 0,-1 0-6 15,-3-3-2-15,0 4-17 0,-2-3-7 16,-2 2 10-16,0-3 4 0,-2-1-8 16,1 0 8-16,1 0-27 0,2 0-56 0,4-1-84 15,-1-5-72-15,2 1-129 0,3 0-192 0,1 0-197 16</inkml:trace>
  <inkml:trace contextRef="#ctx0" brushRef="#br1" timeOffset="-167063.92">13941 8943 2191 0,'0'0'340'0,"0"0"-169"0,0 0-27 16,0 0 152 0,0 0 76-16,0 0-93 0,0 0-107 15,0 0-73-15,-7 78-15 0,7-61 165 16,-3 1-104-16,3 4-86 0,-3-1-25 16,3 2-3-16,-3 2-19 0,2 4-10 0,0-1-2 0,-1 3-12 0,1 0 9 0,-2 2-41 31,1-3 4-31,1-2-83 0,-1-3-54 15,2-2-38-15,0-2-91 0,0-6-298 16,0 4-865-16</inkml:trace>
  <inkml:trace contextRef="#ctx0" brushRef="#br1" timeOffset="-164580.043">13368 12539 2017 0,'0'0'398'0,"0"0"-207"0,0 0-78 15,0 0-13-15,0 0 568 16,0 0-289-16,0 0-96 15,0 0-133-15,0 0-48 0,0 0-15 0,-95 47-1 16,72-33-12-16,-2 4-37 0,2-2-21 16,-2 2 5-16,1-1-6 0,4-2 7 15,2 3-10-15,4-6-11 0,3 2 13 0,3-1-13 16,5-2-1-16,0-1 2 0,3 1-1 16,3 0-1-16,5-2-1 0,3 1 1 15,2 1 0-15,3-3-17 0,3 3 15 0,-2 0-20 16,2 1 6-16,-1 1 1 0,-2 1-16 15,3 1 29-15,-4 1-19 0,0 2-10 16,0 2 31-16,-2-3 18 0,-5 1 25 16,0-2-42-16,-4 0-1 0,-1-2 0 15,-2 2 0-15,-1-1 3 0,0 1-2 16,-5-2 17-16,-4 1-18 16,-3-1 0-16,-1-2-1 0,2-3-20 15,-3-1-43-15,0-2-38 0,0 0-16 16,1-4-21-16,4-2-27 0,-1 0-70 15,6-4-210-15,1-5-348 0,3 2-592 16,0-11 143-16</inkml:trace>
  <inkml:trace contextRef="#ctx0" brushRef="#br1" timeOffset="-164269.448">13470 13059 2809 0,'0'0'372'16,"0"0"-222"-16,0 0-83 0,0 0 98 15,0 0 160-15,82 3-36 0,-65-1-121 16,-1 0-84-16,0 1-50 0,-1 3-12 0,-1 0 15 0,-4 2-37 16,-3 2 0-16,-4 3-1 0,-3 2 1 15,0-1-22-15,-10 3 7 0,-4 2-4 16,-1-2 19-16,-2 1-3 0,1-1 2 16,2-2 1-16,2-1 25 0,3-4 5 15,4-1-14-15,-1-2-14 0,5 0 0 16,1-2-2-16,0 1-1 15,1-1-11-15,6-2 10 0,5 2-11 16,2-2-2-16,3 0-16 0,5-2-25 16,1-1-43-16,3 0-26 0,3-4-19 15,0-4-64-15,1-2-92 0,-1 0-207 0,-8 3-241 0,8-7-716 0</inkml:trace>
  <inkml:trace contextRef="#ctx0" brushRef="#br1" timeOffset="-156179.534">11284 12197 753 0,'0'0'121'15,"0"0"74"-15,0 0 936 16,0 0-663-16,0 0-130 0,0 0-79 16,0 0-17-16,0 0-11 0,0 0-52 15,0 0-18-15,-81 46-27 0,75-29-22 16,-1 4-19-16,0 1-21 0,3 4 11 0,1 4 13 16,0 0-4-16,1 0 9 0,2 0-61 15,0-1 21-15,0-3-55 0,0-2-6 16,0-4-1-16,3-4 0 0,3-3-14 0,1-4-40 15,5-4-12-15,1-3-72 0,4-2-40 16,0 0-59-16,5-4-170 0,-1-4-277 16,-6-1-721-16,5-7-91 0</inkml:trace>
  <inkml:trace contextRef="#ctx0" brushRef="#br1" timeOffset="-154876.064">10634 12126 378 0,'0'0'304'0,"0"0"1282"0,0 0-1089 0,0 0-122 15,0 0-72-15,0 0-5 0,0 0-34 16,0 0-57-16,0 0-23 0,0 0-79 16,0 0-25-16,-65-14-9 15,42 24 6-15,-3 5 3 0,-3 2-19 16,-4 6 19-16,-4 1 21 0,-1 6-31 15,1 1-40-15,-3 5-29 0,2 5 25 16,3-2-5-16,2 2-21 0,6-1-1 16,6-3-2-16,7-5-15 0,8-7 18 0,5-4-18 15,1-4 4-15,9-5 13 0,6-3 0 16,4 0 1-16,7-8 15 0,4-1 12 0,2-4-24 16,1-5-3-16,-1-3-13 0,-2-3-24 15,-4 1 4-15,-4-2 2 0,-6 3-11 16,-1-4 5-16,-7 4 12 0,-3 4 10 15,-3-1 12-15,-2 0 2 0,-3 2-23 0,-6-2 22 16,-2 1-26-16,-5-1-18 0,-3-2-9 16,2 0-13-1,-5 2 13-15,3 1-32 0,-2 0-8 16,-1 1-45-16,6 3-121 0,-4 2-114 0,3-3-159 16,3 2-447-16,3 3-466 0,-6-6 792 0</inkml:trace>
  <inkml:trace contextRef="#ctx0" brushRef="#br1" timeOffset="-154460.598">10762 11991 320 0,'0'0'1178'15,"0"0"-24"-15,0 0-650 0,0 0-74 0,0 0-55 16,0 0-74-16,0 0-99 0,0 0-45 0,0 0-15 16,0 0-65-16,-19 78-34 0,18-53-43 15,-1 2-13-15,2-1-30 0,0 4 25 16,0-4-77-16,2 3-174 0,-1-1-63 15,1-6-293-15,-4 12-714 0</inkml:trace>
  <inkml:trace contextRef="#ctx0" brushRef="#br1" timeOffset="-153936.896">10704 12461 1023 0,'0'0'1361'15,"0"0"-829"-15,0 0-253 0,0 0-116 16,0 0 52-16,0 0 95 0,0 0-46 0,0 0-71 16,0 0-81-16,100 11-32 0,-73-6-43 0,0-4-15 15,-2-1-13-15,-2 2-9 0,-1-2-37 16,-8 0-13-16,1 2-61 0,-7 0-128 15,-5-1-123-15,-3 0-311 0,0 4-661 0</inkml:trace>
  <inkml:trace contextRef="#ctx0" brushRef="#br1" timeOffset="-153765.62">10658 12589 78 0,'0'0'1020'15,"0"0"351"-15,0 0-987 0,0 0-44 16,0 0 76-16,0 0-116 0,84-2-114 16,-60 2-108-16,5 0-78 0,-1 0-22 0,1 0-129 15,2 0-205-15,1 2-284 0,-9-2-715 16</inkml:trace>
  <inkml:trace contextRef="#ctx0" brushRef="#br1" timeOffset="-153218.241">11519 12300 121 0,'0'0'45'0,"0"0"321"0,0 0 892 0,0 0-655 15,0 0-219-15,0 0-89 16,0 0-58-16,0 0 7 0,0 71-22 16,0-47-43-16,-2 3-18 0,-1 1-24 15,2 0-56-15,-1 2-19 0,2-4-62 0,0 4-30 16,0-1 14-16,0 0-12 0,0-3-28 16,3-2-153-16,3-3-115 0,0-7-124 15,4-5-161-15,-1-2-583 0,-4-4-15 16,4-6 931-16</inkml:trace>
  <inkml:trace contextRef="#ctx0" brushRef="#br1" timeOffset="-152873.474">11871 12297 1144 0,'0'0'1767'16,"0"0"-1581"-16,0 0-62 0,0 0 185 15,0 0 23-15,87-7-124 0,-70 6-124 0,0 1-40 16,-2 0-42-16,-3 0-2 0,-4 2-44 16,-3 7 1-16,-5 1 42 0,0 6-1 15,-12 2-11-15,-4 2-28 0,-4 0-16 16,0 2 36-16,3-6 21 0,1-3 13 0,7-4-13 16,3-3-18-16,3 0-17 0,3-1-28 15,0 0 32-15,9 2 25 0,0 3 6 0,5 0 37 16,1 0-33-16,2 2 21 0,-2 0-10 15,0 0 23-15,-3 1 28 0,-2-1 13 16,-6 1 5-16,0 0-9 0,-4 0 31 16,0-1 42-16,-4 1-73 15,-6 0-26-15,-1-1-36 0,-3-4-13 16,-1 0-80-16,0-2-59 0,1-5-82 16,2-1-143-16,1-1-427 0,5-5-915 0</inkml:trace>
  <inkml:trace contextRef="#ctx0" brushRef="#br1" timeOffset="-152611.048">12372 12270 1425 0,'0'0'423'16,"0"0"325"-16,0 0-426 0,0 0-37 15,0 0 107-15,49 71-58 0,-35-48-105 16,-2 2-154-16,1 0-53 0,-5-2-19 16,-2 5-1-16,-3-3-2 0,-3 1-1 0,-1-1-30 15,-10 2-28-15,-6-2 15 16,-6 0-76-16,0-2-40 0,-3 0-51 0,0-6-75 16,2-3-104-16,-1-3-194 0,2-5-633 15,7-4 60-15</inkml:trace>
  <inkml:trace contextRef="#ctx0" brushRef="#br1" timeOffset="-151117.956">14624 12422 427 0,'0'0'56'0,"0"0"19"0,0 0-13 0,0 0 690 0,0 0-225 16,0 0-365-16,0 0-120 0,0 0 20 31,0 0 58-31,0 0-65 0,-17-4-55 0,14 4-45 0,3-2-17 0,0 2 30 16,0 0 32-16,0 0 0 0,0 0 1 31,0 0-1-31,0 0 22 0,0 0-9 0,0 0-10 0,0 0 22 0,0 0 37 15,-3 0 29-15,2 0-43 0,-1 0-28 16,-2 0-17-16,4 0 17 0,-1 0 19 16,-1 0 0-16,1 0-14 15,1 0-24-15,0 0 16 0,0 0 18 16,0 3 17-16,0 0 47 0,0 0-12 16,0 0-3-16,0-3-23 0,1 2-23 15,-1-2-9-15,2 1-10 0,-2-1 0 0,0 0-6 16,1 0-11-16,-1 2-2 0,0-2-3 15,0 2 3-15,0 0 6 0,0 2-5 0,0 1 12 16,0-1-13-16,0 0 0 0,0 0 2 16,3 2 14-16,-2-2 48 0,-1 5 6 0,0-1 13 15,2 3 12-15,-1 1 7 0,-1 2-33 16,0 5 17-16,0 4 5 16,0 2 9-16,-3 0 14 0,-1 2-17 15,0-2-38-15,-1 3-18 0,1-4-41 0,1-1 0 16,-1-2-3-1,4-3-10-15,-1-1 12 0,-1-5-1 0,2-1-17 16,0-3 18-16,0-3 0 0,0-3 1 16,0 0 0-16,0-2 1 0,0 0-1 0,0 0-47 0,-1 0-68 15,-1 0-49-15,2-2-34 0,-1-2-69 16,1-4-119-16,0 1-77 0,0-3-210 16,0 0-372-16,-2 0 235 0</inkml:trace>
  <inkml:trace contextRef="#ctx0" brushRef="#br1" timeOffset="-150485.334">14547 12683 646 0,'0'0'45'0,"0"0"1095"0,0 0-955 0,0 0-117 15,0 0-36-15,0 0 79 0,0 0 57 16,0 0-32 0,0 0-65-16,0 0-61 0,0 0-10 15,-47-37-19-15,40 32 19 0,0 4 32 16,-2-3 7-16,1 1 32 0,0-1 0 15,-3-1-17-15,-1 2 11 0,0-3-36 16,-3 0 9-16,-1 0 1 0,0 3-36 16,-2-3 19-16,0 3-3 0,-2 2-19 15,-1-2-2-15,-1 0-14 0,-3 1 0 0,-2-2 16 16,0 0 16-16,-1 0-16 0,0-2 32 0,0 0-9 16,-1 3 9-16,2-4 41 0,-1 0-19 0,1 3-2 15,0-2-11-15,-1 0-38 0,1 0-3 16,0 1-3-16,-2-1-29 0,0 1 7 15,0-1 24-15,3 2 2 0,-3 0 36 16,3-2-15-16,-2 0-21 0,0 0 31 0,2 0 9 16,-1 0-41-16,1 1-4 0,1 0 4 0,-1 0 32 15,1 0-32-15,-1 1-19 16,-2-1 17-16,1 1 2 0,0 1 0 0,0-1 1 16,0 3 12-16,1-1 16 0,2 0 6 15,2-1-3-15,0 0-10 0,2 2-6 16,2-2-15-1,2 2-1-15,0 0-14 0,1-2 13 16,0 1-1-16,0 0 1 0,-1 1-1 16,3 0 4-16,-4-2 11 0,3 3-13 0,-3-1 1 15,-1-1-2-15,1 2-11 0,-1-3 11 16,0 3 2-16,-1 0 1 0,5 0 1 16,-1 0 13-16,2-1-3 0,3 1-12 15,0 0-1-15,4 0-3 0,1 0-16 0,-1 0 18 16,3 0-2-16,-2 0 0 0,0 0-19 15,4 0 19-15,-2 0-29 0,-2 0 7 16,2 0 6-16,2 0 15 0,-1 0 3 0,2 0 0 16,-1 0-11-16,1 0 11 15,-2 0-15-15,2 0-7 0,0 0-15 0,-1 0-51 16,1 0-32 0,0 0-36-16,-2 0-58 0,1 0-134 15,0 0-406-15,-1-2-59 0,1 2-1 0,1-4 742 0,10 10 73 16</inkml:trace>
  <inkml:trace contextRef="#ctx0" brushRef="#br1" timeOffset="-150185.448">12967 12256 205 0,'0'0'225'16,"0"0"-101"-16,0 0-81 15,0 0 1055-15,0 0-692 0,0 0-147 0,0 0-87 16,0 0 41-16,0 0 24 0,0 0-57 15,0 0-139-15,-27-5-41 0,15 10-57 16,-4 1 40-16,0 0 17 0,-2 1 19 0,2 2-3 0,-3 0 13 16,1 0 6-16,1-1 13 0,3 0-13 15,-2 2-3-15,2-2-10 0,2 3-21 16,1 0 1-16,1-1-2 0,3 2-16 16,1-2 16-16,4 2 0 0,2 0 3 15,0-1 36-15,8 0-4 0,4 0 73 16,6 0 12-16,3-1-54 15,7 2-66-15,2-3-12 0,3-1-153 16,3 3-128-16,-7-3-226 0,11-2-782 0</inkml:trace>
  <inkml:trace contextRef="#ctx0" brushRef="#br1" timeOffset="-145053.969">15123 12719 833 0,'0'0'1845'16,"0"0"-1096"-16,0 0-466 0,0 0-179 15,0 0-10-15,0 0 120 0,0 0 100 16,0 0-73-16,0 0-84 0,0 0-53 0,27 0-37 16,-16 0 16-16,1 0 2 15,0 0-3-15,2 0-51 0,-1 0-31 0,-1 0-12 16,4 0-19-16,1 0-27 15,5 0-18-15,2-3-43 0,3-1-133 0,-1-1-75 16,3 0-220-16,1-3-231 0,-2 0-606 16,-5 0-318-16</inkml:trace>
  <inkml:trace contextRef="#ctx0" brushRef="#br1" timeOffset="-144709.738">15835 12348 26 0,'0'0'170'16,"0"0"1967"-16,0 0-1588 0,0 0-158 15,0 0 2-15,0 0-43 0,0 0-47 16,0 0-74-16,0 0-124 0,11 66-55 16,-11-40-23-16,3 6-5 0,-1 5 33 15,-1 6-3-15,-1 2-9 0,0-1-25 16,0 5-8-16,-3-2-10 0,-4 1-22 16,-3 0 1-16,-3-3-44 0,-4-1-42 0,-2-1-41 15,2-2-41 1,0-6-161-16,2-4-221 0,8-10-545 0,4 2-733 0</inkml:trace>
  <inkml:trace contextRef="#ctx0" brushRef="#br1" timeOffset="-116215.278">20428 3751 2283 0,'0'0'268'15,"0"0"-107"-15,0 0-42 0,0 0 36 16,88-2 37-16,-59 2-36 0,2 3-10 16,5 1-38-16,3 0-35 0,3-1-13 0,1 0 6 15,5-1-28-15,-2 1-19 0,4-1-19 16,1 0-15-16,2-1 5 15,3 2 10-15,4-3 0 0,1 0-16 16,4 1 13-16,6 1-7 0,2 0 10 16,5 1 22-16,4 2-18 0,3-1-4 15,5 3-4-15,2-4-8 0,3 2 10 16,2 0-1-16,4 0-35 0,2 2 10 16,3-1 6-16,1-5 21 0,3 3 0 0,-1-2-21 15,3-1 21-15,0 2-21 0,0-2-32 0,2 1 0 16,0-2 23-16,3 0-4 0,-1 0 6 15,3 0-41-15,1 0-13 0,1 0 55 16,0 0-23-16,0 0 6 0,1 0 16 0,1-2 4 16,-2 1-4-16,3-3-3 0,-1 1 16 15,4-1 14-15,2-3-37 0,2 1 38 16,-2 0-1 0,1 0-11-16,0 0 10 0,0-1-77 15,1 3-7-15,-2-1 6 0,0-2-31 0,-1 2-11 16,0-2 55-16,-1 2-19 0,1 1 58 15,-2-1 9-15,-3 0 20 0,0-2 0 16,-1 3 52-16,2-2 51 0,-1-1-12 16,1-1-27-16,0 0 72 0,0 0-98 15,-2 1 30-15,1-2-10 0,-2 1-31 0,-3 2-27 16,-1-3-61-16,0 1 19 0,-1 0 10 16,1 2-20-16,0-3 20 0,2-1-49 15,0 3 81-15,2-3 16 0,-2 1 1 0,2-2 18 16,2 0-22-16,1 0 0 15,1-3 48-15,0 1 10 0,2 1-17 0,2-2-9 16,-2 1 0-16,-2 1 32 0,-5 1-23 0,-2-1 20 31,-3 2-55-31,-3 1 19 0,-4-1-38 0,-5-1 45 16,-3 4-42-16,-7 0 5 0,-6 1-8 16,-8-1-39-16,-9 2 1 0,-9-2 0 15,-11 2-16-15,-12 1-7 0,-15 1-19 16,-12-3-81-16,-11 2-93 0,-14-1-277 0,-20-2-158 15,4 1-623-15,-47-9 1242 0</inkml:trace>
  <inkml:trace contextRef="#ctx0" brushRef="#br1" timeOffset="-115114.115">15223 991 39 0,'0'0'414'0,"0"0"855"0,0 0-1028 0,0 0 60 0,0 0-26 16,0 0-14-16,0 0-45 0,0 0-47 16,0 0-22-16,9 45-32 0,-6-37-26 15,0 0-4-15,0 2-15 0,0 1-7 16,0 1 44-16,0 3 31 0,-2 4-59 15,1 1-13-15,-2 5 5 0,0 3 4 16,0 1-50-16,-3-1-10 16,0-3-15-16,0-4-22 0,3-4-3 15,0-5-3-15,0 0 0 0,0-6-62 16,0-3-71-16,0-2-59 0,3-1-135 0,1 0-192 16,-1-8-199-16,2-3-298 0,-1 3 376 0,0-17 554 15</inkml:trace>
  <inkml:trace contextRef="#ctx0" brushRef="#br1" timeOffset="-114951.346">15197 776 1679 0,'0'0'698'16,"0"0"-324"-16,0 0-175 0,0 0-109 15,0 0 32-15,0 0 37 0,0 0-76 16,85-34-83-16,-67 30-108 0,1 1-116 15,1 0-184-15,0 2-602 0,-4 0-355 16,4 1 1088-16</inkml:trace>
  <inkml:trace contextRef="#ctx0" brushRef="#br1" timeOffset="-114670.392">15593 781 1239 0,'0'0'1020'15,"0"0"-619"-15,0 0-86 0,0 0-75 16,0 0-4-16,-54 75 8 0,42-60-52 15,1 0-132-15,4-3-60 0,2 0-3 0,2-1 3 16,3 1 0-16,0 0-13 0,4-2-6 16,7 1 17-16,1 0-7 0,4 0 9 0,0 1 0 15,4-2 12-15,-3 1-12 0,3 1-1 0,-3 0-2 16,0 2-16-16,-3-2 19 0,-1 2 22 16,-4-1 19-16,-4 0-7 0,-2-3-15 15,-3 2-17-15,0 1 26 0,-5 0-28 16,-3 2-13-16,-3-2 10 0,-1-1 3 15,4-1-75-15,-3-5-29 0,3-2-35 0,-1-1-83 16,3-3-119-16,-1 0-173 0,3-6-507 16,1 0-346-1,3-10 1285-15</inkml:trace>
  <inkml:trace contextRef="#ctx0" brushRef="#br1" timeOffset="-114065.655">16355 835 359 0,'0'0'300'16,"0"0"1369"-16,0 0-1275 0,0 0-143 0,0 0-40 15,0 0 92-15,0 0-15 0,-1 76-59 16,5-46-78-16,-2 0-67 0,-1 2-37 15,-1 0-16-15,0-3-28 0,0 1-3 16,0-4-1-16,0-2 1 0,0-7-2 16,0-4 1-16,0-5-1 0,0-4-17 15,2-4-58-15,2 0-20 0,3 0 27 16,0-6 23-16,5-3 35 0,2-5-26 16,1-4 36-16,2-5 2 0,-3-2 0 15,2-2 0-15,-3 1-2 0,-2 0 2 16,0 2 0-16,-3 5 22 0,-3 2 0 15,2 7-10-15,-4 4 7 0,-1 3 45 0,-2 3-14 0,3 0-7 16,0 4-2-16,0 5 92 0,2 5-15 16,-1 3-31-16,-3 5-16 0,2-1-22 15,-3 1 3-15,0-1-6 0,0-2-18 0,0-3-27 16,0-5-1-16,0-1-12 0,0-6-1 16,0-1-2-16,0-3-65 0,0 0-99 15,6-1-10-15,3-4 15 0,4-4-71 0,2-3-201 16,4-2-200-16,1-4-101 0,-3-3-270 0,0 1 152 15,-2 1 685-15,-2 0 180 0</inkml:trace>
  <inkml:trace contextRef="#ctx0" brushRef="#br1" timeOffset="-113781.193">16731 946 384 0,'0'0'241'15,"0"0"196"-15,0 0 912 0,0 0-933 16,0 0-121-16,0 0-11 0,0 0-11 16,9 75-40-16,-9-52 3 0,0-1-71 0,1-2-69 15,4-4-65-15,2 1-28 0,2-6-1 16,3-3-2-16,2-2 0 0,4-6-43 15,3 0-13-15,3-4 10 0,3-4-17 16,1-4-27-16,-2-4-27 0,-1 1-2 16,-3-3 6-16,-5 4 18 0,-3-1 29 15,-6 0 66-15,-7 1 19 0,-1 0 47 0,-3 1 26 0,-6 1 15 16,-2 4 50-16,-1 5-41 0,-1 3-26 16,-1 0-22-16,-3 7-43 0,-1 5 3 15,-1 2 25-15,0 5 30 0,3 1-12 16,2-3-15-16,4 0-56 0,4-4-6 15,3-4-19-15,1-2-18 0,2-3-84 16,3-4-9-16,8 0 5 16,4 0 6-16,3-10-58 0,5-4-94 15,1-3-210-15,1-6-289 0,2-2-662 16,-7 6 607-16</inkml:trace>
  <inkml:trace contextRef="#ctx0" brushRef="#br1" timeOffset="-113534.084">17332 356 764 0,'0'0'1446'0,"0"0"-974"0,0 0-160 16,0 0-33-16,0 0 35 0,25 89-17 15,-20-51-46-15,3 9 23 0,-2 4-101 0,-1 4-68 16,4 3-3-16,-5 0-19 16,1 1-35-16,-4-3-32 0,0-3-16 0,2-6-19 15,0-6-8-15,0-3-7 0,6-8-12 0,-1-6-12 16,3-4 12-16,4-7-16 0,1-5-31 15,1-3-21-15,-3-3 24 0,-2-2 22 0,-3 0-23 16,0-7-40-16,-5-1-36 0,-2-5-72 16,-2-5-331-16,-2-4-602 0,-4 4-391 15,-13-12 1256-15</inkml:trace>
  <inkml:trace contextRef="#ctx0" brushRef="#br1" timeOffset="-113367.603">17227 830 1501 0,'0'0'1026'0,"0"0"-479"0,0 0-262 0,0 0-92 16,0 0 3-16,0 0 9 0,0 0-19 16,0 0-52-16,104-16-57 0,-56 9-64 0,6-2-13 15,2-1-44-15,3-1-21 0,-1 1-107 16,-3 0-86-16,0-1-141 0,-5 3-353 16,-15 0-1018-16,10-3 1297 0</inkml:trace>
  <inkml:trace contextRef="#ctx0" brushRef="#br1" timeOffset="-111323.43">15394 1819 329 0,'0'0'144'0,"0"0"1122"0,0 0-627 0,0 0-165 15,0 0-125-15,0 0-103 0,0 0-85 16,0 0-56-16,0 0 18 0,0 0 21 16,12 75-11-16,-10-46-52 0,3 1 18 15,-1 0-58-15,-3-4-16 0,2-3-2 0,0-3-23 16,0-5-15-16,0 0 14 0,0-5-24 16,-2-1 23-16,-1-4-20 0,2-3-34 15,-2-1-97-15,0-1-54 0,0-1-93 16,0-6-235-16,0-6-618 0,-2 2-261 15,-3-12 1293-15</inkml:trace>
  <inkml:trace contextRef="#ctx0" brushRef="#br1" timeOffset="-111169.202">15316 1662 2326 0,'0'0'420'0,"0"0"-150"16,0 0-88-16,0 0 3 0,0 0-13 15,0 0-65-15,0 0-72 0,84-17-35 0,-63 13-44 16,0 1-42-16,-1 3-162 16,0 0-145-16,-3 0-366 0,-3 0-878 15,-5 4 1350-15</inkml:trace>
  <inkml:trace contextRef="#ctx0" brushRef="#br1" timeOffset="-110817.597">15601 1842 706 0,'0'0'235'16,"0"0"1183"-16,0 0-1198 0,0 65-39 15,0-43 18-15,0-1 15 0,2-2-70 0,-1-2-77 16,2-4-43-16,2-2-23 0,-3-2-2 16,4-2-10-16,-1-3-24 0,4-2-102 0,-1-2-14 0,2 0 4 15,1-6 21-15,1-3 7 0,-2-3 22 16,1-1 49-16,-2 1 29 0,-1-3 19 15,-1 1 22-15,0 2 23 0,-1 0 30 16,-1 4 54-16,-2 3-7 0,0-1 0 16,-1 5 15-16,1 0-34 0,-2 1-11 15,3 0 13-15,2 1 15 16,-2 6 4-16,2-1 14 0,-2 4 7 16,2 1-7-16,0 1-35 0,-2 4-9 15,-1-5-51-15,-1-2-43 0,0 2 0 0,-2-4-12 0,2 2-69 0,-2-4-109 16,1-2-65-16,-1 1-122 0,0-2-253 15,3-2-677-15,-3 0-59 0,5-7 1268 0</inkml:trace>
  <inkml:trace contextRef="#ctx0" brushRef="#br1" timeOffset="-110562.856">15973 1851 642 0,'0'0'92'15,"0"0"426"-15,0 0 48 0,0 0-258 16,0 0-84-16,0 0 44 0,45 87 22 15,-38-56 4-15,2-1-20 0,-4 4-49 0,1 3-67 0,0 0-33 16,-3 0-17-16,0-1-36 0,-2 0-32 0,-1-2-38 16,0-2-2-16,0-2 0 0,0-4 0 15,-1-1 0-15,0-3-3 0,-2-5 0 16,0 0 2-16,0-4-1 0,-2-5 0 16,1 0-14-16,-2-4-34 0,-2 1-38 15,-2-4 6 1,-4 0-9-16,-3-1-19 0,-3-1-29 0,0-8-58 15,-5-3-103-15,0-9-146 16,-1-5-526-16,5 5-333 0,-10-21 1067 0</inkml:trace>
  <inkml:trace contextRef="#ctx0" brushRef="#br1" timeOffset="-110397.556">15897 1728 1759 0,'0'0'801'15,"0"0"-421"-15,0 0-166 0,0 0-19 0,78-33 12 16,-56 26-2-16,-1-1-54 0,3 1-63 16,-2 1-88-16,-2-3-39 0,3 3-77 15,0 3-105-15,-4-2-90 0,3 2-202 16,-7 1-688-16</inkml:trace>
  <inkml:trace contextRef="#ctx0" brushRef="#br1" timeOffset="-109806.864">16310 1856 1047 0,'0'0'1406'0,"0"0"-1254"0,0 0-71 0,0 0 38 0,0 0 64 15,19 67-17-15,-6-60-9 0,0-3-14 16,4-4 28-16,-1 0-10 0,6-5-19 16,-1-5-65-16,1-4-77 0,1-3-94 15,-1-2-3-15,-3-2-90 0,-4 0-44 16,-1 2 23-16,-5 0 16 0,-6 0 16 15,-3 1-37-15,0 1 16 0,-3 3 9 0,-4 6 188 16,-3 3 152-16,1 4-16 0,-3 1-16 16,1 3 31-16,1 8 32 0,-5 6-16 15,1 2-1 1,-3 6-36-16,3 0 16 0,-5 3-13 16,3 0 0-16,-1 1-23 0,5-4-23 0,3-3-35 0,3-3-15 0,3-4-23 15,3-2-14-15,1-4-4 0,7-2 3 16,3 0-30-16,3-3-9 0,5-1-71 15,3-3-97-15,2-3-150 0,5-5-202 16,0-3-725-16,-6 3-256 0</inkml:trace>
  <inkml:trace contextRef="#ctx0" brushRef="#br1" timeOffset="-109628.662">16786 1806 1045 0,'0'0'1779'16,"0"0"-1506"-1,0 0-62-15,0 0 46 0,-50 81 24 0,38-53-35 0,3 2-25 0,0-4-81 0,6-2-79 16,1-3-39-16,2-5-22 0,0-3-11 16,0-6-17-16,7-1-53 0,3-6-52 15,6 0 24-15,4-6-61 0,6-8-135 16,2-5-210-16,0-5-504 0,1-2-324 16,-7 3 684-16</inkml:trace>
  <inkml:trace contextRef="#ctx0" brushRef="#br1" timeOffset="-109414.704">17022 1444 23 0,'0'0'78'15,"0"0"1920"-15,0 0-1545 0,0 0-115 0,-6 81-52 16,6-43 10-16,0 9-5 0,0 3-27 16,0 3-63-16,3 0-70 0,0 0-57 0,0-6-55 0,2-3-19 15,2-8-10-15,0-5-2 0,3-9 10 16,0-5-35-16,1-7-47 0,-2-3-38 0,-1-4-16 15,-3-1-38-15,-2-2-82 0,-3-3-118 16,0-5-250-16,-5-3-630 0,-9-3-32 16,2 3 1275-16</inkml:trace>
  <inkml:trace contextRef="#ctx0" brushRef="#br1" timeOffset="-109281.55">16845 1814 287 0,'0'0'1292'15,"0"0"-480"-15,0 0-473 0,0 0-137 0,0 0 58 16,0 0-25-16,0 0-41 0,0 0-17 15,0 0-7-15,95-26-66 0,-56 16-54 16,7-1-50-16,2-4-17 0,-1-1-131 16,1-1-161-16,-2-1-212 0,-5 2-715 0,-13 1-508 15,6-3 1604-15</inkml:trace>
  <inkml:trace contextRef="#ctx0" brushRef="#br1" timeOffset="-109121.348">17475 1689 408 0,'0'0'2241'0,"0"0"-1929"16,0 0-85-16,13 81 38 0,-9-53 64 16,-1-2-36-16,2-2-75 0,0-3-112 0,2-5-78 0,-2-2-28 0,-1-3-28 15,3-4-109-15,-4-1-82 0,-1-3-64 16,-1-2-206-16,-1-1-604 0,0 0-646 16,0-8 1697-16</inkml:trace>
  <inkml:trace contextRef="#ctx0" brushRef="#br1" timeOffset="-108958.408">17399 1539 653 0,'0'0'2421'16,"0"0"-2000"-16,0 0-146 0,0 0 31 16,0 0-60-16,87-3-150 0,-64 3-89 0,-1-2-7 0,3 2-84 15,-4 0-115-15,-2 0-113 0,-2 0-223 0,-4 2-577 16,-3 0-520-16,-1 1 1404 0</inkml:trace>
  <inkml:trace contextRef="#ctx0" brushRef="#br1" timeOffset="-108790.299">17695 1724 630 0,'0'0'2089'0,"0"0"-1781"0,2 70-116 0,-1-45 60 0,2 0 93 0,0-2-53 16,3-5-95-16,-2-2-104 0,4-3-59 15,1-4-15-15,-1 0 36 0,2-6 1 16,3 0-16-16,0-3-40 0,2-5-12 15,3-5-53-15,2-6-22 0,1-3-18 0,1-4-60 16,1-3-87-16,-3-4-123 16,-1-2-270-16,-2-4-707 0,-5 9-192 0</inkml:trace>
  <inkml:trace contextRef="#ctx0" brushRef="#br1" timeOffset="-108473.899">18020 1726 1653 0,'0'0'1220'15,"0"0"-765"-15,0 0-226 16,0 0-55-16,21 65-4 0,-8-58-48 16,3-3-30-16,5-4-17 0,4 0-75 0,4-8-10 15,1-4-99-15,1-4-83 0,-4-1-42 16,0-1 19-16,-5-1 59 0,-8 1 15 0,-3 0-6 16,-7 0 31-16,-4 2 84 0,-12 1 32 15,-4 1 39-15,-7 3 31 0,-4 5 84 16,-2 6 47-16,-1 5 3 0,-2 8-24 0,-1 6-41 15,1 6-10-15,-1 8 10 0,3 3 17 0,0 3 8 0,2 1-15 16,2 0-47-16,7-2-63 0,7-3-39 16,7-4-1-16,5-5 1 0,11-4 0 15,7-3-17-15,8-3-57 0,3-3-37 16,3-1-47-16,2-6-66 0,2 1-135 16,3 0-238-16,0 0-486 0,-10-2-216 15,5 0 556-15</inkml:trace>
  <inkml:trace contextRef="#ctx0" brushRef="#br1" timeOffset="-108005.06">15777 3095 1413 0,'0'0'1531'16,"0"0"-1326"-16,0 0-42 0,0 0 47 0,40 71 106 0,-31-41-49 15,0 1-24-15,-3 4-85 0,1-5-78 16,-1-1-46-16,-1-2-18 0,3-5-15 16,-2-4-1-16,-1-7-1 0,-1-3-18 15,-4-4-36-15,3-2-187 0,-3-2-36 16,0-7-150-16,0-5-303 0,0 0-884 16,-3-18 531-16</inkml:trace>
  <inkml:trace contextRef="#ctx0" brushRef="#br1" timeOffset="-107846.083">15806 2761 1254 0,'0'0'1708'0,"0"0"-1420"15,0 0-109-15,0 0 109 16,87 41-18-16,-64-30-143 0,-4 0-106 16,-1-3-21-16,1 2-144 0,-5-3-171 15,0 2-239-15,-5-2-935 0,-3 1-144 0</inkml:trace>
  <inkml:trace contextRef="#ctx0" brushRef="#br1" timeOffset="-107573.236">16139 3094 1163 0,'0'0'1593'0,"0"0"-1166"0,0 0-197 0,13 90 27 0,-10-61 79 0,-2-3-63 16,1 0-78-16,-2-3-84 0,3-2-80 15,-1-7-31-15,4-1-3 0,-1-5-12 0,3-4-25 16,5-4-103-16,0 0 69 0,7-8 24 15,2-6-40 1,0-5 24-16,4-6-12 0,-2 0-32 0,0 0 9 16,-2 2-15-16,-5 5 21 15,-1 6 85-15,-3 6 10 0,-5 4 98 0,1 2 3 16,-1 2-13-16,0 9 12 0,0 3-1 16,0 3-31-16,1 6-21 0,-2-4-13 15,2 6-12-15,-1 0-12 0,1-3-10 16,-2 1-15-16,1-4-23 0,1-2-194 0,-1-3-104 15,-1-2-369-15,0-5-1033 0,3-3 956 0</inkml:trace>
  <inkml:trace contextRef="#ctx0" brushRef="#br1" timeOffset="-106824.108">17100 3163 1093 0,'0'0'313'16,"0"0"592"-16,0 0-685 0,0 0-59 15,0 0 83-15,0 0 32 0,0 0-40 16,0 0 17-16,0 0-51 0,0 0-67 0,-89 40-31 15,74-14-11 1,-2 7 22-16,1 0 3 0,-1 0-25 16,5-1-47-16,2-3-43 0,5-5-3 0,3-7-11 0,2-5-73 15,0-6 32-15,9-3 21 0,1-3 20 16,3 0 11-16,4-6 1 0,3-4-1 16,1-4-19-16,2-5-24 0,-2 1-13 15,0-3-22-15,-1 0 28 0,-3 3 28 16,-3 3-6-16,-2 1 27 0,-1 5 1 15,-6 4 0-15,-1 3 19 0,2 2 15 16,-2 5 19-16,2 6 25 0,2 6-22 16,0 6-16-16,-1 5-15 0,1 4-7 15,0 5 13-15,-4 4 0 0,0 2 3 16,1 4-12-16,-2 0-19 0,-2 5 9 0,1 0-9 16,-2 1-1-16,0 1 2 0,-8-2 23 0,0-1-2 15,-3-1-6-15,0-1-7 0,-1-4-10 16,0-3 0-16,1-7 0 0,3-4 13 15,-2-6 1-15,1-5 5 0,3-2-2 16,0-3-7-16,1-8-10 0,-4-1 13 0,2-2-15 16,-5-4-21-16,-3-4-22 0,-3-6-25 31,-5-5-3-31,-1-8 3 0,-1-5-15 0,-3-7-26 16,1-6-19-16,1-6 7 0,3-1-31 15,3-5-62-15,6 0-46 0,6-1-184 16,3 0-271-16,5 0-488 0,2 15 600 0,15-19 134 0</inkml:trace>
  <inkml:trace contextRef="#ctx0" brushRef="#br1" timeOffset="-106470.487">17394 3257 2232 0,'0'0'333'15,"0"0"-56"-15,0 0 15 0,13 79 97 16,-5-56-121-16,3-5-95 0,4-4-68 15,2-4-21 1,6-7 13-16,0-3-38 0,4-2-59 16,1-10-3-16,2-5-56 0,0-4-63 0,0-4-61 15,-2-1-27-15,-2-1 1 0,-7 1-7 16,-2 4 43-16,-9-2 48 0,-5 2 125 0,-3 2 13 16,-4 1 74-16,-8-2 98 15,-5 5 25-15,1 2-71 0,-1 6 3 0,1 8-38 16,-3 0-7-16,3 12 23 0,-5 11-14 15,-1 8-15-15,-1 9-1 0,1 6 67 0,-2 4 31 0,3 1-59 16,-1 0-21-16,2-2-32 0,0-5-15 16,6-7-30-16,2-5-19 0,7-10-11 15,2-4-1-15,3-10-25 0,8-4-115 0,7-4-13 16,7-4-26-16,4-10 4 16,8-8-127-16,1-6-312 0,1-6-621 0,-9 7-814 31,10-21 1869-31</inkml:trace>
  <inkml:trace contextRef="#ctx0" brushRef="#br1" timeOffset="-106109.708">17868 3152 722 0,'0'0'1962'0,"0"0"-1560"0,2 86-48 0,-1-51 4 16,-1 8 16-16,0 0-94 0,0-7-89 15,3-1-89-15,-1-4-72 0,2-4-30 0,-3-5-1 16,2-3-14-16,0-3-43 0,0-6-35 15,1-5-55-15,2-2-66 0,5-3 48 16,3-8-29-16,4-6-45 0,1-4-4 16,3-6 46-16,1-2-26 0,-3-4 35 15,0 0 131-15,-1-5 58 0,-3 5 19 16,-1 1 55 0,-4 2 71-16,-1 9 40 0,0 8 16 0,-3 8 0 15,0 2 20-15,-2 7 8 0,0 3-22 16,2 5-48-16,-4 3-35 0,-3 4-13 15,0 3-9-15,0-2-1 0,0 2 31 16,-1 0-1-16,-4-4-54 0,-1-3-41 16,1-2-27-16,1-5-9 0,-1 0-15 15,2-5-3-15,1-1-19 0,0-4-42 16,1-1-71-16,1 0-53 0,0 0-28 16,0-5-127-16,1-2-209 0,6-4-120 15,2-3-344-15,-3 3-623 0,10-17 1488 0</inkml:trace>
  <inkml:trace contextRef="#ctx0" brushRef="#br1" timeOffset="-105802.075">18345 3394 421 0,'0'0'1451'16,"0"0"-234"-16,0 0-1003 0,0 0-77 0,0 0 57 16,0 0-5-16,0 0-16 0,0 0-41 0,0 0-132 0,92 7-79 0,-60-32-97 31,0-3-82-31,-3 1-79 0,-2 2-76 15,-5-1 103-15,-5 1 87 16,-7 0 23-16,-5 1 161 0,-5-1 39 0,-6 3 210 16,-7 5 13-16,-4 4-16 0,-1 7 21 15,0 6-4-15,-4 3 38 0,2 13-3 16,-2 8-70-16,-2 5-6 0,1 5-11 0,1 4 11 0,-1 0-7 16,0 2-34-16,1-4-41 0,6-3-43 15,1-5-33-15,7-8-23 0,3-6 1 16,5-7-1-16,0-3-2 0,0-2-62 0,8-2-52 15,2-2-83-15,3-7-48 0,4-2-202 0,-1-4-620 16,-5 0-909-16,4-6 1467 0</inkml:trace>
  <inkml:trace contextRef="#ctx0" brushRef="#br1" timeOffset="-105534.818">18575 3160 1638 0,'0'0'568'0,"0"0"-157"0,0 0-237 16,0 0 108-16,0 0 66 0,43 66-40 15,-35-42-35 1,0 0-56-16,0 2-90 0,-1 1-62 16,-4-2-12-16,-1 2-4 0,-2 1-12 0,0 0-15 15,-9 0-19-15,-1 2-1 16,-2 0-1-16,-2-3-2 0,3-6 1 0,0-4-1 16,4-5 1-16,3-5 1 0,4-4 2 15,0-3 37-15,0 0 4 0,2 0-7 16,7-10 30-16,3-4 74 0,4-9-89 0,4-6-52 0,3-6-9 15,3-5-80-15,1-6-43 16,0-3-34-16,1 4-85 0,0 3-178 0,-2 9-272 16,-3 5-356-16,-2 10-332 0,-8 8 1092 15,3 4-144-15</inkml:trace>
  <inkml:trace contextRef="#ctx0" brushRef="#br1" timeOffset="-104984.66">18942 3269 947 0,'0'0'791'16,"0"0"663"-16,0 0-1117 0,0 0-65 16,0 0-52-16,0 0-57 0,0 0-26 0,-46 72 6 15,26-37 48-15,-2 2-31 0,-4 4-46 0,1 1-35 16,1-3-33-16,4-5-18 0,5-5 8 16,4-10 19-16,7-4-9 0,2-6-13 0,2-7 4 15,6-2-37-15,8 0-35 0,7-3 2 16,6-8-10-16,6-4-33 0,3-7-22 15,-1-3-21-15,-1-3 24 16,-5 0 33-16,-2 1 10 0,-5 0-1 16,-5 2-8-16,-3 4 14 0,-5 4 35 0,-4 7 12 0,-4 5 62 0,-1 5 30 15,0 0-30 1,-6 6 15-16,-2 5-28 0,-1 6 21 16,-2 5 4-16,-4 4 27 0,2-2 15 15,1-2-28-15,4-6-49 0,4-4-26 16,2-5-12-16,2-4 2 0,0-2-3 0,2-1-20 15,5-1-34-15,4-10-29 16,4-2-45-16,4-6-55 0,0-4-14 0,2-4-100 16,2-4-140-16,0 1-173 0,0-2-51 0,0-6-12 0,-3-1-10 15,-1-4 97-15,0-1 240 0,-6-5 346 16,-2 2 79-16,-5 0 299 0,-1 8-23 31,-3 5 10-31,0 10 54 0,-1 11 105 0,-1 5 7 0,0 8-151 0,0 0-104 16,0 8-87-16,0 7 31 0,0 9 29 15,2 5-10-15,-1 6-33 0,-1 3-44 16,0 4-33-16,0 0-13 0,0 2-16 16,0 0-36-16,0 1-28 0,0 1-35 15,-3 2-1-15,3-3-15 0,-3-2 3 16,-1-5-100-16,1-1-96 0,0-5-55 16,3-1-95-16,0-3-204 15,0-3-470-15,3-8-728 0,2 0 687 0</inkml:trace>
  <inkml:trace contextRef="#ctx0" brushRef="#br1" timeOffset="-104400.363">16057 3963 1155 0,'0'0'1096'0,"0"0"-463"0,0 0-364 0,0 0-154 15,0 0 60-15,79 8 98 0,-49-8-87 0,2 0-67 16,6 2-40 0,6-2-26-16,4 0-19 0,5 0-34 0,5 0 0 15,4 0 0-15,4-2 0 0,6-2 19 0,7-1-19 16,2-2 0-16,7 0-31 16,7-3-22-16,4-1-23 15,5-1-28-15,6 2-21 0,2-2-20 0,1 3-14 16,0 1-35-16,0-2-26 0,-1 1-53 15,2-2 28-15,0 3 32 0,3-3-27 16,2 1 29-16,4 3 211 0,-1 0 88 0,2 0 63 16,-1 3-151-16,-2 3-149 0,-3-2-39 15,-5 2-108-15,-3 1-515 0,-32-2 566 16,36 2-104-16</inkml:trace>
  <inkml:trace contextRef="#ctx0" brushRef="#br1" timeOffset="-104199.823">20182 3839 2297 0,'0'0'1966'16,"0"0"-1922"-16,0 0-44 0,0 0-540 0,0 0-649 0</inkml:trace>
  <inkml:trace contextRef="#ctx0" brushRef="#br2" timeOffset="-154096.349">21548 7406 422 0,'0'0'547'16,"0"0"407"-16,0 0-475 0,0 0 5 16,0 0-116-16,0 0 55 0,0 0 8 15,0 0-42-15,0 0-75 0,79-1-112 16,-72 1-58-16,0 1 2 0,1 0-46 16,-3-1-48-16,1 0-13 0,1 1 1 0,-1-1 5 15,0 2-15-15,3-1-14 16,3-1-1-16,4 0 3 0,6 0-6 0,2 2 0 15,9-2-12-15,4 4 1 0,4 3 1 16,10 0 20 0,0-2-22-16,3 3-15 0,2-1 12 0,2-1-24 15,2 0-3-15,2-2 12 0,0 3-25 16,2-3-24-16,-1-1-24 0,-1 2-3 0,-3-5 24 16,-3 4-9-16,-9-3-52 0,-3-1-81 0,-6 0-80 0,-7 0-59 15,0 0-67-15,-7 0-153 0,-8 0-471 16,0 0-283-16</inkml:trace>
  <inkml:trace contextRef="#ctx0" brushRef="#br2" timeOffset="-138834.516">25459 1152 339 0,'0'0'183'0,"0"0"-183"0,0 0-13 0,0 0 6 0,0 0 7 15,0 0 95-15,0 0-79 0,0 0-16 16,0 0-284-16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24.9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5183 12146 342 0,'0'0'183'16,"0"0"-33"-16,0 0-72 0,0 0 658 15,0 0-375-15,0 0-127 0,0 0-7 0,0 0 31 0,0 0-55 16,0 0-32-16,0 0-17 0,-49 16-10 15,49-16-11-15,0 0-5 0,0 0-11 16,0 0 12-16,0 0-12 0,0 0-13 16,0 0-6-16,0 0 2 0,0 0-16 0,0 0-10 15,0 0-33-15,0 0-30 0,0 0-11 16,0 0-1 0,0 0-2-16,5-1-18 0,3-2 21 15,7-1 28-15,2-1 6 0,5-1 10 16,2-2-23-16,1 1-2 0,1-2-18 15,-2 4 2-15,1-2-1 0,-4 0 1 0,2 2 22 16,2 1 0-16,-1 0-10 0,2-3-3 16,1 0 0-16,2-2-12 0,3 2-2 15,1-3 1-15,2 2-2 0,1-3-10 0,0 4-2 16,-1 0-7-16,-2-2-3 0,-3 4 1 16,0 1 5-16,-1-1 1 0,-3 5 15 15,1-2-13-15,-2 0 15 0,-1 2-1 16,-2 0 2-16,1 0 10 0,0 0-9 0,0 0 0 15,2-1 0-15,1-2 15 0,1 1-1 16,3-4-15 0,-1 2 3-16,1-3-2 0,-1-1 3 15,0 2 11-15,-2-3-13 0,2 1-2 0,0 1 0 16,-3 0-1-16,0 2-15 0,1-1 0 16,-1 1 1-16,0 3 14 0,-3-1 0 15,0 2-2-15,0 0-24 0,0 1 0 16,0 0 27-16,1-2 3 0,3 1 9 15,2-2 7-15,1 2-1 0,0-4-5 0,0-1-12 16,1 3 11-16,-1-2-10 0,-4-1-2 0,0 0 0 16,-3 2-2-16,-3-1 1 0,-3 2-11 15,-2-2 9-15,-1 4 3 0,-4 0 0 16,-1 1 21-16,2-2 1 0,-2 2-19 16,0 0 9-16,1 0-10 0,-2-2 0 15,3 2-1-15,0 0 1 0,1-1-2 0,1 0 12 16,-1-1-10-16,3 1 13 0,-1-1-11 15,1 2-1-15,-1-3-1 0,2 1-2 0,1 1 1 16,-1-1 0-16,3 0-1 0,0 0 0 16,-1 1 1-16,2-2 0 0,-1 0-1 15,0 1 1-15,1-1 11 0,-4 2-10 16,0-2-1 0,-6 0 15-16,0 3 5 0,-1-2 1 0,-5 1-19 15,3 1 0-15,-4 0 0 0,2 0-2 16,-4 0-1-16,2 0 2 0,-3 0 1 15,0 0 10-15,0 0-12 0,0 0 11 16,0-1 0-16,0 1 7 0,0 0 2 0,0 0 10 16,0 0-6-16,0 0-13 0,0 0-12 15,0 0 0-15,0 0-2 0,1 0-14 16,-1 0 1-16,0 0 0 0,0 0-10 0,0 0 7 16,0 0 2-16,2 0 4 0,-2 0 10 15,0 0-10-15,0 0-4 0,0 0 4 0,0 0 0 16,0 0 8-16,5 0 4 0,-2 0 16 15,2 0-15-15,-1 0-1 0,3 0-3 16,-2-1-43 0,3 1 2-16,-1-2-14 0,1 1-10 15,-1-1 18-15,6 2-6 0,-3 0 9 16,0-2 4-16,0 2-7 0,-1 0 19 16,-2 0 31-16,-1 0-13 0,-1 0 13 15,0 0 3-15,-1 0-3 0,0 0 4 0,2 0-4 16,-1 0-2-16,-1 0-1 0,3 2 3 0,0-2 0 15,-1 0-2-15,0 0-1 0,2 2 1 16,-2-1 2 0,0 1 3-16,-2-2 10 0,1 0-7 0,-2 0 10 15,-2 1-13-15,1-1 9 0,-2 0-9 16,0 0 13-16,2 1-16 0,-2-1-1 16,0 0-12-16,0 0 13 0,1 0-2 0,1 0-13 15,-2 0 12-15,0 0-16 0,0 0 3 0,1 0 13 0,-1 0-8 16,0 0 11-16,0 0 18 0,0 0 7 0,0 0 0 31,0 0-6-31,0 0-16 0,0 0 10 0,0 0-11 0,0 1-2 0,0-1 1 31,0 0 0-31,0 0 0 0,0 0 11 16,0 0-9-16,0 0 13 0,0 0-1 16,0 2-2-16,0-2-10 0,0 0 13 0,0 0-13 0,0 0-1 0,0 0 1 15,0 0 9-15,0 0-10 0,0 0-2 16,0 0-1-16,0 0 0 0,0 0-17 15,0 0 2-15,0 0 1 0,0 0-1 0,0 0 13 16,0 0-13-16,0 0 14 0,0 0 0 16,0 0-1-16,0 0-9 0,0 0 9 15,0 3 0-15,0 1 0 0,-1 0 0 16,-1 4-16-16,1-1 16 0,1 1-12 16,-2 1 15-16,0-2-10 0,2 4 10 15,0-3 2-15,-1 1-2 0,1-1-1 16,0 0 0-16,0 2 1 0,0 1-3 15,0-2-8-15,0 2 10 0,3 0 1 0,-1 1-3 16,1 1 3 0,-2-2 2-16,2 1 9 0,0 2-11 15,0 0-1-15,0 0 0 0,0-1-2 16,0 0-13-16,3 3 16 0,-1-2-14 16,1 0 14-16,-2-1 0 0,2 2-2 15,2 0 2-15,-2-2-1 0,2 0 0 16,-1 2-1-16,-1-1 1 0,0-1 1 15,-1 1 0-15,0-3 1 0,-1 6 1 0,0 2 32 0,-2 9-34 16,-1 2 40-16,-1 1 91 0,0-4-87 16,0-2-44-16,5-4-31 0,-1 0 18 15,4 1-13-15,0 6 26 0,-2 3 13 16,-2 0 30-16,2 2 13 0,-1-7-56 16,1-3-40-16,3-3 39 0,-2 3-12 0,1 1 13 15,0 2 25-15,-2 0 46 0,-2-1-71 0,0-5-9 16,3 3-9-16,-2-4 18 0,-1 2-19 15,2 3-12-15,-2 5 31 0,-1-1 62 16,2-1-59-16,-4-2-3 0,3-2-15 0,0 0 15 16,-4 2 1-16,2 0 20 0,-2 1-18 15,1 1 19-15,-1 1-19 0,0 1 19 16,0 1 6 0,0 2-1-16,0 3 97 0,0 2-87 15,-1-2-37-15,1 1 2 0,0 2 0 16,0 2 16-16,1 0-2 0,4-2 27 15,-1-2 79-15,-1-4-85 0,3-2-22 16,-1-2-3-16,0-3-12 0,-1-2-1 0,0 1-1 16,2-4 0-16,-1 3 0 0,1 0 0 15,2 0 1-15,-1 1-1 0,-1 1-10 0,4 1-6 16,-3-1 16-16,0 3-1 0,-1-1-16 16,0-1 1-16,1-2 6 0,-3 1 11 15,1-1-1-15,-1 0 0 0,-1 2-11 16,1-2 13-16,-1 3 0 0,3-2 0 0,-3 1 0 15,1-2-1-15,2 1 1 0,-2-1 0 16,2-1-1 0,-2-1 0-16,3-1-13 0,-1-2 13 15,-1 0 1-15,0-2-1 0,1 0-1 0,0-2-1 16,-2-1-10-16,0 1 11 16,1-1 2-16,-1 0 0 0,-1 2 0 0,0 0 13 15,1 1-12-15,2 3 2 0,-2-1 0 16,-1 4-1-16,2-2 13 0,-1 1-12 0,0 2-2 15,1-3 0-15,0 0 1 0,-2 0 11 0,4 1-13 16,-2-2 1-16,1 0 1 0,-2-1 41 16,3-1-25-16,-3-1-17 0,1 0 0 15,-1 0-1-15,0-1 0 0,-1 3-2 16,2 0 0-16,-1 2 1 0,-3-1-1 16,2 2 2-16,-3 0-3 0,3-1-9 0,-2 0 12 15,2 0 0 1,0-1 0-16,0 0 0 0,2-3 21 15,-4-3-20-15,2-4-1 0,2 1-12 0,-2-3-4 16,0 2 16-16,-1-3 3 0,1 4 0 16,-2-4-2-16,0 3 2 0,1-1-1 0,-2-2 1 15,1 0 0-15,2 1-1 16,-3-1 0-16,0-1 0 0,0 0 0 0,0-2 10 16,0-3-12-16,0 2 0 0,0-2 0 15,0 1 0-15,0-2 0 0,0 4-1 16,0-3 0-16,0 5-17 0,0-3-13 15,-3 2-6-15,2 1 7 0,-2-2 8 16,0-2-9-16,2-1-27 0,-2 0-16 16,0-1-3-16,-3 0-28 0,1-2-118 0,-4-3-286 15,0 0-278-15,-8-4-796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25.41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7633 15330 942 0,'0'0'362'15,"0"0"770"-15,0 0-932 0,0 0-97 0,0 0-32 0,90 29 80 16,-70-18 64-16,3 3-18 0,0 0-88 16,1 3-30-16,-2 0-29 0,1-1-21 15,0 1 9-15,0-3-37 0,-2-2 0 16,-1-1 11-16,-2-3 6 0,0-3-17 16,0-1 17-16,-3-1 26 0,-1-2 3 15,1-1-3 1,-4 0 3-16,2 0 3 0,-3 0-3 15,2-1 4-15,-1-2-13 0,-2-1 3 0,2 0-20 16,0-1-19-16,-1 1 0 0,1-4 1 16,-1 0-2-16,0-1-1 0,5-5-16 0,-1 2 4 15,2-3 8-15,1-3-13 0,6-2 16 0,3-3 2 16,0-4 120-16,0-3-74 16,1-3-31-16,-2-4-16 0,1-2-10 0,1 1-64 15,1-3-20-15,-2 2-4 0,-2 3-147 16,-1 2 5-16,0 0-37 15,-6 4-185-15,-3-1-317 0,-6 9-781 16,-5-6 1498-16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32.30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4846 12778 2144 0,'0'0'347'0,"0"0"-231"0,0 0 68 0,0 0 73 16,0 0 5-16,0 0-14 16,0 0-33-16,0 0-30 0,0 0-30 15,0 0-40-15,59 38-22 0,-46-26-6 16,-3 4 9-16,1-1-19 0,0 4 10 0,-2 1-29 0,-2 4-6 16,0 1-15-16,-1 2-12 0,-2 2-11 15,2 4-14-15,-3-1-1 0,1 2 1 16,-1-1-15-16,4 3-6 0,-3 1 20 15,2 2-19-15,-1 0 17 0,-1 2-7 0,2-2 9 16,-3 0 1-16,-1 2 0 0,-2-3-12 16,0 2 12-16,0-2 0 0,-4 3-3 15,1 0-28-15,-4 0 29 0,3 0-13 16,-1 2-25-16,1 0 28 0,-2 1-13 16,5-1-6-16,-2 5 3 0,3 0 13 0,0 1-16 15,0 1 3-15,7 0 16 0,0 0-10 31,2 1 6-31,0-3 14 0,1-4-12 0,0 0 13 16,-1 0-17-16,0-3 2 0,0 1-2 0,0-2-69 16,-2 2 65-16,0-2-19 0,2-1 23 15,-3 1-7-15,0-2 0 0,2 4-19 16,-2-4 26-16,1 0 1 0,2-1 15 16,1 1-18-16,1-2 4 0,-2-3 16 15,2-1-38-15,-2 0 13 0,0 0 22 16,-2-3-22-16,0 2-6 0,0-1-41 0,-2 1-1 0,1-2 7 15,-2 2 22-15,-1-1-13 0,4 2-13 16,-3-3 16-16,2 2 29 0,1-3 6 16,2-2 4-16,-2-1 14 0,2 2-23 15,-2-4 20-15,1-1-18 0,0-1-2 0,-1-3 24 16,0-4 0-16,-1 1-19 0,1-4 16 16,0 1-1-1,-1-3-15-15,-2 0-25 0,1 0-43 16,0-1-44-16,0 0 73 0,-2 0 39 15,0-1-6-15,-1 1-52 0,0 1-14 16,2 0 27-16,-1 1 19 0,-1-2 44 16,1 0 1-16,-2-2 2 0,3-1-1 15,-4-2 17-15,3 0 76 0,-3-1 9 16,1-2-46-16,2 0-53 0,-1 0-3 0,-1 0-1 0,1 0 0 16,1 0-29-16,-2 1-39 0,2 0-25 15,-2 1 6-15,1 1-10 0,1-2 10 0,1 3 45 16,-1 1 26-16,0-2 14 0,0 3 2 15,-1-5 116-15,0 3 4 0,-1-3-59 16,1 0 42-16,-2-1-1 0,0 2-63 16,3-1-39-16,-2 0 0 0,1 1 0 0,-1 1 0 15,2 0 0-15,-1 2 13 0,-1-1-10 16,3 1 16-16,-4 0 1 0,3-2-1 16,-3-1 38-16,1 0 30 0,2 0-1 0,-3-2 0 15,0 0 3-15,0 0-6 0,0 0-30 16,0 0-24-16,0 0-10 0,0 0-3 15,0 0-15 1,0 0 1-16,0 0 11 0,0 0-1 16,0 0 4-16,0 0-13 0,0 0 13 0,0 0-14 15,0 0 36-15,0 0 25 0,2 0 9 16,-2 0 13-16,0 0 19 0,0 0-13 16,0 0-19-16,0 0-23 0,1 0-36 15,-1 0-13-15,0 0-13 0,0 0 11 16,0 0 0-16,0 0 0 0,0 0 2 0,0 0 3 0,0 0 13 15,0 0-13-15,0 0 16 0,0 0 2 16,0 0-5-16,0 0-13 0,0 0 9 16,0 0 4-16,0 0 9 0,0 0-14 15,0 0-11-15,0 0-19 0,0 0-15 16,0 0 0-16,0 0 6 0,0 0-9 16,0 0 12-16,2 0 6 15,-2 0 18-15,1 0 1 0,1 0 16 16,-1 0 6-16,2 0 6 0,1 0-13 15,2 0 7-15,-2 0-20 0,1 0 10 16,-1 0-12-16,0-4 19 0,-1 4-16 16,0-2-1-16,2 2-1 0,-3-1 1 15,2-1-2-15,-1 2 0 0,2-1-1 0,-2 0 2 16,-2 0-1-16,2 1 0 0,-3-2 1 0,3 2 1 16,-3 0 0-16,3 0 0 0,-3 0 2 15,0 0 8-15,0 0-10 0,0-1-2 16,0 1-1-16,1 0-2 0,2-1-19 0,1 1 20 15,1-3 0-15,0 1 1 0,3 0-2 16,-1-2-13-16,0 2 13 0,2-3-19 16,-2 3 22-1,3 0 3-15,-1-1-3 0,-2-2 2 16,3 3 0-16,0-1 1 0,-3 0-2 0,1-1 0 16,-1 1-1-16,0 3 0 0,-3-4-1 15,2 3-1-15,0-2-1 0,0 1 0 16,-2 0-10-16,4 2 10 0,0-4 0 15,-1 2 0-15,2-3 0 0,2 3-13 16,-1-2 1-16,3 2 12 0,-1-2 0 0,-2 3-13 16,4-2 13-16,-2 0 0 15,2 0 2-15,-1-2 0 0,0 3 0 16,3-2 0-16,-3 2-18 0,1-1 16 16,1 0-13-16,-2 1 4 0,0 0 10 0,2-1 2 15,-2-1-1-15,5 3-1 0,-2-2-1 16,4-1 3-16,-1 0 4 0,2 1-1 0,-1-1 8 0,-1-2-11 15,1 2 0-15,-1 0 0 0,-2 0 0 16,-1-1 0 0,1 4 0-16,1-4-2 0,-4 3-20 0,3-1 7 0,-5 1-10 15,4 2-3-15,-3 0-7 0,1 0 10 16,-1 0 8-16,1 0-3 0,-2 0 20 16,3 0 12-16,0 0-12 15,0 0 3-15,1 0 20 0,0-3-20 16,2-1-3-16,1 0-25 0,1 0 3 15,0-4 19-15,2 1-22 0,-2 0 22 0,2 1-19 16,-2 0 0-16,-1 2 3 0,1 0 17 0,0 2-10 16,-3-1 10-16,3 2 1 0,-2-1-3 15,0 2-8-15,1-1 12 0,0 1 15 16,1 0-12-16,-2-2-2 0,0 0 11 16,1-1 7-16,-2 1-6 0,2-2 2 0,0 1 1 15,2-3-15-15,-1 1-1 0,2-1 22 16,0 2-22-16,1-2-1 0,-2 2 0 15,0-3 1-15,-1 6 1 0,1-2-1 16,-2-1-2-16,3 1-9 0,-1 2 11 0,0-2 2 16,-1 0-2-1,1 1 1-15,-2 0-1 0,0-1 0 16,0 2 0-16,1 0 0 0,0-2 3 16,-1 1 12-16,-1-1-15 0,1 1 2 15,-3 0-1-15,-2-1-1 0,1 2 0 16,0-3-1-16,-3 1 1 0,1 3 1 15,1-4 1-15,-2 4 2 0,5-3-2 0,-2 1-1 16,0-1-1-16,0-1 0 0,2 1-2 0,-1-1 2 16,1 1 2-16,-2-1-1 0,1 1-1 15,-3 0-1-15,-1 2-2 0,0-2-10 16,-3 1-3-16,-1 1 14 0,-2 1-1 16,0 0-9-16,-2 0 11 0,-2 0-3 0,-1 0-8 15,-1-2 10-15,0 2 1 0,0 0-34 16,0 0-47-16,0 0-34 0,0 0-23 0,-1-2-61 15,-7 2-149-15,-2-3-175 0,-4-1-604 16,4 1-33-16,-12-7 1090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32.7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7296 15043 140 0,'0'0'2669'0,"0"0"-2383"0,0 0-210 0,0 0-44 16,0 0-9-16,82 44 88 0,-60-30 1 0,1 0-23 15,3-2-29-15,3 2-32 0,2 1 10 16,4 1 3-16,1-2 19 0,0-1 6 15,0 2-12-15,-3-2-16 0,0-2-4 16,-4 3-21-16,-3-1-13 0,0 2 16 16,-4 2-16-1,-2-2-12-15,-3 6 12 0,0-2 1 16,-5 2-1-16,2 0 0 0,-1 3 3 0,-2-2-3 16,-2 1 0-16,-1 1-3 0,-2 0-16 0,-4 2 3 15,-2 3 4-15,0 4 12 0,-1 2 11 16,-9 4-11-16,-6 0-31 0,-1 4 9 15,-6-2 22-15,-2 1-13 0,-1-1-15 16,-1-1-51-16,-1-1-6 0,-2 0 3 16,3-3-7-16,-1-1-19 0,-1-2-90 0,4-3-61 15,2-1-102-15,2-3-173 16,3-4-525-16,6-8 502 0,-7 2 237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38.7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27152 12691 980 0,'0'0'1128'0,"0"0"-321"0,0 0-535 0,0 0-176 16,0 0 25-16,0 0 51 0,0 0 77 16,0 0-42-16,0 0-53 0,0 0-91 15,0 0-45-15,38-25 14 0,-24 35 30 16,3 1 43-16,0 5-28 0,-3-1-9 15,-3 3-28-15,-5-1 6 0,-2-1-24 16,-4 1-1-16,0-1 16 0,-7-2-9 0,-6 2 0 16,-5-4-13-16,-3 2 25 0,-5-4-6 15,0-3-10-15,-2-1-23 0,2-4 1 0,1-2 0 32,3 0 23-32,5-2 5 0,0-7-8 15,3-1-22-15,3-5 0 0,4-4-46 0,3-1 12 0,4-4-12 0,5-3 3 16,7-2-9-16,4 1-9 0,4 4 11 15,-3 3 1-15,2 6 9 0,-2 4-16 16,4 6-2-16,-4 3 11 16,2 2 1-16,0 0 9 0,-1 2 9 15,-2 5-22-15,1 2-75 0,-3-1-26 16,-5 4-84-16,-3 0-91 0,-4 3-134 16,-2-3-240-16,-5 5-642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39.60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31048 12972 326 0,'0'0'235'16,"0"0"1253"-16,0 0-1326 0,0 0 46 16,0 0-15-16,80-71 36 0,-49 57 5 15,0-2-26-15,5 3-17 0,3-2-39 16,0 0-16-16,2 6-10 0,-5 2 34 16,-2 6-40-16,-5 1-39 0,-5 5-10 0,-7 10 4 0,-6 1-29 15,-8 3 10-15,-3 4-4 0,-12 2-27 16,-7 2 21-16,-6 0-18 0,-7-4-6 15,-1 1-21-15,0-6 17 0,2-4-5 16,2-3 5-16,4-5 7 0,5-4-13 0,4-2 12 16,0 0-24-16,1-2-46 0,-3-4-52 0,-1 1-122 31,-6 2-56-31,-2 3-171 0,3 0-687 16,-20 16-1139-16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0.25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25803 16179 873 0,'0'0'313'16,"0"0"593"-16,0 0-647 0,0 0-1 15,0 0 29-15,0 0 65 16,0 0-21-16,81-30-41 0,-58 21-54 16,0-2-30-16,-1-1-76 0,-3 1-74 15,-1-1-13-15,-5 2-12 0,-1 3 0 0,-5 1-10 16,-4 3 7-16,-2 1 9 0,-1 1 0 15,0 1 3-15,0 0 3 0,0 0-9 16,0 0-13-16,-3 0-21 0,-2 0-16 16,-7 0-98-16,2 1 37 0,1 1-3 0,1 0 0 15,2-2-32-15,3 1-59 0,0-1-51 16,3 0-58-16,-3 2-127 0,3-2-141 16,-1 0-267-16,-1 0-993 0,2 0 1795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0.6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29276 16739 173 0,'0'0'2691'0,"0"0"-2122"0,0 0-411 0,0 0-107 15,0 0 126-15,0 0 46 16,0 0-75-16,84 48-64 16,-59-33-41-16,1 2-12 0,-3-5-3 0,-4 2 22 15,-2-3 6-15,-3-2-4 0,-2-2-3 16,-7 0-5-16,0-5-1 0,-2 2-3 16,-3-2 3-16,0 1 0 0,-5 4-3 15,-5 0 6-15,-9 5-22 0,-2 1-23 0,-2 0 1 16,-3-1-2-16,1-4-32 15,2-4-122-15,4-3-31 0,-1-1-25 16,2-11-62-16,2-3-166 0,0-11-357 0,6 5-775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1.51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26827 13340 1694 0,'0'0'558'15,"0"0"46"-15,0 0-306 0,0 0-93 16,0 0-12-16,0 0 70 0,0 0-28 16,-29 67-34-16,14-34-58 0,0 7-63 0,-4 7-18 0,-3 5-6 0,-4 8-16 15,-1 1-19-15,-5 5 13 16,-1 4 6-16,-2-1-9 0,-2 3-31 15,-3 1 0 1,-1 1-25-16,-4 0-18 0,-1-1-9 0,3-4 21 16,0-1-3-16,4-6-9 0,4-7-31 15,7-6-38-15,3-9 6 0,8-9 47 16,4-10-22-16,4-6-33 0,6-9-112 16,0-4-68-16,2-2-125 0,-1-9-254 15,-2-7-810-15,2 2 922 0,-6-17 233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1.77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25909 14327 320 0,'0'0'1637'16,"0"0"-912"-16,0 0-528 0,0 0-140 0,-25 89 30 16,22-54 92-16,3 5 13 0,-1 6-56 15,-1 6-25-15,2 4-16 0,-1 7 6 16,0-1-32-16,1 2-25 0,0-3-16 15,0-4-15-15,1-5 12 0,6-7 29 16,5-9 30-16,-1-8 66 0,3-8-48 16,3-9-24-16,5-7 33 0,7-4 37 0,7-11-35 0,6-11-39 15,12-11-41-15,3-12-33 0,7-6-49 16,3-8-3-16,1-6-43 0,2 0-80 16,-2-2-61-16,0 3-170 0,-3 5-160 15,-4 8-152-15,-16 17-390 0,8 1-337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2.3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28175 12893 1649 0,'0'0'1313'15,"0"0"-1117"-15,0 0-53 0,-82 1-82 16,74-4 21-16,3 3 55 0,2-2 8 16,3 2-19-16,0-2 19 0,0-1-7 0,9 0-94 15,7-3 0-15,10-1-10 0,11 1 19 16,11 2-3-16,13 2-26 15,15 2-21-15,11 0 16 0,12 2-16 16,6 1-3-16,4-3-28 0,3 0 0 16,-5-5-34-16,-7-4-75 0,-9-3-48 0,-8-2-73 0,-11 1-117 0,-20 1-356 15,3-11-773-15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2.5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29243 12578 775 0,'0'0'2187'0,"0"0"-2107"16,0 0-80-16,0 0 0 0,92 1 29 0,-53-1 112 15,3 4-55-15,4 3-19 0,1 3-23 16,1 5-12-16,-6 4-32 0,-4 6 0 16,-11 2 0-1,-10 3 23-15,-11 6 31 0,-7 2 12 16,-21 4-25-16,-12 1-9 0,-13 6-32 15,-13 4-1-15,-12 3-66 0,-7 5-75 0,-6 3-101 0,-5 5-125 16,2-1-301-16,19-17-849 0,-33 24 1335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3.23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26847 15959 1076 0,'0'0'1692'16,"0"0"-1422"-16,0 0-40 0,0 0-102 16,0 0-36-16,0 0 22 0,0 0 72 0,0 0 9 15,0 0-25-15,70 80-27 0,-29-63 3 16,8-2-28-16,7 1-38 0,6-1-22 15,3-2-21-15,4-1-6 0,2-3-18 16,1-2-13-16,-2-2-15 0,0-5 3 0,-6 0-13 16,-2-3-73-16,-5-5-57 15,-9 0-34-15,-6-3-77 0,-8-1-175 16,-9 0-342-16,-8 4-753 0,-11-5 277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3.4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27844 15848 942 0,'0'0'69'0,"0"0"1394"0,0 0-1160 0,0 0-85 16,0 0-10-16,86 17 3 0,-61-3-5 15,2 5-1-15,0 1-38 0,1 4-35 0,0 0-29 16,0 0-38-16,-2 1 4 16,-1-3-23-16,-4 3-12 0,-2-3-34 0,-5 0-1 15,-8 1-2-15,-4 0-22 0,-2 1-24 16,-8 0-35-16,-9 3-35 0,-6 1-16 15,-4 2 16-15,-5 0 31 0,1 1 3 16,-5-3-35-16,2-1-45 16,-2-3-87-16,2-3-110 0,3-5-265 15,7-5-678-15,-3-7 956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4.2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28113 13741 202 0,'0'0'225'0,"0"0"1775"15,0 0-1722-15,0 0-175 0,0 0-16 0,0 0 124 16,0 0 48-16,0 0-21 0,81 62-30 16,-48-28-10-16,3 11-28 0,0 7-48 15,3 10-23-15,-1 8-56 0,-2 5-41 16,-5 5-2-16,-6 1 0 0,1 3-2 0,-3 1-32 16,-1 3 16-1,-2-1-10-15,2 1 26 0,-2-2-17 0,1-2-6 16,-1-4 3-16,3-3-15 0,-2-2 0 15,-1-6 12-15,-2-2-22 0,-6-6 47 16,0-5-3-16,-4-5 2 0,0-4 0 16,-4-1-62-16,0-8-19 0,-1-5 35 0,0-6 0 15,0-6-54-15,0-7-38 16,-3-3-32-16,1-5-39 0,0-5-58 0,-1-1-151 16,2-5-326-16,-1-8-444 0,2 2 1010 15,-3-14-138-15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4.54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28617 15408 1539 0,'0'0'676'16,"0"0"-130"-16,0 0-450 0,0 0-96 0,-16 72 0 16,16-48 93-16,4 2 55 0,3 3-11 15,3 3 32-15,0 0-54 0,3 0-14 16,2-1-22-16,-2-1 9 0,1-2 7 0,3-2-32 0,2-5-7 15,-1-6-28-15,5-3 33 0,-1-6 17 16,6-5 74-16,1-1 0 0,2-7-38 16,2-7-55-16,-1-6-34 0,0-3-24 15,0-3 20 1,-1-3 16-16,0-4-18 0,-1-4-19 0,2-4-3 16,-4-6-50-16,3-3-33 15,-3-5-59-15,-3-5-38 0,-2-2-80 16,-1-4-147-16,-5 1-167 0,-1-1-167 0,-4 3-454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5.57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27409 14361 663 0,'0'0'1'0,"0"0"-1"0,0 0 1015 0,0 0-823 0,0 0-30 16,0 0-26-16,0 0 17 0,0 0-30 15,0 0-40-15,80-34-24 0,-66 31-24 16,-3 2-9-16,5 0 9 0,-2 1 10 16,2 0 20-16,-1 0 2 0,2 0 7 15,-3 0 0-15,4 1-19 0,-2 2-11 16,1-2-42-1,-2 2-2-15,1 0 0 0,-1 1-33 16,-2 2 14-16,-2 4-42 0,-1 3 36 16,-2 2 25-16,-1 6 10 0,-3 2 22 0,-2 3-29 15,-2 2 9-15,0 1 17 0,-2 2-6 0,-4-1-1 0,-2 1 10 16,-4 2-30-16,-1-2-2 0,-4-2-6 16,3 1 4-16,-5-2-11 15,1-2-38-15,-2-2-26 0,0-1-29 16,0-3-29-16,-2-2 15 0,2-3 14 15,1-2 28-15,2-6 30 0,0-2-17 16,3-5-77-16,0 0-115 0,0-9-110 16,3-1-216-16,0-7-114 0,4 5 605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7:45.8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27371 14664 588 0,'0'0'293'15,"0"0"789"-15,0 0-871 0,0 0-156 16,0 0-42-16,0 0 35 0,0 0 66 16,-12 75-24-16,14-49-16 0,4 6-29 15,-2 3 1-15,-1 4 37 0,2-1 14 16,-1 0 12-16,0-1 16 0,6-5 13 16,0-5-20-16,5-4-29 0,4-2-38 15,3-6-26-15,6-5-6 0,2-4 0 0,3-6-15 16,6-2-4-16,0-9-35 15,6-7-10-15,0-3-66 0,3-5-52 0,-3 1-32 16,3-2-91-16,-3 1-280 0,-5 2-671 0,-10 8 339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8:42.903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8587 11762 2002 0,'0'0'110'0,"0"0"-71"0,0 0 6 0,0 0 256 15,0 0-56 1,0 0 6-16,0 0-27 0,0 0 6 15,0 0-9-15,0 0-6 0,-40-29-29 0,40 29-46 16,0 0-28-16,0-2-12 0,0 2-11 16,3-3-27-16,7 1-13 0,6-2 13 15,7 3 18-15,7-5-12 0,6 1-25 16,3-2-19-16,1-1-21 0,5-1-3 16,4-1-2-16,4-1-22 0,1-1 8 0,6-4 16 15,6-1-12-15,4-2 9 0,-1 1-9 0,5-1 9 16,0-3-28-16,-1 1-15 0,0 0 21 15,-1 1-3-15,-1-3-15 0,-2 3 6 16,0-3 3-16,-6 4 13 0,-1 0-1 16,-3 2 19-16,-8 1-12 0,1 4-29 15,-6-1 23-15,-4 1-4 0,-6 3 3 0,-2 1 7 0,-5 1-16 16,-2 0 9-16,2 2 0 0,-4 0 7 16,1 2 14-16,-6 0-27 0,3 2-35 15,-2 0 7-15,-2-1-3 0,0-2-1 16,1 4 22-16,1-4 25 0,0 0-2 15,2 0-4-15,0-3-19 0,0 0 13 32,-3 0 6-32,-2 1 16 0,-4 1 3 0,-4 1 15 15,-1 2-15-15,-2-2 13 0,-3 4-13 0,-2-1-2 16,1 1-20-16,-2 0 0 0,1-2-6 16,-2 2-16-16,0 0 6 0,0 0 22 15,0 0 16-15,0 0 4 0,0 0 11 0,0 0 1 16,0 0 0-16,0 0-16 0,0 0-1 15,0 0-1-15,0 0-11 0,0 0 0 16,0 0-5-16,0 0-1 0,0 0 6 0,0 0 13 16,0 3 0-16,0-1 1 0,0 2 12 15,0 0 9-15,0 0 9 0,0 1-2 0,0-1-11 16,0 1-14-16,-2 1-1 0,1-2-1 16,-1 3-2-16,2-2-2 0,-1 1 1 15,1 3 1 1,0-1 0-16,0 4 0 0,0-1 3 15,1 2 13-15,2 0 3 0,2 0-17 16,-4 0 1-16,3-1-2 0,-1 0 0 16,-3 1 0-16,3 1 27 0,-3 2-3 15,0 3 7-15,0 0 88 0,0 4 11 0,0 0-131 16,1 1-6-16,1 0-15 0,2 4 20 16,-1 5 0-16,1 1 1 0,1 3-22 0,-2 1-3 15,1 4 9-15,-1-1 14 0,1 2 1 16,0 1 0-16,-1-2 0 0,-1 3 1 0,1-2-2 15,0 0 4-15,1-3 12 0,0 0 1 16,3 3-15-16,-1-2 0 0,1 2 0 16,2 1-31-16,2-2 16 0,0 3 15 15,0 1 28 1,2 2-28-16,2 0 2 0,0-1-4 16,0 2 4-16,1-1 4 0,0 1 10 15,1-1-16-15,0 1 0 0,0 1 2 0,-2-2-1 16,1 3-1-16,-2-1-1 0,-1-1 1 0,0-2-1 15,1 2 1-15,-2-1-13 0,-2-1 10 16,4 2 3-16,-5 0 0 0,2 3 0 16,0 1 2-16,-1-1 11 0,0 1-12 15,0 2-1-15,-1-1-1 0,1-2-15 0,0-2 16 16,0-2 0-16,-1-3 25 16,2-1-22-16,-1-4-1 0,-1-2-1 15,2-1 0-15,-1-1-1 0,2-1-12 0,1-3 10 16,-3-2 1-16,3-2-15 0,-4-4-3 15,-1-3-12-15,1-3 15 0,-2-2 15 0,-1-2 0 0,-3-3-11 16,0 1-13-16,-2-5 22 0,-1 0 0 16,0 0 2-16,0-1-17 0,0-2-20 15,0 0 0-15,0 0 4 0,0-3 5 16,0 2-30-16,0-2-20 0,-3 2-19 0,-3-2 3 16,-2 2-74-16,-5-2-99 0,-2 2-134 31,4 0-212-31,-12-2-426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8:43.150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10900 14368 1056 0,'0'0'349'16,"0"0"813"-16,0 0-1023 0,0 85-75 15,6-52-22-15,4 1 160 0,3 1 74 16,0 0-82-16,2-1-102 0,-1-3-26 16,2-3-9-16,1-7-13 0,2-5-3 15,2-7-22-15,1-6 6 16,6-3 60-16,3-14 67 0,4-7-46 16,4-10-41-16,0-8-34 0,0-7-31 0,0-7-24 15,-1-7-64-15,1-4-50 16,-7-5-73-16,0-6-191 0,-11 17-393 0,-6-28-963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8:44.754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8105 12522 218 0,'0'0'164'0,"0"0"109"0,0 0 53 0,0 0-42 16,0 0-69-16,0 0-40 0,0 0-22 16,24 72-17-16,-17-51-48 0,2 4 294 15,1 1-185-15,2 4-103 0,0 4-1 16,0 1-38-16,1 3 3 0,1 3 35 15,0 4-45-15,0 2-4 0,-1 1-44 0,-2 5-26 16,1 1 4-16,-2 2-1 0,1 3-12 16,-2 1 16-16,1 2 3 15,0 1-10-15,2 2 26 0,-1 1 27 0,4 2 5 16,-1-3 0-16,2-2-10 0,0-3 7 16,3-1 6-16,-3-2 7 0,1 1-1 0,-3 1 11 15,1-2 5-15,-1 2-25 16,0-3-19-16,1 2-11 0,2-2-2 15,-1 1-16-15,1 0-35 0,-1 0-29 0,1 0 22 16,2 1-12-16,-3-1 19 0,1 0 19 16,-1-3 30-16,1-4 2 0,-2-5 1 15,2-4 0-15,-5-4 11 16,0-6 1-16,0-1-12 0,-3-4-1 16,1-2-1-16,-3 0 1 0,0 0-1 15,-1 1 2-15,-1-1 11 0,0-1 4 0,-2-3 3 16,0 1-19-16,0-6 1 0,0 1 1 15,0-3-2-15,-2-3 0 0,2-2 2 16,0-2 10-16,-2-4 14 0,1 3 0 16,-1-4-23-16,-1-1-3 0,0 1 0 0,0-1-16 0,0 0-13 15,0 0 13-15,0 0-6 0,0 0-27 16,0-1-60-16,0-3-93 0,-4-2-209 16,-2 2-261-16,-3-6-704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8:45.040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8563 15161 825 0,'0'0'345'16,"0"0"-182"-16,0 0 429 0,0 0-190 0,13 79-163 15,-2-55-45-15,-2 0-27 16,1 0-49-16,3-2-21 0,-1-4-5 16,-1-4 13-16,2-3-6 0,-3-3-13 15,3-4-1-15,0-2-2 0,1-2 5 16,2 0 10-16,3-5-39 0,4-6-31 0,-1-6-2 16,7-5-26-16,-1-3-29 0,6-6-40 0,0-3-47 0,1-1-99 15,5 1-209-15,-1 1-164 0,-9 9-388 16,15-9-35-16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8:45.719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9269 15569 1000 0,'0'0'358'0,"0"0"-244"0,0 0-42 0,0 0 12 16,0 0-6-16,0 0 7 0,0 0-1 15,0 0 20-15,0 0 443 0,0 0-273 16,0 0-65-16,-52-39-36 0,49 38-13 15,3 1 15-15,-3 0-14 0,2 0-44 0,1 0-32 16,0 0-32-16,0 0-12 16,0 0-21-16,0 0-20 0,7 0-57 0,9 0 42 0,7 0 15 0,9 0 22 15,8 0-4-15,9-2-18 16,12-2-1-16,6 0-11 0,10-3 10 16,6 1-11-16,5-2-6 0,4 1 18 15,2-2-27-15,-2-1-29 0,-1-1-9 16,-7 1-22-16,-2-1-20 0,-8 1-28 15,-7 1-17-15,-8-1-29 0,-7 1 2 0,-9 0 6 16,-7 0-16-16,-7-2 19 16,-10 1-7-16,-5 1-36 0,-6-4-131 0,-7 3-81 15,-1 2-147-15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8:45.981"/>
    </inkml:context>
    <inkml:brush xml:id="br0">
      <inkml:brushProperty name="width" value="0.08819" units="cm"/>
      <inkml:brushProperty name="height" value="0.35278" units="cm"/>
      <inkml:brushProperty name="color" value="#0070C0"/>
      <inkml:brushProperty name="tip" value="rectangle"/>
      <inkml:brushProperty name="rasterOp" value="maskPen"/>
    </inkml:brush>
  </inkml:definitions>
  <inkml:trace contextRef="#ctx0" brushRef="#br0">10354 15132 1990 0,'0'0'314'0,"0"0"-213"0,0 0-72 0,0 0 81 15,0 0 109-15,0 0-14 0,97 1-51 0,-68-1-23 16,1 0-3-16,3 3-30 0,0 4-28 16,2 2-29-16,-4 5-22 0,-3 2-6 15,2 1-12-15,-7 5-1 0,-3 0 0 16,-4 0-1-1,-3 4-19-15,-3-1-18 0,-5 2 3 16,-2 3 0-16,-3 1-22 0,-2 4-3 16,-7 1-30-16,-4 3-28 0,-5 4-23 0,-2 0-64 15,-4 4-37-15,-2 0-46 0,-4 0-58 16,-2 3-74-16,7-12-228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8:56.713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10993 10861 711 0,'0'0'316'0,"0"0"-160"0,31 71-97 0,-19-39-57 16,2 4 450-16,-4 0-169 0,-1 3-92 15,1 0-22-15,-3 1-37 0,1 3-2 16,-1 0-66-16,4 4 26 0,2 0-45 0,2 2 20 16,1 1 5-16,2 1-25 0,-2 0-9 15,1-2-20-15,-2 3 6 16,-2-2-6-16,-2-3 19 0,-2 3 23 16,-2-3 15-16,-3 1 23 0,-1 2-13 15,-1 0-4-15,-2-2 4 0,1 3-14 0,-1 0-28 16,3-2-27-16,2 1-14 0,-1-2-1 15,7 4-15-15,-2-3-9 0,3 1-4 16,2-3 1-16,-2 2-10 0,2 1 16 16,-1-3 20-16,0-1 2 0,-2-2 0 0,1-3 0 15,2 0 2-15,-4-1 1 0,1-3-1 16,0 1 17 0,-2-1 0-16,-1 3-18 0,4 0-1 0,-1 1-16 0,0-1 4 15,3 0 10-15,-3 0-27 0,4 3-15 16,-4-2 18-16,2 1 23 0,-3 2-10 15,-2-3 13-15,0 0 0 16,-2 0 1-16,0 0 18 0,-2-4 7 16,2-1-23-16,-2 0 13 0,2 1-14 15,2-2 13-15,0 0-15 0,-1 1-13 16,2-1-15-16,1 1 6 0,0 1 21 0,-1 1-42 16,3-1-18-16,-1 4 45 0,0-2-6 15,-2 0 3-15,1 0 19 0,-3 1 16 0,0 0 25 16,0 2 29-16,-4-1-38 0,0 3-32 15,0-1 3-15,-3-1-3 0,0 1-16 16,0-2 15-16,0 1 1 0,-3 1 0 0,-1 0-60 16,-1 1 38-16,1 2 3 0,-1 3-10 15,0-2 29-15,2-1 0 0,0-2 0 16,0-1 0-16,-1-6-26 0,3-4-2 0,-1-10 28 31,2-7 10-31,0-5-10 0,0-3-38 16,0-4-51-16,0 0-52 0,0-2-36 0,0-1-10 15,2 1-104-15,-1 0-124 0,-1-2-69 16,0 0-34-16,0 3 13 0,0 0 195 16,0 1 304-16,-6 0 6 0,2 1 88 15,-7-2-88-15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8:57.020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11621 14995 258 0,'0'0'179'16,"0"0"-146"-16,0 0 77 0,0 0 513 0,0 0-187 0,0 0-179 15,-4 76-92-15,4-60-6 0,1 5 6 16,2-2-81-16,0 1-55 0,2 1-13 16,1 1 36-16,-3-1 39 0,3 1-21 15,0-1-25-15,2-4-12 0,0-2 44 0,-1-3 29 16,0-2 19-16,2-2-29 0,-1-1-39 15,0-3 23 1,2-2 47-16,1-1-35 0,-1-1-60 16,4-1-7-16,1-5-3 0,4-5 16 15,1-2-6-15,6-3-16 0,1-1-16 16,4-3 50-16,0-4-50 0,2-7-41 0,4-1-111 16,3-7-45-16,0-4-64 0,2-4-79 15,0-4-274-15,-11 10-357 0,4-21-44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8:58.168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9743 16312 668 0,'0'0'0'15,"0"0"-238"-15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04.950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4633 11228 525 0,'0'0'183'15,"0"0"-7"-15,106-31 104 0,-51 16-13 16,6-2-46-16,2-4-42 0,5 3-40 15,1-1-54-15,2-1 25 0,4-2-10 16,-2 3 20-16,2-1-78 0,0-1-41 16,0 2-1-16,-3 1-26 0,3-1 10 15,3 1-26-15,0-1 16 0,2 1-51 0,2-1 41 0,-1 0 20 0,1 0 16 16,-4 1 29-16,-2 3-27 0,-5 1 56 16,-6 4-54-16,-4-1-4 0,-1 2 0 15,-1 2-4-15,0 1 1 0,-3 0 0 16,1 3-46-16,-3-1-51 0,-6 3-17 15,-4 0-22-15,-6 1 48 0,-8 0-33 16,-9 0-45-16,-6 0 45 16,-6 0 46-16,-6-1-82 0,-3-4-446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05.326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6610 10451 1679 0,'0'0'231'16,"0"0"-59"-16,0 0 9 0,0 0 30 15,101 0-50 1,-68 0-93-16,0 0-46 0,3 0 10 15,4 2 7-15,4 2 19 0,1 0 0 16,5 3-23-16,0 0 13 0,1 5-22 0,-1 0-6 16,-6 5-20-16,-6 2-13 0,-6 0 13 15,-6 3 24-15,-7 1-8 0,-2-1 42 16,-5 1-55-16,-2 2 10 0,-2-1-26 16,-2 1 3-16,-3 2 10 0,-3-1 19 0,0 2-18 15,-7-1 19-15,-7 0 21 0,-1 0-19 0,-5 1-22 16,-2 0 16-16,-1 0-16 0,-1 1-29 15,-4 0-86 1,-2 0-43-16,1-2-60 0,-1 1 11 0,1-8-90 0,5-2-70 16,8-6-124-1,2-6-311-15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05.992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8100 10657 1618 0,'0'0'264'16,"0"0"-89"-16,0 0 3 0,0 0-3 0,0 0-59 16,0 0 7-16,0 0 48 0,92-48-8 15,-52 39-25-15,8-4-10 0,7-2-13 0,7 2-52 0,9-2-24 16,8-1-27-16,6-1 0 0,10-4-11 16,3 0-2-16,4-2 0 0,2-1-37 15,1-1 3-15,-1 2 13 0,-3-1-7 31,-2-1-3-31,-5 1-51 0,-6 4 13 0,-4-4-26 0,-7 2 29 0,-6 3 6 16,-6 2 40-16,-10 0 21 16,-9 4 0-16,-7 6-22 0,-13 1 9 15,-6 1-3-15,-6 5-45 0,-4-1-55 0,-7 1-36 0,0 0-97 16,-3-1-146-16,0 1-164 0,0-5-571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06.270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9971 9987 1439 0,'0'0'228'16,"0"0"-72"-16,0 0 65 0,0 0 148 0,0 0-101 15,99-55-68 1,-66 47-62-16,5 2-64 0,4 4-23 0,0 2-23 15,-2 2-5-15,3 6 2 0,-1 5 14 16,-3 2-20-16,1 5-3 0,-4 0 35 16,-3 5-26-16,-1 2-22 0,-2 1 10 15,-4 1-13-15,-8 2-16 0,-6 3 4 16,-9 2 9-16,-3 3 3 0,-18 0-38 16,-7 4-61-16,-6 0-77 0,-7-1 19 0,-2-2 54 0,-5 0 32 15,0-2-55-15,11-9-433 0,-23 8-1014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08.539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4322 13339 1903 0,'0'0'302'0,"0"0"-117"0,0 0-79 0,0 0 33 0,0 0 25 15,0 0-9-15,0 0-37 0,0 0-72 16,0 0-44-16,0 0 38 0,0 0 91 15,24 70-4-15,-4-32 22 0,1 11-92 16,2 7 0-16,-2 8-6 0,2 9-22 16,-1 3-27-16,2 5 18 0,-1 1-20 15,-1 1-18-15,-3 0-4 16,-1 0-19-16,-6 0-16 0,-1-2 35 0,-5-2 22 16,-3-10 16-16,-3-6 12 0,0-16-24 15,0-10-4-15,1-9 0 0,1-8-35 0,1-5-35 16,-3-3-44-16,0-5-23 0,0-2-90 15,0-3-187-15,0-2-107 0,-10-7-462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08.793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4283 14430 2579 0,'0'0'222'0,"0"0"-222"0,0 0-103 16,0 0-3-16,0 0 106 0,0 0 119 15,24 92 13-15,-5-53-3 0,4 2-91 16,1 4 4-16,2 1-16 0,0 0 9 16,-2-1-3-16,-2 0 3 0,0-3 0 15,-2-3 13-15,-1-2 57 0,-3-4 57 16,-5-8-10-16,0-6-86 0,-2-7-40 0,0-8-7 16,1-4-19-16,3-4-26 0,3-10 26 0,6-8 44 15,4-12-12-15,5-10-32 0,2-7-19 16,5-5-113-1,2 2-116-15,1 5-218 0,-11 16-680 16,6-3-363-16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09.457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5800 17124 329 0,'0'0'2295'15,"0"0"-1963"-15,0 0-201 0,0 0-9 16,-89 14 75-16,82-12 0 0,2-2-26 15,5 0-39-15,0 0-38 0,0-2-91 16,11 0-3-16,4-1-25 16,10-1 25-16,8-2 89 0,10-3-17 0,9-3-38 15,7-3 0-15,6-4-34 0,6-1-3 16,3-4 3-16,0-2 0 0,5-1-9 0,1-1 9 16,-1 3 23-16,-1 2-23 0,-5 4 0 15,-2 4-4-15,-6 3-20 0,-8 1-26 16,-7 4 31-16,-6 2-63 0,-11 2-47 15,-6 1-66-15,-9 0 5 0,-5 1-17 16,-9 0-87-16,-4-4 143 0,0-1 90 16,-6-4-158-16,0 0-250 0,-8-15-308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09.690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6789 16484 2206 0,'0'0'614'15,"0"0"-343"-15,0 0-271 16,0 0 0-16,0 0 77 0,0 0 61 16,0 0 2-16,98-1-39 0,-67-1-25 15,5 1-35-15,2 0-6 0,1 1-22 0,0 0-13 16,-5 0 1-16,-2 1 18 0,-3 7-19 16,-9 4-64-16,-4 5 45 0,-9 4 4 15,-7 8 15-15,0 4 41 0,-12 6-22 16,-2 1-19-16,-5 1-11 0,-1 0 11 15,2-1 0-15,0-1-44 0,1-2-13 16,4-2-41-16,0-4-116 0,3-1-128 16,3-8-106-16,2-5-194 0,-3-3 14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10.375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9266 16687 434 0,'0'0'1182'15,"0"0"-759"-15,0 0-154 0,0 0-46 16,0 0-14-16,0 0-6 0,0 0-46 0,0 0-42 0,0 0-38 15,0 0-14-15,0 0 23 0,65 2-9 16,-36-6-5-16,4-2-18 0,5-2-25 16,3-4 31-16,4 1-45 0,7-2 42 15,1-3-54-15,9 1-1 0,3-5 11 16,3-2-11-16,4 1-2 0,0-2 0 16,7 0-2-1,-1 1 1-15,0 3-11 0,2-1 3 0,1 4 9 16,1-1 88-16,2-3-61 0,-2 2-26 15,0-1 11-15,-1 1 16 0,-5 4-28 16,-5 1-28-16,-8 1 3 0,-5 2-26 16,-8 0-75-16,-8-1 9 0,-9 3-32 15,-7-2-3-15,-9 3-14 0,-8 0 2 0,-7 1 33 16,-2 0 53-16,-12-1 20 0,-5 1-61 16,-9-1-149-16,7 1-433 0,-21-3-683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49:10.617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10912 16068 2058 0,'0'0'230'0,"0"0"-139"16,0 0 22-16,0 0 138 0,92 25-22 15,-69-14-34-15,2-2-32 0,-1 3-36 0,1 0-9 16,2-1-1-16,-1 3-57 0,0 1-4 15,-3 0-56-15,-6 2 0 0,1 0-2 16,-7 0-39-16,-5 2 19 0,-2 0-16 16,-4 4-22-16,-10 2 3 0,-7 2-22 0,-9 4-4 0,-6 4 39 15,-5-2 9-15,-6 2 19 0,-4 1-86 16,-4 0-96-16,10-6-421 0,-29 11-583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37:52.392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2266 3331 1881 0,'0'0'1135'0,"0"0"-806"0,0 0-243 0,0 0-13 0,0 0 85 16,0 0 135-16,0 0-51 0,0 0-71 0,0 0-13 15,41-66 11-15,-28 35-9 0,3-7-4 16,-2-4 43-16,2-5-62 0,0-6-74 16,0-7-26-16,-2-7-37 0,0-6-11 15,-1-5-6-15,3-4 15 0,-3-5 2 16,3-3-33-16,3 0 9 15,-1 1-4-15,4 1-17 0,-3 4-19 16,2 4 33-16,-3 6 7 0,2 6 22 16,-3 1-19-16,-1 7-43 0,-2 2 8 15,0 6 1-15,-3 3 3 0,-1 10 28 0,0 3 12 16,-2 8 11-16,0 6-24 0,-4 6 25 16,1 5 2-16,-1 3-2 0,-2 4 0 15,-1 0-15-15,0 4-7 0,1 0-5 0,-2 0-1 16,0 0-6-16,3 4-15 0,0-2-6 15,4 7 55-15,0 2 9 0,6 7 22 16,1 6 9-16,1 7-16 0,0 7-11 0,0 9 11 16,-2 3-12-16,0 8-9 0,-3-2 25 15,1 4-26-15,1 2 26 0,2 2 27 16,1 7 3 0,5 5 9-16,2 5-5 0,-2 5-49 15,3 1-13-15,-4 3 0 0,-2 0 0 16,2-1-9-16,-3-3 9 0,-1-8 0 15,-2-5-1-15,3-13 0 0,-1-10-13 0,-2-9 14 16,1-10 0-16,-1-6-3 0,-2-6-9 0,-2-5-3 0,-1-5 12 16,-4-4 0-16,0-1 2 15,-4-2-1-15,0-2-20 0,0 0-36 16,0 0-18-16,-7-2-13 0,-8-3-41 0,-6-10-145 16,-8-2-203-16,-6-6-248 0,7 5-395 15,-20-16-174-15</inkml:trace>
  <inkml:trace contextRef="#ctx0" brushRef="#br0" timeOffset="231.627">2464 2694 2865 0,'0'0'639'0,"0"0"-285"0,0 0-99 16,0 0 31-1,0 0-48-15,0 0-130 0,0 0-62 16,0 0 0-16,0 0 46 0,114 0 6 16,-70-4-16-16,4 0-39 0,-2-1-41 15,-1-2-2-15,-5 2-26 0,-2-2-13 0,-1 2-16 16,0-2-62-16,-2 1-107 0,3 0-153 16,-13 0-568-16,16-2-995 0</inkml:trace>
  <inkml:trace contextRef="#ctx0" brushRef="#br0" timeOffset="623.575">3457 2614 2966 0,'0'0'1536'0,"0"0"-1508"0,0 0 49 0,0 0-6 15,0 0 227-15,3 94 1 0,4-57-117 0,-1 5-73 16,-1-4-39-16,4-2-19 0,1-1-28 15,0-7-23-15,-1-4-36 0,4-8-3 16,-5-4-1-16,1-3-23 0,0-6-31 16,4-3-1-16,-3 0-20 0,4-3 23 15,2-9 35-15,0-4 8 0,0-7 15 16,1-4 6-16,-2-3 4 0,-3-3 12 16,-1-4 9-16,-6 1 1 15,0 3 4-15,-1 2 17 0,-1 5 33 16,0 7-51-16,-2 7 0 0,1 7 57 15,-2 4-18-15,1 1-10 0,2 6-8 16,6 8 45-16,-1 7 15 0,5 8-9 0,-1 8 27 0,2 2-6 0,-2 3-39 31,-3-4-31-31,0-6-24 0,0-7-1 16,0-4-17-16,1-9 3 0,0-5-31 0,3-5-72 16,4-2-31-16,2-6-22 0,4-11-6 0,3-9-158 15,4-10-366-15,-10 5-755 0,11-28-970 16</inkml:trace>
  <inkml:trace contextRef="#ctx0" brushRef="#br0" timeOffset="853.823">4167 1915 1964 0,'0'0'977'0,"0"0"-632"0,0 0 96 0,22 86 40 16,-10-39-19-16,2 7-125 15,-1 10-78-15,3 7-34 0,-5 5-61 16,1 5-52-16,-5 0-46 0,-3-2-56 0,1-4-10 15,-1-8-15-15,2-11-6 0,5-13 19 32,-2-8-25-32,3-11-18 0,2-5 14 15,-4-8 4-15,3-4-36 0,-3-3-28 16,-3-4-52-16,1-3-21 0,-4-7-13 0,-4-8-130 16,-4-5-331-16,-4 1-623 0,-23-17-623 0</inkml:trace>
  <inkml:trace contextRef="#ctx0" brushRef="#br0" timeOffset="1011.379">4009 2508 2970 0,'0'0'580'0,"0"0"-286"0,0 0-26 0,0 0 105 16,0 0-90-16,0 0-93 0,0 0-16 15,0 0 18-15,79-9-61 0,-40 4-55 16,3-4-22-16,8-3-39 0,3-4-15 16,4-1-54-16,-2-2-7 0,1 2-21 0,-2-1-131 15,1 3-166-15,-16 1-575 0,13-5-1231 0</inkml:trace>
  <inkml:trace contextRef="#ctx0" brushRef="#br0" timeOffset="1454.858">5143 1977 3182 0,'0'0'559'16,"0"0"-417"-16,0 0-29 0,0 0 69 16,0 0 45-16,-39 85-48 0,26-38 0 15,3 13-7-15,6 10 20 0,2 10 6 16,2 3-67-16,3 7-55 0,6 0-43 15,5-3-15-15,1-4-18 0,3-10-24 0,4-10-21 0,3-9 11 16,3-13-36-16,6-8-66 0,3-11-78 16,6-12-43-16,3-6-215 0,-8-4-289 15,17-21-799-15</inkml:trace>
  <inkml:trace contextRef="#ctx0" brushRef="#br0" timeOffset="1873.077">5761 1981 3421 0,'0'0'572'15,"0"0"-259"-15,0 0-69 0,0 0 162 16,0 0-104-16,0 0-171 0,0 0-70 16,124-35 36-16,-63 22-27 0,7-1-43 15,5 2-10-15,2 1-17 0,3 2-24 16,1 4 0-16,2 0-13 0,-2 3-8 0,-6 2-7 15,-9 1-9-15,-13 6 1 0,-11 4-22 0,-15 3-16 16,-10 5 19-16,-12 4 18 0,-6 4 24 16,-18 9 19-16,-14 6 18 0,-10 5 0 15,-11 8-1-15,-8 3 1 0,-3 4 0 16,-5 2 0-16,1-1 3 0,2 2 0 0,1-4 49 16,9-2 36-16,6-4-27 0,11-8-36 15,10-6 11-15,11-7-8 0,9-6-4 16,8-5-6-16,4-3 25 0,13-4 14 0,7 1-5 15,9-3-3-15,11-2 20 0,6-1 10 16,9-2 0-16,7-4 2 0,3-3-56 16,3-2-23-16,-2-2-2 0,0-5-13 15,-7-4-8-15,-2-1-27 0,-7-2-6 16,-1-3-25 0,-6-2-36-16,-2-3-40 0,-3-2-22 0,-5 0-67 15,-2 1-223-15,-12 3-578 0,2-6-689 0</inkml:trace>
  <inkml:trace contextRef="#ctx0" brushRef="#br0" timeOffset="2123.703">6975 2014 2824 0,'0'0'614'15,"0"0"-553"-15,0 0-39 16,0 0 227-16,0 0 151 0,0 0-114 0,0 0-150 15,-58 68-87-15,32-31 3 0,-3 2 22 16,-4 9 12-16,-3 4-19 0,-4 7-5 16,-5 1-10-16,-4 4-6 0,-5 3-31 15,-3 2-13-15,2-4-2 0,-1-2-13 16,6-5-27-16,5-7-79 0,5-5-32 0,4-6-33 16,7-8-42-16,6-4-125 0,6-9-150 15,6-4-535-15,8-5-720 0</inkml:trace>
  <inkml:trace contextRef="#ctx0" brushRef="#br0" timeOffset="2540.316">7175 2728 2191 0,'0'0'794'0,"0"0"-379"0,0 0 9 0,0 0-16 16,0 0-14-16,-7 95-90 0,-2-58-66 15,2 3-55-15,-2 2-29 0,1-1 34 16,-2-3-34-16,1-2-75 0,5-6-37 16,1-6-24-16,1-9-16 0,2-3-2 15,0-6-51-15,0-2-21 0,3-4-28 16,3 0 12-16,1-4 15 0,6-5 22 15,2-5 18-15,3-6-7 0,1-5 19 0,3-5-6 16,-1-2-13-16,0-3-5 0,2 2 41 16,-2 6 4-16,1 2 2 0,-2 7 0 0,0 6-2 0,0 5-20 15,-1 6 20-15,0 1 34 16,-2 8 14-16,2 5 7 0,-1 6-6 0,-3 4-10 16,1 2-9-16,-5 0 4 0,-2 2-4 15,1-2-6-15,-6 0-23 0,-1-1-1 16,-3-4-67-1,2-3-75-15,-1-5-22 0,0-4-49 16,1-3-143-16,2-5-390 0,1-3-942 0</inkml:trace>
  <inkml:trace contextRef="#ctx0" brushRef="#br0" timeOffset="2840.479">7922 1920 473 0,'0'0'2693'0,"0"0"-2033"0,0 0-267 0,102 53 16 15,-66-21-41-15,-3 4-157 0,2 5-90 16,-4 4-30-16,-2 4-12 0,0 2 3 16,-2 3-15-16,-3 0-28 0,-3 2-24 15,-7-1-14-15,-5 3-1 0,-7 3-15 16,-2-2-18-16,-12 2-22 0,-7-2 13 0,-1-4 15 15,-2-2 12-15,-4-9-7 0,2-4-2 16,-2-7-15-16,0-6-31 0,-4-2-82 0,3-5-90 16,2-3-176-16,-1-5-268 0,10-6-659 15,0-6-1031-15</inkml:trace>
  <inkml:trace contextRef="#ctx0" brushRef="#br0" timeOffset="129249.781">9265 2300 2088 0,'0'0'1373'16,"0"0"-1072"-16,0 0-125 0,0 0 76 0,0 0 5 0,0 0-53 0,0 0-50 15,0 0-4-15,0 0-18 0,13-1-50 16,-3-2 0-16,3 2 6 0,5 0-9 31,1-1-9-31,3-1-30 0,2 2-37 0,4 1 15 16,2 0-15-16,3 0-3 0,5 0 3 16,5 0 24-16,6 0-12 0,4 0 1 15,7 1-4-15,7 1-9 0,4-2 9 0,4 0-12 0,5 0 12 16,2-2-9-16,5 1-3 0,1-3-1 15,3 2-20-15,-2-1 20 0,0 1-14 16,-2 1-13-16,-4 1 4 0,-2 0-3 0,-2 0-13 16,-1 5-5-16,-2 0 5 0,0 3 19 15,-3 0-18-15,-7 0-25 16,-7 1-9-16,-10-2 3 0,-7 0 18 16,-7-2-3-16,-7 1-31 0,-7-2-86 0,-3-2-154 15,-2 0-199-15,-6 1-469 0,-8-3-544 0</inkml:trace>
  <inkml:trace contextRef="#ctx0" brushRef="#br0" timeOffset="129851.015">9446 2654 1573 0,'0'0'995'0,"0"0"-317"0,0 0-297 0,0 0-131 16,0 0 88-16,0 0-52 0,0 0-67 16,0 0-50-16,0 0-35 15,0 0-27-15,0 0 24 0,-29-10-3 16,34 10-78-16,4 0-50 0,2 0 0 0,2 0 27 15,7 1 34-15,3 2-22 0,8 0-6 16,6 0-2-16,5 0 5 0,8 0 9 16,4 0 19-16,5 0-25 0,3-2-36 15,4 1 15-15,9-2-15 0,3 2 9 16,10-2-12-16,5 0 3 0,5 2 15 0,7-1-16 16,1-1-2-16,0 2 0 0,-3-1-18 15,-4-1 3-15,-4 1 14 0,-10 0-10 0,-6 2 11 16,-12-2 0-16,-10 2-3 0,-10 0-12 15,-10-2-3-15,-7 1-6 0,-8 1-9 16,-8-3 2-16,-5 1-2 0,-5-1-9 16,-2 0 14-1,-2 0 13-15,0 0-12 0,0 0-43 0,-5 0-24 16,-2 0-40-16,-3 2-67 0,-3 0-197 16,3 0-359-16,-18 4-798 0</inkml:trace>
  <inkml:trace contextRef="#ctx0" brushRef="#br0" timeOffset="131007.382">12847 1919 992 0,'0'0'297'16,"0"0"1445"-16,0 0-1210 0,0 0-157 0,0 0 20 15,0 0-52-15,0 0-55 0,0 0-56 16,0 0-49-16,0 0-37 0,15-4 14 0,-5 3-66 16,6 0-18-16,7-1-7 0,7 2 0 15,9-1 7-15,7-1-13 0,6-1 40 16,0-3-37-16,7 1-21 0,2-2-21 16,2-1-22-1,7 0-2-15,3-2 1 0,5 1 0 0,4-1 0 0,-2 1 2 0,-6 2-3 16,-11 5-11-16,-11 2-25 0,-12 0-21 15,-11 3-15-15,-7 7 5 0,-11-1 28 16,-3 6 12-16,-8 0-6 0,0 3-3 16,-12 2 8-16,-8 4 7 0,-5 2 6 15,-9 6 0-15,-4 2 3 16,-6 3-24-16,-7 4-16 0,-6 0-14 0,-4 4-13 16,-4 3 22-16,-4 2-22 0,-2 2 18 15,-2-1 19-15,4-1 42 0,-1 0 15 16,6-1 12-16,2-4 7 0,4-1 5 15,5 0-6-15,2-4 37 0,8-5-34 16,4 0-15-16,7-6 19 0,5-4-1 16,7-8 0-16,10-4 7 15,5-5-1-15,4-3-12 0,1-4-15 16,4 2-16-16,8-2 23 0,5 2 17 16,5 0 3-16,5 0 0 0,7 0-9 15,4-2-2-15,4-1-4 0,5 0 3 0,1-1-3 16,5-4-3-16,5-2-3 0,2 0-6 0,5-2 3 0,0 1-21 15,-1 1-2 1,-1 1-12-16,-1 0 14 0,-1 1 0 0,-7-1 0 16,-3 1-18-16,-4 2-6 0,-6-1-3 15,-5-2-15-15,-6 0-25 0,-5 1-29 16,-4-3-16-16,-2 0-5 0,-5 0-16 0,-3-3-61 16,-2-1-80-16,-4 1-141 0,-2-5-162 15,-3 0-201-15,0-2-727 0,-6 3-214 16,-10-11 1449-16</inkml:trace>
  <inkml:trace contextRef="#ctx0" brushRef="#br0" timeOffset="131315.777">14030 1945 562 0,'0'0'430'0,"0"0"1082"16,0 0-1045-16,0 0-131 0,0 0-22 16,0 0-2-16,0 0-54 0,-70 88-44 0,50-57-44 15,-5 1-37-15,-2 4-35 0,-5 1-18 16,-5 2-25-16,-5 3 3 0,-6 3-27 16,-5 1-31-16,-4 2-22 0,-5-2 7 15,-3 1 9 1,0-4 4-16,-2 1-14 0,1-1 14 0,1-4-28 15,3 0-19 1,9-4 18-16,9-8-46 0,10-4-80 0,12-4-34 16,5-9-30-16,10-3-52 0,3-5-83 0,4-2-289 0,0 0-855 15,7-5 252-15</inkml:trace>
  <inkml:trace contextRef="#ctx0" brushRef="#br0" timeOffset="138001.721">14306 2614 2206 0,'0'0'736'15,"0"0"-209"-15,0 0-255 0,0 0-11 16,0 0 40-16,0 0-50 0,0 0-64 15,0 0-33 1,0 0 17-16,0 0-12 0,40 19-53 16,-34 2-15-16,-3 8-45 0,-3 5-7 15,0 6-39-15,-6 4-2 16,-3 3-16-16,-2 1-9 0,-1 0 9 0,1-7 15 16,-1-5-22-16,5-11 24 0,3-5-1 15,1-8-22-15,3-3 9 0,0-2 13 0,0-7 0 16,0 0 1-16,0 0 1 0,0 0 2 0,4-7-2 15,5-7-2-15,4-7-1 0,3-5-19 16,4-8-2-16,-1-1-9 0,2-1 14 16,1 3 4-16,-2 3 14 0,2 1-2 0,-1 1-9 31,0 3 12-31,-1 1 0 0,-2 4 2 0,-2 2 10 16,0 6-11-16,-6 1 11 0,-3 6 19 15,-1 2-19-15,0 3-10 0,-2 0 1 16,-1 0 0-16,4 3-1 0,-2 6 22 15,1 5 4-15,2 5-4 0,-4 5 3 16,2 7-8-16,-3 6 2 0,0 4-9 0,1 5-9 16,-1-1 18-16,1 1-4 0,-1-4-17 15,2-5-4-15,-1-6-26 0,0-4-6 16,1-8-1-16,-1-2-5 0,4-4-34 0,-2-6-83 16,-1-2-122-16,1 0-45 0,-1-4-100 15,4-1-107-15,-5 0-228 0,3-13-835 0</inkml:trace>
  <inkml:trace contextRef="#ctx0" brushRef="#br0" timeOffset="138416.714">14534 1288 2141 0,'0'0'1288'15,"0"0"-962"-15,0 0-213 0,0 0 35 0,0 0 9 16,0 0-29-16,0 0 76 0,0 0-80 16,59 73-20-16,-38-46-36 0,1 2 27 15,5 5-37-15,-1 2 6 0,2 1-51 16,-3 4-12-16,-3 2-1 0,0 0 12 16,-4 0 2-16,0-2-14 0,-2-3-18 15,-3-3 6-15,-1-2-13 0,-1-8-24 0,0-4-6 16,1-7-37-16,-2-4-86 15,0-6-33-15,3-3-72 0,-3-1-138 0,0-6-219 16,7-15-618-16</inkml:trace>
  <inkml:trace contextRef="#ctx0" brushRef="#br0" timeOffset="138701.898">15220 1339 2255 0,'0'0'500'15,"0"0"-185"-15,0 0 17 0,0 0 76 16,0 0-90-16,0 0-118 0,0 0-92 16,0 0-46-16,0 0-16 0,-94 41 1 15,56-13-8-15,-4 9-38 0,-3 6-1 16,-6 3 1-16,1 3 9 0,-4 2-10 16,1 1-2-16,2 0 2 0,0-2 15 15,3-3 22-15,3-5-6 0,6-4-31 0,5-3 0 16,3-5-18-16,9-6-4 0,2-4-18 15,6-3-28-15,3-6-9 0,5-3-35 16,3-2 1-16,3-3-45 0,0-2-74 0,0-1-10 16,3 0 3-16,0 0-25 0,4 0-113 15,-1 0-262-15,1-4-714 0</inkml:trace>
  <inkml:trace contextRef="#ctx0" brushRef="#br0" timeOffset="139135.004">15936 2331 3123 0,'0'0'639'0,"0"0"-321"16,0 0-37-16,0 0-62 0,0 0-65 15,0 0 6-15,0 0 8 0,0 0-12 0,106 10-32 16,-64-7-14-16,4-2-16 16,4-1-34-16,-2 0-11 0,1-1-19 15,0-5-18-15,-1-1-12 0,-3-1-1 16,-1-1-62-16,-5 2-13 0,-4-1-64 16,-6 0-69-16,-8 3-115 0,-6 2-95 15,-11 3-213-15,-4 0-390 0,0 3-194 0,-23 11-138 16</inkml:trace>
  <inkml:trace contextRef="#ctx0" brushRef="#br0" timeOffset="139288.448">16130 2488 2125 0,'0'0'511'0,"0"0"-141"15,0 0-28-15,0 0-12 0,0 0-53 16,0 0-38-16,0 0-47 0,0 0-68 16,0 0-16-16,0 0 12 0,0 0 16 0,39 69-2 15,-6-62-39-15,5-1-34 0,2 0-45 16,-1-3-16-16,2 2-43 0,2 5-48 0,-3-2-77 15,2 4-217-15,-9-3-281 0,16 4-917 0</inkml:trace>
  <inkml:trace contextRef="#ctx0" brushRef="#br0" timeOffset="139988.127">17933 1646 2183 0,'0'0'501'0,"0"0"-173"0,0 0-88 0,0 0 59 15,0 0-2-15,0 0-45 0,12-69-56 16,-12 63-59-16,0 1-54 0,0 2-18 16,0 1-12-16,0 2-35 0,0 0 0 0,0 0-18 15,0 0-16-15,-5 5-30 0,-5 6 18 16,-3 8 27-16,-5 11 1 0,-1 6 2 0,-6 11 26 16,-1 8 18-16,1 8-3 0,-4 6 10 15,-1 6-16-15,-1 0-7 0,0-1 22 16,2-3-21-16,1-8 101 0,8-4-56 0,1-10-30 15,6-9-25-15,3-10-9 0,6-8 0 16,4-6-12-16,0-7-30 0,7-5-31 16,5 0-46-16,1-4 34 0,2 0 18 15,3-2-16-15,-1-3 3 0,1-1-5 16,-1 1 2-16,-3 0 12 0,-1 4 22 16,2 1 6-16,-1 0 3 15,0 10 28-15,2 2 16 0,0 6 67 16,1 3 0-16,-4 4-12 0,2 3 0 15,-2 5-4-15,-1 2 7 0,-1 3 6 16,-1 5-16-16,-3 1-12 0,0 2-3 16,-4 3 2-16,1-1-31 0,-1-1-20 15,0-3-25-15,-1-3 1 0,1-4-34 0,0-2 12 16,-2-6-21-16,4-2-83 0,-3-4-90 0,2-4-175 16,-1-7-339-16,3-5-722 0</inkml:trace>
  <inkml:trace contextRef="#ctx0" brushRef="#br0" timeOffset="143054.357">18783 2132 548 0,'0'0'101'16,"0"0"-85"-16,0 0-16 0,0 0 385 0,0 0 276 0,0 0-239 15,0 0-150 1,0 0-24-16,0 0 7 0,0 0-31 0,11-11-20 0,-11 11-19 16,0 0-17-16,0 0-39 0,0 0-32 15,0 0-25-15,0 0-9 0,0 0-9 0,0 0 2 16,0 0-15-16,0 0-10 0,0 0-9 0,0 0-19 16,0 0 13-16,0 0-4 0,0 0-9 15,0 0 16-15,0 0-16 0,0 0 9 16,0 0 1-16,0 0-10 0,0 0 9 15,0 0-9-15,0 0 13 0,0 0-13 16,0 0 0-16,0 0 0 0,0 0 10 0,0 0-11 16,0 0 0-16,0 0 1 0,0 0 9 15,0 0-9-15,0 0 0 0,0 0 10 16,0 0-13-16,0 0 2 0,0 0-2 0,0 0 0 16,0 0 0-16,0 0-1 0,0 0 1 15,0 0-13-15,0 0 1 0,0 0 12 16,0 0-1-1,0 0-1-15,0 0-1 0,0 0-16 16,0 0 17-16,0 0-1 0,0 0 3 16,0 0-2-16,0 0-10 0,0 0-10 0,0 0 3 15,0 0 4-15,0 0 2 0,0 0 13 16,0 0 1-16,0 0-1 0,0 0 0 16,0 0 0-16,0 0-9 0,0 0 9 15,0 0 11-15,0 0-11 0,0 0-2 0,0 0-1 0,0 0 2 16,0 0 1-16,0 0-1 0,0 0 2 15,0 0 0-15,0 0 1 0,0 0 1 16,0 0 13-16,0 0-13 0,0 0 9 16,0 0 1-16,0 0-12 0,0 0 0 0,0 0-1 15,0 0 3-15,0 0 13 0,0 0-16 16,0 0-1 0,0 0-3-16,0 0-11 0,0 0-7 15,0 0-6-15,0 0-6 0,0 0 9 16,0 0-9-16,0 0-16 0,0 0-16 15,0 0-26-15,-2 0-27 0,2 3-41 16,-3-1-46-16,0-1-68 0,2 2-162 16,-6-3-702-16,23-9-518 0</inkml:trace>
  <inkml:trace contextRef="#ctx0" brushRef="#br0" timeOffset="144615.87">18806 1860 775 0,'0'0'752'0,"0"0"-388"0,0 0-120 0,0 0-105 0,0 0-19 15,0 0 441-15,0 0-229 0,0 0-112 0,0 0-55 16,0 0-33-16,0-15-22 0,0 18-22 16,2 5-18-16,2 7 24 0,1 6 5 15,1 6 13-15,-1 5-16 0,4 6-22 16,-3 5-3-16,-2 5 13 0,-1 2-20 15,-2 2 25-15,-1 4 9 0,0 0-15 16,-3 0-16-16,-4 1-9 16,1-1-28-16,-1-4-21 0,2-4-9 15,0-9-12-15,2-3 11 0,2-8-14 16,1-6 14-16,0-6-20 0,0-1 2 16,0-7 4-16,0-2 12 0,1-1-15 0,-1-4 3 0,0-1 15 15,2 0 0-15,-2 0 0 0,0-4 12 16,0-5-12-16,1-5-25 0,1-8-70 15,1-6 10-15,-1-7 8 0,1-4-6 16,0-1 15-16,1 0 25 0,1 2-18 16,-2 1 27-16,-1 5 21 0,4 2-8 15,-1 4 21-15,1 4 18 0,3 6-2 16,0 1 14-16,1 5-11 0,0 4 0 0,0 1 18 16,1 3-19-16,1 2-15 0,-1 0 6 15,0 0-9 1,2 5-15-16,-3 0 3 0,-4 2-4 15,2 2 13-15,-3 1-22 0,-4 4 7 16,-1 0 17-16,0 2-1 0,-3 1-17 16,-4-1 16-16,-4 3 1 0,0-4 0 0,-3 1-1 15,1-3-19-15,0-1 19 0,-3 0-12 16,3-2-25-16,-1-4 15 0,5 1 6 16,3-3 1-16,2-1 15 0,0 0-1 0,4-2 3 15,0 2-27-15,0-1-34 0,0 5 35 0,5 1 27 16,4 2 53-1,0 3 3-15,7 1 0 0,0 2-6 0,4-1-10 16,0 1-9-16,5-2 2 0,-2 3 17 16,-2-4-13-16,-2-1-20 0,0-1-17 15,-1 0-2-15,-2-4-22 0,0 3-4 0,-3-4-12 0,0-2-7 0,-2 0-61 16,0-3-69-16,-1-1-142 0,-2 0-231 16,-2-1-226-16,1-17-678 0</inkml:trace>
  <inkml:trace contextRef="#ctx0" brushRef="#br0" timeOffset="144946.835">18516 1463 1640 0,'0'0'16'0,"0"0"1192"0,0 0-846 16,0 0-54-16,0 0 2 0,0 0-36 0,0 0-84 16,0 0-41-16,0 0-1 0,0 0-28 15,87 4-19 1,-55-2-21-16,4-2-40 0,0 0-25 15,4 0-5-15,-1 0-10 0,0 0-15 0,1-3-15 16,0 0-10-16,-3-1-9 0,1 1-22 16,-4-1-43-16,-1-2-111 0,-2 2-96 15,-4 2-227-15,-7 0-491 0,4-1-872 0</inkml:trace>
  <inkml:trace contextRef="#ctx0" brushRef="#br0" timeOffset="145517.807">20253 1644 372 0,'0'0'1777'16,"0"0"-1299"-16,0 0-143 0,0 0-34 16,18 79 26-16,-14-48-49 0,2 3-51 15,0 3-43-15,2 4-35 0,0 3-53 16,1 4 76-16,-1 3 25 0,-2 3-90 15,-1 0-27-15,-2 2-16 0,-3 0-10 16,0 3-8-16,0 1-9 16,0 1-10-16,-3 4-12 0,0 0-15 0,2 3-10 15,0-1-11-15,1 0-10 0,0-1 1 16,0-2-10-16,0-4 1 0,4-3-31 16,-1-6-37-16,0-5-10 0,-2-6-9 0,-1-2-15 0,0-6-33 15,0-6-77-15,0-2-177 0,0-6-250 16,0-5-501-16,0-4-376 0,0-6 1232 0</inkml:trace>
  <inkml:trace contextRef="#ctx0" brushRef="#br0" timeOffset="146875.285">21236 2088 957 0,'0'0'82'0,"0"0"35"16,0 0 892-16,0 0-643 0,0 0-86 0,0 0-33 16,0 0 3-16,0 0-31 0,0 0 24 15,0 0-76-15,-20-22-79 0,7 27-9 16,-1 6-4-16,-3 2-6 0,1 6-13 15,-1 5 18-15,2 5 4 16,1 5-1-16,4 4 6 0,1 4-18 16,1 1-19-16,4 2-14 0,0-1-32 15,3-3-37-15,1-1-9 16,0-7-10-16,0-2-2 0,5-5-16 0,5-3-29 16,1-7-43-16,3-3-54 0,3-4-30 15,3-3-111-15,1-3-202 0,-3-2-252 16,10-6-784-16</inkml:trace>
  <inkml:trace contextRef="#ctx0" brushRef="#br0" timeOffset="147492.87">21633 1794 385 0,'0'0'1049'16,"0"0"-802"-16,0 0 321 0,0 0 23 0,0 0-213 15,16 69-34 1,-14-36-60-16,0 5-44 0,-2 8-35 16,0 1-56-16,0 6-47 0,-6 5-62 15,-3 0 34-15,-1 4 9 0,-1-1-24 0,-1-3-28 16,-1-3-31-16,3-8 0 15,0-6-13-15,6-9 1 0,0-7-16 0,2-6 10 16,2-8 18-16,0-4-1 0,0-4-13 16,0-1-11-16,0-2-18 0,2 0 0 0,3-7-4 0,5-5 10 15,3-9 25-15,2-6-28 16,2-4-25-16,2-8 0 0,-3 1 18 0,2-2-2 31,-5 0 49-31,5 4 0 0,-4 4 12 0,2 6-10 0,-2 6 32 16,2 4-33-16,-3 5 36 0,1 3 22 0,-3 4-3 15,-3 3-9 1,1 1-20-16,-3 0-27 0,-2 3-27 16,-1 4 2-16,-2 5 23 0,-1 2 2 0,-3 5 2 0,-8 2-2 15,-5 0-13-15,-1 3 13 0,-3-3-1 16,0-2 0-16,1-1-1 0,0-5 0 16,0-1 1-16,5-1-1 0,2-4-16 0,1-2-4 15,4-2 6-15,4 1-12 16,1-3 1-16,2 3 5 0,0-1 22 0,3 6 53 15,4-1-10-15,4 3-6 0,3 3-3 0,3-2 6 16,3 3 10-16,3 1 8 0,0-2 28 16,2 0-21-16,-1-2-31 0,-1-1-13 15,3-3-21-15,-3 1-18 0,-1-2-22 16,1 0-62-16,-1-6-79 0,-3 2-77 31,-2-3-172-31,0 0-268 0,-5 0-507 0,-2-2-619 16</inkml:trace>
  <inkml:trace contextRef="#ctx0" brushRef="#br0" timeOffset="147777.683">22347 2479 1413 0,'0'0'228'15,"0"0"642"-15,0 0-551 0,0 0-30 16,0 0 11-16,36 67 42 0,-33-40-84 16,-3 1-14-16,0 2-101 0,0-1-75 0,-3 0-52 15,-2-2-16-15,-2-3-44 0,-1-1-18 16,3-4-121-16,0-2-68 0,2-3-153 15,2-7-402-15,-1-4-783 0</inkml:trace>
  <inkml:trace contextRef="#ctx0" brushRef="#br0" timeOffset="148194.47">22774 2282 942 0,'0'0'1792'16,"0"0"-1289"-16,0 0-14 0,0 0-76 15,14 73-41-15,-14-49-64 0,0 1-60 16,0 3-98-16,0-3-77 0,0 0-18 16,0 1-19-16,0-1-36 0,0-4 0 15,-1 1-21-15,0-9 6 0,-1-1 2 16,1-6-8-16,1-1-9 0,0-4-53 15,0-1 19-15,0 0 37 0,0-5 27 16,0-3 0-16,1-7-44 0,6-6-51 16,2-6 7-16,4-4 26 0,-1-2-5 15,0 0 18-15,1 6-10 0,-1 2 28 0,2 6 31 16,-3 4 7-16,1 5-7 0,-4 4-19 0,0 4 19 16,0 2 37-16,1 2-3 0,2 6 3 15,0 5 12-15,4 2 25 0,-4 3 14 16,-3 3-5-16,1-1-16 0,-6 1-27 15,0 1-37-15,-3-2-3 0,0 1-21 16,-1 1-7-16,-5-1-60 0,-2-2-56 0,0-2-41 16,-1-1-31-16,4-7-158 0,0-3-277 15,1-2-334-15,1-8-19 0</inkml:trace>
  <inkml:trace contextRef="#ctx0" brushRef="#br0" timeOffset="148444.579">23218 2238 140 0,'0'0'1054'16,"0"0"-758"-16,0 0 794 0,0 0-601 15,0 0-49-15,0 0-23 0,75 76-122 16,-61-55-78-16,-1 2-53 0,-1 2-26 0,-4 2-39 16,-3 2-35-16,-4 2-12 0,-1 2-12 15,-9 1-13-15,-5 2-27 0,-5-2-1 16,-5 1-14-16,-1-4-19 0,1-2 1 0,2-6 8 15,2-4-14-15,4-7-23 0,6-4-12 0,1-5-2 32,5-3-11-32,1-4-105 0,2-2-311 15,1-13-1061-15</inkml:trace>
  <inkml:trace contextRef="#ctx0" brushRef="#br0" timeOffset="148655.025">23818 2425 1630 0,'0'0'2043'0,"0"0"-1462"0,0 0-105 15,0 0 41-15,77-18-131 0,-57 15-120 0,-1 0-118 16,1-2-73-16,3 4-51 0,1-3-24 0,2 2-51 16,1 1-18-16,0-1-58 15,3 2-39-15,-2 0-40 0,-2 3-53 0,-6 3-171 16,-4 3-104-16,-9 3-199 0,-7 2-75 15,-3-3-315-15,-20 6-166 0</inkml:trace>
  <inkml:trace contextRef="#ctx0" brushRef="#br0" timeOffset="148821.995">23810 2588 375 0,'0'0'78'0,"0"0"89"0,0 0 1408 16,0 0-1077-16,0 0-125 0,0 0-54 15,0 0-18-15,0 0-24 0,0 0 3 16,0 0-45-16,0 0-80 0,0 0-20 15,6 43 15-15,19-42-21 0,3-1-62 16,3 0-67-16,0-3-24 0,1-2-50 0,1 1-79 0,3 3-74 16,4-4-70-16,1 4-132 0,-11 0-287 15,15-3-996-15</inkml:trace>
  <inkml:trace contextRef="#ctx0" brushRef="#br0" timeOffset="149099.557">24635 2098 1068 0,'0'0'173'0,"0"0"1232"16,0 0-907-16,0 0-91 0,2 96-37 15,-3-57 46-15,-3 4-98 0,-1 2-44 16,-2 3-76-16,0-1-79 0,1-2-37 16,0 0-36-16,3-3-25 0,-1 1-19 15,3-3-2-15,1-2-19 0,0-5-18 16,0-3-112-16,5-4-92 0,3-4-44 0,-1-3-108 0,-3-7-556 0,3-6-852 0</inkml:trace>
  <inkml:trace contextRef="#ctx0" brushRef="#br0" timeOffset="149861.946">25290 1627 810 0,'0'0'329'16,"0"0"1460"-16,0 0-1306 0,0 0-132 0,0 0-93 16,0 0 27-16,82-43-75 0,-59 33-71 15,-1-1-56-15,4-1-52 0,3 2-22 16,0-1-9-16,0 4-15 0,-4 1 0 0,-2 5-7 16,-4 1 20-1,-2 0-19-15,-5 7-1 0,-2 2-12 16,-6 3-3-16,-1 4 37 0,-3 1 6 15,-5 8 13-15,-8 5-4 0,-3 7-12 16,-9 4 10-16,-4 8 11 0,-4 5 16 0,-3 2 12 0,2-4-24 31,2-2 18-31,7-5 3 0,2-6-6 16,6-5-12-16,4-4-1 0,3-5-11 0,2-6-7 0,2 0-9 0,1-5-2 16,4-3-1-16,-1-2-22 0,2-1-14 15,0 0-35-15,3-2 1 0,2 1 27 16,4-2 12-16,-1 2 16 0,1 0 12 15,-1 3-10-15,2-1 10 0,-3 4-18 16,-1 1 7-16,-1 4 14 0,-1 2 0 16,1 3 0-16,-3 2 0 15,2 4 12-15,-1-2 9 0,3 3 1 16,1 3-1-16,1 0 1 0,2 2 12 16,0 1-1-16,0 2 26 0,1 1-10 15,0 1-22-15,-3 1-15 0,2-1 31 0,-4 0-6 16,-2-2 5-16,-1-2-11 15,0-1-13-15,-1-3 10 0,-1-3-13 0,-1-4 6 16,0-1-20-16,0-4 11 0,-3 0-11 0,-3-4 12 16,0-2-13-16,-5-2-2 0,1-1 1 0,-5-1 0 15,-2 0-39-15,-4-1-45 0,-3 0-93 16,-6-3-55-16,-2-2-63 0,-5-1-97 16,3-2-175-16,6 1-123 0,-14-4-472 0</inkml:trace>
  <inkml:trace contextRef="#ctx0" brushRef="#br0" timeOffset="150816.153">25384 2257 1246 0,'0'0'215'15,"0"0"-55"-15,0 0-43 0,0 0 382 16,0 0-78-16,0 0-164 0,0 0-77 15,0 0-1-15,0 0 56 0,0 0-42 0,0-6-48 16,-1 6-26-16,1 0-11 0,-2 0-2 16,2 0-3-1,0 0-29-15,-1 0-24 0,1 0-22 16,0 0-25-16,0 0 19 0,0 1 3 16,0-1 5-16,0 0 4 0,0 0-6 15,3 2 6-15,1 1 0 0,3-2 22 16,-1 4 11-16,3-3-24 0,-1 2-9 0,1-2-32 15,-1 1-2-15,1-1-14 0,-2-1-17 16,3 3-70-16,-2-3-54 0,-1 1-34 0,2 0-53 16,0 0-133-16,2 2-203 0,-4-2-227 15,4-2-838-15</inkml:trace>
  <inkml:trace contextRef="#ctx0" brushRef="#br0" timeOffset="151771.447">16360 4110 1007 0,'0'0'30'0,"0"0"1790"0,0 0-1340 16,0 0-23-16,0 0-43 0,0 0-94 0,0 0-117 16,0 0-77-16,0 0-49 0,0 0-4 15,105-18-9-15,-56 17 3 0,4-3-21 16,5-1-46-16,-1 3-12 0,-2-2-43 0,-3 1-15 16,0 3-7-16,-6 0-30 0,-3 0-117 15,-7 0-27-15,-4 0-142 0,-8 0-153 16,-9 6-171-16,-5-3-622 0</inkml:trace>
  <inkml:trace contextRef="#ctx0" brushRef="#br0" timeOffset="151950.661">16509 4378 36 0,'0'0'2467'15,"0"0"-1930"-15,0 0-131 0,0 0-33 16,0 0-74-16,0 0-128 0,78-5-34 15,-37 0-44-15,3 1-44 0,5 1-49 16,0 3-21-16,0 0-31 0,0 0 5 16,3 3-24-16,1 3-59 0,5-1-222 15,-14 0-393-15,23 3-1013 0</inkml:trace>
  <inkml:trace contextRef="#ctx0" brushRef="#br0" timeOffset="152452.565">18274 3935 1661 0,'0'0'204'0,"0"0"-22"0,0 0 0 0,0 0 148 0,0 0 175 15,0 0-49-15,0 0-109 0,0 0-123 16,0 0-68-16,0 0-60 0,-9-54-80 16,-2 65 11-16,-3 9 8 15,-5 4 14-15,-4 7-9 0,-4 6 4 16,-2 4 45-16,0 6 37 0,-1-1-40 0,1-2-12 16,5-3-22-16,4-5-13 0,2-6-2 15,8-8-24-15,3-5-13 0,1-5-24 16,5-6-50-16,1-1-14 0,0-4 14 15,4 0 22-15,2-1-3 0,1 0 9 16,6 0 46 0,1 0 28-16,1 0-25 0,2 0-3 15,1 0-18-15,0 0-10 0,2 4 0 0,-2 5 10 16,0 5-10-16,2 7 14 0,-1 3 14 16,-1 7 18-16,-1 5 38 0,2 4 42 15,-5 4 13-15,2 1 20 0,-6 0-36 16,1 0-15-16,-3 0-10 0,-4 2-28 15,0-3-23-15,-1 2-19 0,-1 0-15 0,-1-3-9 16,-1 1-25-16,0-3-67 0,0 1-37 0,0-5-6 16,0-2-69-16,0-3-220 0,0-9-282 15,5 5-778-15</inkml:trace>
  <inkml:trace contextRef="#ctx0" brushRef="#br0" timeOffset="153887.413">19175 4044 1444 0,'0'0'169'16,"0"0"623"-16,0 0-232 0,0 0-179 15,0 0-108-15,0 0-30 0,0 0-67 16,0 0-38-16,0 0 5 0,0 0 34 16,62 90-29-16,-51-46-37 0,-3 6-31 15,-5 1-7-15,-1 4-12 16,-2 0-2-16,-5-2-38 0,-5 1 31 15,1-4-32-15,-5-4-20 0,4-4-18 16,0-6-13-16,1-9 28 0,2-6-21 16,3-5 12-16,1-6-16 0,1-5 10 15,2-1 2-15,0-4-17 0,0 0-19 16,0 0-19-16,0-6 31 0,2-5-6 16,4-5-43-16,2-5 43 0,5-5-10 0,0-2-15 0,6 2 25 15,-2 4-1-15,3 3 44 0,2 5 3 16,-2 5 15-16,0 4 7 0,-1 3 6 15,-3 2-6-15,-3 3-19 0,-2 3 9 16,-2 4 22-16,-2 1-3 0,0-1 0 16,-5 5 6-16,-2-1 3 0,0 1-9 15,-3 0-13-15,-7-1 4 0,-2 1 2 0,-3 1-24 16,-1-2-1-16,-3 0-20 0,2-2 6 16,-1-2 12-16,2-4-13 0,2-1 13 0,4-4-22 15,0-1 25-15,4 0 7 0,3 0 26 0,3 0 17 16,0 2-10-16,0-2-38 0,0 3 50 15,0-2-52-15,6 4 12 0,3-2-9 16,2 4 28 0,6 2 12-16,1-4 24 0,3 3-40 15,7-1-14-15,3-1 5 0,4 0-18 16,1-2 0-16,0-2-21 0,-1-2-62 0,-2 0-76 16,-3 0-26-16,-1-2-38 0,-3-3-47 15,-4 0-181-15,-6-1-269 0,-4 1-530 16,-6-5-442-16</inkml:trace>
  <inkml:trace contextRef="#ctx0" brushRef="#br0" timeOffset="154157.963">18959 3827 1254 0,'0'0'433'15,"0"0"906"-15,0 0-981 0,0 0-72 16,0 0-16-16,78 18-9 16,-52-13-84-16,6-2-41 0,0 1-24 0,4-4-26 15,1 0-28-15,3 0-58 16,-1-3-24-16,0 0-47 0,3-2-28 0,-2 1-130 15,2 1-165-15,-11-1-386 0,20-2-628 16</inkml:trace>
  <inkml:trace contextRef="#ctx0" brushRef="#br0" timeOffset="155058.222">20694 3871 1687 0,'0'0'493'0,"0"0"66"16,0 0-209-16,0 0-18 0,0 0-53 16,-5 70-18-16,5-33-31 0,0 6-75 0,5 7-37 15,1 7-35-15,2 3-5 0,0 7-35 16,-4 6-33-16,-1 3-10 0,-3 8-27 16,0 1 27-16,-7 1 28 0,-4-3-28 31,0-2 0-31,3-6 0 0,-1-6-12 0,1-5-10 15,2-6-27-15,1-6-4 0,4-7-30 16,-1-7-54-16,2-9-46 0,6-10-167 16,5-9-227-16,1-6-642 0,7-8-730 0</inkml:trace>
  <inkml:trace contextRef="#ctx0" brushRef="#br0" timeOffset="155561.706">21549 4025 95 0,'0'0'2811'15,"0"0"-2140"-15,0 0-425 0,0 0-80 0,85-40-17 16,-46 24 9-16,1 0-52 0,2 1-63 15,1 0-43-15,-4 5-33 0,-3 2 12 0,-1 3-14 0,-5 3-5 0,-2 2-10 16,-4 0 7-16,-4 3-4 0,-5 3-9 31,-3 4 34-31,-1 2 22 0,-4 4 13 0,-1 1-11 0,-2 3 38 16,0 3 26-16,-2 4-13 0,-1 5 12 16,-1 3-6-16,0 5 21 15,0 3-2-15,-1 3 140 0,-8-1-28 0,3 2-95 16,-4-6-52-16,3-1-10 0,-1-7-33 15,3-2-2-15,2-7-22 0,3-3 0 16,0-5-7-16,0-6-52 0,0-3-85 16,0-2-51-16,0-2-75 0,0-3-173 15,-4 0-309-15,-9 0-634 0</inkml:trace>
  <inkml:trace contextRef="#ctx0" brushRef="#br0" timeOffset="155744.845">21576 4326 2636 0,'0'0'753'16,"0"0"-310"-16,0 0-184 0,0 0-66 16,0 0 12-16,104-15-36 0,-65 13-79 15,1 2-50-15,-2 0-25 16,-3-2-15-16,-4 2-43 0,-6 0-40 16,-5 2-62-16,-6 2-156 0,-6 4-151 15,-5 0-286-15,-8 11-753 0</inkml:trace>
  <inkml:trace contextRef="#ctx0" brushRef="#br0" timeOffset="155898.217">21522 4623 2383 0,'0'0'769'0,"0"0"-282"0,0 0-128 0,0 0-18 16,0 0-109-16,81 1 36 0,-40-4-97 16,8-4-107-16,5-2-64 0,3 1-3 15,2-3-61-15,5 1-110 0,-2 1-119 16,-15 3-265-16,16 0-1168 0</inkml:trace>
  <inkml:trace contextRef="#ctx0" brushRef="#br0" timeOffset="158100.743">23023 3813 382 0,'0'0'94'16,"0"0"-52"-16,0 0-42 0,0 0 66 16,0 0 5-16,0 0 555 0,0 0-193 0,0 0-44 0,0 0-104 0,0 0-29 31,-12-49 11-31,12 44 24 0,0-2-14 15,2 0-30-15,1 2-20 0,-1 2-7 16,-1-2-33-16,2 3-33 0,-2-1-30 16,-1 3-47-16,0 0-34 0,0 3-43 15,2 7 15-15,1 11-9 0,2 10 56 0,-2 11 5 16,2 8 53-16,-2 6 50 0,-2 5-54 0,-1 1-43 0,0 2-15 16,-3-5-25-16,-1 1-33 0,-3-4 0 15,-1-4-21-15,0-2 3 0,-1-6-10 16,0-4 16-16,3-9-15 0,0-5 9 15,3-8-10-15,0-7 7 0,1-3-12 16,2-5-22-16,0-3-28 0,0 0 7 0,0 0 9 16,0-3 27-16,3-6 13 0,3-7-1 15,4-7 13-15,2-7-25 0,2-7 0 16,0-2-9-16,0-7-19 0,0 4 34 16,-3 0-18-16,2 5 5 0,-1 7 32 15,0 6-13-15,2 3 25 0,0 8-6 16,2 4 9-16,-3 2 0 0,3 3 1 0,-5 4 11 15,1 0 10 1,-4 0-4-16,-2 7-5 0,-3 0 11 16,-1 4-2-16,-2 0 12 0,0 5 0 15,-8-1 3-15,-3 3-37 0,-2 1-10 0,0-2-24 16,-1-1 0-16,2-2-9 0,2-4 9 16,1-1-3-16,4-3 15 0,2 3 19 15,0-3-19-15,3 1 22 0,0 1 0 16,0 1 34-16,7-1 50 0,0 2 42 0,3-2-46 15,3 2-28-15,-3-3-3 0,5 0 6 16,-1-2-18-16,0 1-16 0,-2-3-5 16,2 0-13-16,-1-2-3 0,3-1-25 15,-3 0-45-15,3-1-117 0,-1-5-63 0,-2-5-126 16,2 0-318-16,-4 0-397 0,7-12-358 0</inkml:trace>
  <inkml:trace contextRef="#ctx0" brushRef="#br0" timeOffset="158280.221">23596 3948 528 0,'0'0'466'16,"0"0"1175"-16,0 0-1159 0,-2 84-125 16,-4-53 0-16,0-2-61 0,-3 2-115 0,1-1-111 15,-2-2-70-15,-3-2-46 0,2 2-35 16,-1-3-88-16,-2-1-111 0,1-6-173 15,-1-6-265-15,5-3-467 0,-6-6-261 0</inkml:trace>
  <inkml:trace contextRef="#ctx0" brushRef="#br0" timeOffset="158548.427">22797 3581 1038 0,'0'0'329'0,"0"0"454"0,0 0 21 0,0 0-287 0,0 0-147 16,0 0-43-16,90-39-100 0,-68 35-82 15,4 0-68-15,5-1-46 0,0 3-31 16,5 2-23-16,5-1-15 0,3 1-14 15,1-3-4-15,3 3-9 0,-1 0-68 16,5-2-63-16,-3 1-167 0,-10 1-411 16,13-1-866-16</inkml:trace>
  <inkml:trace contextRef="#ctx0" brushRef="#br0" timeOffset="160226.378">24751 4128 1365 0,'0'0'270'0,"0"0"-49"0,0 0 872 0,0 0-655 15,0 0-95-15,0 0-57 0,0 0-70 16,0 0-76-16,0 0-90 0,0 0-16 0,-83 14-16 15,52 5-16-15,3 2 17 0,0 0-16 0,5-4 28 16,9-1-10-16,4-4-8 0,4-3-13 16,6 1-14-16,0-1 12 0,6 1-10 15,2 2 11-15,7 4-9 0,4-2 9 16,1-1 1-16,-1 3-16 0,2-5 1 16,-1 3-10-1,-2-4 6-15,-3 2 1 0,-5 0 2 0,-1 0-2 0,-6-2-3 16,-3 3 21-16,0 0 37 0,0 1 7 15,-7 0-32-15,-3 1 10 0,-5 0-4 16,2-1-8-16,-4-2-10 0,3-1-22 16,-4-3 3-16,5-1-2 0,3-2-13 15,0-2-44-15,4 0-21 0,2-3-51 16,1 0-42-16,3 0-92 0,0-4-181 16,3-8-804-16</inkml:trace>
  <inkml:trace contextRef="#ctx0" brushRef="#br0" timeOffset="160403.57">25045 4489 2168 0,'0'0'537'0,"0"0"-107"15,0 0 16-15,0 0-52 0,0 0-112 16,0 0-102-16,0 0-87 0,-42 75-93 0,35-66 0 16,4-3-28-16,1 1-49 0,2-2-47 15,0-3-110-15,0 2-88 0,10-4-119 16,-3 0-120-16,14-7-557 0</inkml:trace>
  <inkml:trace contextRef="#ctx0" brushRef="#br0" timeOffset="160629.243">25550 3954 1418 0,'0'0'1140'16,"0"0"-680"-16,0 0-87 0,-12 86-5 0,4-44-76 15,0 1-44-15,2 5-56 0,2-2-69 16,2 2-55-16,2-5-67 0,0-1-1 16,0-6-55-16,6-4 30 0,0-6-9 15,4-6 31-15,-1-4 3 0,2-6 2 16,0-2-2-16,-2-5-62 0,-1 1-52 16,-2-4-64-16,-2 0-107 15,-4-4-167-15,0-1-300 0,-9-4-731 0</inkml:trace>
  <inkml:trace contextRef="#ctx0" brushRef="#br0" timeOffset="160771.038">25260 4328 1990 0,'0'0'618'0,"0"0"-148"15,0 0-145-15,0 0 42 16,0 0-103-16,0 0-63 0,0 0-76 0,0 0-88 16,0 0-3-16,107-39-34 0,-68 32 0 15,0 1-28-15,0 1-34 0,1 1-53 0,-1 3-252 16,-10 1-443-16,12 0-1178 0</inkml:trace>
  <inkml:trace contextRef="#ctx0" brushRef="#br0" timeOffset="160923.77">26155 4605 3313 0,'0'0'698'16,"0"0"-441"-16,0 0-58 0,0 0-51 0,0 0-131 15,0 0-17-15,0 0-121 0,0 0-89 16,0 0-85-16,0 0-298 0,45 23-986 0</inkml:trace>
  <inkml:trace contextRef="#ctx0" brushRef="#br0" timeOffset="161752.915">22856 5001 1079 0,'0'0'362'15,"0"0"-128"-15,0 0 78 0,0 0 467 16,0 0-317-16,0 0-112 0,0 0-41 16,0 0-36-16,0 0-80 0,0 0-115 15,0 0-44-15,33 22 71 0,-21 15 104 16,-1 6 12-16,-2 7-47 0,0 3-25 0,-7 0-39 15,-2-1-35-15,0-2-35 0,0 0-19 16,-8 0-21-16,-1-4-18 0,-2 0 3 0,-4-7-25 16,2-5 13-16,1-6-6 0,1-7 8 15,1-7-23-15,4-5-22 0,-1-4-28 16,5-4-24-16,-1-1-18 0,1 0 8 16,1-7 12-16,1-8-40 0,0-6 8 15,1-8-38-15,6-8-14 0,3-4-76 0,3-6-2 16,2 4 33-16,2 1 53 0,3 5 196 0,1 8 33 15,2 7 101-15,-3 6-48 0,-4 7 17 16,-1 3 14-16,-4 5-12 0,-3 1-35 16,-1 1-32-1,-2 5 19-15,-4 5 6 0,0 0 25 16,-1 3-35-16,0 2-6 0,-7 3-18 16,-1-1-4-16,-4-1-3 0,0 2 0 15,-3-3 0-15,0-2-9 0,1-3 3 0,2-2-4 16,6-5 19-16,0-3 0 0,4 1 10 0,2-2-13 15,0 0-28-15,0 2-37 0,6 1 37 16,4 2 3-16,3 1 43 0,3 4 7 16,1 0-28-16,3 1-24 0,-1-1 0 15,0 2-1-15,1 0-3 0,1-3-12 16,-2 0-13-16,3-2-16 0,1-1-93 0,1 0-87 16,1-5 16-16,-1-1-281 0,-4 0-666 0,6-1-888 0</inkml:trace>
  <inkml:trace contextRef="#ctx0" brushRef="#br0" timeOffset="162240.045">23676 5009 1888 0,'0'0'713'0,"0"0"-273"0,0 0-47 0,0 0-64 16,7 75-65-16,-7-36-7 0,0 7-21 15,0 4-11-15,-7 2-11 0,-3 2-64 16,-3 0-65-16,-4 1-42 0,0-5-6 16,-3 1-37-16,3-8-2 0,0-7-11 0,7-10 11 15,4-7 0 1,3-10-19-16,1-4 3 0,2-3-7 0,0-2-45 16,0 0 0-16,7-7 6 0,3-4 36 15,6-6-18-15,1-5 3 0,5-4-27 0,2 0 8 16,-1-1-8-16,3 3-51 0,-3 4 38 0,0 6 9 0,-5 3 8 15,-3 5 29-15,-1 5 6 0,-6 1 31 32,-1 0 12-32,-2 4 1 0,-3 3 2 15,0 1 7-15,-2 3 31 0,0 1-16 0,-7 0 10 16,-5 2-16-16,-2 0 12 0,-5 1-12 16,0-1 3-16,-1 1 12 0,0-6-15 15,4 2-10-15,3-3-18 0,3-3-2 0,6 1 15 16,2-3-14-16,2 1 1 0,0 3 34 15,3 1 24-15,7 1 1 0,2-1-4 16,1 0-15-16,5-1 9 0,0 0-3 16,3-4-22-16,2-1-14 0,-2-2-13 0,0 0-76 15,2-3-56-15,-1-6-58 0,-2 0-63 16,0-5-80-16,-2-3-326 0,-3 3-635 0,5-11-787 0</inkml:trace>
  <inkml:trace contextRef="#ctx0" brushRef="#br0" timeOffset="162422.53">24078 5002 1835 0,'0'0'726'0,"0"0"-333"0,0 0-86 15,0 0 42-15,0 0-71 0,0 0-64 0,10 76-36 16,-12-48-79-16,-6 4-77 0,1 0-22 15,-4 2-16-15,0-2-52 0,-3 4-147 0,-2 1-153 16,4-10-319-16,-13 12-956 0</inkml:trace>
  <inkml:trace contextRef="#ctx0" brushRef="#br0" timeOffset="163471.067">22724 4884 1592 0,'0'0'585'16,"0"0"-190"-16,0 0-38 0,0 0-15 15,0 0-62-15,0 0-36 0,0 0 1 16,0 0-73-16,0 0-84 0,0 0-48 15,0 0-3-15,42-14 28 0,-28 14-15 0,3 0 2 16,3 0-5-16,3 0-10 16,1 0-3-16,1 0-4 15,1 0 1-15,2 0-6 0,3 0 5 0,4 0 1 16,4 0-9-16,5 0-10 16,7 0-12-16,5-3-1 0,6 0-11 0,3 0-4 0,7 2 1 0,0-2-13 15,0 3-27-15,3-1 24 0,-3 1-3 16,0 0-3-16,-3 0-9 0,-2 0-59 15,-2 0-13-15,-6 0 6 0,-5 0 3 16,-7 0 5-16,-6-3 29 0,-8 0-7 16,-9-1-28-16,-3 1-83 0,-7 1-58 15,-3 0-34-15,-6 1-120 0,1 1-100 16,-4-2-216-16,-2 2-672 0</inkml:trace>
  <inkml:trace contextRef="#ctx0" brushRef="#br0" timeOffset="163925.362">24829 5634 3258 0,'0'0'589'16,"0"0"-275"-16,0 0-114 0,0 0-39 15,0 0-22-15,0 0 66 0,107-6-21 0,-71 4-80 16,3-3-59-16,1 1-45 0,3 0-18 15,-4 0-25-15,-1 2-91 0,-3-1-114 16,-7 3-57-16,-5 0-91 0,-6 0-277 0,-6 0-540 16,-11 6-640-16</inkml:trace>
  <inkml:trace contextRef="#ctx0" brushRef="#br0" timeOffset="164088.79">25065 5698 1121 0,'0'0'1342'16,"0"0"-965"-16,0 0-149 15,0 0 59-15,0 0 34 0,0 0-104 0,0 0 4 16,0 0-6-16,0 0-82 0,79 67-44 16,-51-60-21-16,1 0-40 0,6-2-28 15,2-1-31-15,0-4-136 16,4 0-131-16,-11-2-187 0,18-9-789 0</inkml:trace>
  <inkml:trace contextRef="#ctx0" brushRef="#br0" timeOffset="164363.027">25966 5274 2629 0,'0'0'546'31,"0"0"-345"-31,0 0 40 0,0 0 55 15,2 83 34-15,-1-52 4 0,1 3-66 16,1 1-121-16,-2 4-43 0,2 3-19 0,-3 1-12 16,0 1-39-16,-6-1-34 15,0 0-21-15,2-5 6 0,0-2-6 0,-2-2-31 0,4-6-76 16,2-6-31-16,0-5-28 0,2-5-20 16,5-4-47-16,2-5-158 0,-2-3-286 15,10-12-734-15</inkml:trace>
  <inkml:trace contextRef="#ctx0" brushRef="#br0" timeOffset="164650">25671 5011 828 0,'0'0'1924'0,"0"0"-1494"0,0 0-286 0,0 0 78 16,0 0 122-16,84-16-77 0,-54 11-71 31,4-1-78-31,6 0-34 0,-1-1-38 0,1 0-12 0,1 2-34 0,0-1-27 16,-2-2-16-16,2 2-102 0,0-1-89 15,-2 3-111 1,-11-2-302-16,6 0-978 0</inkml:trace>
  <inkml:trace contextRef="#ctx0" brushRef="#br0" timeOffset="165675.957">26931 3636 2308 0,'0'0'596'15,"0"0"-288"-15,0 0-126 16,0 0 122-16,0 0-24 16,0 0-57-16,86-50-102 0,-62 38-56 15,2-2-30-15,4 0 2 0,-1 2 6 0,2-1-29 0,-3 6-14 16,3-1-30-16,0 1-11 0,-2 4-2 15,-2 0 3-15,-5 2 18 0,-5 1-15 16,-3 0-1-16,-5 0-8 0,-3 4-23 16,-1 4 13-16,-5 5 28 0,0 8 28 15,-2 4 1-15,-8 7 43 0,-6 5 15 0,-2 4-9 16,-1 4-16-16,-3 4 0 0,1 2-6 16,-3 4-27-16,0-1 36 0,0 1 78 0,-1-3 73 15,6-6-89-15,4-6-53 0,1-7 18 16,5-5-36-16,1-6-28 0,2 1 0 15,2-6-1-15,1 0-23 16,2-4-3-16,1-2-35 0,0-4-36 0,3 0 12 0,2-1-32 16,1-1 19-16,2 2 9 0,1 0 28 15,2 2 18-15,0 3 10 0,3 3 22 16,-2 4 9-16,2 5 3 0,-2 6 30 16,1 8 76-16,-4 3 15 0,-1 5-10 15,-3 6 22-15,-4-1-25 0,1 6-22 16,-2-1-13-16,0 3-6 15,0-3-5-15,0 3-17 0,0-4-26 16,0-1-8-16,0-4-11 0,0-3-14 16,3-4 14-16,2-4 1 0,2-7-1 15,1-4 0-15,0-2 27 0,2-2-9 16,-1 1-18-16,0-3-2 0,0 2 1 16,-1-2-1-16,-1 0 0 0,-3 0 0 15,1-3-13-15,-4 0 3 0,-1-3-9 0,0-1 2 0,0-3-8 16,0-3-13-16,-6-2-15 0,2-1-22 15,-3-1-9-15,-3-4-27 0,-2 1-36 0,-4 0-40 16,-4 0-57-16,-4-1-258 0,5-1-693 16,-15 4-804-16</inkml:trace>
  <inkml:trace contextRef="#ctx0" brushRef="#br0" timeOffset="194029.218">8233 4909 1535 0,'0'0'504'16,"0"0"281"-16,0 0-391 0,0 0-107 15,0 0 48-15,0 0-40 0,0 0-55 16,0 0-70-16,0 0-52 0,0 0 38 0,0 0 56 0,39 90-54 0,-31-45 1 15,-3 9-32-15,-2 5-39 0,-3 7-15 16,0 0-34-16,-3 2-21 0,-5 0-16 31,-3 0-1-31,1-1 0 0,-2-2 2 16,1-9 7-16,2-6-10 0,3-8-15 16,2-6 3-16,2-7 10 0,1-4-1 15,0-6-21-15,1-4 9 0,0-7-16 0,0-3-59 0,0-4-32 16,0 1-9-16,1-2-12 0,5-3-49 15,0-4-103-15,3-10-267 0,0 3-504 16,2-22-436-16</inkml:trace>
  <inkml:trace contextRef="#ctx0" brushRef="#br0" timeOffset="194398.998">8348 5484 290 0,'0'0'564'16,"0"0"1014"-16,0 0-1114 0,0 0-109 15,0 0 14-15,0 0-51 0,0 0-57 16,0 0-40-16,0 0-58 0,0 0-52 16,12 0-37-1,-4 0 6-15,2 2 12 0,6-2 9 0,3 0-25 0,4 2-18 16,6-2-27-16,4 0-1 0,6 0-15 16,5-2-3-16,7 0 7 0,5-1-19 15,5-1 2-15,4-1-2 0,8-1 0 16,4 3-37-16,5-3 16 0,5 0 8 15,0 1 13-15,2 0 12 0,2-1-12 0,-3 1 0 16,0 2-1-16,-2-2 0 0,-3 1-1 16,-3 2 0-16,-6 0-10 0,-4-1-4 15,-8 1-8-15,-8-3-13 0,-7 4 7 0,-8-4-13 16,-7 1-18-16,-5 2 0 0,-8-2 0 16,-6 1-4-16,-2 0-21 0,-5 1-22 15,-3-2-34-15,-1 1-63 0,-2-4-108 16,0 0-170-1,-5-3-208-15,-6 0-409 0,5 2-199 16,-9-5 1109-16</inkml:trace>
  <inkml:trace contextRef="#ctx0" brushRef="#br0" timeOffset="194736.873">10028 5169 876 0,'0'0'55'16,"0"0"1547"-16,0 0-1155 0,0 0-140 15,0 0-84-15,0 0 43 0,0 0 24 0,0 0-78 16,0 0-91-16,0 0-37 0,0 0-23 16,74 19 10-16,-53-9 16 0,0-3-1 15,0 1-13-15,1-1-18 0,-2 1-9 16,2-1-18-16,-1 0-7 0,-3 3 7 0,3-2-25 0,1 3-3 0,-5-1-10 16,2 1 10-16,-4 3 3 0,-1 0 0 15,-7 0-2-15,-3 3 1 0,-4 2-1 16,0 3 20-1,-8 1 10-15,-7 4-13 0,-8 1-9 0,-6 2-8 16,-4 1-2-16,-4-1-13 0,-3 2-7 16,-1 0-16-16,1-5 6 0,1 0-8 15,7-6-47-15,2 1-3 0,8-6-31 16,4-1-13-16,4-4-55 0,2-3-121 16,4-1-259-16,4-2-563 0,1-5-561 0</inkml:trace>
  <inkml:trace contextRef="#ctx0" brushRef="#br0" timeOffset="202313.619">4694 5156 49 0,'0'0'156'0,"0"0"17"0,0 0 23 0,0 0-30 0,0 0-62 31,0 0-12-31,0 0 15 0,0 0 37 0,0 0 12 0,0 0-62 0,-5 0 17 32,5-1-7-32,0-1 29 0,0 2 464 15,0 0-255-15,0 0-81 0,0-2-76 16,0 1-51-16,0-4-22 0,3-2-26 16,0-1-23-16,5-2-9 0,3-3-7 15,0-2 13-15,5 1-6 0,4-4 12 16,0 0 6-16,2 2-9 0,1 1-10 0,-6 5-27 0,0-1-26 15,-3 3 0-15,-3 4 0 0,-4 1-3 16,-1 0 3-16,-3 2-29 0,3 1 26 16,-3 0 3-16,2-1 0 0,-1 1 3 15,2-3-2-15,0 3 1 0,2 0 0 0,-2 0-2 16,2 0-2-16,-2 4-26 16,-2 1 0-16,2 3-7 0,-2 2 35 0,2 3 4 15,-2 2 55-15,-1 5 5 0,-2 5-8 0,1 5-25 16,-2 1-15-16,0 4-10 0,-2 2-6 15,-2 1-12-15,1 2 11 0,0-1-17 16,-2 0 17-16,2-1-31 0,0 0 31 16,3-5 2-16,0-2 0 0,1-4 33 15,8-8-15 1,-2-2-17-16,5-4 26 0,2-3 12 0,0-2-9 16,5-3 25-16,3-3 41 0,1-2 2 15,6-2-13-15,2-7-18 0,4-4-25 0,1-3-15 16,3-3-27-16,0-4 14 0,0-3-15 15,-3 1-1-15,0-4-21 0,-5 1-98 16,-3 0-68-16,-5 1-5 0,-3 1 19 16,-5 2-47-16,-4 0-73 0,-5-2-258 0,-2 6-170 15,-4-12-491-15</inkml:trace>
  <inkml:trace contextRef="#ctx0" brushRef="#br0" timeOffset="202777.337">5306 4673 39 0,'0'0'652'16,"0"0"-323"-16,0 0-3 0,0 0-33 15,0 0-43-15,0 0-29 0,0 0 2 16,0 0 13-16,0 0 6 0,0 0-8 0,-30 74-38 15,28-49 7-15,-1 1 0 0,2 5-45 0,-2 4-13 16,-3 5-16-16,0 8-20 0,-2 2-46 16,-2 8-32-16,-1 2-9 0,0 2-2 15,0 3-20-15,2-1-3 0,-3 1 0 16,4 0-34-16,-1 0 6 0,3-4 31 0,-2 1-16 16,3-3-18-16,1-2 31 0,3-5 2 15,-1-2-15-15,2-4 16 0,0-1-25 0,0-7 22 16,2-3 1-16,2-2-1 0,-1-5-22 15,1-3 7-15,1-3 17 0,-1-3 0 16,-2-1-1-16,0-4 1 0,1 1 1 16,1-6-3-16,-4 1 3 0,2-4 0 0,-1 1-2 31,-1-2-17-31,2 1 17 0,-1-5 1 0,-1 4-2 16,2-4-10-16,-2 0-3 0,0-1-13 15,0 0-5-15,1 0-1 0,-1 0 10 16,0 0-6-16,0 0-38 0,3 0-45 15,-3 0-25-15,3-4-33 0,-3-2-86 16,0 1-356-16,0-11-712 0</inkml:trace>
  <inkml:trace contextRef="#ctx0" brushRef="#br0" timeOffset="204079.305">11637 5044 1808 0,'0'0'435'0,"0"0"-202"0,0 0-124 0,0 0 252 0,0 0 128 15,0 0-217-15,82-66-139 0,-59 54-48 16,3-1 2-16,3-4-10 0,-2 4 107 16,0 0-107-16,-1 1-27 0,-2 0-25 0,-3 2 12 15,-4 1-6-15,-5 3 6 0,0 2-12 16,-4 2-7-16,-1 0 4 0,-4 2-19 16,2 0-3-16,-2 0-18 0,0 0 18 15,-1 0 40-15,4 4-40 0,-5 2-30 16,2 1 27-16,-1 5 3 0,-2 4 2 15,0 2 13-15,-2 2-4 16,-4 7-10-16,-5 0 10 0,-2 3-11 16,-1 2-1-16,-2 1 0 0,-1 2-1 15,-1 0-9-15,1-2 11 0,5-1 0 16,1-2-2-16,5-1 1 0,3 1-8 0,3-3 9 16,2 1 18-16,7 0 59 0,6-5-18 15,4-2-4-15,4-3 22 0,4-3 12 0,5-3-7 16,3-5-18-16,2-3-9 0,-1-3-9 15,0-1-22-15,0-4-6 0,-1-3-2 16,-2-5-16-16,0-2 0 0,-1-3-37 16,0-4-91-16,-1 0-40 0,-3-3-25 15,-4-5-72-15,-4 1-161 0,-5-4-206 16,-4 7-561-16,-7-23-511 0</inkml:trace>
  <inkml:trace contextRef="#ctx0" brushRef="#br0" timeOffset="204464.053">12238 4865 1277 0,'0'0'634'0,"0"0"-287"16,0 0-37-16,-15 71-20 0,9-47 8 0,-2 4-81 16,1-2-70-16,-2 7-56 0,-3 0-21 0,0 6-10 0,-3 1 31 15,-2 4 7-15,2 1-20 0,-2-2 14 0,3 2-26 16,-2-1-1-16,3-1-31 0,-1 1 13 16,2-2-20-16,3-1-27 0,-2-1-3 15,4-2 0-15,-1-2-13 0,0 0 13 16,2 0 2-16,2 0-2 0,-1-2-22 15,4-1 22 1,-2-2 1-16,3-4-1 0,0-8-31 16,0-6-38-16,0-2 6 0,3-1 54 15,-2-3-64-15,2-3-56 0,0-1-48 16,0-1-54-16,2-2-37 0,1 0-136 0,2-5-113 16,-2 1-276-16</inkml:trace>
  <inkml:trace contextRef="#ctx0" brushRef="#br0" timeOffset="205291.33">13121 4959 1459 0,'0'0'172'16,"0"0"7"-16,0 0 586 0,0 0-302 16,0 0-118-1,0 0-85-15,0 0-36 0,0 0-58 16,0 0-8-16,0 0-21 0,-30 0-10 0,23 11-22 15,-5 1-13-15,2 7-3 0,-3 1-15 16,0 6-9-16,2 2-26 0,0 6 1 16,-1 2-12-16,0 0-4 0,1 2-5 15,1 2-7-15,1-2-12 0,0 1-12 16,2 0-4-16,4-3 14 0,2 1 2 0,1-3-2 16,0-2 1-16,0-4 1 0,6-3-1 0,2-2-2 15,-1-4-21-15,2-5-16 0,4-3 15 16,0-3-2-16,5-1-84 0,3-6-9 15,5-1-34-15,3-1-91 0,2-9-207 16,-8 0-518-16,12-10-760 16</inkml:trace>
  <inkml:trace contextRef="#ctx0" brushRef="#br0" timeOffset="206136.873">13451 5228 1163 0,'0'0'296'0,"0"0"-166"0,0 0 10 0,0 0 583 16,0 0-342-16,0 0-179 0,0 0-84 16,0 0-28-16,0 0-42 0,0 0-13 15,68-68-24-15,-58 59-11 0,3-4 0 16,-1 3 0-16,-1-2 2 0,-1 0 31 16,0 0-5-16,1 0-27 0,1-2 17 15,-3 0 27-15,1 0 5 0,2 1-2 16,-1-1 9-16,-1 2-35 0,0 2 13 0,-1-1-22 15,-2 4-12-15,-1 2 43 16,-3 2-43-16,-2 0 0 0,1 2 11 0,-2 1 10 16,1 0 4-1,-1 0 8-15,0 0 17 0,0 0 24 16,0 0 45-16,0 0-14 0,0 0-15 0,0 0-26 16,0 0-34-16,0 0 0 15,0 0-17-15,0 0-14 0,0 0-1 0,0 0 0 16,0 0-23-16,0 0 9 0,0 1-4 0,0 3 8 0,0 2 11 15,-1 0 50-15,-2 2-13 16,1 2 0-16,-1 0 0 0,-1-1-15 0,1 3 9 16,-1-2-4-16,1 0-11 0,0 4-4 15,0 0-11-15,-1 4 15 0,-2 2 5 16,2 4-8-16,-2 4-13 0,0 2-4 16,-2 3-8-16,-2 0 12 0,1-1-18 0,2 2-1 15,-2 0 16-15,2-1-14 0,3-2 17 0,-1-1 12 16,2-5 28-16,-1 0-25 0,4-4 22 15,0 0-18-15,-1-2 2 0,1-2 4 32,0-1-23-32,0-3 1 0,0-1-3 15,0-2 0-15,0-2-17 0,1-3 17 0,-1 0 1 16,3-2-1-16,-2 0-2 0,-1-3-14 16,0 1 13-16,2-1 1 0,-1 0-22 15,1 0-66-15,-1 0-58 0,1-4-69 0,-1-2-63 16,-1-2-139-16,0 1-322 0,0-2-685 0</inkml:trace>
  <inkml:trace contextRef="#ctx0" brushRef="#br0" timeOffset="206353.982">13379 5648 1661 0,'0'0'1040'15,"0"0"-690"-15,0 0-101 0,0 0 21 16,0 0-39-16,0 0 1 0,0 0 69 15,0 0-51-15,94 5-25 0,-57-5-17 0,1 0-49 16,2 0-61-16,-1-3-74 0,1 0-24 16,-1 0-9-16,-4-1 6 15,0 2-28-15,-5-2-11 0,-3-1-62 16,-2 2-101-16,-2-2-62 0,-4-2-77 16,-1 0-211-16,-5-2-455 0,0-5-530 0</inkml:trace>
  <inkml:trace contextRef="#ctx0" brushRef="#br0" timeOffset="206668.004">13569 4751 1911 0,'0'0'738'16,"0"0"-294"-16,0 0-40 0,0 0-97 16,0 0-5-16,0 0-43 0,0 0-64 15,95-17-41-15,-69 15-31 0,-2-1-25 16,-1 0-40-16,0 2-52 0,-3-1-6 15,2 2-21-15,-2 0-22 0,-1-3-37 0,-1 1-83 16,-1 1-121-16,1 1-113 0,-8-3-327 16,10 0-963-16</inkml:trace>
  <inkml:trace contextRef="#ctx0" brushRef="#br0" timeOffset="206976.188">14247 4851 2410 0,'0'0'439'16,"0"0"-87"-1,0 0 52-15,50 68-23 0,-33-44-74 0,2 4-77 16,0-2-42-16,4 2-53 0,-3 1-25 16,3 1-33-16,-1 1-38 0,-2 0-5 15,-3 1-10-15,2 0 4 0,-4-1-10 16,-3 1-17-16,-1 1-1 0,-4-1-10 15,-4 3 7-15,-3-2-18 0,0 2-10 16,-5-1-6-16,-5 1 1 0,-3 0-16 0,-4-2 3 16,-3 2-31-16,-3-3-3 0,-2 2-18 0,-2-2-26 15,-5-1-37-15,0 2-116 0,-2-2-164 16,-3-1-87-16,8-9-129 16,-12 8-457-16</inkml:trace>
  <inkml:trace contextRef="#ctx0" brushRef="#br0" timeOffset="-211313.757">11752 7701 1592 0,'0'0'760'0,"0"0"25"0,0 0-447 0,0 0-160 16,0 0 20-16,0 0 45 0,0 0-34 15,0 0-82 1,0 0-68-16,0 21 30 16,1 0 1-16,1 4 5 0,-2 4-27 0,0 3-1 15,0 3-6-15,0 0-9 0,-5 2-6 16,0 1-15-16,-1 1-1 0,0-1 16 16,1-1-31-16,-1-1-15 0,0-5 2 15,-1-1-1-15,4-6-1 0,0-2-12 16,2-3-3-16,1-3-7 0,0-3-8 0,0-4-31 0,0-1-28 15,0-5-27-15,0 1-23 0,0-1-55 16,0-2-66-16,0-1-186 16,0 0-506-16,0-1-651 0</inkml:trace>
  <inkml:trace contextRef="#ctx0" brushRef="#br0" timeOffset="-210909.56">11612 8061 795 0,'0'0'583'16,"0"0"-369"-16,0 0-67 0,0 0 650 15,0 0-321-15,0 0-178 0,0 0-104 0,0 0-33 16,0 0-35-16,0 0-31 0,-59-10-23 16,43 10-28-16,-2 0-25 0,-7 0-7 15,-2 0 8-15,-6 2-7 0,-6 1-1 16,-9-1 13-16,-5 3 10 0,-9 0 2 15,-5 1 19-15,-7-1-12 0,-4-2-26 0,-7 6-16 16,-5-4-1-16,-3 2 2 0,-4 0 12 0,-2 0 1 16,-2 0-13-16,0-2 25 15,1 1 31-15,5-5 52 0,0 4-6 0,4-3-47 16,1 0-15-16,2-2-41 0,4 0-2 0,2 0-2 16,3-2-41-16,1 0-15 0,6-3-1 15,3 4 16-15,2-5 12 0,4 3-68 16,5 1 0-16,4 2 68 0,9 0 30 15,8 0 0 1,2 0-24-16,6 0-63 0,-1 0-28 16,3 0-76-16,1 0 0 0,7 4 81 15,5-3 3-15,8 1-131 0,4-2-175 0,2 0-186 16,3 0-429-16</inkml:trace>
  <inkml:trace contextRef="#ctx0" brushRef="#br0" timeOffset="-210571.389">9292 7888 1656 0,'0'0'998'0,"0"0"-721"0,0 0-161 0,0 0-33 15,0 0 38-15,0 0 35 0,0 0-10 16,-92 50-44-16,60-32-20 0,-1 1-13 0,-4 3 10 15,1 1-10-15,-2 1 3 0,2 2-2 16,0 4-14-16,1-2-40 0,5 1-14 16,4-3 29-16,6 0 0 0,8-4-15 15,3-3-13-15,6-1 9 16,3-2 29-16,1-1 8 0,13 1 29 16,2 1 52-16,9-2-13 15,4 3-34-15,5-1-19 0,5 0-8 0,4-3-26 0,2 1-30 16,2-2 0-16,3 0-12 0,0-1-22 0,0-4-9 15,-1 3-49-15,5-3-90 0,-3 0-62 16,3 0-164-16,-12-3-330 0,20 2-941 16</inkml:trace>
  <inkml:trace contextRef="#ctx0" brushRef="#br0" timeOffset="-209037.057">13467 7631 1542 0,'0'0'88'15,"0"0"1001"-15,0 0-838 0,0 0 5 16,0 0-56-16,0 0 67 0,0 0 10 15,0 0-45-15,0 0-95 0,0 0-29 16,0 0-46-16,14 13 28 0,-8 17 42 0,0 7 19 16,-3 8-41-16,-2 5-43 0,-1 4-6 15,-2 4-21-15,-9-1-7 0,-3 3-5 16,-2 1-7-16,-2 0-6 16,-2-5 4-16,3-1-19 0,1-10-3 0,4-5-13 15,3-6 16-15,3-9-3 0,3-6 1 16,2-7-19-16,1-6 9 0,0-1-4 0,0-5-2 15,0 1-9-15,3-1-1 0,2 0-5 16,4-6-16-16,5-3 24 0,4-7-14 0,3-7 8 16,-2-3-36-16,4-5-7 0,0-3 19 15,0-2 12-15,-1 0-16 0,3-2-12 16,-1 5 3-16,0 2 35 0,-2 8 29 16,0 4 4-1,-1 10 0-15,-1 2 13 0,-4 5 58 0,0 2 0 16,-1 3-7-16,-5 4-14 0,-2 1 17 15,-3 4-2-15,-5 0-16 0,0 2-25 16,-2 1-22-16,-8 5-1 0,-4 1-1 16,-5 0 0-16,-1 1-18 0,-2-2 6 15,1 1-22-15,2-5-12 0,3-5 18 16,4 0 26-16,5-6 2 0,2-2 1 0,3-1 8 0,2 0-9 16,0-2-21-16,2 6 21 0,7 0 69 15,5 1-11-15,3 3 12 0,2 2 10 16,4-3-29-16,3 1-2 0,2 1-3 0,3-3-3 15,0 1-25-15,0-6-18 16,0 2-11-16,0-4-14 0,-3-1-8 0,0 0-77 16,-5-1-46-16,-3-4-12 0,-4-2-8 0,-5 1-31 15,-2-1-85-15,-4-4-156 0,-4-2-109 16,-1 1-212-16,-4-13-756 0</inkml:trace>
  <inkml:trace contextRef="#ctx0" brushRef="#br0" timeOffset="-208760.435">13389 7408 2141 0,'0'0'59'16,"0"0"1141"-16,0 0-883 0,0 0-65 0,0 0 2 0,0 0 10 15,0 0-39-15,0 0-99 0,0 0-28 16,0 0 3-16,107-23-4 0,-64 20-30 16,5-1-27-16,4-2-40 0,4 4-26 15,3-3-17-15,3 0 0 0,1-1-24 16,1 1-37-16,-1-2-80 0,-2 0-133 16,-4 2-221-1,-15 0-655-15,16-2-1116 0</inkml:trace>
  <inkml:trace contextRef="#ctx0" brushRef="#br0" timeOffset="-207176.984">1487 7777 85 0,'0'0'1528'0,"0"0"-225"0,0 0-766 0,0 0-173 16,0 0-154-16,0 0-22 0,0 0-35 0,0 0-38 15,86-49-51-15,-63 36-33 0,0 1 9 16,-2 0-18-16,0 1-19 0,-1 3 8 16,-7 2-11-16,-1 1-2 0,-2 5-19 15,-4-1 2-15,-2 1-6 0,-1 0-27 16,1 5 15-16,-2 4 37 0,1 2 0 15,-3 7 2-15,0 4-2 0,0 3 0 0,-3 6 14 16,-3 5-14 0,-1 4 13-16,1 0-1 0,1 4 22 0,4-3 28 15,1 1 30-15,0-3-15 0,0-6-28 16,9-3-18-16,1-2 18 0,6-6-10 16,0-4 35-16,4-5 81 15,4-1-36-15,2-5-40 0,7-2-15 0,-1-5-12 16,4 0-10-16,-1-7-39 15,-1-6-3-15,1-4-45 0,0-5-43 16,-2-3-55-16,-2-3-31 0,0-5-16 16,-5-2-111-16,-3-1-158 0,-7 5-339 15,-1-23-748-15</inkml:trace>
  <inkml:trace contextRef="#ctx0" brushRef="#br0" timeOffset="-206871.538">2050 7405 1823 0,'0'0'503'0,"0"0"-167"0,0 0-5 0,-18 65 14 16,10-32 1-16,2 4-53 0,0 5-58 0,-2 6-67 0,1 2-35 16,0 2-34-16,-3 6-19 0,0-1-12 15,1 3-22-15,-2 1-12 0,0 5 0 16,3 0-10-16,-2 2-24 0,1 1 6 15,3-3-6-15,2 1-3 16,-1-4-9-16,4-1 11 0,1-3-2 16,0-3-13-16,1-8 1 0,5-5-3 15,-1-3 18-15,2-7-3 0,0-3-22 0,2-3 0 16,-1-5-79-16,1 0-19 0,-3-3-20 16,2-2-31-16,-2-6-99 0,0-3-203 15,-3-3-340-15,1-5-706 0</inkml:trace>
  <inkml:trace contextRef="#ctx0" brushRef="#br0" timeOffset="-205538.666">2663 8043 42 0,'0'0'1601'15,"0"0"-93"-15,0 0-1189 0,0 0-224 16,0 0-47-16,0 0 53 0,0 0 47 15,0 0-16-15,0 0-62 0,0 0-55 16,0 0-15-16,27 39-1 0,-21-27-31 16,-3 1-62-16,0 2-57 0,-2-2-89 15,-1 1-101-15,0-4-330 0,0 7-659 0</inkml:trace>
  <inkml:trace contextRef="#ctx0" brushRef="#br0" timeOffset="-205394.206">2647 8344 1152 0,'0'0'657'0,"0"0"-141"0,0 0-132 16,0 0-82-16,0 0-46 0,0 0-36 15,0 0-40-15,0 0-57 0,0 0-73 0,0 0-50 16,0 0-35-16,74 56-135 0,-60-50-180 16,-5 0-645-16,1-1-1291 0</inkml:trace>
  <inkml:trace contextRef="#ctx0" brushRef="#br0" timeOffset="-201579.784">3233 7979 241 0,'0'0'515'0,"0"0"-251"0,0 0-182 0,0 0 22 0,0 0 647 16,0 0-258-16,0 0-183 0,0 0-108 15,0 0-16-15,0 0-17 0,41-36 0 16,-38 36-23-16,-2-1-20 0,3-3-41 31,-4 4-19-31,0 0 6 0,0 0 7 0,0 0-47 0,0 0-17 16,0 0-14-16,0 0-1 0,0 0 0 16,0 0-3-16,0 0-15 0,0 0-4 15,0 0 19-15,0 0-11 0,0 0-2 16,0 0 1-16,0 0 11 0,0 0-14 15,2 0-1-15,-2 0-3 0,0 0-6 0,0 0-7 16,0 0 7-16,0 0-13 0,0 0-9 0,0 0-7 16,0 0 9-16,0 0 14 0,0 0 15 31,0 0 6-31,0 0 0 0,0 0 11 0,0 0-11 16,0 0 11-16,0 0-1 0,0 0-16 15,0 0 17-15,0 0 0 0,0 0 0 16,0 0 0-16,0 0-14 0,0 0 13 15,0 0-12-15,0 0 15 0,0 0 3 0,0 0 0 16,0 0-1-16,0 0 14 0,0 0-16 0,0 0 1 16,0 0-1-16,0 0 16 0,0 0-13 15,0 0 1-15,0 0 18 0,0 0-3 16,0 0-4-16,0 0-12 16,0 0-3-16,0 0-1 0,0 0-3 15,0 0-8-15,0 0 11 0,0 0 0 0,0 0 0 0,0 0-1 16,0 0 2-16,0 0-1 0,0 0 1 0,0 0 0 15,0 0 0-15,0 0-12 0,0 0 9 16,0 0-13-16,0 0-10 0,0 0-5 16,0 0 8-16,0 0-2 0,0 0 9 15,0 0 4-15,0 0 12 0,0 0 3 0,0 0-1 32,0 0 14-32,0 0 0 0,0 0-4 15,0 0-11-15,0 0-1 0,0 0-1 16,0 0-15-16,0 0-22 0,0 0-64 0,0 0-41 15,0 0-82-15,0 0-64 0,0 0-70 16,0 0-134-16,0 0-177 0,0 0-471 0,0 0 1141 16</inkml:trace>
  <inkml:trace contextRef="#ctx0" brushRef="#br0" timeOffset="-200842.029">3483 8022 1068 0,'0'0'231'16,"0"0"-87"-16,0 0 480 0,0 0-216 15,0 0-186-15,0 0-64 0,-6-73-10 0,2 60-17 0,-1 3-10 31,-2 2 36-31,3 1 4 0,0 2-24 0,1-1-21 0,-2 3-18 16,4 0-17-16,-2 2-1 0,3-2-9 16,-3 1-15-16,1 2-3 0,-1 0-28 15,-3 0-25-15,-3 2-25 0,-3 5 8 0,-2 3 17 16,-2 5 3-16,-3 6 37 16,1 4-2-16,-1 4-4 0,2 6-19 15,1 1 4-15,0 0 9 0,4 0 18 16,1-4-9-16,1-3 3 0,4-4-12 15,2-2 12-15,1-7 0 0,3-3-18 16,0-6-20-16,0-1 32 0,4-4-8 0,2 1-25 16,4-3 11-16,3 0-12 0,0 0-16 15,6-4 1-15,-2-7-16 0,5-2-46 0,-1-4 22 16,-2-2-26-16,3-2-2 0,-4-2-20 16,0 1 19-16,-4-1 53 0,-1 2 0 0,-3 0 31 15,-1 6 1 1,-4 3 27-16,0 1 19 0,-4 5-19 0,1 2-28 15,-1 2-2-15,-1 2-8 0,2 0 10 16,-1 4 0-16,2 4 13 16,1 8 46-16,2 5 28 0,0 3-16 15,1 3 0-15,-1-2-28 0,2 0-43 0,-1-5 13 16,2-3-11-16,1-5-2 0,3-1-2 16,-1-4 1-16,5-3-52 0,-4-2-52 15,4-2-10-15,-5 0-22 0,4-2-67 16,-3-2-60-16,-3-7-149 0,0 5-354 0,-1-7-829 15</inkml:trace>
  <inkml:trace contextRef="#ctx0" brushRef="#br0" timeOffset="-200577.019">3245 7753 2081 0,'0'0'656'0,"0"0"-277"0,0 0-22 0,0 0 13 31,0 0-71-31,0 0-106 0,0 0-44 0,0 0-11 16,0 0-21-16,0 0-15 0,91-6-23 15,-64 5-14-15,1-2-35 0,2 3-14 0,0-5-16 16,3-1-11-16,2 2-25 0,1-2-44 15,3-3-116-15,-3 2-95 0,-2-3-130 0,-6 5-351 16,5-6-925-16</inkml:trace>
  <inkml:trace contextRef="#ctx0" brushRef="#br0" timeOffset="-200051.095">4363 7854 1618 0,'0'0'685'0,"0"0"11"0,0 0-376 0,0 0-47 32,0 0 40-32,32 67-43 0,-26-39-15 0,-2 3-94 15,-2 4-35-15,-2 1-25 0,0 1-3 16,0-1-24-16,-6-3-36 0,3-2-38 0,-2-5-16 15,4-2-2-15,1-8 4 0,0-2 13 0,0-4-17 0,0-4-40 32,0-2-89-32,1 1-41 0,1-1-85 15,-2 0-181-15,0-2-519 0,0-1-706 0</inkml:trace>
  <inkml:trace contextRef="#ctx0" brushRef="#br0" timeOffset="-199817.841">4437 8109 2553 0,'0'0'710'16,"0"0"-294"-16,0 0-51 0,0 0 6 0,0 0-93 15,0 0-78-15,0 0-38 0,79-21-28 16,-47 15-27-16,4 0-22 0,4 0-39 0,3-1-27 16,4 0-19-16,3 1-2 15,1-3-17-15,0 0 16 0,-2 3-18 0,-4-1-3 16,-3-1-19-16,-3 1-11 0,-8 2-62 15,-2-1-67-15,-7 2-81 0,-5 0-122 0,-7 1-305 16,-4 1-743-16,-6 0-708 0</inkml:trace>
  <inkml:trace contextRef="#ctx0" brushRef="#br0" timeOffset="-199575.614">4940 7929 349 0,'0'0'1694'16,"0"0"-996"-16,0 0-239 0,0 0-125 0,0 0-93 15,0 0 1-15,0 0-13 0,0 0-77 16,0 0-59-16,99-5-25 0,-77 5-22 16,2 1 3-16,2 4-36 0,2-1-13 15,-4 0 0-15,1 3-19 0,-1 1 16 16,-2 0-25-16,-1-1 4 0,-6 4-29 16,-1 1 13-16,-8 0 9 15,-2 5-43-15,-4 2 46 0,-6 2-3 0,-8 4-13 0,-3 1-15 16,-5 3-16-16,-1-2-6 0,-1 0-4 15,2-3-13-15,3-4-56 0,5-2-67 16,0-5-159-16,6-3-231 0,2-4-479 16</inkml:trace>
  <inkml:trace contextRef="#ctx0" brushRef="#br0" timeOffset="-198675.691">5964 7516 1782 0,'0'0'341'0,"0"0"-137"0,0 0 421 0,0 0-308 0,0 0-164 16,0 0 15-1,0 0 19-15,-11 95 8 0,10-53-38 0,-1 1-23 16,-1 5 0-16,0 1-23 0,-4 3-21 16,-3-2-10-16,-3 4-31 0,0 0-15 0,-1 0-19 15,-2-1-2-15,0-4 17 0,1-1-30 16,1-5-20-16,4-2 8 0,1-10-4 0,1-3-8 16,2-8 21-16,5-8-19 0,-1-1 19 15,2-4-25-15,0-6-33 0,3-1-16 16,3 0 30-16,5-4 46 0,2-6-36 0,3-7-6 15,0-3 5-15,4-8-30 0,-2-2-3 16,0-5-1 0,1 2 0-16,-3-3 38 0,-1 2 11 15,0 4 23-15,-2 3 7 0,0 6 9 16,0 6-14-16,-2 4-2 0,-2 3 28 16,1 4 16-16,-1 0 12 0,-2 4 0 15,0 0-6-15,-1 0-13 0,0 0-9 0,-2 4 15 16,0-1-24-16,-1 2 4 0,-3 0-23 15,0 2-41-15,0 4-18 0,-7 2 35 0,-6 2-14 16,-3 1-21-16,-4 0-28 0,0 2-11 0,4-6 51 16,3-2 38-16,3-3 9 0,3-2 18 15,4-1-6-15,1-1-12 0,2 0 0 16,0 3 33-16,0 1 61 0,3 2 12 16,5 4-34-16,3 1 2 0,5 2 7 15,4 0-20-15,3-1 1 0,2 1-10 0,2-1-5 31,3 1-20-31,1 0 19 0,-3-3-27 16,3-1-19-16,-4-3-2 0,2-2-20 16,0-4 7-16,-1-3-71 0,0 0-90 0,2-6-78 15,1-1-164-15,-8-2-328 0,8-7-821 0</inkml:trace>
  <inkml:trace contextRef="#ctx0" brushRef="#br0" timeOffset="-198292.835">6793 7953 1699 0,'0'0'308'0,"0"0"952"0,0 0-796 0,0 0-191 15,0 0-16-15,0 0 7 0,0 0-67 0,-98 36-40 16,72-10-4-16,0 6-19 16,0 3-43-16,2-1-30 0,1-3-21 0,4-2-27 15,5-5-13-15,5-6 0 0,5-6 0 16,2-5-1-16,2-6-22 0,0 3-23 0,6-4-33 15,4 0 15-15,6-4 24 0,0-3-45 32,8-5-19-32,-1-3 18 0,3-3-9 0,-2-2 5 15,0 1 1-15,-4 1 21 0,-4 6 12 16,-3 1 28-16,-6 5 25 0,-3 5-43 16,1 1 46-16,-4 0 15 0,3 6 54 15,-1 6 57-15,2 4-27 0,-1 4 12 16,0 1-35-16,2 0 4 0,0 2-40 15,5-3-39-15,-1-5-1 0,5-2 0 0,-1-5-20 0,3-2-65 16,1-2-35-16,-1-4-49 0,2-3-67 16,-2-4-205-16,-1-6-240 0,-3 1-572 15,-1-8-704-15</inkml:trace>
  <inkml:trace contextRef="#ctx0" brushRef="#br0" timeOffset="-197891.377">5910 7425 2319 0,'0'0'648'16,"0"0"-321"-16,0 0 25 0,0 0-34 0,0 0-14 15,0 0-62-15,0 0-81 0,0 0-44 16,0 0-41-16,0 0-2 0,0 0-10 16,0 0-27-16,0 0-22 0,0 0 16 15,1 0 2-15,2 0 1 0,0 0 2 0,4 0 1 0,5 0 5 16,2 0 7-16,8 0 3 0,2-1-16 0,6-4-15 16,1 2 1-16,0 0-7 15,4-3 5 1,1 2-20-16,3 1-18 0,4-3 15 0,2 1-30 15,5-2 8-15,2 3-8 0,3-2-1 0,4 0 1 16,2 0-13-16,2 2-9 0,-1 1 4 16,0-1-1-16,-3 2-55 15,-3 1-6-15,-8 1-1 0,-5 0-9 0,-7 0-34 16,-6 0-85-16,-8 0-138 0,-6 0-165 16,-6 0-248-16,-6 1-510 0</inkml:trace>
  <inkml:trace contextRef="#ctx0" brushRef="#br1" timeOffset="-177401.187">13528 624 1064 0,'0'0'596'0,"-110"-7"36"0,60 7-363 0,-9 0-50 31,-8 6-33-31,2 2 39 0,3 6-47 16,-1 2-22-16,2 6-1 0,4 7-95 15,-1 5-16-15,2 10-41 0,0 8 22 16,4 9 10-16,-3 7-22 0,1 9 50 0,-3 8-51 16,2 7-9-16,-2 7 16 0,-1 7-19 15,2 5 3-15,6 3-3 0,6 2 38 0,8 0 12 16,10-2 17-16,12-2 4 0,10-2-24 15,9-4-22-15,16-2-25 0,13-2-3 16,14-1 1-16,9-5-17 0,11-1-9 0,7-8 19 16,10-7 9-16,4-10 15 0,5-9-5 15,4-9-10-15,7-9-19 0,3-8 18 16,9-6 1-16,7-9-3 0,7-5 5 16,9-6-2-16,3-9 0 0,4-1-16 15,0-16-27-15,2-8 8 0,-2-10 23 0,-2-8 12 16,-1-6-6-16,-3-7 6 0,-7-2-42 0,-7-5 41 15,-11-2-15-15,-9-3 15 0,-10-4-33 16,-9-2 18-16,-8-9-44 0,-5-3 60 16,-4-8 20-16,-6-4-18 0,-5-2 9 15,-6-2 14-15,-5-1-6 0,-9 1 70 16,-5 1 1-16,-9 1 35 0,-5 1 42 16,-8 3 9-16,-9 2-90 15,-4 4-86-15,-18 0-46 0,-13 5 31 16,-16 4-96-16,-12 3-19 15,-16 9 24-15,-13 2 38 0,-9 8 9 16,-12 5-1-16,-8 10 7 0,-7 9 50 0,-4 8-151 16,-5 13 3-16,1 13 40 0,0 4-28 15,2 18 50-15,3 10-48 0,4 10-4 16,1 5 17-16,2 8 40 0,6 7 23 0,5 3-68 0,9 4-348 16,28-16-251-16,-14 28-518 0</inkml:trace>
  <inkml:trace contextRef="#ctx0" brushRef="#br1" timeOffset="-176715.654">14809 2982 1319 0,'0'0'472'15,"0"0"-89"-15,0 0-312 0,0 0-13 0,0 0 211 16,0 0 59-16,76 93-43 0,-48-57-55 15,-2 5-75-15,2 2-41 0,0 3 34 16,-1 4-47-16,0 4-23 0,1 3-33 16,-2 4 18-16,4 3-1 0,-1 1-6 15,1 3 0-15,2 4-56 16,3-1 0-16,3 7 78 0,3 1-19 0,5 3-59 0,4 4 0 0,4 1-3 16,3 2 3-16,5 3 21 0,0 1 29 0,3 3-25 15,4 1-24-15,-1 2 36 0,2 2-13 16,3 2 7-16,0 0-12 0,1-3 18 15,-1 0 6-15,2-6-28 0,-3-1-15 16,-1-4 0-16,-3-3-14 0,-1-6 2 31,-4-3 11-31,-5-3-3 0,-6-5-8 0,-6-6 9 16,-5-4-9-16,-7-6-38 0,-8-5-76 0,-4-11 21 16,-8-6-1-16,-5-8 0 0,-2-9-6 15,-6-6-33-15,-1-8-10 0,-9-4 1 16,-9-14-88-16,-9-10-87 0,-8-8-160 15,-8-10-110-15,-5-10-120 0,-6-4-89 16,13 11 521-16</inkml:trace>
  <inkml:trace contextRef="#ctx0" brushRef="#br1" timeOffset="-176314.641">15178 2888 836 0,'0'0'19'0,"0"0"1154"0,0 0-1027 0,0 0-98 16,0 0 40-16,-42 67 93 0,33-46 25 0,-4 3-38 15,-5 8-43-15,-1 6-22 16,-4 6-11-16,-2 7 4 0,-5 5 6 0,1 2 12 16,-2 3-12-16,2-5-33 0,3-4-12 15,5-7-13-15,4-9-44 0,6-8-28 16,4-9-3-16,2-7-39 0,4-4-12 15,1-3-36-15,0-1-162 0,0-4-176 16,1 0-275-16,6-5-477 0,-2-3 654 16,3-15 352-16</inkml:trace>
  <inkml:trace contextRef="#ctx0" brushRef="#br1" timeOffset="-176152.699">15114 3207 55 0,'0'0'222'0,"0"0"1711"0,0 0-1525 0,0 0-54 0,0 0-69 15,98-15 61-15,-69 17-84 0,3 0-96 16,2 4-52-16,7 1-24 0,5-2-40 16,3 1-19-1,7 0-31-15,3-1-3 0,3 2-53 16,3-3-25-16,-1 2-167 0,-1 3-150 0,-16-2-411 16,10 6-1333-16</inkml:trace>
  <inkml:trace contextRef="#ctx0" brushRef="#br1" timeOffset="-175381.782">17234 5985 1114 0,'0'0'1541'0,"0"0"-1283"0,0 0-27 0,0 0 52 16,0 0 31-16,0 0-53 0,80 104-19 16,-65-49-72-16,-6 11-40 0,-2 10-28 15,-7 4 18-15,0 4 0 0,0 0-50 31,-6-4-12-31,1-2-12 0,0-5 9 0,2-4-31 0,-1-8-24 0,1-9-15 16,3-7-6-16,0-10-7 0,0-11-11 16,3-10-4-16,1-4-34 0,2-8 19 15,1-2-3-15,4-5-13 0,4-8 71 0,1-11-19 16,2-7-2-16,0-4-19 0,-2-2-25 16,1 5 25-16,-1 5 39 15,0 9-26-15,-3 10 15 0,1 5 15 16,-2 3 43-16,4 15 44 0,0 4-1 15,2 7-37-15,-3 8 1 0,1 3-7 16,-5 4-40-16,2-3 8 0,0 1-11 16,-1-5 0-16,1-4-3 0,-2-6-22 15,2-5 7-15,-1-5-7 0,1-6 4 16,0-2-62-16,0-6-118 0,1 0-144 0,6-11-194 0,0-3-647 16,-5 1-779-16,9-10 1831 0</inkml:trace>
  <inkml:trace contextRef="#ctx0" brushRef="#br1" timeOffset="-175065.373">18254 6942 2130 0,'0'0'1425'15,"0"0"-1173"-15,0 0-107 0,0 0 168 16,0 0 16-16,-100 0-129 0,65 19-38 16,-1 5 0-16,2 2-43 0,2 7-40 0,5 0-15 15,4-1-31-15,8-3-21 0,5-4-12 16,4-4-30-16,5-8-31 0,1-3-2 15,5-4-5-15,5-5 8 0,8-1 11 16,4-4-3-16,3-7 50 0,3-4-38 0,-1-6-52 0,0 0-3 16,-5 3 3-16,1 1 30 15,-4 4 22-15,-5 5 19 0,-1 4 18 0,-3 3 3 16,-1 1 82-16,-2 0 10 0,0 5 25 16,-2 5 14-16,1 1-27 0,-1 2-25 15,1 2-33-15,0-3-15 0,-2-2-20 16,6-1-11-1,1-4-2-15,6-5-10 0,3 0-37 0,2-8-40 16,2-5-36-16,2-3-52 0,0-5-85 16,0 2-244-16,1 0-531 0,-5 4-556 15,10-7 157-15</inkml:trace>
  <inkml:trace contextRef="#ctx0" brushRef="#br1" timeOffset="-174780.992">18812 6878 2040 0,'0'0'1625'16,"0"0"-1143"-16,0 0-177 0,0 0 18 15,0 0-47-15,0 0-41 0,0 0-41 0,-74 72-21 16,49-48-58-16,2-6-43 0,4 0-35 16,5-6-37-16,2 0-3 0,7-5-22 15,3-1-5-15,2 0-12 0,2 0-12 16,9 1 14-16,5 2 16 16,5 0 21-16,4 3 1 0,0-1-1 0,3 1-15 0,-2 0 16 0,-3-1 2 15,-1 2 0 1,-3-1 3-16,-4 0-3 15,-3 2-14-15,-2 2 14 0,-4-3 0 0,-6 3-18 16,0-1-36-16,-9 0-31 0,-7 0-21 16,-4 1 5-16,-3-4 4 0,-2-1-22 0,-2-4-53 15,-2-2-98-15,-1-5-239 0,-2 0-594 16,9-5-921-16</inkml:trace>
  <inkml:trace contextRef="#ctx0" brushRef="#br1" timeOffset="-173933.351">20489 7024 2167 0,'0'0'440'0,"0"0"-108"0,0 0-54 0,0 0 120 15,0 0-39-15,0 0-149 0,0 0 51 16,0 0-14-16,-96-32-87 0,72 51-71 15,-6 6-13-15,-1 11-24 0,-2 5-6 16,0 1 6-16,4 0-31 0,7-7 16 16,5-8-20-1,4-8-17-15,6-9-18 0,7-6-19 0,0-4-36 0,9-4-28 0,8-6 59 16,10-10 41-16,4-5-10 0,2-3-47 16,-3 1-43-16,-3-1-22 15,-4 9 43-15,-1 5 15 0,-3 8 6 16,1 6 7-16,0 9 52 15,3 10 24-15,0 9 91 0,0 9-60 16,-4 6 1-16,0 5-19 0,-2 3-7 16,-2-1-14-16,-2-2 18 0,-4 3-16 0,-4-1 22 15,-5 0-6-15,-3 4 5 0,-13 1 7 16,-3 2-12-16,-7 0-19 0,-1-3-15 16,-2-1 3-16,2-4 10 0,0-7 8 15,1-7 0-15,2-4-8 0,-2-7 8 0,4-6-3 16,-1-7 1-16,2-8 2 0,0-3-21 15,-1-3-54-15,3-14-22 0,-1-7-16 16,5-9-28-16,4-10-49 0,5-14-81 16,6-5-134-16,0-9-296 0,8-7-438 15,1 19-674-15</inkml:trace>
  <inkml:trace contextRef="#ctx0" brushRef="#br1" timeOffset="-173663.48">20658 7004 836 0,'0'0'1853'16,"0"0"-1612"-16,0 0-148 0,0 0-42 16,0 0 17-16,0 0 21 0,90 25 105 15,-79-1 25-15,0 5-89 0,-3 4-77 0,-4 2-9 16,-1 0-31-16,-3-1 25 0,0-1-26 16,0-4 7-16,-4-3 12 0,-1-5-6 0,0-7 58 15,4-5 82-15,-1-4-16 0,2-3-65 16,0-2-7-16,0 0 3 0,0-2 25 15,6-7-13-15,2-7-34 0,3-4-55 16,4-9 12-16,3-3-15 0,2-5-24 0,1-2-10 16,0-3-73-16,0 2-35 0,2 2-84 15,-2 6-104-15,-1 4-175 0,0 5-268 0,-7 8-672 16</inkml:trace>
  <inkml:trace contextRef="#ctx0" brushRef="#br1" timeOffset="-173378.303">21098 7096 2330 0,'0'0'1254'16,"0"0"-1001"-16,-24 82-36 0,16-51 82 16,0-5-26-16,2-3-40 0,2-6-98 15,2-7-83-15,2-3-52 0,9-7 15 16,7 0 3-16,5-6-18 0,7-6-25 0,3-10-24 16,2-6-55-16,-2-4-16 0,-1 1-24 15,-4 1 36-15,-6-1 46 0,-6 3 28 0,-5 2 6 0,-6 2 27 16,-3 1-27-16,-1 6 28 0,-7 6 34 15,0 7 87-15,-4 4-29 0,1 9-39 16,-5 12 15-16,-2 4-13 0,1 7 22 16,1 3-1-16,4 0-12 0,1-6-42 15,6-4-22-15,0-6-37 0,5-3-39 16,0-5-72-16,2-6-15 16,6-3 21-16,6-2-13 0,1-10-29 15,5-4-218-15,2-8-619 0,-3 4-862 16,7-14 1084-16</inkml:trace>
  <inkml:trace contextRef="#ctx0" brushRef="#br1" timeOffset="-173094.798">21536 7041 1891 0,'0'0'1696'15,"0"0"-1318"-15,0 0-189 0,-17 90 122 0,5-61-12 16,4-1-63-16,0-7-35 0,5-5-79 16,3-8-119-16,0-3-3 0,3-3-30 15,8-2 9-15,6-2-31 0,5-12 6 0,4-6-45 16,4-5-56-16,0-4-46 0,-3-1 2 15,1-1-11-15,-7 2 16 0,-2-1 28 16,-2 3 27-16,-5 3 5 0,-4 4 65 0,-3 6 61 16,-2 9 82-16,-3 5 72 0,0 4 13 15,0 9-2 1,-2 5-7-16,-2 6-59 0,-2-1-21 0,2 1-14 0,0-3 26 16,1 0-30-16,1-4-60 0,1-5-55 15,1-2-96 1,0-6-25-16,4-4 24 0,3 0 2 15,8-12-42-15,-4 0-326 0,12-13-989 0</inkml:trace>
  <inkml:trace contextRef="#ctx0" brushRef="#br1" timeOffset="-172894.219">22113 7053 2553 0,'0'0'1264'0,"0"0"-1126"0,-23 85 32 15,15-44 169-15,0 12 28 0,-1 7 60 0,3 8-47 16,2 4-138-16,0 3-124 0,-1 6-67 15,-1-3-18-15,2-5-33 0,-3-7-21 16,4-7-49-16,2-10 4 0,1-8 6 16,0-9-22-16,-2-5-6 0,2-11-18 15,0-6-48-15,0-6-59 0,-3-4-44 16,3-11-161 0,-1-11-227-16,-1-9-139 0,2-10-372 15,0 7-627-15</inkml:trace>
  <inkml:trace contextRef="#ctx0" brushRef="#br1" timeOffset="-172662.449">22153 6886 2411 0,'0'0'332'0,"0"0"-129"0,0 0 114 0,0 0 17 0,101-14-91 32,-76 18-23-32,0 6 8 0,-2 6-82 0,-1 1-72 15,-5 6-27-15,-2 2-17 0,-8 0-4 16,-6 5-26-16,-1 1-3 15,-8 0 3-15,-10 2 0 0,-7 0-1 16,-6 2-2-16,-6-3-16 0,-4-2 4 0,0-6 0 0,0-3 15 0,5-10 1 0,3-7-1 16,4-4-51-16,3-5-88 0,5-9-54 15,3-5-55-15,4-3-87 0,5-6-274 16,3 6-825-16</inkml:trace>
  <inkml:trace contextRef="#ctx0" brushRef="#br1" timeOffset="-172208.433">23443 7042 2366 0,'0'0'281'16,"0"0"-159"-16,0 0 94 0,0 0 123 16,0 0 19-16,0 0-34 0,0 0-170 15,0 0-69-15,0 0-36 0,-97 35-5 0,68-12 24 16,8 1-6-16,6-1-31 0,5-4-25 15,10-3-6-15,0-1 0 0,13-2 13 16,7 2 5-16,4-2-6 0,4-2-12 0,6-2-1 16,3 1-1-16,-3 2-1 0,-2-1 1 15,-5 0 2-15,-5 0 0 0,-7 5 0 16,-7-3 64-16,-5 5 7 0,-3-1 12 0,-6-1-28 16,-7-1-12-16,-2-1-12 0,-1-4-16 15,-2 0-13-15,5-5-2 0,4-5-86 16,1 0-58-16,4-13-72 0,4-8-114 15,0-10-221-15,4 6-575 0,15-33-646 0</inkml:trace>
  <inkml:trace contextRef="#ctx0" brushRef="#br1" timeOffset="-172007.959">24069 6573 2191 0,'0'0'1116'15,"0"0"-865"-15,14 71-68 0,-14-30 119 16,-8 12 1-16,-6 5-15 15,-3 5-3-15,-3 1-10 0,3 1-98 0,3 0-83 16,3-5-45-16,6-1-38 0,1-5-11 16,4-8-25-16,0-8-20 0,6-12-40 15,4-5 0-15,2-8 2 0,2-8-11 16,0-3 5-16,-1-2 1 0,0-11-53 16,-5-2-115-16,-4-9-312 0,-4-3-736 15,-1 5-899-15</inkml:trace>
  <inkml:trace contextRef="#ctx0" brushRef="#br1" timeOffset="-171860.894">23604 7011 947 0,'0'0'2608'0,"0"0"-2180"0,0 0-230 0,0 0-86 15,0 0 25-15,0 0-38 0,0 0 58 16,124-54 34 0,-62 35-78-16,9-2-86 0,1 1-27 0,-3 2-21 15,-2 5-31-15,-8 1-43 0,-8 1-167 16,-15 4-162-16,0 0-876 0</inkml:trace>
  <inkml:trace contextRef="#ctx0" brushRef="#br1" timeOffset="-171607.918">24339 7018 1668 0,'0'0'1928'0,"0"0"-1616"15,0 0-135-15,0 0 87 0,0 0-93 16,48 81-63-16,-44-56-28 0,-2 2-25 15,-2 3-30-15,0 3-22 0,-5 0 15 16,-4 1-16-16,-2-4-2 0,1-3-1 16,0-5 0-16,1-7 0 0,3-5 1 15,1-2 2-15,3-5 13 0,1-3 25 16,1 0 19-16,0-3 5 0,6-11-64 0,5-7-52 16,8-9-52-16,4-10-65 0,3-6-48 15,1-4-41-15,2-1-119 0,-1-1-193 16,0 5-186-16,-2 4-559 0</inkml:trace>
  <inkml:trace contextRef="#ctx0" brushRef="#br1" timeOffset="-171322.244">24682 6968 137 0,'0'0'2796'0,"0"0"-2332"0,-24 79-176 0,12-45 58 16,1 2-8-16,0 0-54 0,2-5-93 16,3-6-99-16,6-5-62 0,0-4-28 15,6-4-1-15,9-6 42 0,6-1-15 16,7-5-28-16,6-7-113 0,6-7-41 0,3-5-58 15,2-5-27-15,-6-2-36 0,-2 1 55 16,-5-3 6-16,-6 4-66 0,-6 2 120 16,-9 6 160-16,-2 6 58 0,-6 4 175 15,-3 6 42-15,0 2 11 0,-1 9-48 0,-7 6 13 32,-2 6-44-32,-3 5-35 0,0 1 18 0,2 0 5 15,1-2-71-15,5-5-78 0,4-3-46 16,1-2-2-16,1-3-16 0,8-4-34 0,5-2-24 0,4-5-95 15,6-3-33-15,5-4-131 0,6-6-383 16,-6-1-581-16,10-7-1244 16</inkml:trace>
  <inkml:trace contextRef="#ctx0" brushRef="#br1" timeOffset="-171145.606">25352 7054 166 0,'0'0'3403'15,"0"0"-2419"-15,0 0-824 0,0 0-10 16,-95 88 171-16,72-61 5 0,1 1-12 15,5-7-114-15,8-1-137 0,2-4-63 16,6-2-27-16,1-2-30 16,1-4-19-16,9-2 7 0,7-3-4 15,4-3 10-15,6-6-46 0,5-9-34 16,3-4-42-16,2-6-169 0,2-4-133 16,-12 4-561-16,12-19-475 0</inkml:trace>
  <inkml:trace contextRef="#ctx0" brushRef="#br1" timeOffset="-170824.624">25744 6607 1793 0,'0'0'1728'0,"0"0"-1403"0,-11 72-159 0,-1-32 92 16,1 8 141-16,-4 2 82 0,2 5-74 15,-4-2-138-15,3 0-139 0,-4-2-78 16,-1 2-42-16,2-6-10 0,-2-2-21 16,2-3-19-16,3-6-56 0,2-8-22 15,4-8-3-15,6-4 27 0,2-8 9 0,0-3-9 16,2-4-4-16,3-1-63 0,0-1-38 0,-1-10-1 15,2-3-3-15,-2-7-86 0,-3-4-160 16,-1-5 1-16,0-1 100 0,-4-5 254 16,-4 2 94-1,0 3 177-15,3 4 79 0,0 4-24 16,4 6-26-16,-1 5-33 0,2 6 28 0,0 5-14 16,0 1-32-16,0 0-53 0,8 0-31 15,3 0-34-15,5 0-9 0,2 0-3 16,2-1-23-16,1-2-2 0,-1-3-28 15,6 3-114-15,-1-6-87 0,2 1-131 16,3-3-311-16,-7 3-869 0</inkml:trace>
  <inkml:trace contextRef="#ctx0" brushRef="#br1" timeOffset="-170512.305">26071 6968 1656 0,'0'0'1284'0,"0"0"-624"0,-23 66-392 0,5-35-95 15,-3 7 68-15,-3 0 90 0,-1-1 77 16,5-6-57-16,4-5-124 0,5-4-118 15,5-4-60-15,2-7-28 0,2 0-9 0,2-4-12 32,0-4-12-32,6 0-39 0,7-3-55 15,2 0 12-15,5-4-13 0,4-7-8 0,2-3-28 16,0-4-13-16,3-4-34 0,-2-1-25 16,-1-3 32-16,-3 1 38 0,-4 0-11 15,-2 7 64-15,-7 5 92 0,-2 7 22 0,-4 6 98 16,-3 1 20-16,-1 12 46 0,0 6-7 15,-4 4-29-15,-3 4-6 0,-2 1 12 16,0-4 12-16,0-1-19 0,3-5-58 0,3-5-58 16,1-3-21-16,2-3-11 0,0-5-1 15,3 0-44-15,5-2-69 0,6 0-26 16,3-7-32-16,6-6-80 0,2-1-202 16,-5 0-515-16,7-12-504 0</inkml:trace>
  <inkml:trace contextRef="#ctx0" brushRef="#br1" timeOffset="-170093.376">26559 6985 1418 0,'0'0'805'16,"0"0"243"-16,0 0-885 0,0 0-65 0,10 74 124 15,-13-49 152-15,-6-2-19 16,0 1-72-16,-1-1-136 0,0-3-92 16,2-2-27-16,0-1 15 0,3 0-19 0,0-5-24 15,3 2-2-15,2-3-13 0,2-2 14 16,11-1-30-16,6-2 16 0,4-4-19 15,10-2-30-15,5 0-40 0,5-6-13 16,4-1-13-16,3-4 1 0,0-1 14 16,-2-2-19-16,0-2-55 0,-3-3 38 0,-3-3 92 15,-5-2 59-15,0-1 31 0,-9 2 4 0,-5 2 12 16,-7 5-16-16,-6 7 76 0,-5 5-18 16,-5 4-24-16,0 0-15 0,-13 1-50 15,-5 8-11-15,-5 3 11 0,-3 1 0 0,1 4 65 16,3-1 22-16,2-2-13 0,6-2-12 15,3-5 9-15,5-1 22 0,2-5-4 16,3 1-43 0,-1 0-28-16,2-2-18 0,0 0-11 0,-1 0-32 0,-1 1-37 15,-1 5-34-15,-4 2-34 0,-1 9 52 16,0 8 96-16,1 4 105 0,4 2-3 0,3 5-22 16,7 0 59-16,12 0-4 0,9 0-13 15,9-5-39-15,8-1-83 0,6-2-58 16,5-8-154-16,3-2-80 15,-14-8-294-15,20-3-1077 0</inkml:trace>
  <inkml:trace contextRef="#ctx0" brushRef="#br1" timeOffset="-168272.065">20439 8913 189 0,'0'0'1922'0,"0"0"-1330"16,0 0-130-16,0 0-162 0,0 0-69 15,0 0-23-15,0 0-25 0,0 0-49 0,0 0 27 16,0 0 59-16,32 75-42 16,-25-31-30-16,-2 6-29 0,-4 12-28 15,-1 5-20-15,0 4-32 0,-6 3-11 16,-2-1-16-16,-2-2-11 0,1-5-1 15,2-7 2-15,-1-5-2 0,1-7-1 0,3-4-11 0,1-6-16 0,0-10 7 16,0-3 6-16,0-10-16 0,3-5-27 16,0-5-12-16,0-4 9 0,0 0 12 15,0-10 46-15,0-7-22 0,3-8-39 16,5-10 30-16,0-3-6 0,4-3-33 16,1-2-17-16,1 2 19 0,-1 6-25 15,4 4 65-15,1 6 0 16,0 6 10-16,-2 4 3 0,0 6 18 15,-4 4 0-15,0 4 2 0,-4 1 14 16,-2 0 27-16,-1 2 16 0,-2 6 0 16,-3 2-7-16,0 2-21 0,0 5-15 0,-5-2 5 15,-6 2-2-15,-3 0-19 0,1-2 1 16,-3-2-1-16,3-1-3 0,1-4 3 16,1 2 11-16,1-4-11 0,3 0 0 0,2 1-22 15,-2 0-15-15,6 4-9 0,1 2 46 16,0 4 6-16,1 1 59 0,9 1 12 15,0 1 6-15,4-3-22 0,3-1-12 16,1 1-21-16,1-4-27 0,4-1-1 16,-3-4-25-16,1 1-64 0,-3-1-24 15,-2-2-51-15,-1-1-55 0,-7 0-258 0,1-2-227 0,-4 0-493 16,-2-3-543-16</inkml:trace>
  <inkml:trace contextRef="#ctx0" brushRef="#br1" timeOffset="-164578.229">20981 9803 1000 0,'0'0'2120'16,"0"0"-1734"-16,0 0-98 0,0 0-75 16,0 0 38-16,0 0 47 0,0 0 19 0,0 0-113 0,-10 87-72 15,9-53-44-15,-1 5-24 0,-1 3-4 16,-3 2-5-16,-2 1-18 0,-1 1-25 16,1 1-12-16,-4-5-25 0,4-8-14 15,3-7-25-15,2-5-30 0,3-10-55 16,0-11-25-16,0-1-93 0,0-5-188 15,0-10-319 1,0-6-581-16,0 3-677 0,0-19 1993 0</inkml:trace>
  <inkml:trace contextRef="#ctx0" brushRef="#br1" timeOffset="-164150.608">19996 8658 722 0,'0'0'1371'16,"0"0"-670"-16,0 0-230 0,0 0-185 0,0 0 17 16,0 0-23-16,0 0-77 0,0 0-70 15,0 0-34-15,0 0-19 0,0 0 25 16,77-28 48-16,-45 24-43 0,1 2-42 15,3 0-17-15,0 2-8 0,4 0-9 16,-2 0-32-16,1 0-2 16,0 2-3-16,4-1-22 0,0-1-20 0,2 0-10 0,1 0-10 0,4-4-57 15,1-2-65-15,-1-1-29 0,2-1-110 16,-4 4-190-16,-13 0-518 0,9 3-637 0</inkml:trace>
  <inkml:trace contextRef="#ctx0" brushRef="#br1" timeOffset="-163666.504">21725 9660 676 0,'0'0'2696'0,"0"0"-2243"0,0 0-227 0,0 0-66 0,0 0 14 15,0 0 43-15,0 0-36 0,0 0-36 16,0 0-57-16,0 0-20 0,78 26-17 16,-70-25-23-16,-2-1-27 0,-2 1-1 15,-4-1-28-15,0 0-5 16,-4 3-31-16,-7-1 35 0,-3 5 27 16,-6-1-14-16,0 0-36 0,3-3 15 15,-2 0 22-15,6-3 15 0,3 0-3 0,2-6-28 16,3-1-12-16,4-2-3 0,1 0 0 15,0-2-71-15,9 3-10 0,3-2 3 16,0 3-41-16,1 3-111 0,1 1-106 16,-2 3-192-16,-1 0-250 0,-5 0-717 0,4 0 1424 15</inkml:trace>
  <inkml:trace contextRef="#ctx0" brushRef="#br1" timeOffset="-163014.708">22543 9049 909 0,'0'0'2650'0,"0"0"-2136"0,0 0-227 15,0 0-43-15,0 0 24 0,14 84-18 16,-9-46 36-16,-3 9-67 0,0 7-98 16,-2 6-58-1,0 8 1-15,0 6-7 0,-2 2-9 16,-8 8-26-16,-1 4-12 0,-6-1-10 15,1-2-28-15,-2-8-2 0,3-5 12 0,4-15-6 0,4-7 22 16,5-12-13-16,2-8-6 0,0-8 0 16,0-11-1-16,3-6-38 0,1-5-73 15,3-3-10-15,4-6 55 0,-3-6 12 16,5-3-12-16,0-6 12 0,1-6-25 16,-1-6-42-16,2-2 11 0,-1-5 27 15,-3-4 31-15,1-6 3 0,-2 0-37 16,-1 3-16-16,1 1 46 0,0 8 78 0,1 7 3 15,-2 14 16-15,2 8 21 0,-1 9 63 16,1 3-1-16,-1 10-13 0,-1 7 1 16,1 2-1-16,-4 3-9 0,-3 0-13 0,-3 3 19 15,0-3-16-15,-3 3 0 0,-9-2-9 0,-4 1-18 16,-2-2-31-16,-3 1-12 0,-5-4-23 16,1 0-29-16,-1-2-39 0,1-4-1 15,6-1 15-15,2-5 7 0,7-2 24 16,6-4 46-16,4 0 0 0,0 2 68 15,4 0 11-15,8 2-12 16,5-1 16-16,3 1 2 0,8-2 10 16,-1-3-25-16,3 0-16 0,0-2-54 15,1-4-69-15,-3-2-43 0,-2-1-44 16,-1-2-73-16,-6-1-324 0,-1 1-814 16,-7 3-711-16,-2-4 1863 0</inkml:trace>
  <inkml:trace contextRef="#ctx0" brushRef="#br1" timeOffset="-162811.748">22976 9949 1349 0,'0'0'2449'16,"0"0"-1963"-16,0 0-195 0,0 0 78 16,0 0-61-16,83 39-86 0,-74-31-104 15,-2-3-63-15,-4 6-55 0,-3-1 0 0,0 2-3 16,-10 5 0-16,-2 4-24 0,-8 2 14 16,0 1 12-1,1 0 0-15,2-1-1 0,3-4 1 16,5-4 0-16,6-4 1 0,3-4-3 15,7-5-21-15,12-2-18 0,6-4-19 16,8-9-12-16,4-5-52 0,3-5-51 16,-1-5-183-16,-4 1-343 0,-5-2-578 0,-10 7-903 15,-5-9 2024-15</inkml:trace>
  <inkml:trace contextRef="#ctx0" brushRef="#br1" timeOffset="-162493.442">22267 8774 59 0,'0'0'94'16,"0"0"2572"-16,0 0-1992 0,0 0-197 0,0 0-117 15,0 0-5 1,0 0-30-16,80 5-78 0,-59-5-67 16,5 0-74-16,2 0-49 0,7 0-29 0,7-4-16 15,2-2-12-15,5 0-17 0,2-2-17 16,2-3-5-16,2 3-40 0,-4-3-70 16,0-1-24-16,-2 4-139 0,-4-1-387 0,-1 1-793 15,-13 2-752-15,8-2 2000 0</inkml:trace>
  <inkml:trace contextRef="#ctx0" brushRef="#br1" timeOffset="-162175.798">23738 9676 3291 0,'0'0'1070'0,"0"0"-882"0,89 0-147 0,-39-6-4 15,7-2 0-15,2-3 52 0,-4 4-19 0,-6 0-63 16,-3-1-7-16,-7 0-74 0,-6 2-102 0,-10 1-93 0,-12 2-381 31,-5 3-1116-31,-14 0-129 0</inkml:trace>
  <inkml:trace contextRef="#ctx0" brushRef="#br1" timeOffset="-162029.909">23826 9906 1345 0,'0'0'2939'0,"0"0"-2577"0,0 0-224 16,0 0 46-16,0 0-3 0,102 12 1 0,-57-12 13 16,6-2-95-16,5-7-100 0,6 1-82 15,0-6-128-15,-2 1-88 0,-2-2-104 16,-18 7-723-16,8-8-1233 0</inkml:trace>
  <inkml:trace contextRef="#ctx0" brushRef="#br1" timeOffset="-161175.289">25419 8869 404 0,'0'0'2485'0,"0"0"-1830"0,0 0-273 0,0 0-112 15,0 0 31-15,0 0-36 0,0 0 29 0,0 0-87 16,88 19-42-16,-48-15-32 0,5-4-54 16,3 0-16-16,5-4-20 0,1-2-10 15,7-2 0-15,2-3-18 0,6-1-15 0,5-1 0 16,2 0-18-16,2-2-12 0,0 2-3 31,0 1-55-31,-8 1-42 0,-3 3-49 0,-10 1-47 16,-6 2-110-16,-11 4-330 0,-10 1-511 15,-8 0-490-15,-13 2 390 0</inkml:trace>
  <inkml:trace contextRef="#ctx0" brushRef="#br1" timeOffset="-160489.961">25710 9218 859 0,'0'0'182'16,"0"0"1383"-16,0 0-1089 0,0 0-103 15,0 67-82-15,3-28-45 0,-1 6-33 16,0 10-8-16,-1 2 21 0,2 9-20 16,-1 3-44-16,-2 4-46 0,0 5-24 15,-8 0-41-15,-3-2-23 16,-6-3-13-16,-2-5-13 0,3-8-1 0,-1-7-2 15,2-8-12-15,7-11 12 0,-2-6-1 16,5-9 0-16,2-7-10 0,1-5-43 16,2-3-37-16,0-4-54 0,1-9-7 15,6-5 51-15,5-6 1 0,1-8-1 0,5-7-22 16,1-3 37-16,3-5 37 0,-4-4 1 0,0 0-1 16,-3 0-13-16,-4 2-32 0,-1 5 33 15,-2 5-11-15,0 8 55 0,-1 4 18 16,-1 9 50-16,0 5 6 0,3 3 29 0,-1 5 0 15,0 1-16-15,2 0-4 0,-2 5-2 16,-3 1 5-16,1 5 0 0,-3 1-9 31,-3 1-7-31,0 0-21 0,-3 0-12 0,-5 5-19 16,-7-1-11-16,-4 1-44 0,-1 0-35 16,-3 0 10-16,1-1 21 0,-1-2 6 15,2 0 9-15,5-3 32 0,2-1-4 0,6-2 16 16,6-2 0-16,2 3 75 0,0-2 27 15,0-1-2-15,8 2-5 0,6 0 7 16,5 0 2-16,4 2-18 0,6-4-6 0,4 1-7 16,2 1-17-16,1-3-2 0,-3-3 1 0,-2 0-39 15,-6-3-16-15,-5 0-79 0,-2 0-55 16,-7-5-32-16,-1 0-92 0,-2-2-49 16,-3-4-302-16,0 0-659 0,-5 3-681 15,0-4 1681-15</inkml:trace>
  <inkml:trace contextRef="#ctx0" brushRef="#br1" timeOffset="-160211.026">26041 10053 1208 0,'0'0'2339'0,"0"0"-1913"0,0 0-278 0,0 0-51 15,0 0 58-15,13 78 151 0,-11-52-11 16,-1 4-106-16,1-5-122 0,-2 1-45 16,2-5-22-16,1 1-3 0,2-7-15 0,0 1-61 15,2-7-83-15,-1-4-28 0,3-3-35 16,2-2-16-16,0-10-220 0,3-7-556 15,-3 4-563-15,3-14 807 0</inkml:trace>
  <inkml:trace contextRef="#ctx0" brushRef="#br1" timeOffset="-159642.106">26478 9444 378 0,'0'0'2030'0,"0"0"-1662"0,0 0-47 0,0 0 131 0,17 82 2 16,-15-37-60-16,-2 9-95 0,0 8-93 15,-5 5-47-15,-5 3-19 0,-3 0-57 16,0-2-26-16,-5-2-38 0,2-7-18 16,-1-5-1-16,2-5-1 15,1-7 1-15,5-4 1 0,2-8 17 16,4-6-18-16,3-11-2 0,0-7-35 15,4-6-130-15,6 0-4 0,7-11-7 16,5-4 6-16,1-6-13 0,5-4-42 0,0-3-33 0,-2-3 87 0,-1 0 82 16,-5-1 91-16,-1-3 63 0,-2-3 88 15,-5 2 19-15,-1-3-30 0,-2 7 19 16,-1 5-60-16,-2 7-56 0,0 9 3 0,-2 6 10 16,0 5-16-1,1 0-3-15,-1 9 31 0,1 2 5 16,0 3-21-16,0 3-21 0,-2 1 21 15,-2 1 9-15,-1-1 0 0,0 2-40 0,-3-2 3 16,-4 1-24-16,-5-1-18 0,-1-1-1 16,-1 0-26-16,-2-1-56 0,5 0-34 15,0-1 24-15,4-2 56 0,3-2 55 16,4-3 2-16,0 1 1 0,2 0 19 0,4 1 2 16,-1-3 56-16,1 2 40 0,2-2-1 0,0-1-3 15,4 0-6-15,2 0 14 16,-2-3 40-16,3 0-99 0,1-3-65 0,-3 0-55 15,2-3-24-15,-4-1-48 0,0-3-25 16,-2 0-13-16,-1 2-9 0,-3-1-1 16,1 0-41-16,-1-2-92 15,2 0-116-15,-4-2-129 16,-1-2-18-16,-2-3-496 0,0 3 7 0,-3-10 701 0</inkml:trace>
  <inkml:trace contextRef="#ctx0" brushRef="#br1" timeOffset="-158972.289">27038 10278 1049 0,'0'0'2160'0,"0"0"-1353"0,0 0-501 0,0 0-197 16,0 0 2-16,0 0 37 0,0 0 40 0,0 0 38 16,0 0-46-16,90-8-68 0,-61 8-45 15,-2 1-25-15,-4 4-17 0,-3 1-10 16,-6-1 6-16,-8 1-21 0,-6 1-21 15,0 1-19-15,-15 4-5 0,-7 5 42 16,-10 2 0-16,-4 4-40 0,-3 2 29 0,2 2 14 16,1-2 1-16,5-5-1 15,8 3 0-15,6-10 0 0,12 0 0 0,5-3-3 16,0-2 3-16,14-2 2 0,8 3 16 16,8-1-18-16,8 1-2 0,4 1-40 15,7 1-31-15,0-4-15 0,3 2 2 0,-2-3-67 16,1-4-156-1,-15-2-439-15,13 0-1370 0</inkml:trace>
  <inkml:trace contextRef="#ctx0" brushRef="#br2" timeOffset="63710.944">4754 11518 2896 0,'0'0'451'0,"0"0"-264"16,0 0-25-16,0 0 155 0,0 0 80 16,0 0-103-16,0 0-58 0,0 0-71 15,-19 75-68-15,15-54-51 0,-2 8 0 16,0 11 18-16,1 11 30 0,-3 12-21 0,-3 11-58 16,1 8-15-16,-3 10-52 0,-6 3-2 15,-1 4-10-15,1 1-6 0,-1-5 3 0,4-9 9 16,2-12 28-16,2-10 17 0,2-15 1 15,3-13-6-15,4-11-22 0,2-7-30 16,1-8-132-16,0-9-94 0,0-1-2 16,4-7-98-16,3-11-98 0,2-10 52 0,1-13 23 15,0-14-171-15,1-11 108 0,-3 12-800 0</inkml:trace>
  <inkml:trace contextRef="#ctx0" brushRef="#br2" timeOffset="64084.734">4641 11726 248 0,'0'0'2306'0,"0"0"-1983"15,0 0-202-15,0 0-44 0,0 0 125 16,0 0 27-16,0 0 40 16,0 0-106-16,0 0-69 0,77 94-11 15,-51-48-8-15,0 8 6 0,2 5-19 16,4 3-42-16,1 0-20 16,2-1-12-16,0-1-7 0,-2-3 1 0,-1-2 5 15,-5-4-8-15,-1-3 5 0,-5-5 16 16,-6-3 0-16,-1-6 0 0,-2-4-15 0,-5-7 3 0,-4-4-19 15,0-3-53-15,-2-8-21 0,-1-3-30 16,0-1-28-16,-1-4 23 0,-8 0 4 16,-4-10-36-16,-7-3-113 0,-4-5 2 15,-5-5 38-15,-6-5 5 0,-2-3 59 16,-3 1 35-16,0 4 146 0,3 6 107 16,4 8 162-16,2 5-49 0,9 5 6 15,4 2-65-15,5 0-20 0,7 0-32 16,3 0-29-16,3 0-29 15,0 0 0-15,2-1-19 0,5-1-30 16,6-2 42-16,6-3 39 0,5-2 22 0,7-5-16 0,3-3-39 16,5-1-50-1,0-1-12-15,3 0-90 0,2 0-181 0,-2 1-136 0,-10 3-622 16</inkml:trace>
  <inkml:trace contextRef="#ctx0" brushRef="#br2" timeOffset="64493.434">5757 12212 1132 0,'0'0'1823'0,"0"0"-1644"0,0 0-86 0,0 0 9 15,0 0 184-15,0 0 20 0,0 0-108 16,0 0-80-16,0 0-34 0,0 0 12 15,49-4 50-15,-7 8 79 0,11 0-84 16,6-1-43-16,3-3-59 0,4 0-39 16,-5-3-10-16,-1-5-11 0,-6-3-10 15,-1-1-9-15,-4-7-36 0,-3 0-121 16,-3-3-37-16,-5-3-68 0,-6 0-227 16,-11 3-467-16,-6-9-531 0</inkml:trace>
  <inkml:trace contextRef="#ctx0" brushRef="#br2" timeOffset="64703.13">6428 11801 1456 0,'0'0'1270'0,"0"0"-1064"0,0 0-74 0,0 0 117 15,93 36 43-15,-62-22-61 0,4-1-59 16,4 1-5-16,2 1 44 0,-1 0-62 16,-4 3-90-16,-6 4-50 0,-6 2-9 15,-9 2 0-15,-8 9 0 0,-7 3 0 16,-10 9-40-16,-11 5-25 0,-4 2 31 15,-7-1 12-15,0-2 10 0,0-3-10 16,4-5-12-16,0-6-16 0,4-7-77 16,4-5-71-16,5-8-98 15,4-6-212-15,5-11-564 0,2 0-562 16,4-23 1308-16</inkml:trace>
  <inkml:trace contextRef="#ctx0" brushRef="#br2" timeOffset="65176.626">7396 11679 1623 0,'0'0'1273'0,"0"0"-998"0,0 0-70 0,0 0 20 16,0 0 106-16,0 0-64 0,0 0-25 0,77 18-38 15,-58 3-53-15,0 6-25 0,-2 6-29 16,-3 7-26-16,-3 6-44 0,-4 2-27 16,0 5-29-16,-3 1-8 0,-2-1-15 15,-1-3-9-15,1-6-43 0,-1-1-7 0,-1-5-15 16,0-3-19-16,0-7-14 0,0-4-12 15,-3-5-71-15,0-1-163 0,-1-8-202 16,1-4-522-16,-7-4-567 0</inkml:trace>
  <inkml:trace contextRef="#ctx0" brushRef="#br2" timeOffset="65540.05">7444 11628 33 0,'0'0'2195'0,"0"0"-1775"0,0 0-124 0,0 0-46 16,0 0 49-16,0 0-27 0,0 0-58 0,0 0-56 16,68-77-65-16,-42 61-6 0,7 3-12 15,2-1 5-15,2 3-6 0,5 1 3 16,0 1 4-16,4-1-8 16,-3 3-14-16,-1-3-47 0,0 4-12 0,-6 0-33 0,-4 0 6 15,-4 4-72-15,-7-1-46 0,-6 3-44 16,-3 2-53-1,-7 5-155-15,-5 1-332 0,-6 13-604 0</inkml:trace>
  <inkml:trace contextRef="#ctx0" brushRef="#br2" timeOffset="65732.128">7594 11974 1140 0,'0'0'1255'16,"0"0"-974"-16,0 0-101 0,0 0 38 15,0 0 63-15,0 0 84 0,83-2-91 16,-49-5-114-16,2-2-51 0,3-1-59 16,0 0-50-16,0 0 0 0,-3 3-37 0,-3 2-19 0,-4 3-41 31,-6 2-130-31,-4 3-126 0,-5 8-228 16,-5-1-148-16,-9 10-474 0</inkml:trace>
  <inkml:trace contextRef="#ctx0" brushRef="#br2" timeOffset="65894.739">7668 12366 2525 0,'0'0'406'16,"0"0"-198"-16,0 0-41 15,0 0 11-15,0 0 88 0,0 0-21 0,0 0-35 0,88 28-51 16,-46-35-23-16,5-5-59 16,5-4-36-16,3-2-41 0,1-1-24 0,-1 0-57 15,-1 2-120-15,0 0-90 0,-1 1-141 16,-14 4-328-16,16-2-832 0</inkml:trace>
  <inkml:trace contextRef="#ctx0" brushRef="#br2" timeOffset="66215.272">8779 12071 2369 0,'0'0'365'16,"0"0"-269"-16,0 0 78 0,0 0 63 15,0 0 119-15,104-28-66 0,-48 18-57 16,10-1-93-16,8 3-71 0,-1-3-20 0,2 1-18 16,-4 0-31-16,-5-1-1 0,-4 1-42 15,-6-1-66-15,-4-3-145 0,-6-3-80 16,-14 2-245-16,6-12-687 0</inkml:trace>
  <inkml:trace contextRef="#ctx0" brushRef="#br2" timeOffset="66452.81">9431 11643 2259 0,'0'0'709'0,"0"0"-628"0,0 0-78 0,80 22 39 0,-41-15 105 16,3 4-20-16,2-1 57 0,1 0-76 16,1 1-32-16,-7 0-32 0,-4 1-44 15,-8 4-1-15,-7 3-2 0,-12 6-29 16,-8 4 32-16,-11 9-12 0,-17 6 9 15,-10 10-51-15,-9 3 18 0,-5 4 36 16,0-4 0-16,1-3-25 0,8-6-29 0,7-9-57 16,10-14-116-1,9-10-125-15,10-12-319 0,4-3-662 0,6-24 932 0</inkml:trace>
  <inkml:trace contextRef="#ctx0" brushRef="#br2" timeOffset="66693.556">10403 11431 3332 0,'0'0'756'15,"0"0"-563"-15,25 77-140 0,-20-38 117 16,-5 14 157-16,0 3-12 0,-7 6-124 16,-4 1-87-16,1 2-101 15,1-3-3-15,-1-5-28 0,6-6 1 0,1-6-12 0,1-9-37 16,1-10-25-16,1-6-18 0,0-7 0 15,0-4-19-15,0-8-50 0,0-1-109 0,0-2-138 16,0-13-180-16,-2-6-421 16,-4-12-61-16,-2-6 121 0,1 4 976 0,-8-31 0 15</inkml:trace>
  <inkml:trace contextRef="#ctx0" brushRef="#br2" timeOffset="66962.436">10324 11508 437 0,'0'0'1163'15,"0"0"-468"-15,0 0-337 0,98-40-97 16,-58 36 37-16,1 4 8 0,-2 0-72 15,1 8-83-15,-6 4 10 0,-3 1 7 16,-4 6 9-16,-7 0-31 0,-2 8-11 16,-7 4-27-16,-6 4-34 0,-4 6-35 0,-1 4-30 15,-6 0-9-15,-4 0-18 0,3-2-22 0,-2-1 16 16,5-9 5-16,4 0 4 0,0-4-10 16,3-3 7-16,4 0 6 15,2-3 9-15,-1 1-16 0,-2-4 4 16,0 0 15-16,2 0 0 0,-5 2 27 15,-1-3-27-15,-2 2 0 0,0 1-16 16,-8-1-36-16,-3 3-4 0,-2-3-27 0,-6 1-1 0,-1-1 22 0,-6-4-3 16,-3-2-3-16,-2-3-13 0,-7-5-25 15,-2-4-2-15,-2-3-65 0,-4 0-235 16,10-1-291-16,-15-13-706 0</inkml:trace>
  <inkml:trace contextRef="#ctx0" brushRef="#br2" timeOffset="67366.78">11402 12015 218 0,'0'0'2680'0,"0"0"-2264"0,0 0-314 0,0 0-54 16,0 0 107-16,0 0 66 0,0 0 71 16,106 38-46-16,-58-32-76 0,8-6-71 15,6 0-28-15,3-6-46 0,0-4-23 16,0-5-2-16,1-3-31 0,-3-2-31 0,-6-4-33 16,1-3-147-16,-10 0-52 0,-13 5-303 15,0-9-788-15</inkml:trace>
  <inkml:trace contextRef="#ctx0" brushRef="#br2" timeOffset="67611.747">12069 11719 828 0,'0'0'1951'0,"0"0"-1765"0,0 0-184 16,104 39 85-16,-64-28 70 0,-1 3-1 0,0-4-16 15,-3 1 6-15,-1 0-20 0,-3-1-54 16,-5 2-31-1,-7 2-16-15,-7 1-25 0,-7 6-3 0,-6 2-34 16,-12 6-17-16,-15 6 4 0,-8 5-7 16,-10 4-19-16,-3 1 9 0,-6-1 42 0,4-1 0 15,2-5-16-15,5-7-154 0,8-9-195 16,6-10-395-16,12-5-992 0,7-14 1731 16</inkml:trace>
  <inkml:trace contextRef="#ctx0" brushRef="#br2" timeOffset="67866.178">13244 11453 2887 0,'0'0'1028'0,"0"0"-854"0,0 0-174 0,0 0 0 16,0 0 12-16,0 0 181 0,15 94 77 16,-10-40-79-16,-1 10-78 0,1 8-45 15,-3 3-13-15,1 2-55 0,-3 3-9 0,0 0-22 16,0-4-33-16,3-4-62 0,2-5-87 16,0-9-65-16,2-3-231 0,-2-16-451 0,1 6-811 15</inkml:trace>
  <inkml:trace contextRef="#ctx0" brushRef="#br2" timeOffset="69551.006">3208 12314 659 0,'0'0'2200'0,"0"0"-1908"0,0 0-263 16,0 0-10-16,0 0 150 0,0 0 107 0,0 0-52 15,0 0-83-15,0 0-58 0,0 0-8 16,0 0-35-16,-44 2-38 0,66 0 70 16,7 2 15-16,7 0 24 0,3-1-61 15,0 1-48-15,-2-4-2 0,3 0 1 16,-1 0 2-16,-3 0 12 0,2-7-15 15,-2-3-2-15,0 0-66 0,-6-3-139 0,-1 1-91 16,-3-3-131-16,-3 0-248 0,-3 0-607 16</inkml:trace>
  <inkml:trace contextRef="#ctx0" brushRef="#br2" timeOffset="69735.257">3781 12083 189 0,'0'0'2525'16,"0"0"-2219"-16,0 0-271 0,0 0 20 15,0 0 120-15,0 0 42 0,0 0 20 0,62 88-95 16,-49-62-36-16,-3 2-39 0,0 2-26 16,-4-1-7-16,-5 3-24 0,-1 2-10 15,-2 3-41-15,-12 2-85 0,-3 1-72 16,-7 3-68-16,-3 0-24 0,-2-4-233 16,-3-2-581-16,10-12-222 0,-18 0 1061 0</inkml:trace>
  <inkml:trace contextRef="#ctx0" brushRef="#br2" timeOffset="70064.113">2148 12034 297 0,'0'0'88'16,"0"0"1881"-16,0 0-1533 0,0 0-186 16,0 0-23-16,0 0 25 0,27 92-18 15,-22-52-49-15,-2 9-27 0,3 5-80 16,0 8-59-16,2 7 27 0,-2 8-46 0,0 4 13 15,-2 4 6-15,-1 2-19 0,0-6-19 16,-2-3-25-16,2-6 7 0,0-6-35 16,1-6-114-16,2-3-167 0,-2-18-311 15,1 6-1179-15</inkml:trace>
  <inkml:trace contextRef="#ctx0" brushRef="#br2" timeOffset="71402.329">5123 15444 1108 0,'0'0'1334'16,"0"0"-934"-16,0 0-162 0,0 0-8 15,-36 85 27-15,26-45-39 0,-3 10-67 16,-2 10-28-16,0 5-32 0,-4 9-1 16,-3 6 7-16,-2 1 5 0,-1 3-28 0,-2-1-26 15,1-2-47-15,1-8-1 16,1-7 2-16,5-10-2 0,0-11-13 0,6-11 1 16,-1-8-37-16,7-10-35 0,1-5-31 15,1-6-59-15,3-5-128 0,2-3-110 16,0-13-132-16,0-10-199 0,0-12-555 15,0 4 539-15,0-31 700 0</inkml:trace>
  <inkml:trace contextRef="#ctx0" brushRef="#br2" timeOffset="71642.085">4924 15733 688 0,'0'0'225'16,"0"0"830"-16,0 0-689 0,0 0-88 15,0 0-88-15,0 0 29 0,95 21-24 16,-73 5-23-16,-1 9-19 0,4 6-11 15,-1 8-44-15,1 4-51 0,-1 2-3 16,-2 3-12-16,1 1-11 16,0 1-20-16,-3-4 1 0,2 0 61 0,-5-6-63 15,-1-5 0-15,-2-6-22 0,-5-8 19 0,1-7-28 16,-4-6 0-16,1-6-20 0,-4-4-18 16,-2-6-67-16,2 0-76 0,-3-2-62 15,0-2-140-15,-4-7-158 16,-6-5-237-16,-3-3-481 0,1 2 1267 0,-12-13 23 0</inkml:trace>
  <inkml:trace contextRef="#ctx0" brushRef="#br2" timeOffset="71796.603">4944 16140 817 0,'0'0'140'0,"0"0"-74"0,0 0 640 0,0 0-355 16,0 0-218-16,0 0 3 0,0 0-23 15,0 0 35-15,88 1-41 16,-58 1-53-16,6 0-44 0,3-2-10 15,2 0-74-15,2 0-233 0,-14 0-283 16,18-2-721-16</inkml:trace>
  <inkml:trace contextRef="#ctx0" brushRef="#br2" timeOffset="71989.992">5967 16033 1072 0,'0'0'1658'0,"0"0"-1382"0,0 0-135 0,91 9 190 16,-52-9-2-16,3 0-159 0,4-2-101 0,0-7-69 15,2-1-6-15,-2-5-85 0,3-1-67 16,-6-1-88-16,0-6-133 0,-14 6-338 16,3-8-865-16</inkml:trace>
  <inkml:trace contextRef="#ctx0" brushRef="#br2" timeOffset="72227.209">6342 15804 170 0,'0'0'1555'0,"0"0"-1302"0,0 0-81 16,0 0 219-16,95 17 12 0,-60-11-118 15,1 1-75-15,4 2-42 0,2 2-19 16,-3 0-14-16,-1 1-28 0,-3 1-31 0,-3 1-60 0,-5 3-16 15,-6-1-25-15,-6 5-27 0,-7 4-60 16,-7 0 36-16,-1 4 26 0,-12 5-35 16,-5 1-1-16,-7 1 10 0,-2 1 25 15,0-1-9-15,-3-2-4 16,0-3-38-16,-3-6-90 0,1-1-226 0,-1-4-618 16,8-7-335-16,-11-7 1149 0</inkml:trace>
  <inkml:trace contextRef="#ctx0" brushRef="#br2" timeOffset="72651.636">7476 15656 1099 0,'0'0'1439'0,"0"0"-1094"0,0 0 4 0,80 28-12 15,-39-19-31 1,5 0-32-16,6-5-90 0,3-4-88 16,-1 0-34-16,2-7-53 0,-2-7-9 15,1-5-25-15,-6-1-18 0,0-3-81 0,-4-1-66 16,-5 1-9-16,-4 2-84 0,-13 7-335 15,-7 2-665-15</inkml:trace>
  <inkml:trace contextRef="#ctx0" brushRef="#br2" timeOffset="72828.295">7839 15666 1329 0,'0'0'1321'0,"0"0"-1208"0,0 0-112 0,0 74 189 16,9-37 174-16,1 4-43 0,3 6-66 15,2 3-66-15,-1 1-36 0,-4 0-53 0,2 0-54 16,-5-2-43-16,0-2-3 0,-4-2-28 16,0-3-3-16,-3-1-118 0,0-6-80 15,0-3-153-15,0-4-247 16,0-9-590-16,0-5-316 0,-2-12 1375 0</inkml:trace>
  <inkml:trace contextRef="#ctx0" brushRef="#br2" timeOffset="73017.415">7832 16120 977 0,'0'0'1648'0,"0"0"-1400"0,0 0-65 16,0 0 38-16,94-9 62 0,-58 7-109 15,1-1-73-15,4 3-17 0,-1-4-15 0,5 0 8 16,-3-2-71-16,-1-2-6 0,-5 1-39 16,-4 1-77-16,-6 3-76 15,-7 1-141-15,-6 2-181 0,-9 0-275 0,-4 5-650 16,-10 8 911-16</inkml:trace>
  <inkml:trace contextRef="#ctx0" brushRef="#br2" timeOffset="73170.878">8012 16311 20 0,'0'0'2512'0,"0"0"-2058"0,0 0-208 0,0 0 25 16,-60 66 54-16,57-57-105 0,3-5-78 16,3 0-40-16,8-1-40 0,7-1-12 15,6-2-16-15,6 0 0 0,8-6-9 0,2-8-25 16,6-3-34-16,1-3-68 15,0-1-91-15,-1 2-68 0,-11 4-223 0,5-1-788 0</inkml:trace>
  <inkml:trace contextRef="#ctx0" brushRef="#br2" timeOffset="73520.209">8642 15329 205 0,'0'0'2078'16,"0"0"-1684"-16,0 0-79 0,0 0-5 0,0 0-21 0,0 0-61 15,0 0-62-15,0 0-14 0,0 0-3 16,26 96-28-16,-20-63-56 0,0 5-43 0,-2-1-22 16,0-2-34-16,1 2-31 15,1 1-72-15,3 2-98 0,-1 0-98 0,-1-11-243 16,7 8-884-16</inkml:trace>
  <inkml:trace contextRef="#ctx0" brushRef="#br2" timeOffset="73906.546">9318 15848 1132 0,'0'0'1965'0,"0"0"-1649"0,0 0-215 0,0 0-85 0,0 0 57 16,0 0 123-16,0 0 103 0,101 24-115 15,-52-20-75 1,9-3-35-16,4-1-25 0,0 0 4 16,-2-6-35-16,1-4-18 0,-4 1 0 0,-2-5 0 15,-5 0-15-15,-6-4-112 0,-5 1-90 16,-6-1-84-16,-6-1-65 0,-8 6-446 15,-11-5-1333-15</inkml:trace>
  <inkml:trace contextRef="#ctx0" brushRef="#br2" timeOffset="74130.359">9896 15569 653 0,'0'0'1121'0,"0"0"-388"0,0 0-652 0,0 0-80 15,0 0 157-15,0 0 15 0,82 4-48 0,-56 4-6 16,4 2-30-16,2 3-3 15,0 2-22-15,-1 3 54 16,-2 1 72-16,-3 4-86 0,-4-1-57 16,-6 2-28-16,-8 3-16 0,-5 2 22 15,-3 5-25-15,-8 3-9 0,-10 2-42 16,-2 1-15-16,-4 2 6 0,-2-2 3 16,0-2-31-16,-2-6 2 0,5-5-47 15,0-6-53-15,0-4-179 0,4-9-613 0,4-4-503 16,-4-6 1194-16</inkml:trace>
  <inkml:trace contextRef="#ctx0" brushRef="#br2" timeOffset="74547.55">10844 15473 1121 0,'0'0'1725'0,"0"0"-1337"0,0 0-79 0,0 0-50 15,55 95 25-15,-42-51-4 0,-2 7-45 32,-2 6-57-32,-3 3-82 0,-2 2-57 15,-2-2-39-15,-1-4-1 0,-1-3-32 16,0-6-1-16,0-6-12 0,0-4-99 15,0-11-27-15,0-7-39 0,0-7-78 0,0-6-143 0,0-6-120 16,0-7-118-16,0-9-145 0,0-8-560 16,0 1 1236-16,0-20 139 0</inkml:trace>
  <inkml:trace contextRef="#ctx0" brushRef="#br2" timeOffset="74878.385">10947 15716 401 0,'0'0'264'0,"10"-79"-75"0,-2 56 1272 0,3 0-932 15,3 3-115-15,0 4-112 0,2 6-43 16,-1 2-10-16,-1 4-56 0,-3 0-56 0,2 4-44 0,-3 0-53 15,-2 4-28-15,-1 4-9 0,3 3 10 16,-4 6 11-16,-1 5-23 0,0 3-1 16,-4 5-37-16,-1-2 0 0,0 2 13 15,0-1 21-15,0-4-13 0,2 0 16 0,2-2-15 16,5-2-1-16,2-2 13 16,6-1-22-16,2-1 25 15,6 1 0-15,1-2 40 0,2 0 13 16,0-2 6-16,-1-1-7 0,-5 0 10 15,-1-1-19-15,-2-2 0 0,-6 1 3 16,-4 0 6-16,-1 1 6 0,-8 3-9 16,0 2-33-16,-8 7-16 0,-7 3-46 0,-9 3-3 15,-2 1 0-15,-3 0 15 0,-2-4 19 16,2-2-1-16,0-8-5 0,4-3-78 0,-1-3-49 16,3-7-56-16,0-4-113 0,6 0-324 15,0-12-656-15,5 3-423 0,-1-16 1449 0</inkml:trace>
  <inkml:trace contextRef="#ctx0" brushRef="#br2" timeOffset="75215.585">11759 15873 189 0,'0'0'2800'16,"0"0"-2436"-16,0 0-294 0,0 0 32 0,0 0 44 0,0 0 109 0,106 13-7 15,-55-6-83-15,7-4-50 0,1-1-50 16,4-2-38-16,2-5-27 0,0-7 0 16,-3-1-15-16,0-7-31 0,-3-1-193 15,-6-4-84-15,-15 4-275 0,3-9-927 0</inkml:trace>
  <inkml:trace contextRef="#ctx0" brushRef="#br2" timeOffset="75432.573">12500 15536 359 0,'0'0'2572'15,"0"0"-2322"-15,0 0-180 0,0 0 55 16,85 32 37-16,-56-24-7 0,1-2-45 0,0 2-34 0,1-2-44 16,-4 3-32-16,-2 2-25 0,-5 4 3 15,-9 4 3-15,-5 4 19 0,-6 8-1 16,-4 6-37-16,-14 9-3 0,-9 4 13 15,-3 3 12-15,-3 0-3 0,1-3-6 16,2-6-29-16,4-8-92 0,4-5-83 16,8-10-98-16,2-5-315 15,7-8-693-15,5-8 612 0</inkml:trace>
  <inkml:trace contextRef="#ctx0" brushRef="#br2" timeOffset="75695.083">13484 15233 2199 0,'0'0'1122'0,"0"0"-934"0,0 0-137 15,50 78-39-15,-33-41 143 0,-3 6 81 0,2 6 28 16,-6 5-34-16,1 6-73 0,0 4-77 0,-4 3-37 15,0 3-27-15,-1-1-16 0,-3-2-25 16,-2-4-39-16,1-4-156 0,-1-4-153 16,2-5-313-16,-2-13-526 0,2 12-349 0</inkml:trace>
  <inkml:trace contextRef="#ctx0" brushRef="#br2" timeOffset="76592.58">3264 16236 1646 0,'0'0'227'0,"0"0"926"0,0 0-843 0,0 0 46 16,0 0-79-16,0 0-48 0,98 13-58 15,-71-13-38-15,5 0-31 0,1-6-37 16,5-1-50-16,0-3-15 0,-2-2 0 0,-4 0-18 16,0-2-78-16,-2-1-130 0,0 0-96 15,-2-1-227-15,-8 4-737 0,3-5-818 0</inkml:trace>
  <inkml:trace contextRef="#ctx0" brushRef="#br2" timeOffset="76783.069">3836 15956 1770 0,'0'0'610'0,"0"0"-329"0,0 0 95 0,0 0-34 16,0 0-28-16,89 27-106 0,-67-18-54 15,-2 0-44-15,-1-2-14 0,-1 2-55 16,0 1-41-16,-7 0-16 0,-2 0 14 16,-3 4-1-1,-5 2-13-15,-1 8 16 0,-4 4-21 16,-6 3-36-16,-5 5-14 0,-6-1-9 0,-2 5-20 15,-6-3-70-15,0 1-149 0,-4-3-276 16,9-8-557-16,-20 9-437 0</inkml:trace>
  <inkml:trace contextRef="#ctx0" brushRef="#br2" timeOffset="77296.063">2543 16034 1299 0,'0'0'401'16,"0"0"-171"-16,0 0 515 0,0 0-347 15,0 0-152-15,0 0-48 0,0 0-12 16,0 0-28-16,0 0-83 0,0 0-62 16,0 0 46-16,58 89 5 15,-32-36-30-15,1 9-34 0,-1 9-20 16,-3 7 7-16,-5 0-10 0,-4 3-2 0,-4-3-31 15,-4-1-26-15,2-5-161 16,-2-5-93-16,-2-20-328 0,4 8-722 0</inkml:trace>
  <inkml:trace contextRef="#ctx0" brushRef="#br2" timeOffset="87349.773">16269 12450 1155 0,'0'0'716'0,"0"0"71"0,0 0-379 16,0 0-118-16,0 0 21 0,0 0-8 15,0 0-74-15,0 0-77 0,-87-34-52 16,74 34-23-16,-1 10-3 0,-2 8 40 16,7 6 119-16,-2 12-37 0,4 11-11 15,2 5-42-15,2 2-61 0,2 1-31 0,-2-3-20 16,3-7-31-16,0-6 0 0,4-8-34 15,4-9-2-15,4-8 6 0,3-7 12 0,5-7 17 16,3 0 0-16,6-12-1 0,3-9-41 16,0-6-12-1,3-7 19-15,-3-4 3 0,-2-2-19 0,-5 4-24 0,-2-1-25 16,-3 3 52-16,-5 7 31 16,-5 4 17-16,-5 7 1 0,-2 3 0 0,-1 7 40 15,-1 6-1-15,1 0 28 16,-2 3-36-16,3 8-31 0,0 6 0 15,2 5 39-15,2 6 4 0,2 1-19 16,1 0-24-16,2-1-1 0,-1-4-44 16,6-5-13-16,-1-3-88 0,4-7-105 15,2-3 91-15,3-6-78 0,-1 0-85 0,-1-10-213 16,-7 1-435-16,7-12-731 0</inkml:trace>
  <inkml:trace contextRef="#ctx0" brushRef="#br2" timeOffset="87681.981">16910 12395 186 0,'0'0'2537'0,"0"0"-2126"0,0 0-111 0,0 0-34 0,84 66-2 15,-64-38-87-15,0 4-65 0,-1 5-47 16,-3 5-37-16,-2-1 22 0,-4 2-22 16,-3-1-4-16,-4-3-11 0,-1-5 5 15,-2-5 4-15,0-6 6 0,0-6 9 16,0-8 3-16,0-3 6 0,0-6 0 16,0 0 37-16,4-8 43 0,3-9-40 0,3-9-64 15,7-10-22-15,4-10-3 0,2-5-30 16,3-7-41-16,-2 6-15 0,5 2-40 15,-3 5-37-15,0 9-30 0,1 6-50 0,1 9-119 16,-2 3-195-16,-6 6-565 0,7 3-676 0</inkml:trace>
  <inkml:trace contextRef="#ctx0" brushRef="#br2" timeOffset="94014.755">17607 12708 235 0,'0'0'1581'0,"0"0"-940"0,0 0-283 0,0 0-66 16,0 0 31-16,68 73 59 0,-45-64-82 15,2-2-104-15,-1-7-38 0,2 0-47 0,0-11-37 16,0-3-28-16,1-9-24 16,2-5-22-16,-2-4-15 0,1-5-10 15,-3-1-21-15,-4 1-41 0,-5 3 29 16,-6 3 39-16,-6 4 19 0,-4 4 2 16,-2 5 32-16,-10 2 6 0,-5 4-18 15,-5 2-21-15,-4 4 2 0,-4 5 25 16,-2 1-10-16,2 9-15 0,-2 6 18 15,2 5-20-15,1 3 16 0,-1 7 5 16,5 2 0-16,-1 4-4 0,5 3 0 16,2-1-14-16,3 4-4 0,6-4 30 15,5 5-5-15,3-4 61 0,2-1 48 0,3 0-134 16,8-5 0-16,1-2-15 0,7-5 3 16,4-4-34-16,4-3-18 0,9-4-35 0,6-7-48 15,8-2-73-15,5-6-113 0,9-8-235 16,5-8-536-16,-16 1-531 15,32-16 860-15</inkml:trace>
  <inkml:trace contextRef="#ctx0" brushRef="#br2" timeOffset="94518.524">19515 12533 277 0,'0'0'2386'0,"0"0"-2039"0,0 0-212 0,0 0-4 16,-95 36 79-16,80-19 18 0,4 3-64 31,3-2-42-31,5 1-43 0,3-2-10 0,9-1 90 15,4-3 21-15,5-5-63 0,6-1-43 0,4-3-28 0,3-4 0 16,3-1-3-16,3-11-15 0,1-4-1 16,1-4-27-16,0-6-23 0,0-4-82 15,-2-3-15-15,-4 2 9 0,-2-2 31 16,-7 4-4-16,-5 1 28 0,-5 5 26 16,-9 3 30-16,-5 1 0 0,-5 4 0 15,-13 1-23 1,-4 2 1-16,-8 2 10 0,-5 3-10 0,-1 7 12 15,2 0 8-15,0 12 4 0,1 6 33 16,4 10 12-16,1 1-7 0,0 11 13 16,5 1 15-16,1 8-18 0,4 2-10 15,5 0-15-15,1 3-25 0,10-7 0 16,2-3 0-16,5-9-28 0,10-5 16 16,5-7-19-16,3-8-62 0,7-6-10 0,7-8-6 0,2-1-58 15,6-12-258-15,1-3-333 0,0-6-538 16,-9 2-123-16,17-12 1347 0</inkml:trace>
  <inkml:trace contextRef="#ctx0" brushRef="#br2" timeOffset="94871.859">20205 12468 800 0,'0'0'2'15,"0"0"1819"-15,0 0-1294 0,0 0-81 0,0 0-24 16,0 0-116-16,0 0-33 0,0 0-73 16,-91 4-68-16,76 28-19 0,-2 10-3 0,2 2-10 15,1 2 4-15,3-4-10 0,1-4-24 16,4-5-70-16,4-10-3 0,2-6-58 15,0-9-18-15,3-2-12 0,6-6-4 16,2 0 34 0,5-7 16-16,5-9 2 0,1-6-31 15,3-5-39-15,-2-4-10 0,0 0 19 16,-1 1 23-16,-5 1 44 0,-1 2 0 0,-7 2-31 0,-4 6-6 16,-1 7 74-16,-4 3 21 0,0 7 35 15,0 2 19-15,0 9-75 0,-5 7 0 16,1 8 23-16,1 5 8 0,1 8 49 15,2 3 7-15,0 4-23 0,0 6 13 16,2 1 73-16,-1 7-22 0,-1 0-58 16,0 0-21-16,-6-2-9 0,-2 0-40 0,-1-2-1 15,0-2-54-15,4-5-107 16,-1 0-9-16,3-8-7 0,1-4 2 0,2-8-150 16,3-9-373-16,6-9-401 0,-2-5-390 15,9-15 730-15</inkml:trace>
  <inkml:trace contextRef="#ctx0" brushRef="#br2" timeOffset="95262.608">20627 12387 947 0,'0'0'335'16,"0"0"874"-16,0 0-749 0,0 0-34 15,-12 97-37-15,9-53-24 0,1 5-110 16,-1-2-78-16,1 1-26 0,-1-6-22 16,3-3-56-16,0-7-66 0,0-8-7 0,0-5-19 15,2-8-2-15,4-9-62 0,2-2-28 0,4-1 40 0,1-7 10 32,4-8-7-32,0-6-22 0,5-4-6 0,1-5-26 0,0-2-35 0,-3 0 10 15,0-4 52 1,-4 3 48-16,-1 3 31 0,-7 2 16 0,0 9 1 15,-3 8 40-15,-2 7 47 0,-2 5 72 16,-1 1-15-16,0 10-29 0,0 6 5 16,0 6-13-16,0 5-28 0,0 1-3 15,-1 4 28-15,-1-6 6 16,0 0-56-16,2-7-55 0,-3-4-10 16,3-4-26-16,0-5-75 0,0-5-67 0,8-2-36 15,1-6-7-15,4-7-200 0,6-6-614 16,-6 3-784-16,11-14 1520 0</inkml:trace>
  <inkml:trace contextRef="#ctx0" brushRef="#br2" timeOffset="95431.648">21060 12471 1375 0,'0'0'95'16,"0"0"1258"-16,0 0-972 0,0 0-43 16,0 0 28-16,9 81-37 0,-7-56-25 15,1 1-51-15,-2-5-69 0,1 1-74 16,0-4-62-16,-2-4-48 0,4-1-10 0,-4-5-29 0,0-3-102 0,0-2-71 15,0-3-56-15,0 0-130 0,0-10-364 16,-4 4-1386-16,0-14 1041 0</inkml:trace>
  <inkml:trace contextRef="#ctx0" brushRef="#br2" timeOffset="95581.466">20948 12260 1747 0,'0'0'1763'0,"0"0"-1312"15,0 0-131-15,0 0-47 0,0 0-98 16,0 0-77-16,0 0-98 0,95-39-3 16,-69 27-203-16,-1 0-190 0,-5 4-547 15,0-3-972-15</inkml:trace>
  <inkml:trace contextRef="#ctx0" brushRef="#br2" timeOffset="96053.694">21510 12547 1375 0,'0'0'1606'0,"0"0"-1174"0,0 0-160 0,26 92 15 16,-20-62 17-16,0 1-69 0,-2-1-65 16,-3-4-69-16,2-4-42 0,-1-7-44 15,-1-5-13-15,2-4 26 0,2-4 36 16,4-2-6-16,0 0 9 0,6-7 4 16,5-6-29-16,3-7-42 0,-1-6-6 15,3-5-37-15,0-5-21 0,-2-1-21 16,-2-1-16-16,-2-4-13 0,-5 2-27 15,-2 3-38-15,-2 3-48 0,-3 6-178 0,-2 8-351 16,1 5-556-16,-4 5-194 0,4 8 1294 0</inkml:trace>
  <inkml:trace contextRef="#ctx0" brushRef="#br2" timeOffset="96706.469">22010 12544 376 0,'0'0'153'0,"0"0"-153"0,0 0 1489 0,0 0-987 16,-7 74-74-16,-2-55-92 0,2 1-47 0,-2-2-42 15,1-2-46-15,2-3-75 0,3-3-89 16,0-3-37-16,2-3 0 0,1-3 16 16,0 0 18-16,0-1-21 0,0 0-13 15,0 0-10-15,1 0 10 0,2 0 2 16,0 0 17-16,-1-4 9 0,1-1-6 15,0-1-22-15,0-3-1 0,2 0-15 0,-2-2-12 0,-2 0-12 16,2-1-19-16,0 0 9 0,0 3 15 16,0-2-6-16,1 4-22 0,-1 0-12 15,0 3-7-15,0-1 16 0,0 1 15 16,0 0 28-16,-3 0 23 0,2 0 41 16,-2-2-3-16,0 1 3 0,0 1 6 15,0-1 25-15,0 0 13 16,0-1-2-16,0 0-21 0,0 0-15 15,0 0-4-15,0 3 10 0,0-2 0 16,-2 1-13-16,-4 1-6 0,0 0-33 16,-3 2-1-16,-1 1-21 0,-2 0-38 15,-2 11 19-15,0 5 17 0,-2 6 23 16,2 6 53-16,-2 5-7 0,1 2 4 0,1 2-4 16,1 0-12-16,-1-2-12 0,5-4-3 15,2-6-19-15,4-8 0 0,3-4 0 0,0-5 44 16,4-6 5-16,6-2-18 0,7 0-13 15,2-6-18-15,7-8-25 0,3-5-43 0,1-5-3 16,1-3 3-16,-3 2 24 0,-2 0 1 16,-4 3 9-16,-2 2 18 0,-6 3-12 31,-3 5 14-31,-5 4 14 0,-4 2 0 0,1 5 0 16,-3 1 12-16,0 1 14 0,0 6-24 0,0 5 67 15,0 6-13-15,0 1-12 0,3 2-10 16,0 1 24-16,3-1 26 0,-1-6-62 15,4-3-22-15,0-3-12 0,2-7-7 16,2-2-73-16,2 0 15 0,1-7-51 16,4-9-83-16,-1-1-94 0,2-6-208 0,1-3-557 15,-6 7-768-15,5-13 1420 0</inkml:trace>
  <inkml:trace contextRef="#ctx0" brushRef="#br2" timeOffset="96954.626">22502 11866 950 0,'0'0'1373'16,"0"0"-738"-16,0 0-220 0,2 89-63 16,0-46 14-16,-1 9-9 0,-1 7-79 0,0 5-63 15,0 7-50-15,-3 3-49 0,-6 3-52 16,-2-1-37-16,-2-1-27 0,-1-3-15 15,2-7-3-15,5-7-7 0,2-12-2 16,5-8-34-16,7-11-89 0,9-9-15 0,7-7-32 16,5-11-121-16,3-4-376 0,3-12-725 15,-6 2-632-15,11-17 2025 0</inkml:trace>
  <inkml:trace contextRef="#ctx0" brushRef="#br2" timeOffset="97423.697">22788 12664 1372 0,'0'0'1012'16,"0"0"-230"-16,0 0-375 0,-1 64-135 15,1-45 33-15,0-2-19 0,3-3-79 16,4-6-90-16,7-4-31 0,5-4-49 0,7-4-37 16,5-10-34-16,5-8-40 0,4-5-95 31,-3-3-82-31,-1-2-80 0,-2 4-132 0,-9 0-60 16,-2 4 76-16,-9-1 101 0,-9 3 87 15,-5 0-1-15,0 1 260 0,-10 1 58 16,-2 2 286-16,-5 2 67 0,0 9-37 15,-2 5-76-15,-1 2-72 0,-3 15-67 16,1 8 5-16,-4 8 34 0,1 9 50 16,0 5-2-16,3 1-9 0,1 1 12 0,4-4-32 0,6-5-98 15,9-8-80-15,2-5-2 0,5-8 29 16,12-5 29-16,5-9-95 0,7-3-25 16,11-15-57-16,4-5-88 0,6-8-50 15,1-5-182-15,0 0-230 0,-4-3-330 16,-3 4-7-16,-6 1-70 0,-7 2 214 15,-5 1 652-15,-10 7 173 16,-4 4 0-16,-9 6 189 0,-3 10 183 16,-3 2-252-16,-9 12 1878 0,-1 6-1363 15,-3 6-286-15,-1 2-47 0,1 2-14 16,3 2-12-16,2-1-23 0,6-5-39 16,5-2-95-16,2-5-18 0,12-5-13 15,6-4-64-15,4-7-24 0,7-2-36 0,4-8-55 16,4-7-47-16,1-5-42 0,2-4-112 0,-2-5-205 15,-1-1-242-15,-1-5-330 0,0-3 11 16,-2-5-83-16,-7 6 1042 0</inkml:trace>
  <inkml:trace contextRef="#ctx0" brushRef="#br2" timeOffset="97792.359">24028 11853 408 0,'0'0'450'16,"0"0"-369"-16,0 0 1425 0,0 0-1014 0,0 0 29 0,4 86-144 15,-7-42 9-15,3 6 1 0,0 4-73 16,0 6-64-16,0 5-37 0,0 2-55 15,0 1-34-15,9-1 0 0,2-3-54 16,9-8-40 0,5-4-3-16,10-5 3 0,6-8-12 0,3 0-16 0,3-9-2 15,-2-3-15 1,0-5-18-16,-8-4-21 0,-1-6 2 16,-10-4-8-16,-4-2-7 0,-11-5-18 0,-8-1-30 15,-3 0 18-15,-11-7 0 0,-14-7-62 16,-7-7-48-16,-7-4-125 0,-7-2-177 15,-1-2-25-15,-8-2-40 0,-3-2-77 16,-2 3 18-16,-1 1 552 0,7 2 81 0,7 5 432 16,7 7 50-16,13 5-117 0,7 3-202 15,9 3-29-15,4 3 131 0,7 1 108 16,9-2-24-16,11-2-150 0,15-3-87 16,12 0-35-16,14-4-3 0,9 1-62 0,10-2-12 15,2-1-46-15,-1 4-28 0,-6-1-152 16,-5 3-134-16,-8-1-292 0,-10 0-641 0,-15 4-393 31,1-4 1373-31</inkml:trace>
  <inkml:trace contextRef="#ctx0" brushRef="#br2" timeOffset="101244.462">16518 14202 1790 0,'0'0'1049'15,"0"0"-655"-15,0 0-19 16,0 0-110-16,0 0-10 0,0 0-9 16,0 0-116-16,0 0-43 0,0 0 36 0,0 0 0 15,92 50-44-15,-70-18-14 0,-6 5-26 16,-5 1-23-16,-2 0-1 0,-2 0-15 0,-1-5-15 0,-2-2 2 15,2-6-14-15,-2-6-4 0,-1-6-8 16,0-5-41-16,0-6-43 0,4-2-3 16,0-5 15-16,5-7 18 15,2-7-19-15,2-6-19 0,0-5 47 16,-3-2 26-16,4 0 39 0,-4-2 16 16,1 2 2-16,-3 1 1 0,-1 4 3 15,-2 5 26-15,-2 5-17 0,0 8 4 16,-2 3 57-16,-1 6 11 0,0 0-22 15,0 8 4-15,3 9 45 0,-4 2-46 16,-2 4-25-16,0 3-18 0,0-2-22 16,0-2 0-16,0-3-1 0,3-5-27 0,0-4 3 0,2-4-2 15,1-4 25-15,2-2 2 0,4 0 1 16,2-8 26-16,3-5 1 0,-1-3-1 16,1-2-26-16,-3 0 1 0,1 1-2 15,-5 5 0-15,-1 3-28 0,0 5 0 0,-4 3-12 16,1 1 40-16,0 5 3 0,2 6 81 15,1 5-13-15,-1 2-19 16,0 2-15-16,1 0-6 0,-4 1 3 0,4 0-13 16,-3-1 1-16,2 0-12 0,0-2-10 0,-1-1-3 0,0-3-25 15,3-2-6-15,-1-4-79 0,1-3-66 16,4-3-64-16,1-2-158 0,2-2-339 16,1-6-655-16,-4 0 129 0,5-9 828 0</inkml:trace>
  <inkml:trace contextRef="#ctx0" brushRef="#br2" timeOffset="101576.201">17404 14353 78 0,'0'0'1308'0,"0"0"-89"0,0 0-756 0,0 0-157 31,0 0-33-31,0 0-33 0,0 0-70 0,0 0-63 0,88 40-30 16,-62-47-27-16,7-8-22 0,-1-4-28 0,3-6-51 15,-1 0-70-15,-5 0 10 0,-2 0 27 16,-7 3-17-16,-6 3 10 0,-6 2 34 0,-5 6 41 15,-3 0 16-15,-6 4 35 0,-5 0-13 16,-5 4 16-16,-3 1 34 0,-2 2 32 16,-2 3-57-16,1 10 7 0,-1 7 25 15,1 3-2-15,-1 6-2 16,6 8 18-16,-2 1 22 0,3 5-4 16,2 3-3-16,2 0-16 0,4-3-31 15,2-4-61-15,6-7-20 0,0-7-11 16,11-7-27-16,4-7-56 0,11-4 18 15,4-7 4-15,8-4-51 0,6-10-129 16,2-7-220-16,5-6-304 0,-1-5-478 0,-1-2-76 16,0-1 1327-16</inkml:trace>
  <inkml:trace contextRef="#ctx0" brushRef="#br2" timeOffset="101875.028">18054 14283 330 0,'0'0'196'0,"0"0"-85"0,0 0 1766 16,0 0-1125-16,0 0-336 0,0 0-101 0,0 0-61 15,-56 75 0-15,45-47-29 0,2 0-47 16,-1-3-40-16,6-5-62 0,2-4-48 15,2-2-28-15,0-7 0 0,2-2-22 16,2-3 4-16,7-2 0 0,2-1-16 16,2-10-6-16,2-5-24 0,3-4-43 0,0-2-44 0,-2 0-18 15,-1 0-5-15,-3-1 31 0,1 2 9 16,-4 0 5-16,-2-1 22 16,-5 4 104-16,0 0 3 0,-2 7 91 15,-2 3 138-15,0 6 11 0,0 2-42 0,0 0-69 16,1 3-49-16,-1 9-52 0,0 4 5 31,3 2 26-31,-3 3 29 0,2 3 47 0,1-4-50 0,1-1-59 0,0-1-26 16,2-5-24-1,3-1-10-15,-4-3-69 0,3-5-38 16,-1-3-37-16,1-1-6 0,3-5-86 16,-1-5-263-16,3-6-666 0,-5 5-860 15,3-13 1526-15</inkml:trace>
  <inkml:trace contextRef="#ctx0" brushRef="#br2" timeOffset="102172.101">18374 14109 665 0,'0'0'662'0,"0"0"677"15,0 0-847 1,0 0-34-16,26 92-33 0,-19-63-106 16,-1 2-90-16,1-3-54 0,-1-3-64 15,3-3-59-15,-1-3-37 0,0-2-15 0,0-3-1 16,1-3 0-16,1-3-2 0,0-4-19 15,3-4-134-15,2-1 45 0,3-10 16 16,1-5-32-16,1 0-22 0,-1-2 24 16,-5 1 50-16,-2 1 75 0,-4 4 6 0,-5 5 41 15,0 3 78-15,-1 3 61 0,-1 1-4 16,1 0-43-16,-1 0-28 0,-1 5-38 0,2 2-12 16,-2 3-6-16,1 1-3 0,0 2 18 15,-1-2 46-15,5 0-50 0,2-1-66 16,1-1-18-16,6-3-34 0,4-2-73 15,4-4-58-15,0 0-84 16,6-10-237-16,3-6-548 0,-4 2-645 0</inkml:trace>
  <inkml:trace contextRef="#ctx0" brushRef="#br2" timeOffset="102430.869">19158 14108 1145 0,'0'0'2136'15,"0"0"-1717"-15,0 0-142 0,0 0 70 16,-85 40-46-16,59-22-86 0,5 2-47 15,1-1-52-15,3 0-43 0,5-2-39 16,4 1-23-16,5-3-11 0,3 2-15 16,0-1 12-16,6-2-31 0,5 4 16 15,4-3-3-15,3 2-4 0,3-2 13 16,-1 1 9-16,-1-3-12 0,1-1 3 0,-1 2 9 16,-2 1-1-16,0-1 4 0,-3-1 22 15,-2 0 36-15,-6-1-28 0,-6 0-2 16,0 2 23-16,-9 0-17 0,-5 2-34 0,-9-1-12 15,1-3-16-15,-6 1-57 0,0-3-31 0,-2-5-49 16,0-1-87-16,1-1-169 0,-1-3-612 16,7 0-888-16</inkml:trace>
  <inkml:trace contextRef="#ctx0" brushRef="#br2" timeOffset="103885.946">4729 13265 2359 0,'0'0'520'0,"0"0"-289"0,0 0-33 0,0 0 88 0,0 0-34 15,0 0-64-15,0 0-52 0,0 0-2 16,0 0 15-16,0 0 14 0,-8-9-30 16,8 15-23-16,3 6-64 15,4 5-3-15,0 13 15 16,3 4-12-16,3 10-12 0,-1 4-10 0,-2 11-6 16,4 4-2-16,-1 8-4 0,0 5-12 15,0 4-2-15,3 2 0 16,-2 4-14-16,2-3-8 0,-1 4 0 0,-1-3-1 15,-1-2 4-15,-1-4-10 0,-1-3 16 16,-4-4-6-16,-1-6-10 0,-3-11 6 0,1-6 10 16,-1-9-6-16,0-11-10 15,3-6-37-15,-5-8-48 0,3-4-5 16,1-4 10-16,-2-5-4 0,1-1-34 16,-1-1 13-16,0-8 14 0,1-3-67 15,-4-5-109-15,0-4-190 0,0-7-277 0,-4-2-621 16,0 5 598-16</inkml:trace>
  <inkml:trace contextRef="#ctx0" brushRef="#br2" timeOffset="104217.625">5010 13466 797 0,'0'0'107'15,"0"0"69"-15,0 0 811 0,0 0-566 16,0 0-96-16,0 0-42 0,0 0 23 16,0 0-49-16,0 0-58 0,0 0-27 15,13 73-43-15,-7-46-13 0,1 7 5 16,-1 3-41-16,3 3-30 0,0 5-16 0,0 3 6 0,2 4 0 16,0 5-18-16,-1 4-22 0,2 1 0 0,-2 2-1 15,0 0-15-15,-1-3 13 0,-2 1-22 16,2-3 1-16,-1-5-4 0,-1-4-6 15,1 0-6-15,-1-5-25 0,0-4-44 16,0-6 19-16,-3-4-10 0,2-6 5 16,-3-4 4-16,3-8-19 15,-3-3-31-15,-2-4-69 0,2-2-86 16,-3-4-114-16,3 0-234 0,-2 0-509 16,1-6 201-16</inkml:trace>
  <inkml:trace contextRef="#ctx0" brushRef="#br2" timeOffset="105436.364">10611 12739 130 0,'0'0'287'0,"0"0"985"0,0 0-737 16,0 0-166-16,0 0-76 0,0 0 12 0,0 0-41 16,0 0-45-16,0 0-74 0,13 81-26 15,-9-61-15-15,2 5 0 0,4 3 21 16,-3 7-11-16,3 3-21 0,-1 6-9 15,-1 4-16-15,0 5-16 0,-4 2-15 0,-1 4-19 16,1 3 10-16,-2 3-16 0,2 4-12 0,2 3 1 16,2 6-1-16,3 4-15 0,1 5-10 15,3 0 13-15,-1 4 12 0,1-4-34 16,0-3-12-16,0-4-37 0,-1-8 12 16,-1-11-7-16,0-5 26 0,2-11 51 15,-4-8-15-15,2-7-9 0,-3-9-28 16,1-4 0-16,-2-7-21 15,-3-3-24-15,0-3-6 0,0-3-75 16,-2-1-96-16,0-6-105 0,-1-6-102 16,-1-4-181-16,-1-5-526 0,-1 4 1012 15,0-23-113-15</inkml:trace>
  <inkml:trace contextRef="#ctx0" brushRef="#br2" timeOffset="105907.231">10834 12858 424 0,'0'0'160'15,"0"0"-89"-15,0 0 1066 0,0 0-605 16,0 0-164-16,0 0-98 0,0 0 21 16,0 0-17-16,16 83-46 0,-9-55-27 15,3 5-43-15,3 1-31 0,0 3-8 0,0 4-5 16,3 1-33-16,-2 2-32 0,4 2 6 0,-2 3-15 16,4 3-6-16,-3 4 3 0,3 2-15 15,0 1-20-15,1 1 16 16,-1 1-16-16,0 2-1 0,-1-1 1 15,-1-1 0-15,-3 3 9 0,-1 0-11 0,-2-1-25 16,-2-3-9-16,-3 1-3 0,2-4 10 0,-2-3-19 0,3-4-19 16,-3-5 43-16,0-5 22 0,1-7 2 15,-4-4-2-15,2-2-12 0,-1-7-22 16,0-3-16-16,-2-4-18 0,1-4-25 16,-1-3-22-16,-3-4-35 0,3-2-48 15,-2-2-77-15,3-8-216 0,-4-3-211 16,0-4-617-1,2 4 697-15,-2-12 296 0</inkml:trace>
  <inkml:trace contextRef="#ctx0" brushRef="#br2" timeOffset="108373.888">7926 13081 2060 0,'0'0'657'16,"0"0"-179"-16,0 0-131 0,0 0-16 16,0 0-73-16,0 0-102 0,0 0-81 15,0 0-38-15,0 0-37 0,0 0-11 0,0 0 8 16,0 12 0-16,0-2 3 0,0 3 0 16,0 4-15-16,-1 2-75 0,-4 1-155 15,1 4-113-15,-5 0-321 0,5-5-861 16</inkml:trace>
  <inkml:trace contextRef="#ctx0" brushRef="#br2" timeOffset="108558.901">7881 13511 818 0,'0'0'421'16,"0"0"456"-16,0 0-618 0,0 0 52 16,0 0 32-16,0 0-23 0,0 0-139 15,0 0-114-15,35 72-54 0,-31-59-13 16,1 1-19-16,-3-2-41 0,2 5-60 15,-1-3-37-15,0 1-6 0,-3 0 29 16,0-1-4-16,0 1 6 0,2-3-46 0,-2 0-197 16,3 1-324-16,-2-1-344 0,2 0 858 15,0-1 90-15</inkml:trace>
  <inkml:trace contextRef="#ctx0" brushRef="#br2" timeOffset="108747.988">7999 13908 417 0,'0'0'108'15,"0"0"-43"-15,0 0 1212 0,0 0-791 0,0 0-99 16,0 0-65-16,26 73-35 0,-22-64-84 0,1 1-152 15,-1-1-51-15,-1 0 0 0,2 0-13 16,-1 3-12-16,0-1-10 0,0 5-3 16,1 1 3-16,-1-1 35 0,-1 1-3 15,0 0 0-15,1-3-45 0,-1 0-44 0,0-1-103 16,0 0-120-16,-3-1-269 0,0 1-729 16,0-3 743-16,0 4 309 0</inkml:trace>
  <inkml:trace contextRef="#ctx0" brushRef="#br2" timeOffset="108962.411">8090 14299 375 0,'0'0'225'16,"0"0"1331"-16,0 0-967 0,0 0-223 15,0 0-159-15,0 0-45 0,0 0-54 16,0 0-51-16,0 0-35 0,0 0-3 16,0 78 10-16,0-56 9 0,0 2 40 15,1 0-24-15,1 1-4 0,-2-1 22 16,0-2-17-16,0-3-27 0,0-1-10 15,0-1-18-15,0 1 0 0,-3-3-18 0,0 1-77 0,-2-1-59 16,2-2-54-16,-2-1-65 0,2-2-121 16,1-1-163-16,-1-3-420 0,-2-1-72 15,2-3 1013-15,-1 2 36 0,-4-4-268 0</inkml:trace>
  <inkml:trace contextRef="#ctx0" brushRef="#br2" timeOffset="109260.306">7828 14664 715 0,'0'0'121'15,"0"0"436"-15,0 0 151 0,0 0-290 16,0 0-163-16,0 0-2 0,0 0-3 0,0 0-37 16,0 0-48-16,0 0-42 0,79 59-35 0,-63-43 0 0,0-1 0 15,-3-1-9-15,1 1-4 16,-2-4-13-16,-3-3 0 0,0 0 3 0,0-4-9 15,1-2 0-15,0-2 12 0,2 0 80 16,-2 0 2-16,3-4-61 0,-3-2-43 16,0-1-22-16,0-1-8 0,0 1-13 15,-1 0 15-15,2-4 4 0,-2 1-1 0,1-5-9 0,3-4-10 16,0-4-2-16,4-7-27 16,-1-6-56-16,3-6-58 0,5-8-52 0,-2-2-33 31,3-9-81-31,1 4-264 0,1 0-555 0,-8 15-676 0,2-3 1323 0</inkml:trace>
  <inkml:trace contextRef="#ctx0" brushRef="#br2" timeOffset="111131.753">8191 13333 809 0,'0'0'244'15,"0"0"825"-15,0 0-616 0,0 0-131 16,20 66-104-16,-11-38-17 0,0 4 28 16,-2 2-39-16,0 0-67 0,-1 0-60 15,-3 1-23-15,-2-3-27 0,-1-1-1 16,0 1-12-16,0-5-22 0,-1-2-3 15,-2-4-6-15,1-8-38 0,-1-1 28 0,3-8 0 0,-1 0 6 16,1-4 22-16,0 2 13 0,0-2 10 16,0 0-10-16,0 0-38 0,0 0 6 15,3-2 13-15,4-2 13 0,3 0 6 16,3-2 0-16,0 0-2 0,1 2-20 0,1 2-7 31,-3 1 1-31,0 1 12 0,-3 0 15 0,-3 1 1 16,2 5 92-16,-5-1 22 0,-1 2-20 15,-2 3-18-15,0 0-39 0,0 1-8 16,0 1-11-16,-5-1-5 0,2 1-13 16,-5-3-1-16,4 1 1 0,-2-2-10 0,0-3 10 15,-2-1-25-15,0-4-40 0,0 2 2 16,-3-2-7-16,-1 0-21 0,0-2-45 16,-2-5-77-16,2-3-75 0,0 0-159 0,4-2-210 15,4-1-498-15,2 6 845 0,2-7 112 0</inkml:trace>
  <inkml:trace contextRef="#ctx0" brushRef="#br2" timeOffset="111316.975">8475 13658 424 0,'0'0'225'16,"0"0"528"-16,0 0 42 0,0 0-323 15,0 0-195-15,0 0-85 0,0 0-57 0,0 0-69 16,0 0-56-16,0 0-10 0,3 53-25 15,-3-49-26-15,0 0-49 0,-3 1-85 16,0 2-85-16,-1-1-179 0,-1 0-285 16,-2 0-388-16,2-2 1050 0,-4 1-6 0</inkml:trace>
  <inkml:trace contextRef="#ctx0" brushRef="#br2" timeOffset="112519.54">8201 13371 395 0,'0'0'185'0,"0"0"-181"0,0 0 827 0,0 0-178 0,0 0-223 15,0 0-136-15,0 0 59 0,0 0 7 16,0 0-88-16,0 0-46 0,0 0-37 16,11 9-21-16,-2 0 8 0,0 7 18 15,4 6-68-15,-3 4-43 0,2 5-25 16,-1 4-3-16,-1 2-9 0,-1 4-13 15,1 1-8 1,-3-1-22-16,-1-2 14 0,-2 0-16 16,-1 0-1-16,-1-3 1 0,-1-1-1 0,3-5-3 15,-2-1-24-15,-1-8 2 0,-1-3 7 16,3-4 6-16,-3-7 0 0,0-3-16 16,0-1-39-16,1-3-40 0,-1 0-19 15,0-1-37-15,2-5-23 0,-1-4-60 16,2-3-203-16,-3-6-316 0,0 2-830 0,0-12 401 0</inkml:trace>
  <inkml:trace contextRef="#ctx0" brushRef="#br2" timeOffset="112750.916">8071 13174 835 0,'0'0'469'0,"0"0"662"0,0 0-645 0,0 0-70 16,0 0-89-16,0 0-3 0,0 0-79 15,0 0-65-15,0 0-68 0,0 0-60 16,35-69-52-16,-25 61-19 0,0 2-31 0,0 1-83 16,6 0-94-16,-1 2-106 0,3 1-267 15,0 1-717-15,-4 1-494 0,2 0 1752 0</inkml:trace>
  <inkml:trace contextRef="#ctx0" brushRef="#br2" timeOffset="113036.023">8435 13134 292 0,'0'0'974'0,"0"0"-41"0,0 0-507 0,0 0 24 16,-3 67-67-16,0-46-32 0,-2 4-102 16,1 0-83-16,3-1-70 0,1-1-40 15,0-2-25-15,0-2-20 0,1-1-11 0,8-1 0 16,-2-2-2-16,3 1-1 0,3-1 0 15,0-1-12 1,3 2 15-16,-3-1-1 0,4 2 1 16,-2 0 0-16,0-2 2 0,-3 1-2 15,-2-1 0-15,0-1 0 0,-3 2 2 16,-4-2 1-16,-1-1 0 0,-2 4 19 16,0-3-19-16,-5 4 12 0,-6-2-13 15,2 0-2-15,-2-1-28 0,-2-2-61 0,1-1-45 16,2-3-39-16,0-3-25 0,3 0-89 0,1-5-188 15,2-1-497-15,1-3-338 0,1-4 1010 16,2-11-180-16</inkml:trace>
  <inkml:trace contextRef="#ctx0" brushRef="#br2" timeOffset="113352.091">8701 13508 422 0,'0'0'2'0,"0"0"1348"16,0 0-588-16,0 0-234 0,0 0-133 0,0 0 0 15,38 83-74-15,-31-60-75 0,0-8-107 16,-1 0-78-16,5-6-45 0,-2-1-15 0,3-4 2 16,2-3 0-16,-1-1-3 0,4-1-48 15,-1-7-26-15,3-8-19 0,-1-3-19 16,0-1-3-16,-1-4-16 0,-4 1-24 0,1-2-11 16,-5 3 45-16,0-3 74 0,-5 3 46 15,-2 0 1-15,-2-1 3 0,-3 6 54 16,-7 1 35-16,-1 1 15 0,-1 4-7 15,0 3-6-15,1 3-2 0,-1 5-61 16,2 0-31-16,-4 6-68 0,0 6 1 16,0 2-2-16,3 4 16 0,0 0 5 0,2 0 4 0,1-1-91 15,-1 2-132-15,4 0-264 0,-4 2-560 16,5-6-291-16,-2 8 1095 0</inkml:trace>
  <inkml:trace contextRef="#ctx0" brushRef="#br2" timeOffset="113609.834">9322 13559 466 0,'0'0'3132'0,"0"0"-2659"0,0 0-473 15,0 0-152-15,0 0-65 0,0 0-68 16,0 0-404-16,0 0-1468 0,0 0 2127 0</inkml:trace>
  <inkml:trace contextRef="#ctx0" brushRef="#br2" timeOffset="116930.672">6182 13827 427 0,'0'0'13'0,"0"0"95"15,0 0-66-15,0 0-39 0,0 0 8 16,0 0-11-16,0 0 0 0,0 0 74 15,0 0 31-15,0 0 74 0,0 0 42 16,-6-9 33-16,6 7-23 0,0 2-58 0,0 0 2 0,0 0-16 16,0 0-62-16,-2 0-49 0,2 0-25 15,-2 2 0-15,1 0 3 0,-1-1 19 16,-1 2-44-16,-1-2 38 0,0 1-10 16,1 0 68-16,1-1 12 0,1 1 27 15,-1-2-24-15,2 0-38 0,0 0-17 16,0 0 1-16,0 0 6 15,0 0 3-15,0 0-10 0,0 0-6 16,0 0-3-16,0 0-4 0,0 0-24 16,0 0-17-16,0 0-1 0,0 0 1 0,0 0-3 15,0 0 0-15,0 0-3 0,0 0-13 16,0 0 3-16,0 0 11 0,0 0 0 16,0 0-1-16,0 0 0 0,0 0-10 15,0 0 13-15,0 0 0 0,0 0 0 0,0-2 1 16,2-1-1-16,-1 1 13 0,1-2 3 0,-1-1-16 15,1 0-1-15,-1-1 1 16,2-2 0-16,1 1 2 0,-1 0-2 0,2-4-16 16,0 0-10-16,4-3 24 0,0 0-1 15,2-3-29-15,-1 1 29 0,0 2-10 16,2 1 11 0,-1 2-23-16,1 2-20 0,4 5 10 0,-2 1-22 15,6 3 15-15,3 0 23 0,3 3 7 16,3 5 11-16,0 1 2 0,0 2 1 15,3 3-2-15,-1-1-2 0,-3-1 2 16,-1 2 16-16,-3 0 13 0,-1 0 16 16,-4 1-4-16,-3 5-9 0,-3 2 0 15,-3 2-19-15,-4 1 44 0,-3 5-41 0,-3 5-16 0,0 2 22 16,-5 2-3-16,-4 2-16 0,-2-2 0 16,0-2 1-1,-4-1-2-15,4-5 17 0,-3-4-19 0,3-2 0 0,-2-2-26 16,2-8-5-16,-1 0-58 0,-1-5-100 15,2-2-54-15,-2-4-118 0,0-2-131 16,1-2-119-16,-2-4-53 0,2-8 77 0,4 5 460 16,-8-12 127-16</inkml:trace>
  <inkml:trace contextRef="#ctx0" brushRef="#br2" timeOffset="117155.2">6372 14170 404 0,'0'0'160'0,"0"0"65"0,0 0 937 15,0 0-857-15,0 0-59 0,8 69-117 0,-8-47-13 16,0 6 29-16,0-2-14 0,0 4-3 16,0-3-26-16,1 0 0 0,2-1-13 0,5-4-12 15,0-1-1-15,5-6 9 0,5-5-44 16,5-5-9-16,2-4-7 0,8-1-3 16,4-8 9-16,5-8-31 0,7-6-2 15,2-3-70-15,5-4-58 16,2-1-41-16,-1-2-112 0,-13 9-328 0,21-15-897 0</inkml:trace>
  <inkml:trace contextRef="#ctx0" brushRef="#br2" timeOffset="117815.589">9207 13553 124 0,'0'0'1760'0,"0"0"-1507"0,0 0-247 0,0 0 7 15,0 0 104-15,1-78 197 0,10 64 40 32,3 0-111-32,2 0-51 0,7-1 1 15,1 2-19-15,2 1-38 0,0 0-39 0,-1 2-18 0,2 1-16 0,1-1-26 16,-3 3-18-1,4 1-16-15,-1 1-3 0,-1 4-1 16,2 1-2-16,-3 0-19 0,1 7 22 0,-1 8 25 16,-1 5 16-16,-5 5-4 15,-6 8-6-15,-3 4-3 0,-6 5 9 0,-5 4-6 16,-4 3 34-16,-8 2-6 0,-2 0 0 16,-5 1-22-16,-1-4-22 0,1 1-15 15,-2-8-2-15,2-3-19 0,1-6-10 16,1-2-6-16,4-6-68 0,-1-3-26 15,1-1 7-15,4-7 4 0,-1-1 4 16,3-5-38-16,0-4-87 0,1-3-96 16,-4 0-48-16,1-3-219 0,-1-7-591 0,1 2 677 0,-9-8 195 15</inkml:trace>
  <inkml:trace contextRef="#ctx0" brushRef="#br2" timeOffset="118016.242">9374 14059 1527 0,'0'0'825'16,"0"0"-94"-16,0 0-536 0,0 0-170 15,0 0 109-15,0 0 151 0,0 0-8 16,0 0-135-16,-1 69-83 0,1-56-40 0,0 2-1 0,4-3 66 31,5-1 3-31,-2-1 9 0,5-5 31 0,3-1 11 16,5-4-21-16,2-4-38 0,7-10-11 16,6-8-38-16,6-9-30 0,1-7-24 15,7-8-83-15,0-2-108 0,4-2-63 16,1 3-247-16,-15 13-746 0,11-3-1329 0</inkml:trace>
  <inkml:trace contextRef="#ctx0" brushRef="#br3" timeOffset="-97071.402">29459 3898 760 0,'0'0'26'0,"0"0"-13"0,0 0 23 0,0 0-36 15,0 0-176-15,0 0-101 0,0 0 68 16,0 0 36-16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52:29.69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2059 1664 725 0,'0'0'1'0,"0"0"-1"0,0 0 531 0,0 0-205 0,0 0-99 15,0 0-6-15,0 0 74 16,0 0-8-16,-5-72-3 16,5 60-34-16,0-1-30 0,-1 2-42 15,1-1-23-15,-1 4 28 0,-1-2-39 0,1 4-8 16,-2-1-18-16,3 4-19 0,-1-1-15 16,-1 3-19-16,1-2 3 0,1 3-13 15,-2-1-5-15,1 1-32 0,1 0-18 16,0 0-40-16,-2 1-19 0,1 5-18 15,-3 9-15-15,-4 7 36 0,-6 16 54 0,-2 8 1 16,-4 13-1-16,-3 5-15 0,0 4 17 16,-2-3 22-16,2 0-22 0,2-8-22 0,2-4 19 15,0-3 3-15,-1-2-2 0,4 0-29 16,-2-3-9-16,3-4 37 0,2-4-21 16,3-7-1-16,6-8-13 0,1-8-12 0,3-7 22 31,0-5 0-31,0-2 6 0,1 0 22 0,3 0 20 15,4 0 5-15,5 0-3 0,-3-3-22 16,1-2-23-16,1 1-24 0,-2 2 2 16,-1 1-17-16,-1 1-1 0,2 0 9 15,1 0 4-15,0 7 50 0,0 4 19 0,4 2 6 16,-2 6 35-16,0 5-29 0,3 7 19 16,-3 2 67-16,-1 6-73 0,-1 3-3 0,-4 4-41 15,0 0 0-15,-1 0-4 0,0 2-24 16,-2-5 26-16,2-1-41 0,1-2-84 15,0-8-49-15,2-4-61 0,1-7-96 16,1-5-120-16,1-9-115 16,4-7-418-16,-5 0-106 0</inkml:trace>
  <inkml:trace contextRef="#ctx0" brushRef="#br0" timeOffset="445.856">2886 1811 562 0,'0'0'271'15,"0"0"1359"-15,0 0-1125 0,0 0-140 0,0 0-57 0,0 0-59 16,0 0-114-16,-94 50-96 0,70-34-39 16,1 6-1-16,-1 3 1 0,0 1 2 15,3 0 1-15,5-3 0 0,4-3 19 16,6-6 12-16,4-2-18 0,2-3-16 16,0-1-19-16,2 1 7 0,6 0 12 15,2 1 2-15,4 2 1 16,-1-1 12-16,3 1-14 0,0 0 15 15,0-1-16-15,-3 1 0 0,0 1-16 16,-3 1 16-16,-3 2 16 0,-1 2 9 16,-2 2 44-16,-4 2-26 0,0 3-43 15,0-1 28-15,-5 2-22 0,-4-1-6 16,0-2-121-16,-2-4-20 0,2-3-57 16,3-5-90-16,0-5-157 0,2-4-228 0,0-2-448 0,4 0-137 15,0-8 1193-15</inkml:trace>
  <inkml:trace contextRef="#ctx0" brushRef="#br0" timeOffset="734.298">3223 1995 277 0,'0'0'1255'0,"0"0"-467"0,0 0-323 16,0 0-124-16,0 0 28 0,5 83-78 0,-1-45-58 15,2 4-4-15,1 8-65 0,3 5-34 16,0 2-40-16,-1 6-29 0,-1 5-44 16,-2 0-17-16,-1 1-25 0,-4 0 7 0,2 2 2 15,-3 3-2-15,0-3 15 0,0 0-13 0,0-7 14 16,0-9-26-16,-3-7 4 0,3-11-63 16,0-6-12-16,0-9-16 0,0-8 9 15,1-6-23-15,4-5-63 0,2-6-92 16,3-10-152-16,2-12-114 0,-2-8-225 15,0 4-604-15,-5-31 1072 0</inkml:trace>
  <inkml:trace contextRef="#ctx0" brushRef="#br0" timeOffset="984.629">3211 2130 2203 0,'0'0'259'0,"0"0"-182"0,0 0 120 0,0 0 115 16,0 0-105-16,0 0-111 0,102-40-42 16,-72 38-6-16,-2 2-4 0,-1 0-5 0,-4 3-26 15,-5 7-13-15,-6 2-25 0,-8 7 25 16,-4 4 13-16,-5 4-13 0,-10 6-29 16,-5 2-28-16,-3-1 22 0,-3-1-3 15,4-5-67-15,-1-7-17 0,5-8 23 0,5-3-13 16,5-10-65-16,0 0-126 0,5-8-378 15,0-6-664-15,3 1 1058 0</inkml:trace>
  <inkml:trace contextRef="#ctx0" brushRef="#br0" timeOffset="1246.696">3687 1501 630 0,'0'0'730'16,"0"0"489"-16,0 0-823 0,-4 69-105 0,4-36 11 15,0 8-27-15,0 6-61 0,7 7-70 16,-1 7-32-16,0 4 21 0,0 2-21 16,-1-1-72-16,0-6-19 0,-1-4-21 15,-1-9 0-15,3-8-12 0,-2-7-3 16,2-7-7-16,-1-6 3 0,1-5 4 15,0-3-25-15,1-4-137 0,5-4-47 0,-1-3-85 0,5-9-150 16,4-5-202-16,6-10-390 0,-1-2-180 16,-6 2 1029-16</inkml:trace>
  <inkml:trace contextRef="#ctx0" brushRef="#br0" timeOffset="1397.893">4033 2114 696 0,'0'0'81'16,"0"0"1406"-16,0 0-877 0,0 0-235 15,0 0-111-15,0 0 30 0,0 0-13 16,35 77-76-16,-32-62-31 0,-3 0-57 15,0 1-49-15,0-3-52 0,0 0-16 16,0-5-10-16,-5 2-14 0,1-5-69 16,-2-2-108-16,-4 0-134 0,0-3-176 15,0-4-548-15,0-1-724 0,-3-14 1193 0</inkml:trace>
  <inkml:trace contextRef="#ctx0" brushRef="#br0" timeOffset="1515.994">3940 1946 741 0,'0'0'277'15,"0"0"1293"-15,0 0-1085 0,0 0-131 0,0 0 105 0,0 0-148 0,0 0-134 16,0 0-78-16,0 0-52 0,82-17-47 16,-59 5-139-16,4-6-131 0,5-5-156 15,-5 3-629 1,16-20-860-16</inkml:trace>
  <inkml:trace contextRef="#ctx0" brushRef="#br0" timeOffset="1752.428">4496 1457 836 0,'0'0'1472'16,"0"0"-1243"-16,0 0-52 0,0 0 276 16,0 80 138-16,0-43-104 0,3 8-134 0,-2 7-83 0,1 8-4 15,-2 5-68-15,0 8-91 0,0 3-71 16,-8-1-15-16,3-1-21 0,0-7-19 16,5-8-8-16,0-10 25 0,2-11-23 15,5-9 25-15,2-6-21 0,0-8-52 0,0-3-12 16,2-6-18-16,0-3-14 0,-1-3 20 15,2-7-81-15,-1-10-66 0,-2-4-197 32,-5-6-287-32,-1 4-758 0,-3-19-364 0</inkml:trace>
  <inkml:trace contextRef="#ctx0" brushRef="#br0" timeOffset="1897.12">4355 1920 293 0,'0'0'2701'0,"0"0"-2394"16,0 0-189-16,0 0 38 0,0 0 134 15,0 0 111-15,0 0-41 0,109 12-151 0,-68-12-105 16,3-5-49-16,0-2-52 0,0-3-3 16,-2-1-64-16,0 1-185 0,-2-2-110 0,-11 4-341 15,8-4-1108-15</inkml:trace>
  <inkml:trace contextRef="#ctx0" brushRef="#br0" timeOffset="2601.373">5753 2045 1140 0,'0'0'1759'0,"0"0"-1305"16,0 0-57-16,0 0-85 0,0 0-44 16,0 0-61-16,0 0-37 0,0 0 51 15,0 0-56-15,0 0-62 0,99-4-39 16,-66-16-32-16,0-3-32 0,-1-4-40 16,-5 2-36-16,-4 2-34 0,-7 2 3 0,-6 3 37 0,-5 3 12 15,-5 1 21-15,-2 1-3 0,-9 0 22 16,1 1 18-16,-2 3 1 0,-1 2 39 15,2 4-24-15,-1 1 8 0,1 2-5 16,2 5-16-16,-1 8-3 0,-2 8 0 16,2 9 20-16,-1 7 38 0,1 7 1 15,-2 4-7 1,1-1 3-16,2 0-32 0,0-5-23 0,2-5-2 0,3-5-26 16,4-6 4-16,0-5-16 0,0-7-70 15,10-3-16-15,0-5-15 0,9-4-20 16,0-2-100-16,5-9-216 0,6-9-488 15,2-5-507-15,-9 4 173 0</inkml:trace>
  <inkml:trace contextRef="#ctx0" brushRef="#br0" timeOffset="2749.988">6176 1799 906 0,'0'0'82'16,"0"0"1297"-16,0 0-809 0,0 0-170 0,0 0-66 15,83 67-23-15,-62-39 27 16,2 4-44-16,-4-5-5 0,1 3-87 0,1-4-123 15,-2-4-79-15,2-3-6 0,0-5-12 0,1-5-71 0,2-4-70 32,7-5-37-32,2-7-128 0,-6-1-303 15,14-17-882-15</inkml:trace>
  <inkml:trace contextRef="#ctx0" brushRef="#br0" timeOffset="2932.211">6619 1769 2689 0,'0'0'1017'15,"0"0"-950"-15,-64 75-45 0,38-40 213 16,-1 5 106-16,0 1-32 0,5-2-63 16,0-3-106-16,2-2-89 0,3-2-51 15,-2-1-33-15,2-3-129 0,1-1-53 0,2-3-54 16,1-2-174-16,1-4-342 0,5-5-798 16,3-6 15-16</inkml:trace>
  <inkml:trace contextRef="#ctx0" brushRef="#br0" timeOffset="3175.213">7012 1458 750 0,'0'0'192'0,"0"0"1093"0,1 67-740 0,1-27-92 16,-2 11 108-16,3 7-152 0,-3 4-117 15,0 4-55-15,0-2-74 0,0-3-93 16,4-2-59-16,4-9-11 0,3-8 0 16,2-6 1-16,3-10-1 15,-2-6-52-15,-1-7 10 0,3-7-35 0,-4-3-22 16,-1-3-36-16,-2 0-54 0,-5-9-66 16,-2-7-287-16,-2-3-655 0,-3 2-1098 15,-19-12 2293-15</inkml:trace>
  <inkml:trace contextRef="#ctx0" brushRef="#br0" timeOffset="3350.277">6724 1806 2719 0,'0'0'628'15,"0"0"-210"-15,0 0-65 0,0 0-24 16,0 0-45-16,79 1-45 0,-38-1-61 16,5-5-84-16,1-3-42 0,4-3-37 15,-5-1-15-15,1-1-14 0,-3 0-47 16,-3-4-122-16,-2 5-102 0,-7-2-132 0,-5 4-352 0,-8 4-851 15,-3 0-141-15</inkml:trace>
  <inkml:trace contextRef="#ctx0" brushRef="#br0" timeOffset="3651.586">7306 1838 859 0,'0'0'690'16,"0"0"584"-16,0 0-960 0,0 0 141 0,0 0 12 0,0 0-124 0,78 65-62 15,-59-62-109-15,7-3-95 0,3-1-28 16,2-8-49-1,4-4-31-15,-2-3-95 0,-1-3-95 0,-3-2-45 0,-5 0-50 16,-1-2-106-16,-7-1-43 0,-3 0 67 16,-7-2 27-16,-6-2 40 0,0 2 88 15,-12 2 243-15,-1 4 6 16,0 7 319-16,-3 7 21 16,3 6 6-16,-1 4-28 0,-1 10 49 0,1 7-58 0,-2 3-59 15,1 7-4-15,0 4 5 0,-1 2 10 16,2 3 21-16,-2-1-75 0,3-2-95 15,3-3-66-15,1-4-52 0,3-10 0 16,5-2-15-16,1-5-25 0,0-2-30 16,3-4-42-16,7 0-22 0,0-2-3 15,5-5-72-15,3 0-257 0,-5 0-600 0,10-7-674 0</inkml:trace>
  <inkml:trace contextRef="#ctx0" brushRef="#br0" timeOffset="3950.431">7816 1820 1420 0,'0'0'1769'15,"0"0"-1488"1,0 0-53-16,0 0 96 0,0 0-27 16,0 0 40-16,38 83-30 0,-37-59-62 0,-1 0-90 15,0-1-40-15,0-3-39 0,0-4-56 16,2-5-20-16,-2-1-3 0,1-5-15 16,1-3-34-16,1-2-87 0,1 0-20 15,6-2 50-15,1-7-7 0,7-4-13 16,1-3-46-16,-1-5-69 0,2 1 11 0,-4-2 79 15,1 2 79-15,-5 1 75 0,0 3 0 16,-1 5 31-16,-2 5 76 0,-3 3 12 0,-2 3 5 0,1 0-6 16,0 7 30-16,-1 5-6 0,1 3-4 15,-4 1 15-15,2 1 30 0,1 0-34 16,-1-4-67-16,3 1-55 0,-2-2-27 16,3-1-26-16,-1-5-89 0,1-1-16 15,3-3-40-15,2-2-77 0,0-3-340 16,11-13-913-16</inkml:trace>
  <inkml:trace contextRef="#ctx0" brushRef="#br0" timeOffset="4250.728">8481 1677 696 0,'0'0'2666'0,"0"0"-2276"0,0 0-261 0,0 0 154 16,0 0 101-16,-88 71-33 0,69-53-103 15,2-1-136-15,4-1-75 0,4-1-22 16,1-2-13-16,5 1-2 0,1-4-51 15,2 0-13-15,0 2 3 0,8 0 16 16,4 1 8-16,3 2 22 0,5-1 14 16,0 0 1-16,-1 0 1 0,1 0-1 15,-4-2-3-15,0 1-6 0,-2 0 9 16,-1 1 55-16,-1 1 70 0,-2-1 24 16,-5 0-55-16,0-2-58 0,-2 1-5 15,-3 0-19-15,0 1-12 0,0-3 0 16,-2 0-22-16,-2-5-69 0,-2-1-64 15,-1-2-67-15,1 0-17 16,0-3-32-16,2-3-111 0,1-1-277 16,2-17-991-16</inkml:trace>
  <inkml:trace contextRef="#ctx0" brushRef="#br0" timeOffset="4398.026">8684 1885 2319 0,'0'0'1589'16,"0"0"-1266"-16,0 0-133 0,12 70 195 0,-12-49-9 15,0-3-26-15,0-3-159 0,0-1-137 16,0-4-54-16,0-3-18 0,0-2-61 16,0-4-54-16,0-1-101 0,0 0-52 15,0-5-249-15,0-1-661 0,0-12-1887 0</inkml:trace>
  <inkml:trace contextRef="#ctx0" brushRef="#br0" timeOffset="4551.029">8680 1495 1383 0,'0'0'1718'16,"0"0"-1063"-16,0 0-312 0,0 0 40 16,0 0-131-16,87 1-166 0,-72 1-86 15,5 1-24 1,-1-2-28-16,1 2-124 0,3-1-134 0,-7-1-296 16,6-1-1032-16</inkml:trace>
  <inkml:trace contextRef="#ctx0" brushRef="#br0" timeOffset="4841.888">9067 1716 443 0,'0'0'2821'16,"0"0"-2254"-16,-4 78-333 0,1-51 77 0,-1 3 152 0,1-4-78 15,0-4-112-15,0-2-139 0,3-5-74 16,0-3-23-16,3-3 2 0,3-2-39 16,4-5-24-16,3-1-82 0,1-1-43 15,6-7-3-15,3-5-30 0,1-4-63 16,-3-4-68-16,-1-2-53 0,-4-3-39 15,-6-3 10 1,-4-1-11-16,-6-1 114 0,0 2 292 16,-3 3 231-16,-5 7 92 0,0 5 96 0,0 9-47 15,-1 2-126-15,-2 2-125 16,-4 2-37-16,-1 9 27 0,0 2 40 0,-1 2 23 16,1 3 13-16,3-1-53 0,-1-2-88 15,1-2-46-15,6-1-97 0,2-5-62 0,1-3-49 16,4 0-1-16,0-4-118 0,12 0-238 0,3-6-541 0,0 0-504 15</inkml:trace>
  <inkml:trace contextRef="#ctx0" brushRef="#br0" timeOffset="5105.13">9428 1744 1542 0,'0'0'1120'0,"0"0"-892"0,0 0-154 16,0 0 131-16,0 0 256 0,-2 73-64 0,-4-57-109 31,-1-4-142-31,4-2-97 0,-1-2-49 15,4-4 37-15,0 0 25 0,0-4-40 16,4 0-22-16,3 0-53 0,5 0-89 16,5-6-41-16,4-3-17 0,2-2-58 0,1 1-43 15,3-1-68-15,-4 4 2 0,-2 3 177 16,-1 4 190-16,-3 0 197 0,-4 0 198 0,0 7-38 16,-3 3-92-16,-3 2-32 0,-1 2-39 15,-1 1-41-15,-4 1-57 0,3 0-34 0,-2 2-39 0,-1-1-23 16,3-2-21-16,-1-2-35 0,0-2-111 15,-1-2-140-15,-2-3-262 0,0 0-1051 16</inkml:trace>
  <inkml:trace contextRef="#ctx0" brushRef="#br0" timeOffset="7106.436">5983 3119 1501 0,'0'0'549'16,"0"0"82"-1,0 0-284-15,0 0-171 0,0 0 38 0,0 0 71 16,0 0-5-16,0 0-69 0,0 0-56 15,0 0-65-15,-4-2-53 0,4 10-9 16,6 8 55-16,1 6 25 0,0 9 80 16,3 6-69-16,-1 10-21 0,-1 6-34 0,-2 7 3 15,-3 5-21-15,-3 0-43 0,0 2 0 16,0-3-3-16,-3-2-16 0,-1-6-8 0,2-9-9 16,2-5 11-16,0-9-17 0,0-6 5 0,0-5-2 15,2-8-78-15,2-2-27 0,1-6-46 16,-1-1-60-16,2-5-74 0,2 0-184 15,-2-5-478-15,7-14-524 0</inkml:trace>
  <inkml:trace contextRef="#ctx0" brushRef="#br0" timeOffset="7360.372">6380 3576 300 0,'0'0'2167'16,"0"0"-1741"-16,0 0-189 0,0 0-33 16,0 0 50-16,0 0-4 0,0 0-26 15,0 0-53-15,0 0-25 0,92 13-31 0,-65-7-16 16,3-1-31-16,5 2-38 16,0 0 23-16,2-2-4 0,2 0-34 15,0-1-3-15,0-4-10 0,1 0-2 16,0-2 0-16,-1-7-110 0,-1-3-115 0,-2-4-80 0,-9-3-188 0,-4-1-631 15,-7 4-984-15,-13-9 1808 0</inkml:trace>
  <inkml:trace contextRef="#ctx0" brushRef="#br0" timeOffset="7584.26">6850 3352 457 0,'0'0'2353'16,"0"0"-2090"-16,0 0-183 0,0 0 159 0,0 0 41 15,0 0-91-15,96 19-45 0,-70-8-33 16,4-3 4-16,-4 4-50 0,0-1-65 0,-6 3-15 16,-4 1-4-16,-3 3-9 0,-9 1 13 15,-4 5-13-15,-3 5 24 0,-14 3 3 16,-4 2-9-16,-3 0 10 0,-3 0 3 0,1-5-2 0,3-3-1 16,6-7 0-1,2-5-22-15,8-5-24 0,4-4-178 16,3-5-174-16,6-1-399 0,6-3-478 0</inkml:trace>
  <inkml:trace contextRef="#ctx0" brushRef="#br0" timeOffset="7902.786">7748 3166 42 0,'0'0'2384'15,"0"0"-2003"-15,0 0-70 0,-47 93 100 16,31-52 43-16,-4 7-54 0,0 3-91 16,1 4-97-16,-1 4-89 0,-3-1-23 15,-3 5-36-15,1-2-27 0,-4 1-19 16,2-2-18-16,1-4-15 0,3-8 0 0,7-6-31 0,2-10-36 0,5-9 14 15,3-9-26-15,5-6-38 0,-1-6-4 16,2-2-12-16,0-5-72 0,8-11-143 16,2-7-156-16,6-9 11 0,3-10-69 0,1-5-215 15,1-7-422-15</inkml:trace>
  <inkml:trace contextRef="#ctx0" brushRef="#br0" timeOffset="8112.095">7580 3348 558 0,'0'0'143'0,"0"0"1342"0,0 0-1052 15,0 0-115-15,0 0-49 0,0 0-26 16,0 0-21-16,95 82-55 0,-72-49-17 16,-3 3 11-16,1 6-43 0,-1 1-3 0,-2 2 18 0,-2 2-6 0,-4-2-90 15,1 0-37-15,-6-2-3 16,-3-4-9-16,-1 1-4 0,0-5-12 16,-3-5-83-16,2-5 15 0,0-5 25 15,0-5 31-15,-1-5-7 0,-1-5-53 16,0-5-63-16,0 0-67 0,0-8-153 0,-5-7-248 15,-4-4-393-15,0 4-303 0,-12-18 952 0</inkml:trace>
  <inkml:trace contextRef="#ctx0" brushRef="#br0" timeOffset="8240.138">7626 3739 62 0,'0'0'2742'0,"0"0"-2418"0,0 0-203 0,0 0 7 31,0 0 97-31,0 0 87 0,0 0-60 0,0 0-97 0,108-18-93 0,-73 10-40 16,9-9-22-16,-2-1-46 0,3-1-138 15,-2 0-143 1,-10 3-240-16,9-6-878 0</inkml:trace>
  <inkml:trace contextRef="#ctx0" brushRef="#br0" timeOffset="8431.907">8285 3557 741 0,'0'0'2203'15,"0"0"-1584"-15,0 0-439 0,92-11-22 16,-47 6 74-16,5-2-45 0,3 0-75 16,0 0-32-16,3 1-49 0,0-2-31 15,0 0-2-15,-4-1-50 0,-5 0-128 16,-2-3-96-16,-9 0-111 0,-7-2-426 16,-10 2-1236-16,-9-7 1265 0</inkml:trace>
  <inkml:trace contextRef="#ctx0" brushRef="#br0" timeOffset="8641.444">8759 3286 1699 0,'0'0'1637'15,"0"0"-1414"-15,0 0-122 0,0 0 170 16,0 0 2-16,85 27-80 0,-56-13-63 16,0 3-31-16,-2 3-32 0,-1 4-8 15,-3 1 2-15,-6 2-12 0,-5 1-15 16,-1 3-3-16,-6 2-31 0,-5-2-10 15,-5 1-11-15,-9 1-3 0,-5 1-4 0,-4-2 6 16,-1 0-8-16,-4-2-29 0,2-4-15 16,3-4-89-1,2-3-104-15,2-4-210 16,6-7-743-16,4-4-1163 0</inkml:trace>
  <inkml:trace contextRef="#ctx0" brushRef="#br0" timeOffset="9158.996">9582 3177 1638 0,'0'0'1620'15,"0"0"-1166"-15,0 0-212 0,0 0 12 16,0 0 47-16,76-4-33 0,-41 8-35 15,4-1-92-15,4 1-77 0,1-4-22 16,1 0-17-16,3 0-23 0,-3-7 1 16,2-1-3-16,1-5-89 0,-2-2-103 15,-4-3-93-15,-6-1-126 0,-10 9-556 16,-8-9-598-16</inkml:trace>
  <inkml:trace contextRef="#ctx0" brushRef="#br0" timeOffset="9327.386">9853 3201 3116 0,'0'0'598'0,"0"0"-438"0,-19 75-50 0,18-39 113 16,1 6 106-16,0 3 7 0,0-1-80 15,3 0-94-15,2-1-83 0,1 1-37 16,-2-1-26-16,1-1-16 0,-4 0-16 0,-1-6 14 16,0-5-77-16,0-3-88 0,0-6-35 15,-3-3-31-15,0-5-119 16,2-6-407-16,-2-4-1004 0</inkml:trace>
  <inkml:trace contextRef="#ctx0" brushRef="#br0" timeOffset="9494.761">9881 3596 2790 0,'0'0'1216'16,"0"0"-1083"-16,0 0-84 0,0 0 67 15,88 0-17-15,-59 2 0 0,3 0 9 0,0 2-68 16,-1-3-40-16,-2 1-55 0,-2 0-125 15,-3 1-100-15,-6 1-170 0,-6-1-279 16,-4 1-794-16,-8 8 104 0</inkml:trace>
  <inkml:trace contextRef="#ctx0" brushRef="#br0" timeOffset="9628.484">9869 3869 985 0,'0'0'2518'15,"0"0"-2168"-15,0 0-287 0,0 0 13 0,0 0 22 16,0 0 20-16,0 0 118 0,0 0-60 15,97 29-95-15,-56-31-81 0,2-6-7 0,5-2-131 16,-1-2-129-16,2-1-121 0,-13 5-326 16,16-8-1291-16</inkml:trace>
  <inkml:trace contextRef="#ctx0" brushRef="#br0" timeOffset="9928.969">10795 3509 2887 0,'0'0'1661'15,"0"0"-1611"-15,0 0-50 0,0 0-77 0,87 0 77 16,-43-5 71-16,1 0 43 0,8-1-28 16,1-2-71-16,3 0-15 0,1-1 0 15,0 1-1-15,-5-3-48 0,-3 0-170 16,-5-2-38-16,-9 1-201 0,-8-5-809 16,-10 5-976-16,-12-5 2122 0</inkml:trace>
  <inkml:trace contextRef="#ctx0" brushRef="#br0" timeOffset="10123.186">11313 3269 1843 0,'0'0'1933'0,"0"0"-1666"0,0 0-197 0,0 0 61 15,0 0 39-15,0 0 28 0,99 36-22 16,-76-22-75-16,3 1-58 0,-2 3-43 16,-2 1 0-16,-7 1-25 0,-7 5-2 0,-5 1-35 15,-3 3 25-15,-10 4-27 0,-7 2-38 16,-8 3-9-16,-4-1-13 0,2-1-69 15,1-2-99-15,5-5-242 0,6-10-683 16,8-5-927-16</inkml:trace>
  <inkml:trace contextRef="#ctx0" brushRef="#br0" timeOffset="10481.473">11987 3087 2864 0,'0'0'480'0,"0"0"-321"0,23 76-48 0,-17-35 84 16,-6 7 54-16,0 4 50 15,-3 3 32-15,-4-3-107 0,-1-2-111 0,-3-2-57 16,2-6-33-16,1-5-23 0,-1-4-12 16,2-2-10-16,1-9-45 0,3-4-74 15,3-6-52-15,0-7-11 0,0-4-48 16,3-1-191-16,3-9-160 0,3-10-218 0,-1-4-392 15,2-8 118-15,1-6 1095 0,-2 8-38 16</inkml:trace>
  <inkml:trace contextRef="#ctx0" brushRef="#br0" timeOffset="10779.221">12122 3167 437 0,'0'0'254'0,"0"0"-61"0,0 0 1275 0,62-69-1084 32,-44 65-108-32,-1 0 25 0,1 4-25 15,-1 0-77-15,-3 5-41 0,0 4-26 16,-5 0 9-16,-2 3-20 0,0 1-31 0,-5 2-34 15,-2 1-7-15,-6 4-6 0,-5 2-3 16,-4 5-15-16,-5-2-22 0,0 3-2 16,2-3-1-16,4-3-2 0,6-1-23 15,3-4 7-15,5 1-10 0,2-3-3 0,9 3-3 16,6 1 16-16,2 1 17 0,4 1 1 0,0-1 1 16,0 0 0-16,-4 1 10 0,1 0 14 15,-4-2 9-15,-3 2-10 0,-3-2-8 0,-4 1 12 16,-3-2-14-16,-3 0-14 0,0-1-12 15,-4-2 12-15,-8 1 11 0,-5-3 8 16,-5 2 2-16,-5-4-8 0,-2-2-13 0,-3-4 0 16,-1-2-18-16,0-3-47 0,-2-1-46 15,1-7-87-15,4-5-178 0,8 3-407 16,-10-14-1439-16</inkml:trace>
  <inkml:trace contextRef="#ctx0" brushRef="#br0" timeOffset="11380.159">11782 4220 2450 0,'0'0'245'15,"0"0"-174"-15,0 0 99 0,0 0 74 0,0 0 27 16,21 69-2-16,-21-53-74 0,-2 0-53 16,-4 4-20-16,-4-2 15 0,-3 3-16 15,-1 0-28-15,-5 1-28 16,-5 1-13-16,-2-1-21 0,-5 5-3 0,-6-2-4 15,-3 3 7-15,-5-2-10 0,-7 0-5 16,0 2-4-16,-4-4 0 0,0-4 7 0,1-1-4 0,2-4 7 16,1-4-20-16,4-5 0 0,2-3 19 0,4-3 4 15,3-3 8-15,-2-9-13 0,0-4-20 32,1-1-74-32,-3-7 10 0,1 1-44 15,0-3 22-15,5 2-3 0,4 0 24 0,5 3-9 16,6 2 21-16,4 0-9 0,3 1-35 15,1-1-18-15,7 2-18 0,-1 1 8 16,4-1-52-16,3-2-211 0,1 5-286 0,0 0-658 16,-3-2 96-16</inkml:trace>
  <inkml:trace contextRef="#ctx0" brushRef="#br0" timeOffset="11687.748">10543 4261 361 0,'0'0'274'15,"0"0"1712"-15,0 0-1587 0,0 0-188 16,0 0-13-16,0 0 43 0,0 0 7 16,0 0-31-16,0 0-79 0,0 0-67 15,-23 24-34-15,9-11-9 0,-1 9-3 16,-2 2 12-16,2 5 22 0,-2 2 3 15,3 3-10-15,-1 0-15 0,2 1-34 16,2-4 16-16,4 0-1 0,-1-2 7 16,4-1 2-16,0-3-11 0,2-8-4 0,0-1-12 15,2-5 0-15,0 0-1 0,0-6-11 0,2 2 8 0,1-2-29 32,0-2-93-32,1-1 8 0,1-1-46 15,-1-1-54-15,-1 0-106 0,0-3-247 0,5-6-731 0</inkml:trace>
  <inkml:trace contextRef="#ctx0" brushRef="#br0" timeOffset="11933.92">10556 4359 1494 0,'0'0'390'15,"0"0"770"-15,0 0-796 0,0 0-113 16,0 0 98-16,0 0-2 0,82-39-71 0,-60 35-83 16,2 2-70-16,4 2-56 0,0 0-24 15,1-1-33-15,0-1-10 0,0 1-27 16,-3 0-13-16,0 1-88 0,-2 0-118 16,-1 0-101-16,-7 0-278 0,9 1-850 0</inkml:trace>
  <inkml:trace contextRef="#ctx0" brushRef="#br0" timeOffset="12349.356">11421 4905 2350 0,'0'0'1931'0,"0"0"-1591"0,0 0-244 15,0 0-62-15,0 0-22 0,0 0 74 16,0 0 64-16,-90 73 30 0,60-50-107 0,1-1-42 16,3-3-30-16,9 0-1 0,1-5 0 15,9-3-19-15,4 0 4 0,3-4-3 16,0 3-16-16,10-1-23 0,7 4 23 15,2 4 22-15,6 3 9 0,1 0-16 0,2 4-8 16,0 0 5-16,-5 1 19 0,0-1-9 0,-1-1 10 16,-8 2 2-1,-1-4 0-15,-7-1 3 0,-3-2 12 16,-3-1-2-16,-6-2-2 0,-8 1-11 16,-2-2-18-16,-6-3-1 0,-1 0-5 15,1-6-19-15,1-5-30 0,-1-2-29 0,3-9-76 16,-1-8-126-16,3-3-337 15,1-9-765-15,6 5-835 0</inkml:trace>
  <inkml:trace contextRef="#ctx0" brushRef="#br0" timeOffset="13552.298">12901 1602 891 0,'0'0'56'15,"0"0"1793"-15,0 0-1435 0,0 0-198 16,98-75-73-16,-69 54 6 0,-1 2-1 16,-2 2-22-16,-3 4-38 0,-5 7-38 15,0 1-22-15,-6 5-9 0,-3 8-18 16,-2 9 49-16,-4 10 65 0,-3 9-19 16,-2 7-25-16,-8 7-37 0,-4 4 0 0,-3 4-15 15,-1 2-1-15,-2 4-5 0,-3 0-10 16,1 0-3-16,-1-3-13 0,2-5 10 0,-1-4-9 15,5-4 10-15,0-6 2 0,6-3 20 16,3-4 17-16,3-2-23 0,4-4-14 0,1 1-19 16,0-1 6-16,7 5 11 0,5 2 2 0,3 1-1 15,4 5 1-15,4 0 0 0,2 5 1 16,-1-1 39-16,1 3 9 0,-1 0-6 16,-4-3-24-16,-1 2-16 0,0 0-3 15,-3-3-21-15,-5 4 0 0,-2 1-44 0,-2 4-43 16,-3 3 25-16,-4 1 24 0,0 0 37 15,-7-2 21-15,0 1-1 0,-2-1 2 16,1-2 1-16,-4 0 2 0,1 0 16 16,-2 0 15-16,1-6-18 0,2-6-16 31,0-4 0-31,4-3-66 0,6-11-120 16,0-5-112-16,6-8-239 0,4-5-807 0,12-6-708 0</inkml:trace>
  <inkml:trace contextRef="#ctx0" brushRef="#br0" timeOffset="14068.961">13826 2689 665 0,'0'0'522'16,"0"0"1154"-16,0 0-1238 0,0 0-120 15,0 0-56-15,0 0-20 0,0 0-40 0,0 0-19 0,0 0-10 31,77 1-47-31,-29-1-31 0,14 0-25 0,11-2-5 16,10-3-19-16,6-1 2 0,6 0 4 16,4-1-15-16,-1 0-22 0,-1 1-14 0,-3 0-1 15,-7-1 0-15,-4 1-1 0,-7-2 1 0,-8 3-31 16,-9-7-127-16,-8 4-72 16,-10-3-56-16,-7 0-137 0,-13 1-265 15,-12 0-509-15,-8 1-614 0,-16-4 1765 0</inkml:trace>
  <inkml:trace contextRef="#ctx0" brushRef="#br0" timeOffset="14316.321">14911 2341 2733 0,'0'0'459'16,"0"0"-252"-16,0 0-48 0,0 0 68 0,0 0 31 16,0 0-54-16,90-12-68 0,-65 14-49 15,4 5-16-15,3 4-3 0,1 4-22 16,0 4-9-16,2 5 25 0,-5 2 15 15,-1 4 2-15,-5 1-27 0,-5 2-33 16,-3 4-19-16,-3-1-13 0,-5-1-17 16,-5 1-4-16,-3-2-9 0,-4 1-15 0,-12 1 21 15,-4 1-31-15,-6-2 10 0,-6 0-19 16,-3 1-16-16,-1-4-9 0,-1-2-66 16,1-2-93-16,0-2-193 0,-1-2-363 15,9-7-1054-15,-12 1 1074 0</inkml:trace>
  <inkml:trace contextRef="#ctx0" brushRef="#br0" timeOffset="15890.685">16963 1807 714 0,'0'0'46'0,"0"0"-20"0,0 0 1231 15,0 0-888-15,0 0-53 0,23-71-36 16,-20 58-59-16,-1 0-55 0,-1 4-58 15,-1 0 44-15,0 5-23 0,0-1-25 16,0 3-10-16,0 1-21 0,0 1-20 0,-4 0-43 16,-5 9-10-16,-2 7-16 15,-6 9 16-15,-2 8 28 16,-7 10 22-16,-2 4-3 0,-3 6-7 16,-3 3 4-16,1-2-32 0,0 0-12 15,4-4-24-15,-1-3 7 0,7-3 17 16,3-5 50-16,5-1-16 0,4-6-9 0,-1 2 12 15,5-3-25-15,1 0-11 0,3-3-1 16,-1-1-28-16,4-2 16 0,-1 0-4 0,1 0-8 16,0-2 8-16,0 0-9 0,2-1-31 0,4 2-9 15,0 0 27-15,1 2 26 0,3 0 12 16,-1 5 12-16,-2 1 1 0,2 4 3 16,-1 0 27-16,0 3 35 0,-2 2-10 15,-3-1-3-15,-2-1-18 0,0-1-29 16,-1-2-18-16,0-1 0 0,0-4-15 15,-2-2-10-15,-1-3 13 0,0-2-19 0,3-5-34 0,0-2-82 16,0-4-38-16,3-3-76 0,5-5-208 31,4-5-559-31,-2 0-897 0,6-12 1579 0</inkml:trace>
  <inkml:trace contextRef="#ctx0" brushRef="#br0" timeOffset="16330.533">17580 2263 336 0,'0'0'368'0,"0"0"1603"0,0 0-1403 16,0 0-275-16,0 0-69 0,0 0 2 15,0 0-31-15,0 0-39 0,-79 23-29 0,61-4-50 16,1 7 3-16,0 5-18 0,-2 6 6 16,1 8-4-16,2 5 22 0,-3 4 0 0,3 5-16 15,0 3-30-15,2 1-25 0,1-3-15 16,7-4-14-16,3-4 2 0,3-7-7 16,2-5 16-16,8-6-12 15,7-7-77-15,3-2-9 0,5-2-25 16,4-6-77-16,4-3-157 0,-7-5-347 15,15-2-632-15</inkml:trace>
  <inkml:trace contextRef="#ctx0" brushRef="#br0" timeOffset="16975.231">18089 2238 795 0,'0'0'114'16,"0"0"1225"-16,0 0-867 0,0 0-77 0,0 0-57 15,0 0-22-15,0 0-70 0,0 0-24 16,0 0-42-16,0 0-56 0,-32 85-19 31,32-56-10-31,0 10 47 0,0 7 29 16,0 4-58-16,0 0-34 0,-1 1-24 15,-6-1-16-15,-2 0-14 0,-4-2-7 16,1-2-7-16,-5-3-11 0,4-2-3 0,-3-4 1 16,5-2 1-16,1-9-11 0,2-4-6 0,1-6-22 0,4-6-88 15,1-5-33-15,2-2-45 16,0-3 0-16,0 0-128 0,0-4-240 15,0-7-69-15,2-2-396 0,1 0-260 16,2-12 571-16</inkml:trace>
  <inkml:trace contextRef="#ctx0" brushRef="#br0" timeOffset="17360.841">18150 2324 741 0,'0'0'1265'16,"0"0"-614"-16,0 0-243 0,0 0 3 0,0 0-13 31,0 0-102-31,59 78-79 0,-44-41-12 0,0 6-36 0,-1 4-28 16,1 5 6-16,-3 0-7 0,0 4-42 15,1-1-47-15,0-1-32 0,0-3-17 16,1-4 19-16,1-2-18 16,-1-8-3-16,1-5 0 0,2-6-12 0,-3-5-3 0,2-7-46 15,-4-2-55-15,-2-1-49 0,-3-10-34 16,-6 0-35-16,-1-1-97 0,0 0 8 15,-11-5-31-15,-5-4 100 0,-6-2-14 0,-3-3 123 16,-4-7 145-16,-1-3 68 16,-1-5 38-16,1-3 34 0,1-3-73 15,0 1 19-15,6-2-16 0,5 9 16 16,6 6 41-16,5 6 37 0,4 8 31 0,3 5-51 16,0 2-53-16,10 0-13 0,2 0-1 15,5 0 25-15,5 1-6 0,3 2-28 16,4 1-34-16,1-1-25 0,4-3-9 15,2 0-52 1,4-5-196-16,2-5-120 0,-8 1-247 0,15-11-1013 16</inkml:trace>
  <inkml:trace contextRef="#ctx0" brushRef="#br0" timeOffset="17548.402">18887 2726 62 0,'0'0'2018'0,"0"0"-786"0,0 0-889 0,3 81-10 16,0-47 21-16,0-2-29 0,1 3-46 16,1-1-99-16,0-5-91 0,1-2-59 0,0-4-30 15,2-2-110-15,-2-3-48 0,-1-2-32 16,-2-4-11-16,-1-2-90 0,0-6-248 16,-1-2-455-16,2-2-436 0</inkml:trace>
  <inkml:trace contextRef="#ctx0" brushRef="#br0" timeOffset="18076.715">19256 2354 303 0,'0'0'2723'0,"0"0"-2181"0,0 0-166 0,0 0 12 16,51 81-76-16,-43-49-17 0,-3 2-23 0,-4 2-69 15,-1 1-69-15,0-1-70 0,-3-2-51 16,-5-2-13-16,-3-4-31 0,-3 0-47 15,2-8-65-15,1-2-15 0,2-6-16 16,2-2 27-16,3-8 30 0,2-2 4 16,2 0-32-16,0-5-32 0,0-7-82 15,5-6 77-15,5-5 53 0,4-6-20 16,1-7-25-16,3-3 85 0,1-2 82 16,-2-4 7-16,-1 5 42 0,-1 3 31 0,-2 3 25 15,2 7 29-15,-3 8 8 0,2 4 16 16,-2 7-28-16,0 4-20 0,0 2-3 15,0 2-13 1,-2 2-16-16,-3 7-25 0,0 2 47 16,-4 5 36-16,-3 5-37 0,0 4-6 0,0-2-9 15,-7 1-10-15,0-2-30 0,-2-1-19 16,5-3-17-16,1 0-1 0,3 1-2 16,0 4-1-16,3-2 0 0,8 5-9 15,2 1 9-15,3 0-16 0,0-1 18 16,1 1 0-16,-1-1 1 0,1-4 1 0,-5 1 18 0,0-2 11 15,-2-2-2-15,-2-1-10 0,-5-3 3 16,-1 1-21 0,-2-3-24-16,-5 2-7 0,-8 0-2 15,-7 1 11-15,-6 1-39 0,-7-2-6 0,-3-1 6 16,-3-3-4-16,-1-1 1 0,2-4-4 16,5-1-9-16,3-5-71 0,4 0-163 0,7-7-386 0,6-8-669 0,8 2-682 15,7-15 2016-15</inkml:trace>
  <inkml:trace contextRef="#ctx0" brushRef="#br0" timeOffset="18232.943">19827 3010 1797 0,'0'0'1614'16,"0"0"-1238"-16,0 0-203 0,0 0-37 0,0 0 51 16,14 72-10-16,-19-59-57 0,-4 3-73 15,-4-2-47-15,1 2-17 0,-1-3-51 16,2 0-43-16,1 0-97 0,2-1-137 15,0-2-241-15,5-3-541 0,2-2-870 0,1-5 1958 16</inkml:trace>
  <inkml:trace contextRef="#ctx0" brushRef="#br0" timeOffset="18793.186">20410 2494 391 0,'0'0'372'16,"0"0"419"-16,0 0-219 0,0 0-58 0,0 0-60 16,0 0-91-16,0 0 10 0,0 0-36 15,-11 94-2-15,2-46 1 0,-4 4-52 16,-1 1-49-16,1 0-32 0,0-3-18 0,7-10-80 0,3-4-47 15,3-6-22-15,6-7-9 0,8-2 16 16,6-6-22-16,5-3-21 0,7-7-15 0,1-4-10 16,6-2-8-16,0-11-12 0,1-6-18 31,-1-4-10-31,1-4-12 0,-3-3-15 16,-3-2-21-16,-1-5 33 0,-7-3-3 0,-3-3 21 0,-4-3 9 0,-5-3-21 31,-3 1-7-31,-6 4 37 0,-2 1 52 0,-1 11 27 15,-2 8 41-15,0 8-7 0,0 8 27 16,-2 4-9-16,1 3-39 0,-3 0-40 16,-1 2-20-16,-4 5-26 0,-2 8 46 0,-2 7 21 15,-3 7 52-15,0 6 18 0,-2 7-12 16,2 1-27-16,-1 3 9 0,0 2-16 16,0 3-6-16,1 0 7 0,1 3-22 0,1-3 6 15,2 0-6-15,2 1-21 0,-1-1-2 16,4-2-1-16,0 0-15 0,1 0 12 15,3-1-24-15,0-1-49 0,3-7-27 16,0-1-3-16,5-6 6 0,2-2 6 0,3-6-3 16,0-4-16-16,0-4-13 0,-1-5-2 0,-1-1-91 15,-2-7-152-15,2-4-302 0,-3 0-725 16,2-3-556-16,-2-10 1729 0</inkml:trace>
  <inkml:trace contextRef="#ctx0" brushRef="#br0" timeOffset="19346.877">21340 2614 1759 0,'0'0'1461'16,"0"0"-1111"-16,0 0 19 0,0 0-83 0,0 0 15 0,0 0-12 0,78 35-25 15,-64-24-57-15,-2 0-74 0,-1-3-63 16,-3 2-54-16,-3-3-16 0,1-1-24 16,-1 1-100-16,-1-2-99 0,-3 1-67 15,-1-3-182-15,0 2-583 0,-4-1-533 16</inkml:trace>
  <inkml:trace contextRef="#ctx0" brushRef="#br0" timeOffset="19478.148">21297 2804 1368 0,'0'0'708'0,"0"0"440"0,0 0-859 0,0 0-20 16,0 0-11-16,0 0-30 0,0 0 45 16,7 69-30-16,3-57-92 0,4 3-72 15,0-5-79-15,4-1-6 16,1-2-98-16,4-2-22 0,4-3-27 15,2-2-132-15,-7 0-330 0,15-6-1119 0</inkml:trace>
  <inkml:trace contextRef="#ctx0" brushRef="#br0" timeOffset="19881.105">22303 2277 186 0,'0'0'2777'16,"0"0"-2130"-16,0 0-234 0,0 0-122 15,-32 77-52-15,18-49-48 0,-2 3-10 16,0 0 20-16,-1-1-33 0,2-1-34 15,2 0-31-15,3-3-25 0,1 4-29 16,1 1-19-16,2 5 7 0,-3 4-13 16,1 4-6-16,-4 4-18 0,-1 0 0 0,-2 2-1 0,-1 1 1 0,-4-2-2 15,2-5-1-15,-1-2-9 0,2-6 0 16,3-4-7-16,3-6 16 0,2-6 0 16,3-3 0-16,1-4-9 0,3-4-42 0,0-4-40 31,1-2-34-31,1-3-30 0,0 0-28 0,0 0-6 0,0-6-91 15,0-5-61-15,5-3-120 16,1-3-171-16,3-7-92 0,2-2-326 16,0-6-42-16</inkml:trace>
  <inkml:trace contextRef="#ctx0" brushRef="#br0" timeOffset="20264.09">22284 2389 150 0,'0'0'2206'0,"0"0"-1523"0,0 0-195 0,0 0-166 15,0 0-14-15,0 0-31 0,0 0-70 0,0 0-53 16,0 0-47-16,0 0-15 16,94 21-19-16,-72-6-21 0,-1-1-30 15,0 4-22-15,-1 0-3 0,-3 2-15 16,-6 1 17-16,-5 1-1 0,-6 1 2 16,-1 4-1-16,-12-3-14 15,-12 3 13-15,-2 1-1 0,-3-1 0 16,-4-1-13-16,4-6 4 0,4-1-3 15,6-2 13-15,4-4-1 0,4 0-19 0,7 1 1 16,3-1-19-16,2 4-6 0,4 1-24 16,8 2 24-16,2 3 43 0,2 2 1 0,0 0 2 15,0 0 15-15,0-2 25 0,-2 1 18 16,-1-1-21-16,-3 0-16 0,1-4-2 0,-2-2-7 16,-4-2 25-16,-4 0-19 0,-1-4-3 15,0 0-15-15,-3-1 0 0,-6 1-2 16,-3 0-13-16,-4-4 12 0,-1 0-22 15,-5-3 4-15,1-4 19 0,2 0-26 16,-1-3-39-16,4-5-31 0,0-2-62 16,4-5-81-16,5-1-162 0,2-7-347 0,5 5-786 15,2-19-180-15</inkml:trace>
  <inkml:trace contextRef="#ctx0" brushRef="#br0" timeOffset="20449.226">22869 2807 430 0,'0'0'2459'0,"0"0"-1779"0,0 0-162 0,77 1-195 0,-40-1-156 15,8-2-93-15,4-3-43 0,3-2-31 16,2 1-13-16,2-2-58 0,0-2-124 16,-5-2-116-16,-2 0-197 0,-8-2-621 15,-13 3-779-15,-3-8 1383 0</inkml:trace>
  <inkml:trace contextRef="#ctx0" brushRef="#br0" timeOffset="20666.587">23253 2520 1365 0,'0'0'1022'16,"0"0"-406"-16,0 0-348 0,0 0-80 16,0 0 135-16,0 0-33 0,99 31-66 15,-56-17-81-15,0 2-66 0,-1-1-18 16,0 4-13-16,-6-1-12 0,-6 3-21 15,-7-4-13-15,-5 3-2 0,-8 1-29 16,-8-1-59-16,-2 0 1 0,-6 2 14 16,-10-2 16-16,-7 2 22 0,-6-1 3 0,-6 0 31 15,-2 3 1-15,-4-4 1 16,-3 4-40-16,0-2-103 0,3-3-168 0,11-7-320 0,-4 0-835 0</inkml:trace>
  <inkml:trace contextRef="#ctx0" brushRef="#br0" timeOffset="21129.188">24300 2184 267 0,'0'0'79'15,"0"0"2051"-15,0 0-1573 0,0 0-57 16,0 0-96-16,0 0-121 0,0 0-109 0,36 79-17 16,-33-41 13-16,-3 9 8 0,0 6-25 15,-8 5-25-15,-6 6-46 0,-6 4-21 16,0 3 0-16,-6-1 0 0,2-1-40 16,-2-4-18-16,0-5 12 0,1-9-15 15,6-7-15-15,2-9-9 0,4-9-25 16,3-9 7-16,5-7-10 0,0-5-21 15,4-2-43-15,-1-3-43 0,2-3-28 16,0-5-72-16,0-9-173 0,2-5-171 16,4-7-156-16,1-7-504 0,3-6-188 0</inkml:trace>
  <inkml:trace contextRef="#ctx0" brushRef="#br0" timeOffset="21466.528">24190 2564 372 0,'0'0'362'0,"0"0"1314"15,0 0-1147-15,15-69-117 0,-10 63-85 0,0 5-47 16,0 1-7-16,5 0-34 0,1 7-51 0,6 5-43 15,-1 8-13-15,4 4 2 0,-2 9-6 16,1 6-6-16,-2 5-9 0,0 3-28 16,2 2-4-16,-2 1-47 15,0-5-34-15,1-1 0 0,-1-5-12 16,0-4-19-16,-2-6-35 0,0-2-19 0,-4-5-19 16,-1-5-8-16,-4-5 5 0,-1-1-15 15,-3-9-40-15,-2-2-44 0,0 0-116 16,-12-2-111-16,-1-4-67 0,-5-4-31 15,-4 1 167-15,-3-4 82 0,-2-3 266 16,0-3 16-16,-1 0 87 0,2-2 101 0,3 2 86 16,3 3 64-16,4 3 32 0,8 6-3 15,5 4-43-15,3 1-41 0,0 1-45 16,5 1-60-16,6-1-67 0,7-5-71 0,8-4-37 16,7-1 0-16,6-4-3 0,4-4 0 15,-2 0-135-15,-5-1-46 0,-3-1-54 16,-4 1-95-16,-3 0-276 0,-8 6-592 0,1-7-563 0</inkml:trace>
  <inkml:trace contextRef="#ctx0" brushRef="#br0" timeOffset="21767.598">24688 2694 1243 0,'0'0'1382'15,"0"0"-676"-15,0 0-303 0,0 0-95 16,0 77 54-16,0-49-13 0,-2 2-21 0,2-1-63 16,0 0-56-1,0-3-85-15,0-3-51 0,5-5-46 16,1-3-27-16,-1-3-6 0,4-5-24 0,-1-3-31 15,4-2-57-15,1-2-22 0,4-6-45 16,6-5-7-16,3-6-32 0,-1-1-87 16,2-4-18-16,-4 2-16 0,-3-3 140 0,-2 2 97 15,-5 0 108-15,-5 5 28 0,-2 4 162 16,-4 7 71-16,-2 5-29 0,0 1-39 0,0 9-63 16,-5 4 24-16,-2 7 21 0,-2 4 30 15,0 4-7-15,-2 0 39 0,5-5-77 16,3-3-90-16,3-5-52 0,0-4-18 15,9-3-54-15,4-5 5 0,9-4-11 16,5-3-40-16,6-11-98 0,6-5-67 16,4-5-285-16,-12 5-638 15,9-15-784-15</inkml:trace>
  <inkml:trace contextRef="#ctx0" brushRef="#br0" timeOffset="21967.306">25453 2359 886 0,'0'0'368'15,"0"0"656"-15,0 0-362 0,0 0-129 16,0 0-78-16,-5 74-73 0,2-36-5 0,1 6-15 16,2 1-70-16,0 2-79 0,0 0-83 0,0-3-78 15,5-2-50-15,0-5-2 0,2-3-2 16,1-4-35-16,-3-5-60 0,3-3-42 16,2-3 2-16,-3-5 6 0,0-3-6 0,-1-4-16 15,-1-1-49-15,-2-3-160 0,-3-3-98 16,-1 0-69-16,-10-4-267 0,-3-6-442 15,-4-1 433-15,3 1 495 0</inkml:trace>
  <inkml:trace contextRef="#ctx0" brushRef="#br0" timeOffset="22099.506">25290 2780 385 0,'0'0'313'0,"0"0"-98"0,0 0 1218 0,0 0-1132 0,0 0-111 0,0 0 12 16,0 0-7-16,0 0 44 0,0 0 36 16,0 0-108-16,18-63-44 15,22 59-1-15,7-1-3 0,4-1-86 16,-1-2-33-16,1 0-28 0,-5-1-78 15,-3 1-164-15,-14-1-223 0,8-2-896 0</inkml:trace>
  <inkml:trace contextRef="#ctx0" brushRef="#br0" timeOffset="22619.269">26216 2444 427 0,'0'0'69'0,"0"0"1427"0,0 0-778 0,0 0-217 16,0 0-85-16,0 0-101 0,-70 83-20 15,53-53-53-15,-2 9-32 0,-1 3-16 16,1 8-44-16,-4 3-25 16,0 4 0-16,0 3-16 0,4 1-30 15,1-6-30-15,6-3-25 0,8-7-12 0,4-8-12 16,11-7-73-16,12-8-3 0,6-9-33 0,9-4-4 15,4-7-12-15,5-2-25 0,-1-13-95 16,0-2-254-16,-10 1-614 0,12-11-829 16</inkml:trace>
  <inkml:trace contextRef="#ctx0" brushRef="#br0" timeOffset="22869.822">26670 2482 1539 0,'0'0'241'15,"0"0"876"-15,0 0-774 0,0 0 25 0,0 0 39 16,0 0-94-16,-38 87-50 0,24-43-11 16,-1 5-29-1,-3 6 0-15,-1 3-11 0,-6-1-54 16,-1-1-52-16,0-3-49 0,-4-4-40 16,1-6-17-16,1-5-45 0,2-8-82 0,5-8 3 15,6-7 27-15,6-7 3 0,4-2-59 0,3-5-51 0,2-1-26 16,0-4-94-16,2-4-135 0,6-8-192 15,3-3-558-15,1 2-234 0,2-14 847 16</inkml:trace>
  <inkml:trace contextRef="#ctx0" brushRef="#br0" timeOffset="23053.912">26489 2756 385 0,'0'0'342'0,"0"0"108"0,39-66 948 0,-24 54-945 0,-1 3-73 16,0 3-37-16,-2 3-58 0,2 3-34 15,-1 6-68-15,5 4-47 0,1 8-10 16,1 7 3-16,-3 4-12 15,0 5-38-15,0 5-30 0,-2-2-27 16,-3 1-22-16,0-3-12 0,-3-3-6 16,-2-3-56-16,-1 0-20 0,-3-5 11 15,-3-5-15-15,0-1-4 0,0-4 16 16,0-3-7-16,-9-1-34 0,1-4-69 16,-5-3-71-16,-5 0-74 0,-2-3-199 15,-3 0-621-15,4-3-237 0,-12-7 960 0</inkml:trace>
  <inkml:trace contextRef="#ctx0" brushRef="#br0" timeOffset="23199.156">26518 2945 1186 0,'0'0'1866'16,"0"0"-1331"-16,0 0-244 0,0 0-58 0,0 0 22 15,0 0-39-15,0 0-19 0,90-12-52 16,-56 6-69-16,7-2-70 0,6-4-6 0,3 0-52 16,0-6-144-16,1 1-97 15,-1-2-153-15,-3-3-602 0,-14 5-786 0</inkml:trace>
  <inkml:trace contextRef="#ctx0" brushRef="#br0" timeOffset="23458.741">27204 2421 137 0,'0'0'218'0,"0"0"1507"0,0 0-976 0,0 0-313 15,79 83-165-15,-54-50-12 0,-2 3-1 16,2 4-64-16,-4 1-64 0,-5-1-34 0,-2-1-15 0,-6 2-14 16,-5-4-8-16,-3-2-31 0,0 2-28 15,-11-5-22-15,-6-1-21 0,-2-1-25 16,-7-4-6-16,-2-1-19 0,-4-4-59 16,2-3-61-16,2-4-120 0,5-5-233 15,4-3-590-15,5-3-649 0,5-3 1645 0</inkml:trace>
  <inkml:trace contextRef="#ctx0" brushRef="#br0" timeOffset="24234.886">28044 1874 2339 0,'0'0'423'0,"0"0"-320"0,0 0-102 0,83-50 41 0,-55 34 73 16,0 2 32-16,-2 3-19 0,0-1-23 15,-4 7 13-15,-3 1 37 0,-3 2 9 16,-3 2-51-16,-5 2-38 15,-2 6-24-15,-3 5 15 0,-3 6 6 0,-3 9 15 16,-9 7-35-16,-4 3-14 0,-7 7 2 0,-2 2-3 0,-1 0-6 16,-1 5 3-1,2-1-22-15,2 6-10 16,3-2 32-16,6 1 127 0,1-2-5 16,4-2-89-16,3-7-27 0,2 1-15 0,-1-5-10 15,2-4 12-15,-2-4 10 0,2 1-19 0,0-1-15 0,0-1 13 16,3 0-1-16,0 5-13 0,0 0-2 15,9 2-2-15,2 3-16 0,6-1-1 16,0 2 7-16,2-1 9 0,4 0 1 16,-5 0-13-16,0-1 0 0,-3-1 12 15,-4 0-9-15,-6-1 12 0,-2 1 22 16,-3-3 8-16,0 3-27 16,-4-2 9-16,-3 3 7 0,1-3 32 15,-3 1-11-15,4-3 48 0,0-3-3 16,2-2-57-16,0-3-28 0,0-4-26 15,2-5-116-15,-2-3-96 0,0-8-143 16,0-2-806-16,-1-6-1492 0</inkml:trace>
  <inkml:trace contextRef="#ctx0" brushRef="#br0" timeOffset="24355.684">28313 3732 1709 0,'0'0'2839'15,"0"0"-2134"-15,0 0-468 0,0 0-119 16,0 0-118-16,0 0-18 15,0 0-94-15,0 0-122 0,0 0-209 0,-96-54-1301 0</inkml:trace>
  <inkml:trace contextRef="#ctx0" brushRef="#br0" timeOffset="28597.994">22010 4966 414 0,'0'0'20'16,"0"0"-1"-16,0 0 17 0,0 0-36 0,0 0 12 15,0 0-12-15,0 0-78 0,0 0-36 16,-18-68 81-16,16 56-65 15,1-7 79-15</inkml:trace>
  <inkml:trace contextRef="#ctx0" brushRef="#br0" timeOffset="29088.586">21975 4772 267 0,'0'0'124'0,"0"0"-42"15,0 0-59-15,0 0 13 0,0 0-1 0,0 0 18 16,0 0 175-16,0 0-10 0,0 0-130 16,0 0-29-16,-80-37 68 0,78 37 110 15,2 0 36-15,0-1 23 0,0-1 1 0,0 0 10 16,0 0-44-16,2-1-10 0,1 1-11 15,-2-1-52-15,2 0-39 0,-1 3 12 16,-2 0-21-16,0 0-51 0,0 0-14 16,0 0 72-16,0 6-7 0,0 1-6 15,3 5-60-15,4 0-23 0,-2 6-23 16,4 2-8-16,4 7-4 0,0 4 6 0,0 4 7 31,1 3 9-31,-2 3-10 0,1 4 1 0,-2 0-7 16,-2 4-22-16,1 4-1 0,-3 1 0 15,-2 3-1-15,-4 2 0 0,-1 1-15 16,0 5 14-16,0-1-2 0,-3 2-9 16,0 2 9-16,0-1-12 0,0 1 15 0,3 2-1 15,-1-1 0-15,-1 2 1 0,2 2 0 0,0-1 1 16,0 0 1-16,0-2 28 0,-3-4-18 16,1-6-2-16,1-3-10 0,1-4-2 0,0-3 1 15,0-1 1-15,3-4 12 0,3 0-11 16,-3-4-1-16,3-2 3 0,0-6 6 15,1-4-9-15,-1 1-2 0,1-8-13 16,-3-1 15-16,-1-4 1 0,0-3-1 16,-1-3-13-16,-2 0-2 15,0-3-12-15,0 1-4 0,0-3 7 0,0-3 11 16,0 1-26-16,0-1-19 16,0-1 2-16,0-2-14 0,0 0 2 0,-3-5-12 15,-2 0-59-15,-2-6-50 16,-3-2-69-16,0-3-279 0,-2-5-134 0,0-4-534 0,2 7-164 0,-8-11 1161 15</inkml:trace>
  <inkml:trace contextRef="#ctx0" brushRef="#br0" timeOffset="29402.382">21853 6761 127 0,'0'0'2353'0,"0"0"-2011"0,0 0-114 0,3 79-46 15,7-52 19-15,3 4 56 0,3-1 41 0,0 1-62 16,1-4-81-16,2-2-52 0,-2-1-29 16,0-2-3-16,-1-4 15 0,2-1 12 15,-4-3 3-15,2-1-39 16,-2-1-29-16,3-1-11 0,0-3 8 16,0-1 16-16,0-1-6 0,3-2-16 15,3 0-12-15,3-4 3 0,3 0-2 16,5-8 17-16,3-8 7 15,7-7-10-15,4-12-9 0,2-7-15 0,4-8-3 0,0-9-61 16,0-6-57 0,-4-2-57-16,-1-1-73 0,-3-1-207 0,-7 6-613 0,-12 14-1199 0</inkml:trace>
  <inkml:trace contextRef="#ctx0" brushRef="#br0" timeOffset="31247.547">21784 7344 26 0,'0'0'95'0,"0"0"175"0,0 0 1194 16,0 0-1043-16,0 0-149 0,0 0-59 16,0 0-8-16,0 0 29 0,0 0 34 15,0 0 23-15,27 83-43 0,-9-56-62 0,-1-2-25 16,2 3-18-16,-2-2-1 0,-1 1 42 16,0-2-49-16,-2-3-22 0,2 2-15 15,-2-2-31-15,1-3-18 0,1-6-19 16,1 1 1-16,-1-5-7 0,1-1-12 0,0-2-11 0,1-3 1 15,2-3 13-15,3 0-3 16,3-5 10 0,3-5 5-16,2-6 15 0,3-3-11 0,0-3 11 0,1-1-12 15,-2-3 4-15,-1 2-13 0,-1-3-11 16,1 0-10-16,2-2-12 0,-3-5-18 16,2 0-49-16,-1-6 9 0,1 0-12 15,-2-2-33-15,0 2-19 0,-3 1 39 16,-6 8-6-16,-5 5 9 0,-6 6-37 15,-5 7-68-15,-6 10-151 0,-2 3-275 16,-8 1-692-16,0 5-522 0,-12 7 1752 0</inkml:trace>
  <inkml:trace contextRef="#ctx0" brushRef="#br0" timeOffset="32017.658">20706 8774 871 0,'0'0'368'16,"0"0"991"-16,0 0-870 0,0 0 8 15,0 0-159-15,0 0 16 0,0 0-75 16,0 0-30-16,0 0-87 0,84 82-6 16,-71-44-52-16,0 9-19 0,-2 4-6 0,2 6-6 15,-4 0 0-15,-1 5 18 16,-3 0-49-16,-1 2-40 0,-3-1 1 0,-1-2-3 0,-1-3 0 16,-5-8-12-16,1-8-12 0,0-9-55 0,1-12-12 15,2-6-21-15,-1-9-19 0,3-6-37 16,0-1-49-16,0-9-215 0,3-6-81 15,0-6-133 1,3-4 52-16,1-7-140 0,0-2-73 0,-1-1 168 16,1 0 584-16,-2 1-4 0,-2-2 59 15,-2 2 182-15,1 4 27 0,1 4 348 16,-2 7 433-16,1 7-503 0,1 7-15 16,2 1-59-16,1 4-33 0,2 1-70 15,5 0 36-15,5 0-89 0,5 1-52 16,5 5-41-16,4-2-18 0,4-2-19 15,7 1-11-15,4-3-32 0,1-4-32 16,2-7-50-16,-2-1-2 0,-1-7-64 0,-4 2-51 0,-6-4-30 16,-3-1-40-1,-7-2-71-15,-6 1-241 0,-9 5-759 16,-5-13-822-16</inkml:trace>
  <inkml:trace contextRef="#ctx0" brushRef="#br0" timeOffset="32229.81">21468 8649 7 0,'0'0'2448'16,"0"0"-1839"-16,0 0-211 0,0 0-15 15,0 0-13-15,6 79-75 0,3-41-48 0,-1 5-14 16,0 5-26-16,3 7-51 0,1 4 8 16,-1 2-28-16,1 4-85 0,-2 0-22 15,-3-2-29-15,0-3-1 0,0-2-45 0,-2-7-99 0,-2-2-31 16,0-4-34-16,-3-7-71 0,0 1-114 15,0-7-553-15,0-8-567 0,-2 1-484 0</inkml:trace>
  <inkml:trace contextRef="#ctx0" brushRef="#br0" timeOffset="32710.328">21792 8332 734 0,'0'0'71'0,"0"0"-71"0,0 0 1386 0,0 0-956 16,0 0-105-16,0 0-40 0,0 0 33 16,0 0-5-16,0 0-33 15,0 0-38-15,29 73-22 0,-20-49-42 0,1 3-24 16,-1 7-7-16,-1 2-10 0,0 6-55 16,-2 1-52-16,-2 2-30 0,-3 0-18 15,1 1-98-15,-1 0-85 0,-1-1-50 16,0-2-104-16,0-11-404 0,-3 16-1084 15</inkml:trace>
  <inkml:trace contextRef="#ctx0" brushRef="#br0" timeOffset="33226.868">22512 8576 13 0,'0'0'2459'16,"0"0"-1825"-16,0 0-115 0,0 0-132 15,0 0-15-15,0 0-106 0,0 0-75 0,0 0-63 16,0 0-39-16,0 0-13 0,-44 87-9 16,35-45 52-16,-2 8 30 0,3 11-49 15,-2 4-12-15,1 5-3 0,0 5-13 16,1 6-17-16,1 0-1 0,1-1-36 16,4-4-18-16,2-5 0 0,6-10-39 0,13-7-82 15,5-12-39-15,9-10 17 0,5-10 0 0,5-13 16 16,9-9-32-16,4-9-114 0,3-14-187 15,3-9-332-15,-15 4-766 0</inkml:trace>
  <inkml:trace contextRef="#ctx0" brushRef="#br0" timeOffset="33974.212">24027 9216 729 0,'0'0'3087'0,"0"0"-2704"15,0 0-318-15,-6 72-30 0,-3-39 82 0,-2 6 112 16,-1 4 20-16,2 0-87 0,-2-1-76 16,5-1-47-16,0-8-19 0,0-5-20 15,0-5-88-15,2-5-147 0,-1-6-92 16,5-4-212-16,0-4-794 0,1-3-916 15,2-6 2018-15</inkml:trace>
  <inkml:trace contextRef="#ctx0" brushRef="#br0" timeOffset="34313.193">24831 8443 98 0,'0'0'2199'0,"0"0"-1063"0,0 0-678 0,-18 64-50 0,4-28-121 15,-1 5-71-15,-3 9 4 0,-1 9-15 16,-3 7 2-16,-1 8 14 0,2 5-67 15,0 5-72-15,1 1-28 0,0 2-30 16,1-4-22-16,1 0-2 0,2-4-51 16,0-7 0-16,4-8-31 0,8-14-6 15,4-11-6-15,4-9 46 0,11-12-19 16,7-11-75 0,0-7-38-16,7-7-83 0,2-14-100 0,-1-6-361 15,1-10-766-15,-9 8-521 0,6-19 1790 0</inkml:trace>
  <inkml:trace contextRef="#ctx0" brushRef="#br0" timeOffset="34566.772">24784 8743 10 0,'0'0'2516'0,"0"0"-2139"0,0 0-101 0,0 0-2 16,0 0 24-16,0 0-97 0,0 0 50 16,0 0 62-16,0 0-106 0,39 73-66 15,-19-36-27-15,1 9-10 0,-1 2 42 16,-2 2-24-16,2 2-50 0,-2-2-23 15,-2-3-34-15,1 0-3 0,-1-6-12 0,0-3-3 16,-3-4-45-16,1-3-59 0,-1-5 1 16,-1-4-16-16,-1-4-15 15,-2-4 2-15,1-3 0 0,-3-4 21 16,-1-4-13-16,0-3-9 0,-3 0-54 16,-2-3-46-16,-1-6-74 0,-1 0-36 15,-8-4-148-15,-3-4-165 0,-2 4-735 16,-10-10 1123-16</inkml:trace>
  <inkml:trace contextRef="#ctx0" brushRef="#br0" timeOffset="34735.119">24759 9221 2172 0,'0'0'1567'0,"0"0"-1205"0,0 0-222 0,0 0-25 16,0 0 37-16,0 0 89 0,0 0-45 16,0 0-104-16,86-45-56 15,-46 32-17-15,2-3-19 0,1 2-9 0,-1-2-68 16,-4 2-61-16,-1-4-24 0,-4-1-88 0,0-3-325 15,-7-1-766-15,-7 5-722 0,0-9 1744 16</inkml:trace>
  <inkml:trace contextRef="#ctx0" brushRef="#br0" timeOffset="34998.347">25645 8599 42 0,'0'0'2675'16,"0"0"-1699"-16,0 0-529 0,0 0-68 0,70 73-75 16,-50-45-95-16,-2 1-48 15,-1 6-30-15,1 4-31 0,-3 3-33 0,-2 5 0 16,0 2-12-16,-3-1-40 0,-5 4-13 16,-4 0 0-16,-1-1-2 0,0 1-25 15,-8 2-29-15,-7 2 12 0,-1-5 39 16,-8-2-142-16,-5-4-1 0,-3-3-59 0,-4-4-52 15,-1-1-55-15,-1-2-225 0,-2-1-247 16,11-9-766-16,-13 2 261 0</inkml:trace>
  <inkml:trace contextRef="#ctx0" brushRef="#br0" timeOffset="41321.802">23118 8599 1911 0,'0'0'1309'0,"0"0"-927"0,0 0-249 16,0 0-73-16,0 0 47 0,0 0 154 15,-12 90 28-15,7-44 16 0,-1 9-87 16,1 6-102-16,0 6-16 0,1 3-17 15,1 2 20 1,0 3 12-16,0 1-57 0,1-2-25 0,-3-3-6 16,2-5-27-16,2-10-21 0,-1-8-12 0,2-12-12 15,0-11 2-15,0-9-51 0,0-9-13 16,0-6-33-16,5-1-34 0,-1-7-50 16,3-10-32-16,3-9-148 0,0-14-171 15,-1-7-202-15,-1 6-415 16,-2-32-40-16</inkml:trace>
  <inkml:trace contextRef="#ctx0" brushRef="#br0" timeOffset="41722.33">23112 8644 2352 0,'0'0'577'0,"0"0"-59"15,0 0-161-15,0 0-5 0,0 0-81 0,0 0-43 16,38-65-13-16,-17 54-43 0,4 4-44 16,6-1-24-16,3 2-35 15,2 2-17-15,2 1-12 0,-5 1-7 0,0 2-15 16,-4 0-4-16,-3 6-14 0,-7 0-15 15,-2 5-9-15,-6 0 24 0,-5 5 10 0,-6 4 5 16,0 7 10-16,-11 4-7 0,-11 8-18 0,-5 0 0 16,-6 4 0-16,-4-2 1 0,1-1 2 0,0-4-3 15,4-2-2 1,4-4 0-16,3-4-13 0,8-1 12 0,6-5-10 16,5 0-8-16,4-4 3 15,2 2-3-15,8-2 2 0,6 1 7 0,5 2-9 16,7 0 9-16,2 0-3 0,6 2 14 15,0 0-11-15,1-3-4 0,-3 1 1 16,-4 1 3-16,-3-1-25 0,-5 0 13 16,-7 0 12-16,-6 4 1 0,-4-3 11 0,-3 4 3 31,-3 1 21-31,-8 1 10 0,-7-1 11 0,-1 0-14 0,-6-3 8 0,-3-2-12 16,-2-1 7-16,-3-2 2 0,-3-1-21 15,-2-4-15-15,-2-3-2 0,-2 1-13 0,-4-5-24 16,1-3-58-16,-6-2-77 0,1 0-79 15,-4-7-126 1,13 1-361-16,-24-10-972 0</inkml:trace>
  <inkml:trace contextRef="#ctx0" brushRef="#br0" timeOffset="47769.994">1759 408 147 0,'0'0'2379'0,"0"0"-1928"0,0 0-259 0,0 0-58 0,0 0 329 15,0 0-144-15,0 0-89 0,0 0-38 16,0 0 15-16,0 0 11 0,0 0-17 16,13-14-48-16,-13 16-80 0,0 1-31 15,0 0-22-15,-4 4-20 0,-3 4-39 0,-5 11-7 16,-2 7 7-16,-2 14 2 0,-4 10-14 16,1 9 8-16,-3 5 42 15,2 4-14-15,1-3-22 0,1-2-9 0,2-9-21 16,3-7-22-16,4-10 13 0,2-12-10 31,0-8-22-31,4-7-49 0,3-6-86 0,0-7-133 16,0 0-216-16,3-12-199 0,0 0-299 0,7-18-43 15</inkml:trace>
  <inkml:trace contextRef="#ctx0" brushRef="#br0" timeOffset="48117.429">1651 490 1875 0,'0'0'509'15,"0"0"-250"-15,0 0 1 0,0 0-70 0,0 0-168 0,0 0 7 16,0 0 31-16,0 0 183 0,0 0-56 16,75 73-20-16,-52-38-29 0,3 9-11 15,-3 6 1-15,2 4-7 0,-4 4-53 16,-1 1-30-16,-4 1-35 0,-4-4-3 16,1-5-1-16,-6-10-1 0,2-7 1 15,-4-7-2-15,-2-10-31 16,-1-3 10-16,-2-6-154 0,0-2-70 15,-2-3-10-15,-9-1-9 0,1-2-116 16,-9-6-216-16,0-4-82 0,-5-4 252 16,-2-5 256-16,-3-1 173 0,0-3 33 0,-3 0 204 15,2 0 154-15,3 3-47 0,8 4 57 0,3 3-8 16,9 6-80-16,2 2-61 0,4 4-56 16,1 1-45-16,0-1-47 0,3 1-57 15,4-2-31-15,9 0 6 0,0 2 41 16,7-1-16-16,3-2-37 0,0 0-10 15,0-1-29-15,4 2-30 0,-2-1-184 16,-1 0-174-16,-9 3-388 0,7 0-1391 0</inkml:trace>
  <inkml:trace contextRef="#ctx0" brushRef="#br0" timeOffset="48482.36">2405 591 2315 0,'0'0'436'0,"0"0"-291"0,0 0 9 15,0 0 73-15,-101 74-1 0,75-50-62 0,0 2-41 16,3 1-22-16,4-3 12 0,4-1 4 16,3-5-20-16,6-4-41 0,2-2-35 15,4-6-21-15,0-1-33 0,1-3-4 16,8 1 21-16,4 0 16 0,4 1 14 15,5-2-2-15,-2 1-10 0,4-1-1 0,-1-2 2 16,-1 4-3-16,-2 0 0 0,-1 1 13 0,-3 1 24 16,-2 1 16-1,-4 0 6-15,-1 2 0 0,-4 1 27 0,-3-1-2 16,-2 3-17-16,0 0-14 0,-4 3-28 16,-6-1-25-16,-2 1-27 0,-5 0-13 15,1-3-13-15,-3-4 13 16,1 1-31-16,2-4 3 0,-1-4-62 0,1-1-13 15,0 0 0-15,0-9-91 0,0-3-110 0,5-2-174 0,3 2-256 16,7-9-847-16</inkml:trace>
  <inkml:trace contextRef="#ctx0" brushRef="#br0" timeOffset="48819.778">2637 627 1952 0,'0'0'1134'15,"0"0"-875"-15,0 0-107 0,0 0 64 16,0 0 17-16,-78 81-57 0,57-57-11 0,2 2-7 16,0-3-34-16,4-2-50 0,4-4-46 15,4-6-28-15,4-3-13 0,3-2-39 0,0-1-19 32,3 1-19-32,7 0 10 0,4 0-7 15,6-3 15-15,2 0 35 0,4-1 9 0,0-1 15 0,1-1 12 0,-1 1-1 31,-4 1-20-31,0-1 19 0,-4 3 3 0,-3 3 22 0,-1 0 37 0,-5 2 16 32,-2 3-19-32,-4 3-9 0,-3 2-23 0,0 2-11 0,-3 2-13 15,-6 2-13-15,-2-1-2 0,-1-1-13 16,-1-5 0-16,-1-3 9 0,2-5-21 0,0-4-66 16,0-4-111-16,-1 0-98 0,-3-9-220 15,4 0-482-15,-6-17-209 0</inkml:trace>
  <inkml:trace contextRef="#ctx0" brushRef="#br0" timeOffset="49674.574">2853 664 1944 0,'0'0'612'0,"0"0"-222"0,0 0 58 0,12 71 36 16,-8-45-77-16,-1-2-150 0,1 0-75 16,-1-1-53-16,1-4-58 0,-1-6-62 0,0-1-9 15,1-5-22-15,1-3-8 0,1-4 5 16,-1 0-36-16,5-3-7 0,0-7-43 15,3-6-25-15,-1-4-34 0,0-5-45 16,0-2-47-16,-3 2 10 0,1-1 52 16,-1 4 24-16,-2 1 103 0,-3 5 44 15,1 3 29-15,-2 5 40 16,0 3 68-16,-2 3 20 0,2 2 40 16,1 3 9-16,2 4 37 0,1 6-22 15,3 5-14-15,0 5 8 0,0 1 8 16,-2 4-22-16,-3 0-10 0,2-1-39 15,-2-1-75-15,-1-2-48 0,-1-4-21 16,1-4-3-16,1-6-28 0,-2-6-49 16,2-3-86-16,-1-1-22 0,2-5 45 0,3-7 3 0,0-4-42 15,1-4-78-15,0-3-3 0,0 0-3 16,0-2 89-16,-3 3 89 0,1 5 70 16,-4 2 39-16,0 8 32 0,0 2 74 0,-1 5 61 15,0 0 50-15,0 0-2 16,1 6-16-16,2 3 15 0,-1 3-23 15,0 0-23-15,1 2-7 0,-2-1 3 0,1-1-41 0,-1 0-74 16,-1-2-49-16,1-1 0 0,2 0-25 16,0-1-9-16,1-1-52 0,0 1-105 0,4-2-4 15,3 0-10-15,0-2 16 16,-1-3 25-16,4-1 38 0,1 0 9 0,0-6 104 16,0-3 13-16,3-3 23 0,1-3 15 15,0-1-7 1,-1-1 23-16,1-4-3 0,-2 2-4 15,-1 1 25-15,-2 1 26 0,-4 0-4 0,0 4-12 16,-3 1-35-16,-3 4-10 0,-3 2 10 16,1 1-10-16,-2 1 1 0,-2 1 24 15,-1 2 12-15,0 1 0 0,-1 0 6 16,-7 0-80-16,0 0-55 0,-6 0-7 16,-1 1-46-16,-2 6 12 0,1 4 30 0,-1 2-24 15,2 6 62-15,-2 5 28 0,5 3 50 16,1 1 31-16,1 0 6 0,1 0 6 15,6-7 3-15,0-2 9 16,3-6-47-16,2-2-36 0,8-3-22 0,5-2-31 16,7-2-3-16,9-3 3 0,5-1-27 15,7-2 14-15,5-10 13 16,6-4-24-16,5-1-79 0,2-4-34 16,2-3-134-16,-13 8-432 0,29-9-1106 0</inkml:trace>
  <inkml:trace contextRef="#ctx0" brushRef="#br0" timeOffset="50125.188">5068 189 726 0,'0'0'2487'16,"0"0"-2185"-16,0 0-289 0,0 0 183 16,0 0 119-16,0 0-43 0,0 0-64 0,-7 69-85 0,4-28-61 15,-1 10 21-15,-1 1 18 0,-1 7 82 16,1-1-64-16,-4 0-46 0,-1 3-45 16,-2-3-25-16,0-4-3 0,-2-6-58 15,2-8-18-15,2-9-16 0,-1-6-12 16,2-8-64-1,1-5-26-15,2-5-10 0,2-4-57 16,0-3-133-16,1-8-194 0,0-9-514 16,3-7 315-16,0 3 60 0</inkml:trace>
  <inkml:trace contextRef="#ctx0" brushRef="#br0" timeOffset="50445.504">4972 417 691 0,'0'0'1121'15,"0"0"-673"-15,0 0-112 0,0 0 44 0,0 0-38 16,0 0-27-16,92-21-63 0,-71 38-57 15,4 8-48-15,-1 4-48 0,2 5-12 16,-1 4 15-16,1 3-9 0,-3 2-16 16,-2 3 3-16,-2-2-9 0,-3 1-34 0,-3-1-5 0,0-2-32 0,-4-4-2 15,-1-7-19-15,-2-6-22 0,1-8-34 16,-4-6-9-16,0-6 0 0,-3-3-53 0,0-2-73 16,0 0-67-16,-6-4-93 0,-5-4-192 15,-4-4-119-15,-3 0-50 0,-4-5 147 16,-1-1 214-16,-6-1 17 0,2-3 172 15,-5-2 183 1,5 0 541-16,-1 0 95 0,7 4-67 16,5 5-37-16,4 3-55 0,8 6-51 15,3 3-134-15,1 1-143 0,1 2-61 16,10-1-35-16,1-1 35 0,5 2-6 16,4-4 6-16,4 0-56 0,4-1-17 15,4-2-15-15,5-5-22 0,2-2-40 0,5-1-228 16,-12 0-287-16,14-4-1233 0</inkml:trace>
  <inkml:trace contextRef="#ctx0" brushRef="#br0" timeOffset="50747.612">6259 811 3915 0,'0'0'463'0,"0"0"-385"0,0 0-77 0,4 88-1 0,-4-60 120 16,0-4 10-16,0-6-93 0,0-10-37 15,0-2-167-15,0-6-80 0,0 0-70 16,0-1-270-16,0-12-715 0</inkml:trace>
  <inkml:trace contextRef="#ctx0" brushRef="#br0" timeOffset="50909.338">5992 442 3959 0,'0'0'490'16,"0"0"-488"-16,0 0 140 0,0 0-16 0,0 0-52 16,0 0-44-16,88-41-30 0,-61 32-49 15,2-2-148-15,1 3-187 0,-8 2-354 0,10 4-938 16</inkml:trace>
  <inkml:trace contextRef="#ctx0" brushRef="#br0" timeOffset="51163.621">6534 485 3429 0,'0'0'398'0,"0"0"-303"0,0 0-1 16,0 0 215-16,0 0 139 0,0 0-178 16,-19 70-145-16,8-51-94 0,2 1-31 15,1 0-24-15,3-3 0 0,2 2-10 16,3-4-9-16,0 1-21 0,7-1-40 16,2 0-19-16,2-2 34 15,4 1 52-15,-1-1 23 0,0 0 14 16,1 0 0-16,4-1 15 0,-2 0-2 15,2 0 21-15,-2 0 6 0,2 1-25 16,-5-2-12-16,-1 1-3 0,-4 1-1 0,-5 0-2 16,-4 1-86-16,0 2-1 15,-8 0-27-15,-6-3 39 0,-3 1 19 0,-4-3-28 16,-3-3-110-16,7-3-282 0,-16-3-801 0</inkml:trace>
  <inkml:trace contextRef="#ctx0" brushRef="#br0" timeOffset="51796.772">8024 555 2062 0,'0'0'454'16,"0"0"-168"-16,0 0 45 0,0 0 48 31,0 0-28-31,0 0-46 0,0 0 9 0,0 0-99 16,0 0-58-16,0 0-65 0,0 0-49 15,-39 75-10-15,29-29 22 0,0 1 6 16,1-1 34-16,1-6 36 0,3-10-67 0,2-8-41 16,2-12-23-16,1-5-1 0,0-2-39 15,1-3-48-15,4-4-18 0,3-7-28 16,7-4 23-16,-1-8 7 0,5-7-31 0,-5-2 3 16,2 1 5-16,-4 5 9 15,-4 5 7-15,4 5-8 0,-4 9 2 0,1 4 26 16,1 3 91-16,2 1 29 0,-2 7 81 15,1 2 9-15,-2 3-7 0,1 0-6 0,0 1-35 16,-3-2 0-16,-1-1-3 0,-1-1-13 16,-1-1-2-16,0-4-41 0,-3-2-12 0,2-1-15 15,-3-2-19-15,0 0-31 0,0 0-89 32,0 0-73-32,0-5-112 0,0-2-410 0,3-10-963 0</inkml:trace>
  <inkml:trace contextRef="#ctx0" brushRef="#br0" timeOffset="52164.462">8303 164 2297 0,'0'0'564'0,"0"0"-297"0,0 0 210 0,0 0-26 16,0 0-102-16,18 96-71 0,-15-58-32 0,0 5-48 15,-2 4-36-15,-1 3-44 0,0 4-39 16,0-1-21-16,-3 1-46 0,0-3-12 15,-1-7-27-15,2-10 15 0,1-12-10 16,1-8 1-16,0-7-9 16,0-5-55-16,3-1-25 0,3-1 0 0,2 0 13 15,4 2 42-15,1-2 15 16,7 0 12-16,0 0 25 0,2 0-12 0,2 1-3 16,-1 0-10-16,-1 4 13 15,-3 0 15-15,-1 1 67 0,-3 2 25 0,-2 3-12 16,-3-3-20-16,-3 4-17 0,-1 0-3 15,-1 0-13-15,-3 2-5 0,-2 1-19 16,-3 0 0-16,-8 3-3 0,-2-1 0 16,-5-1-12-16,1-1-9 0,1-3-46 15,0-3-46-15,2-5-24 0,2-2-11 16,1-2-36-16,2-10-138 0,1-5-278 0,0 1-95 16,1-18-701-16</inkml:trace>
  <inkml:trace contextRef="#ctx0" brushRef="#br0" timeOffset="52497.706">8750 746 2493 0,'0'0'707'0,"0"0"-373"0,0 0-33 0,0 0 66 0,0 0-23 15,0 0-103-15,0 0-85 0,0 0-46 16,0 0 0-16,0 0-25 0,0 0-67 16,82-25-18-16,-57-2-39 0,-2-4-34 15,0-2-77-15,-4 5-49 0,-8 3 8 16,-5 9 49-16,-3 1 43 0,-3 5 34 15,-4 1 21-15,-8 3-9 16,-1 4 53-16,-1 2 53 0,-2 2 93 16,0 10-144-16,0 7 85 0,2 6-7 15,-2 6-15-15,6 6 12 0,0 2 18 0,1 1 22 16,5 0-13-16,1-2-19 0,0-2-15 16,3-4-18-16,0-4-6 0,3-5-32 15,3-6-14-15,4-4-46 0,-2-8-36 16,4-3 0-16,4-2-13 0,4-5 0 0,2-10-3 15,2-6-56-15,3-9-96 0,2-6-253 0,-6 6-594 16,7-20-670-16</inkml:trace>
  <inkml:trace contextRef="#ctx0" brushRef="#br0" timeOffset="52698.736">9129 177 2115 0,'0'0'698'16,"0"0"-486"-16,0 0 28 0,0 0 148 15,0 0-14-15,26 78-36 0,-16-46 8 16,2 4-61-16,-2 4-44 0,4 3-43 16,-5 3-56-16,3-2-72 0,-4 4-55 15,1-3-15-15,-2 2-21 0,-1-4-6 0,1-1-73 16,0-4-46-16,0-7-9 0,4-7-1 16,-2-5-104-16,5-8-209 0,0-9-333 0,-4-2-415 15,7-8-374-15</inkml:trace>
  <inkml:trace contextRef="#ctx0" brushRef="#br0" timeOffset="52847.349">9521 657 2629 0,'0'0'955'0,"0"0"-721"0,0 0-168 0,26 78 91 16,-20-49 177-16,-3 1-28 0,0 1-76 0,-2-1-65 16,3-3-43-16,-2-6-30 0,-1-4-80 15,-1-5-12-15,0-7-128 0,0-3-98 16,0-2-90-16,-7 0-227 0,0 0-632 15,-12-9-800-15</inkml:trace>
  <inkml:trace contextRef="#ctx0" brushRef="#br0" timeOffset="52996.9">9234 496 2583 0,'0'0'614'0,"0"0"-356"0,0 0-39 15,0 0-11-15,0 0-39 0,0 0-9 16,91 24-66-16,-55-17-88 0,0-1-6 0,2 1-190 15,0-2-109-15,-9-1-205 0,13 2-808 0</inkml:trace>
  <inkml:trace contextRef="#ctx0" brushRef="#br0" timeOffset="53316.719">9853 571 1865 0,'0'0'1672'15,"0"0"-1256"-15,0 0-187 0,0 0 51 16,-51 94 16-16,37-63 29 0,-2 3-39 15,3-5-31-15,3-5-92 0,3-3-84 16,1-5-49-16,6-6-30 0,0-2-12 16,0-4-28-16,0-2-20 0,4-1-43 0,5-1-21 15,1 0-10-15,3-1 10 0,4-6 8 16,-1-7 25-16,4-4 2 0,-4-2-9 0,-1-1-18 16,-4-1 11-16,-1-1 50 0,-3 4 45 15,-2 3 10-15,-1 3 53 0,-1 6 27 16,0 3 27-16,-3 2-15 0,4 2-19 0,-4 2 22 15,0 3 12-15,3 3-40 0,-2 3 12 16,2 4 21 0,0 0 9-16,0 2-3 0,0-2-30 15,-2-4-54-15,2-4-22 0,0-2-18 16,2-3-27-16,3-2-68 0,4 0-56 0,6-4-50 16,1-8-10-16,7-3-62 0,2-6-164 15,-1-2-674-15,-9 6-285 0,7-7-198 0</inkml:trace>
  <inkml:trace contextRef="#ctx0" brushRef="#br0" timeOffset="53568.187">10211 563 1117 0,'0'0'1662'0,"0"0"-1009"0,0 0-204 0,0 0-67 16,0 0-16-16,0 0-19 0,0 85-61 15,-5-60-30-15,2-2-38 16,2 0-52-16,-1-6-60 0,2-3-70 0,0-5-25 16,0-2-10-16,0-4-2 0,2-3-17 15,2 0-43-15,3 0-53 0,2 0-13 16,2-7 12-16,6-1 9 0,1-4 5 0,6 1 4 0,-1-3 0 15,3 2-7-15,-3 3 12 0,-2 1 34 16,-1 4 22 0,-6 2 17-16,0 2 19 0,-5 0 32 0,0 1 87 15,-1 5-36-15,0 4-23 0,-3-1-60 16,1 2-100-16,-3 1 63 0,3 3 35 0,-2 2-53 16,-1 1-205-1,-2-4-740-15,-5 12-1678 0</inkml:trace>
  <inkml:trace contextRef="#ctx0" brushRef="#br0" timeOffset="63514.404">9005 5941 650 0,'0'0'68'0,"0"0"-9"0,0 0 544 0,0 0 37 15,0 0-303-15,0 0-130 0,-1 72-46 16,4-55 96 0,2 6-90-16,-2 1-17 0,0 8-10 15,-1 9 0-15,-1 13 12 0,-1 9 18 16,0 12-13-16,-6 10-63 0,-5 5-72 0,-1 4-19 16,-5 5 0-1,3-4-3-15,-4-3-19 0,5-7 5 0,0-4 13 16,2-10 2-16,7-12 17 0,1-10-17 15,1-10-1-15,2-9-2 0,0-10 2 0,0-4 0 0,0-6-16 0,0-4-101 16,0-4-109-16,0-2-103 0,2-2-223 16,1-8-709-16,-1-1-357 0,3-13 1573 0</inkml:trace>
  <inkml:trace contextRef="#ctx0" brushRef="#br0" timeOffset="63750.11">8770 7053 26 0,'0'0'2267'16,"0"0"-1827"-16,-11 98-100 0,10-47-55 16,-1 1 19-16,1 2-36 0,1-1-17 15,0-3-49-15,4-5-59 0,4-4-38 16,3-9 24-16,3-4 34 0,3-4-23 16,6-6-30-16,2-6-12 0,5-5-19 0,5-6-28 0,4-2-20 15,4-11-10-15,7-8-6 0,2-9-15 16,3-4-18-16,1-8-16 0,-3-6-63 15,-1-4-70-15,-4-3-23 0,-1-2-31 0,-5-2-168 32,-10 16-333-32,3-9-775 0</inkml:trace>
  <inkml:trace contextRef="#ctx0" brushRef="#br0" timeOffset="64468.615">4088 8949 453 0,'0'0'17'16,"0"0"2204"-16,0 0-1765 0,0 0-179 0,0 0-58 15,0 0 18-15,0 0-42 0,0 0-86 16,0 0-68-16,0 0-22 0,0 0 12 16,-76 105 25-16,50-50 86 0,1 4 16 15,1 3-38 1,4-3-34-16,5-9-34 0,5-8-18 0,6-11-19 16,4-11-15-16,0-6-31 15,0-6-21-15,10-2 3 0,-2 1 12 0,6-2 23 16,4 1 14-16,4 1 3 0,1 2-3 0,3 3-43 15,4 3 9-15,-1 6 3 16,0 3 10-16,0 7 18 0,-2 4 3 0,0 7 14 16,-2 2 14-16,-2 3 18 0,0 6-3 0,-3 1 0 15,-4 2 0-15,-3-2-40 0,-6 4-3 16,-1-2 0-16,-5-1-15 0,1 0-7 16,-2-2-49-16,0-4-55 0,4-1-38 0,1-5-97 15,3-5-213-15,4-10-214 0,3-6-568 16,-3-12-149-16</inkml:trace>
  <inkml:trace contextRef="#ctx0" brushRef="#br0" timeOffset="65788.989">5440 9343 108 0,'0'0'205'16,"0"0"2146"-16,0 0-1786 0,7 67-161 0,-1-33-111 15,-2 4-45-15,1 4-37 0,-4 0-53 16,1-2-40-16,-2-3-66 0,1-5-37 15,-1-3-15-15,0-8 0 0,0-3-12 32,0-7-7-32,2-5-24 0,0-6-120 0,-2 0-36 0,1-5-111 0,1-9-223 15,-2-9-584-15,0 5-625 16,0-22 1670-16</inkml:trace>
  <inkml:trace contextRef="#ctx0" brushRef="#br0" timeOffset="65934.469">5371 9104 101 0,'0'0'88'0,"0"0"2287"0,0 0-1812 0,0 0-156 0,0 0-125 16,0 0-36-16,0 0-47 0,0 0-84 0,0 0-96 15,0 0-19-15,69-18-34 0,-39 17-22 16,2 1-175-16,2 0-62 0,2 1-179 16,2 3-321-16,-8-1-849 0</inkml:trace>
  <inkml:trace contextRef="#ctx0" brushRef="#br0" timeOffset="66198.867">5914 9185 2509 0,'0'0'351'0,"0"0"-113"0,0 0 14 0,-43 75 56 16,26-50-53-16,-2 3-44 15,1 2-71-15,3-4-56 0,2 1-22 16,5 1-28-16,0-5-12 0,7 1-22 16,1-1 2-16,5-4-2 0,5 0 12 15,6-2 7-15,4-1-16 0,2-3 15 16,2-2-17-16,-2-1 1 0,0-1 16 0,-2-1-17 0,-6 2 0 15,-1 1 33-15,-4 2 56 0,-5 0 91 16,-2 6-83-16,-2-2-28 0,-6 2-33 16,-7-1-19-16,0 0-18 15,-6 2-2-15,2-1-25 0,-3-3-10 0,1-1-9 16,2-7-24-16,1-2-28 0,4-2-31 16,3-4-78-16,4-5-98 0,2-7-237 0,3-9-443 0,1-5-203 31,5 3-247-31</inkml:trace>
  <inkml:trace contextRef="#ctx0" brushRef="#br0" timeOffset="66487.693">6248 9488 995 0,'0'0'219'15,"0"0"1111"-15,0 0-803 16,0 0-87-16,0 0-1 0,42 87-64 0,-42-61-59 16,0 1-79-16,-4-4-72 0,1 0-74 15,3-4-48-15,0-6-43 0,0-1-1 16,1-6 1-16,8-2 44 0,4-3-44 0,4-1-9 15,9-4-25-15,2-8-12 16,2-4 7-16,5-6 11 0,-4-2-5 0,-2-1 5 16,-3 0 7-16,-6-1 21 0,-4 0 0 0,-9 2 19 15,-4-1-17 1,-3 1 8-16,-10 2 6 0,-5 1-16 16,-3 3 0-16,-5 2-16 0,2 4-11 15,0 6 15-15,-1 4-37 0,5 2-22 16,-2 3-24-16,6 8-3 0,2 6-91 15,5 4-109-15,3 3-174 0,3 4-331 16,0-4-1089-16</inkml:trace>
  <inkml:trace contextRef="#ctx0" brushRef="#br0" timeOffset="66639.693">7051 9830 3231 0,'0'0'687'16,"0"0"-370"-16,0 0 9 0,0 0 55 0,0 0-97 15,0 0-90-15,0 0-124 0,0 0-70 16,0 0-36-16,0 0-128 0,0 0-74 16,6 7-96-16,-6-7-368 0,0 0-1208 0</inkml:trace>
  <inkml:trace contextRef="#ctx0" brushRef="#br0" timeOffset="68520.072">8867 9157 1831 0,'0'0'402'0,"0"0"-292"0,0 0-90 0,0 0 83 16,0 0 46-16,0 0 8 0,0 0-37 15,0 0-11-15,0 0-23 0,0 0-19 16,0 0-9-16,20-19-13 0,-20 19-4 15,0 0-6-15,0 0-35 0,0 0-1 16,0 0-76-16,0 0-140 0,0 2-166 16,0-1-319-16,-5 3-746 0,0-2 1311 15,-8 4-231-15,16-2 368 0</inkml:trace>
  <inkml:trace contextRef="#ctx0" brushRef="#br0" timeOffset="74152.01">7799 9369 1944 0,'0'0'487'0,"0"0"-216"0,0 0-24 0,-13-65-109 16,6 48 492-16,-6 0-297 0,4 0-182 16,-4 1-36-16,3 4 25 0,0 0 57 15,0 6-34-15,3 0-16 0,0 5-30 16,-1 1-29-16,-3 1-30 0,2 11-3 0,-4 6-16 16,-4 11-5-16,2 8-1 0,0 9 0 15,-1 4-31-15,2 7 14 0,3 0-16 16,2-2-6-16,6-6-52 15,3-7-52-15,1-9 10 0,10-12 36 0,2-6-13 0,6-9 29 16,7-6-26-16,3-4-30 0,5-14-16 16,1-6-96-16,3-7-139 0,1-9-234 15,-9 9-398-15,16-28-351 0</inkml:trace>
  <inkml:trace contextRef="#ctx0" brushRef="#br0" timeOffset="74356.041">8165 8639 2323 0,'0'0'744'16,"0"0"-272"-16,0 0-34 0,0 0 30 15,-13 102-98-15,6-50-70 0,1 12-35 16,-1 8 2-16,3 7-49 0,-4 6-95 16,0 3-71-16,-1-1-52 0,2 1-3 15,-2-6-36-15,2-6-22 0,3-9-23 16,1-13-56-16,3-13-99 0,7-11-92 15,4-12-101-15,7-11-64 0,5-7-120 0,-4-2-427 0,21-21-370 0</inkml:trace>
  <inkml:trace contextRef="#ctx0" brushRef="#br0" timeOffset="74684.361">8567 9318 2714 0,'0'0'670'0,"0"0"-306"0,0 0-71 0,-46 86 13 0,26-49-3 16,-2 3-69-16,3-2-69 0,2-3-58 15,6-7-52-15,3-7-39 0,3-5-16 32,5-9-25-32,0-2-14 0,0-4-7 0,3-1-3 15,4 0-9-15,3-4 15 0,0-4 13 16,4-2 18-16,-3-3-19 0,1-2 0 16,-1 1 30-16,-3 2 1 0,0 0 3 15,-3 3 7-15,-2 0-10 0,1 7 0 0,-4-1 18 16,2 3 49-16,-1 0 7 0,1 5-47 15,2 6 37-15,2 3 9 0,2 6-6 0,0 1-21 16,0 0 0-16,1 0-13 0,1-4-33 16,3 0-1-16,3-7-20 0,1-3-40 15,3-6-49-15,3-1-33 16,4-11-10-16,3-6-59 0,1-7-140 0,4-3-275 16,-12 4-602-16,14-17-667 0</inkml:trace>
  <inkml:trace contextRef="#ctx0" brushRef="#br0" timeOffset="74984.808">8992 9157 2236 0,'0'0'755'0,"0"0"-298"0,0 0-65 16,-30 69-15-16,13-35-43 15,-1 3-38-15,-2 0-63 0,0 3-54 0,3-8-63 16,0-1-58 0,5-5-58-16,3-6-46 0,6-3-42 15,0-5-31-15,3-5-9 0,3-4-7 16,5-3 47-16,6 0 26 0,8-3 25 0,4-2 3 15,5 0-9-15,3 3-15 0,-1 2 5 16,-3 0 13-16,-1 6 40 0,-5 5 19 16,-2 2 55-16,-6-1 24 0,-6 4 13 15,0-1-10-15,-6 2 12 0,-2-1-6 0,-2 3-12 16,-2-1-16-16,-7 0 15 0,-3 0-3 16,-3 2-33-16,-6-2-37 0,-2 1-21 15,-3-2-18-15,2-3-110 0,0-5-75 0,5-5-51 16,6-4-47-16,7-2-67 0,1-9-247 15,5-3-437-15,8-17-394 0</inkml:trace>
  <inkml:trace contextRef="#ctx0" brushRef="#br0" timeOffset="75229.939">9436 9289 1148 0,'0'0'1833'15,"0"0"-1249"-15,0 0-133 0,0 0-52 16,0 0-93-16,-55 89-94 0,35-62-65 15,-1 3-41-15,2-1-36 0,3 0-33 0,6-3-27 0,4 0-10 16,6-3-15-16,0-1-13 0,12-2-5 16,2-2 5-16,2-2 13 0,4-3-3 15,-2 0 6-15,0-2 0 0,0-1 12 16,0-1 0-16,-1-2 3 0,-5 1-3 0,-3-2-18 16,-5-2 18-16,-4 0 3 0,0 3 16 15,-10 0-19-15,-3 3-52 0,-6-3-58 16,-2 2-71-16,-4-3-50 0,0-3-194 0,7-3-721 15,-14 0-1170-15</inkml:trace>
  <inkml:trace contextRef="#ctx0" brushRef="#br0" timeOffset="75719.128">10382 9206 2632 0,'0'0'712'0,"0"0"-240"0,0 0-74 15,0 0-50-15,0 0-74 0,-94 65-54 16,74-29-52-16,2 6-56 0,1 2-11 16,6 1-13-16,0-2-10 0,6-6-23 0,5-6-43 15,0-8-12-15,5-5-45 16,6-7-16-16,2-2 13 0,5-9 11 0,5 0-2 15,5-9-28-15,3-7 0 0,0-4-21 0,0-7-7 16,-2 0 1-16,-4-2 14 0,-1 0 25 16,-8 0 34-16,-3-1 21 0,-7 4-4 15,-6-3-26-15,-1 5 30 0,-11-1 18 0,-5 7 7 16,-4 4 27-16,0 7 0 0,-1 5 6 16,2 2-58-16,-2 12-6 15,2 1-34-15,1 3-9 0,5 1-9 16,7-3-68-16,5-3-176 0,2 0-421 15,3-4-776-15</inkml:trace>
  <inkml:trace contextRef="#ctx0" brushRef="#br0" timeOffset="75868.834">10720 9325 2493 0,'0'0'761'0,"0"0"-174"0,0 0-92 16,84 6-100-16,-57-11-165 15,3-5-83-15,5-5-59 0,4-6-52 16,3-5-36-16,5-3-110 0,0-4-88 15,-1-2-113-15,-7 4-117 0,-8 1-163 0,-8 3-89 16,-6 2-426-16,-11 6 12 0</inkml:trace>
  <inkml:trace contextRef="#ctx0" brushRef="#br0" timeOffset="76129.827">11115 8891 989 0,'0'0'1070'0,"0"0"-378"0,0 0-71 16,0 0-203-16,-85 1-150 0,72 8-99 16,0 8-60-16,3 0 2 0,1 5 78 15,1 5 41-15,1 2-12 0,-1 7-39 0,1 2-45 16,-1 7-49-16,-1 6-27 0,2 8-16 15,-1 2-11-15,0 8-13 0,4 4-17 16,1 1 0-16,1 6-1 16,2-3-3-16,0 2-28 0,5-3 19 0,3-4-3 0,2-6-9 0,0-4 6 15,3-5 3-15,-1-2-7 0,-2-6-20 16,0-6-7-16,-4-7-2 0,-5-6-7 16,-1-2-9-16,-3-7-40 0,-8-6-12 31,-1-2 0-31,-2-5-29 0,-5-3-52 15,-1-3-29-15,1-2-11 0,-2-9-9 0,-4-6 9 16,-1-7-40-16,-2-6-30 0,-6-7-93 16,7 5-300-16,-16-23-535 0</inkml:trace>
  <inkml:trace contextRef="#ctx0" brushRef="#br0" timeOffset="83575.595">11954 8749 163 0,'0'0'3236'0,"0"0"-2655"0,0 0-346 0,0 0-42 16,0 0 33-16,0 0-48 0,0 0-83 16,0 0-48-16,0 0-47 0,-95 65-6 0,62-38 6 15,-2 4 43-15,0 0-13 0,2-2-29 16,4-1 0 0,5-6 0-16,7-3-1 0,5-2 0 0,8-7-27 15,4-1-19-15,1-2-3 0,11 3 49 16,8-1 22-16,4 2-19 0,5 1-3 15,4 1 0-15,-2 2 18 0,-3-1 0 16,-6 2-18-16,-5-1 2 0,-6 2 23 0,-5 3-22 16,-6 2 64-16,0 3-6 0,-9 0-3 15,-4 0-21-15,-3 1-16 0,-2-2-19 0,1-4-2 16,3-4-24-16,1-5-62 0,3-7-73 16,2-2-34-16,3-2-35 0,5-9-63 15,0-4-183-15,8-6-273 0,1 1-592 16,17-19-235-16</inkml:trace>
  <inkml:trace contextRef="#ctx0" brushRef="#br0" timeOffset="83794.131">12095 8980 2689 0,'0'0'421'16,"0"0"-125"-16,0 0 81 0,35 82 38 16,-25-40-83-16,1 8-110 0,-1 10-23 15,-1 10 21-15,0 6-53 0,-1 7-51 16,-5 5-77-16,-3 2 4 0,0 2-43 15,-6 2-24-15,-8-4-34 0,0-5-30 0,-5-2-22 0,-1-10 25 16,2-5 12-16,4-12-4 0,4-12-24 0,3-12-24 16,5-14 5-16,2-10-13 15,0-8-56-15,9-15-107 0,3-15-63 0,3-13-92 16,0-9-178-16,-2 7-533 0</inkml:trace>
  <inkml:trace contextRef="#ctx0" brushRef="#br0" timeOffset="84046.935">12133 9207 2662 0,'0'0'370'16,"0"0"-48"-16,0 0-61 0,44-66 35 15,-18 49-13-15,2 2-50 0,0 2-48 16,3 4-43-16,-4 4-75 0,0 4-51 16,-4 1-16-16,-7 6 0 0,-1 6-25 0,-10 5 7 0,-2 2 16 15,-3 5 2-15,-14 5 15 0,-5 1 10 16,-7 3 11-16,-7 5-14 0,-4-1-10 15,-5 2-12-15,2-3-12 0,-1-4 0 16,5-8-34 0,10-5-31-16,5-12-25 0,6-5-9 0,8-4-44 15,4-12-59-15,3-8-122 0,3-8-72 0,8-12 24 0,4-5-311 0,1 7-336 32,8-35-239-32</inkml:trace>
  <inkml:trace contextRef="#ctx0" brushRef="#br0" timeOffset="84392.924">12666 8407 2035 0,'0'0'473'16,"0"0"-154"-16,0 0 50 0,0 0-101 15,0 0-56-15,0 0 71 0,11 76-19 0,-16-33-41 16,-1 12-13-16,-3 11 39 0,-1 7-47 16,-4 10 8-16,-1 5-46 0,-2 0-67 15,1 1-70-15,2-4-16 0,2-8-11 16,6-10-37-16,1-9-57 0,5-12-36 15,0-12-10-15,10-10 6 0,6-11-22 0,5-9-10 0,8-4-78 16,3-17-134-16,2-9-180 16,1-7-238-16,0-4-288 0,-4-2 449 0,-3-1 48 15,-7 3 447-15,-5 3 140 0,-3 9 274 0,-6 5 172 16,-5 9 231-16,-2 8 30 0,0 5-82 16,-2 11-163-16,-5 8-92 0,-2 7-44 31,-2 7-72-31,-1 4-62 0,-3 1-66 0,0-2-34 15,5-3-40-15,-1-5-52 0,5-8-6 16,3-4-92-16,1-10-68 0,2-3-19 0,0-5 39 16,0-5 21-16,0-10-176 0,2 1-715 15,5-22-1260-15</inkml:trace>
  <inkml:trace contextRef="#ctx0" brushRef="#br0" timeOffset="84529.439">12819 8795 3041 0,'0'0'460'16,"0"0"-210"-16,0 0 140 0,0 0-52 0,0 0-100 16,0 0-131-16,83 34-107 0,-53-34-64 15,4-5-170-15,3-7-61 0,5-5-122 0,-2-4-340 0,-8 3-600 16,8-13-34-16</inkml:trace>
  <inkml:trace contextRef="#ctx0" brushRef="#br0" timeOffset="84714.386">13274 8513 2043 0,'0'0'714'15,"0"0"-223"-15,0 0-75 0,0 66-95 0,0-27-35 16,0 9 11 0,0 10 38-16,3 3-66 0,0 4-41 15,0 3-49-15,-2-2-61 0,-1 0-57 16,0-6-43-16,0-4-18 0,-1-4-2 16,-1-10-56-16,-1-8-38 0,3-7-7 0,0-5 18 15,0-10 3-15,0-4-37 0,0-8-67 16,0 0-114-16,0-12-236 0,0-7-268 15,-3 3-381-15,-4-15 17 0</inkml:trace>
  <inkml:trace contextRef="#ctx0" brushRef="#br0" timeOffset="84858.14">13059 8949 274 0,'0'0'1850'15,"0"0"-1233"-15,0 0-110 0,0 0-110 16,0 0-167-16,0 0-113 0,0 0 56 0,0 0 44 16,0 0-28-16,106-31-63 0,-55 31-55 31,3-3-43-31,2-4-28 0,-3-1-74 0,-2 2-111 15,-5 0-178-15,-15 5-226 0,10-1-733 16</inkml:trace>
  <inkml:trace contextRef="#ctx0" brushRef="#br0" timeOffset="85916.272">10426 10703 2433 0,'0'0'547'15,"0"0"-103"-15,0 0-121 0,-33 90 49 16,29-52-55-16,4 3-18 0,4-4-66 16,9-2-55-16,5-10-63 0,6-8 4 15,6-10 12-15,2-3 5 0,4-4-39 0,3-8-34 16,0-7-42-16,0-6-21 0,1-4-11 15,-4-2-43-15,-3-2-28 0,-3 0-9 0,-8 0 6 0,-2 4 19 16,-7 1 5-16,-6 5 12 0,-7 1 7 16,0 4 5-16,-12 1 7 0,-3 3 5 15,-5 0-29-15,-2 3 50 0,-2 2-8 16,-2 4 0-16,1 1 9 0,-2 6-18 16,4 13 21-16,3 6 12 0,0 10 61 0,2 11 6 31,2 6 3-31,3 8 16 0,-1 3-29 0,7-3-23 0,1-3-34 15,3-6-10-15,3-9-4 0,4-10 2 16,9-5-55-16,9-8 13 0,5-7-22 0,4-7-21 16,3-5-12-16,1-10-71 0,-1-12-92 15,3-6-216-15,-3-4-231 16,-6 4-463-16,6-13-260 0</inkml:trace>
  <inkml:trace contextRef="#ctx0" brushRef="#br0" timeOffset="86076.431">11014 10793 1182 0,'0'0'1559'0,"0"0"-1017"0,0 0-101 0,0 0 34 16,0 0-47-16,52 94-91 16,-35-61-47-16,1 2-56 0,2 1-64 15,4-3-19-15,2-4-72 16,2-1-79-16,0-8 0 0,-1-3-94 16,3-7-63-16,2-6-65 0,3-4-51 0,0-2-165 15,0-14-293-15,-11 2-728 0,11-21-913 0</inkml:trace>
  <inkml:trace contextRef="#ctx0" brushRef="#br0" timeOffset="86243.839">11460 10745 2831 0,'0'0'688'0,"0"0"-335"0,0 0-70 0,-103 92 62 16,70-47-89-16,0 9-66 0,-3 3-46 0,3 3-25 16,3-2 2-16,3-4-27 0,2-5-15 15,4-7-79-15,8-9-56 0,5-8-57 16,5-8-85-16,3-11-68 0,8-6-41 0,10-11-112 15,12-14-85-15,-5 2-204 0,21-33-625 0</inkml:trace>
  <inkml:trace contextRef="#ctx0" brushRef="#br0" timeOffset="86449.839">11896 10422 3135 0,'0'0'525'16,"0"0"-248"-16,-7 71 161 0,1-30-101 15,0 7-58-15,-2 7-69 0,2 1-24 0,0 4-4 16,2 1-64-16,-2-3-48 0,-1 1-21 16,0-4-49-16,3-5-18 0,-1-5 6 0,2-8-24 15,2-8-19-15,1-5-5 0,0-8-4 0,0-6-18 16,0-3-9-16,0-4-24 16,1-3-71-16,1-3-127 0,-2-7-60 0,0-6-55 15,0-6-93-15,0-6-106 0,-5 7-525 16,-9-21-198-16</inkml:trace>
  <inkml:trace contextRef="#ctx0" brushRef="#br0" timeOffset="86596.157">11598 10819 2553 0,'0'0'617'0,"0"0"-184"0,0 0-118 0,0 0 18 15,0 0-48 1,0 0-17-16,0 0 23 0,0 0-20 16,101 34-56-16,-64-34-36 0,5-4-46 15,4-5-64-15,1-5-69 0,1-1-9 16,-3-3-63-16,-2 0-82 0,-4 0-165 0,-3 4-135 15,-3-1-190-15,-7 5-401 16,8-1-442-16</inkml:trace>
  <inkml:trace contextRef="#ctx0" brushRef="#br0" timeOffset="86896.405">12131 10909 2929 0,'0'0'787'0,"0"0"-356"16,-20 67-6-16,20-49-41 0,2 0-146 0,12-6-119 15,5-7-31-15,10-5 3 0,11 0-12 16,6-10-6-16,9-9-34 0,5-6-38 15,1-4-1-15,-2-8-115 0,-7 3-49 0,-8-2-21 16,-9 3-32-16,-11 2 15 0,-11 3-14 31,-7 3 40-31,-6 2 30 0,-14 3 86 0,-8 3 60 16,-4-1 37-16,0 10 26 0,-1 4 51 16,2 4 1-16,2 12-7 0,3 7-3 0,1 11 11 0,1 5-6 0,0 8 7 15,0 4-5-15,-2 1 7 16,2 1-3-16,-2 0-19 15,4-3-28-15,0-6-35 0,5-7-34 0,3-5-16 16,0-9-15-16,8-7-60 0,0-9-24 16,8-3-71-16,7-10-6 0,11-11-47 15,4-6-113-15,5-9-233 0,-6 7-482 16,14-19-264-16</inkml:trace>
  <inkml:trace contextRef="#ctx0" brushRef="#br0" timeOffset="87197.265">12745 10733 1699 0,'0'0'1526'0,"0"0"-990"0,0 0-31 16,0 0-28-16,0 0-147 0,35 74-110 15,-35-39-50-15,0 1 0 0,-2 0-31 16,2-1-15-16,0-8 0 0,0-2-76 16,3-5-38-16,3-8-10 0,0-2-18 0,2-6-18 31,-1-4-31-31,5 0 4 0,2-6 14 0,2-9 10 16,3-4 0-16,0-4-22 0,0-3-17 15,-1 0 14-15,-3 1-3 0,-3 3-12 16,-1 3-3-16,-4 6 46 0,-3 4 34 0,-1 8 2 0,-1 1 42 15,-2 8 22-15,0 9 30 0,0 4-33 16,0 4-10-16,0 0-5 16,4 0 27-16,-1-2-37 0,0-5-33 15,2-2-3-15,1-5-12 0,3-2-28 0,2-3-44 16,1-6-68-16,5 0-30 0,2-6-56 16,8-9-160-16,4-5-262 0,3-4-87 0,-6 4-622 15,12-14-360-15</inkml:trace>
  <inkml:trace contextRef="#ctx0" brushRef="#br0" timeOffset="87450.377">13422 10653 1273 0,'0'0'2566'0,"0"0"-2006"0,0 0-270 0,0 0 5 15,0 0-30-15,-89 68-52 0,62-42-37 0,-1 3-55 16,7 1-55-16,3-5-35 0,7-3-13 16,2-4-18-16,6-2 0 0,3-3-34 15,0-1-8-15,8-2-15 0,3 2 23 16,4 1 31-16,0 0-9 0,1 1 0 15,1 1 0-15,-3 1 10 0,-2 3 0 16,-4-2 2-16,-3 2 3 0,0 2 15 16,-4-2-6-16,-1 0 6 0,0 4-5 0,-7-4-13 0,-2-2 0 15,-2-2-25-15,4-5-35 0,-1-5-80 16,1-5-27-16,0-4-12 0,4-8-139 16,0-8-191-16,2-7-198 0,1 5-549 15,0-23-821-15</inkml:trace>
  <inkml:trace contextRef="#ctx0" brushRef="#br0" timeOffset="87581.489">13467 10487 3347 0,'0'0'569'15,"0"0"-255"1,0 0 147-16,0 0-108 0,36 71-82 16,-24-54-116-16,-2-2-91 0,1-4-61 15,-1 1-3-15,-1-4-49 0,0-1-118 0,-1-3-119 16,-2-4-113-16,-2 0-314 0,-4 0-1125 0</inkml:trace>
  <inkml:trace contextRef="#ctx0" brushRef="#br0" timeOffset="88019.671">13633 10710 2632 0,'0'0'963'16,"0"0"-859"-16,-13 73-22 0,7-47 144 0,0 2 106 0,3-3-41 15,-1-3-119-15,4-5-92 0,0 0-59 16,0-3-21-16,0-2 0 0,0 0-3 15,3-1-98-15,0-4-44 16,1-2-77-16,1-2-61 0,2 1-22 16,3-4 59-16,1 0 1 0,5-5 15 15,-1-7 64-15,0 0 2 0,3-6-42 16,0 0 34-16,0-2 66 0,0-3 106 16,-1 1 74-16,-2 0 181 0,-2 2 3 15,-4 1 24-15,-3 4-5 0,-4 4-27 16,1 6-4-16,-3 1 67 0,0 4 0 0,0 0-67 0,-3 2-83 15,-1 1-59-15,-2 1-56 0,-1 2-29 16,2-3 5-16,2 1 4 0,3-3-25 16,0-1-3-16,0 0-23 0,0 0-1 15,4 0 0-15,7-3-7 0,1-2 16 16,3-2 14-16,5 1-2 0,1 1-37 0,0 5 34 16,-3 0 6-16,-2 7 15 0,-5 9 34 0,-5 5 9 15,-1 10 9-15,-4 5 21 0,-1 4 70 16,0-1 106-16,0-2-137 0,0-3-70 15,0-5-42-15,0-5-15 0,0-5-1 16,2-8-29 0,2-3-46-16,1-8-75 0,1-2-64 0,4-10-56 0,5-7-191 15,-4 0-545-15,12-14-879 16</inkml:trace>
  <inkml:trace contextRef="#ctx0" brushRef="#br0" timeOffset="88620.802">14407 8501 3104 0,'0'0'506'0,"0"0"-234"0,78-39-150 0,-38 21-2 16,6-2-8-16,-1 3-12 0,-4 4-23 16,-3 10-77-16,-5 5-18 0,-5 12 18 15,-7 15 15-15,-11 11 19 0,-10 12 19 16,-11 13-7-16,-17 12-21 0,-8 8-7 16,-5 5 41-16,-4 4 156 0,0-4-86 0,5-7-59 15,5-8-42-15,11-13-26 16,8-10-1-16,7-10 38 0,9-9-2 0,0-3-19 15,13-3-18-15,5 0-2 0,5 3 2 16,4 2 0-16,3 3-10 0,3 1-14 16,1 5-7-16,0 1 1 0,2 6 30 0,1 0 20 15,-2 4-20 1,-2-1-2-16,-1 2-29 0,-5 0-5 16,-5-2 14-16,-5 3-2 0,-5 1-4 15,-4 3-21-15,-8-1 19 0,0 0 8 16,-14 4 22-16,-3-3 0 0,-9-2 19 15,-6 3 2-15,0-5 37 0,-5-4-21 16,-2-4-37-16,3-6-16 0,6-6-85 16,5-10-151-16,9-8-185 0,6-8-301 0,8-8-840 0</inkml:trace>
  <inkml:trace contextRef="#ctx0" brushRef="#br0" timeOffset="89397.294">16086 9432 2451 0,'0'0'618'16,"0"0"-197"-16,0 0-102 0,0 0 37 16,0 0-39-16,0 0-43 0,0 0-90 0,0 0-71 15,0 0-40-15,0 0-18 0,26 4 76 16,28-5-40-16,10-3-42 0,8 4-10 16,10 0 4-16,6 0-1 0,6 0-18 15,7 2-5-15,6 0 17 0,3-2-24 16,5 0 9-16,-1-4-18 0,0-3-2 0,-4-5-1 15,-5-1-54-15,-6 0-37 0,-7-3-58 16,-11 1-64 0,-5-2-31-16,-11 0-35 0,-9-1-139 0,-14 0-230 15,-13 4-621-15,-9-7-450 0</inkml:trace>
  <inkml:trace contextRef="#ctx0" brushRef="#br0" timeOffset="89637.459">17704 9068 2081 0,'0'0'530'0,"0"0"-137"0,0 0-150 0,0 0 15 31,0 0-37-31,0 0 56 0,88 13-35 16,-49-4-93-16,3 0-66 0,2 2-18 15,-2 3-6-15,1 0-16 0,-4-1-15 0,0 4-25 16,-3-2 9-16,-4 3 7 0,0 2 8 0,-3 1-8 16,-5 2-19-16,-1 0-25 0,-7 2 1 15,-3-1 2-15,-9 1 7 0,-4-1 14 16,-6 0-14-16,-12 2 15 0,-10 1 19 15,-8 0-19-15,-9 2-1 0,-8 1-33 16,-4-3-13-16,-2 1 4 0,0 2-3 0,1-2-25 16,3-4-106-16,6-3-109 0,13-4-203 0,-10-1-843 0</inkml:trace>
  <inkml:trace contextRef="#ctx0" brushRef="#br1" timeOffset="165450.161">1407 12383 2801 0,'0'0'1026'16,"0"0"-661"-16,0 0-191 0,0 0-81 15,0 0-16-15,0 0-24 16,0 0-13-16,0 0 3 0,0 0 24 15,0 0 81-15,0 0-29 0,83-19-58 16,-53 13-61-16,6 1 0 0,0 2-24 16,4 0-7-16,4 3-2 0,2 0 8 15,5 0 13-15,5 0-6 0,7 0-10 16,6 1 25-16,4-1 3 0,8 0-15 0,3 0-31 0,7-3 46 16,4-3 43-16,4 0-37 0,5-5 9 15,5 3-9-15,2-3 6 0,6 1-12 16,3 1 0-16,5 0 10 0,5 3-10 0,3 1-11 15,5 1 11-15,-1 3 2 0,1 1-2 16,2 0 0-16,1 0-15 0,3 0 15 16,2 0 0-16,4 0 0 0,1 0 0 15,2 0 0-15,-1 1 12 0,0 1-12 0,-1 0-9 16,-1-1 8-16,0 2-17 0,1-2 17 16,-1 2 1-16,0 3 2 0,3-2 1 0,-3 3 12 15,-1-3-15-15,3 3-18 16,-1-2 17-16,2 0-1 0,2-1-20 0,2-2-2 15,2 0-7-15,0-2 16 0,-1 0-25 16,2-3 0 0,0-3 24-16,4-3 1 0,3 0 15 15,1 0 0-15,-2-1-2 0,-1 0 1 16,-2 0-18-16,-3 2 19 0,-1 1-15 16,2-2 13-16,-3 2 2 0,1 2 3 15,-2-2 19-15,-1 4-22 0,-2-3-10 16,0 0 9-16,0-1-17 0,2-2-1 15,4 1 4-15,1-1 13 0,1-1-17 0,1 0 17 0,-2-1-26 16,2-1 10-16,1 1 16 16,1-1 2-16,4 0 12 0,-1 2 16 15,3-1-26-15,-1 2-2 0,0 0 0 0,0-1-15 16,6 2 2-16,1-3 10 0,5 1 2 16,2 0-1-16,-1-2-10 0,3 1-1 15,3-2-2-15,3-2 0 16,3 2 13-16,6-3 2 0,2 1 1 0,2-1 11 15,3-2-12-15,3 3-13 0,4-3 11 16,3 1 4-16,1 1 12 0,3 1-14 16,1-2-17-16,5 0-23 0,3-1 37 15,3-1 0-15,4 0-22 0,0-4-31 16,6 4 4-16,2-3 20 0,3-1 1 0,6-1 19 16,0 2-7-16,3-1-65 0,2-1 31 0,-1 2-5 15,0-2 11-15,-2 4 0 0,-2 2-41 16,-5 1 25-16,-1 2 7 0,-3 2 11 15,-4 3-15-15,1-2-83 0,-4 1-3 16,1 1 60-16,0 1 51 0,-3 0 6 16,1 1 26-16,-2-2 3 0,0 4 25 15,0-1 55-15,-5 4 22 0,0 1-3 0,-4-1-7 0,0 3-7 16,-3 0-25-16,-1 0-19 0,-2 0-11 16,-1 3-28-16,-2 1 12 0,-1 0-14 15,-5 2 0-15,0-2 0 0,-4 1 6 16,-5 1-6-16,-6-3-2 0,-1 0 2 15,-6-2 2-15,-4 2 39 0,-8 0 19 16,-7-2-45-16,-8 0 4 16,-7-1-18-16,-9 0 21 0,-9 0-21 15,-11 0 0-15,-12 0 19 0,-8 0-20 16,-11 0-16-16,-9 0 1 0,-12 0-1 0,-9-2-53 16,-10 0-60-16,-13 1-45 0,-11-3-45 15,-14 2-323-15,-21-5-800 0</inkml:trace>
  <inkml:trace contextRef="#ctx0" brushRef="#br1" timeOffset="166998.84">2794 13153 153 0,'0'0'2819'16,"0"0"-2417"-16,0 0-297 0,0 0-57 0,0 0 76 15,0 0 87-15,-55-69-23 0,39 60-68 16,2 0-55-16,-3 4 19 16,1-1 31-16,-1 5-22 0,0 1-28 15,-1 3-13-15,-5 9-52 0,0 13-43 16,-5 9-10-16,-1 16 38 0,2 13 15 15,0 12 0-15,2 16 0 0,5 8-22 0,3 6 22 16,5 5 0 0,4-4 1-16,6-7 46 0,4-13 2 15,12-15 16-15,6-14-44 0,5-10 1 16,7-12 9-16,1-10-30 0,4-7 2 16,2-9 9-16,7-7 19 0,3-6-7 15,4-11-2-15,5-12-7 0,-2-7-1 0,3-10-13 16,-1-11-2-16,-2-6-22 0,-3-6-11 15,-3-5-12-15,-7-5-3 0,-7-2 0 16,-7-3-25-16,-12-2-28 0,-7-1 9 16,-10 4-34-16,-3 5-14 0,-14 5 40 0,-5 11 20 15,-4 9-29-15,-1 8 53 0,-2 13 57 16,2 9 41-16,2 8 82 0,1 6 6 16,-1 7-60-16,2 0 6 0,0 8-26 15,-1 8-30-15,-2 4-19 0,-2 4-11 0,4 10-14 16,-4 2 23-16,2 3-39 0,2 6-30 15,0-1-24-15,0 7-109 0,1 0-396 0,0 2-145 16,6-15-350-16,-5 9-182 0</inkml:trace>
  <inkml:trace contextRef="#ctx0" brushRef="#br1" timeOffset="167221.67">2777 13634 137 0,'0'0'750'15,"0"0"510"-15,0 0-859 0,0 0 33 16,0 0-31-16,95 57 9 0,-72-32-85 0,0 3-109 16,3 5-66-16,0-1-41 0,3 7-40 0,2-1 27 15,4-2-64-15,-2 0-34 0,-1-5-28 16,1-4-21-16,0 0 15 0,0-5-15 16,0-4-22-16,0-4-40 0,-1 0-44 15,0-6-41-15,-2-3-100 0,-3-2-119 0,-2-3-222 16,-6 0-395-16,1-8-176 0</inkml:trace>
  <inkml:trace contextRef="#ctx0" brushRef="#br1" timeOffset="167435.102">3821 13740 2621 0,'0'0'671'0,"0"0"-594"0,0 0-75 0,0 0 34 0,0 0 72 15,0 0-92-15,45 72-16 0,-39-64-22 16,0-1-86-16,-3 2-144 0,-2-6-214 16,-1 6-908-16</inkml:trace>
  <inkml:trace contextRef="#ctx0" brushRef="#br1" timeOffset="167806.794">1974 14712 1314 0,'0'0'240'16,"0"0"209"-16,0 0-25 0,0 0 41 15,85-15-46-15,-46 5-95 0,5 0-75 0,7-1-66 16,7-1 13-16,7-2-34 0,5-2-57 0,9 0-56 16,6-3-9-16,7-1-9 0,7-2-9 15,6 0-19 1,7 3-3-16,5 0-1 0,4 2-12 0,0 2 10 15,3 1 3-15,-5 5 0 16,-3 0 0-16,-5 2 19 0,-6 2-19 16,-11 2-28-16,-6-2 25 0,-12 4-18 0,-13 0-20 15,-9 1-2-15,-15 0-43 0,-11 0-29 16,-10 0-44-16,-7 0-70 0,-8 0-146 16,-3 0-279-16,-11-7-771 0</inkml:trace>
  <inkml:trace contextRef="#ctx0" brushRef="#br1" timeOffset="168739.132">5957 13812 638 0,'0'0'280'0,"0"0"524"16,0 0-278-16,0 0-102 0,0 0-74 0,0 0-21 15,-85-72-15-15,71 66-33 0,-1 0-30 16,0 4-34-16,-3 0-50 0,1 2-40 15,-1 2-38-15,0 8-31 0,-2 8 10 16,4 8-29-16,-1 9 4 0,2 8 21 16,2 5 28-16,5 1-19 0,3-2-73 0,2-8-9 0,3-8-28 15,0-12-5-15,0-7-7 16,5-7-28-16,2-5 7 0,9 0 36 16,0-7 34-16,7-5 1 0,1-9 39 0,2-3-18 15,-1-4-22-15,-4 2-55 0,-1 1 15 16,-1 7-31-16,-3 4 34 0,0 7 10 0,1 3-19 15,2 4 6 1,1 5 15-16,5 9 19 0,2 9 6 16,2 7 34-16,-1 4 3 0,3 6-13 15,-2 6 7-15,-1 0 40 0,-4 3-28 16,-3 2-19-16,-2 1 10 0,-6 1-22 16,-3-2 22-16,-3 1-22 0,-4-2 9 15,-3-3-18-15,0-2 19 0,-6-1-4 16,-4-5 6-16,-4 1-5 0,-2-5-17 0,-2-6 31 0,0-6 19 15,-4-3-9-15,2-9 6 0,-4-3-1 16,-2-5-2-16,-2-3-16 0,-2-1 25 16,0-8-43-16,-3-3 4 0,-2-3-16 15,6 0-21-15,2 1-3 0,8 1 24 16,3 2 31-16,6 3-31 0,4-2-17 16,1-1-26-16,2-5-24 0,0-3-12 0,3-4-33 0,0-5-14 15,10-5-8-15,0 0-23 16,3-3-59-16,6-1-234 0,-2-2-325 15,0 11-614-15,3-12-513 0</inkml:trace>
  <inkml:trace contextRef="#ctx0" brushRef="#br1" timeOffset="169029.178">6345 13793 2519 0,'0'0'396'31,"0"0"-191"-31,0 0-61 0,0 0 130 0,0 0 13 0,0 0-32 16,0 0-64-16,0 0-30 0,0 0 21 0,29 79-28 15,-22-41-53-15,3 4-48 0,-4 2-33 0,0-1-20 16,-2-4-2-16,2-2-32 0,-3-8 1 15,0-5-4 1,-2-8 12-16,2-7-15 0,-3-5-34 16,0-4-55-16,0 0-60 0,0-8-57 0,0-6-122 0,-3 0-354 15,-4-19-1035-15</inkml:trace>
  <inkml:trace contextRef="#ctx0" brushRef="#br1" timeOffset="169178.003">6221 13464 3176 0,'0'0'470'16,"0"0"-302"-16,0 0-99 0,0 0 69 0,0 0 41 16,0 0-86-16,0 0-93 15,0 0-25-15,0 0-24 0,85 19-127 0,-65-13-116 16,5-2-127-16,-7-1-335 0,10 4-925 0</inkml:trace>
  <inkml:trace contextRef="#ctx0" brushRef="#br1" timeOffset="169378.313">6636 13714 3026 0,'0'0'406'0,"0"0"-295"16,28 83-7-16,-16-55 180 0,-1 3 33 0,-1-4-38 15,1-5-88-15,-1-6-37 0,0-7-78 0,5-3-30 16,-1-5 3-16,6-1 24 0,0-3-6 16,-1-7-21-16,4-4 3 0,0-6-22 15,-1-5-5-15,-2-3-22 0,0-6-39 16,-4-3-43-16,-2 1-22 0,-2-5-31 15,-6-4-36-15,-1-2-42 0,-3-2-84 16,-2 6-183-16,0 3-135 0,3 10-12 16,0 11-82-16,5 10-340 0</inkml:trace>
  <inkml:trace contextRef="#ctx0" brushRef="#br1" timeOffset="169710.07">7077 13582 1327 0,'0'0'689'16,"0"0"-233"-16,20 70-85 0,-8-49 7 0,-1 0-59 15,4-4-107-15,1-6-49 0,1-3-18 16,0-5-13-16,6-3-14 0,2-2-25 15,5-8-19 1,2-3-30-16,2-4-41 0,1-1-3 16,-2-2-1-16,-3 1-39 0,-2 1-32 15,-7 4 35-15,-5-1 18 0,-3 6-2 0,-6 0 2 16,-5 4 19-16,-2 1 31 16,0 2 50-16,-9-1-50 0,-4 1-13 15,-3 2 4-15,-4 0 0 0,-1 0-10 0,0 9 28 16,0 7-28-16,-1 8 22 0,3 5 16 0,-1 6 17 15,3 7 22-15,1 4-12 0,3 1-38 16,2-2-38-16,6-7 16 0,4-6 20 0,1-7 0 16,4-7-10-16,10-5-25 0,4-2 10 15,6-7-12-15,5-1-22 0,9-3-36 16,6-3-25-16,5-6 31 0,3-3 21 16,3-2-125-1,1-2-73-15,-1-2-85 0,1-1-168 0,-14 6-592 16,14-9-1009-16</inkml:trace>
  <inkml:trace contextRef="#ctx0" brushRef="#br1" timeOffset="170557.446">9476 13764 1706 0,'0'0'484'0,"0"0"-183"0,0 0 76 0,0 0 78 16,0 0-94-16,0 0-71 0,0 0-92 31,-79-36 13-31,56 39-99 0,0 7-26 0,-1 10 16 0,-1 8 6 16,1 10-13-16,2 7 3 0,-1 10 3 15,3 1 33-15,2-2 3 0,3-5-58 0,6-8-46 16,2-10-33-16,4-12-12 0,3-9-9 15,0-6-31-15,10-4 11 0,5 0 41 16,5-7 18-16,5-8-18 0,6-7 0 16,-1-9-34-16,3-5-17 0,-4-4-1 15,0-1 15-15,-4 1-12 0,-5 2 28 0,-2 3 0 16,-5 1-7-16,-4 6-8 0,-2 3 23 16,-1 9-11-16,-3 4 9 0,-3 7 15 15,1 5 45-15,1 5 14 0,1 9-8 0,-1 9 19 16,4 6-27-16,3 4-9 15,-3 2-16-15,1-1 4 16,-1-7-22-16,2-3-39 0,1-3 11 16,0-9-14-16,3-4 2 0,0-4-18 0,1-4-73 15,3-2 2-15,-3-9-37 0,4-4-124 16,-4-6-217-16,-2 3-454 0,3-14-676 16</inkml:trace>
  <inkml:trace contextRef="#ctx0" brushRef="#br1" timeOffset="170879.55">9821 13626 3019 0,'0'0'494'0,"0"0"-383"0,0 0 28 0,24 69 183 15,-18-40 38-15,-3 5-73 0,2-2-100 16,-4 2-55-16,3-3-65 0,1-2-42 16,0-1-22-1,0-1-3-15,-1-6-18 0,0-4-12 16,1-5-10-16,-1-5-24 0,-1-4-19 0,5-3-12 15,0 0 0-15,-1-6 37 0,6-6 36 16,-3-5-6-16,0-3 25 0,3-6-34 16,-3-2-18-16,0-4 27 0,2 3 0 15,-2 2 27-15,0 3-15 0,1 8 16 0,-2 5 42 16,0 4 10-16,1 4-6 0,-2 3 28 0,4 3 13 16,1 7 2-16,0 6-19 0,1 3 4 15,1 1-25-15,-4 5-13 0,4-1-36 16,-4-2-3-16,2 0-18 0,-3 0-4 0,-1-2-51 15,2 0-68-15,-5-4-72 0,1 0-100 16,-1 0-255-16,-1-6-579 0,0-2-856 0</inkml:trace>
  <inkml:trace contextRef="#ctx0" brushRef="#br1" timeOffset="171412.53">11024 13659 2024 0,'0'0'321'16,"0"0"-149"-16,0 0 24 0,0 0 87 16,25 88 56-1,-21-69-47-15,1 0-65 0,0-5-48 16,1-5-68-16,4-3-21 0,3-4 50 15,4-2 49-15,5-7-78 0,6-8-31 0,3-6-50 16,1-5-2-16,1-5-17 0,1-2-11 16,-7 2-12-16,-3 0-22 0,-4 1-33 15,-7 4 42-15,-8 2 25 0,-4 5 17 16,-1 3-17-16,-10 3-34 0,-5 4 33 0,-5 3 1 0,-1 6 46 16,-3 11-44-16,-3 8 11 0,0 9-11 15,-1 8 21-15,1 10 41 16,3 7 25-16,3 3 3 0,1 6-16 15,3-3-45-15,2 1 2 0,5-4 1 16,3-6-4-16,4-9 7 0,3-7-37 16,0-9-3-16,13-9-46 0,5-6-30 0,6-4 12 0,6-6-22 0,5-9-3 15,5-12-71-15,5-9-96 0,-2-6-228 32,-11 7-660-32,12-24-936 0</inkml:trace>
  <inkml:trace contextRef="#ctx0" brushRef="#br1" timeOffset="171596.285">11596 13518 3495 0,'0'0'470'0,"0"0"-397"0,0 0-35 0,44 87 152 15,-24-53 49-15,-1-1-29 0,4-2-96 16,1-1-47-16,2-4-43 0,0 0-24 16,0-3-1-16,-1-2-23 0,-3-3 3 15,1-3-44-15,-1-2-89 0,1-1-102 16,-3-3-179-16,-5-6-539 0,-1 1-787 0</inkml:trace>
  <inkml:trace contextRef="#ctx0" brushRef="#br1" timeOffset="172148.941">12254 13607 2176 0,'0'0'210'0,"0"0"-164"0,0 0 12 0,0 0 226 16,0 0-114-16,0 0 77 0,0 0-2 0,0 0-36 15,-88-38-64 1,68 44-60-16,-4 5-31 0,-2 5-13 16,-1 4-4-16,-2 8 18 0,-1 5-2 15,1 3-10-15,-2 7-21 0,-1 3-16 16,0-2-6-16,-1 1-31 0,1-1-16 0,2-5-54 15,3-7 35-15,4-5 48 16,7-8-11-16,0-6-37 0,9-4-47 0,1-4-26 0,3-4-23 0,1-1-61 16,2 0-159-16,0-3-118 15,3-3-136-15,3-7-466 0</inkml:trace>
  <inkml:trace contextRef="#ctx0" brushRef="#br1" timeOffset="172698.478">12615 13514 1611 0,'0'0'1213'0,"0"0"-1075"0,0 0-87 0,0 0 119 16,0 0 165-16,0 0 37 0,0 0-86 16,0 0-177-16,0 0-59 0,0 0-13 15,-73 70 37-15,54-35 44 0,-4 5 5 16,0 5-55-16,2 0-22 0,0-3-18 15,4-4-7-15,5-9 10 16,4-8 8-16,2-9-17 0,5-5-22 16,1-3-28-1,0-4 10-15,0 0 6 0,1 0-13 0,7-4-33 0,3-4 58 16,3-5 32-16,3-6-20 0,2-2-12 16,-3-5-37-16,1 2-18 0,-4 1-1 0,-2 3 13 15,0 2-6-15,-2 3 15 16,-1 1 3-16,-1 3 13 0,-1 3-16 0,-2 4 0 0,2 2-16 0,-1 2 50 15,3 0 0-15,2 2 105 0,1 7-9 32,4 5-37-32,0 3 24 0,0 2-25 15,-1 0-9-15,0 0 15 0,-1-1-64 16,-3-4 0-16,1-1-2 0,-2-2-34 16,1-5-32-16,0-2-76 0,0-2-63 15,-1-2-29-15,2-5-47 0,1-4-152 0,-3 0-288 0,4-10-771 0</inkml:trace>
  <inkml:trace contextRef="#ctx0" brushRef="#br1" timeOffset="173165.686">12884 13490 2662 0,'0'0'440'16,"0"0"-267"-16,0 0 40 0,12 69 185 15,-12-41-53-15,0 4-78 0,0-2-57 16,-3-2-78-16,0-3-83 0,0-4-43 15,1 0-6-15,-1-3-28 0,2-3-36 0,-2-2-31 16,3-6-63-16,0-2-80 0,0-5-113 16,9-5-59-16,5-9 204 0,3-5 46 15,3-5-3-15,0-2-36 0,1-1 154 16,0 4 16-16,-1 4 29 0,-4 7 43 0,0 1 130 16,-4 8 32-16,-4 3 6 15,2 0 36-15,-4 3 12 0,1 4-11 16,-2 4-54-16,0 1-58 0,0 1-43 15,-4 2-19-15,3-1-19 0,-1-1-18 16,2-2-22-16,-2-3-15 0,1-3-27 16,3-1 8-16,-1-3-5 0,4-1-29 15,4-6 19-15,4-6 32 0,3-4-53 0,5-3-23 16,1 0 32-16,0 1 15 0,0 5 6 0,-4-1 3 16,-2 6 1-16,-3 5 8 15,-4 3 13-15,-4 0 65 0,-1 0 25 16,-2 2-9-16,0 3-1 0,-4 2 0 0,0 2 12 0,0 1 0 0,-1 1 6 31,-1 2-9-31,1 2-13 0,-2-1-21 0,0 1-38 0,0 0-17 0,0 2-21 16,-6 0-70-1,1 2-59-15,-4-2-34 0,3 3-29 16,-2-2-125-16,2-2-301 0,4-6-679 16,-1-2-645-16</inkml:trace>
  <inkml:trace contextRef="#ctx0" brushRef="#br1" timeOffset="173420.534">13735 13552 3276 0,'0'0'463'0,"0"0"-362"0,0 0 15 15,-14 79 151-15,8-36 61 0,3 10-23 0,0 5-66 16,-1 6-75-16,1 1-57 0,-1 2-56 15,-1-1-37-15,-2 2-14 0,0-1-46 16,-2-3-27-16,0-5-18 0,1-5-34 16,1-5 3-1,0-11 36-15,2-7 6 0,2-9-18 0,-1-6-103 16,4-9-115-16,-1-7-222 16,1 0-205-16,0-21-829 0</inkml:trace>
  <inkml:trace contextRef="#ctx0" brushRef="#br1" timeOffset="173647.134">13608 13541 3213 0,'0'0'426'0,"0"0"-353"16,0 0 24-16,78-16 139 0,-47 16-26 0,-1 0-92 0,-1 8-3 0,-2 9 51 16,0 2-12-16,-2 8-71 0,-5 3-28 15,-7 3-18-15,-6 5-25 0,-7 2-10 16,-1 5-2-1,-14 0-28-15,-3 2-54 0,-7-2-44 16,-1-2-56-16,0-8-25 0,0-6-48 16,3-11-47-16,2-8-21 0,5-10-31 15,4-10-173-15,5-4-536 0,4-26-44 0</inkml:trace>
  <inkml:trace contextRef="#ctx0" brushRef="#br1" timeOffset="173862.055">14126 13037 2338 0,'0'0'429'0,"0"0"-137"0,28 66-52 0,-20-28 84 16,-2 11 1-16,-6 9-15 0,0 8-40 15,-5 6-8-15,-9 7-54 0,1 2-83 16,-6 0-42-16,2-3-77 0,0-10-6 16,5-8-107-16,3-13-12 0,5-12 6 0,4-10 5 15,3-10-43-15,8-6-90 0,4-9-209 16,5-2-145-16,0-8-188 0,15-15-616 0</inkml:trace>
  <inkml:trace contextRef="#ctx0" brushRef="#br1" timeOffset="174157.933">14379 13785 20 0,'0'0'2096'0,"0"0"-1398"0,0 0-160 16,0 0-66-16,20 66-123 0,-14-48-156 16,3-5-91-16,4-4-43 0,6-4-22 0,4-5-37 0,5-5-2 0,6-9-23 31,2-7-83-31,1-8-7 0,2 1-31 0,-2-5-2 15,-5 3-12-15,-6 1 37 0,-4-1 38 16,-8 5 43-16,-7 2 17 0,-7 4 25 16,-1 4 57-16,-11 6 13 0,-6 6 62 0,-5 3 34 15,-2 10-39-15,-5 8 10 16,0 10-29-16,-3 2 1 0,2 8 17 16,0 2 25-16,3 2-28 0,2 1-37 15,6-3-16-15,4-6-9 0,6-4 6 16,7-7 6-16,3-6-12 0,5-3-28 0,9 0-33 15,6-2-21-15,5 0-15 16,6-1 36-16,3-4-25 0,5-4-63 16,2-2-59-16,3-1-48 0,3 0-101 0,1-3-265 15,-10 0-774-15,19-6-1256 0</inkml:trace>
  <inkml:trace contextRef="#ctx0" brushRef="#br1" timeOffset="174808.606">16833 13772 924 0,'0'0'172'0,"0"0"1287"0,0 0-1178 0,0 0-57 15,0 0-6-15,0 0 55 0,0 0 49 16,-89 81-29-16,72-38-79 0,2 5-68 16,-2 1-51-16,3-3-11 0,2-7-20 0,7-9-27 15,2-11-34-15,3-7-3 0,0-7-19 16,6-5-15-16,8 0 34 0,5-10 40 16,8-8 0-16,5-9-40 0,2-8-60 15,3-3-1-15,-2-2-47 0,-5 0-31 0,-5 3 27 0,-3 2 35 16,-7 4 2-16,-7 1-6 0,-7 4-42 15,-1 3 51-15,-9 4-4 0,-8 5 76 16,-3 8 0-16,-3 6 38 0,-3 4-16 16,0 14-22-16,0 10 0 0,3 6-16 15,1 4-6-15,2-1-12 0,6-1-17 16,4-5-182-16,7-6-419 16,3-7-423-16,4-7-461 0</inkml:trace>
  <inkml:trace contextRef="#ctx0" brushRef="#br1" timeOffset="174956.565">17280 13737 2884 0,'0'0'493'0,"0"0"-173"0,91-4-103 0,-58 2 47 0,6-3-93 15,-1-2-133-15,-1-1-38 0,-2-4-2 16,-1-4-35-16,1-1-72 0,-2-3-53 16,-3-4-93-16,-1-1-121 0,-3-1-248 15,-9 5-448-15,-1-9-270 0</inkml:trace>
  <inkml:trace contextRef="#ctx0" brushRef="#br1" timeOffset="175210.169">17658 13328 790 0,'0'0'1000'0,"0"0"-433"0,0 0 1 0,0 0-159 0,-81-3-101 0,70 12-93 15,1 9-59-15,2 1 17 0,3 7-14 16,2 4-4-16,3 7 21 0,0 2-10 0,0 8-62 16,5 5-43-16,1 8-12 0,-3 4-31 15,-1 7-18-15,-2 4-2 0,0 6-1 16,-5 6-18-1,-3 0-25-15,1 0 6 0,1-4 7 0,1-3-4 16,4-10 9-16,1-3 4 0,0-10 5 0,3-6 1 16,1-7 3-16,-1-2 13 0,-1-9 0 15,-2-3-10-15,0-5-28 0,-6-6-49 16,-3-4-25-16,0-4-13 0,-6-5-28 16,-3-5-36-16,-5-1-80 15,-6-7-7-15,-4-9 20 0,-3-7-30 16,-4-7-121-16,10 5-183 0,-21-25-582 0</inkml:trace>
  <inkml:trace contextRef="#ctx0" brushRef="#br1" timeOffset="175869.953">19014 13511 711 0,'0'0'1298'15,"0"0"-321"-15,0 0-619 0,0 0-95 16,0 0-32-16,0 0 39 0,0 0-64 15,91 42-69-15,-75-9-32 0,-5 3-22 0,-3 6-18 16,-3-2-19-16,-1 0-16 0,-4-6-30 16,3-4 0-16,0-11-36 0,0-6-7 15,0-5-10-15,3-5-36 0,4-3 2 16,0-5 75-16,7-11-22 0,1-6-19 16,3-8-18-16,1-5-10 0,-2-6 37 15,0 0 19-15,-1-2-3 16,0 3 27-16,-1 5 1 0,-5 7 1 15,-2 9 1-15,-2 8-1 0,-3 10 37 16,-1 2 49-16,-1 14 99 0,0 6-31 0,-1 9-51 16,1 6-64-16,-2 4-3 0,-1-1 9 15,-1 0 0-15,0-5-9 0,2-4-35 16,-1-5-2-16,1-5-2 0,2-7-16 16,0-3 6-16,1-4-19 0,-1-3-49 0,3-2 19 15,0-1 14-15,1 0-24 0,0 0-34 16,4-4 15-16,-4 0-12 15,1 2-4-15,1-1-70 0,0 2-75 0,1 1-98 16,3 0-143-16,-6 0-280 0,8-6-857 0</inkml:trace>
  <inkml:trace contextRef="#ctx0" brushRef="#br1" timeOffset="176311.933">19712 13591 1289 0,'0'0'751'0,"0"0"66"0,-25 68-512 0,18-36-149 16,-2 4 64-16,3-1 48 0,2-1-73 16,3-5-59-16,1-6-77 0,3-5-41 15,8-7 29-15,4-6-28 0,6-4 3 0,4-1 6 16,3-8 21-16,4-6-2 0,1-6-47 16,2-2 0-16,-3-3-22 15,-1-3-18-15,-3 3 2 16,-5 0 11-16,-6 4 11 0,-4 0 16 15,-7 5 1-15,-6 2 36 0,-2 1 4 0,-13 3-26 16,-6 3-12-16,-5-2 44 0,-5 6 12 16,-3 1 12-16,0 2-10 0,-2 9-33 15,3 4-27-15,1 9-1 0,3 0-31 16,7 5-3-16,1-4-34 0,4 1-37 16,5-2-134-16,5-6-72 0,5-3-158 0,2-5-520 0,5-8-433 15</inkml:trace>
  <inkml:trace contextRef="#ctx0" brushRef="#br1" timeOffset="176659.116">20101 13411 2443 0,'0'0'445'0,"0"0"-195"0,0 0-20 0,0 0 125 0,0 0-8 16,0 0-64-16,0 0-60 0,57 92-38 16,-52-59-32-1,0 0-49-15,0 0-33 0,-1-1-53 16,2-4-18-16,1-4-36 0,-1-2 15 15,-2-7-16-15,2-1 1 0,-2-4-7 0,1-5 12 16,-1-2 7-16,-1-3-1 16,2 0-12-16,1-4 1 0,5-8 36 15,3-4 12-15,0-5-12 0,3-3-22 0,1-2 4 16,1 0 5-16,1-2 10 16,-1 4 0-16,-2 5-15 0,-3 5 16 0,0 5-10 0,-3 4-7 15,-3 5 19-15,2 6 74 0,-1 8-19 16,-2 4-6-16,-4 7-15 0,0 1-13 15,-1 4-19-15,-2 0 17 0,0-1-16 16,0-3-3-16,0-3-13 0,0-5-58 16,0-3-95-16,0-5-62 0,7-5-145 0,1-4-227 15,-2-1-380-15,11-9-338 0</inkml:trace>
  <inkml:trace contextRef="#ctx0" brushRef="#br1" timeOffset="176851.688">20683 13637 1527 0,'0'0'2193'0,"0"0"-1843"0,0 0-288 16,0 0 54-16,0 0 76 16,0 0-34-16,0 0-23 0,0 0-43 15,102-18-64-15,-66 2-28 0,0-1-24 0,-1-3-81 16,1 2-114-16,-2 0-110 0,-9 4-228 15,8-4-919-15</inkml:trace>
  <inkml:trace contextRef="#ctx0" brushRef="#br1" timeOffset="177389.947">21372 13326 1850 0,'0'0'1083'15,"0"0"-775"-15,0 0-117 0,0 0-93 0,0 0 7 16,0 0-23-16,0 0-6 0,0 0-4 16,-84 81-22-16,65-52 7 0,5 0-7 15,5-4-34-15,4-4-16 16,5-5-16-16,1-4-19 0,11-1 35 0,6-5 21 15,3-1 4-15,6 0 14 0,3 1-8 0,1-1 10 16,0 2-38-16,0 4 0 0,-3 3 10 0,-2 3-13 16,-3 2 28-1,-7 1 6-15,-2 4 37 16,-8 1 78-16,-6 1 31 0,0 3-42 0,-3-1-58 16,-9 2-40-16,1 1-25 0,-3-2-15 15,-3-2-3-15,-2 0-25 0,0 0-18 16,-4-2-30-16,2-4-32 0,0-4 6 15,1-5 9-15,4-5-34 0,3-5-75 16,3-2-60-16,6-9-101 0,2-11-228 16,2 4-165-16,3-25-516 0</inkml:trace>
  <inkml:trace contextRef="#ctx0" brushRef="#br1" timeOffset="177605.385">21700 13416 1679 0,'0'0'643'16,"0"0"-253"-16,0 0-148 0,36 73-31 0,-28-35-55 15,0 10-57-15,-3 8 9 0,-1 4 85 16,-4 4 15-16,0 8-4 0,-6 4-1 0,-2 5-64 0,-3 3-80 16,-3 0-47-1,0 0-12-15,-4-4-27 0,2-2-10 16,-1-4-47-16,3-5-34 0,-2-4 12 0,3-8 44 16,0-5-30-16,4-9-71 0,-1-8-30 15,4-6-38-15,1-11-59 16,1-7-102-16,4-10-73 0,0-5-93 0,0-6-422 15,0-26 318-15</inkml:trace>
  <inkml:trace contextRef="#ctx0" brushRef="#br1" timeOffset="177871.562">21558 13569 2218 0,'0'0'220'0,"0"0"-162"0,0 0 4 0,68-82 73 16,-38 60 81-16,3 0 21 0,3 4-33 15,3 5-29-15,-2 3 5 0,1 7 3 16,-4 3-29-16,-2 12-35 0,-4 7-22 16,-6 9-47-16,-7 4-7 0,-7 10-2 15,-8 3 8-15,0 4-5 0,-14 2-29 0,0-1-15 32,-6 0-15-32,-2-3-13 0,2-3-22 15,-3-4-43-15,0-8-16 0,2-6 0 0,1-8-5 16,5-6 7-16,4-8 10 0,3-4-4 15,3-13-115-15,4-9-70 0,1-10-51 0,3-10-21 16,5 7-76-16,10-37-659 0</inkml:trace>
  <inkml:trace contextRef="#ctx0" brushRef="#br1" timeOffset="178105.948">22192 12784 1914 0,'0'0'981'0,"0"0"-750"0,0 0-43 15,0 0 126-15,0 0-20 0,0 0-65 0,0 0 73 16,76 63-46-16,-73-21-84 0,-1 8-32 0,-2 8-36 16,-3 11-34-16,-5 0-21 0,-4 4-15 15,-1 2-7-15,-1-4-26 0,-3-2-1 16,3-3-27 0,-1-7-31-16,2-9-61 0,6-8-13 0,3-11 10 15,4-11-10-15,4-9-28 0,12-9-147 16,6-3-199-16,9-15-155 15,-7 1-579-15,25-24-577 0</inkml:trace>
  <inkml:trace contextRef="#ctx0" brushRef="#br1" timeOffset="178262.412">22637 13403 2914 0,'0'0'683'16,"0"0"-365"-16,0 0-79 0,9 74 53 0,-9-43-57 16,0 0-44-16,0 1-54 0,0-1-45 15,-3 1-28-15,-1-2-28 16,1-8-36-16,1-3-16 0,-1-5-48 15,0-2-37-15,0-3-9 0,1-3-19 16,-4-5-37-16,3-1-115 0,-3-1-158 16,1-5-525-16,-3-15-464 0</inkml:trace>
  <inkml:trace contextRef="#ctx0" brushRef="#br1" timeOffset="178387.995">22577 13205 2629 0,'0'0'581'0,"0"0"-253"0,0 0-173 0,0 0-20 15,0 0-44-15,0 0-66 0,79 56-25 0,-56-56-177 16,7-8-72-16,-4-2-236 0,19-15-896 0</inkml:trace>
  <inkml:trace contextRef="#ctx0" brushRef="#br1" timeOffset="178596.307">23255 12901 3138 0,'0'0'424'15,"0"0"-326"-15,-10 73 22 0,4-32 179 16,-5 10 53-16,2 5-31 0,-2 9-33 0,2 4-56 16,2 3-62-16,0 5-73 0,1-4-18 0,-1-1-79 15,3-11 0-15,2-8-25 16,2-9-2-16,0-11-31 0,3-8-20 0,5-7-7 31,0-6-22-31,1-7-30 0,-2-5-22 16,3-4-25-16,-2-8-149 0,0-7-161 15,-2-7-145-15,-4 2-480 0,-2-19-666 0</inkml:trace>
  <inkml:trace contextRef="#ctx0" brushRef="#br1" timeOffset="178761.995">22961 13198 2899 0,'0'0'524'16,"0"0"-270"-16,0 0-87 0,0 0 82 15,0 0 6-15,0 0-17 0,95 73-56 16,-53-66-90-16,9-2-37 0,2-5-55 0,3 0-3 15,3-4-52-15,-2-1-151 0,-1-3-84 16,-2 1-145-16,-15 1-536 0,11-3-902 0</inkml:trace>
  <inkml:trace contextRef="#ctx0" brushRef="#br1" timeOffset="179370.273">24069 13466 1315 0,'0'0'1053'0,"0"0"-553"0,0 0-160 0,0 0-25 15,0 0 20-15,-30 84 13 0,40-62-41 16,10-1-72-16,5 0-109 0,9-2-35 16,8-7-14-16,3-5-13 0,7-7-40 0,4 0 7 15,3-12-14-15,3-6-17 0,-1-6-1 16,-1-2-32-16,-6-3-44 0,-5 0-5 16,-9 0-22-16,-9 2 9 0,-9 2-19 0,-10 1-10 15,-6 2 1-15,-6 1 33 16,-13 0 3-16,-10-2 6 0,-7 3-7 0,-8-2 82 15,-2 3 6-15,-6 2 47 0,2 6-22 16,2 6 34-16,4 5 19 0,2 8-10 16,2 11-9-16,1 10-3 0,-1 9 6 15,3 9 0-15,3 7-1 0,5 6 50 16,5 1-10-16,5 0-12 0,10-4-19 16,3-8-5-16,3-7-10 15,9-6-31-15,2-7-12 0,3-8-11 16,4-2-1-16,3-8-30 0,6-8-22 0,4-3-19 15,5-4-54-15,7-16-41 0,5-7-111 16,4-7-301-16,-12 5-677 0,16-21-781 0</inkml:trace>
  <inkml:trace contextRef="#ctx0" brushRef="#br1" timeOffset="179548.67">24927 13237 3168 0,'0'0'629'15,"0"0"-336"-15,0 0-184 0,0 0 84 16,0 0 85-16,81 77-51 0,-57-45 8 0,1 5-61 15,3 1-74-15,0-1-33 0,3-1-30 0,-3-3-37 16,3-4-18 0,0-5-27-16,1-2-49 0,0-8-56 15,2-3-36-15,1-9-62 0,-2-2-131 16,-2-10-305-16,-5-1-691 0,5-17-953 0</inkml:trace>
  <inkml:trace contextRef="#ctx0" brushRef="#br1" timeOffset="179707.818">25504 13059 620 0,'0'0'2630'16,"0"0"-2264"-16,-85 32-227 0,50 0-29 0,-7 14 107 15,-1 5 51-15,3 9-36 0,1 5-41 16,5 1-40-16,6-2-60 0,3-3-60 0,4-6-31 16,3-6-165-16,6-8-109 0,1-8-138 15,8-8-218-15,3-9-424 0,3-7-291 0</inkml:trace>
  <inkml:trace contextRef="#ctx0" brushRef="#br1" timeOffset="179967.588">25971 12785 2327 0,'0'0'555'16,"0"0"-196"-16,1 79 25 0,-1-40 61 0,0 11-35 16,-3 6-108-16,0 4-121 0,0 4-74 15,0 0-49-15,1 1-27 0,2 1-20 0,-3-1-11 16,0-4-12-16,1-4-31 0,1-7-15 16,-2-8-28-16,3-6-2 0,0-11 2 15,0-6-6-15,4-8-19 0,-1-5-81 0,-3-4-167 16,0-2-174-1,0-5-503-15,-7-15-416 0</inkml:trace>
  <inkml:trace contextRef="#ctx0" brushRef="#br1" timeOffset="180138.011">25550 13187 2767 0,'0'0'535'0,"0"0"-252"15,0 0-216-15,0 0 2 0,0 0 32 16,0 0 103-16,114-8 84 0,-63 6-111 0,10-4-66 15,4 0-65-15,1-1-46 0,-1-4-3 0,-3 3-46 16,-3-1-75-16,-6 0-162 16,-15 3-198-16,8-5-800 0</inkml:trace>
  <inkml:trace contextRef="#ctx0" brushRef="#br1" timeOffset="180508.286">26163 13405 3354 0,'0'0'437'16,"0"0"-430"-16,0 0 24 0,0 0 54 15,0 0 70-15,0 0 38 0,104 60-41 16,-65-59-43-16,10-1-48 16,3-8-27-16,2-7-32 0,-3-1-2 15,-3-4-39-15,-3-2-63 0,-8 1-6 16,-7 0-13-16,-10 0 43 0,-8 4 25 0,-9 3 9 0,-3 1 32 15,-12 3 12-15,-8 2 34 0,-6 1 35 16,-5 4-1-16,-4 3 19 0,-2 0-6 16,0 10 0-1,0 4-4-15,-2 8-3 0,2 4-3 0,1 6 18 0,-2 7 15 16,2 3 25-16,0 6 5 0,6 1 9 16,7-3 27-16,6-3-64 0,9-6-48 15,8-5-34-15,5-6-24 0,12-2-10 16,6-5-20-16,7-6 2 0,10-7-23 0,5-6-55 15,6-5-37-15,2-7-61 0,3-8-149 16,-1-2-241 0,-14 6-508-16,7-13-541 0</inkml:trace>
  <inkml:trace contextRef="#ctx0" brushRef="#br1" timeOffset="180824.335">26873 13283 3067 0,'0'0'519'16,"0"0"-421"-16,0 0-13 0,0 0 110 15,8 88 72-15,-8-52 15 0,0 1-35 0,-4 1-51 0,0-2-61 16,-3-3-44-16,1-4-42 0,1-1-37 16,0-8-12-16,2-3-3 0,1-4-21 15,2-7-34-15,0-2-61 0,10-4-19 16,4-2 46-16,9-6 12 0,2-6 0 16,4-4-3-16,3-6-16 0,0 1 15 15,-2-1 44-15,-1-1 34 0,-3 3 6 0,-3 3 12 16,-4 4 7-16,-7 6 46 0,-4 5 52 15,-6 4-2-15,1 4 23 0,-1 6 49 0,-2 5-65 16,0 3-49-16,0 6-39 0,-2-1-1 16,-1 1-21-16,1-1-12 0,2 0-25 15,0-3-106-15,2 0-108 0,6-2 18 16,2-1 39 0,3-2-286-16,-2-6-708 0,9 3-496 0</inkml:trace>
  <inkml:trace contextRef="#ctx0" brushRef="#br1" timeOffset="181261.84">27843 13201 2999 0,'0'0'406'0,"0"0"-307"0,0 0-61 16,0 0 92-16,-98 39 109 0,52-14 3 16,-2 6-67-16,-2 4-70 0,5 0-37 15,3 2-31-15,9-1-15 0,7-3-22 16,9-3 0-16,9-2-2 0,8-3-32 15,3-3-16-15,13-2 19 0,4-1 31 16,8 1 3-16,3-4 10 0,3 0-1 16,0-1-12-16,1 1-1 0,-3 0-11 15,-1 0-1 1,-5 0-2-16,-1 2-16 0,-5 0 9 0,-4-2-6 16,-5 3 28-16,-2-3 0 0,-6 1 31 15,-3 0 6-15,-2-3 29 0,-6 1 17 0,-2-2-24 0,-4-1-10 0,-3-1-15 16,1-3-10-16,-4-1-11 0,0-2-13 31,1-1-2-31,1-4-54 0,2 0-36 0,1-4-85 0,5-4-62 16,4-4-81-16,6-6-130 0,0 5-254 15,11-17-571-15</inkml:trace>
  <inkml:trace contextRef="#ctx0" brushRef="#br1" timeOffset="181442.696">28260 13590 3123 0,'0'0'563'0,"0"0"-301"16,6 83-92-16,-6-51 135 0,0 2-18 16,-4-3-91-16,-1-4-113 0,2-4-83 15,3-6-35-15,0-3-78 0,0-5-19 0,3-5-35 0,0-2-81 0,-1-2-140 16,-1-1-223-16,-1-4-550 0,0-9-743 0</inkml:trace>
  <inkml:trace contextRef="#ctx0" brushRef="#br1" timeOffset="181590.507">28278 13180 2959 0,'0'0'609'0,"0"0"-337"0,0 0-153 0,0 0 98 16,92-12 97-16,-64 15-154 0,2 3-92 16,0 1-68-16,0 2-13 0,3 1-80 0,-4 1-139 15,0 2-149-15,-5 0-267 0,-5-3-583 16,0 5-782-16</inkml:trace>
  <inkml:trace contextRef="#ctx0" brushRef="#br1" timeOffset="181888.577">28592 13677 3376 0,'0'0'440'16,"0"0"-296"-16,0 0 23 0,0 70 181 16,7-55-83-16,3-5-111 0,5-2-65 0,3-3-50 31,8-1-5-31,0-4-9 0,4 0-25 0,-1-2 0 15,2-5-37-15,0-2 3 0,-1-1-18 16,-2-2-43-16,-5-1-6 0,0-1 33 16,-3-4 25-16,-4-5-3 0,-2-3-47 0,-5-7 7 15,-1 1 33-15,-6-5 53 16,-2 3 13-16,0 4 18 0,-5 5 25 0,-6 8 77 0,-3 10-31 16,-2 7-56-16,-5 1-46 0,-4 12 1 15,-4 5 15-15,1 4 39 0,4 3-21 16,-2-3-34-16,6-1-20 0,3 0-45 0,1-4-73 15,6-2-60-15,6-2-69 0,4-4-214 16,1-5-188-16,8-4-424 0,18-2-282 0</inkml:trace>
  <inkml:trace contextRef="#ctx0" brushRef="#br1" timeOffset="182195.047">29197 13458 2861 0,'0'0'535'16,"0"0"-376"-16,0 0-17 0,8 72 182 15,-8-42 14-15,-8 1-72 0,1 0-103 16,0-1-84 0,0-5-50-16,2-2-29 0,3-5-12 15,0-6-10-15,2-5-15 0,0-1-2 16,2-3-32-16,3-3-49 0,5 0 24 0,3-6 68 16,4-4-34-16,2-4-9 0,3-2-16 15,2-1-29-15,0-2 25 0,2 0 44 16,-1 0 3-16,-2 0 19 0,0 2 12 15,-7 4 13-15,-1 5 2 0,-7 5 74 0,-3 3 56 16,-2 3 55-16,0 10 24 0,-3 3-32 0,0 5-75 16,0 1-40-16,-2 3-33 0,-1-1 18 15,0-2-3-15,3-3-25 16,0-1-21-16,0-2-18 0,3-4-40 0,5 0-80 16,1-5-68-16,2-4-85 0,3-1-214 15,-3-2-702 1,7-2-848-16</inkml:trace>
  <inkml:trace contextRef="#ctx0" brushRef="#br1" timeOffset="184398.555">30537 13133 1641 0,'0'0'633'0,"0"0"16"0,0 0-358 0,0 0-23 15,0 0 1-15,0 0-78 0,0 0-77 16,84-29-26-16,-72 33-17 16,-1 6 10-16,2 7 22 0,-1 7 18 0,-1 8-10 15,-5 7-31-15,0 7 18 0,-6 4 77 16,0 4-53-16,-12 2-73 0,-1-1-49 15,-2 2-11-15,-4-3-20 0,-1-4-73 16,0-2-52-16,0-2-50 0,-2-3-153 16,0-5-218-16,5-7-426 0,-12 5-553 0</inkml:trace>
  <inkml:trace contextRef="#ctx0" brushRef="#br1" timeOffset="184528.419">30298 14296 3213 0,'0'0'527'0,"0"0"-304"0,0 0-109 0,0 0 58 16,0 0 33-16,0 0-150 0,0 0-55 16,0 0-71-16,0 0-190 0,0 0-141 15,0 0-394-15,68 37-1611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1:55:24.43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16397 13797 1884 0,'0'0'3793'0,"0"0"-3524"0,0 0-269 0,0 0-527 16,0 0-1256-16</inkml:trace>
  <inkml:trace contextRef="#ctx0" brushRef="#br1" timeOffset="53481.012">14702 2783 395 0,'0'0'2'0,"0"0"1302"0,0 0-1002 0,0 0-85 0,0 0-55 16,0 0 35-16,0 0 45 0,0 0 15 15,0 0-75-15,22 7-45 0,-18-5-29 16,1-2-7-16,1 0 13 0,3 2 3 15,0-2-10-15,5 1-32 0,1 2-12 16,3 1-47-16,3-2 15 0,3 1-3 0,4 0-3 16,0-2 10-16,1-1-20 0,1 0-2 15,4 0 8-15,-1 2-5 0,3-2 0 16,1 1-13-16,6 1 12 0,2-1-2 16,1-1 8-16,2 2-5 0,4-2-15 15,-2 0 14-15,2 0-12 0,1 0 10 0,2 0-13 16,0 0-26-16,-2 0 14 0,1 0-1 0,0 0-18 31,-1 0 29-31,-3 1-17 0,0 2 4 16,-4-1 12-16,2 0-16 0,-2 1 7 15,-2 1-1-15,1 0 10 0,1 0 3 16,-1 0 13-16,0-2-13 0,-1 2-13 16,2 0-3-16,-2 0-2 0,2 0-17 15,1-1 15-15,2 1 20 0,3-2 0 16,0 2-13-16,3 1 1 0,-2-3-1 0,2 2-9 0,-2-3 4 15,1 5 18-15,0-5 14 0,-2 5 5 16,0-1 3-16,1-2-19 0,-3 2 9 0,1-1-12 16,-3 1 1-16,2-2 3 0,-1 2-1 15,-1-1-3-15,2-2 1 0,1-1 0 16,-1 1-2-16,1-1 1 0,-1-1-3 16,2 0-41-16,0 0 25 0,-3 0 17 15,1 0-14-15,1 0 14 0,-2-1-27 0,0-1 17 16,-3 1 8-16,1 1 2 0,-2 0-16 15,3-4 16 1,-1 3-16-16,2 0 5 0,-1 0-6 16,1-3-12-16,1 1 9 0,-1-1-13 15,2 3 13-15,-1-5-3 0,-1 1-10 16,0 1 13-16,-1 1 10 0,1-2 9 0,-2 1-19 0,-1 0-4 16,-1 0 10-16,1-1 6 0,-1 3 8 15,1-5-24-15,0 3 25 0,0-1 0 16,4 0-14-16,-2 0 12 0,4 0 2 15,0-2-1-15,1 2-7 0,1 0 9 16,-1 0 18-16,-1 1-18 0,0 0 0 16,-1-1 14-16,0 1-10 0,-1 0-2 0,-1 0-2 0,1-1 0 15,-2 0-1-15,2-2-21 0,0 1 19 16,0 0-11-16,-1 0 13 0,3 0-17 16,0 0 16-16,-1 2-2 0,3 0-11 15,-2-2-11-15,-1 1 26 0,0 1 0 16,0 1-1-16,-2-2-8 0,1 4 7 15,-3-3-1 1,1 0 0-16,1 0-9 0,-1 0 12 16,2 0 15-16,-2 0-15 0,4 0-3 15,0 1-18-15,0-3 20 0,1 2-14 16,2 1 14-16,-1-2 1 0,0 3-9 0,1-3 9 16,-1 1 1-16,2 1-1 0,-2 0-13 15,2 0 1-15,-3 1 11 0,4 1 2 16,-3-2-1-16,1 2 0 0,4-2 0 0,-1 1 18 0,2 1 5 15,2-1-11-15,0 2-11 0,3-1 15 16,-1 1-3-16,1 0 2 0,4 0-14 16,-2 0-2-16,1 3 1 0,4 0-38 15,3 1 37-15,-1 2-34 0,3 0 6 16,-2 0-22-16,2 0-13 0,-4 1-86 0,3 0-23 16,-2 0 23-16,-2-2 27 0,3 2-28 0,-3 0-150 15,0 1-72-15,-1 0-274 0,-19-4-288 16,17 2 714-16</inkml:trace>
  <inkml:trace contextRef="#ctx0" brushRef="#br1" timeOffset="213409.945">3228 10764 1193 0,'0'0'85'0,"0"0"1357"0,0 0-1153 15,-3-74 15-15,3 54 70 0,3 6 67 16,0 2-28-16,-2 7-84 0,-1 4-56 15,0 1-106-15,0 0-70 0,0 3-36 16,0 6-28-16,-4 3 1 0,-5 13 8 16,-5 9 16-16,-5 9-25 0,-3 12-21 15,-5 11 6-15,-2 7-18 0,-1 6-12 16,-2 3-8-16,-1 3 19 0,3 4-22 16,-2-1 21-16,3-1 1 0,-1-2-1 15,4-4-22-15,0-6-10 0,6-8 10 16,3-9-12-16,3-14-22 0,6-10-30 0,5-14 0 0,3-9-46 15,0-10-83-15,7-2-81 16,8-16-245-16,5-8 133 0,2-15 115 16,5-14-143-16,2-14-313 15,0-15-501-15</inkml:trace>
  <inkml:trace contextRef="#ctx0" brushRef="#br1" timeOffset="213704.233">3191 10750 836 0,'0'0'55'0,"0"0"1436"0,38-68-1113 0,-28 55-35 15,3 4-49-15,-1 2-2 0,1 5-31 16,1 2-69-16,1 4-36 0,2 8-23 0,0 5 18 16,3 9-3-16,0 8-28 0,-1 5-37 15,0 9-31-15,1 6-19 0,-3 7 13 16,2 5-15-16,-3 3-18 0,1 4-13 0,-2 1-31 16,-1 4 13-16,-4-2 16 0,-2-2-32 15,0-7-2-15,-4-6 8 0,-1-6 1 0,-1-10 25 16,-1-8 1-16,2-8-1 0,-1-8-26 15,-1-5 13-15,2-8-7 0,-3-3 4 0,0-2-53 16,0-3-49-16,0 0-31 0,0-3-26 31,-2-5-28-31,-6-8-173 0,-8-6-133 16,-2-6-176-16,-6-7-301 0,-3-3 183 16,-6-3 111-16,-2-2 637 0</inkml:trace>
  <inkml:trace contextRef="#ctx0" brushRef="#br1" timeOffset="213833.032">3303 11458 3 0,'0'0'571'16,"0"0"-229"-16,-103-63 1217 0,76 51-1218 0,7 5 41 15,5 2-38-15,7 2-6 0,2 2-31 0,5 1-92 16,1-2-70-16,0 1-55 0,1 1-38 16,9 0-6-16,3 0-3 0,9 0-15 15,3 0 0-15,4 0-1 0,1 1-27 16,2 1-15-16,0-1-16 0,0 0-18 0,4 1-34 16,0-2-158-16,4 0-171 0,-8 0-340 15,11 0-986-15</inkml:trace>
  <inkml:trace contextRef="#ctx0" brushRef="#br1" timeOffset="214230.78">3983 11319 1334 0,'0'0'1931'16,"0"0"-1648"-16,0 0-213 0,0 0 63 16,0 0 169-16,-45 95-80 0,27-62-107 0,-1 5-47 15,1-1-34-15,4-1 6 0,3-1-3 16,0-3 0-16,6-2-18 0,2-2 8 16,3-6 7-16,0-1-12 0,3-3-22 15,7-3 12-15,4 2 0 0,2 0 5 16,4-1-15-16,-1 3-2 0,4-1 0 15,-3 0 0-15,-1 0 0 0,0 1 1 16,-6-1 1-16,-2 0-1 0,-2-2 2 0,-3 2 28 16,-3-2 2-1,-2 0 20-15,-1-3-1 0,0 0 9 16,-6-1-25-16,0 0-17 0,-4-1-4 16,-3-4-6-16,0-1-9 0,-5-2-82 15,-1-4-13-15,-4 0-25 0,-2-10-3 0,-4-8-53 0,1-10-103 0,-1-10-196 16,7 7-512-16,-8-29-497 0</inkml:trace>
  <inkml:trace contextRef="#ctx0" brushRef="#br1" timeOffset="214391.343">3932 11478 2032 0,'0'0'1445'0,"0"0"-1204"0,0 0-65 0,0 0 213 15,97 5-101-15,-67-5-134 0,5-2-92 16,2-3-52-16,4-3-10 0,5-3-59 0,-1-1-48 15,2-2-159-15,-1 1-235 0,0-2-704 0,-14 3-1162 16,5-7 2325-16</inkml:trace>
  <inkml:trace contextRef="#ctx0" brushRef="#br1" timeOffset="-214681.391">5316 11157 391 0,'0'0'2295'16,"0"0"-1776"-16,0 0-241 0,0 0 38 15,0 0 49-15,33 75-95 0,-24-38-94 0,-5 6-50 16,-1 2-37-16,-2 1-46 0,-1 1-39 0,0-1-2 16,0-8-2-16,0-7-28 0,-1-3 0 15,1-11-9-15,0-5-27 0,0-3-84 16,0-8-53-16,0-1-76 0,0-1-263 0,0-18-680 16</inkml:trace>
  <inkml:trace contextRef="#ctx0" brushRef="#br1" timeOffset="-214522.791">5156 10868 72 0,'0'0'3051'16,"0"0"-2469"-16,0 0-339 0,0 0-104 0,0 0-36 16,0 0-53-16,91-4-50 0,-55 1-31 15,1 0-44-15,2 1-120 0,5 2-155 16,0 0-288-16,-9 0-1052 0</inkml:trace>
  <inkml:trace contextRef="#ctx0" brushRef="#br1" timeOffset="-214280.557">5813 11022 1994 0,'0'0'1524'16,"0"0"-1268"-16,0 0-121 0,-63 74 123 0,40-47 62 0,1-1-86 16,5-2-74-16,1 0-75 0,7-5-54 15,6-1-28-15,3-2 28 0,0-1-10 16,11-1 13-16,4 0 11 0,6-1 13 0,6 2-21 15,6-2-28-15,2 1-9 0,2 0-2 16,-2 0 0-16,-4 0-22 0,-2-1 2 16,-3 2 10-1,-7 0-6-15,-2-3-7 0,-4 4 13 16,-6-2 11-16,-1-2 1 0,-6 4 0 16,0-1 1-16,-10 0-1 0,-5-1 2 0,-5 1-2 0,-2-3-61 0,-6-2-52 15,-2 0-22-15,1-3-71 0,-2-3-191 16,7-3-404-16,-8-4-967 0</inkml:trace>
  <inkml:trace contextRef="#ctx0" brushRef="#br1" timeOffset="-213694.452">7254 11076 973 0,'0'0'133'16,"0"0"1483"-16,0 0-1061 0,0 0-92 15,0 0-63-15,0 0-43 0,0 0-120 16,0 0-141-16,0 0-87 0,-82 0-9 0,53 19-25 15,-1 5 25-15,1 4 9 0,2 1-8 16,8-1-1-16,3 0-11 0,6-3-1 16,3-3-7-1,7-3 19-15,0 1 0 0,10-4 1 0,3 3 12 16,6-1 2-16,1-2-12 0,5 3 13 16,-1-3-1-16,3-1-12 0,1 1-1 15,-4-1 13-15,-3-3-12 0,-4 0 13 0,-4-3-15 0,-5 2 42 31,-5 0 6-31,-3 1 48 0,0 4 35 16,-8-1-29-16,-5 2-51 0,-3 1-16 0,-2-2-36 0,1-2 0 16,1-2-21-16,2-7-43 15,5 0-94-15,2-5-59 0,4 0-56 0,3-10-148 16,0-8-253-16,0 1-425 0,15-20-706 16</inkml:trace>
  <inkml:trace contextRef="#ctx0" brushRef="#br1" timeOffset="-213531.955">7502 11301 362 0,'0'0'2185'0,"0"0"-1658"0,0 0-122 0,0 0 63 0,0 0-12 16,78 71-132-16,-72-48-57 0,-2 0-57 15,0-1-88-15,-4 0-46 0,0-3-48 0,0-1-28 16,0-1-28-16,0-1-45 0,-1-1-103 16,-6-3-121-1,0-1-175-15,2-3-612 0,-5-8-899 0</inkml:trace>
  <inkml:trace contextRef="#ctx0" brushRef="#br1" timeOffset="-213386.338">7562 11015 1269 0,'0'0'725'16,"0"0"315"-16,0 0-727 0,0 0-43 0,83-36 29 15,-63 29-107-15,0 2-192 16,-1 0-9-16,1 0-108 0,-1 5-115 0,0 0-168 15,-1 0-283-15,-3 0-410 0,-5 5-291 16,1 3 1194-16</inkml:trace>
  <inkml:trace contextRef="#ctx0" brushRef="#br1" timeOffset="-212951.696">7828 11083 767 0,'0'0'88'0,"0"0"1547"16,0 68-1127-16,4-39-99 0,-1 6-13 16,1 1-16-16,1 2-10 0,-1-2-54 0,-1 1-74 15,3-3-59-15,-2-4-62 0,2-5-54 0,2-4-43 0,1-6-24 0,1-5 1 16,2-1 11-16,1-6 3 0,1-1-15 15,2-2-2-15,3 0-10 0,0-10 12 16,2-2-1-16,0-5-23 0,1-5-12 16,3-2-13-16,-1 1-8 15,-2-1 5-15,-2 2-9 0,0 5 18 16,-4 1 19-16,-4 9-3 0,-4 2 2 16,-3 2-2-16,-2 3 5 0,-3 0 22 15,0 0 61-15,0 3-3 0,0 2 34 0,0 2-25 16,0 0-19-16,0-1-30 15,0 0-18-15,0-6-2 0,0 2-10 16,0-2 9-16,0 0-18 0,2 0-6 0,4 0 8 16,4-2 19-16,2 0 10 0,1-3-10 15,1 1-30-15,-1 1 0 0,0 0-10 0,1 3 4 0,-3 0 11 16,0 2 4-16,0 4 21 0,-2 3 59 16,0 1 56-16,-1 4-2 15,0-2-28-15,-4 3-10 0,0-2-11 0,-1 1-12 16,0-2-22-16,0-1-13 0,0-1-17 15,0 0-18-15,-2-3-9 0,-1 0-22 16,3 0-42-16,-2 0-45 0,4 0-59 0,-1 5-24 16,4-1-122-16,1 1-139 0,-1-4-893 15,6 1-1018-15</inkml:trace>
  <inkml:trace contextRef="#ctx0" brushRef="#br1" timeOffset="-212680.968">8537 11315 20 0,'0'0'554'0,"0"0"-254"16,0 0 1201-16,0 0-722 0,17 74-244 16,-13-37-113-16,1 9-25 0,-4 8-43 15,2 7-33-15,-3 5-102 0,2 3-55 0,-2 6-46 16,0 0-57-16,0 1-60 0,0 1-1 15,0-3-21-15,0-1 2 0,0-2-5 16,3-2-3-16,5-4-9 0,1-5 23 0,1-1-14 0,4-9-97 16,-1-10-43-16,-1-8 21 0,4-11 14 15,-2-12 13 1,-2-9-121-16,-1-2-265 0,-1-16-452 16,-1-7 215-16,-3 3-410 0,-5-27-143 0</inkml:trace>
  <inkml:trace contextRef="#ctx0" brushRef="#br1" timeOffset="-212435.805">8615 11480 430 0,'0'0'1179'16,"0"0"-673"-16,0 0-318 0,0 0 3 0,46-77 144 16,-29 65-52-16,1 3-104 0,3 3-43 0,1 4-2 0,2 2 11 0,-2 2 10 15,2 6-23-15,-4 7-12 0,-5 1-30 16,-2 6 16-16,-7 5 15 0,-6 2-31 15,0 4-26-15,-12 6-8 0,-5 1-19 0,-5 3 6 32,-5 0-42-32,1-3-1 0,3-5-34 15,1-7-15-15,7-8-38 0,4-11-52 0,7-4-7 16,4-5 6-16,1-12-121 0,13-10-147 16,7-11-132-16,-1 3-222 0,19-34-855 0</inkml:trace>
  <inkml:trace contextRef="#ctx0" brushRef="#br1" timeOffset="-211965.7">9295 10907 828 0,'0'0'111'15,"0"0"1401"-15,1 79-920 0,-5-39-107 16,-4 12-43-16,0 2-36 0,-2 6-72 0,1-2-67 16,-2-2-78-16,2-3-89 0,2-5-97 15,0-5-3-15,1-3 0 0,2-7-12 16,1-5-21-16,3-8-59 15,0-4-82-15,4-3-40 0,9-5-36 16,2-2-70-16,2 0-38 0,3 0-25 0,0 2 64 0,-1 1 178 16,-3 3 122-16,0 1 19 0,-2 2 137 15,-1-1 62-15,0-1 23 0,0-1 9 0,1-3-20 16,1-3-32-16,5-4-57 0,1-2-57 16,4-6-24-16,6-5-41 0,2-6-47 15,4-2-59-15,-1-5 3 0,3 2-1 16,-4-1 22-16,-2 2 32 15,-6 0 6-15,-5 2 28 0,-6 0 16 16,-5 0 41-16,-7 2 22 0,-4 1 59 0,-1 0 26 16,-9 4-1-16,-6 4-70 0,-2 4-6 15,-2 4-6-15,-1 6 9 0,-3 11 0 16,-1 7-15-16,0 2 8 0,-1 3 34 16,5 3 34-16,6-3-43 0,1-6-35 0,8-3-29 15,2-3-26-15,4-2 1 0,0-5 15 16,7 0-18-16,10-3-39 0,5 1-19 15,10-4 15-15,11 0 30 0,5-2 11 16,5-2-27-16,5 0-72 0,1-6-58 16,1 2-121-1,-16 0-316-15,18-7-916 0</inkml:trace>
  <inkml:trace contextRef="#ctx0" brushRef="#br1" timeOffset="-211209.113">11262 11660 1345 0,'0'0'689'15,"0"0"335"-15,0 0-679 0,0 0-132 0,0 0 39 0,0 0 68 16,98 2-86-16,-62-8-46 0,6 0-68 16,7-1-37-16,9-2-40 0,5-1-15 15,8 1-28-15,8 0-1 0,6 3 1 16,3-1-1-16,4 1 1 0,-1 0-13 0,-2-1 10 15,-2 1-30-15,-7-3 2 0,-9 3-9 0,-9 0-80 32,-9-1-130-32,-14 2-59 0,-11 0-88 0,-12 3-105 15,-10 2-108-15,-6 0-129 0,-8 0-370 0,-1 0 548 16,-24 0 396-16</inkml:trace>
  <inkml:trace contextRef="#ctx0" brushRef="#br1" timeOffset="-210948.506">11421 11757 714 0,'0'0'1869'0,"0"0"-1643"0,0 0-184 0,-90 46 93 16,80-37 207-16,9 0-37 0,1-4-132 0,14 0 9 16,14 1-24-16,9-3-37 15,13-2 10-15,8-1-20 0,7 0-52 0,6-4-41 16,6-5-2-16,3-1 18 0,2 1-19 31,-1-3-15-31,-1 2 0 0,-1-2-21 0,-8-1 18 0,-5 1-31 16,-8 1-13-16,-5 0-39 0,-11-2-119 15,-6 1-37-15,-8 0-100 0,-4-1-228 0,-9 3-514 32,-3-7-481-32</inkml:trace>
  <inkml:trace contextRef="#ctx0" brushRef="#br1" timeOffset="-210627.228">12181 11276 310 0,'0'0'593'16,"0"0"830"-16,0 0-991 0,0 0-158 16,0 0 109-16,86-2-69 0,-45 2-88 0,1 0-68 15,7 5-40-15,-1 5-15 0,-1 1-35 16,-3 3-34-16,-5 5-22 0,-4 3 23 15,-8 2-11-15,-4 5 4 0,-8 2 3 16,-5 3 0 0,-4 1-7-16,-6 3 7 0,-3-1-31 15,-10 5 1-15,-5 1-1 0,-5 3 0 16,-5-2-2-16,-2 2-10 0,0-3 10 0,-2 0-20 0,3-2 1 0,2-4 8 16,1-2-2-16,1-5-22 0,5-1 6 15,3-4-9-15,4-5-7 0,4-2-52 16,5-6-54-16,-1-2-29 15,4-3-70-15,1-2-150 0,0-3-356 0,0-2-1031 0</inkml:trace>
  <inkml:trace contextRef="#ctx0" brushRef="#br1" timeOffset="-209245.351">14626 11503 1121 0,'0'0'33'0,"0"0"351"0,0 0 214 15,0 0-252-15,0 0-78 0,0 0 34 16,0 0-27-16,0 0-69 0,0 0-28 16,27-72-30-16,-15 59-45 0,0-2-11 0,2-1-17 15,0 1-6-15,2 0-32 0,0-2-15 16,1-1 0 0,2 1-1-16,-2-2-21 0,3 0-2 0,2 2 2 0,-5 1 6 15,3 2-3-15,-4 3 9 0,-1 3 4 16,-2 1-1-16,-2 3 1 0,-2 1-16 15,-2 3-22-15,3 0-3 0,0 6 1 16,0 7 24-16,1 6 69 0,3 7-13 0,-3 5 21 16,4 8 16-16,-1 4 14 0,3 3 1 15,-1 3-19-15,0 0-52 0,-1-4-16 0,0-2-21 16,-2-5-1-16,2-4-11 0,-4-7-3 16,2-7-10-16,0-2 24 0,0-5-20 15,-1-1 2-15,-1-6-42 0,-1-3-68 16,3-3-63-16,0 0-37 0,0-9-88 15,2-5-198-15,-5 1-280 0,7-15-613 0</inkml:trace>
  <inkml:trace contextRef="#ctx0" brushRef="#br1" timeOffset="-209030.341">15407 11232 980 0,'0'0'56'0,"0"0"1617"0,0 0-1438 0,0 0-81 15,0 0 6-15,0 0 104 0,0 0 11 31,-82 19-74-31,56 4-38 0,-2 6-35 0,-5 5 6 0,-1 5 23 16,-4 4 0-16,2 2-37 0,-3 3-22 16,2-1-21-16,-2 2-19 0,0-2-55 15,3-5-3-15,4-6-25 0,5-3-14 0,3-7-59 16,7-9-37-16,7-5-19 16,3-7-47-16,7-3-60 0,0-2-72 0,12-12-161 15,-2 3-282 1,14-17-580-16</inkml:trace>
  <inkml:trace contextRef="#ctx0" brushRef="#br1" timeOffset="-208612.773">15746 10741 817 0,'0'0'140'0,"0"0"677"0,0 0-3 15,-9 66-214-15,-1-38-158 0,-2 2-148 0,-2 1-74 16,-2 1-58-16,3-2-23 0,-1 2-49 16,2-4-31-16,3-3-25 0,4-4-16 15,1-6 1-15,2 0-16 0,2-2-2 16,2-1 2-16,7 1 12 0,2 2-3 15,4-3 4-15,1 1-7 0,4-1-9 16,1-2-21 0,0 0 5-16,-1 2-18 0,-1-2 10 15,-4 1-4-15,-2 0-3 0,-4 0 12 16,-1 2 18-16,-5 1 1 0,-2-2 0 16,-1 2 34-16,-3-2 19 0,-6 3 27 15,-3-3-3-15,-6 1-10 0,-2-3 4 0,-4-1-16 16,-1-1-26-16,-1-4-29 0,0-3-24 15,0-1-37-15,2 0-102 0,-1-7-56 0,5-6-47 0,0-1-151 16,8 0-319-16,-2-13-848 0</inkml:trace>
  <inkml:trace contextRef="#ctx0" brushRef="#br1" timeOffset="-208489.525">15790 10997 284 0,'0'0'398'16,"0"0"1444"-16,0 0-1423 0,92-15-169 0,-63 8-46 15,1 2-49-15,-2-1-136 0,0 0-19 0,0 3-139 16,3-2-235-16,-8 1-364 0,11 1-1053 16</inkml:trace>
  <inkml:trace contextRef="#ctx0" brushRef="#br1" timeOffset="-208197.382">16104 11437 1167 0,'0'0'117'0,"0"0"521"0,0 0-317 0,0 0 86 0,0 0 30 15,0 0-19 1,104 13-115-16,-69-13-95 0,5 0-39 0,-1 0 2 16,4 0-37-16,-3-5-89 0,0-1-45 15,-4-2-28-15,-2-1-18 0,-1-1-81 16,-4-3-186-16,-3-2-201 0,-3 2-666 16,-8 1-889-16</inkml:trace>
  <inkml:trace contextRef="#ctx0" brushRef="#br1" timeOffset="-207913.294">16417 11144 88 0,'0'0'574'16,"0"0"-264"-16,0 0-271 0,0 0 615 15,0 0-183-15,0 0-109 0,0 0-65 16,0 0-34-16,0 0-42 0,0 0-17 15,0 70 20-15,3-49-3 0,0 6-70 16,1 2-20-16,-2 4-40 0,0 3-36 16,0 3-11-16,-2 1-13 0,0 2-6 15,0-1-25-15,-2-1-2 0,-3-1-20 16,1-3 0-16,1-4-37 0,0-4-62 16,3-4-64-16,0-5-76 0,0-2-144 0,0-7-320 15,7-2-793-15</inkml:trace>
  <inkml:trace contextRef="#ctx0" brushRef="#br1" timeOffset="-206996.899">17420 11391 1524 0,'0'0'59'16,"0"0"622"-16,0 0-467 0,0 0-75 0,0-72 86 16,-3 56 54-16,-4 0 37 0,-2 0-75 15,2 4-61-15,-3 3-74 0,-1-1 15 31,0 4-28-31,-3 4 10 0,1 2-41 16,-4 2-3-16,-2 14 0 0,-4 6-7 0,0 12 10 16,-1 6 71-16,0 5 26 0,1 3-30 15,3-2-31-15,4-5-4 0,5-5-24 16,5-9-24-16,5-6-10 0,1-6 4 16,0-3 2-16,7-5-14 0,4-1-13 15,-1-1-12-15,6-5-2 0,3 0 9 0,4-4-10 16,4-7-33-16,2-5-19 0,1-7-24 15,1 4-3-15,-2-5-6 0,-1 1 21 0,-4 0 9 0,-3 4 3 16,-2 1 15-16,-5 4 16 0,-5 3 5 16,-1 5 16-16,-5 4-3 0,-1 0-40 15,-1 2 13-15,1 3 30 0,-1 7 3 16,2 5 86-16,2 4 5 0,-4 0-26 16,5 1 2-16,-1-2-34 0,3-3-11 15,2-2-10-15,4-1 0 16,4-2-13-16,3-3 16 0,6 0-17 15,4-5-1-15,0-2-56 0,1 0-88 16,-2-2-82-16,-1-5-70 0,-3 2-246 16,-8-2-674-16,4-4-956 0</inkml:trace>
  <inkml:trace contextRef="#ctx0" brushRef="#br1" timeOffset="-206539.006">17900 11547 378 0,'0'0'2415'16,"0"0"-2117"-16,0 0-135 0,0 0 29 16,0 0 134-16,14 89-63 0,-12-61-80 15,1 4-102-15,1 0-44 0,2 2-37 16,-2-3-10-16,3-3-5 0,-4-2-19 16,2-1-75-16,0-3-130 0,1-2-111 15,0-8-256-15,2 3-730 0</inkml:trace>
  <inkml:trace contextRef="#ctx0" brushRef="#br1" timeOffset="-205614.864">18292 11211 1064 0,'0'0'68'16,"0"0"1376"-16,0 0-1035 16,0 0-67-16,0 0-63 0,0 0 52 15,0 0-58-15,0 0-58 0,77 92 7 0,-62-52-50 16,1 4-74-16,-1 0-36 16,-2 0-29-16,2-4-30 0,-3-8-3 0,2-1-27 15,2-8 26-15,-2-2-24 0,3-6-11 16,1-6-69-16,0-5-58 0,3-1-53 15,1-3-123-15,1-6-187 0,-7-2-547 0,8-12-1033 0</inkml:trace>
  <inkml:trace contextRef="#ctx0" brushRef="#br1" timeOffset="-205437.656">18727 11264 1144 0,'0'0'1107'0,"0"0"-603"16,0 0-205-16,-87 43-27 0,53-13 39 0,-5 5 1 15,0 7-42-15,-1 1-84 0,1-1-87 16,2-2-28-16,3-3-40 0,1-3-31 16,7-5-6-16,3-6-34 0,7-6-50 15,5-3-56-15,2-6-3 0,6-6-30 0,2-2-70 16,1-9-191-16,0-2-638 0,13-19-384 16</inkml:trace>
  <inkml:trace contextRef="#ctx0" brushRef="#br1" timeOffset="-200195.139">19118 10799 1421 0,'0'0'176'0,"0"0"1060"0,0 0-916 0,0 0 12 16,0 0-79-16,0 0-61 0,0 0-44 16,0 0 2-16,0 0 2 0,0 0-22 15,13 13 3-15,-22 3-50 0,-4 5-18 0,0 4-29 16,-3 4-11-16,-1 5-25 0,-3-1-2 16,3 3-13-16,-3 2-19 0,3-3 22 0,3 0 11 15,4-7-12-15,4-6 1 0,5-6 0 16,1 0-1-16,6-6 13 0,7-1 16 15,5-2 11-15,3-1 7 0,6-2 21 0,5-4-18 16,0 0-25-16,5-4-12 16,-1-5-18-1,1-3-31-15,-2-2-37 0,-3-1-65 16,-4-2-71-16,-2-2-90 0,-6-1-167 0,-4 1-255 0,-5 3-517 16,-2-4-269-16</inkml:trace>
  <inkml:trace contextRef="#ctx0" brushRef="#br1" timeOffset="-200003.652">19290 10868 1456 0,'0'0'627'16,"0"0"-164"-16,0 0-157 0,0 0-30 0,0 0-69 15,0 0 22-15,0 0-27 0,-29 71-66 16,18-36-20-16,-2 3 47 16,-2 3 24-16,2 2-45 0,-3 1-46 0,1 0-31 15,0-2-65-15,3 1-13 0,1-2-27 16,3 0-52-16,4-3-147 0,4-2-55 0,0-5-186 0,4-9-284 15,16-1-613-15</inkml:trace>
  <inkml:trace contextRef="#ctx0" brushRef="#br1" timeOffset="-199779.663">19631 11667 1289 0,'0'0'549'0,"0"0"609"0,0 0-892 0,79 0-50 0,-43-7 16 15,7-2-18-15,2-3-85 0,0-3-90 16,-1-3-39-16,-2-1-38 0,-2-3-138 16,-5-1-153-16,-5 1-98 0,-11 5-268 15,-2-6-864-15</inkml:trace>
  <inkml:trace contextRef="#ctx0" brushRef="#br1" timeOffset="-199599.197">19875 11192 1342 0,'0'0'426'0,"0"0"-218"0,0 0 349 0,0 66-161 15,1-35-137-15,-1 2-35 0,2 5 93 16,-2 3-97-16,0 3-66 15,0 4-63-15,-3-1-35 0,-5 2-34 0,-2 1-22 16,-3-5-2-16,0-1-36 0,2-6-68 16,1-7-133-16,5-5-86 0,4-6-159 15,1-5-555-15,4-9-728 0</inkml:trace>
  <inkml:trace contextRef="#ctx0" brushRef="#br1" timeOffset="-198982.14">20891 11445 977 0,'0'0'254'16,"0"0"744"-16,0 0-675 0,0 0-59 15,0 0 102-15,0 0-105 0,0 0-17 16,0 0-10-16,0 0-49 16,-77-58-16-16,61 74-5 0,0 11-16 15,-5 11-18-15,-2 10-10 0,1 10-22 16,-1 5-19-16,0 0-8 0,4-5-26 16,2-5-44-16,5-10-1 0,5-8-3 15,7-12 1-15,2-6 1 0,11-7-54 16,4-6-9-16,10-4-34 0,4-2-3 0,3-10 15 15,5-5-13-15,-3-6-18 16,-3-2 24-16,-1 0 25 0,-5 1 40 0,-5 3 27 0,-6 2 1 16,-4 2 3-16,-6 2 25 0,-3 2 0 0,-1 4 40 15,-2 2 47-15,0 3 2 0,0 3-31 16,0 1-37-16,0 0-18 0,0 6 15 16,0 5-6-16,0 4 9 0,0 5-4 15,-2 0-26-15,-1-1-7 0,2-1-12 0,-1-2-18 31,-1-3-40-31,1-1-108 0,-1-2-89 0,2-3-112 16,-1-1-291-16,2-5-461 0,0-1-177 16</inkml:trace>
  <inkml:trace contextRef="#ctx0" brushRef="#br1" timeOffset="-198781.819">21100 11767 323 0,'0'0'554'0,"0"0"-300"0,0 0 1185 0,0 0-860 16,101-16-159-1,-74 16-95-15,2 6-1 0,-2 1-54 16,-4 1-131-16,-6 3-78 0,-5-1 10 15,-5 3-4-15,-4 3-5 0,-3 2-28 16,0 1-31-16,-10 4 21 0,-3-2-6 0,-2 2 1 16,-2 1 8-16,3-5-2 0,-1-1-10 15,7-4-13-15,3-5 9 0,5-4-11 16,0-1-30-16,6-2-7 0,11-2 19 0,5 0-62 0,8-7 3 16,2-7-101-16,5-3-103 0,2-4-179 15,-11 6-292 1,12-10-801-16</inkml:trace>
  <inkml:trace contextRef="#ctx0" brushRef="#br1" timeOffset="-198567.206">21733 11442 101 0,'0'0'1753'0,"0"0"-1293"0,0 0 609 0,34 86-657 0,-23-49-16 16,3-1-61-16,0 4 0 0,1-5-111 15,-2-1-90-15,-1-3-64 16,2-5-69-16,-3-6-1 0,1-4-25 16,1-4-39-16,2-5-88 15,4-3-72-15,2-4-83 0,1-6-220 0,-3-2-660 0,9-17-843 16</inkml:trace>
  <inkml:trace contextRef="#ctx0" brushRef="#br1" timeOffset="-198398.973">22118 11468 267 0,'0'0'1290'16,"0"0"-171"-16,0 0-746 0,0 0-98 16,-108 97 1-16,70-61 27 0,-3 9-24 0,-1-2-24 15,2-1-39-15,2-4-65 0,4-1-80 16,1-8-71-16,2-3 0 0,3-3-93 16,0-2-73-16,5-6-50 0,3-2-89 15,3-5-196-15,7-2-282 0,2-6-696 16</inkml:trace>
  <inkml:trace contextRef="#ctx0" brushRef="#br1" timeOffset="-197948.393">22521 11128 927 0,'0'0'759'0,"0"0"658"0,0 0-1047 0,79-7-73 0,-51 5-48 16,0 2-55-16,-3-1-72 0,-2 1-51 16,-5-3-50-16,-8 2-21 0,-2 1-16 15,-7 0 4-15,-1 0-13 0,-4 0-25 16,-7 7 50-16,-6 4 10 0,-5 4 8 15,-3 2 1-15,-4 1 3 0,0 1 24 16,3 0-30-16,3-2-1 0,9-3 0 16,3-1-15-16,4-3-13 0,6-2-8 15,1 4-4-15,1 0 12 0,12 1-12 16,3 1-6-16,4 1 13 0,3 1 17 16,-2 2 1-16,0-3 0 0,1 3 0 15,-6 0 0 1,-1-5-1-16,-4 2 0 0,-6-4 1 0,-2 1 12 15,-3-3 10-15,-3 1 15 0,-5-2-15 16,-3 1-22-16,-6-1-3 16,1-2-93-16,-4-1-48 0,-3-1-50 0,-1 0-67 15,1-4-136-15,2 3-347 0,-9-3-779 16</inkml:trace>
  <inkml:trace contextRef="#ctx0" brushRef="#br1" timeOffset="-197377.572">23179 11574 1558 0,'0'0'55'0,"0"0"1181"0,0 0-836 0,0 0-57 0,0 0-84 16,113 19-44-16,-65-16-56 0,4 1-32 15,-1-4-43-15,-1 0-53 0,-4-4-31 0,0-3-15 16,-7-4-26-16,-4-1-111 0,-6-1-193 15,-8 0-177-15,-6 1-534 0,-4-5-606 0</inkml:trace>
  <inkml:trace contextRef="#ctx0" brushRef="#br1" timeOffset="-197168.532">23567 11300 1334 0,'0'0'381'16,"0"0"661"-16,0 0-695 0,0 0 55 15,4 72-73-15,-2-37-37 0,-1 7-77 16,-1 6-35-16,0 2-14 16,0 1-9-16,-3-1-38 0,-3-2-48 15,-2-4-50-15,-1-3-21 0,-2-6-24 0,3-2-31 16,2-4-62-16,3-6-33 0,3-4-45 16,3-6-53-16,9-3-140 15,7-6-182-15,-3-1-236 0,13-6-601 0</inkml:trace>
  <inkml:trace contextRef="#ctx0" brushRef="#br1" timeOffset="-196595.832">24601 11546 218 0,'0'0'548'16,"0"0"-241"-16,0 0 846 0,0 0-746 16,0 0-21-16,0 0-57 0,0 0-28 0,0 0-36 15,0 0-60-15,-93-30 0 0,68 49-3 16,-4 8-42-16,-2 7-22 0,-2 7-3 0,2 1 21 0,3 0-25 0,5-5-37 16,7-3-36-16,1-10-31 0,11-6-8 15,2-5-13-15,2-6-6 0,8 0-46 16,6-3 4-16,4-4-1 0,6 0-5 15,3-7-32-15,2-8-42 0,1-2 3 32,-1-3 30-32,0 1 16 0,-5 0 17 0,-2 2-5 15,-2-1 8-15,-3 2 7 0,-5 0 6 0,-2 1 5 16,-4 1 35-16,0 4 3 0,-4 4 28 16,0 3 21-16,-1 3 4 0,-1 0-47 15,0 7 10-15,0 5-1 0,0 5 44 16,0 4 2-16,-3 2-9 0,2 1 4 15,0 0-4-15,-1-2-34 0,2-2-21 16,0-2-2-16,2-1-16 0,3-4-13 0,3-2-55 16,3-4-58-16,8 0-75 0,2-3-185 15,-3-3-294-15,15-1-794 0</inkml:trace>
  <inkml:trace contextRef="#ctx0" brushRef="#br1" timeOffset="-193789.223">24920 11822 1413 0,'0'0'153'15,"0"0"997"-15,0 0-877 0,0 0-100 16,0 0 15-16,0 0 101 16,0 0-40-16,0 0-111 0,0 0-68 15,0 0-45-15,19-1-22 0,-15 1-3 16,-1 0 19-16,-2 0-17 0,1 0-2 15,-1 0 1-15,-1 0 23 0,0 0 1 16,0 0 3-16,0 0 22 0,0 0 15 0,0 0 3 16,0 0-9-16,0 0-6 0,0 0-10 15,0 0-9-15,0 0-16 0,2 0-5 0,-2 0-10 16,1 0 9-16,-1 0-11 0,0 0 0 0,0 0-1 16,0 0-18-16,0 0 16 0,0 0 1 15,0 0-1-15,0 0 0 0,2 1 0 16,-1-1 2-16,1 1 11 0,-1-1 4 15,2 0-13-15,-3 0-1 0,0 0-1 0,1 0-1 32,0 0-2-32,-1 3-19 0,3-1-8 0,3 5-4 15,0-1 18-15,1 4 15 0,0 3-14 16,-1-1-7-16,-2 1 10 0,-1-1 9 0,-3 1 0 16,0-2 0-16,0 1-9 0,0-2 12 0,-5-1 16 15,-3 1-4-15,-4 0 6 0,-2 0-16 16,-4 0-2-1,-4 2-71-15,0-4 9 0,-1 2-12 0,3-3 15 0,4-1 0 16,1-1 6-16,4-3 12 16,6-1 3-16,0 1 15 0,4-2-1 15,-2 0 23-15,3 0 1 0,0 0-12 16,0 0-16-16,0 0 28 0,6 0 17 16,-2 0 5-16,2 1-22 0,1 2 0 0,5 0-1 15,-2 0 0-15,1 2-1 0,-1 3 2 0,-1 1 22 0,-2-1 20 16,-1 2-8-16,1 0-3 0,-3-1-18 15,-2 1 18-15,-1-1 25 0,-1 1-21 16,0-1-14-16,0 0-5 0,-3-2-4 16,-5 3 4-16,-1-3 5 15,-2 0 4-15,-1-2-9 0,1-3-16 0,0 1-16 16,2-1-49-16,1-2-53 16,2 0-26-16,-1-6-20 0,4-5-167 15,2 2-163-15,1-2-306 0,3-11-562 0</inkml:trace>
  <inkml:trace contextRef="#ctx0" brushRef="#br1" timeOffset="-193258.531">25659 11523 684 0,'0'0'401'0,"0"0"-193"0,0 0-55 0,0 0-3 16,0 0 155-16,0 0-117 0,0 0-133 15,0 0-19-15,0 0 42 0,0 0 35 16,0 0 7-16,-16-22-46 0,13 22 26 15,3 0 26-15,-2 0 25 0,0 0-13 16,2 0-30-16,0 0-37 0,0 0-36 0,0 0-32 16,0 0-3-16,0-1-2 0,-3 0-49 15,1 1-29-15,-4 0 16 0,3 0-23 16,-2 0 14-16,2 0 12 0,1 0 27 16,-1 0 34-16,0 0 29 0,3 0 74 0,0 0 22 31,0 0 9-31,0 0 26 0,0 0 59 0,0 0-5 15,0 0-44-15,0 0-28 0,0 0-24 16,0 0-25-16,0 0-18 0,0 2-4 16,3 3 9-16,0 7-78 0,-1 5 29 15,3 12 9-15,-1 4 6 0,4 6 1 16,-4 1 54-16,1 2 12 0,-2-2-42 0,2-3-38 0,-1-2-32 16,0-1-1-16,2-5 0 0,3-4-12 15,-1-7 0-15,-2-4-16 0,3-5-82 0,1-4-74 16,0-4-78-16,2-1-121 0,0 0-322 15,9-15-746-15</inkml:trace>
  <inkml:trace contextRef="#ctx0" brushRef="#br1" timeOffset="-193049.741">25930 11489 23 0,'0'0'1290'16,"0"0"-1004"-16,0 0 908 0,0 0-736 15,-105 75-70-15,69-45-32 0,-3 4-21 0,-3 0-51 16,-4 1-68-16,-2 1-85 16,0-2-57-16,1-4-59 0,1-1-15 15,7-4-21-15,6-4-28 0,6-4-65 0,5-5-15 16,6-5-28-16,7-1-72 0,3-5-96 16,3-1-154-16,3-1-169 0,3-16-762 0</inkml:trace>
  <inkml:trace contextRef="#ctx0" brushRef="#br1" timeOffset="-192718.687">26185 11139 2402 0,'0'0'532'16,"0"0"-311"-16,0 0-99 0,0 0 81 0,88-2 10 0,-74 2-138 15,-2 0-75-15,-5 6-75 16,-1 1-1-16,-6 4 31 0,0 1 20 0,-1 2 6 16,-9 3-29-16,-4 1 48 0,0 3 12 15,-3-2 14-15,0 0 8 0,3-4-5 0,0-1 18 16,6-5-2-16,2 0-4 16,0-1 3-16,6-3-32 0,0-1 1 0,0-1 6 15,0 2 25 1,6-1 6-16,2 1 10 0,3 0-4 0,4 0-11 15,3 1-29-15,5-2-16 0,4 1-15 0,3-1-1 16,4 1-81-16,0-1-158 16,4-1-149-16,-9-3-295 0,19 4-654 0</inkml:trace>
  <inkml:trace contextRef="#ctx0" brushRef="#br1" timeOffset="-192482.859">26586 11683 1657 0,'0'0'1657'15,"0"0"-1276"-15,0 0-170 0,0 0 134 16,0 0-54-16,104-2-100 0,-71-7-118 15,3-1-73-15,1-2-28 0,2-2-9 0,0-3-83 16,-3-1-192 0,-3 3-152-16,-8 0-308 0,0-5-749 0</inkml:trace>
  <inkml:trace contextRef="#ctx0" brushRef="#br1" timeOffset="-192275.357">26793 11322 802 0,'0'0'1495'16,"0"0"-1101"-16,0 0-44 0,-2 71 33 0,0-38 38 16,-1 7-51-16,0 2-69 0,-4 1-76 0,-3 0-37 15,-2 0-45-15,-3-2-39 0,-1-2-55 16,-1-2-49-16,2-4 0 0,-1-2-31 16,5-2-36-16,-1 0-92 0,4-4-46 15,3-4-23-15,5-2-85 0,0-2-237 16,0-6-634-16,17-5-979 0</inkml:trace>
  <inkml:trace contextRef="#ctx0" brushRef="#br1" timeOffset="-191632.881">27804 11544 1304 0,'0'0'84'16,"0"0"1135"-16,0 0-762 0,0 0-141 15,0 0-81-15,0 0-43 0,0 0 31 16,0 0 6-16,0 0-64 0,0 0-66 15,0 0-35-15,-12-50-2 16,-10 67 64-16,-6 9 49 0,-7 8-62 0,-5 9-30 16,-1 3-4-16,0-3 12 0,3-1-9 15,7-7-39-15,7-8-25 0,7-6 0 16,8-8 0-16,8-3-2 0,1-3-16 16,1-4-43-16,13-2-9 0,3-1-48 0,9-4-6 0,4-8-10 15,4-6-31-15,3-2-6 0,-1-1 11 16,-2-2-24-16,-1-1 48 0,-4 1 34 15,-4-1 0-15,-2-1-41 0,-4 0 27 16,-4 1 98-16,-4 6 3 16,-2 6 44-16,-6 5 32 0,-1 4-10 0,-2 3-4 15,0 4-27-15,0 9 39 16,0 5 72-16,-3 5-22 0,-3 4-1 16,1 2 12-16,-1-1 0 0,1-4-38 0,-1-3-64 15,3-4-36-15,2-6-18 0,1-1 5 16,0-3-2-16,0-2-43 0,7-3-119 15,5-2-106-15,5 0-195 0,-2-2-681 16,14-8-640-16</inkml:trace>
  <inkml:trace contextRef="#ctx0" brushRef="#br1" timeOffset="-191415.605">28184 11733 985 0,'0'0'1407'15,"0"0"-818"-15,0 0-135 0,0 0 36 0,0 0-21 0,-37 67-56 0,21-49-150 16,1 3-83-16,0-2-34 0,2 1-21 15,4-1-34-15,3-2-46 0,2-3-42 0,4-1 0 16,0-1-3-16,10-3 0 0,2 0-27 16,8-4-22-16,3-2-26 0,3-3-14 15,6 0-11-15,-1-10-40 0,3-1-86 16,-6-4-183-16,-2-2-328 0,-7 5-692 16,-2-11-853-16</inkml:trace>
  <inkml:trace contextRef="#ctx0" brushRef="#br1" timeOffset="-191265.355">28292 11662 414 0,'0'0'1148'0,"0"0"-917"0,0 0 45 0,0 0 782 15,-29 75-540-15,25-45-70 0,-1 3-103 0,-1 2-39 16,1 1-76-16,2-2-69 16,-2 0-60-16,2-5-65 0,-2-2-36 0,1-3-22 15,1-2-42-15,0 1-116 0,1-4-59 16,2 1-82-16,0-5-301 0,1-5-732 15,8-1-999-15</inkml:trace>
  <inkml:trace contextRef="#ctx0" brushRef="#br1" timeOffset="-190927.639">28684 11522 1304 0,'0'0'1057'0,"0"0"-454"0,0 0-229 16,0 0-47-16,20 74-28 0,-12-38-44 15,0 4-19-15,-1 2-29 0,2-2-26 16,1 0-40-16,2-3-37 0,-1-2-37 16,1-1-15-16,-1-8-52 0,2-2 0 15,5-6-40-15,-1-5-104 0,6-4-21 16,3-6-35-16,3-3-90 0,-8 0-368 0,15-12-896 16</inkml:trace>
  <inkml:trace contextRef="#ctx0" brushRef="#br1" timeOffset="-190753.726">29135 11610 1099 0,'0'0'547'0,"0"0"-301"0,0 0 496 0,0 0-282 15,0 0-36-15,-102 54-49 0,70-28-27 32,-2 1-62-32,-7 2-83 0,2 1-104 0,-3 0-63 0,-3-1-36 15,3 1-9-15,-3-2-31 0,3-1-101 16,0 1-78-16,2-4-136 0,11-5-311 0,-7 4-864 0</inkml:trace>
  <inkml:trace contextRef="#ctx0" brushRef="#br1" timeOffset="-189892.981">29369 11147 1322 0,'0'0'222'16,"0"0"401"-16,0 0-196 0,0 0-76 15,0 0-15-15,0 0-47 0,3 87-42 16,-3-59-5-16,0 3-89 0,0 0-56 16,0 2-29-16,0-1-28 0,0-2-16 0,0 0-24 0,0-4-18 15,-2-2-35-15,1-3-127 0,-1-2-135 16,2-2-204-16,-1-4-595 15,1 1-937-15</inkml:trace>
  <inkml:trace contextRef="#ctx0" brushRef="#br1" timeOffset="-189614.593">29537 11803 2005 0,'0'0'1345'0,"0"0"-1113"0,0 0-219 0,0 0 85 15,0 0 119-15,0 0 134 0,85-10-118 16,-51 4-116-16,3 2-89 0,4-3-28 0,2-1-1 15,-1-2-30-15,1-1-74 0,-4-2-152 16,-5 1-123-16,-2-3-238 16,-11 3-529-16,1-7-498 0</inkml:trace>
  <inkml:trace contextRef="#ctx0" brushRef="#br1" timeOffset="-189397.664">29885 11508 821 0,'0'0'439'15,"0"0"-185"-15,0 0 458 16,0 0-109-16,0 0-192 0,0 0-112 16,-38 68-15-16,34-43-26 0,-2 5-67 0,0 3-33 15,-2 0-10-15,1 3-49 0,-2-5-44 16,-1 2-31-16,0-4-24 0,0-2-16 16,-2-2-27-16,7-3-77 0,2-4-78 15,3-3-116-15,7-2-201 0,4-4-284 16,19-4-874-16</inkml:trace>
  <inkml:trace contextRef="#ctx0" brushRef="#br1" timeOffset="-188966.826">30543 11787 1618 0,'0'0'1026'16,"0"0"-245"-16,0 0-464 0,0 0-159 16,-1-65 15-16,-5 52 61 0,-2 4 1 0,-1 2-65 0,-3 5-60 15,-6 2-42 1,-8 12 45-16,-5 4 28 0,-5 6-10 16,0 5-7-16,2 0 13 0,0 0-40 15,9-2-46-15,2-6-21 0,9-1-30 16,6-6 2-16,5-3-2 0,3-2-26 0,2-1-28 0,10-2-34 15,7 0-30-15,6-2 2 0,7-2 6 16,4-2-24-16,4-5-34 0,0-4-22 16,1 3 5-16,-5-3 30 0,-1-2 43 0,-4 2 34 15,-8 0 78-15,-4 3 13 16,-8 1 15-16,-2 3 19 0,-6 3 39 0,-3 1 26 16,0 5-29-16,-7 3 29 0,-2 11 7 0,-3 4-8 15,0 0 8-15,-2 6 6 0,3-2 10 16,1-4-29-16,4 1-54 0,3-5-40 15,3 0-11 1,0-3-1-16,4-2-12 0,5-4-49 16,5-4-97-16,1-5-50 0,4-1-68 15,4 0-294-15,-7-5-868 0,12-7-1087 0</inkml:trace>
  <inkml:trace contextRef="#ctx0" brushRef="#br1" timeOffset="-188681.78">30928 11915 1717 0,'0'0'1009'0,"0"0"-537"0,0 0-249 0,0 0 151 16,0 0 75-16,0 0-10 0,0 0-105 0,0 0-141 16,-40 76-81-16,32-62-51 0,0 0-25 15,2-2-24-15,0 1-12 0,4 0-2 16,-1 2-2-16,3 2-14 0,0 1-18 16,0 1-4-16,0 2 4 0,0-2 15 15,3 6 2-15,-1-1 7 0,-2 0 9 16,2 1 3-16,-2-2-1 0,0-1 0 15,0-2 1-15,-3-1 0 16,-3-1 0-16,-1-1-1 0,-3-4 1 0,0-1 1 0,-2-2 1 16,-2-2-2-16,-1-4-27 0,-2-3-7 15,1-1-36 1,-1-5-40-16,1-5-22 0,3-2-58 16,4-5-147-16,4-4-347 0,1 5-609 0,4-16-605 15</inkml:trace>
  <inkml:trace contextRef="#ctx0" brushRef="#br1" timeOffset="-188542.201">31007 11976 2391 0,'0'0'1075'0,"0"0"-863"0,0 0 62 0,95 0 170 16,-60-2-117-16,-2 0-183 16,3-2-144-16,-2 0-6 0,0 0-80 15,2-1-114-15,-4-2-144 0,-10 3-291 16,6-1-705-16</inkml:trace>
  <inkml:trace contextRef="#ctx0" brushRef="#br1" timeOffset="-188262.782">31650 11659 1223 0,'0'0'1672'0,"0"0"-1378"0,0 0-182 16,0 0 70-16,92 1 118 0,-59 3-96 16,4 0-124-16,-1 2-80 0,1 3-29 0,5-1-6 15,-2 2-34-15,-1 1-41 16,-3-1-120-16,-4-1-101 0,-5-1-246 0,-10-3-505 15,-3 1-499 1</inkml:trace>
  <inkml:trace contextRef="#ctx0" brushRef="#br1" timeOffset="-188113.034">31812 11948 225 0,'0'0'1107'0,"0"0"244"0,0 0-971 16,0 0-17-16,0 0 17 0,36 71-71 0,-13-64-141 15,4 0-159-15,5-6-9 0,4 1-84 16,4-2-92-16,5 0-106 0,0-3-178 16,-9-2-588-16,18-5-604 0</inkml:trace>
  <inkml:trace contextRef="#ctx0" brushRef="#br1" timeOffset="-187763.413">32544 11901 143 0,'0'0'1313'0,"0"0"-595"16,0 0-79-16,-77 82-152 0,54-57-18 15,4-2-135-15,2-1-116 0,6-2-109 16,2-2-60-16,3-2-36 0,6-1 11 16,4-2 1-16,7-1-22 0,9-1-3 0,3-3-49 15,7-3-29-15,4-4-46 0,3-1-22 0,-1 0-37 16,0-6-12-16,-2 1-23 0,-3-7-17 0,0 0 59 15,-3 0 71-15,-2-4 73 0,-3-4 32 16,-1-1 57-16,-2-3 81 0,-4-4 18 16,-1 1-3-16,-2-2-17 0,-3 1 3 15,-5 4 25-15,-4 6 40 0,-1 3-33 16,-7 2-65-16,-9 4-47 0,-5 3 9 16,-6 2-13-16,-4 2-55 15,-8 2-9-15,0 2-7 0,-4 4-36 16,-6 3-72-16,-4-1-72 0,-5 4-45 15,-5-1-115-15,13-2-394 0,-32 5-1158 0</inkml:trace>
  <inkml:trace contextRef="#ctx0" brushRef="#br1" timeOffset="-186517.199">13518 12773 1254 0,'0'0'137'0,"0"0"483"0,-31-70 66 0,25 51-214 15,-2 1-68-15,5 9-60 0,3 0 20 16,0 7-76-16,0 2-91 0,0 1-59 0,7 11 52 31,5 6 38-31,2 12-58 0,5 8-55 16,-3 10-36-16,-3 10-9 0,-6 3 2 15,-6 5-41-15,-1 0-13 0,-1-2-8 16,-5-4-10-16,0-4-3 0,-1-8-15 16,0-4-4-16,1-8-14 0,3-8 15 0,-1-8 19 0,4-5-22 15,0-8-9-15,0-4-31 0,4-3-48 16,4-3 24-16,4-7 42 0,2-5 29 16,3-5 17-16,0-2 3 0,0 0 0 15,-5 3 9-15,1 2-10 16,-6 6 14-16,0 8-16 0,-4 3-10 0,3 1 10 0,1 11 9 15,2 6 24-15,1 4-6 0,3 6-26 16,0 2 0-16,1 3 21 16,1-2-19-16,0 0 15 0,-2-4-15 0,-1-4-3 15,2-3-2-15,-2-4-13 0,1-4-10 16,-2-3-8-16,-2-3-28 0,1-3-30 16,-1-3-28-16,1 0-24 0,3-3-44 15,1-3-52-15,6-3-120 0,2-3-122 0,-3 3-311 0,14-9-642 16</inkml:trace>
  <inkml:trace contextRef="#ctx0" brushRef="#br1" timeOffset="-186200.009">14311 13260 901 0,'0'0'2047'16,"0"0"-1475"-16,0 0-212 0,0 0-53 0,0 0 29 16,0 0-68-16,0 0-66 0,0 0-68 0,-90 11-45 0,68 13-10 15,1 3 21-15,3 3 55 16,1 3-58-16,5-4-55 0,0-4-27 15,7-6-15-15,1-6-14 0,4-4-4 0,0-5-12 16,0-3-13-16,7-1-8 0,7-2-31 16,2-7 18-16,6-4 22 0,4-4 20 15,0-4-23-15,0-2-40 0,-2 3-1 16,-1 2 25-16,-3 2 28 0,-5 6 33 0,-4 5-4 31,-3 2 4-31,-4 3 16 0,-3 2 60 0,1 8 34 16,-1 5-7-16,-1 5-42 0,0 2-24 15,0-1-4-15,0 1-18 0,0-4-2 16,0-2-13-16,6-3-15 0,4-3-15 0,2-4-43 16,3-1-18-16,1-5-46 0,3 0-10 15,4-8-28-15,0-5-148 0,3-3-198 16,-6 3-264-16,13-9-662 0</inkml:trace>
  <inkml:trace contextRef="#ctx0" brushRef="#br1" timeOffset="-185932.708">14857 13216 1119 0,'0'0'2475'0,"0"0"-2015"0,0 0-216 0,0 0 50 16,0 0 90-16,0 0-101 0,0 0-115 16,0 0-87-16,0 0-29 0,-76 74-25 15,66-62-17-15,3 0-10 0,0 0-27 16,7-2 9-16,0 0 0 0,0 3 0 16,4 1-7-16,3 2 1 0,-1 0 3 15,1 1 20-15,-1 0-17 0,-1-2 5 16,-1 3 1-16,0-1 11 0,-1-3 0 0,-2 2-17 15,2-2 15 1,0 1-30-16,-1-1 17 16,-2 1 15-16,0-3-11 0,-6-3-52 15,-8 3-39-15,-2-3-23 0,-7 0-11 0,-3-1-29 16,-2-3-34-16,-5-1-98 0,0-4-155 16,7 0-268-16,-13-5-786 0</inkml:trace>
  <inkml:trace contextRef="#ctx0" brushRef="#br1" timeOffset="-185292.51">15955 13062 889 0,'0'0'179'16,"0"0"1701"-16,0 0-1372 0,0 0-110 0,0 0-96 16,0 0 9-16,0 0-21 0,70 72-54 15,-61-40-74-15,-8 4-53 0,-1 3-20 0,-3 3-20 16,-5-3-17-16,-2-2-15 0,2-2-24 15,-1-4-13-15,3-4-3 16,1-7-22-16,2-2-8 16,2-7-3-16,1-6-10 0,0-3-9 15,0-2-45-15,6 0 24 0,3-8 36 0,5-3 40 16,3-7-15-16,5-4-19 0,1-4 4 16,1 0-1-16,2-2-12 0,-3 3 13 15,0 2 8-15,-1 4-8 0,-2 4 17 16,-3 6 11-16,-5 3-1 0,-1 6 3 0,-3 0 45 0,-3 11 44 15,0 2 42-15,-4 5-27 16,1 4-52-16,-2 3-19 0,0 3-15 16,0-1-6-16,-2 4 13 0,1-6-4 15,1-1-21-15,0-6-1 0,1-5-35 16,8-6-53-16,-1-2-66 0,6-5-4 0,3-5 18 0,4-8-59 16,3-5-206-1,1-3-328-15,-3 1-636 0,8-11-572 0</inkml:trace>
  <inkml:trace contextRef="#ctx0" brushRef="#br1" timeOffset="-185007.773">16579 13302 1357 0,'0'0'501'0,"0"0"955"0,0 0-1006 0,0 73-150 0,-2-44-60 15,1 1 48-15,1-2-45 0,0-1-29 16,3-8-74-16,6-5-61 0,6-3-45 16,4-5-34-16,3-6-28 0,5-3-27 15,3-9-15-15,2-4-22 0,0-7-21 16,-1-3-19-16,-3 1 0 0,-5 0 18 0,-5 3 49 15,-5 1-9-15,-7 4 2 0,-4 1 17 16,-2-1 55-16,-8 3 12 0,-6-1 44 16,-3 2 40-1,-3 4-19-15,1 3 10 0,-3 3-44 16,1 3-40-16,0 5-3 0,-2 8 0 0,0 3-3 0,0 2-16 0,1 0-5 16,2 1-7-16,-3 0-37 0,4 0-75 15,-1-2-80-15,-3 1-158 0,3 0-200 31,4-3-471-31,-7 3-611 0</inkml:trace>
  <inkml:trace contextRef="#ctx0" brushRef="#br1" timeOffset="-184006.176">17652 13272 16 0,'0'0'2479'0,"0"0"-2079"16,0 0-125-16,0 0-61 0,0 0 75 15,0 0-47-15,0 0-3 0,67-66-61 16,-41 60-42-16,2 4 34 0,0 2-32 16,0 4-15-16,-3 8-19 0,-5 3-37 15,-3 6-18-15,-6 3 18 0,-2 5 0 0,-6 2 9 16,-3 1-24-16,0-1-28 0,0-3-6 0,-6 0-17 0,0-3 2 16,-2-1 0-16,2-5 0 0,2-1-1 15,0-5-1-15,-2-3-1 16,5-3-1-16,-1-4-1 0,2-1-11 0,0-1-2 0,0-1 3 15,0 0-6-15,0-3-3 0,0-5-7 16,3-5-2-16,4-6 18 0,-1-5 10 16,6-7-17-1,0-3 1-15,2-4-18 0,3-1-22 16,0 1-9-16,3 0 12 0,-1 3-16 16,3 4 13-16,-1 4-3 0,0 7-16 15,-1 2-9-15,-2 6-37 0,-2 1-23 0,-1 5-50 0,-5 4-67 16,-1 2-90-16,-3 2-125 0,-1 8-178 15,-2-3-420-15,0 11-305 0</inkml:trace>
  <inkml:trace contextRef="#ctx0" brushRef="#br1" timeOffset="-183499.229">18556 13389 743 0,'0'0'105'0,"0"0"-73"0,0 0 740 0,0 0-343 16,0 0-25-16,0 0-7 0,0 0-29 15,0 0-56-15,-71-67-97 0,55 67-36 16,-2 0-6-16,-4 9-45 0,-3 6 2 16,-5 10 38-16,-2 4-33 0,1 7-33 15,0 2-13-15,5-2-13 16,8-3-21-16,5-7-33 0,6-8-22 0,5-3 0 0,2-9-37 0,12-5-21 16,5-1 18-16,3-4 0 0,6-6-15 15,3-7-22-15,1-3-34 0,0-5-12 16,-1 0-7-1,-3 1 18-15,0 1 31 0,-3 2 12 16,-3 2 32-16,-5 3 14 0,1 4 23 16,-8 3 48-16,-2 5 42 0,-3 2 16 0,0 2-19 15,0 5 0-15,0 6 67 0,-1 6-43 16,3 2-22-16,-2 2-12 0,-2 0-19 16,2 1 15-16,0-2-21 0,1-5-45 15,1-3-7-15,2-2-34 0,1-3-30 16,1-5-28-16,4-2-46 0,3 0-13 15,4-4-47-15,7-5-186 0,2-5-257 16,-4 5-454-16,11-10-1070 0</inkml:trace>
  <inkml:trace contextRef="#ctx0" brushRef="#br1" timeOffset="-183157.651">18966 13368 988 0,'0'0'703'0,"0"0"715"0,0 0-1147 0,0 0-103 16,0 0 88-16,0 0 40 15,-83 43-25-15,70-31-64 0,0 0-74 0,4 0-47 16,1-1-40-16,-1-3-6 0,3 4-16 16,1-1-8-16,2-3-15 0,0 1-1 15,1-4-4-15,2-1-17 0,0-1-10 0,0-1 4 16,2 0-13-16,2 0-28 0,3 1 16 16,-1-3 30-16,3 0-15 0,-1 0-18 15,3 0-7-15,1 0-21 0,0-7 8 0,4-2 26 16,-2-2 11-16,3-5-5 0,-1-2-10 0,0-1 15 15,-1-5-21-15,0 0 17 0,-1-2-2 16,-2-1-28 0,-2 2-16-16,-1-2-79 0,-1 2 12 15,-2 4 37-15,0 6 48 0,-3 4 32 16,-1 8 6-16,-1 2-29 0,1 1-6 0,-2 1 32 0,0 4 12 0,0 1-35 16,0 3-41-16,0-4-46 0,-2 1 3 15,-2 0-90-15,-1-1-235 0,1-1-333 0,-1 0-312 16</inkml:trace>
  <inkml:trace contextRef="#ctx0" brushRef="#br1" timeOffset="-182271.1">19211 12784 767 0,'0'0'176'16,"0"0"101"-16,0 0 913 0,-27 72-793 0,18-39-102 15,-3 3-87-15,0 8 27 0,-2 3-23 16,-2 6-36-16,-1 5-9 0,-1-1-14 16,-1 3-38-16,2-2 9 0,1-3 5 15,8-7-27-15,5-6-53 0,3-5-33 16,0-7 8-16,8-7-15 0,6-5-9 16,1-5-61-16,3-4-19 0,2-6-13 15,3-1-18-15,-2-2-44 0,1-5-47 0,-2-6-110 16,0 0-172-16,-7-1-235 0,7-7-462 0</inkml:trace>
  <inkml:trace contextRef="#ctx0" brushRef="#br1" timeOffset="-182086.895">19423 13274 1000 0,'0'0'1475'15,"0"0"-810"-15,0 0-263 0,-7 66-52 0,2-42-17 16,-3-2-35-16,-1-1-73 0,1-1-96 15,1-4-80-15,1-5-37 0,0-1-12 16,3-8-22-16,0 2-60 0,0-4-54 0,-1 0-86 16,0-4-132-16,-2-6-321 0,3 1-567 15,3-15-661-15</inkml:trace>
  <inkml:trace contextRef="#ctx0" brushRef="#br1" timeOffset="-181953.464">19341 13075 833 0,'0'0'263'15,"0"0"1219"-15,0 0-856 0,0 0-222 0,0 0-135 0,0 0-65 16,0 0-63-16,0 0 5 0,0 0-66 16,92 3-70-16,-69-3-10 0,-1 0-146 15,1 0-211-15,-3 0-339 0,9 0-1190 0</inkml:trace>
  <inkml:trace contextRef="#ctx0" brushRef="#br1" timeOffset="-181385.191">19903 13319 424 0,'0'0'473'0,"0"0"1168"0,0 0-628 0,0 0-568 15,-81 22-107-15,56-13-72 0,-3 3-26 16,4 2-53-16,-1 5-38 0,3 2 9 16,2 2-9-16,5-1-67 15,2 1-40-15,4-2-32 0,3-5-10 16,2 0-13-16,4-5-14 0,0-3-9 0,8-3-28 15,4-2-24-15,7-3-21 0,3-2-16 16,4-7 0-16,2-5-53 0,1-1-102 16,-2-3-83-16,1-1 12 0,-4 1 6 15,-2 1 94 1,-2 0 129-16,-4 2 122 0,-6 2 72 16,-3 3 138-16,-2 4 44 0,-4 4-24 0,-1 2-22 15,0 0-28-15,0 1-37 0,-3 6 12 16,-3 7 82-16,1 0-17 0,-3 4-46 15,1-2-31-15,2-3-22 0,3-2-30 16,1-5-48-16,1-5-22 0,1-1 6 16,6 0-10-16,5-3-17 0,5-7-42 15,6-9-46-15,7-3-33 0,2-5-37 0,3-2-31 0,2-2-35 0,0-3 0 16,-1-1-17-16,1-2-8 0,-3-4 4 16,-2-2 62-16,-5 0 95 0,-1 2 88 0,-7 2 60 15,-2 6 88-15,-6 6 66 16,-2 6-30-16,-4 7 12 0,-2 5-14 0,-2 5-43 15,-1 4-44-15,0 0-40 0,0 3-12 16,0 7 37-16,-3 7 29 0,-1 8 50 31,-2 6-47-31,-1 7-39 0,0 3-33 0,2 2-13 16,-1 4-6-16,2 0-6 0,0 1-3 16,1-4 4-16,2-2-16 0,-1-3-19 15,2-6-20-15,0-3-43 0,2-6-45 16,2-2-59-16,4-2-19 0,-2-4-102 15,3-2-315-15,-2-4-651 0,9 1-871 0</inkml:trace>
  <inkml:trace contextRef="#ctx0" brushRef="#br1" timeOffset="-180934.682">21429 13158 440 0,'0'0'2294'16,"0"0"-1880"-16,0 0-223 0,0 0-16 0,0 0 31 0,0 0 58 16,0 0-69-16,0 0-83 0,0 0-34 15,-74 74-16-15,58-60-22 0,5-1-37 16,0-1-3-16,8-3-10 0,2 2-9 16,1 3 19-16,0 2 2 0,4 0-2 15,3 4 13-15,2 1-13 0,-2 1-1 0,0 1-10 16,1 1 11-16,-1 0 4 0,-2-1 17 15,1 1 7-15,-4-1 15 0,-1-3 16 16,-1-1 15-16,0-2 33 0,-3-3-27 0,-1-3-43 31,-2 0-25-31,-1-5-12 0,1-2-11 0,-2-3-56 0,2-1-22 16,-2-3-35-16,2-5-39 0,1-3-129 16,5-3-190-16,0 1-231 0,6-10-901 15</inkml:trace>
  <inkml:trace contextRef="#ctx0" brushRef="#br1" timeOffset="-180648.59">21859 13386 365 0,'0'0'1315'0,"0"0"297"0,0 0-1149 0,7 89-64 16,-13-61 82-16,-1-2-49 0,-3-4-118 16,4-4-144-16,1-3-97 0,5-6-53 15,0-4-20-15,0-1-15 0,8-4-13 0,6 0 1 16,5 0-9-16,4-5-34 0,3-6-58 15,2-4-2-15,0-4 5 0,-3 0-4 16,0 0 13-16,-5-1 14 0,-6 0 1 16,-4-1 24-16,-7 1-38 0,-3-2 16 15,-7 0 49-15,-10 1 16 0,-5 2 34 16,-4 3 38-16,-5 5 8 16,0 3-15-16,-3 8 0 0,2 0-28 15,2 1-3-15,2 9 0 0,5-2-65 0,1 2-59 16,2-1-256-16,7-3-306 0,-5 5-601 0</inkml:trace>
  <inkml:trace contextRef="#ctx0" brushRef="#br1" timeOffset="-180066.439">22299 12753 342 0,'0'0'1391'0,"0"0"-645"16,0 0-375-16,0 0-9 0,25 86-34 15,-16-41 50-15,2 12-39 0,-5 5-57 0,-1 8-26 16,-5 3-45-16,-3-1-52 0,-9-3-40 15,-1-4-40-15,-2-6-62 0,2-9-17 16,1-6-21-16,2-10-34 0,3-7-52 0,5-6 40 16,2-6-9-16,5-7-31 0,7-4-40 0,7-4-16 15,4-5-72-15,3-9-168 16,4-6-283-16,-7 3-422 0,13-14-235 0</inkml:trace>
  <inkml:trace contextRef="#ctx0" brushRef="#br1" timeOffset="-179766.936">22617 13278 593 0,'0'0'196'15,"0"0"189"-15,0 0 1091 0,0 0-885 0,0 0-80 0,0 0-168 16,0 0-63-16,-10 74-17 0,3-50-42 0,2-1-49 31,1-4-69-31,1-3-69 0,3-7-33 16,0-3-1-16,6-3-76 0,3-3-13 0,2 0 13 0,5-5 11 16,1-3-51-16,3-6-38 15,0 0 5-15,1-3 19 0,-3-1 6 16,1 3 39-16,-6-1 31 0,0 4 54 0,-4 1 11 15,-5 5 48-15,0 4 41 0,-4 2-19 16,0 0-16-16,0 8 22 0,0 6 45 16,0 4 32-16,-2 4-35 15,-1 1-50-15,0 1-5 0,3-1 5 0,0-4-12 16,0-6-52-16,4-1-15 0,3-6-64 16,4-5-49-16,1-1 43 0,4-8 18 0,7-9-83 15,2-4-90-15,2-7-207 16,3-2-294-16,-8 5-669 0,10-15-379 0</inkml:trace>
  <inkml:trace contextRef="#ctx0" brushRef="#br1" timeOffset="-179465.598">23239 12778 977 0,'0'0'329'0,"0"0"104"0,0 0 248 16,0 0-378 0,0 0-65-16,0 0-14 0,2 80 92 15,-4-32-29-15,-2 6-16 0,3 4-12 16,0 2-36-16,-5-4-78 0,1-1-80 0,-3-8-65 15,-4-5-39-15,4-6-75 0,-3-7 30 16,1-6 16-16,2-4 40 0,-3-7-49 16,-1-2-76-16,-4-2-41 0,-3-7-39 0,-3-1-49 15,-1 0 15-15,-3-4 65 0,-1-4 144 16,1-2 58-16,3-1 148 0,1-3-90 16,2 2-7-16,3-1-3 0,4-3 28 0,4 2 42 15,6-4 44-15,3 2 36 0,5 1-22 16,9 0-59-16,6 2-29 0,9-2-17 15,7 3-15-15,6-2-37 0,3-2 18 16,6 0-12-16,0-1-25 16,2-2-22-16,2-1-40 0,-2-2-147 15,-4 0-140-15,-12 5-319 0,14-5-970 0</inkml:trace>
  <inkml:trace contextRef="#ctx0" brushRef="#br1" timeOffset="-179285.364">23623 13184 1186 0,'0'0'293'0,"0"0"868"0,-33 93-903 0,23-61 30 16,-2 3 85-16,2-3 40 0,1-3-75 16,2-4-134-16,4-4-139 0,2-7-65 15,1-2-1-15,0-6-33 0,0-2-15 16,1-2-13-16,2-2-22 0,1 0-59 0,-2-9-77 16,-1-1-25-16,-1-6-78 0,0-2-147 15,0 4-696-15,0-11 759 0</inkml:trace>
  <inkml:trace contextRef="#ctx0" brushRef="#br1" timeOffset="-179165.378">23539 13061 388 0,'0'0'584'0,"0"0"-369"0,0 0 52 0,0 0 340 15,0 0-215-15,0 0-131 0,0 0-80 16,0 0-82-16,0 0-54 16,94-31-45-16,-69 37-22 0,0-1-120 0,3 1-193 15,-7-3-228-15,12 1-740 0</inkml:trace>
  <inkml:trace contextRef="#ctx0" brushRef="#br1" timeOffset="-178794.574">23917 13211 658 0,'0'0'329'0,"0"0"654"0,-12 84 140 0,5-58-677 16,1-1-134-16,0-3-47 0,6-4-16 15,0-7-27-15,0-1-83 16,9-5-31-16,7-1-62 0,7-4-46 16,9 0-43-16,4-4-46 0,6-8-62 15,-2 1-81-15,1-3-103 0,-3 0-11 0,-3-1 10 16,-5 3-3-16,-7 3 37 0,-3-2 302 15,-5 0 158-15,-9 4 98 0,-4 2 44 16,-2 1 61-16,0 3-55 0,-2 1-85 16,-7 0-29-16,0 3-53 0,-2 2-7 15,-3 3 12-15,2-1 19 0,2 0 7 16,0-1-76-16,5-1-67 0,3-4-27 0,-1 2-15 0,3-3-16 16,0 0-42-16,0 0-24 0,5 0 2 15,4 0 40-15,7-3-9 16,5 1 0-16,4-3 14 15,5-1 17-15,3 5-20 0,0-1-11 0,-1 2 24 16,1 2 40-16,-2 6 9 0,-3 3 43 0,-4-1-42 16,-1 2-10-16,-2 2-3 15,-2 2-13-15,0-1 14 0,-1 1 2 16,-3 2 0-16,1-5-10 0,-3 1-2 16,1 0-25-16,-2-4-41 0,-4-1-148 0,-3-1-281 0,-2-2-629 15,-5-2-793-15</inkml:trace>
  <inkml:trace contextRef="#ctx0" brushRef="#br1" timeOffset="-136032.521">5006 12848 417 0,'0'0'2057'16,"0"0"-1645"-16,0 0-187 0,0 0-53 0,0 0 105 0,0 0 57 16,0 0-26-16,0 0-63 15,0 0-59-15,-47-20-75 0,47 25-29 16,0 1 20-16,4 5 8 0,10 8 24 16,4 6-6-16,6 12-61 0,6 6-25 15,6 9-11-15,3 6-29 0,6 5 25 16,0 4-24-16,5 5-3 0,2 6 31 0,-2 1-31 15,4 5 0-15,-3-2-1 0,-1-1 0 0,-1-5-28 16,-6-1 8-16,-3-7 18 0,-1-8-18 0,-6-7 2 16,-4-9-17-16,-2-8 5 15,-6-8-23-15,-3-9 20 0,-3-4-11 0,-1-8-10 16,-2-4-15-16,-4-3-44 0,-2-2-11 16,0-9-10-16,-5-7-66 0,-1-10-119 15,-4-10-271-15,-2 5-462 0,-20-33-501 0</inkml:trace>
  <inkml:trace contextRef="#ctx0" brushRef="#br1" timeOffset="-135781.864">5441 12855 1114 0,'0'0'1462'15,"0"0"-1214"-15,0 0-62 0,0 0 77 0,0 0 96 16,0 0-41-16,0 0-83 0,0 0-39 15,30 70-13 1,-5-24-8-16,8 11-15 0,2 14-59 0,1 14-43 0,0 11 15 16,1 10 0-16,-2 5-73 15,-5-3 0-15,-1-6-27 0,-3-12 24 0,0-13-15 16,-3-15-13-16,-3-12-14 0,2-13-29 0,-1-7-33 0,-5-6-6 16,0-7-41-16,-3-2-134 0,-3-3-178 15,-6-5-286-15,-4 4-704 0</inkml:trace>
  <inkml:trace contextRef="#ctx0" brushRef="#br1" timeOffset="-135478.776">5290 14120 703 0,'0'0'2083'16,"0"0"-1787"-16,0 0-146 15,0 0 48-15,105 91 77 0,-67-57-48 0,5 4-88 16,-1 1-14-16,1 3-35 0,-1-5-12 0,-2-3-22 16,2-1-4-16,-5-5 19 0,-2-4 0 0,1-3-3 15,-4-6-6-15,-3-3-4 0,-1-6-3 16,-2-3 46-16,-1-3 40 0,-2-8-34 16,1-9-4-16,2-13 16 0,2-10 11 15,-3-14-36-15,0-10-40 16,-3-10-54-16,-5-6-3 15,-4-3-87-15,0 0-62 0,-3 7-43 16,3 6-9-16,1 11-44 0,1 11-233 16,2 9-321-16,-5 13-494 0,-1 0-469 0</inkml:trace>
  <inkml:trace contextRef="#ctx0" brushRef="#br1" timeOffset="-130060.976">6757 14898 202 0,'0'0'2405'16,"0"0"-2057"-1,0 0-137-15,-11-82 111 0,11 49 57 16,0-3-46-16,1 1-41 0,-1 4-27 0,0 5-47 16,0 6-20-16,-1 7 0 0,-8 5-37 15,-8 4-37-15,-4 4-88 0,-9 4-36 16,-6 8-27-16,-7 8-21 0,-2 8 5 16,1 12 13-16,-1 7 0 0,3 7 18 15,5 5 12-15,2 1 40 0,8 3-25 16,4-6-15-16,7-3-1 15,3-8-2-15,10-9 1 0,3-7-13 0,4-10-16 0,12-4 1 0,7-7 30 16,6 1-3 0,5-3-2-16,4-2 4 0,2 0-10 0,2 4 10 15,-3 0-11-15,0 1 12 0,-1 3-1 0,-4 2-18 16,-1 2-2-16,-7 4 0 16,-3 4 12-16,-3 3-6 0,-7 4 30 15,-3 1-9-15,-7 3 15 0,-3 4-19 0,0 0 10 16,-10 0 4-16,-3-2-1 0,-4 0 3 0,-5-1-3 15,-2-5 9-15,-5-2-2 0,0-7 2 16,-1-3-21 0,0-8-3-16,1-1-13 0,0-7-45 15,0-4-3-15,2 0-15 0,4-6-91 0,3-6-120 0,4-2-185 0,9-4-210 16,7-2-320-16,0 5-550 0,15-15 373 16</inkml:trace>
  <inkml:trace contextRef="#ctx0" brushRef="#br1" timeOffset="-129759.322">7205 15358 443 0,'0'0'2432'15,"0"0"-2140"-15,0 0-120 0,0 0 282 16,26 66 1-16,-30-32-164 0,-6 2-118 16,-2 6-84-16,2 1 18 0,-1 1-18 0,1-2-28 15,1-1-30-15,-2-4-4 0,3-1-12 0,1-6-12 16,4-5 16-16,2-3-16 0,1-2-3 0,0-5-25 15,8 2-5-15,4 1 15 0,5 1-1 16,3 2 13-16,1-1 1 0,2 0 1 16,-2-1-20-16,1-2 21 15,-4-3 21-15,0-2-2 0,-7-1 5 0,-3-1-3 16,-5 0 10-16,-3 2 2 16,0 1-8-16,-8 3-1 0,-3-1-9 15,-8 2-15-15,0-3-18 0,-1-2-16 16,0-5-29-16,-3-4-63 0,1-3-64 15,-2-8-68-15,-4-11-205 0,7 2-321 16,-20-27-801-16</inkml:trace>
  <inkml:trace contextRef="#ctx0" brushRef="#br1" timeOffset="-129600.235">7154 15493 2156 0,'0'0'1674'0,"0"0"-1353"0,0 0-63 0,89-56 217 16,-56 37-106-16,3-2-244 0,3 1-102 0,3-3-23 15,5-1-30-15,4-1-28 0,6 3-73 16,5-2-171 0,2 5-260-16,-15 5-878 0,17-4-696 0</inkml:trace>
  <inkml:trace contextRef="#ctx0" brushRef="#br1" timeOffset="-129163.202">8353 15223 1554 0,'0'0'1502'16,"0"0"-1144"-16,0 0 12 0,41 84-77 0,-29-48 118 15,-2 10-97-15,1 5-94 0,-2 5-91 16,-2 0-7 0,-1 0-53-16,1-3-35 0,-3-6-10 0,2-6-24 15,-3-7-29-15,2-7-2 0,-1-8-23 0,0-10-59 16,0-6-73-16,-4-3-72 16,0-10-143-16,0-7-274 0,0 1-502 15,-12-22-975-15</inkml:trace>
  <inkml:trace contextRef="#ctx0" brushRef="#br1" timeOffset="-129020.957">8155 14995 1106 0,'0'0'2238'0,"0"0"-1915"0,0 0-225 0,0 0 3 16,82-40 110-16,-49 30-21 0,3-2-152 16,2 3-38-16,2 0-81 0,5 2-88 0,2 1-244 15,7 4-272-15,3 2-9 0,-15 0-968 16,20 8 1061-16</inkml:trace>
  <inkml:trace contextRef="#ctx0" brushRef="#br1" timeOffset="-128789.161">8964 15058 241 0,'0'0'2687'16,"0"0"-2122"-16,-5 67-135 0,-9-38-67 15,2 4-47-15,-4 2-12 0,2-2-99 16,4-2-71-16,4-8-21 0,2-5 8 16,3-4-121-16,1-1-12 0,2-4-43 0,10 1 28 15,2 1 24-15,2-2-14 16,4 0 16-16,5 1 0 0,-1-1-1 15,2 0-1-15,0-2-9 0,1 4 12 16,-3-3 13-16,-4 1-12 0,-2 1-1 16,-6-1-3-16,0 3 3 0,-5 1 0 0,-3 1 12 15,-4 4 6-15,-2 3-18 0,-9 4-19 16,-2 0-42-16,-7 0-27 0,1-1-31 0,-4-2-65 16,-1-4-107-16,-1-3-137 0,2-4-186 15,4-3-527-15,-15-8-965 0</inkml:trace>
  <inkml:trace contextRef="#ctx0" brushRef="#br1" timeOffset="-128247.879">9807 15259 836 0,'0'0'2033'16,"0"0"-1722"0,0 0 36-16,0 0-44 0,80 45-41 15,-58-18-63-15,-5 5-19 0,-1 4-35 16,-6 2-62-16,-1 2-52 0,-1-3-12 16,-5-3 8-16,0-2-17 0,-1-8-10 15,-1-5-19-15,1-11 4 0,-1-2 15 16,0-5 18-16,1-1 28 0,2-3-12 15,3-9-19-15,2-9 13 0,3-4-7 0,2-7-21 16,-2-1-14-16,2 1-38 0,0 4 21 16,1 6-21-16,2 5 9 0,-1 8-6 0,-3 9-7 15,-1 0 56-15,0 5 53 0,0 9 27 16,-3 2 0-16,0 3-13 0,-3 2-21 0,0-1-15 16,-3 0 2-16,0-2-15 0,0 0 2 15,-3 0-20-15,1-1-18 0,-1 1-7 0,0 1-24 0,0 0-101 31,-1-2-109-31,-2-1-73 0,0-5-256 0,2-5-464 16,1-6-422-16,0-9 627 0</inkml:trace>
  <inkml:trace contextRef="#ctx0" brushRef="#br1" timeOffset="-127982.008">10300 15523 752 0,'0'0'59'16,"0"0"1591"-16,0 0-1113 0,0 0-99 0,0 0-8 0,0 0-72 31,0 0-119-31,85 82-45 0,-77-61-18 16,-1-4-51-16,1-4-45 0,0-3-37 0,2-5-16 15,0-3 7-15,3-2-1 0,5-7-2 16,-1-7-4-16,3-7-27 0,-1-4-43 16,-3-1 1-16,-2-2-22 0,-2 0-16 15,-5 6-6-15,-3-1 16 0,-4 4 15 16,0 2 25-16,-11 3 30 0,-8 3 0 16,-1 5 0-16,-5 6-6 0,1 1 6 0,-2 13 3 0,4 3-3 0,2 7 0 15,4-1-15-15,3 2-1 0,3-3-21 16,4-3-24-1,2-7-16-15,4-4-16 0,0-5-134 0,8-3-231 16,7-14 27-16,4-7-17 16,-5-1-178-16,14-26-542 0</inkml:trace>
  <inkml:trace contextRef="#ctx0" brushRef="#br1" timeOffset="-127765.314">10857 14727 1706 0,'0'0'1586'0,"0"0"-1354"0,0 0-166 0,3 89 143 0,-5-37 118 15,1 7-16-15,1 5-45 0,0 4-79 16,9 3-16-16,0 1 21 0,2-2-52 16,2-1-58-16,-1-4-39 0,2-6-17 15,-3-8-26-15,4-7-27 0,-4-8-28 16,1-8 9-16,-1-5 1 16,-5-5-4-16,0-6-21 15,-5-4-36-15,1-3-41 0,-2-2-52 0,-4-2-140 0,-8 1-189 0,-7-2-204 16,-4-2-317-16,-7-8-249 0</inkml:trace>
  <inkml:trace contextRef="#ctx0" brushRef="#br1" timeOffset="-127629.73">10585 15479 267 0,'0'0'499'15,"0"0"1599"-15,0 0-1612 0,0 0-210 0,0 0-124 0,0 0-26 16,0 0-1-16,0 0 135 0,0 0-49 31,114-54-63-31,-62 37-68 0,2-7-28 0,4-1-49 16,1-1-3-16,0-2-55 15,-1 0-93-15,0 3-177 0,-14 6-383 0,15-3-1163 0</inkml:trace>
  <inkml:trace contextRef="#ctx0" brushRef="#br1" timeOffset="-127149.676">11930 15198 1865 0,'0'0'2006'16,"0"0"-1617"-16,0 0-184 0,0 0-32 15,-84 10-78-15,58 5-68 0,-4 5-27 16,-1 6 0-16,1 4 10 0,4 4 15 16,3-1 5-16,7 5 20 0,3-6 2 15,9-5-22-15,4-3-2 0,7-2-26 16,6-2-1-16,9-4 11 0,1 1-9 0,4-3-1 16,2-3 0-16,0 1 8 0,-2 0-10 0,-2 0-12 15,-3 0 0-15,-4 3 12 0,-5 3 0 16,-2 1 40-16,-3 2 12 0,-5 2 21 15,-3 1 21-15,0 0-6 0,-2-1-30 0,-8-2-27 16,0-2-10-16,0-2-18 16,0-5-3-16,-1-4-14 0,0-3-20 15,2-2-42 1,2-3-30-16,0-6-16 0,3-4-65 0,1-11-77 0,3-5-219 16,6-7-94-16,8-2-138 0,5 2-334 15,4-3-163-15,4 4 598 0</inkml:trace>
  <inkml:trace contextRef="#ctx0" brushRef="#br1" timeOffset="-126896.057">12036 15552 199 0,'0'0'346'0,"0"0"1025"0,0 0-251 0,91-7-712 0,-77 26-72 16,-1 10-5-16,-3 5-5 16,1 4-60-16,-2-1-82 0,0-2-25 15,1-4-22-15,-1-10-64 0,2-5-49 16,0-6-23-16,4-7 10 0,3-3 4 0,5-8-15 16,1-11-16-16,2-7-24 0,1-9-2 15,-3-5-29-15,-3-1-5 0,-2 0 24 16,-9 2 6-16,-6 3-9 0,-4 1-28 15,-11 0-9-15,-11 5 6 0,-5 3 9 0,-5 6 46 16,-1 11 31-16,3 10 96 0,1 7-22 16,0 12-4-16,3 7-36 15,3 8-18-15,0 3-4 0,4 1-9 16,3-1 31-16,4-4-34 0,4-3-10 16,2-5-48-16,5-6-68 0,1-5-56 15,0-9-122-15,4-5-218 0,8-13-19 16,2-12-15-16,4-12-82 0,-4 8-721 0,7-30 776 15</inkml:trace>
  <inkml:trace contextRef="#ctx0" brushRef="#br1" timeOffset="-126681.927">12408 14814 1899 0,'0'0'1418'16,"0"0"-1129"-16,0 0-175 0,0 0 47 16,0 0 87-16,0 0-92 0,0 0 43 15,29 65 16-15,-18-22-52 0,2 11-4 16,0 6 0-16,0 3 9 0,-1 6-71 0,-4 0-58 15,1 3-11-15,-1 2-28 0,0-2-39 16,-2-3 0-16,-2-3-13 16,0-8-24-16,-1-10-88 0,3-10-35 0,-2-10 15 0,3-10 2 31,4-11-131-31,1-7-230 0,3-8-444 0,1-15-443 16,-5 4 144-16</inkml:trace>
  <inkml:trace contextRef="#ctx0" brushRef="#br1" timeOffset="-126399.986">12803 15334 2017 0,'0'0'1493'16,"0"0"-1048"-16,0 0-328 0,0 0-51 0,0 70 105 15,3-33 111-15,2 9-76 0,3 7-71 16,-1 5-53-16,3 0-24 0,-3 2 3 15,3-5-15-15,-1-8-22 0,-1-10-23 0,3-11 18 0,1-11 2 0,0-7-3 16,4-8-15-16,1-8 28 0,3-14 42 16,5-10-12-16,0-11-49 0,2-7-12 31,-3-5-22-31,1-4 1 0,-4 0-12 0,-3-3-28 0,-7 0-40 16,-2-1-36-16,-8 3-55 15,-1 3-54-15,-7 7-107 0,-4 7-108 0,0 10-40 16,1 8 37-16,2 12-214 0,-5 7-658 0</inkml:trace>
  <inkml:trace contextRef="#ctx0" brushRef="#br1" timeOffset="-125798.914">13543 15591 49 0,'0'0'2722'0,"0"0"-2420"0,0 0-209 16,0 0-26-16,0 0 64 0,0 0 72 16,0 0 37-16,0 0-32 0,0 0-14 0,-86-3-1 15,70 26-14-15,0 9 18 0,-1 10-62 16,3 10-25-16,-1 5-54 0,2 4-11 15,3-5-17-15,-1-8-27 0,6-10-1 0,1-14-14 16,3-8-1-16,-1-10 15 0,2-5 0 16,0-1 2-16,9-4-2 0,5-9 0 0,9-8 34 15,5-8 2-15,2-6-17 0,2-5-19 16,-1 2-58 0,-5 4-18-16,0 6 27 0,-3 7-3 0,-5 6-3 15,-1 7 21-15,-3 6-3 16,-2 2 37-16,-1 7 31 0,-2 7 27 0,-1 2 0 15,-2 3-12-15,-1 0-19 0,-1 0-8 0,-1-4-17 16,-2-1-2-16,2-6-25 0,1-2 24 16,-2-4-14-16,2-2 0 0,-1 0-1 15,3-2-17-15,0-7-34 0,0-2-59 16,2-6-53-16,-2-5-56 0,1-6-253 16,-1-5-177-16,0-7-361 0,-1 6-314 15,0-31 554-15</inkml:trace>
  <inkml:trace contextRef="#ctx0" brushRef="#br1" timeOffset="-125444.293">13856 14858 859 0,'0'0'2040'31,"0"0"-1717"-31,0 0-55 0,36 68 54 0,-30-28-1 16,-3 12-69-16,-3 7-44 0,0 5-36 16,0 2-40-16,-3-1-22 0,-1-2-3 15,2-2-15-15,-1-2-50 0,-1-3-27 16,4-2-15-16,-1-3-30 0,-1-4-31 0,2-8-15 0,0-11 24 0,0-9 9 15,3-7-3-15,4-5 0 0,5-5 28 32,5-1 17-32,3-1 1 0,3 0 1 0,5 2-1 0,-2 0-15 15,0 3-19-15,-3 4 31 0,-3 3-22 0,-1 3 25 16,-5 3 6-16,-3 2 34 0,-3 0-12 16,-5 2 9-16,-3 0-1 0,0 0 1 15,-2-1-3-15,-5-1-16 0,-2-3-18 0,-1-4-1 16,2-4-1-16,-3-6-1 0,-1-3-61 31,0-8-59-31,-4-10-24 0,3-10-32 16,0-10-44-16,0-12-112 0,2-8-180 0,1-11-495 15,2-11-187-15,4 18 61 0,1-41 1021 0</inkml:trace>
  <inkml:trace contextRef="#ctx0" brushRef="#br1" timeOffset="-125047.224">14241 14841 1542 0,'0'0'1278'0,"0"0"-935"0,0 0-190 15,0 0 9-15,59 71 161 0,-50-31-14 16,-5 12-64-16,-3 3-59 0,-1 6-56 0,0 3-1 16,0 1 33-16,0-2-27 0,0 2-41 15,0-5-58-15,0-4-36 0,5-3-3 16,2-4-37-16,4-6 1 0,0-4-47 16,2-10 10-16,2-4 11 0,4-7-11 0,4-5-1 0,3-4 34 15,2-3 9-15,2-4-18 0,0 0 15 16,0 0 24-16,2 2 11 0,-2 0 2 31,3 4 44-31,4-1 54 0,0 1-24 16,3-4-37-16,-1-1-19 0,0-3 7 0,-3-3-1 15,-1-6-24-15,-1-7 15 0,-4-2 3 16,-2-3-18-16,-3-4-61 0,-5 0-7 16,-4 0-9-16,-5 2-15 0,-5 4 15 15,-6 5 18-15,-2 2 59 0,-12 3 56 0,-2 7 30 16,-7 2 9-16,-3 8-21 0,-7 11-19 15,-2 10-27-15,-1 11-25 0,0 3-2 0,3 5 27 16,7-1 33-16,6-2 3 0,8-9-24 16,8-4-40-16,4-10 0 0,0-4-46 0,7-6 0 15,4-6-9-15,6-3 21 0,2-3-15 0,2 0-58 32,4-7-72-32,-5-1-215 0,5-8-1390 0</inkml:trace>
  <inkml:trace contextRef="#ctx0" brushRef="#br1" timeOffset="-124911.777">15528 15691 3037 0,'0'0'1963'15,"0"0"-1473"-15,0 0-332 0,0 0-158 16,0 0-9-16,0 0-94 0,0 0-76 16,0 0-53-16,0 0-52 0,-85-60-291 0,73 55-568 15,-19-2-969-15</inkml:trace>
  <inkml:trace contextRef="#ctx0" brushRef="#br1" timeOffset="-124110.445">11220 14161 1182 0,'0'0'1706'15,"0"0"-1449"-15,0 0-114 0,0 0 42 0,0 0 157 16,0 0-31-16,0 0-65 0,0 0-60 15,0 0-26-15,0 0-37 0,0 0-13 16,0 0-30-16,103-111-13 0,-63 56-31 16,6-7 28-16,6-7-6 0,4-5 27 15,5-7-51-15,2-1-16 16,2-2-4-16,-3 2-14 16,0 4-3-16,-4 7-15 0,-7 6-3 0,-6 9 9 0,-6 9-16 0,-7 8 1 15,-6 7-10-15,-5 8-8 0,-6 6-25 16,-2 5-7-16,-6 4 1 0,-3 6-1 15,-1 0-45-15,-3 3-60 0,0 0-137 16,0 6-280-16,0 1-483 0,-3 17-1064 16</inkml:trace>
  <inkml:trace contextRef="#ctx0" brushRef="#br1" timeOffset="-123846.162">11506 14434 320 0,'0'0'2964'0,"0"0"-2551"16,0 0-262-16,0 0-149 0,0 0 64 0,0 0 83 16,55-69 103-16,-14 18-94 0,7-11-68 15,8-8-28-15,6-6-22 0,3-2-10 16,1 2-17-16,2 1 17 0,-2 1 20 0,-3 2-50 15,-2 5 0-15,-5 1-46 0,-7 9-50 16,-6 5-123-16,-8 4-42 0,-8 7-101 0,-11 5-196 16,-4 8-426-16,-12-5-1108 0</inkml:trace>
  <inkml:trace contextRef="#ctx0" brushRef="#br1" timeOffset="-123511.38">11637 13061 411 0,'0'0'2851'31,"0"0"-2476"-31,0 0-372 0,0 0 117 0,62-77 131 0,-28 48 59 0,7-1-145 16,5-1-79-16,5 1-43 0,2 0-21 15,0 2-1-15,-1 3-5 0,-6 5-16 16,1 2 1-16,-5 2 22 0,-4 5-23 0,-5 6 0 15,-3 2 10-15,-2 3-7 16,-4 0 9-16,-2 8-9 0,-2 7 19 0,4 3-2 16,-1 5-19-16,0 7 1 0,1 5-2 15,-1 5 1 1,0 8-1-16,-4 6-12 0,-1 6-25 0,-2 5 9 16,-5 5-21-16,0 0-3 0,-3 0 2 0,-4-1 26 15,-1-5-20-15,-3 1-33 0,0-5-7 16,0-6-44-16,-4-8-54 0,1-7-50 15,-1-6-110-15,1-5-285 16,0-9-997-16,-3 6 444 0</inkml:trace>
  <inkml:trace contextRef="#ctx0" brushRef="#br1" timeOffset="-116625.186">26243 12731 977 0,'0'0'1709'0,"0"0"-1369"0,0 0-167 15,0 0-52-15,0 0 70 0,0 0 113 0,-40 72-52 16,19-35-43-16,0 12-36 0,-2 7-52 0,-2 8 2 15,-1 7 19-15,-1 8-29 0,-3 9-37 16,-1 2-30-16,0 3-21 0,1-1-15 16,1 0-10-16,1-4-1 15,6-5 1-15,2-6 1 0,7-9 8 0,1-5-9 16,6-12-15-16,3-5 13 0,3-6-10 16,0-6 9-16,1-7-28 0,5-3-21 15,0-6-40-15,2-6-83 0,-2-5-37 16,1-6 10-16,-1-1-57 0,0-1-132 15,2-11-127-15,0-6-154 0,-2-3-507 0,-1 3 191 16,-2-16 877-16</inkml:trace>
  <inkml:trace contextRef="#ctx0" brushRef="#br1" timeOffset="-116309.429">25457 13758 790 0,'0'0'1333'16,"0"0"-561"-16,0 0-554 0,0 0-180 0,0 0 29 15,0 0 137-15,0 0 88 0,0 0-66 16,-5 72-90-16,-2-34-48 0,1 5 5 0,-2 6 44 16,1 5 11-16,0-3-68 0,4-2-39 15,3-3-14-15,0-5 4 0,8-6-16 0,4-7 10 16,7-5 18-16,4-8 9 0,8-2 31 15,6-7 30-15,8-6-40 0,8-6-24 16,3-9-15-16,12-8-34 0,1-6-13 16,3-4-60-16,3-3-31 0,-6 0 0 0,-2 1 9 15,-10-1-6-15,-7 3-41 16,-8-1-71-16,-5 2-232 16,-7 0-347-16,-9 12-774 0,-2-14 273 0</inkml:trace>
  <inkml:trace contextRef="#ctx0" brushRef="#br1" timeOffset="-115663.405">26883 14408 307 0,'0'0'1327'16,"54"-73"-941"-16,-29 37-256 0,3-6 77 0,0-5 55 0,-5 5 37 16,-8 4-81-16,-7 5-100 0,-5 9 32 15,-3 6 104-15,0 6 20 0,-3 4-35 16,-1 6-59-16,0 2-43 0,-5 3-54 16,-2 10-27-16,-10 10-32 0,-3 13-12 15,-5 12-11-15,-4 11 19 0,-2 7 20 0,-1 5-6 16,0-2-22-1,2-3-12-15,3-5 0 0,8-7-24 0,7-4 11 16,7-9 13-16,9-4 13 0,0-8 8 0,14-4 4 16,5-7-13-16,7-4-12 0,1-5-34 15,2-5-40-15,2-4-33 0,-2-7-39 16,-6-7-52-16,-4-3-69 16,-5-3-143-16,-8-4-154 0,-4-1-77 15,-2-4-168-15,-6 2-21 0,-10-2 253 16,-1 0 577-16,-3 0 29 0,-2 2 411 15,6 8 579-15,3 4-309 0,5 8-72 16,3 6-108-16,5 1-166 0,0 0-138 16,5 5-70-16,9 5 9 0,5 1 42 0,5 0-84 15,6 0-59-15,4-5-64 0,0-2-34 0,-1-4-67 16,5 0-22-16,-5-3-16 0,0-4-54 16,-3-2-105-16,-4 1-246 0,-3-3-232 15,-5 1-503-15,-7 1-37 0</inkml:trace>
  <inkml:trace contextRef="#ctx0" brushRef="#br1" timeOffset="-115543.045">27207 14496 421 0,'0'0'189'16,"0"0"1110"-16,0 0-719 0,-60 68-264 16,48-46-72-16,2 0 27 0,3 0-7 15,3-2-115-15,4-1-108 0,0-1-41 0,12-3-7 0,7-5-100 16,7-4-99 0,7-2-100-16,10-4-86 0,5 0-312 15,-9-2-963-15,17-7 1666 0</inkml:trace>
  <inkml:trace contextRef="#ctx0" brushRef="#br1" timeOffset="-115091.456">27629 14672 430 0,'0'0'1292'0,"0"0"364"0,0 0-1377 0,-85 30-140 0,48-12 125 15,-5 3 48-15,-2 4-89 0,0 2-94 0,7-4-49 16,8-1-43 0,9-4-37-16,9-6 0 0,9 0-31 0,2-2-64 15,8-5 46-15,12-2 34 0,4-3 15 0,7-1 0 0,7-9 0 16,4-5-25-16,-2-2-19 0,0 0 1 15,-7 1 27-15,-4 5 16 0,-8 4 15 16,-9 4 16-16,-4 3 21 0,-4 3 32 16,-3 7 42-16,-1 3-13 0,0 3-34 15,-5 3-33-15,-1-1-24 0,1-1-22 16,5-2-12-16,0-5-22 16,6-2-24-16,10-5-77 0,7-3-12 15,7-11 14-15,7-3-9 0,3-10-97 0,3-1-110 16,0-5-81-16,3-6-34 0,-4-1 13 15,-3-7 37-15,0-4-21 16,-3-7-11-16,-3-8 25 0,-1-6 105 16,-5-6 49-16,-2-1 224 0,-5 2 40 0,-3 13 3 15,-4 10 219-15,-1 19 292 0,-4 13 859 0,-3 10-833 0,-2 7-184 16,0 2-19 0,-2 11 49-16,1 3-91 0,-2 8-49 15,0 6 13-15,-6 8-25 0,-5 5-8 16,-4 6 2-16,-3 3-55 0,0 3-97 0,0 1-50 15,1 1-23-15,1 2-18 0,0-3-3 16,-1 0-55-16,6-6-51 16,0-3-93-16,5-3-76 0,6-7-155 15,2-4-336-15,13-7-399 0,9-6-114 16,6-7 340-16,-2-7 849 0,16-6 111 0</inkml:trace>
  <inkml:trace contextRef="#ctx0" brushRef="#br1" timeOffset="-114806.284">28442 14846 215 0,'0'0'2424'0,"0"0"-1680"0,0 0-386 15,0 0-88-15,0 0 31 0,0 0-69 0,-19 81-93 0,12-65-84 16,3-1-55-16,4-4-3 0,0-1-15 16,8-5-7-16,9-2-61 0,5-3-7 15,4 0 47-15,5-6-13 0,3-4-28 16,-1-4-43-16,1-2-40 0,-6 1 57 0,-2-1 69 16,-6 1 41-16,-8-1-4 0,-5-1 7 15,-7-1 60-15,0 3 53 0,-6-2 7 0,-7 7 11 16,-2 4-4-16,-1 4-16 0,-3 2-18 15,-2 5-10-15,2 4-21 0,-3 1-28 16,1 2-34-16,3 1-11 0,-1-1-16 16,5-2-22-1,1-1-118-15,4 0-87 0,5-4-53 0,4 0-240 16,7-1-176-16,10-3-340 0,8-1 246 16,-2 0 380-16,18-8 121 0</inkml:trace>
  <inkml:trace contextRef="#ctx0" brushRef="#br1" timeOffset="-114628.095">29010 14818 2274 0,'0'0'1513'0,"0"0"-1330"0,0 0-130 0,0 0 160 0,-27 70 159 15,16-49-138-15,-3 0-102 0,4-4-74 16,1 0-57-16,2-1-1 0,1-5-22 16,4 0-27-16,2-2-52 0,-3-4-108 15,3-1-32-15,0-3-26 0,0-1-316 16,0 0-573-16,0-5-962 0,4-6 2056 0</inkml:trace>
  <inkml:trace contextRef="#ctx0" brushRef="#br1" timeOffset="-114511.076">29101 14640 916 0,'0'0'2264'0,"0"0"-1806"0,0 0-344 0,0 0-77 15,0 0 36-15,0 0-54 0,0 0-13 0,0 0-6 16,0 0-262-16,0 0-215 0,99 26-591 15,-77-20-1012-15</inkml:trace>
  <inkml:trace contextRef="#ctx0" brushRef="#br1" timeOffset="-114253.937">29687 14852 1600 0,'0'0'1231'16,"0"0"-674"-16,0 0-379 0,-83 48-96 15,47-33 158-15,0 1 71 0,0-1-134 0,2 0-109 0,6-3-43 0,6-1-25 0,5-2-1 31,7 2-21-31,5-3-2 0,4 1 9 16,1 3 15-16,4-1 28 0,7 3 15 16,3 0-21-16,0 1-22 0,5-1-18 15,-1 1 15-15,0 1 1 0,1-2 2 16,-3 0 1-16,-4-2 0 0,-1-1-1 16,-6-3-10-16,-2-1 7 0,-3-3-12 0,0 2-16 0,-8-3-41 15,-6 0-5-15,-6-1-14 0,-6 1-34 0,-4-1 2 16,-4-2-31-16,-3 1-55 0,-2-1-150 15,9 0-219-15,-17 0-732 0</inkml:trace>
  <inkml:trace contextRef="#ctx0" brushRef="#br1" timeOffset="-113604.393">30327 15152 267 0,'0'0'1888'16,"0"0"-1380"-1,0 0-199-15,0 0 11 0,0 0-41 16,0 0-26-16,-106 35-102 0,59-8-101 15,-6 5-31-15,-2 3 10 0,6 0-11 16,8-3-18-16,10-7-25 0,12-4-14 16,8-7-42-16,10-4-7 0,2-3 37 0,13-3 51 15,9-1 13-15,4-3 18 0,10-2-31 16,3-8-9-16,4-4-26 0,-1-2-21 16,-1-1 2-16,-3-1 19 0,-4 2 32 0,-6 4-38 15,0 3 0-15,-7 6 22 0,-5 3 19 16,-5 6 22-16,-4 10 89 0,-5 8 49 0,-3 5-25 15,0 6-24-15,-3 5-27 16,-5 3-31-16,-1 3-22 0,-2 2-6 0,2 4-22 16,0-2 44-16,-2 1-46 0,-2-4 1 15,-1-3-1-15,0-4-1 0,-2-3-1 0,1-6 1 16,1-2-3-16,-3-6 3 0,4-2 1 0,-1-2-1 16,1-7 0-16,0-4 0 0,1-4 1 15,4-4-1-15,-2-4-3 0,0-8-69 16,1-7-40-16,1-7 31 0,5-6-1 15,3-7-38-15,3-6-104 16,11-10-93-16,9-4-192 0,5-5-196 16,7-3-342-16,6-2 57 0,-7 17 964 15,25-20-28-15</inkml:trace>
  <inkml:trace contextRef="#ctx0" brushRef="#br1" timeOffset="-113334.192">30672 15211 440 0,'0'0'199'0,"0"0"-65"0,0 0 1429 0,0 0-1134 15,0 0-69-15,0 0-32 0,0 0-24 16,0 0-50-1,0 0-34-15,0 0-55 0,70 41-69 0,-81-19-59 0,-6 6-23 16,-2-1-14-16,-1 2-15 0,-2 0-25 16,4 0 3-16,1-4-4 0,4-1-18 15,3-3 0-15,5-5 25 0,2-7 12 0,3-1 19 16,4-4 3-16,9-4-84 0,4 0 84 16,8-5 33-16,4-8-11 0,4-5-22 15,4-1-22 1,3-8-103-16,2-1-99 0,3-3-114 0,1-3-144 15,-3 1-223-15,0 1-455 0,-5 7 103 16,-11 5 966-16,5 6 91 0</inkml:trace>
  <inkml:trace contextRef="#ctx0" brushRef="#br1" timeOffset="-112758.479">31147 15241 411 0,'0'0'290'0,"0"0"326"16,0 0 618-16,-66 90-870 0,42-58-85 16,-1-2-47-16,2-2 51 0,3-5-76 0,7-4-100 15,7-5-88-15,4-5-19 0,2-4 0 16,8 0-2-16,8-3-49 0,8-2-36 0,6 0-64 15,4-7-8-15,0-2 36 0,2-1 21 0,-2-1 51 16,-6 1 39-16,-2-1 12 0,-7 0 16 16,-8 0 0-16,-5-1 19 0,-6 3 45 15,0 1-7-15,-11 5 38 0,-3 3-29 0,-7 3-16 0,-4 9-9 16,0 5-16-16,-3 1 18 0,5 1 13 16,3 0-17-16,7-3-55 0,6-2-3 15,7-3-58-15,1 0-74 0,13-4 44 16,9-2 75-16,8-3 13 0,6-2-63 15,2-4-67-15,3-8-55 0,0-1-29 16,-2 0 35-16,-4-1 114 16,-2 3 68-16,-9 0 16 0,-3 4 39 15,-8 3 86-15,-7 2 76 0,-4 2 21 0,-3 3 59 16,0 3-39-16,-6 4-80 0,-6 1-76 16,-1 1-37-16,-2 2-28 0,2-3 13 15,3 2 8 1,5-4-48-16,5-1-10 0,0-2-25 15,3 0 6-15,9-4-64 0,4-2 27 0,6 0-18 0,4-2-19 0,0-8-10 16,2 0-20-16,1-1-15 0,0 0-19 16,-3 1 30-1,0 0 58-15,-1 1 50 0,-3 1 19 16,-3-3 0-16,-4 3 31 0,-7 3 23 0,-2 2 35 16,-4 3-17-16,-2 3 54 0,-2 5 12 15,-4 8-3-15,-5 3-50 16,-2 5-20-16,-2 4-19 0,0 4 19 0,0 5 16 15,-1 3 18-15,3 5 8 0,2-1-11 0,-5 4-32 16,1 2-21-16,-2 0-19 0,-4 1 1 16,-3-1 5-16,-1-3 7 0,-6-2-37 15,0-4-9-15,2-3-13 0,1-7-36 16,7-6-58-16,6-4-25 0,3-4 27 16,6-5 43-16,4-2 12 0,2-6-12 0,0-2-29 15,5-2-24-15,7-9 1 0,2-5-97 16,6-10-118-1,2-4-83-15,3-6-243 0,-8 7-978 0,9-26 1146 0</inkml:trace>
  <inkml:trace contextRef="#ctx0" brushRef="#br1" timeOffset="-112557.682">31845 15331 2024 0,'0'0'1204'15,"0"0"-984"-15,0 0-109 0,104 23 9 16,-67-7 116-16,0 3-34 0,-1 1-53 0,-1 3-52 15,-3 0-32-15,-3 1 0 0,-6-1-28 16,-6-2-37-16,-4 1-30 0,-7-2-1 16,-6-1-9-16,-5-1-16 0,-10-1 0 15,-10-2-12-15,-12-2-7 0,-7-2-37 16,-10-3-87-16,-8 0-174 0,-8-2-151 16,0-5-188-16,-7-1-415 0,-1-2 210 15,19-4 734-15</inkml:trace>
  <inkml:trace contextRef="#ctx0" brushRef="#br1" timeOffset="-107708.754">25893 15868 741 0,'0'0'2439'0,"0"0"-2051"0,0 0-53 0,0 0-103 16,0 0-7-16,0 0-58 0,0 0-50 0,0 0-58 15,0 0 20-15,67 25 26 16,-28-12 2-16,7 4-58 0,-2-3-26 0,-4 1-23 15,-3-2-2-15,-5-4-34 0,-7 0-81 16,-4-3-95-16,-6-2-65 0,-7 1-126 16,-8 1-350-16,0-2-484 0,-7 1-259 0,-16 3 1150 15</inkml:trace>
  <inkml:trace contextRef="#ctx0" brushRef="#br1" timeOffset="-107562.212">25829 16129 1615 0,'0'0'1568'0,"0"0"-1135"15,0 0-212-15,0 0-93 0,0 0 24 0,0 0-9 16,0 0-40-16,89 52-29 0,-41-45-49 0,6-3-13 0,3-4-12 16,1-1-145-1,-2-9-83-15,3-3-99 0,5-3-293 16,5-3-781-16,-19 6-162 0,38-9 1449 0</inkml:trace>
  <inkml:trace contextRef="#ctx0" brushRef="#br1" timeOffset="-107247.058">27322 15784 1846 0,'0'0'1763'16,"0"0"-1416"-16,0 0-217 16,-78 3-56-16,34 6 29 0,-9 4 185 15,-4 3-87-15,-3 5-78 0,-4 4-50 16,2 2-30-16,5-1 12 0,3 4 15 16,10-5-6-16,6 0-30 0,11-2-33 15,11-4 2-15,7-3-1 0,9-1-2 16,3 1-2-16,13 2 1 0,10 4 1 15,7 3 1-15,6 4 9 0,4 3-10 16,1 3-2-16,0 1 2 0,-3-2-1 16,-4 1-2-16,-7-2 0 0,-7-3 0 0,-9-4 2 0,-8 0 1 15,-6-2 0-15,-12 1 18 0,-13-3-17 0,-6 0-1 16,-8-3-2 0,-5-1-35-16,-5-5 4 0,2-1-19 0,-1-5-34 15,6-3-24-15,8-4 0 0,5 0-38 16,6-5-86-16,6-7-248 0,4-3-466 0,5-3-335 15,1 2-196-15,7-10 1476 0</inkml:trace>
  <inkml:trace contextRef="#ctx0" brushRef="#br1" timeOffset="-106755.448">27201 16604 627 0,'0'0'2306'0,"0"0"-1989"0,0 0-107 16,0 0-64-16,0 0 12 0,18 83-4 16,-18-59-41-1,0 1-58-15,-9-1-34 0,-3 0-8 0,-1 2 0 0,-1-3-13 16,1 2-18-16,0-4 2 16,2-1 4-16,3-3 10 0,5-2-1 0,2-1 0 15,1-1 0-15,0-1 0 0,4 1 0 16,4-1 3-16,-3 2 37 15,5 2-5-15,-2-1-17 0,0 1 1 16,-2 0 2-16,0-2-16 0,-1-2 10 16,-5-1 35-16,0-2 3 0,0-1-4 0,-4-3 29 0,-6 2 67 15,-1-2-90-15,-8 0-52 0,-1-3-31 16,-3-2-43-16,-5 0-15 0,2 0-8 16,0-5-8-16,2-2-20 0,4-2 14 15,3-2-36-15,3-5-40 0,3-5-47 16,5-5-28-16,5-6-491 0,1-8-551 0,3 9 506 15,15-23 723-15</inkml:trace>
  <inkml:trace contextRef="#ctx0" brushRef="#br1" timeOffset="-106602.597">27348 16705 1558 0,'0'0'1292'0,"0"0"-809"0,0 0-260 0,0 0-62 0,85 21 100 0,-55-21-57 15,10 0-110-15,1-3-69 0,8-8-25 0,2-2-10 16,2-1-146-16,6 0-89 0,3 1-70 15,0 1-35-15,2 0-370 0,-16 4-755 16,14 0 502-16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2:17:47.18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5966 7653 440 0,'0'0'414'0,"0"0"-160"16,0 0-78-16,0 0-174 0,0 0 60 16,0 0 908-16,7-70-659 0,-5 55-63 15,-1-3-50-15,2-3-3 0,1 1 19 0,-2-3-15 16,-1 3-57-16,1-3-7 0,-2 2-18 15,0 2-39-15,0 0-25 0,-2 5-50 16,-5 0 35-16,1 4 18 0,-1-1 34 16,-3 4-25-16,1-2-25 0,-1 3-9 0,-1 3 28 15,-2-3-4-15,-3 5 28 0,3 1 19 16,-6 0-63-16,0 3-26 16,-4 6-10-16,-1 4-3 0,-5 1-2 15,-1 7-14-15,-3 2-2 0,-2 4 3 16,3 1 13-16,-1 3-1 0,0 1 0 15,3 0 2-15,1 1 1 0,3 2 0 16,3-4 1-16,4 0 15 0,3-1 2 0,8-2 4 16,2-1-22-16,4 1 0 0,2-2 17 15,5 1-16-15,6-2 1 0,6 0 10 16,5 0-11-16,0-1 27 0,5-1-10 16,2 1-15-16,1-3 16 0,3 2-16 15,4 1 21-15,1 0 18 0,0 2-41 0,-1 2 15 16,1-1-16-16,-5 0 0 0,3 2 11 15,-7 2-11-15,-2-4 0 0,-4 0-3 0,-3-3 1 16,-5-2-1-16,-4 0-11 0,-4-1 14 16,-2-2 3-16,-5 0-3 0,0-1 0 15,-8 1 26-15,-3 1 22 0,-5-1-8 16,-4-4-34-16,0 0-6 0,-5-3 0 16,-1-6-3-16,1-2-55 0,0-4-15 0,2 0-31 0,0-9-13 15,1-1-30-15,4-4-63 0,5-1-13 16,4-3-85-16,6-1-45 0,3-2-205 15,1 4-215-15,14-13-483 0</inkml:trace>
  <inkml:trace contextRef="#ctx0" brushRef="#br0" timeOffset="382.792">6485 7432 1573 0,'0'0'208'0,"0"0"-55"0,0 0 812 0,0 0-606 0,0 0-105 15,0 0-20 1,0 0-20-16,0 0-9 0,0 0-6 16,0 0-23-16,21 79 0 0,-15-43-32 0,1 5-40 0,-5 6-27 0,-2 6-16 15,0 3-15-15,-2 6-1 0,-8 4 4 16,-1 4-18-16,-2-2-28 0,-5 1 21 15,5-1-12 1,1-4 6-16,3-1-16 0,3-7 44 0,4-4-19 16,2-5 13-16,2-5-4 0,5-6-9 0,3-5-24 15,5-6-3-15,-1-3-14 0,2-4 14 16,0-3 16-16,4-4 0 0,0-3-16 16,2-2-12-16,2-2 11 0,1-4 1 15,-1 0-52-15,-2 0-27 0,-2-5-12 16,-1-3-34-16,-3-4-19 0,-2-3-55 15,-1-4-118-15,-4-6-269 0,1 6-555 0,-7-22-950 16</inkml:trace>
  <inkml:trace contextRef="#ctx0" brushRef="#br0" timeOffset="711.891">6878 8151 1327 0,'0'0'475'0,"0"0"653"0,0 0-849 0,0 0 87 15,13 68 56-15,-10-43-19 0,1 5-100 0,-1-1-95 16,-3 2-43-16,0-2-55 16,0-4-49-16,0-3-21 0,0-1-28 15,0-5-12-15,2-4-12 0,1-4-10 16,4-3-5-16,3-5 3 0,3-1 11 16,7-11 1-16,6-4-43 0,3-7-30 0,1-1-31 15,-1 2-4-15,-5 4 16 0,-2 4 48 16,-2 7 29-16,-5 6-4 0,-1 1 5 0,-1 7 26 15,4 5 56-15,1 7 42 0,0 2 37 16,0 4 15-16,-1 0-61 0,-4 3-47 16,3-2-20-16,-2-4 20 0,3-3-28 15,-2-1-14 1,2-6-67-16,-2-4 36 0,0-3-21 0,-2-4-128 0,3-1-66 16,-3-1-48-16,1-12-135 0,-3 2-669 15,3-20-1358-15</inkml:trace>
  <inkml:trace contextRef="#ctx0" brushRef="#br0" timeOffset="1006.291">7692 7367 1334 0,'0'0'543'15,"0"0"-238"-15,0 0 707 0,-6 65-643 16,3-34-101-16,-3 5-73 0,1 9 40 16,-4 6 26-16,1 8-24 0,-5 6-62 15,0 4-22-15,-4 6-83 0,-1-2-25 0,1 1-2 16,4-2-9-16,2-7-32 0,6-9-1 0,5-5 0 16,0-6 15-16,6-10-16 15,7-6-18-15,3-5 16 0,5-6-11 16,5-5-13-16,-1-6 25 0,3-1-44 15,2-6-25-15,0 0-55 0,6-9-53 16,-3-7-89-16,-1-4-199 0,-9 0-306 0,7-24-991 0</inkml:trace>
  <inkml:trace contextRef="#ctx0" brushRef="#br0" timeOffset="1201.298">8069 7576 1737 0,'0'0'1368'16,"0"0"-1135"-16,0 0 12 0,0 0 143 16,0 0 62-16,105 12-117 0,-62-12-97 0,8 0-93 0,0-2-60 15,3-4-56-15,-3-2-27 0,-3 0-49 0,-2-2 4 16,-4 1-90-16,-6-3-98 0,-6 3-131 16,-7 1-186-16,-11 1-407 0,-12 2-407 0</inkml:trace>
  <inkml:trace contextRef="#ctx0" brushRef="#br0" timeOffset="1416.698">8401 7547 1030 0,'0'0'342'0,"0"0"-137"0,-27 72 172 0,20-35 914 16,-3 10-859-16,3 3-80 0,-1 7 11 16,0 4-45-16,-4 4-79 0,-1 2-86 15,-1 4-62-15,-1-4-24 0,3-1-24 16,0-5-43-16,5-7-15 0,1-7 13 0,4-10-8 15,2-8-21-15,0-8 1 0,3-5-19 16,5-6-79-16,0-4-41 0,4-6-21 0,-1 0-82 16,2-12-162-16,-1 0-596 0,5-24-660 15</inkml:trace>
  <inkml:trace contextRef="#ctx0" brushRef="#br0" timeOffset="1630.689">8424 7711 1634 0,'0'0'1235'16,"0"0"-1023"-16,-7 92-8 0,6-50 149 15,-2 8 40-15,0 4-117 0,0 4-81 16,0 2-99-16,2-1-16 0,-2 3-25 16,0-6-12-16,0-1-43 0,-1-8-7 15,4-5 4-15,-1-6-15 16,1-6-13-16,0-6-9 0,1-3-74 0,4-4-41 15,0-5-72-15,1-2-84 0,-3-4-147 16,0-5-279-16,0-1-542 0</inkml:trace>
  <inkml:trace contextRef="#ctx0" brushRef="#br0" timeOffset="1816.717">8283 8268 1239 0,'0'0'1653'15,"0"0"-1419"-15,0 0-135 0,0 0 101 16,0 0 57-16,0 0-52 0,0 0-32 16,0 0-7-16,90 1-39 0,-60-2-62 15,-1-4-65-15,-1 2 0 0,1-1-24 16,-1-1-20-16,-1 3-21 0,1 2-63 16,2-4-170-16,0 4-110 0,-7 0-319 0,13 0-718 0</inkml:trace>
  <inkml:trace contextRef="#ctx0" brushRef="#br0" timeOffset="2240.2">8858 8404 2997 0,'0'0'422'16,"0"0"-273"-1,0 0 6-15,0 0 100 0,0 0 27 16,0 0-37-16,0 0-63 0,-80-13-90 0,65 35-18 15,-2 3 30-15,-2 6 80 0,5 1-23 16,0-2-46-16,5-4-51 0,1-3-18 16,6-4-19-16,2-7-17 0,0-5-10 15,1 1-30-15,9-4-25 0,3-2 13 0,6 0 14 0,5-2-8 16,2-5-19-16,2-6-6 0,0-4 0 16,-2-3-6-1,-2 1 37-15,-4 0-10 0,-4 4-24 16,-2 1 43-16,-5 7-25 0,-5 1 30 15,-1 4-17-15,-2 0-4 0,2 7 37 0,-2 7 34 16,-1 8 79-16,0 9-40 0,0 6-3 16,0 6 22-16,-5 6-28 0,1 5-6 0,-2 3-28 0,1 0 12 0,-3 2-20 31,-1-5-21-31,2 0-1 0,3-5-3 16,1-7 1-16,3 0-17 0,0-6 7 15,0-4 10-15,4-3-37 0,2-4-37 0,-2-4-52 16,3-8-46-16,-1-1-41 0,3-8-171 15,1-4-231-15,-2 0-497 0,4-22-689 0</inkml:trace>
  <inkml:trace contextRef="#ctx0" brushRef="#br0" timeOffset="2540.924">9677 7417 931 0,'0'0'2144'15,"0"0"-1917"-15,0 0-106 0,102 80 228 16,-67-46 87-16,-2 4-116 0,0 4-108 16,3 7-86-1,-1 4-55-15,-2 3-1 0,-3 6-45 16,-5 2-24-16,-5 2-1 0,-9 1-19 15,-6 1 4-15,-5 0 3 0,-3-2-19 0,-12-3 1 0,-3-2-7 16,-5-2-9-16,-5-4-22 0,-3-4-45 16,-7-2-36-16,-1-6-30 0,-5-3-102 15,-1-3-227-15,10-12-649 0,-12-2-866 0</inkml:trace>
  <inkml:trace contextRef="#ctx0" brushRef="#br0" timeOffset="4576.262">20511 766 430 0,'0'0'1895'0,"0"0"-1492"0,0 0-145 0,0 0-82 16,0 0 12-16,0 0-10 0,0 0-29 16,0 0-26-16,0 0-48 0,0 0 42 15,16 55-10-15,-6-21-20 0,4 3-30 16,-3 5 17-16,0 5-30 0,0 4-23 0,-2 3 41 31,-3 4-21-31,-3-1-16 0,0 0-25 0,0 0 0 16,-1-3 0-16,0-7-1 0,1-5 1 15,0-6 2-15,4-6 0 0,1-8 11 0,0-3-1 0,2-5 0 16,2-5 1-16,2-3 24 0,3-5 18 16,5-1 16-16,1-4 3 15,3-8-10-15,3-6-21 0,0-4-18 16,0-6-7-16,-1-7-18 0,-2-2-12 0,-1-6-28 15,-2-3-6-15,-1-2 21 0,-2-2-30 16,-1-1-12 0,-1-1 17-16,-2 5-30 0,-2 0 49 15,0 7-74-15,-3 7 37 0,-4 7-19 16,-2 6-6-16,-3 4 33 0,-2 4-38 0,0 5-87 0,0 1-166 0,-7 2-166 16,-3-1-447-16,-1 2-175 0</inkml:trace>
  <inkml:trace contextRef="#ctx0" brushRef="#br0" timeOffset="4777.265">20587 1152 615 0,'0'0'69'0,"0"0"1366"0,0 0-1083 0,0 0-97 0,0 0-20 15,0 0 31-15,0 0-66 0,0 0-72 16,0 0-59-16,80 28-21 0,-57-25-26 15,3 2-12-15,1-3-10 0,5 0-12 16,1 0-14-16,3-2-27 16,5 0-112-16,3 0-170 0,-11 0-347 15,18-5-1121-15</inkml:trace>
  <inkml:trace contextRef="#ctx0" brushRef="#br0" timeOffset="6522.221">22065 1120 450 0,'0'0'196'0,"0"0"-112"0,0 0 601 0,0 0-376 16,0 0-108-16,0-68-23 0,0 57 4 0,0 2-1 16,0 3 16-16,0 3-20 15,3 0-26-15,-2 3-32 0,-1 0-30 16,0 0-6-16,0 0-19 0,0 0-10 15,0 0-10-15,0 0 11 0,0 0 11 0,0 0-12 16,0 0-19-16,0 0-10 0,0 0-6 16,0 0-3-16,0 0-14 0,0 0-1 15,0 0 0-15,0 0-1 0,0 0-2 16,0 0-20-16,0 0 0 0,0 0-1 0,0 0 4 0,0 0 16 16,0 0 0-16,0 0-16 0,0 1 0 15,0-1 6-15,-1 0 13 0,1 0 4 16,0 0-1-16,0 0 9 0,0 0-9 31,0 0 9-31,0 0-9 0,0 0 10 0,0 0-10 0,0 0 0 0,0 0 1 16,0 0-3-16,0 0 11 15,0 0-9-15,0 0 1 0,0 0 8 16,0 0 1-16,0 0 9 0,0 0 7 16,0 0-4-16,0 0 0 0,0 0 0 15,0 0-3-15,0 0 0 0,0 0-3 16,0 0-6-16,-3 0-1 0,3 0-12 0,-3-2-38 15,0 2 1-15,-2-4 2 0,-1 2-3 16,1-1 7-16,-1 1 9 0,1 2 18 0,1 0 4 16,1-1 16-16,1 1 10 0,1-2-1 15,-1 2-3-15,2 0 0 0,0 0-10 16,0 0-12-16,0 0 0 0,0 0-3 16,0 0 0-16,0 0-10 0,0 0 1 0,0 0 9 15,0 0 0-15,0 0 2 0,0 0-1 16,0 0 2-1,0 0 2-15,0 0 0 16,0 0 1-16,0 0-3 0,0 0-1 0,0 0-18 0,0 0-19 16,0 0-13-16,0 0 10 0,0 0 3 15,0 0 7-15,0 0-7 0,0 0 0 16,0 0 15-16,0 0-2 0,0 0 12 16,0 0 10-16,0 0 1 0,0 0-14 15,0 0 0-15,0 0-13 0,0 0 4 0,0 0-1 16,0 0-5-16,0 0-46 0,0 0-83 15,0 0-17-15,0 0-22 0,0 0-43 0,-3 0-147 16,1 0-105 0,-1-3-193-16,1 3-138 0,12 3 802 0</inkml:trace>
  <inkml:trace contextRef="#ctx0" brushRef="#br0" timeOffset="7099.868">22049 1038 88 0,'0'0'450'0,"0"0"-284"16,0 0-48-16,0 0 911 0,0 0-639 15,0 0-67-15,0 0-104 0,0 0 9 16,0 0-20-16,0 0-13 0,0 0-24 16,45 51 6-16,-43-28-16 0,1 5 6 15,-3 7-24-15,0 6-19 0,0 4-34 0,0 2-3 0,-6 6-1 16,-2 0-36-16,-1 4-23 0,-5 4 29 15,1-2-16-15,-2 0-38 0,1-4-2 16,3-3-24-16,1-4 21 0,3-7 0 16,1-2 2-16,1-4-1 0,2-5-16 15,3-4-4-15,0-4 1 0,0-4 5 16,0-3-12-16,2-4-30 16,2-4-22-16,2-2-16 15,1-5-16-15,3 0-16 0,0-4-54 0,4-8-32 0,-2-5-115 16,-1-5-188-16,-4 4-562 0,-3-19-529 15</inkml:trace>
  <inkml:trace contextRef="#ctx0" brushRef="#br0" timeOffset="8043.346">22051 1078 264 0,'0'0'219'16,"0"0"-105"-16,0 0-73 0,0 0-41 16,0 0 0-16,0 0 33 0,0 0 540 15,0 0-137-15,0 0-95 0,0 0-140 0,0 0-3 16,4-48-1-16,-7 41-7 0,-1 1-42 15,-2-1-23-15,-2 0-20 0,2 0-57 16,0 2-19-16,1 2 6 0,0-1 54 0,0 3-35 0,0 0 0 16,-1 1-28-16,-3 1-14 0,0 7-10 15,-5 4 2-15,1 5 24 0,-3 5 20 16,2 3 2-16,-2 0-9 0,2 4 16 16,-1-1-13-16,2 0 29 0,4 0-23 15,0-1-25-15,3-1 6 0,1-2-29 16,4-5 17-16,1-1-19 15,0-1 0-15,0-5 0 0,0-2 0 16,3-2 3-16,1-3-1 0,2 0-1 16,2-3 3-16,1-2-4 0,0 0-24 15,2 0 8-15,2 0-12 0,2-4-1 16,1-1-33-16,-2-3-8 0,3-4-37 16,-3 1-13-16,0-1-55 0,0-2 9 15,-2-2 64-15,-1 2-68 0,0-4-20 0,0 0-9 0,-2-1 108 16,-4 2-45-16,1 1 117 0,-2 2-153 15,-2 4 166-15,-2 3 6 0,0 3 38 16,1 3-38-16,-1 0-30 0,0 1-48 16,0-1-9-16,0 1-69 0,0 0-146 0,0 2-122 15,2 3-16-15,-1-2 0 0</inkml:trace>
  <inkml:trace contextRef="#ctx0" brushRef="#br0" timeOffset="8704.064">22486 1221 450 0,'0'0'1186'15,"0"0"-570"-15,0 0-257 0,0 0-91 0,0 0 42 16,0 0 9-16,0 0-63 0,0 0-55 15,0 0-21-15,0 0-93 0,47 2-43 16,-22 0 21-16,5 3 16 0,1-1-4 16,0 1-9-16,0 0-34 0,-3-3-19 15,-3 1-15-15,-4-1-18 0,-2-1-13 0,-2-1-52 16,-6 0-113-16,-2 0-58 0,-3 0-69 16,-3-1-256-16,-3-4-623 0,0 5-728 15</inkml:trace>
  <inkml:trace contextRef="#ctx0" brushRef="#br0" timeOffset="8876.267">22448 1385 810 0,'0'0'1785'0,"0"0"-1440"0,0 0-80 0,0 0 29 16,0 0 53-16,0 0-48 0,88 5-94 15,-60-5-84-15,2 0-59 0,-1 0-27 16,-2 0-35-16,2 0-53 15,-3 0-49-15,-2 0-118 0,-1 0-161 0,-7 0-301 0,9-5-1058 16</inkml:trace>
  <inkml:trace contextRef="#ctx0" brushRef="#br0" timeOffset="9499.312">23143 1194 1114 0,'0'0'185'0,"0"0"820"0,0 0-772 0,-22 83 31 0,19-57 45 16,0 5 6-16,0 2-58 0,0 4 1 15,0 1-6-15,3 3-38 0,0 5-72 16,0 2-6-16,0 2 21 0,0 5-22 16,0 1-19-16,0 0-31 0,0 1-54 15,0-3-28 1,0-2-1-16,0 0-2 0,0-3-19 16,0-3 4-16,0-2 0 0,0-5-16 0,6-5 7 15,0-4-10-15,0-4-14 0,0-4 5 0,-2-4-6 0,2-4-16 16,-3-3-39-16,1-2-16 0,-1-1-22 0,1-5-75 15,-1-1-137-15,3-2-174 0,0-1-141 16,1-3-454-16,2-13-451 0</inkml:trace>
  <inkml:trace contextRef="#ctx0" brushRef="#br0" timeOffset="9915.94">23166 1367 1486 0,'0'0'397'16,"0"0"280"-16,0 0-387 0,0 0-133 15,0 0 64-15,0 0 84 0,0 0-52 16,0 0-67-16,0 0-79 0,0 0-41 15,81-47-1-15,-70 46-2 0,-1-4-7 16,0 3-16-16,-2 2-18 0,1 0-10 16,2 0-12-16,0 2-10 0,0 4 10 15,1 4 0-15,-1 1 2 0,1 2 16 16,-4 0-16-16,-2 1 17 0,-1-1-19 16,-2 0-11-16,-1 0 10 0,-2-2-12 15,0 0-15-15,-2-1 25 0,-5 2-19 16,-2 0 22-16,-4 0 15 0,2-2-13 0,-6 2 0 15,-1-2-2-15,-3-1-42 0,0-1-55 0,-2-1-2 16,2-2 1-16,1-2 13 0,2-2 3 16,1-1-25-16,2 0-48 0,3-4-83 15,0-4-126-15,3 0-339 0,0-12-708 0</inkml:trace>
  <inkml:trace contextRef="#ctx0" brushRef="#br0" timeOffset="11017.445">23827 910 796 0,'0'0'143'15,"0"0"79"-15,0 0 490 0,0 0-261 16,0 0-80-16,0 0-37 0,0 0-43 15,0 0-52-15,0 0-40 0,0 0-57 16,0 0-20-16,24-36-27 0,-19 32-5 16,0 1-27-16,-1-1-29 0,-1 4 3 0,-2-2 6 15,2 2-9-15,-3 0-3 0,0 0-13 0,0 0-18 0,2 0-12 16,-1 2-13-16,2 6 25 0,0 4 40 16,1 4 16-16,-3 2-22 0,-1 3 15 15,0-1-30-15,0 1-17 0,-1 0 1 16,-4-2-3-1,0-2 0-15,2-2-1 0,-3 1-39 0,-1-3 18 16,1-3-24-16,-1 0-4 0,2-2 16 16,0-3-9-16,2 1 9 0,0-4 3 15,3-2 14-15,0 0 17 0,0 0 0 16,0 0-12-16,0 0-44 0,6-5 24 0,2-4 20 16,3-6 12-16,0-3 0 15,0-1-15-15,1 0 0 0,-1 0 14 0,-3 3 1 16,2 3-2-16,-2 2 2 15,-1 0-2-15,0 1 2 0,4 0 11 0,0 1-11 0,0-1-3 16,5 0 2-16,-1 3 1 0,-1-1 28 0,-1 2 6 16,-2 4 22-16,-2 0-12 0,-2 1 2 15,-2 1-46-15,-1 3-7 0,1 4 7 16,1 5 37-16,-1 2 10 0,-2 3 11 0,-1 0-57 16,1 1 19-16,-3-1-20 0,0 2-28 31,0-3 4-31,0-1 22 0,0 0-70 0,0-3 26 15,0 1-22-15,0-3-10 0,2 1-13 16,2-4-73-16,0 0-21 0,4-3-77 16,-1-1-95-16,2 1-199 0,-1-4-143 15,5 0-445-15</inkml:trace>
  <inkml:trace contextRef="#ctx0" brushRef="#br0" timeOffset="11956.991">26022 1266 630 0,'0'0'313'16,"0"0"1053"-16,0 0-911 0,0 0-51 0,0 0-41 16,32 89-53-16,-25-49-43 0,3 5-36 15,-5 9-48-15,-2 1-32 0,-2 9-41 16,-1-1-45-16,0 2-25 0,-6 3-37 15,-2 0-1-15,-2 1 0 0,-1-2 9 16,0-4-11-16,1-9-21 0,1-7-1 0,3-7 4 16,1-6 6-1,2-8-19-15,1-4-12 0,0-7-6 16,2-5-38-16,-2-5-58 0,2-3-69 0,0-2-87 16,0-10-77-16,3-9-176 0,1 3-172 15,6-28-651-15</inkml:trace>
  <inkml:trace contextRef="#ctx0" brushRef="#br0" timeOffset="12228.849">26087 1492 42 0,'0'0'2278'15,"0"0"-1951"-15,0 0-41 0,0 0-74 16,0 0 81-16,82-68 17 0,-60 58-30 16,6 1-82-16,0 3-83 0,0 1-31 0,2 2-32 15,-1 2-39-15,-3 1-13 0,-3 0-26 0,-6 0-17 16,-3 6 2-16,-6 0 23 0,-3 4 18 15,-5 1 25-15,0 2-24 0,-1 3-1 16,-11 2 13-16,-6 1 9 0,-7 2-1 16,-3-1-7-16,-6-1-14 0,1-1-19 0,1-2-3 31,2-4 10-31,4-2-28 0,7-2-60 0,4-4-71 16,6-1-28-16,5-2-9 0,4 1-42 15,0-2-104-15,5 0-151 0,9 0-273 0,0-3-506 16,15-7 768-16</inkml:trace>
  <inkml:trace contextRef="#ctx0" brushRef="#br0" timeOffset="12404.246">26946 1480 352 0,'0'0'1997'15,"0"0"-1700"-15,0 0-114 0,0 0 154 0,3 85 112 16,-6-54-109-16,-1 0-104 0,-1 0-118 15,1 0-65-15,-1-1-22 0,2-3-31 0,0-2 0 0,1-6-22 16,-1-4-12-16,0-6-75 0,3-3-108 16,0-6-103-16,0 0-355 0,5-12-1344 0</inkml:trace>
  <inkml:trace contextRef="#ctx0" brushRef="#br0" timeOffset="12573.276">27075 1205 1319 0,'0'0'1901'15,"0"0"-1601"-15,0 0-234 0,0 0 67 0,0 0 21 16,0 0-154-16,0 0-104 0,0 0-69 16,0 0-190-16,0 0-376 0,82 12-1294 0</inkml:trace>
  <inkml:trace contextRef="#ctx0" brushRef="#br0" timeOffset="12824.076">27559 1386 1342 0,'0'0'2246'15,"0"0"-1883"1,0 0-181-16,0 0 67 0,-81 80 23 0,66-59-63 16,1-2-105-16,6 0-104 0,5 0-11 15,3 2 10-15,0 0 2 0,5 1 9 16,7-1-8-16,2 0-2 0,0-1 3 15,3 1-3-15,-4-3 1 0,-1 1-2 16,0-2-10-16,-2-2-10 0,-3 0 2 16,-2-1-5-16,-2-2-13 0,-3 0 7 0,0-1-4 15,-9-2-6-15,-2 2-9 0,-3 0-19 16,-3-3-31-16,0 0-46 0,-3-3-73 0,-2-2-87 16,0-3-160-16,-4 0-265 0,8-2-686 15</inkml:trace>
  <inkml:trace contextRef="#ctx0" brushRef="#br0" timeOffset="13558.265">28251 1474 568 0,'0'0'268'0,"0"0"1006"0,0 0-857 0,0 0-52 16,0 0 9-16,0 0-15 0,0 0-103 16,0 0-33-16,0 0-73 0,-34 65-41 15,21-31 12-15,-2 3-29 0,1-1-12 0,7-4-37 16,0-5-3-16,7-6-12 0,0-6-9 15,4-4 24-15,4-5-4 0,2-1-5 16,0-4 18-16,4-1 9 0,2 0-33 16,4-9-28-16,3-2-54 0,0-6-59 15,1-1-4-15,-1 0 19 0,-1-3 14 16,-3 3 26-16,0 1-4 0,-6 3 12 16,-2 4 19-16,-5 2 28 0,-3 6-13 15,-1 2-2-15,1 0 18 16,-3 1 22-16,1 7 80 0,1 3 9 15,0 6-9-15,2 0-7 0,2-1-18 16,2 1-7-16,0-4-18 0,4 0-15 0,2-3-6 16,3-1-28-16,-1-4 18 0,4-3-21 15,-2-2 0-15,2 0-113 0,1-4-120 16,-2-5-76-16,3 1-147 0,-6-2-549 16,6-3-776-16</inkml:trace>
  <inkml:trace contextRef="#ctx0" brushRef="#br0" timeOffset="14475.305">28467 1610 310 0,'0'0'208'0,"0"0"-48"0,0 0-98 15,0 0 261-15,0 0 344 0,0 0-316 0,0 0-196 16,0 0-38-16,0 0-4 0,0 0-23 15,0 0 33-15,40-28-10 0,-36 25 12 16,1 1 7-16,-2-1-17 0,-1 2-38 16,3-2-1-16,-2 2-12 0,-2-1 31 0,2 0 29 0,0 0-10 15,-2 0-35-15,1 1-35 0,-2-2-10 16,2 1 7 0,-2-1-9-16,0-1-29 0,0 0 0 0,0-2 44 15,0 0-19-15,0-1 33 0,-2-1-8 16,-1-1-16-16,-3 2-25 0,0 0 1 15,1-4-13-15,-6 4-13 0,-1-2-33 0,-2 0-14 0,-3 2 16 0,1-3 6 16,-4 5 3-16,0 2-18 0,3-2 12 31,0 4-9-31,-2 1-1 0,1 0-2 0,1 3 21 0,-2 3-6 16,2 0 0-16,3 3 19 0,0-1-22 0,2 2-9 16,3-1-52-16,2 2-137 0,1 1-121 15,3 0-98 1,0 1-220-16,3-1-550 0,0-4 794 0</inkml:trace>
  <inkml:trace contextRef="#ctx0" brushRef="#br0" timeOffset="14838.63">29265 1529 771 0,'0'0'475'0,"0"0"733"0,0 0-802 0,0 0-123 15,0 0 61-15,0 0-15 0,0 0-68 16,0 0-2-16,19 81-49 0,-19-41-83 15,0 9-4-15,-5 9-22 0,-7 6 27 0,-3 7-48 16,-4 2-22-16,-2 2-34 0,-4-2-24 16,1-2-22-16,-1-7-2 0,5-7-1 15,4-7-5-15,6-9-10 0,2-5-12 16,6-9-3-16,2-4-16 0,0-6-36 16,3-3-25-16,5-6-35 0,4-5 6 0,4-3-156 15,1-3-264-15,3-10-495 0,-5 1-571 16</inkml:trace>
  <inkml:trace contextRef="#ctx0" brushRef="#br0" timeOffset="15108.894">29301 1707 1914 0,'0'0'1277'0,"0"0"-1105"0,0 0-55 0,0 0 51 16,0 0 85-16,0 0-5 0,0 0-43 0,0 0-112 15,43-66-65-15,-30 59-28 0,2 4 0 0,-2-1-15 16,1 1-1-16,-5 2-15 0,-1 1-3 16,-5 0-12-16,0 3-13 0,-3 3 19 15,0 4 40-15,-6 5 84 0,-5 1-3 16,-5 3-59-16,-1 2-22 0,-3 1-41 16,-3-2-58-16,1 1-88 0,-1-1-30 0,1-2-17 15,-1-2-74-15,6-4-124 0,3-5-168 0,5-4-189 16,4-3-41-16,5-3 161 0</inkml:trace>
  <inkml:trace contextRef="#ctx0" brushRef="#br0" timeOffset="15408.332">29577 1621 1527 0,'0'0'757'16,"0"0"-411"-16,0 0-275 0,0 0 44 15,0 0 113-15,0 0-20 0,0 0-36 16,0 0-51-16,87 53-17 0,-75-31-37 16,-4 1 18-16,-2 0-16 0,-1-2 0 0,-5-1 3 0,0-4 5 15,0-1-2-15,-2-2-16 0,-4-2 3 16,0-1-9-16,1-1-4 0,-4-1-5 16,3-2-13-16,3-3-9 0,1 0-10 0,-1-3 0 15,3 0 19-15,0 0 6 16,0 0 0-16,0 0-27 0,3-2-7 0,5-6 16 15,7-4-19 1,1-6-11-16,7-6-17 0,-1-4-95 16,3-5-123-16,1 0-89 0,-1-1-184 15,0-2-644-15,-6 10-796 0,4-9 1747 0</inkml:trace>
  <inkml:trace contextRef="#ctx0" brushRef="#br0" timeOffset="15586.324">30046 1570 1327 0,'0'0'1204'16,"0"0"-767"-16,0 0-206 0,0 0-17 15,-16 72 74-15,12-50-30 0,0 0-75 0,1 0-112 16,-2-3-71-16,-2-1-27 0,2 0 6 16,-6-4-54-16,3-1-171 0,-7-2-203 0,4-4-256 0,2-2-593 15</inkml:trace>
  <inkml:trace contextRef="#ctx0" brushRef="#br0" timeOffset="15761.528">30027 1392 1800 0,'0'0'393'16,"0"0"243"-16,0 0-337 0,0 0 7 15,0 0 114-15,0 0-149 0,0 0-159 16,88 19-99-16,-66-14-13 0,1 0-41 0,2 4-105 15,-3-1-217-15,-1 2-136 0,-2 1-497 16,-2 4-279-16</inkml:trace>
  <inkml:trace contextRef="#ctx0" brushRef="#br0" timeOffset="16294.102">30300 1596 192 0,'0'0'473'0,"0"0"679"0,0 0-46 16,0 0-786-16,-8 64-53 0,4-50 18 0,4-2-24 16,0 0-30-16,0-3-39 0,0 0-93 15,0-4-56-15,4 2-18 0,2 0-25 16,3-3-3-16,1 1-65 0,2-3 43 15,4 0-15-15,-1-2-34 16,4 0-7-16,3 0 10 0,-1 0 27 16,1-3 7-16,-3 3 3 0,1-1-7 15,-3 1 4-15,0 0-1 0,-2 0 9 0,-2 0 10 16,-2 0 16-16,1 0 3 0,-4 0 0 16,1 0 3-16,0 0-1 0,-1 0 0 15,0 0-1-15,-3 1 2 0,-2-1 10 0,0 1-11 16,-3-1 24-16,2 2 12 0,-1-1 12 0,1-1-13 15,3 2-18-15,-1-1 3 0,5-1-4 16,0 0 7-16,4 0-9 0,1 0-16 16,6 0-41-16,3-6-40 0,-1 0-67 15,6 1 7-15,0 0 9 0,0 1 24 16,-2-1 10-16,-1 5-10 0,-4-2-61 16,-3 2-22-16,-7 0 62 0,-2 0 129 0,-3 2 7 0,-3 1 92 15,-1 1 55-15,1 1 24 0,0 0-3 16,2-2-58-16,4 1-35 0,2 0-3 31,7-1-19-31,5-1-22 0,6-2-20 16,4 0-18-16,2-3-15 0,2-4-10 0,-3-2-26 15,0-2 7-15,-9 0 35 0,-3-1 9 16,-8 0 28-16,-6 1 51 0,-8 2 2 0,-2 0 5 16,-11 4-17-16,-11 0-16 0,-6 5 31 15,-10 1-28-15,-2 10 34 0,-3 4 64 16,2 4 46-16,5 4-43 0,6-1-7 0,5 0-25 15,8-2-52-15,6-1-40 0,9-1 4 16,4-1 14-16,4 2-39 0,12 0-12 16,4 2-30-16,5 2-25 0,2-3-30 0,2-1 15 15,-2 0-150-15,2-4-53 0,-8-5-198 16,7 2-1033-16</inkml:trace>
  <inkml:trace contextRef="#ctx0" brushRef="#br0" timeOffset="17095.408">23008 2820 2535 0,'0'0'585'0,"0"0"-145"0,0 0-30 16,80 3-60-16,-45-2-108 0,2 1-85 15,2-1-50-15,4 1-24 0,1-2-25 16,2 0-30-16,1 0-11 0,2-6-17 16,-4-1-21-16,-2 2-1 0,-5 0-5 15,-4 3 5-15,-6 2-8 0,-5 2-7 0,-7 8 9 16,-2 3 16-16,-5 4 12 0,-4 8 11 0,0 6 11 15,-4 5 12-15,-1 3-4 0,0 3-14 16,-6-2-4-16,2 2 3 0,-2-1-12 16,-1 1-3-16,2-3 9 15,-1 0-9-15,1-3-3 0,-1-6-15 0,3-3 3 16,2-5-10-16,0-5 7 0,1-5-4 16,0-4-27-16,0-2-37 15,0-5-59-15,0-1-68 0,0 0-112 16,-3-4-249-16,0-7-534 0,0 1-604 15,-6-10 1275-15</inkml:trace>
  <inkml:trace contextRef="#ctx0" brushRef="#br0" timeOffset="17280.155">23328 3196 1030 0,'0'0'1876'0,"0"0"-1431"0,0 0-30 0,0 0-75 0,0 0-87 16,0 0-117-16,0 0-53 15,0 0 28-15,116-1 34 0,-68 1-32 0,-3 0-101 16,-1 0-12-16,-6 0-27 0,-7 0-31 15,-5 0-53-15,-8 1-98 0,-9 5-98 16,-6 1-123-16,-3 3-157 0,-14 2-78 16,-6 3-90-16,-5 1-358 0,-5 1 448 0,7-5 633 0</inkml:trace>
  <inkml:trace contextRef="#ctx0" brushRef="#br0" timeOffset="17444.525">23317 3457 411 0,'0'0'675'15,"0"0"1058"-15,0 0-1275 0,0 0-109 16,0 0-46-16,0 0-14 0,0 0 12 0,-39 70 0 15,62-65-77-15,11-2-66 16,9 0 1-16,7-3 11 0,6-4-101 0,-1-7-51 16,-1-3-18-16,-6-1-28 0,-3 0-41 15,-6-1-65-15,-1 1-64 0,-7-1-92 16,-1-2-249-16,-9 6-557 0,3-8-809 0</inkml:trace>
  <inkml:trace contextRef="#ctx0" brushRef="#br0" timeOffset="17699.506">24251 2771 1835 0,'0'0'1683'0,"0"0"-1245"0,0 0-215 0,0 0-89 16,0 0-13-16,0 0-59 16,0 0 3-16,0 0-10 0,0 0 1 15,10 73-56-15,-7-44 0 0,-1 5-2 16,-2 1-29-16,0-1 0 0,0-3-52 0,0 1-97 0,-6-4-164 16,0-7-301-16,-10 10-904 15</inkml:trace>
  <inkml:trace contextRef="#ctx0" brushRef="#br0" timeOffset="17837.073">24238 3516 202 0,'0'0'1881'0,"0"0"-742"16,0 0-1011-16,0 0-107 0,0 0-21 16,20 75-47-16,-12-62-180 0,-1-5-175 0,7-3-724 15</inkml:trace>
  <inkml:trace contextRef="#ctx0" brushRef="#br0" timeOffset="20046.158">24868 3101 860 0,'0'0'75'0,"0"0"966"0,0 0-439 0,0 0-132 0,0 0-151 16,0 0-40-16,0 0-58 15,0 0-45-15,0 0 9 16,0 0-33-16,0 0-6 0,84 31-54 0,-50-28-30 0,0-3-7 15,-1 0-27-15,-1-3-26 0,-4-2-2 16,0-2-46-16,-5-2-124 0,-1-3-43 0,-5 0-110 16,-2-5-171-16,-5 4-614 15,2-15-770-15</inkml:trace>
  <inkml:trace contextRef="#ctx0" brushRef="#br0" timeOffset="20384.407">25169 2662 470 0,'0'0'143'0,"0"0"72"0,0 0 521 0,0 0-258 16,0 0-187-16,0 0-84 0,-78 84-13 15,66-54-1-15,4 4-10 0,0 2-27 16,2 1-28-16,-1 3-20 0,0 0-20 0,1 2-21 16,-2 1-17-16,0 3 20 0,-1-3-58 15,0 4 14-15,-1 1 37 0,0 2-13 16,2-1-32-1,3-1-17-15,-1-1 14 0,6-2-15 0,0-2-18 16,0-6 14-16,8 0 2 0,3-6-15 16,4-2 15-16,-1-1 4 0,5-6 12 15,-3 0-11-15,0-5-1 0,-6-2 14 16,-1-4-16-16,-4-1 1 0,-4-4 21 16,-1 0 3-16,0 0 3 0,0-1 5 15,-9-2-11-15,-2 1-22 0,-2-3-13 16,-2-1-13-16,0 0-30 0,-1-6-42 15,0-5-43-15,4-6-43 0,1-5-54 16,5-6-62-16,4-6-119 0,2-4-209 0,0-1-621 0</inkml:trace>
  <inkml:trace contextRef="#ctx0" brushRef="#br0" timeOffset="20559.475">25369 3220 205 0,'0'0'958'0,"0"0"-239"0,0 0-252 0,0 0-80 31,0 0-40-31,-1 72-66 0,-7-48-94 16,2-2-28-16,-1-1-84 0,1-1-62 0,1-3-13 0,1-4-19 0,-1-1-13 15,0-3-59-15,-1-4-147 0,0-1-155 16,-1-3-267-16,0-1-766 0</inkml:trace>
  <inkml:trace contextRef="#ctx0" brushRef="#br0" timeOffset="20715.82">25324 3002 745 0,'0'0'1627'15,"0"0"-1114"-15,0 0-119 0,0 0-86 16,0 0-71-16,0 0-111 0,0 0-82 0,0 0-44 16,87-6-18-16,-68 8-32 0,-1 2-158 15,-3 2-230-15,0-1-568 0,-5-1-709 0,-2 0 1441 0</inkml:trace>
  <inkml:trace contextRef="#ctx0" brushRef="#br0" timeOffset="21069.781">25589 3151 16 0,'0'0'147'16,"0"0"1669"-16,0 0-1330 0,0 0-83 15,3 70-16-15,-8-47-18 0,1 2-82 0,-1-3-85 16,1 3-93-16,0-2-50 15,1-3-59-15,0-3 1 0,3-4-1 0,0-3-24 16,0-3 5-16,5-4-2 0,4-1-76 0,0-2 66 16,4-2-1-16,6-11-41 0,2-1 11 15,1-4-33-15,4-4-50 0,-1 1-16 16,0-2-14-16,-6 2-13 0,1 1-69 16,-6 7 35-16,-2 0 187 0,-4 8 35 0,-3-1 106 15,-2 6 36-15,-1 0 5 0,-1 0 4 16,-1 3-1-1,3 3 50-15,-3 3 31 0,0 3-24 16,0 1-15-16,0 1-27 0,0 1-50 16,-3-2-44-16,3-1-50 0,-1-2-18 15,-1-2-3-15,2-1-12 0,0-3-7 16,0-2-24-16,-1 2-72 0,1-4-68 16,0 0-46-16,0 0-87 0,0-4-158 0,3-4-282 15,7-5-601-15</inkml:trace>
  <inkml:trace contextRef="#ctx0" brushRef="#br0" timeOffset="21218.32">26089 3227 649 0,'0'0'39'15,"0"0"1596"-15,0 0-1312 0,0 0-124 16,-32 67-19-16,20-51 38 0,1 0-75 0,2-3-81 0,1-4-62 16,2 2-32-16,0-4-67 0,0-2-147 15,4-1-85-15,-4-3-153 0,1-1-532 16,2 0-224-16</inkml:trace>
  <inkml:trace contextRef="#ctx0" brushRef="#br0" timeOffset="21429.431">26187 2788 52 0,'0'0'558'15,"0"0"525"-15,0 0-784 0,0 0-137 16,0 0 52-16,0 0-4 0,0 0-149 0,0 0-61 0,0 0-32 16,0 0 30-16,0 0-79 0,60 25-239 15,-57-22-300-15,-1 0-749 0,2-3 1154 0</inkml:trace>
  <inkml:trace contextRef="#ctx0" brushRef="#br0" timeOffset="21833.578">26515 2761 300 0,'0'0'388'0,"0"0"854"16,0 0-646-16,0 0-71 0,0 0-91 0,5 69-153 0,-5-35-79 15,-2 3-36-15,-4 8-4 0,1 3-16 16,-2 0-38-16,-1 0-3 0,1-1-31 0,0-2-9 15,-2-6-62-15,4-1 15 0,2-5-18 16,1-6-10-16,2-5 9 0,0-4-23 16,5-6 23-16,0-1 0 15,4-7-26-15,0-1-50 0,-2-3 6 16,3 0-59-16,-2-4-62 0,1-8-156 0,-2-1-212 0,0-2-167 0,-5-2-83 16,-2-1-215-1,-2-1 379-15,-9 1 627 0,-2-4-127 16,-4 0 146-16,-1 0 253 0,-2-1 106 0,-1-1-222 15,2 2 208-15,2 4 212 0,6 4-213 16,3 4 13-16,4 8 69 0,4-1-3 16,0 3-98-16,4 0-44 0,3 0-83 15,3 0-81-15,7 3-2 0,2-2 59 16,4 0-28-16,3-1-103 0,0 0-43 16,1-1-40-16,-2-4-99 0,0-3-179 0,-1 2-155 15,-3-1-523-15,-4 1-508 0</inkml:trace>
  <inkml:trace contextRef="#ctx0" brushRef="#br0" timeOffset="22118.269">26714 3120 828 0,'0'0'23'16,"0"0"1818"-16,0 0-1411 0,0 0-88 15,0 0 46-15,0 0-52 0,0 0-78 0,0 0-82 16,0 0-65-16,85 64-49 0,-62-64-39 16,-1 0-23-16,-2-7-30 0,0-1-124 15,0 0 12-15,-7 0-10 0,-1-1-16 16,-4 3-21-16,-3 0 20 0,-4-1 39 15,-1 2 130-15,0 1 45 0,-3 1 71 16,-4-1-9-16,-6 2 13 0,0 2-39 16,-2 0-43-16,-4 4 11 0,-1 6 14 15,-3 4-4-15,-2 5 6 0,3 4 24 16,1 1 26-16,4-1-20 0,6-1-37 16,6-1-24-16,5-4 28 0,0-3 20 0,11 1 25 15,9-1-40-15,3-1-39 0,7-1-28 0,5-1-9 16,6-4-52-16,5-2-132 0,1-4-105 15,8-1-214-15,-15 0-783 0,20-10-1439 0</inkml:trace>
  <inkml:trace contextRef="#ctx0" brushRef="#br0" timeOffset="22306.463">27286 3209 1132 0,'0'0'1684'0,"0"0"-1312"0,0 0-126 0,0 0 52 16,0 0 6-16,87 48-87 0,-45-43-68 16,9-5-75-16,3 0-67 0,2-10-7 15,0-3-75-15,-5-2-195 0,-4-5-86 0,-12 5-266 16,7-13-985-16</inkml:trace>
  <inkml:trace contextRef="#ctx0" brushRef="#br0" timeOffset="22562.196">27729 2846 368 0,'0'0'395'16,"0"0"1274"-16,0 0-1048 0,-46 73-146 15,35-44-71-15,2 8-65 0,1 1-101 0,2 5-65 16,2 2-44-16,-3 2-3 0,1 4-38 16,-2 2-5-16,-1 1-37 15,-2 0-1-15,-3-1-11 0,2-1-23 0,0 0-11 16,0-2-24-1,2-1 22-15,2-5-20 0,3-7-2 0,2-4-13 16,3-6 4-16,0-3-22 0,0-6-9 0,0-6-4 0,0-3-8 0,3-2-38 16,-1-5-12-16,-1-2-19 0,2 0-35 15,2-5-68-15,3-8-130 0,-1 2-249 16,9-20-819-16</inkml:trace>
  <inkml:trace contextRef="#ctx0" brushRef="#br0" timeOffset="22744.2">27956 3418 1838 0,'0'0'1083'15,"0"0"-606"-15,0 0-239 0,-12 69 1 16,9-47 116-16,-2-4-14 0,2 1-92 16,0-5-120-16,2-4-89 0,0 1-40 15,1-6-49-15,0-2-46 0,0 0-89 16,0-3-45-16,0 0-57 0,0-8-170 15,0 0-743-15,0-15-1047 0</inkml:trace>
  <inkml:trace contextRef="#ctx0" brushRef="#br0" timeOffset="22888.19">27962 3109 893 0,'0'0'2182'0,"0"0"-1448"0,0 0-347 0,0 0-114 16,0 0-85-16,0 0-19 0,0 0 21 0,0 0-49 15,0 0-83-15,82 51-58 0,-66-45-19 16,3-1-39-16,-2-3-180 0,3-2-128 0,-6 0-387 0,7 0-1086 0</inkml:trace>
  <inkml:trace contextRef="#ctx0" brushRef="#br0" timeOffset="23191.706">28192 3319 620 0,'0'0'1956'16,"0"0"-970"-16,0 0-812 0,0 0 8 15,-9 69 129-15,16-61-50 0,6 2-24 0,1-5-65 16,9-2-88-16,3-1-84 16,4-2-61-16,4-7-56 0,2-4-95 0,-2-5-64 15,1 0-131-15,-5-4-210 0,-5 2-118 16,-7-1-246-16,-6 1 151 0,-6-3 171 16,-6 3 659-16,0 4 571 0,-7 2 413 15,-4 6-351-15,-3 6-78 0,-1 1-109 0,-5 12-68 0,-2 6-54 16,-2 4-26-16,-2 2-32 0,3 2 24 15,0-1 3-15,7-3-95 0,4-2-88 16,3-6-53-16,4-3-14 0,5-5-43 16,0-1 0-16,3-2-52 0,8-4-9 15,4 0 4-15,8-7-31 0,7-7-80 16,5-5-80-16,6-5-124 16,2-3-222-16,4-5-209 0,-11 7-406 15,18-23-178-15</inkml:trace>
  <inkml:trace contextRef="#ctx0" brushRef="#br0" timeOffset="23414.955">28947 2714 212 0,'0'0'395'0,"0"0"-66"0,0 0 1119 15,0 0-929-15,0 0-147 0,0 0-13 16,-23 69-4-16,20-39-54 0,0 6-10 16,-2 4-41-16,-1 4-45 0,-3 4 26 15,-2 0-9-15,-2 1-49 0,-4-1-40 0,-1-3-72 16,3-1-40-16,-1-2-21 0,5-5-3 15,5-4-28-15,4-1-8 0,2-6 3 16,6-2-9-16,7-3-49 16,3-5-43-16,3-2 13 0,-2-3 8 0,3-5 0 15,-2 1-58-15,0-7-228 0,1 0-338 0,-7 0-629 16,2 0-715-16</inkml:trace>
  <inkml:trace contextRef="#ctx0" brushRef="#br0" timeOffset="24338.02">29421 3319 254 0,'0'0'1657'0,"0"0"-877"0,0 0-404 0,0 0-232 15,0 0-32-15,0 0 5 0,0 0 39 16,0 0 58-16,-86 48-38 0,61-21-31 16,-3 2-20-16,5-1-4 0,3-4-28 15,4-3-13-15,7-7-18 0,3-5 3 16,6-5-4-16,0-1 4 0,0-2-19 15,0-1-25-15,4 0-5 0,6-6-16 16,7-4-77-16,6-5-55 0,7-8 18 0,4-2-56 16,3-5-48-16,0-2-49 15,2-2 5-15,-1-6-170 0,1-2-69 0,0-2 4 16,-5-3-62 0,-1 0-124-16,-7 2 341 0,-4 0 231 0,-5 5 111 15,-8 7 293-15,-5 3 199 0,-1 10 41 16,-3 5 61-16,0 7-92 0,0 4-102 15,0 1-111-15,0 3-77 0,-3 0-65 16,2 3-64-16,-5 8-21 0,-3 10 47 16,-5 6 87-16,0 10 20 0,-2 3-53 15,0 7-16-15,-3-2-49 0,2 2-58 0,-3 1-40 0,1-3-13 16,3-4-15-16,4-3-15 0,3-6-45 16,6-4-32-16,3-6-52 0,6-3-63 15,8-5-124-15,9-5-165 0,-4-5-485 16,24-5-656-16</inkml:trace>
  <inkml:trace contextRef="#ctx0" brushRef="#br0" timeOffset="24620.701">30053 3300 859 0,'0'0'2111'16,"0"0"-1651"-16,0 0-213 0,-54 78 118 0,40-54 47 16,2-1-64-16,7-6-97 0,2-5-114 15,3-3-76-15,3-1-61 0,8-2 1 16,6 1-1-16,4-7 0 15,7 0-48-15,2-2-58 0,3-9-26 16,2-4-2-16,-4-1-2 0,0-1 13 16,-8 0 15-16,-4-1 3 0,-7 0 5 0,-4-4 41 15,-6 1 31-15,-2-1 28 0,-4-1 56 16,-6 3 0-16,-1 0-6 16,-4 5 30-16,-1 7-24 0,-1 2-56 15,-2 6-9-15,1 0 9 0,-1 6 22 0,2 4-4 16,0 2-18-16,3-1-12 0,4 2-91 0,0 0-58 15,4-2-235-15,5 0-324 0,1-4-475 16,4-1 14-16</inkml:trace>
  <inkml:trace contextRef="#ctx0" brushRef="#br0" timeOffset="24759.108">30484 3338 1596 0,'0'0'1073'0,"0"0"-460"0,0 0-175 0,81 14-44 15,-53-14-80-15,0 0-123 0,3-7-80 16,3-4-65-16,3-6-46 0,2-2-144 15,-3-5-156-15,1-2-205 0,-10 7-653 16,5-12-748-16</inkml:trace>
  <inkml:trace contextRef="#ctx0" brushRef="#br0" timeOffset="25006.523">30855 2913 767 0,'0'0'62'15,"0"0"1799"-15,0 0-1341 16,0 0-59-16,0 0 8 0,-52 79-66 0,42-50-126 15,2 8-78-15,-1 3-55 0,1 4-38 16,-1 5-39-16,0 4 0 0,-2 1 0 0,3 2-31 0,-4 3-35 16,4-1-1-16,-3 0-2 0,4 1-22 15,-3-1 0 1,4-2-28-16,-2-4-21 0,0-3-24 0,-1-1-28 16,-2-7-28-16,3-2 46 0,-4-4 9 15,1-6 5-15,0-4 1 0,-1-5-10 16,1-4-10-16,-1-5 4 0,1-5-30 15,-2-3-113-15,-4-3-113 0,0 0-394 16,-2-8-623-16,3 3 305 0</inkml:trace>
  <inkml:trace contextRef="#ctx0" brushRef="#br0" timeOffset="25940.518">31961 3310 803 0,'0'0'166'0,"0"0"1273"0,0 0-949 16,0 0-176-16,0 0-50 0,0 0-7 16,0 0-18-16,0 0-47 0,0 0-74 15,0 0-47-15,0 0-21 0,-12-31-10 16,7 37-37 0,-4 7 41-16,-4 8 51 0,-4 5 4 15,-6 6-4-15,-3 4-21 0,4-1-19 0,0-6-12 16,6-4-15-16,4-7-16 0,6-6 9 15,3-5-21-15,3-1 0 0,0-5-55 16,0 1-46-16,9-2 24 0,8 0 22 16,5-5-28-16,7-6 9 0,4-6-9 15,4-2-45-15,-1-4-2 0,-2 3 27 16,-6-1 87-16,-2 3 16 0,-10 3 0 0,-1 4 41 16,-10 1 18-16,-2 7 25 0,-1-1-28 15,-2 4-33-15,0 0-23 0,0 11-41 16,-2 8 41-16,-4 6 46 0,-3 12 19 15,1 4 28-15,-2 7 9 0,-1 4 12 16,1 3-4-16,-2 4-27 16,-4 3-31-16,2 3 24 0,-3-3-59 15,1-2-17-15,-2-1-13 0,2-9-23 0,-1-3-32 16,0-1-42-16,0-6-59 0,-1-1-53 0,-1-6-182 16,5-9-550-16,-5 3-605 0</inkml:trace>
  <inkml:trace contextRef="#ctx0" brushRef="#br0" timeOffset="26694.29">28197 4563 241 0,'0'0'2537'0,"0"0"-2028"0,0 0-207 0,0 0-62 16,0 0-29-16,0 0-54 0,0 0 1 15,0 0 19-15,0 0-35 0,94 32-96 0,-66-48-21 16,0-3-25-16,2-7-23 0,2-1-26 15,1-2-22-15,-5-2-12 0,-2 2-38 16,-3 3-16 0,-9-2 19-16,-3 5 26 0,-5 3 20 0,-6 2 6 15,0 1 10-15,-3 2 21 0,-5 4 35 16,-2 2 51-16,0 3 9 0,-1 3-13 16,-4 3-19-16,0 6 4 0,-4 7 22 0,-3 11 27 15,0 5 28-15,-4 9 0 0,1 4-26 16,-1 3 7-16,1 1-19 0,3 0-6 15,5-7-1-15,2-4-12 0,5-6 0 0,7-10-9 16,3-6-14-16,0-4-29 0,9-2-34 16,4-7-12-16,3 0 3 0,5 0-40 15,4-12-34-15,3-5-53 0,6-7-91 16,0-2-175-16,5-8-293 16,1-3-614-16,-12 8-184 0</inkml:trace>
  <inkml:trace contextRef="#ctx0" brushRef="#br0" timeOffset="26909.727">28932 3851 245 0,'0'0'1615'0,"0"0"-809"0,0 0-318 0,-8 89-71 16,2-51-66-16,-2 9-60 0,0 1-27 0,-1 2-48 16,-1 4-16-16,0 1-10 0,-3-1-41 15,0 4-43-15,-1-3-54 0,1-1-52 16,1-4-3-16,2-5-15 15,4-7-22-15,2-3-57 0,4-11-25 0,0-5-34 16,9-7 12 0,2-6 3-16,6-6-60 0,3-4-97 15,2-10-86-15,7-9-165 0,-7 4-499 16,15-24-657-16</inkml:trace>
  <inkml:trace contextRef="#ctx0" brushRef="#br0" timeOffset="27142.775">29200 4032 772 0,'0'0'1932'0,"0"0"-1566"0,0 0-88 0,0 0 103 0,-19 72-80 16,15-35-72-16,0 4-49 0,0 1-22 15,-2 5-23-15,1-2-21 0,-1 0-31 16,0 3-37-16,1-4-10 0,-1-2-34 16,2-3 0-16,1-6-2 0,3-2-12 31,0-7-3-31,7-5-7 0,4-3 10 15,3-7-46-15,2-2-13 0,2-4-24 0,0-3-50 0,-2-4-53 0,1-8-78 16,-3-4-260-16,-1-5-530 0,-4 3-500 16,-6-11 623-16</inkml:trace>
  <inkml:trace contextRef="#ctx0" brushRef="#br0" timeOffset="27300.316">29068 4370 411 0,'0'0'2395'15,"0"0"-1972"-15,0 0-61 0,0 0-8 16,0 0 9-16,0 0-128 15,0 0-102-15,0 0-26 0,0 0 50 0,0 0-4 16,106 14-59-16,-63-14-57 0,2-6-36 16,-2-5-1-16,-4-2-70 0,0-2-80 15,-3-3-83-15,0 0-69 0,2-1-204 0,-14 2-521 0,16-5-658 0</inkml:trace>
  <inkml:trace contextRef="#ctx0" brushRef="#br0" timeOffset="27585.203">29856 4193 1087 0,'0'0'2419'16,"0"0"-1980"-16,0 0-163 16,0 0 22-16,-87 52 9 0,58-31-77 0,1-1-50 0,0 4-74 15,5 1-54-15,2-1-25 16,6-3-5-16,7-2-4 0,1-2-18 0,7-1-11 0,0-1-4 16,8-1-10-1,4 3 7-15,6 0 6 0,1-2 9 16,1-1-18-16,2-2-4 0,-2 2-2 0,-3-3 0 15,-1-2-4-15,-1 0-2 0,-5 0-10 0,-3 0-6 16,-1-1-6-16,-5 1 9 0,-1-1 1 16,0 2-4-16,-4-2 0 0,-8 0-34 15,-1 1-16-15,-2-3-21 0,-4-1-47 16,-4-2-94-16,-3-1-139 0,-2-2-280 0,0 0-591 16,5-1-396-16,-10-11 1540 0</inkml:trace>
  <inkml:trace contextRef="#ctx0" brushRef="#br0" timeOffset="28325.963">30706 4569 1164 0,'0'0'117'15,"0"0"1119"-15,0 0-782 0,0 0-42 16,94 48-57-16,-50-37-50 0,3-3-73 0,4-3-74 0,-3-4-84 16,3-1-27-16,-4-1-47 0,-1-6-14 15,-5-3-75-15,-4-1-126 0,-6-2-64 16,-6-1-106-16,-8 1-224 0,-5-1-526 16,-7 3-405-16,-5-5 1289 0</inkml:trace>
  <inkml:trace contextRef="#ctx0" brushRef="#br0" timeOffset="28567.874">31020 4592 68 0,'0'0'1878'0,"0"0"-1237"0,0 0-210 0,-50 94-70 0,34-57-57 16,0 7-2-16,-3 6-57 0,1 6-77 16,-3 2-47-16,-3 6-47 0,-3 2-13 15,-2 1-14-15,0-6 8 0,3-3-9 16,4-13-12-1,7-7-22-15,4-9-12 0,6-8-14 0,1-4 12 0,4-7-11 16,0-2 1 0,0-5-19-16,4 1-76 0,1-4 11 15,6 0-28-15,4-7-31 0,3-5-60 16,3-10-188-16,4-3-282 0,0-6-514 0,-7 7-593 16,7-22 1792-16</inkml:trace>
  <inkml:trace contextRef="#ctx0" brushRef="#br0" timeOffset="28796.422">31025 4704 961 0,'0'0'1067'15,"0"0"-601"-15,0 0-37 0,0 0 9 16,0 0-89-16,0 0-101 0,0 0-47 0,21 74-20 16,-21-45-29-16,0 6-7 0,0 5-31 15,-7 2-10-15,0 5-18 0,-3 0-28 16,0 3-27-16,-1 2-29 0,-1 0 1 0,-3-2-3 15,-2-5-1-15,-1-1-21 0,1-4-5 16,3-5-4-16,1-5-24 0,4-4-25 16,5-7-9-16,2-5-34 0,2-5-44 15,0-7-47-15,0-2-147 0,0 0-263 0,6-11-504 16,-3 2-801-16,2-15 1867 0</inkml:trace>
  <inkml:trace contextRef="#ctx0" brushRef="#br0" timeOffset="29001.683">30875 5109 1444 0,'0'0'312'15,"0"0"1000"-15,0 0-901 0,0 0-132 16,0 0 17-16,0 0-3 0,0 0-61 16,104-6-81-16,-68-1-46 0,6-3-47 0,3 2-49 15,3-4-9-15,0 0-34 0,-1 2 1 16,-4 0-16-16,-4 1-124 0,-4 4-90 15,-5 1-109-15,-7 1-314 0,3 1-877 0</inkml:trace>
  <inkml:trace contextRef="#ctx0" brushRef="#br0" timeOffset="29977.952">31426 5555 614 0,'0'0'173'15,"0"0"1494"-15,0 0-1177 0,0 0-218 16,0 0-55-16,0 0 36 0,0 0-51 16,0 0-58-16,14-69-36 0,-14 58-43 15,0 2-3-15,0 2-24 0,0 1 21 16,0 1 15-16,0 4 65 0,0 0 6 15,0 1-56-15,0 0-27 0,0 0-23 0,-2 0-8 0,2 0 3 16,0 0-1-16,0 0-18 0,0 0-13 16,0 0-2-16,0 0-2 0,0 0-1 15,0 0-9-15,0 0 9 0,0 0 0 16,0 0-9-16,0 0 12 0,0 0 0 16,0 0 3-16,0 0 18 0,0 0-2 15,0 0-1-15,0 0 3 16,0 0 7-16,0 0-7 0,0 0 4 15,0 0-4-15,0 0-18 0,0 0-1 16,0 0 1-16,0 0 0 0,0 0-3 16,-1 0-12-16,-1 0-6 0,2-1 5 15,-3 1 10-15,-1 0-14 0,2 0 16 0,-7 0 0 16,1 0-23-16,-4 0 5 16,-1 0 17-16,-1 6-10 0,-1 3-9 0,-3 4 5 0,-2 3 16 0,2 2 2 15,0 4 10 1,1-1-12-16,4 1-16 0,2-4 14 0,3 1 0 0,5-7 1 15,3 1 0-15,0-3 0 0,0-2-1 16,8 1-25-16,4-4 11 0,2-3-17 16,3 1 8-16,5-3 7 0,1 0-37 15,2-4-31 1,1-4-10-16,2-3-27 0,-4-1 15 16,2 1 5-16,-6 0 4 0,-3 4 30 0,-5 2 32 15,-5 1 21-15,-4 3 16 0,0 1 25 16,-3 0 50-16,0 0-7 0,0 1-12 15,0 8-37-15,0 2 80 0,0 9 19 16,0 3-26-16,0 10-42 0,0 4-4 0,-6 4-22 16,2 4 13-16,-2-1-36 15,-1 4 2-15,-1 0-1 0,-1-1-1 0,-1 2-1 16,-2-5-1-16,4 1-17 0,-1-2-13 16,0-5-15-16,4-2-19 0,-1-3-3 15,1-4-46-15,4-2-84 0,-1-7-91 0,2-3-247 16,0-4-558-16,0-4-700 0,0-2 1729 0</inkml:trace>
  <inkml:trace contextRef="#ctx0" brushRef="#br0" timeOffset="33664.718">10448 7845 1208 0,'0'0'2008'16,"0"0"-1585"-16,0 0-309 0,0 0-64 15,78-24 92-15,-48 19 149 0,2-2-142 16,1 1-25-16,0 0-90 0,5-1-31 0,-1-1 0 0,0 4-3 15,-4-2-18-15,-4 2-25 0,-5-1-29 16,-3 3-86-16,-5-1-177 0,-5 3-92 16,-6 0-128-16,-5 0-269 0,0 0-1033 15,-12 5 1720-15</inkml:trace>
  <inkml:trace contextRef="#ctx0" brushRef="#br0" timeOffset="33851.268">10501 7930 1539 0,'0'0'387'0,"0"0"364"0,0 0-346 0,0 0-201 16,0 0-44-16,0 0 77 0,0 0 6 15,0 0-48-15,81 35-73 16,-45-28-88-16,3-1-34 0,1-4-34 16,3 2-26-16,2-3-91 0,3-1-182 0,-12 0-227 15,21 0-929-15</inkml:trace>
  <inkml:trace contextRef="#ctx0" brushRef="#br0" timeOffset="34563.028">11954 7281 1237 0,'0'0'494'0,"0"0"-159"0,0 0-8 0,17-82-75 0,-14 62-20 32,1 4 5-32,-1 2-17 0,-1 0-23 15,-1 3-38-15,1 0 20 0,-2 1 10 16,0 4 2-16,0 1-33 0,0 1-16 16,0 2-3-16,0 0-13 0,0 2 6 15,0 0-13-15,0 0-33 0,0 0-25 16,0 0-31-16,0 0-18 0,0 0-12 0,0 0 0 15,0 0-2-15,0 0-22 0,0 0 6 0,0 0-4 16,-3 0-11-16,-2 1-13 0,-2 6-9 16,-6 6 55-16,-3 6 6 0,-4 1 13 15,-3 10 23-15,3 0-2 0,-2 4-13 16,-1 0 7-16,4 4-4 0,-2 1 7 16,1 4 2-16,2 1 7 0,-2 6-10 0,3 2-36 15,-2 4-3-15,1 3 1 0,-1 1-22 16,-1 1 21-16,0-2 0 0,4 1 1 15,1-4 1-15,5-8-26 0,6-4 11 16,4-7 14-16,0-6-10 0,3-5-6 16,4-4 3-16,3-4-7 0,0-5-2 15,2-1-3-15,0-5-10 0,0-1-24 0,2-1 24 0,-2-5 13 32,-2 0 24-32,0 0 2 0,-3 0-2 0,-2 0-24 0,-1 1-7 15,0 5-9-15,2 0 13 0,1 5 27 0,-1 4 6 16,0 7 15-16,-2 3-2 0,2 9-17 15,1 2 22-15,2 3-12 16,-2 4-9-16,6 2 0 0,-3 1 0 16,2 1-3-16,0 1-15 15,-3-2-6-15,0-2-1 0,1-2-2 0,-3-3-22 16,2-3-89-16,-3-3-133 0,0-2-149 16,-1-7-227-16,-1 2-765 0</inkml:trace>
  <inkml:trace contextRef="#ctx0" brushRef="#br0" timeOffset="60744.202">12787 7306 1277 0,'0'0'501'0,"0"0"571"0,0 0-844 16,0 0 68-16,0 0-35 0,0 0-25 0,14-71-3 16,-14 65 35-16,0 5-61 0,0 1-71 15,0 0-72 1,0 0-30-16,-1 1-15 0,-5 8-17 15,-4 9 34-15,0 4-5 0,-7 11 21 16,-1 7-21-16,-2 9 18 0,-3 7-13 16,1 9 28-16,-1 6-6 0,0 5 40 15,-1 5 17-15,5-1-63 0,2 4-7 16,4-3-26-16,4-1-7 0,6-3-12 0,3-6-34 16,15-6 7-16,5-10 24 0,10-9-9 0,6-9-31 15,3-8-2-15,7-11-43 0,3-5-40 16,1-8-31-16,3-5-34 0,-2-2-103 15,0-8-253-15,-15 3-546 0,10-14-687 0</inkml:trace>
  <inkml:trace contextRef="#ctx0" brushRef="#br0" timeOffset="61159.536">13481 7913 1296 0,'0'0'1745'0,"0"0"-1546"0,0 0-161 0,-71-66 51 0,49 52 127 16,2 9 78-16,-2 5-24 16,3 5-21-16,-1 15-33 0,-1 9-13 15,-3 10 48-15,0 8-65 0,-2 7-31 16,2 0-18-16,1-1-31 0,7-7-30 16,5-10-22-16,3-9-41 0,8-9-13 15,0-8-1-15,8-7-23 0,6-3 24 0,7-4 3 16,8-12-3-16,4-9-48 0,6-8-52 15,3-4-37-15,1-4-18 16,-4 0 12-16,-4-2 24 0,-4-1 9 16,-5 2-3-16,-4-1-22 0,-5 4 21 0,-3 7 58 15,-6 8 56-15,-2 10 43 16,-5 8 65-16,0 6 0 0,-1 0-16 0,0 12 30 16,0 8 28-16,0 6-25 0,-1 7-13 15,-2 4-6-15,-1 2-18 0,1 0-15 16,1-2-18-16,2-2-55 0,0-5-1 0,5-6-24 15,2-5-5-15,0-1-3 0,2-5-46 16,-1-4-39-16,1-3-31 0,1-3-43 16,2-3-44-16,-1 0-127 0,4-9-287 15,-5 4-653-15,7-13-757 0</inkml:trace>
  <inkml:trace contextRef="#ctx0" brushRef="#br0" timeOffset="61337.399">13898 8031 3086 0,'0'0'503'15,"0"0"-266"-15,0 0 103 0,0 0 88 16,0 0-176-16,35 80-68 0,-31-60-1 16,0-1-53-16,0-1-78 0,2-1-34 0,-1-2-18 15,-1-2-25-15,-1-1-21 16,0-6-14-16,-3 1-74 0,2-2-68 16,-2-4-37-16,0-1-92 0,0 0-188 15,0 0-477-15,0-14-642 0</inkml:trace>
  <inkml:trace contextRef="#ctx0" brushRef="#br0" timeOffset="61481.794">14042 7800 1163 0,'0'0'2439'0,"0"0"-2014"16,0 0-255-16,0 0 119 0,0 0-52 0,0 0-90 0,0 0-42 16,0 0-90-16,88-22-15 15,-68 18-163-15,3-2-132 0,-3 1-210 0,-6 2-914 16,6 0-1173-16</inkml:trace>
  <inkml:trace contextRef="#ctx0" brushRef="#br0" timeOffset="61730.044">14421 8046 3011 0,'0'0'498'16,"0"0"-286"-16,0 0-102 0,0 0 88 15,0 0-9-15,0 0-77 16,0 0-13-16,0 0-6 0,0 0-56 15,88 80-10-15,-69-59 7 0,-2 8-3 16,2 6 0-16,-2 7 64 0,-1 4 196 16,-4 1-157-16,-1 1-76 0,-5 1-36 15,-2-4 2-15,-1-1-6 0,-3-1-17 16,0-6-1-16,0-5 0 0,-4-5-24 16,-1-5 3-16,-2-9-10 0,2-6-30 0,-3-3-45 0,2-4-14 15,-4-9-36-15,0-6-63 0,2-9-187 0,0-8-338 16,5 5-531-16,-6-26-507 0</inkml:trace>
  <inkml:trace contextRef="#ctx0" brushRef="#br0" timeOffset="61876.479">14635 7818 2929 0,'0'0'463'0,"0"0"-313"0,0 0-11 0,87-21 6 16,-61 10-135-16,-3 0-10 0,-1-1-145 15,0-4-211-15,-5 3-739 0,3-13-1145 0</inkml:trace>
  <inkml:trace contextRef="#ctx0" brushRef="#br0" timeOffset="62146.317">15195 7119 3387 0,'0'0'437'0,"0"0"-233"32,0 0-22-32,0 0 234 0,85 88-88 0,-59-57-53 0,1 9-71 15,-1 4-59-15,-1 4-48 0,-6 4-30 16,-1 4-19-16,-5 1-48 0,-1 3 0 0,-2 3-1 16,-1 1-25-16,-1 2 12 0,-1-1 13 31,-2 0-13-31,-4-4-47 0,-1-4-51 0,-6 0 9 0,-8-5-16 15,-5-3-11-15,-7-5-44 0,-7-4-81 16,1-7-174-16,-5-3-201 0,12-13-357 0,-5-3-519 16</inkml:trace>
  <inkml:trace contextRef="#ctx0" brushRef="#br0" timeOffset="62761.969">16462 6548 1375 0,'0'0'248'16,"0"0"863"-16,0 0-633 0,0 0-27 0,0 0-108 15,0 0 20-15,63 86 4 0,-47-44-97 16,-2 11-41-16,-3 11-37 0,-6 10-41 16,-2 15 4-16,-3 8-34 15,0 10-64-15,-7 9-6 0,-2 9 7 16,-2 2-22-16,1 5-36 0,0 1-26 16,0-1 25-16,2-1-1 0,3-4-13 0,3 0-34 0,2-6-14 0,0-7-19 15,2-8-21-15,0-7-9 0,1-11-6 16,0-10-12-16,0-10-4 0,0-8-16 15,0-9-88-15,3-8-197 0,-2-10-226 16,-1-10-698-16,-2-5-1018 0</inkml:trace>
  <inkml:trace contextRef="#ctx0" brushRef="#br0" timeOffset="63684.896">18159 7545 85 0,'0'0'225'0,"0"0"10"0,0 0 29 0,0 0-7 15,0 0-32-15,55-71-20 0,-42 51-20 16,-3-3 561-16,2-1-446 0,-7-1-132 15,0-3-59 1,-4 3-7-16,-1-5 10 0,-3 2 32 0,-8 1 37 0,1-1-23 16,-5 3-44-16,0 1-17 0,0-1 22 15,-2 7 10-15,2 0-4 0,-2 4 39 16,3 6-21-16,-1 5-36 0,-2 3-11 16,-3 7-10-16,-5 14-1 0,-2 13 10 15,-2 14 6-15,-4 13 18 0,3 6 17 0,1 7 25 0,3-4-79 31,7-4-64-31,7-7-18 0,6-15-18 0,6-10 16 0,3-11-19 0,12-9 0 32,7-9 5-32,3-5 14 0,6 0 0 15,6-12-31-15,2-6-25 0,-2-6 1 0,-1-2-19 16,-3-3 42-16,-3-4 7 16,-3 0-12-16,-5 4 2 0,-5-1-21 0,-2-1 6 15,-7 5 31-15,0 5 21 16,-3 4 9-16,-2 5 9 0,-2 8 4 0,2 4-20 0,-3 2 25 15,3 11 40-15,-1 9 21 0,-1 5 10 16,-1 6-7-16,0 4-28 0,0-5-51 0,0 2-12 16,3-7-21-16,5-6-48 15,3-3-38-15,2-5 1 0,4-6-10 16,1-6-46-16,5-1-104 0,1-3-195 16,0-10-189-16,-6 3-493 0,6-15-255 0</inkml:trace>
  <inkml:trace contextRef="#ctx0" brushRef="#br0" timeOffset="63852.646">18590 7474 2790 0,'0'0'477'0,"0"0"-178"0,0 0-75 0,6 78 129 16,-6-49-39-16,0 1-12 0,0 1-84 15,-1-5-96-15,1-3-73 16,0-4-49-16,0-2-14 0,0-5-50 16,0-1-76-16,1-5-38 0,-1-2-29 15,0-4-56-15,0 0-113 0,-3-7-305 16,0-2-754-16,-5-13-265 0</inkml:trace>
  <inkml:trace contextRef="#ctx0" brushRef="#br0" timeOffset="63984.846">18544 7319 2470 0,'0'0'634'16,"0"0"-273"-16,0 0-48 0,0 0 55 16,79-6-45-16,-51 6-88 0,1-2-94 15,-2 2-93-15,4 0-48 0,-3 0-74 16,-2 0-160-16,0 2-156 0,-6 2-386 0,1 1-1634 15</inkml:trace>
  <inkml:trace contextRef="#ctx0" brushRef="#br0" timeOffset="64237.518">18949 7694 3295 0,'0'0'428'0,"0"0"-368"0,0 0-3 0,0 0-4 0,0 0-2 15,90 37-4-15,-67-22 6 0,-3 6-15 16,-3 5-25-16,-1 3 24 0,-7 6 7 16,-4 2-22-16,-5 1 25 0,0 5 30 15,-7 1-18-15,-3 0-15 0,-6-1-1 16,3-2-15-16,-3-9-6 0,6-5 5 16,0-9-26-16,5-7-1 0,2-6-1 0,1-5-14 0,2-2-41 15,0-14-105-15,0-9-118 0,0-4-114 16,5 2-292-16,3-21-720 0</inkml:trace>
  <inkml:trace contextRef="#ctx0" brushRef="#br0" timeOffset="64376.166">19026 7490 3089 0,'0'0'443'0,"0"0"-202"15,0 0-59-15,0 0 181 0,96-4-87 16,-60 4-101-16,2-3-67 0,3-2-108 0,-2 1 0 15,0-4-96-15,-4-1-190 0,-9 6-273 0,4-8-1059 16</inkml:trace>
  <inkml:trace contextRef="#ctx0" brushRef="#br0" timeOffset="64618.174">20117 7172 3587 0,'0'0'617'31,"0"0"-393"-31,0 0 20 0,-73 72 78 0,46-37 10 16,3 5-74-16,2 6-85 0,5 4-67 0,0 2-31 0,3 3-27 15,3-1-48-15,2-4-3 0,4-4-15 16,5-3-12-16,0-8-15 0,11-6-13 16,9-7 1-16,2-5-4 15,2-6-2-15,0-4-10 0,-1-7-30 16,-1 0-43-16,-4-7-39 0,-1-5-51 0,-4-6-108 15,0-2-223-15,-6-5-392 0,-2 3-320 16,-5-14-344-16</inkml:trace>
  <inkml:trace contextRef="#ctx0" brushRef="#br0" timeOffset="64775.128">19923 7403 3037 0,'0'0'548'0,"0"0"-308"0,0 0 56 0,0 0 105 15,0 0-32-15,94 12-45 0,-53-12-130 16,6 0-103-1,2-5-45-15,0-2-46 0,0-3-21 0,-4-1-83 0,-2-2-75 16,-1-3-50-16,-5-1-96 0,-11 5-318 16,6-9-738-16</inkml:trace>
  <inkml:trace contextRef="#ctx0" brushRef="#br0" timeOffset="64975.485">20800 7074 3424 0,'0'0'531'0,"0"0"-361"15,77-14 82 1,-39 7 79-16,6-2-74 0,1-1-137 0,3 0-120 16,0-1-43-16,0 1-9 0,-3-2-19 15,-2 0-122-15,-4 0-137 0,-6 1-130 16,-10 4-256-16,-4-4-760 0</inkml:trace>
  <inkml:trace contextRef="#ctx0" brushRef="#br0" timeOffset="65181.24">20873 7113 1979 0,'0'0'683'16,"-36"75"-26"-16,20-35-52 0,-4 7-56 15,4 8-201-15,1 0-136 0,4 2-99 16,3-2-34-16,3-3-33 0,2-2-10 0,3-2-36 0,0-4-1 15,0-3-1-15,0-5 0 0,2-5 0 16,4-6-1-16,-1-2-52 0,1-10-21 16,2-1-65-16,0-6-39 0,-1-2-11 15,-2-4-31-15,0 0-67 0,1-7-206 16,-2-1-516-16,-1-12-356 0</inkml:trace>
  <inkml:trace contextRef="#ctx0" brushRef="#br0" timeOffset="65604.769">20959 7085 1129 0,'0'0'1024'16,"0"0"-652"-16,0 0-117 0,0 0 47 0,0 0 33 16,0 0-28-16,0 0-11 0,0 0-14 15,0 0-59-15,19 70-1 0,-19-41 32 16,0 3-62-16,0 5-55 0,-5 4-6 15,-3 1-1-15,-1 4-33 0,-2 0-27 16,1 0-28-16,-3 4-21 0,-3 1-1 16,1-1-20-16,-1 3-1 0,1 0-1 15,1-5-43-15,4-3 21 0,1-3-28 0,6-8 16 0,3-4-6 16,0-8-1-16,5-6-2 0,7-4-25 0,2-6-15 16,3-3 0-16,0-3-18 0,3-4-50 15,0-7-55-15,-2-3-100 16,-1-3-155-16,-4-1-204 0,-4 4-424 15,-2-9-418-15</inkml:trace>
  <inkml:trace contextRef="#ctx0" brushRef="#br0" timeOffset="65827.337">20836 7542 2944 0,'0'0'625'15,"0"0"-209"-15,0 0-293 0,0 0 68 16,0 0 38-16,83-32-26 0,-51 26-12 16,4-1-66-16,4 0-61 0,1 0-9 15,-1 2-15-15,0-3-40 0,-1 4-25 0,-3-3 4 16,-4 2-34-16,-2-2-40 0,-7 2-82 0,-3-1-82 16,-5 2-119-16,-6 1-299 0,-5-1-904 0</inkml:trace>
  <inkml:trace contextRef="#ctx0" brushRef="#br0" timeOffset="66254.436">21448 7616 3064 0,'0'0'611'15,"0"0"-309"-15,0 0-48 0,-81 13 124 16,45 7 3-16,-4 3-67 0,1 6-68 16,-1 2-52-16,4 0-40 0,5-1-3 15,7-2-64-15,5-8-45 0,9-2-22 0,7-6-20 16,3-3-13-16,8-4 1 0,9-2 0 16,6-3-18-16,9 0-42 0,5-10-37 15,0-2-21-15,3-5 0 0,-3 1 27 16,-1 0 21-16,-6-1-3 15,-1 3-9-15,-7 2 0 0,-5 1 33 16,-5 3 61-16,-7 4 1 0,-2 4-1 16,0 0 0-16,-3 5 49 0,0 8 60 15,0 6 19-15,-3 7-13 0,-3 5-15 0,-4 5-12 16,0 7 6-16,-1 1-19 0,-1 10 1 16,-1-2-28-16,5 2-30 0,-1 0-18 15,0-3-2-15,2 0-16 0,1-3 0 0,0-4-12 16,1-2-31-16,2-1-23 0,-1-5-13 15,4-5-18-15,0-1-94 0,0-7-126 16,0-3-338-16,0-7-589 0,7-1-1063 0</inkml:trace>
  <inkml:trace contextRef="#ctx0" brushRef="#br0" timeOffset="68012.795">18103 9212 1603 0,'0'0'225'0,"0"0"-105"0,0 0 6 0,0 0 40 16,0 0 505-16,-46-68-367 0,36 56-116 16,1 4-20-16,0 2 38 0,0 6-14 15,-3 4-57-15,-2 12-13 0,-4 12 39 16,-3 10 68-16,-4 11-96 0,0 8-17 16,-3 3-18-16,3 1-24 0,2-4-1 15,6-8-15-15,6-10 3 0,8-12-58 16,3-10-3-16,6-9 0 0,11-7 18 15,5-2 31-15,6-12-49 0,4-6-3 0,5-9-70 0,-1-5-70 32,0-3-17-32,-1-6-5 0,-2-2 36 15,0-2 21-15,-1-6-13 0,-2-5-28 0,-1-2 12 16,-1-8 29-16,-7-2-14 0,0 0-23 16,-4-3-29-16,-3 1 41 0,0 6 15 15,-3 4 95-15,-3 8 17 0,2 11 6 16,-2 6 54-16,-3 10 23 0,1 3 15 0,1 10 35 15,-1 3 11-15,-2 6 14 0,-1 3-40 16,0 1-29-16,-1 2-27 0,-2 9-6 16,0 4 59-16,0 8-32 0,-3 8 22 15,-6 7 9-15,-4 7 12 0,-1 11 34 16,-5 7-20-16,1 5-36 0,-3 5-43 16,-2 0 12-16,4 2-24 0,-2-6-5 0,3-2-37 0,2-8 0 15,5-7-1-15,2-10-27 0,6-9-19 16,3-10-21-16,6-7-82 0,6-8-35 15,2-3-47-15,5-5-81 0,0-5-187 16,-4-3-459-16,11-15-433 0</inkml:trace>
  <inkml:trace contextRef="#ctx0" brushRef="#br0" timeOffset="68328.864">18412 9250 2164 0,'0'0'1205'15,"0"0"-1002"-15,0 0-133 0,0 0 75 16,0 0 155-16,7 75-14 0,7-68-82 15,7-7-7-15,7 0-120 16,7-8-37-16,5-8-40 0,2-3-26 0,1-4-100 16,0-3-55-16,-4-1-33 0,-5 1-38 0,-6-1-114 0,-8 2 8 15,-9 2 80-15,-8 1 115 0,-3 0 153 16,-12 0 10 0,-7 4 141-16,-2 3 10 0,-1 3 2 15,-2 11 28-15,2 1 2 0,2 10 3 0,0 11-6 16,1 5 13-16,1 10-32 0,-2 4 3 0,2 3 18 15,0 5-20-15,3-4-46 0,4-4-49 0,6-5-35 32,5-10-32-32,3-7 0 0,8-8 24 0,8-5 10 0,4-5-34 0,4-1-9 0,3-11-89 15,5-6-76-15,1-3-81 0,3-8-141 16,-1-1-159-16,2-2-203 0,-12 5-369 31,14-16-261-31</inkml:trace>
  <inkml:trace contextRef="#ctx0" brushRef="#br0" timeOffset="68515.666">19138 8669 2194 0,'0'0'414'16,"0"0"-82"-16,0 0 58 0,2 98 66 15,-2-51-32-15,0 7-30 0,0 2-74 16,-2 2-110-16,-4-2-30 0,-2 1-89 16,-1-2-45-16,-2-1-46 0,2-4-9 0,0-3-10 15,-1-5-14 1,4-10-12-16,3-4-19 0,1-9-9 0,2-6-10 15,0-3-106-15,0-5-81 0,0-2-67 16,-3-2-92-16,-2-1-74 0,-1-5-83 0,-2-1-536 0,-4-13-479 0</inkml:trace>
  <inkml:trace contextRef="#ctx0" brushRef="#br0" timeOffset="68667.292">18792 9141 696 0,'0'0'1434'0,"0"0"-984"0,0 0-67 0,0 0-114 16,0 0-30-16,0 0 17 0,101 2-1 0,-53-2-100 15,3 0-152-15,2-5-3 0,-2-2-60 16,-5 0-28-16,-1 0-129 16,-6 0-167-16,-9 2-295 0,6-5-956 0</inkml:trace>
  <inkml:trace contextRef="#ctx0" brushRef="#br0" timeOffset="69623.856">19799 8929 248 0,'0'0'1224'16,"0"0"-957"-16,0 0-121 0,0 0 10 0,0 0 126 15,0 0 28-15,0 0-69 0,0 0-61 16,0 0-55-16,0 0-10 0,-17 0-13 16,10 10 91-16,-2 4-3 0,-3 5-70 15,-2 5-39-15,-3 4-15 0,1 4-24 0,-4 5-8 16,1 3 7-16,1 7-7 0,-1 1-6 16,6 2-10-16,1-4-18 0,4-2 0 15,5-7-16-15,3-4-9 0,1-6-31 0,11-4 15 16,2-7-69-16,3-2-82 0,2-6-1 0,1-2-86 15,3-3-169-15,-8-3-259 0,12-3-512 0</inkml:trace>
  <inkml:trace contextRef="#ctx0" brushRef="#br0" timeOffset="70126.4">20105 9201 1975 0,'0'0'334'16,"0"0"-150"-16,0 0-100 0,0 0 87 0,0 0 115 15,0 0-85-15,0 0-25 0,0 0-72 0,0 0 23 0,-6-73-19 16,3 69 55-16,-1-1 32 0,3 4-67 16,-4 1-38-16,-3 1-24 0,-4 8-29 15,-7 6 0-15,-1 4 28 0,-2 2 12 0,-1 3 43 16,1 4-12-16,2-3-41 0,1-1-24 15,1-2-22-15,5-4-10 0,4-4-11 32,3-3-13-32,3-9 13 0,3 2-12 0,0-3 6 0,0-1-55 0,6 0-44 15,5 0 50-15,2 0-9 0,3-2-4 16,-2-3-43-16,3-1-10 0,-4-3 6 16,3 1-1-16,-3 1-13 0,3-4 0 15,-3 2 3-15,3-2 82 0,-5-1 44 16,1 2 35-16,-1-2-7 15,-2 2 20-15,-2 3 5 0,-2-1-12 0,-2 1 6 0,1 3-19 16,-3 2-3-16,-1 2-3 0,0 0 23 16,0 0-42-16,0 6 22 0,0 3 3 15,0 3 69-15,0 3-22 0,0 1-19 16,2 0-22-16,-1 1-20 0,3-3-13 16,4-3-1-16,1 1 0 0,2 1 0 15,2-2-11-15,3-1 10 16,-2-1 0-16,0-3-30 15,-2-2-41-15,-2-1-55 0,0 0-46 0,-3-3-79 16,-2 0-256-16,-2 0-461 0,-3 0-412 0</inkml:trace>
  <inkml:trace contextRef="#ctx0" brushRef="#br0" timeOffset="70379.751">20301 9337 1982 0,'0'0'379'16,"0"0"-175"-16,0 0-114 0,0 0 113 15,0 0 54-15,0 0-2 0,0 0-64 0,0 0-71 16,0 0-6-16,84 37-36 0,-76-21-12 16,0 6 0-16,-4 1-5 0,-4 2 7 15,0 3-2-15,-3-3-22 0,-1-1-23 0,-1-5-21 16,1-4-12-16,0-4-4 0,2-3-34 15,1-5-101-15,1-3-78 0,0 0-71 16,0-6-95 0,0-1-365-16,0-11-788 0</inkml:trace>
  <inkml:trace contextRef="#ctx0" brushRef="#br0" timeOffset="70532.718">20383 9182 2741 0,'0'0'542'15,"0"0"-351"-15,0 0-70 0,0 0 18 0,0 0-54 16,0 0-59-16,0 0-26 16,0 0-170-16,0 0-163 0,0 0-83 15,81 34-330-15,-62-25-856 0</inkml:trace>
  <inkml:trace contextRef="#ctx0" brushRef="#br0" timeOffset="70759.434">20666 9409 1132 0,'0'0'998'0,"0"0"-891"0,0 0-35 16,0 0 138-16,21 74 128 0,-15-46-56 15,1 3-77-15,-1 3-40 0,2 3-57 0,0 1 28 16,-2 2 2-16,-2 0-28 0,-1-2-31 16,-2-1-16-16,-1-5-16 0,0-4-19 0,0-5 6 15,0-6-34-15,0-5 0 0,-1-1 0 16,0-6-16-16,-2 0 13 0,0-4-84 0,-2-1-64 15,1 0-50-15,-3-8-128 0,-3-6-154 16,1-3-213-16,2 3-274 0,-3-14-69 0</inkml:trace>
  <inkml:trace contextRef="#ctx0" brushRef="#br0" timeOffset="70927.974">20638 9195 3209 0,'0'0'413'15,"0"0"-261"-15,0 0-58 0,0 0 57 16,0 0 9-16,0 0-101 16,87-2-59-16,-64-4-56 0,0-1-192 15,1-2-191-15,-3 1-608 0,0-9-1109 0</inkml:trace>
  <inkml:trace contextRef="#ctx0" brushRef="#br0" timeOffset="71143.504">20990 9012 2636 0,'0'0'344'0,"0"0"-158"16,0 0 133-16,0 0 50 0,62 76-110 0,-42-50-57 15,3 1-59-15,2 3-57 0,0 2-27 16,0 2-13-16,1 1-3 0,-3 3-23 16,-3-1-18-16,-4 1 2 0,-5-4-4 15,-5 0-77 1,-6-2-16-16,-1 1 4 0,-12-4-1 0,-2-2-19 15,-6-2-40-15,-3-2 16 0,0-1 42 16,1-4 19-16,0-4-13 0,7-3-112 16,6-5-105-16,8-6-131 0,0 0-129 15,6-11-651-15</inkml:trace>
  <inkml:trace contextRef="#ctx0" brushRef="#br0" timeOffset="71343.231">21700 9397 3540 0,'0'0'564'15,"0"0"-389"-15,0 0-20 0,0 0 132 0,103-39-17 0,-73 32-90 16,2 0-131-16,2 3-49 0,1 2-49 16,0 0-24-16,-2 0-86 0,-1 2-108 0,-7 0-30 15,-2 0-125-15,-6 2-287 0,-6 1-668 0</inkml:trace>
  <inkml:trace contextRef="#ctx0" brushRef="#br0" timeOffset="71512.26">21731 9518 2609 0,'0'0'460'0,"0"0"-185"0,0 0-59 0,0 0 122 15,0 0-28-15,0 0-12 0,0 0-70 16,80 7-93-16,-42-7-89 0,2-1-46 15,2-5-3-15,-1-1-33 0,-1-3-63 16,-3 2-79-16,-1-4-95 0,-3-2-218 16,-7 4-573-16,0-9-753 0</inkml:trace>
  <inkml:trace contextRef="#ctx0" brushRef="#br0" timeOffset="72430.784">22428 9146 2831 0,'0'0'398'0,"0"0"-398"16,0 0 0-16,0 0 35 0,0 0 270 15,0 0 11-15,0 0-93 0,0 0-88 16,0 0-42-16,90-79 12 0,-69 61-43 16,1 0 6-16,0-5-6 0,-2 2-25 0,2-4-34 0,-2 0-3 15,1-2-25-15,-1-2-18 16,-2 1-19-16,0 1-61 0,-2 4 5 15,-2 3 34-15,-2 5 65 0,-5 6 19 0,0 4 6 16,-4 1-5-16,-1 3 2 0,-2 1 16 16,0 0 0-16,0 0 6 0,0 0-25 15,0 0-10-15,0 2 7 16,0 6 3-16,0 5 19 0,-2 6 40 16,1 7-6-16,-1 6-4 0,1 6 25 15,1 4 13-15,0 4-19 0,0 4-19 0,0 6 52 0,0 1 37 16,0 4-25-16,0 0-55 0,0-2-40 15,-3-3-18-15,3-2-16 0,-1-5 14 16,1-3-19-16,0-8 6 0,5-4-7 16,1-5 20-16,4-5-22 0,-1-5-1 15,2-5-42-15,0 0-65 0,-3-5-49 16,-1-2-79-16,-4-4-181 0,-3-1-332 16,0-2-830-16</inkml:trace>
  <inkml:trace contextRef="#ctx0" brushRef="#br0" timeOffset="72624.552">22510 9755 2526 0,'0'0'1462'0,"0"0"-1183"16,0 0-241-16,0 0 14 0,0 0 29 16,0 0 46-16,0 0 48 0,109-31-141 15,-71 25-34-15,1 1-40 0,3 2-15 16,-2-1-44-16,-1 1-99 0,0-1-38 15,-3-1-50-15,-10 4-320 0,10-6-730 0</inkml:trace>
  <inkml:trace contextRef="#ctx0" brushRef="#br0" timeOffset="73987.579">23534 7009 1618 0,'0'0'663'15,"0"0"-160"-15,0 0-140 0,0 0-57 16,0 0-53-16,0 0-64 0,0 0-73 15,82-69-8-15,-59 54-12 0,1-1-21 0,2-3-19 0,0 1-22 0,2 0-12 16,0 0-7 0,1-1-15-16,-2-2-15 0,1 2-13 0,-3-1 3 15,0 1-3-15,0 0-6 0,-4 3-9 16,1-2-7-16,-5 6 6 0,-2 2 13 16,-4 3 18-16,-3 3 13 0,-3 1 13 15,-3 2 9-15,-1 0-10 0,-1 1-10 16,0 0-2-16,0 0-15 0,0 0-35 0,0 0-27 15,0 2-10 1,0 5-14-16,-3 5 101 0,1 8 0 16,-6 7 25-16,2 5 0 0,-3 7 13 15,-2 4 31-15,0 6 51 0,-4 4-11 0,-1 2 3 0,-7 3 68 16,0 3 33-16,-5 0-84 0,0-1-22 16,-2-1-34-16,1-2-39 0,4 0-22 0,4-6-12 15,2-4-2-15,8-6-25 16,5-5 8-16,4-6 7 0,2-4 9 15,3-3-12-15,6-2 15 0,1-4-1 16,3-2-11-16,-3-5-16 0,2-2 1 0,-4-4 8 16,0-1-45-16,0-3 15 0,2 0-4 15,2 0-36-15,0-6-22 0,2 3-3 16,-3 0 14-16,4 3-2 0,-4 0 11 16,3 0 23-16,0 5 32 0,-3 2 20 0,1 0 15 15,-4 5 1-15,0-1 133 0,-1 2-5 16,-5 4-23-16,1-2-21 0,0 3-22 15,-3-1 3-15,2 1-16 0,-1 1-18 0,1 3-4 16,1 3-5-16,0 2-10 0,-2 2 1 16,0 5 2-16,-1 2 13 0,0 4-7 31,0 2 4-31,0 3 15 0,-2 3-13 0,0 0-6 16,1 0 7-16,1-2-7 0,0-1-8 0,0 2-13 15,7 0-27-15,3-3-3 0,0 4 11 16,0-4 1-16,1 2-10 0,-2 0 16 15,-1-2-6-15,-3-1-19 0,-2-2-9 16,0-4 6-16,-3 0 39 0,0-3 1 0,-6-4 3 16,-2 0 7-16,0-5-10 0,-1 0-15 0,-2-6-1 15,2-2 1-15,-1-3-7 0,0-4-9 16,2-1-6-16,0-2 3 0,-3 0 4 16,1 0-17-16,-2-2-15 15,-1 1-15-15,3 0-13 16,-1 0-4-16,-1-1-76 0,4-4-119 0,-1 0-86 15,-2-1-105-15,3 0-208 16,-5 0-478-16</inkml:trace>
  <inkml:trace contextRef="#ctx0" brushRef="#br0" timeOffset="77155.654">15505 8400 1223 0,'0'0'632'16,"0"0"-191"-16,0 0-160 0,0 0-133 0,0 0-51 0,0 0-1 16,0 0 295-16,0 0-159 0,0 0-64 15,0 72-20-15,0-41 30 0,0 3-11 16,-6-2-18-16,-1 0-12 0,0-1-45 0,-1-5-39 15,-1-2-37-15,3-3-16 0,1-5 0 16,2-4 2-16,2-6-2 0,1-2-17 31,0-2 1-31,0-2-27 0,0 0-53 0,0-2-3 16,6-4-6-16,3-5-23 0,3-3-23 16,1-3 101-16,3-5-67 0,-3 0 10 15,0 1 58-15,-1-3 49 0,-4 1 50 16,1-1-47-16,-2 4 10 0,0-3 12 0,-1 6 44 0,1 3-65 15,-1 3 43-15,1 5-9 0,-2 0 34 16,-2 5 16-16,-1 1-19 0,1 0-43 16,-1 0-24-16,1 7-1 15,0 1 43-15,0 4 34 0,1 3-16 16,-2 1-6-16,1 0 6 0,-1 1-13 0,-1 1-9 16,-1-2-26-16,2-1-13 0,-1-2-2 15,1 1 0-15,-1-1-2 0,1-3-18 16,-1 1 2-16,1-1-30 0,-1-1-38 0,2 1-25 0,-2 0 0 15,5-2 16-15,-3-2-43 0,1 1-41 16,0-1-79-16,2-1-28 0,-3 0-33 0,2-4-180 16,-4 1-210-16,1-2-792 0</inkml:trace>
  <inkml:trace contextRef="#ctx0" brushRef="#br0" timeOffset="77369.821">15780 8468 1876 0,'0'0'367'0,"0"0"-251"0,0 0 81 16,0 0 180-16,0 0-6 0,0 0-85 0,45 77-90 16,-35-56-45-16,3-2-72 0,-2-1-51 0,3-3-28 15,0-3-18-15,2-3-32 0,2-2-85 16,4-6-96-16,0-1-163 0,-4 0-352 15,8-9-633-15</inkml:trace>
  <inkml:trace contextRef="#ctx0" brushRef="#br0" timeOffset="77541.164">16051 8431 1873 0,'0'0'282'15,"0"0"-87"-15,0 0 44 0,0 0 96 0,-81 63 1 16,58-35-6-16,0 6-52 0,0-2-82 15,3 1-68-15,0-1-22 0,1-3-63 16,5-3-43-16,-2-2-23 0,4-3-92 16,4-7-89-16,2-2-60 0,0-6-110 0,6-4-180 15,0-2-209-15,0-4-748 0</inkml:trace>
  <inkml:trace contextRef="#ctx0" brushRef="#br0" timeOffset="77824.057">16097 8476 1289 0,'0'0'1201'16,"0"0"-1020"-16,0 0-59 0,0 0 164 31,0 0 87-31,12 68-88 0,-12-51-109 0,0 0-88 16,0-2-72-16,0 2-15 0,0-5-1 16,0-2-14-16,0-1 11 0,0-6-38 15,1 0-37-15,4-1-23 0,0-2 44 0,7-2 57 16,2-4 17-16,3-6-17 0,1-2-10 15,2-1 8-15,-1 2 0 0,-3 1 2 0,-2 5 0 16,-4 1-11-16,-1 5 11 0,-1 1 32 16,-1 0 16-16,1 7-20 0,-1 6 16 15,-1 7 25-15,-1 8-12 0,0 1-10 16,-2 6-41-16,-2-2-6 0,-1 3-1 0,0-5-71 16,0 1-164-16,0-4-138 0,0-6-428 15,0 3-1151-15</inkml:trace>
  <inkml:trace contextRef="#ctx0" brushRef="#br0" timeOffset="82680.784">5547 10721 2138 0,'0'0'1313'0,"0"0"-1028"0,0 0-112 0,0 0-57 31,0 0 76-31,0 0 47 0,0 0-39 0,0 0-46 16,0 0-65-16,0 0-49 0,82-16 0 16,-39 7 5-16,9 0-17 0,2-3-16 15,3 5-12-15,2-1-27 0,-1-1-1 0,-5 7 10 0,-4-3-10 16,-7 4-2-16,-8 1-7 0,-5 1 3 16,-5 10-6-16,-6 2-15 0,-5 5-6 15,-6 5 8 1,-7 6 22-16,0 5-18 0,-9 8 46 15,-9 2-9-15,-7 5 12 0,-2 1 15 0,-6 3 1 16,-5 1-16-16,-2 0 12 0,-5 1 16 16,-1 0-7-16,0 3 13 0,3-4 12 15,1-4-15-15,2-3 3 0,6-4 6 0,9-7-3 0,6-6-4 16,4-5 1-16,10-3-22 0,5-3-9 16,0-2 19-16,8 1 17 0,8 0 26 0,4 0-17 15,6-4-8-15,3 3-13 0,4-6-2 16,4-3-4-16,4-2 10 15,-1-5 2-15,3-1-15 0,1 0-3 16,-1-1-15-16,0-5-3 0,-1-5-21 0,-2-1-22 16,-1-2-48-16,-1-4-62 0,-1-1-55 15,-2-4-63-15,2-5-121 0,-12 9-321 16,11-19-893-16</inkml:trace>
  <inkml:trace contextRef="#ctx0" brushRef="#br0" timeOffset="82874.52">6806 11071 2194 0,'0'0'2419'16,"0"0"-2087"-16,0 0-332 16,0 0-77-16,0 0 77 0,0 0 132 15,0 0-34-15,95-24-59 0,-60 13-39 0,1-1-88 16,4 0-96-16,-5 3-59 0,-8 2-94 15,-4 4-247-15,-7 0-459 0,-6 3-355 0</inkml:trace>
  <inkml:trace contextRef="#ctx0" brushRef="#br0" timeOffset="83033.724">6788 11275 2666 0,'0'0'367'15,"0"0"-290"-15,0 0-7 0,0 0 201 0,0 0 83 16,0 0-70-16,102 18-97 0,-63-18-69 15,4 0-75-15,3-4-43 0,2 4-30 16,-1 0-29 0,-2 0 10-16,-1 4-211 0,-12-1-305 15,13 1-944-15</inkml:trace>
  <inkml:trace contextRef="#ctx0" brushRef="#br0" timeOffset="84121.429">9560 10199 691 0,'0'0'753'0,"0"0"-305"0,0 0-201 0,0 0 106 15,0 0 18-15,0 0-64 0,0 0-115 16,0 0-119-16,0 0-19 0,0 0 0 16,0 0-26-16,-4-62 36 0,0 62-36 15,-1 0-9-15,1 0-16 0,-2 0 16 16,-2 4 3-16,-3 8 16 0,-2 7 44 16,-4 8 84-16,-3 11 39 0,-2 7-56 0,-4 10-22 15,-1 4-16 1,-2 4 0-16,0 2 15 0,2-1-16 0,1-3 0 0,3-5-24 15,1-4-53-15,4-3-15 0,2-6-18 16,1-3 0-16,5-4-3 16,0-4-21-16,2-2 6 0,3-5-1 0,2-4-5 15,2-4-22-15,1-3 0 0,4-7-33 0,5-2-35 0,1-3 53 16,3-2 15-16,4 0 21 0,-2-2 4 16,2-3-10-16,-4-1 12 0,0 1 1 0,-5 4 3 31,3 1-2-31,-2 1 17 0,2 8 22 15,0 5 2-15,4 6 10 0,-4 7-3 0,3 2 3 0,0 4 0 0,1 3 6 16,-3 1-22 0,1 1-16-16,0 0 0 0,-6-1 14 15,-1 4 8-15,-3-1 7 0,-3 0 15 0,0 1-13 16,0-3-18-16,-3-2-15 0,0-3-13 16,0-1 10-16,0-2-12 0,0-2-40 15,3-1-49-15,0-4-29 0,0-1 35 16,0-3-14-16,3 0-52 0,5-2-143 15,1-3-90-15,-1 4-136 0,-1-6-247 0,2 4-726 0</inkml:trace>
  <inkml:trace contextRef="#ctx0" brushRef="#br0" timeOffset="88107.727">10569 10940 1266 0,'0'0'198'0,"0"0"-22"0,0 0-62 0,0 0 32 15,0 0 78-15,0 0-59 0,0 0-77 16,-3-66-20-16,3 54-4 0,-1 0-9 16,1-1 32-16,-2 1-48 0,2-1-7 0,0 0-32 0,-1-3-11 15,1 4 11-15,-2 0 16 0,-1 0 0 16,0 3-16-16,-1-1 2 16,0 4 8-16,-2-1 42 15,2 2 28-15,-2 2 4 0,2 1-23 16,-2 2-36-16,0-2-12 0,-1 2-13 0,1 0 1 15,0 0 11-15,-2 0-9 0,-1 0-3 16,2 2-15-16,-2 3 15 0,-2 6 13 16,4 1-11-16,-1 5 59 0,0 4 9 15,-2 4 4-15,1 4 15 0,2 4-16 16,-5 2 13-16,2 3 24 0,-2 0 20 16,0 2-29-16,2-3-13 0,1-1-20 0,-1-4-16 15,6-2-2-15,1-6-16 16,1-2-9-16,2-3-10 0,0-2-12 0,3-3 22 15,3-1-21-15,2-1 17 0,-2-2-18 0,3-3 16 16,-2 0-3-16,3-3 5 16,3-4-6-16,0 0-15 0,2 0-16 15,1 0-5-15,1-4-26 0,0-3-25 0,-1 0-3 0,1-3-26 16,-2-4 26-16,0 2-7 0,1-6 26 0,-3 1-20 16,2-2 76-16,-4-1 0 0,2-2 9 31,-1-3-24-31,-2 1 15 0,-2-3-16 0,0 3 1 15,-4 0 14-15,3 5-11 0,-3 1-2 0,-2 8 14 0,1 2 3 16,-3 1 25-16,0 5 26 0,0-2-13 0,0 4-3 16,0 0 3-16,0 0 0 0,0 0 15 31,0 0-25-31,0 0-21 0,0 0-10 0,0 0-3 0,0 0-19 0,0 0-3 16,0 6 25-16,-2 1 12 0,1 4 23 15,-1 5 2-15,1 2-11 0,1 2-4 16,0 2-3-16,0 0 3 0,3 1 43 15,3 2-33-15,2-1 24 0,1-1-16 16,2 1 13-16,3-2-13 0,1-2 31 16,1-3-12-16,4 2-34 0,-1-5-10 15,4-2 1-15,3-2-16 0,0-4 3 16,1 0 0-16,2-3-3 0,-3-2-63 16,2-1-30-16,-4-3-53 0,1-4-44 15,-1 0-36-15,-4-5-81 0,3 0-199 0,-8 1-632 16,4-12-791-16</inkml:trace>
  <inkml:trace contextRef="#ctx0" brushRef="#br0" timeOffset="89753.501">10042 10814 1641 0,'0'0'588'16,"-25"76"-142"-16,10-34-186 0,-3 13 60 15,-4 9-49-15,2 4-56 16,-3 5-45-16,4 5-25 0,3 3-4 16,6 5-20-16,0 5-22 0,7-1-12 0,3 0-7 0,5-4-12 0,9-2-68 15,4-6-12-15,7-8-47 0,7-3-27 16,6-11-19-16,5-3-51 0,3-8-123 15,6-5-131-15,1-3-209 0,-10-9-373 16,22 7-334-16</inkml:trace>
  <inkml:trace contextRef="#ctx0" brushRef="#br0" timeOffset="90215.909">12699 10814 1975 0,'0'0'159'15,"0"0"-85"-15,0 0 72 0,0 0 373 16,0 0-51-16,92 80-126 0,-69-52-112 16,6 8-41-16,3 5 60 0,1 1 27 15,3 1-64-15,3 4-53 0,-5 0-34 16,1 1-24-16,-3 2-19 0,-2 5-15 0,-3 1-22 15,-3 2-26-15,-1 6-16 16,-3 3-3-16,-6 4-16 0,-1 4 16 16,-4 3-15-16,-8 4 14 0,-1 1-23 15,-1 4 3-15,-11-2-4 0,-1-2 4 16,-1-1-3-16,-2-6-4 0,-1-4 4 16,-2-2-43-16,-1-6-21 0,-2-3-22 0,-2-3-34 15,-4-4-62-15,-3-3-64 0,-3-3-177 0,9-13-289 16,-16 11-669-16</inkml:trace>
  <inkml:trace contextRef="#ctx0" brushRef="#br0" timeOffset="90791.684">11266 11620 3414 0,'0'0'383'0,"0"0"-261"0,0 0-122 0,0 0 4 16,0 0 58-16,0 0 71 0,0 0 44 0,0 0-46 0,0 0-72 15,0 0-59-15,36 27-11 0,-22-12-17 16,1-1-24-16,0 5-82 0,1 0-120 16,-2 0-184-16,3-2-181 0,-5-3-168 15,9-2-333-15</inkml:trace>
  <inkml:trace contextRef="#ctx0" brushRef="#br0" timeOffset="90963.906">11683 11978 2892 0,'0'0'463'0,"0"0"-237"0,0 0-118 0,0 0 162 0,0 0 34 16,0 0-96-16,0 0-87 0,82 71-63 0,-72-63-39 16,0-1-19-16,0 0-25 0,-1-1-111 15,2 2-134-15,-2 0-53 0,0 2-151 16,2-2-343-16,2 6-576 0</inkml:trace>
  <inkml:trace contextRef="#ctx0" brushRef="#br0" timeOffset="91457.512">12307 12383 2541 0,'0'0'252'0,"0"0"-252"0,0 0 0 16,0 0 13-16,0 0 276 0,0 0 11 0,0 0-113 16,0 0-89-16,-16-64-25 0,7 57 12 15,-2-2 37-15,-1 4 51 0,-1 4-23 0,-5 1-26 16,-4 9-31-16,-5 9-13 0,-2 10 16 16,-6 3 8-16,4 5 31 0,2 3 0 15,6-6-31-15,4-2-31 16,7-7-27-16,4-6-25 0,7-7-21 0,1-4-1 0,0-2-24 15,6-3 1-15,5-2 0 0,5 0-1 16,5-7-39-16,7-5-46 0,2-6-15 16,0-2-19-16,2-4-4 0,-2 0-22 15,-1-1-35 1,-3 2 7-16,-3 1 45 0,-4 1 55 0,-4 3 44 16,-5 2 7-16,-1 7 47 0,-4 0 60 15,-4 7 38-15,2 2-1 0,-3 0-3 16,0 2-21-16,0 10 2 0,0 4 50 15,-6 6 17-15,3 5-3 0,-4 2-34 16,4 1-22-16,3-4-34 0,0-1-24 0,1-2-10 16,8-4-13-16,4-3 0 0,0-4 20 15,6-1-10-15,0-5-12 0,4-3-64 16,3-3-35-16,2 0-58 0,1-6-75 0,1-1-65 16,-1-4-115-16,-8 4-303 15,6-8-580-15</inkml:trace>
  <inkml:trace contextRef="#ctx0" brushRef="#br0" timeOffset="92708.961">14269 10543 848 0,'0'0'791'15,"0"0"-220"-15,0 0-144 0,0 0-108 16,0 0-76-16,0 0-33 0,12 89-29 0,0-58-4 16,5 9-26-16,2 7 4 0,3 7-18 15,-1 6 16-15,-1 7 2 0,-1 5-44 16,-4 7-53-16,-3 7-9 0,-6 8-18 15,-1 1-9-15,-5 7-4 0,0 1-16 0,0 0 10 0,-6-1-11 16,-2-3-1-16,-1-1-30 16,-2-4-1-16,1-5-3 0,0-4-24 0,3-7-60 15,3-5-18-15,4-9 19 0,0-3 1 16,3-9-25-16,7-4-48 0,1-8-79 16,2-4-98-16,0-5-105 15,-4-9-66-15,5-2-258 0</inkml:trace>
  <inkml:trace contextRef="#ctx0" brushRef="#br0" timeOffset="93910.042">16447 11060 326 0,'0'0'248'32,"0"0"-247"-32,0 0 234 0,0 0 289 15,0 0-111-15,-82-36-101 0,68 29 15 0,0 0-14 16,0 2-65-16,4 0-30 0,-1-1-42 16,4 3 2-16,1-1-11 0,1 1-18 15,3 1-43-15,-1-4-55 0,-1 4-36 0,1-4 13 16,0-2-25-16,0-1 0 15,1 1 29-15,-2 1-31 0,1-1 2 0,0 1 22 16,0 2 6-16,-4 1 35 0,2-1-29 0,-3 1 29 16,1 0 14-16,-3 1-30 0,1-1-31 15,1 2 15-15,0 1-16 0,-3 1-18 16,2 0 0-16,-2 0-1 0,-4 10 1 16,1 5 19-16,-3 8 24 0,-2 9 43 15,-1 8 50-15,-3 8-5 0,-2 7-27 0,0 4-6 16,-3 2-28-16,2 3 0 0,1-3-9 0,4-4-12 15,5-5 5-15,3-9-20 0,9-6 2 32,4-11-21-32,0-4-11 0,6-4-1 0,6-8 0 0,4 0-3 0,6-5 2 31,4-3-2-31,4-2-13 0,3-6-32 0,5-8-13 16,-1-4-3-16,3-7-30 0,-4-1-3 15,1-6-7-15,-4-1-9 0,-2-6-28 0,-2-1 40 16,-3-6-4-16,-1-2-6 0,-5 1 0 15,0-3 36-15,-1 3-30 0,-5 2-14 16,0 5 94-16,-3 5-13 0,-3 9 34 16,-2 5 1-16,-3 9 49 0,1 5 20 0,-2 6-4 15,-1 1-20-15,0 8-43 0,-1 9 67 16,0 10 33-16,0 8 3 0,0 4 10 0,0 5-38 16,-5 2-10-16,-1-1-21 0,2-1 0 15,-1-6-15-15,5-2-13 0,0-5-17 16,0-4-1-16,6-5-1 0,7-4-2 0,2-4-9 15,5-2-7-15,6-7-39 0,2-4-37 16,3-1-53-16,2-9-65 0,1-4-30 16,2-6-254-1,-8 3-600-15,9-11-613 0</inkml:trace>
  <inkml:trace contextRef="#ctx0" brushRef="#br0" timeOffset="95360.273">16591 10556 1190 0,'0'0'221'0,"0"0"-91"0,0 0-29 16,0 0 149-16,0 0 68 0,0 0 38 15,0 0-82-15,0 0-72 0,0 0-42 0,0 0 0 16,9-41-14-16,0 33 41 0,1-2-17 0,0 0 22 16,-1 3-42-16,-3 2-69 0,0 1-40 15,-3 2-23-15,-1 2-6 0,1 0-12 16,1 5-21-16,3 3 21 0,3 9 22 16,-2 2 9-16,-1 5 6 0,-3 2-3 0,-2 2 0 15,-1 0-6-15,-1-3-7 16,0-2-18-1,0-4-3-15,-1-1-2 0,-1-3-1 0,-1-5-12 16,0 2 13-16,2-5-1 0,-2-1 0 0,3-1-13 16,-1-4-18-16,1-1-34 0,0 0-16 15,0 0 13-15,0 0 18 0,0 0 15 16,0 0 10-16,0-6 6 0,5-3-12 16,3-5 34-16,3-4-16 0,1-3-41 15,-1-2 4-15,4 0 6 0,-4 1 31 0,2 2-9 0,-4 5 9 16,-1 3-12-16,1 4 21 0,0 3 4 15,-4 1 5-15,1 4-2 0,0 0 47 16,2 0 7-16,-2 4-1 0,3 3 13 16,0 5-15-16,-1 1 24 0,1 4-22 15,-2 1 22-15,-1 1-29 0,0 0-18 16,-1 2-26-16,-2-1 23 0,0-2-23 0,0 2-2 31,-1-4-21-31,1 2-1 0,-2-4-22 16,0 1-77-16,2-3-33 0,-3 3-35 15,3-2-120-15,-1 1-211 0,2-6-475 0,2 6-653 0</inkml:trace>
  <inkml:trace contextRef="#ctx0" brushRef="#br0" timeOffset="95591.747">17233 11194 3228 0,'0'0'520'16,"0"0"-227"-16,0 0-186 0,0 0-51 0,0 0 87 16,98-16 114-16,-61 6-82 0,4-2-98 15,2 0-77-15,2-1-10 0,-2 1-24 16,-3 4-12-16,-4-2-89 0,-3 6-66 16,-4 2-54-16,-6 2-94 0,-8 0-228 0,-5 0-520 15,-10 6-482-15</inkml:trace>
  <inkml:trace contextRef="#ctx0" brushRef="#br0" timeOffset="95769.791">17360 11322 1664 0,'0'0'451'0,"0"0"-124"16,0 0-104-16,0 0 67 0,0 0 42 15,0 0-1-15,0 0-69 0,0 0-73 0,93 18-52 0,-54-18-65 16,2-4-41-16,5-3-31 0,-1 0-14 15,0 0-29-15,2-2-63 0,-1-1-108 16,-1 0-104-16,-12 0-342 0,14-4-950 0</inkml:trace>
  <inkml:trace contextRef="#ctx0" brushRef="#br0" timeOffset="96076.505">18390 10771 1235 0,'0'0'2596'16,"0"0"-2188"-16,0 0-404 0,0 0 11 15,0 0-15-15,0 0 121 0,0 0 68 16,-3 87 97-16,-3-49-133 0,-1 5-83 15,-3 8 1-15,3 2-10 0,0 3-19 16,1 1 13-16,-1-1-19 0,3 0-35 0,1-2-1 0,1-5-18 0,1-2-12 16,1-4-4-16,0-5-63 0,0-3-47 15,0-4-33-15,3-7-38 0,2-3-48 16,5-6-144-16,-2-4-273 0,0-6-568 16,7-5-664-16</inkml:trace>
  <inkml:trace contextRef="#ctx0" brushRef="#br0" timeOffset="96716.003">18841 10807 2164 0,'0'0'1156'15,"0"0"-872"-15,0 0-282 0,0 0 50 16,0 0 58 0,91-78 63-16,-71 63 32 0,3-2-115 15,0 1-90-15,3-3 0 0,1 3 1 0,2-2-1 16,0 2-17-16,0 1 17 0,0 2 3 15,-2 4 31-15,-4 4 3 0,-3 1 1 16,-4 3-23-16,-4 1 4 0,-5 0 9 16,-3 3-17-16,-2 7-10 0,-2 5 29 15,0 7 57-15,-7 7 70 0,-6 6-46 0,-5 8-32 16,-5 4-20-16,-3 3 2 0,-1 3-21 0,-2-3 12 16,3-2-1-16,5-6 4 15,3-4-3-15,7-7 6 0,3-5 3 0,4-5-31 16,2-4-12-16,2-4-18 0,0-3 0 15,0-5 0-15,2 2-15 0,5-3-30 16,2-1-7-16,3 3 6 0,2 0 0 16,1 3 16-16,0 4-4 0,1 3-5 15,-2 5-1-15,-3 5 28 0,-3 7 12 16,2 3 15-16,-5 5-3 0,1 0 7 0,-2 2-16 16,2 0 12-16,2-2-15 0,1-2 0 15,3 3 0-15,2-6 0 0,2 0 1 16,1 0-1-16,0 0-1 15,-1 0 1-15,-1 0 3 0,-1 2 31 0,-2 1-7 0,-3-3-6 16,-3 1-2-16,-1-1 2 0,-4-4 0 0,-1 0-19 16,0-4-2-16,0 0-2 0,-4-4-13 31,-2-4-55-31,-2-1-46 0,-1-3-34 16,-2-2-16-16,0-6 0 0,1 0-26 15,-2-3-41-15,-3-2-94 0,-1-1-167 0,1-2-254 0,-9 0-516 0</inkml:trace>
  <inkml:trace contextRef="#ctx0" brushRef="#br0" timeOffset="117956.723">21130 11264 29 0,'0'0'2825'0,"0"0"-2272"0,0 0-258 0,0 0-150 16,0 0-35-16,0 0 29 0,0 0-8 15,0 0-28-15,0 0-17 0,0 0-20 16,-59 60-11-16,24-44 19 0,-7 1 34 15,-7 4-28-15,-10 2-46 0,-6 2-34 0,-8 0-2 16,-8 2-29-16,-2-2 6 0,-1-2 23 16,0-3-9-16,2-4 11 0,6-6 3 15,5-1 22-15,2-7-25 0,7-2-25 16,3 0-33-16,8-7-69 16,7-4-80-16,12-3-146 0,15-3-133 15,11-3-85-15,10-7-245 0,8 8-353 16</inkml:trace>
  <inkml:trace contextRef="#ctx0" brushRef="#br0" timeOffset="118187.114">20186 11247 127 0,'0'0'356'0,"0"0"1515"0,0 0-1403 0,0 0-90 0,0 0-31 15,0 0-94 1,0 0-87-16,0 0-77 0,0 0-32 0,0 0-39 16,0 0-5-16,-66 34-13 0,37-17 25 15,-3 7 25-15,-3 7-10 0,-1 2-12 0,0 4 3 16,3 2-3-16,4 0 22 0,3-1-13 15,6-5-24-15,6-4-13 0,8 1-12 16,6-6 9-16,1-3-13 0,13-1 16 16,8-2 19-16,9-1-18 0,6-2-1 0,11-3-22 0,7-1-34 15,7-2-46-15,9-3-60 0,2-3-56 16,4-3-72-16,-19 0-338 0,19-6-1039 0</inkml:trace>
  <inkml:trace contextRef="#ctx0" brushRef="#br0" timeOffset="118722.495">21958 11107 398 0,'0'0'160'15,"0"0"1849"-15,0 0-1712 0,0 0-118 16,0 0-89-16,0 0 60 0,0 0 70 16,0 0-154-16,0 0-21 0,-82-20-14 0,55 32 4 0,-1 3 22 15,2 2 41-15,1 2 5 0,5 2-18 16,3-2-34-16,5-1-7 0,7-1-16 16,4-2 0-16,1 1 3 0,4-2 10 15,5 3 2-15,2-1-24 0,2 0-17 16,2-1-1-16,-1 1 11 0,3-1 7 15,-4-1-16-15,3 2-3 0,-3-2 1 16,-1 2 8-16,-4-4 22 0,-2 1 0 16,-3-1 38-16,-1-1 70 0,-2 0-35 0,0-2-45 0,-3 1-35 15,-3-2-12-15,-2 2-10 0,-1-3-2 16,0 0-21-16,-1 0-25 0,1-3-52 16,1-3-48-16,2-1-52 0,3 0-96 15,3-3-210 1,0-8-596-16,4-4-277 0,3 0 725 0,16-15 336 15</inkml:trace>
  <inkml:trace contextRef="#ctx0" brushRef="#br0" timeOffset="118902.352">22153 11282 427 0,'0'0'1213'0,"0"0"-177"0,0 0-638 0,0 0-63 0,0 0 49 16,0 0-60-16,45 77-38 0,-45-58-67 15,0 3-52-15,0-3-60 0,0 1-72 16,0-2-35-16,0-3-40 0,0-2-31 15,0-2-88-15,-2-6-86 0,1 2-123 16,-1-6-282-16,1-1-699 0,-1 0-399 16,-2-12 1517-16</inkml:trace>
  <inkml:trace contextRef="#ctx0" brushRef="#br0" timeOffset="119044.17">22235 10962 810 0,'0'0'427'0,"0"0"1195"0,0 0-1180 0,0 0-108 16,0 0 47-16,0 0-137 0,0 0-157 16,0 0-87-16,89 12-59 0,-73-7-28 0,-3 2-133 15,0 0-129-15,-1 3-391 0,-4-1-1027 16</inkml:trace>
  <inkml:trace contextRef="#ctx0" brushRef="#br0" timeOffset="119331.175">22408 11253 1178 0,'0'0'806'16,"0"0"-210"0,0 0-101-16,0 0-17 0,0 0-30 0,98 11-147 0,-74-11-128 15,-2 1-99-15,0 2-52 0,-4-1-22 16,-2 3-3-16,-5 2-22 0,-2 4 4 0,-6 2-19 16,-3 7-4-16,-3 5 10 0,-11 2 33 15,-5 5-15-15,-4 2 1 0,-3 0-1 16,2-4 14-16,2-3 2 0,4-4 10 15,7-6 39 1,2-5 29-16,6-5-16 0,1-3-38 16,2-2 1-16,3-1 40 0,8-1 119 0,5 0-43 15,9-5-65-15,4-7-76 16,2-2-18-16,2-5-58 0,2-4-84 0,-2-1-83 16,2-2-95-16,-3-2-297 0,-6 4-604 15,4-8-787-15</inkml:trace>
  <inkml:trace contextRef="#ctx0" brushRef="#br0" timeOffset="119673.453">22870 11339 1152 0,'0'0'647'0,"0"0"44"0,0 0-333 0,0 0 32 15,0 0 62-15,0 0-107 0,0 0-106 32,0 0-38-32,0 0-86 0,0 0-66 0,81 61-49 15,-52-68 0-15,4-3-43 16,-1-2-59-16,1 0 3 0,-2-1 6 0,-3 0 18 0,-5-1 6 15,-4 1 10-15,-9 0 22 0,-5-4 37 16,-5 5 21-16,-3-1-18 0,-8 2 22 16,-4 5-25-16,-4 4-21 0,-3 2-11 15,-4 0 32-15,-1 10 52 0,-2 4 4 16,2 2-16-16,0 5-2 0,0 3 18 16,1 2 15-16,0 2-6 0,2 1-31 15,3 4-31-15,5-2-2 0,5-1 2 16,4-1 13-16,7-1-13 0,0-3-2 0,12-1 39 15,7-4-1-15,7-1-39 0,8-5-49 16,8-2-22-16,6-5-32 16,8-1-43-16,3-6-77 0,3 0-91 15,1-2-173-15,-1-6-149 0,-4-4-500 16,-15 4 14-16,13-8 833 0</inkml:trace>
  <inkml:trace contextRef="#ctx0" brushRef="#br0" timeOffset="131682.375">24429 10313 1997 0,'0'0'638'0,"0"0"-499"0,0 0-59 15,0-66 16-15,-2 47 157 0,-1 0 63 16,-1 3-16-16,-1 4-20 0,3 3-62 15,-3 5 8-15,0 4 5 0,-4 0-111 16,-6 4-77-16,-9 9-41 0,-9 8 0 16,-9 7 28-16,0 7-11 0,-3 2 14 0,1 4 4 0,5-4-6 15,7-2-28-15,6-8 12 0,9-5-14 16,7-8-1-16,6-6-1 0,4-4-26 16,0-1-7-16,8-1 34 0,10-2 9 15,10 0 34-15,6-2-43 0,7-8-28 16,2-8-42-16,2 0-6 0,-4-4 17 15,-3 0-8-15,-4 1-10 0,-10 2 28 0,-4 2 49 0,-5 4 3 16,-7 5 40-16,-2 3-3 0,-4 5-16 16,-2 0-24-16,0 0-58 0,0 0-16 15,0 5 13-15,0 9 61 0,0 5 95 16,0 10 10 0,-2 4-22-16,-4 5-4 0,1 3-18 0,-5 5 4 15,1-1-38-15,0 4 13 0,-2-1 2 16,1-1-39-16,1-2-3 0,0 0 11 15,2-5-11-15,4-7-1 0,0-2 1 16,3-6-21-16,0-7 18 0,6-2-18 16,3-6 6-16,-1-4 3 0,4-1 11 15,2-5-53-15,2 0-40 0,1-11-35 0,4-3-52 16,0-6-82-16,2-7-190 0,-7 7-577 16,7-18-828-16</inkml:trace>
  <inkml:trace contextRef="#ctx0" brushRef="#br0" timeOffset="131911.723">24759 10499 642 0,'0'0'2156'0,"0"0"-1902"16,0 0-129-16,0 0 193 0,105 13 74 0,-72-7-144 15,1 1-120-15,-3-2-75 0,0 0-37 16,-3-1-16-16,2-3-2 0,1-1-42 0,0 0-40 16,3-3-167-16,3-4-134 0,-10-1-343 0,13-8-1138 15</inkml:trace>
  <inkml:trace contextRef="#ctx0" brushRef="#br0" timeOffset="132113.43">25507 10182 2435 0,'0'0'477'16,"0"0"-192"-16,0 0 109 0,0 0 0 0,0 0-93 15,-8 86-96-15,5-53-69 0,-1 10-53 16,-4 8 0-16,-1 4-16 0,-6 4-12 16,-3 2-55-16,-7 1-29 0,2-1-30 15,-4-3-66-15,-1-2-138 16,5-5-91-16,2-6-227 0,5-4-565 15,4-11-972-15,2-4 1878 0</inkml:trace>
  <inkml:trace contextRef="#ctx0" brushRef="#br0" timeOffset="133073.343">23661 10114 121 0,'0'0'652'0,"0"0"744"0,0 0-982 0,0 0-72 0,0 0-54 0,0 0-59 16,0 0-29-16,0 0-20 0,-44 86-1 15,38-51-34-15,-1 6-30 0,2 3-19 16,-1 3-9-16,-2 0-31 0,3 1-28 16,-1-3-28-16,2-1-6 0,4-5-28 15,0-3-16-15,7-5-65 16,7-4-40-16,6-4-50 0,8-4-81 0,5-5-153 16,-4-7-313-16,21 2-905 0</inkml:trace>
  <inkml:trace contextRef="#ctx0" brushRef="#br0" timeOffset="133432.405">26301 10157 1608 0,'0'0'675'0,"0"0"-136"0,0 0-238 0,0 0 22 16,13 75 88-16,-9-41-7 0,-1 6-122 15,-2 4-137-15,-1 2-74 0,0 2-19 16,0 1-26-16,-3-2-26 0,-7-2-2 16,-3 1-60-16,-5-5 32 0,-10-3-7 15,-5-2-71-15,-10 0-84 0,-9 0-125 16,-7-4-226-16,-6 0-689 0,13-11-944 0,-21 4 2173 16</inkml:trace>
  <inkml:trace contextRef="#ctx0" brushRef="#br0" timeOffset="133917.413">23768 11175 150 0,'0'0'329'16,"0"0"-198"-16,0 0 1016 15,0 0-858-15,0 0-130 0,-79 12 35 0,71-9 65 16,2 0 8-16,3 1-104 16,1-4-99-16,1 2-32 0,-2 0 26 0,3 0 158 0,-1-1 38 0,1 2-94 15,-2-3-19-15,2 0 20 0,0 0 19 16,0 0 6-16,0 0-62 0,0 0-29 15,0 0-3-15,0 0 3 0,0 0-16 16,7 0-20-16,6 1-35 0,9 0 52 16,8-1 28-16,11 0 51 0,7 0-82 15,12 0-34-15,4 0-6 16,7 0-9-16,10 0-24 0,4 0-19 16,9 0-2-16,8 0 0 0,8 6 9 15,9 1 10-15,12 5-29 0,10 1 19 16,6 2 0-16,-1 2-9 0,1 1-12 0,-1-1 11 15,-8 0-45-15,-1 0 28 16,-6-1-4-16,-6-2-24 0,-6-1-12 0,-14-1-3 16,-14-1-38-16,-17-4-76 0,-20 2-57 0,-18-2-111 15,-19-2-185-15,-8-2-482 0,-9 2-672 0</inkml:trace>
  <inkml:trace contextRef="#ctx0" brushRef="#br0" timeOffset="135688.518">24269 11514 2330 0,'0'0'359'0,"0"0"-176"0,0 0 16 16,0 0 117-16,0 0-33 0,-85 69-82 0,71-42-66 15,0 2-46-15,3 4 17 0,0 2 22 16,-1 1-23-16,4 1-21 0,0 1-38 15,-1 2-28-15,0 2-5 0,4-3 5 16,-1 1-16-16,1-3-2 0,4 3-13 16,1-7-6-1,0-1-11-15,6-4-8 0,3-4-2 0,5-3-34 0,2-6-63 16,5-4-37-16,4-3-72 16,3-5-143-16,2-3-328 15,-7 0-732-15,11-6 297 0</inkml:trace>
  <inkml:trace contextRef="#ctx0" brushRef="#br0" timeOffset="136204.819">24486 11737 863 0,'0'0'277'16,"0"0"887"-16,0 0-811 0,0 0-48 16,0 0 76-16,0 0-54 0,17 70-94 0,-17-40-86 0,-5-1-24 15,-5 3-33-15,-1 1-3 0,-3-4-28 16,1-2-25-16,0 0-34 0,5-8 0 16,0-2-3-16,2-3 1 0,5-7-23 0,0-1-18 15,1-2 12-15,0-2 12 0,2 0 7 16,6-2-50-16,-1 0-16 0,3-4-19 15,0-4 24 1,0-1-24-16,3-6 34 0,-3-1-16 16,3-3 13-16,2-4-17 0,-1-3-8 0,2-2 14 15,1-1 36-15,1-3 19 16,0 3-1-16,0 3 23 0,2 2 0 0,-3 7 23 16,0 4-11-16,-4 4 71 0,2 2 25 15,-5 6 6-15,-1 1-1 0,0 0-28 16,-1 7-19-16,1 3 6 0,-4 4 4 0,1 5 21 15,-5 4 0-15,-1 1-1 0,0 5 0 0,-1 0-19 16,-6-1-25-16,0 1-11 0,1 0-14 16,-2 2-16-16,3-3-11 0,-4-1-31 15,3 0 0-15,1-3-9 0,0-3-10 16,-1-4-101-16,2 2-138 0,1-3-102 16,-1-3-194-1,1-5-616-15,2-2-339 0,-2-3 1152 0</inkml:trace>
  <inkml:trace contextRef="#ctx0" brushRef="#br0" timeOffset="136398.898">24956 12166 1044 0,'0'0'17'15,"0"0"1343"-15,0 0-1070 0,0 0 44 0,-3 78 123 16,-3-53-144-16,1-1-147 0,-4 1-94 15,-1 1-72-15,0-2-48 0,1-1 20 16,-1 0-35-16,1-3-179 0,1-4-117 16,-1 0-260-16,1-4-618 0,2-4-20 0</inkml:trace>
  <inkml:trace contextRef="#ctx0" brushRef="#br0" timeOffset="137671.025">25514 12033 434 0,'0'0'150'15,"0"0"-147"-15,0 0-6 0,0 0 6 16,0 0 0-16,0 0-3 0,0 0-16 16,0 0-20-16,0 0-55 0,0 0-40 0,0 0-12 15,-4-18 91-15,2 18 32 0,-1 0 4 0,0 1-14 16,0-1-5-16</inkml:trace>
  <inkml:trace contextRef="#ctx0" brushRef="#br0" timeOffset="138401.604">25543 12034 248 0,'0'0'176'0,"0"0"-157"0,0 0-5 0,0 0-14 0,0 0-20 16,0 0-189-16</inkml:trace>
  <inkml:trace contextRef="#ctx0" brushRef="#br0" timeOffset="139024.957">25543 12034 434 0,'24'-36'212'0,"-24"33"-193"0,2-1 359 0,-2 2 267 0,3-3-252 16,-3 0-160-16,2 0-3 0,2-3-76 0,-1 0 36 15,0-2-39-15,2 1-36 16,-2-1-22-16,-1 1 25 0,1 3 16 0,-1 0 8 15,-1-1-19-15,-1 4 3 0,0 1 12 16,0-1 4-16,0-1-21 0,0 2-31 0,0-1-12 16,-3-3-13-16,0 4-10 0,-1-2-15 15,0 2-12-15,-1-2-28 0,-2 4-13 16,-1 0-6-16,-3 0-5 0,-4 10-26 16,-3 5 10-16,-5 9 40 0,0 5 31 15,0 3 3-15,1 2-13 0,0 0-8 16,3-3-1-1,4-6-12-15,7 0-20 0,1-7 18 16,7-5 2-16,0-3 2 0,5-1 16 16,5-2 1-16,4-4-7 0,3-3 18 0,6 0-30 0,1-2-56 15,4-8 4-15,1-1 9 0,-4-2 6 16,1 1-4-16,-6 0 10 0,-1 1 13 16,-5 0 16-16,-2 2 2 15,-3 2 3-15,-4 1 25 0,-2 2 18 0,-1 2-9 16,-1 2-37-16,-1 0-40 0,0 0-16 15,0 6-15-15,0 6 55 0,0 6 16 16,0 6 72-16,-3 7-20 0,0 5 20 0,-1 5-8 16,-1 3-11-16,-3 2-19 0,-1 2-31 15,0-3 28-15,-2 1-31 0,1-2-8 16,0-4 6 0,2-5 2-16,0-2-15 0,1-4 0 0,0-4 11 15,4-1 1-15,0-4-12 0,2-3-16 16,1-6-12-16,0-2-47 0,1-4-31 15,9-5-12-15,3-2-65 0,6-11-34 16,3-5-129-16,4-7-167 0,1-5-467 0,-6 4 23 16,7-21 163-16</inkml:trace>
  <inkml:trace contextRef="#ctx0" brushRef="#br0" timeOffset="139219.343">25901 12154 352 0,'0'0'750'16,"0"0"523"-16,0 0-850 0,0 0-44 16,0 0-23-16,0 0-37 0,0 0-67 15,0 0-52-15,0 0-89 0,90 12-87 16,-67-12-24-16,-1 0-34 0,1 0-65 16,2 0-141-16,-2-1-145 0,-4-5-300 15,-2 3-905-15</inkml:trace>
  <inkml:trace contextRef="#ctx0" brushRef="#br0" timeOffset="139389.48">26249 12031 218 0,'0'0'382'0,"0"0"1258"0,0 0-1182 0,-19 69-75 15,12-39-26-15,1-2-50 0,3 1-77 0,0-2-41 0,3-2-74 16,0-4-115-16,0-2-3 0,0-2 0 0,0-1-85 15,3-6-135-15,5 1-85 0,0-8-153 16,4-3-269-16,2 0-870 0,-3-7 879 16</inkml:trace>
  <inkml:trace contextRef="#ctx0" brushRef="#br0" timeOffset="139625.259">26560 11956 709 0,'0'0'81'0,"0"0"939"0,0 0-462 0,0 0-106 16,0 0-20-16,48 90 3 0,-34-61-82 0,3 2-81 16,-2 0-83-16,1 4-35 15,-6 1-12-15,1-5 2 0,-5 2-52 16,-5 0-53-16,-1-2-17 0,0 1-19 16,-6-3-1-16,-5 0-2 0,-3 1-18 15,-6-3 5-15,-6-1-36 0,-1 2-48 16,-3-4-35-16,-3-3-50 0,-3 0-44 15,0-2-108-15,-1-4-208 0,-2 1-453 16,8-5-475-16</inkml:trace>
  <inkml:trace contextRef="#ctx0" brushRef="#br0" timeOffset="141827.805">28570 9978 1162 0,'0'0'58'0,"0"0"1315"0,0 0-1003 0,0 0-174 16,0 0 21-16,0 0 84 0,0 0 35 15,104 15-47-15,-54-9-66 0,1-4-54 16,4 2-37-16,-3-3-24 0,-2-1-47 16,-4 0-34-16,-2-2-26 0,-1-3-1 15,-6-5-15-15,1 2-22 0,-4-3-33 0,0-2-80 16,-3-2-69-16,-3 1-69 0,-5-3-215 16,-6 5-290-16,-6-3-573 0,-5 6-37 0</inkml:trace>
  <inkml:trace contextRef="#ctx0" brushRef="#br0" timeOffset="142091.318">28932 10001 378 0,'0'0'95'0,"0"0"1277"0,-17 70-1018 15,9-34-92-15,-6 11 76 0,1 8 95 16,-5 7-74-16,1 6-134 0,-3 3-49 15,0 0-60-15,1-3-3 0,-1-2-45 16,4-7 4-16,1-5-41 0,4-7-10 16,7-6-18-16,3-6 13 0,1-6-16 0,3-3 1 15,5-7-1-15,3-4 0 0,1-4-12 0,1-4-50 16,2-1-91-16,-4-6-26 0,2 0-31 16,2-6-62-16,-2-6-18 0,1-8-178 15,1-5-187-15,0-8-564 0,-2 8 635 16,9-28 255-16</inkml:trace>
  <inkml:trace contextRef="#ctx0" brushRef="#br0" timeOffset="142360.411">29109 10076 222 0,'0'0'261'0,"0"0"1315"0,0 0-1268 0,0 0-98 0,0 0-46 16,0 0-9-16,0 0 63 15,0 0-52-15,23 81-23 0,-17-44 16 16,-1 4-61-16,-2 5 22 0,-2 2-29 16,-1 4 35-16,0 1-69 0,-6 0-32 15,-1-1-9-15,-3-6-4 0,-2 0-12 16,1-7-9-16,0-4 6 0,2-4-25 0,1-5-4 16,4-6 6-16,3-3-46 15,1-9-95-15,0 1-108 16,0-6-91-16,0-1-177 0,0-2-273 15,0 0-567-15,0-12 1014 0</inkml:trace>
  <inkml:trace contextRef="#ctx0" brushRef="#br0" timeOffset="142545.208">29045 10549 16 0,'0'0'2415'16,"0"0"-1861"-16,0 0-247 0,0 0-142 15,0 0-38-15,99-68-60 0,-60 55-58 0,1-2-9 16,4 2-73-16,2 1-9 16,-2 5-154-16,1-2-141 0,-5 1-386 0,-12 3-982 0,5-4 1591 0</inkml:trace>
  <inkml:trace contextRef="#ctx0" brushRef="#br0" timeOffset="143025.772">29444 10662 836 0,'0'0'137'15,"0"0"1145"-15,0 0-885 0,0 0-143 16,0 0 41-16,0 0 5 0,0 0-50 15,-28 78-46-15,23-59-68 0,0 3-30 0,-1 1-38 16,3 1-5-16,-2 4 42 16,1 3-18-16,-1 3-4 0,-1 3-12 15,1 5 6-15,-1 2-1 0,-3 1-14 16,1-2-25-16,0-2-13 0,-1-2-24 16,4-3 2-16,1-3-2 0,2-4 2 15,2-3-1-15,0-3-2 0,0-3-1 16,0 1 0-16,2 0 0 0,1-2 1 15,0 0 0-15,-3 0 1 0,3-1-1 16,-3-2-11-16,0 0 12 0,0-4-2 16,0-1 0-16,0 0 2 0,0-2-13 15,0-2 12-15,0-3-2 0,0-3 2 0,0 0-1 16,0-1 1-16,0 0-1 0,0 0-10 16,0 0 9-16,0 0 1 0,0 0-1 0,0 0-22 15,0-1-9-15,0 1 10 0,0-1-1 16,0 0-18-16,0-1-27 0,0-1-35 15,0-2-28-15,0-2-54 0,0-6-29 16,0 1-92-16,3-6-165 0,3-4-292 16,-1-1-683-16,-2 4 418 0</inkml:trace>
  <inkml:trace contextRef="#ctx0" brushRef="#br0" timeOffset="143593.619">29405 10807 365 0,'0'0'206'0,"0"0"595"15,0 0 12-15,0 0-471 0,0 0-229 16,0 0-29-16,0 0 42 0,0 0 21 15,0 0-34-15,0 0-113 0,-28-62 0 16,27 55 9-16,-1 1 30 0,2 2 24 0,0 0-60 0,-2 2 60 16,0-2 23-16,-2 3-3 0,-2-2-13 15,-2 2-13-15,-1 0 0 0,-2 1-3 0,2 0-10 16,-1 0-19-16,-2 5-12 16,3 4-11-16,-1 3 26 0,-1 3 7 15,2 3-7-15,0 1 4 0,4 3-20 16,-4-3 51-16,3-1-22 15,4-1 4-15,0-3 36 0,1-4-34 16,1-1 15-16,0-4-40 0,0-1 12 0,0-3-33 16,3 2 21-16,2-3 2 0,7 0-24 15,2-3 0-15,6-5-43 0,3-4-35 0,2-3-62 0,-1-1 14 16,1 1-44-16,-4 0 9 0,-2 1-80 16,-4 4-223-16,-2 0-68 0,-3 3-129 15,0 0-354-15,-4 2 434 0,-1-2 438 0</inkml:trace>
  <inkml:trace contextRef="#ctx0" brushRef="#br0" timeOffset="144117.765">29687 9424 2434 0,'0'0'515'16,"0"0"-268"-16,0 0 90 0,0 0 33 16,28 64-38-16,-9-28-87 0,4 2-103 15,0 3-43 1,2 0-56-16,-2-3-27 0,-4-1-16 0,1-5-33 0,-5-5 17 16,-1-5-14-16,-1-4 11 0,-1-4-18 15,-1-4-22-15,1-3-52 0,4-5-84 16,3 0-103-16,1-2-258 0,-2-3-462 15,11-10-529-15</inkml:trace>
  <inkml:trace contextRef="#ctx0" brushRef="#br0" timeOffset="144282.241">30162 9556 704 0,'0'0'215'0,"0"0"53"0,0 0 252 0,0 0-257 0,0 0 19 15,0 0 97-15,-96 68-61 0,68-35-36 16,-3 4-97-16,-6 5-49 0,-7 1-31 15,-4 3-20-15,-6 0-44 0,4-1-41 16,-1-3-129-16,8 1-154 0,1-6-258 0,15-8-558 16</inkml:trace>
  <inkml:trace contextRef="#ctx0" brushRef="#br0" timeOffset="144959.718">30613 10522 447 0,'0'0'1519'16,"0"0"-943"-16,0 0-250 0,0 0-95 15,0 0 110-15,0 0 7 0,0 0-100 0,0 0-100 16,13 75-67-16,-8-57-43 0,-1-1-38 16,-1 0-10-16,0-4-24 0,-1-1 32 15,-1-2-20-15,2-1-3 0,0-6-103 0,0 0-80 0,1-3-34 16,3 0-60-16,-1-6-156 16,0-5-519-16,-2 3-522 0,-2-16 1124 0</inkml:trace>
  <inkml:trace contextRef="#ctx0" brushRef="#br0" timeOffset="145096.528">30705 10193 718 0,'0'0'1990'16,"0"0"-1688"-16,0 0-228 0,0 0 35 15,0 0 142-15,88 7-67 0,-55-3-184 0,4-2-31 16,2-2-354-16,0 1-196 0,-3 0-695 15,-10-1-79-15</inkml:trace>
  <inkml:trace contextRef="#ctx0" brushRef="#br0" timeOffset="145350.625">31187 10299 668 0,'0'0'1961'16,"0"0"-1636"-16,0 0-175 0,0 0 74 0,0 0 172 16,0 0-55-16,0 0-142 0,0 0-102 0,-40 66-73 0,32-52 14 15,0 2-23-15,2-2 4 0,1 2-19 16,4-1 3-16,-2 1 3 0,3-3 10 0,0 3-15 15,3-1 23-15,3 3-11 0,3-2-13 16,-1-1-2-16,0 4-11 0,2-2 10 16,-3 4 0-16,-1-2-12 0,-1 2-7 15,-5 0-9-15,0-1-9 0,-8-1-7 32,-6 1-46-32,-8-1-23 0,-1 0 0 0,-4-3-13 15,0-3 6-15,-1-2-19 0,-1-1-64 16,-1-2-238-16,-2-2-551 0,8-3-603 0,-19 0 1216 0</inkml:trace>
  <inkml:trace contextRef="#ctx0" brushRef="#br0" timeOffset="149719.609">29122 12045 770 0,'0'0'237'0,"0"0"498"0,0 0-135 0,0 0-10 15,0 0-292-15,0 0-97 0,0 0-21 16,0 0 16-16,0 0 5 0,0 0-22 0,-63 23-26 16,49-20-41-16,-1 6-10 0,-5 2 21 15,-2 5 37-15,-3 5-44 0,-2 5-24 16,-2 4-31-16,4 1-9 0,-1 0-10 31,4-2-8-31,5-4-7 0,5-3-8 0,4 0-19 16,5-7-14-16,3-1 14 0,0-3 0 15,1 0-2-15,7-4-46 0,1 0 2 0,2-2 34 0,0 0-3 0,6-3 2 32,-1-2-20-32,4 0-13 0,0-5-18 0,5-5 0 0,3-7 2 0,0-4-2 15,1-3 39-15,-1-2-12 16,-1-1 34-16,-3 0-6 0,-2 2 7 16,-3-2-11-16,-4 0 13 0,-1 1 3 15,-6 4 0-15,1 1 18 0,-3 5-8 16,-4 5-10-16,1 5-2 0,-3 4-1 0,0 2-34 15,0 0-15-15,3 4 39 0,-1 6 10 16,-1 6 87-16,-1 3 17 0,0 3-12 16,0 1-37-16,-1 2-6 0,-2-4-49 0,1-1-22 15,1-1-8-15,1-4 5 0,0 0-5 32,0-2-13-32,4-4-18 0,4 1-31 15,0 1 58-15,-1-7-93 0,1 0-105 0,0 1-250 16,4-4-286-16,-2 4-404 0,-1-4 466 15</inkml:trace>
  <inkml:trace contextRef="#ctx0" brushRef="#br0" timeOffset="150257.55">30447 12149 2587 0,'0'0'344'16,"0"0"-209"-16,0 0 79 0,0 0 110 15,0 0-62-15,0 0-86 0,0 0-63 16,0 0-35-16,0 0 3 0,-79-15 0 16,67 24 12-16,-4 2-10 0,0 7 7 15,-4 4-7-15,-1 5-1 0,2 2-11 0,-3 3-4 16,2 1-2-16,3 5-20 0,2-1 23 16,4-1-26-16,5-1-30 0,4-5-12 15,2-5-24-15,11-2-13 0,6-7-24 16,3-5 3-16,8-3 0 0,5-8-31 0,4 0-33 15,3-13-42-15,-1-5-108 0,2-4-261 16,-12 4-453-16,7-13-433 0</inkml:trace>
  <inkml:trace contextRef="#ctx0" brushRef="#br0" timeOffset="150711.729">30602 12146 1661 0,'0'0'1178'16,"0"0"-838"-16,0 0-111 0,0 0 145 0,-38 82 59 0,25-54-73 15,-5 0-80-15,7 0-121 0,1-4-76 16,4-4-47-16,3-5-36 0,3-3-11 16,0-5-7-16,11-2-22 0,3-5-6 15,6 0-21-15,4-4-22 0,3-7-6 0,4-5 12 16,-4-2 15-16,-1-1 13 0,-3 0 18 16,-3 1-7-1,-4-3 42-15,-2 3-13 0,-3-2-35 16,-2 1-11-16,-4 4 61 0,2 2 16 15,-4 7-14-15,-1 0 35 0,-2 6-12 16,1 0-14-16,1 6-10 0,-1 5 35 16,0 6 54-16,2 6-13 0,0 8 15 0,-3 5 13 0,0 4 8 15,0 5-24-15,0 4-10 0,-4 4-33 16,-3 3-22-16,-1 2 4 0,-1 3-10 16,0-1 6-16,0-1 7 0,-2-4-10 15,2-5-21-15,-1-4 0 0,1-3-3 0,-2-5 2 16,0-2-20-16,0-5 0 0,0-3 19 15,-3-4-16-15,-1-6-21 0,3-5-7 16,-1-2 3-16,0-6-21 0,-2-2 3 16,-2-3 6-1,-1 0 18-15,-1-9 0 0,-3-7-21 0,2-3-6 0,4-10-35 16,-2-4-12-16,5-6-81 0,3-4-98 16,5-1-199-16,5 1-127 0,3 5-659 15,4 12-192-15,9-9 1375 0</inkml:trace>
  <inkml:trace contextRef="#ctx0" brushRef="#br0" timeOffset="151013.479">31291 12364 760 0,'0'0'1864'15,"0"0"-1407"-15,0 0-329 16,0 0 50-16,0 0 165 0,0 0-70 0,0 0-128 16,0 0-95-16,-83 1-13 0,65 17-2 15,-3 7 11-15,-4 4 19 0,0 6 16 16,-2 1 24-16,3 3 24 0,2-3-49 16,6-4-43-16,6-6-21 0,5-3 11 15,5-9 13-15,5-2-40 0,13-6-37 0,1 0 3 16,9-6 7-16,3-2 8 0,3-9-64 15,3-6-89-15,0-2-67 0,-1-6-134 16,-3-2-292-16,-3-2-497 0,-8 8-471 16,3-18 1236-16</inkml:trace>
  <inkml:trace contextRef="#ctx0" brushRef="#br0" timeOffset="151406.238">31673 11776 957 0,'0'0'225'16,"0"0"1059"-16,0 0-865 0,0 0-95 0,0 0 48 16,0 0-35-16,0 0-60 0,0 0-78 15,-11 71-42-15,3-37-18 0,0 5-13 0,-5 7-25 16,-2 6-39-16,0 3-29 0,-3 3 25 16,0 1-12-16,-1-3-43 0,4-4-3 15,1-4-12-15,5-7 0 0,2-3-22 16,1-7 1-16,3-5-78 0,3-5-11 0,0-5-7 15,0-4-29-15,6-6-59 0,7-4-52 16,4-2-178-16,6-6-137 0,2-7-200 16,3-5-487-16,0-4 364 0,-5 1 878 15,0 2 58-15,-7 5 37 0,-3 4 481 16,-6 6-364-16,-2 3 895 0,-4 1-569 16,-1 5-189-16,0 7 49 0,-6 7 10 0,-2 0 45 15,-4 6-33-15,4 2-130 0,-3-2-80 16,2 0-49-16,1-2-31 0,5-2-33 0,-1-2-47 15,2-3-21-15,2-4-9 0,0-3-61 16,0-5-34-16,0-1-41 0,0-3-67 0,0 0-52 16,0-6-207-16,0 1-623 0,0-13-641 15</inkml:trace>
  <inkml:trace contextRef="#ctx0" brushRef="#br0" timeOffset="151549.4">31739 12219 352 0,'0'0'1395'16,"0"0"-610"-16,0 0-389 0,0 0-3 16,0 0 29-16,0 0-192 0,98 31-156 15,-67-29-74-15,3-1-88 0,5-1-186 0,-10 0-295 16,12-5-788-16</inkml:trace>
  <inkml:trace contextRef="#ctx0" brushRef="#br0" timeOffset="151743.68">32225 12298 756 0,'0'0'2098'0,"0"0"-1761"0,0 0-197 16,0 0 282-16,-92 62 46 0,69-39-161 15,-2 2-122-15,1 3-10 0,2 1 60 16,3 0-64-16,5-1-77 0,3 1-61 16,5-5-33-16,3-2-3 0,3-5-18 15,3-3-12-15,7-3-25 0,6-5-9 16,3-4-30-16,4-2-29 0,5-1-51 15,3-9-106-15,3-2-363 0,-6 3-611 0,9-9-1091 16</inkml:trace>
  <inkml:trace contextRef="#ctx0" brushRef="#br0" timeOffset="153546.205">32704 12480 293 0,'0'0'2115'16,"0"0"-1529"-16,0 0-228 0,0 0-72 16,0 0 76-16,0 0-86 0,0 0-96 0,0 0-75 15,0 0-47-15,-90-37-5 0,67 41-22 16,-1 5-13-16,-1 3-18 0,1 5-1 15,4-1-2-15,4-1-9 0,3 0 11 16,6-6-15-16,4-2-5 0,0-2-26 0,3-1-14 16,0-2 8-16,0 1 16 0,6 0 9 0,2-2 7 15,4-1-6-15,1 0 26 0,2 0 2 16,-1-5-2-16,1 1-10 0,-2 0 10 16,-2 4-39-16,1 0-47 0,-3 3 15 15,0 6 19-15,1 6 41 16,-5 3 12-16,1 4 31 15,-3 4 13-15,2 0 9 0,-2 2-35 16,-1 0 4-16,0 2-3 0,0-1-4 0,1 1-13 0,-3 4 11 16,0-1-10-16,0 0 12 0,-3 3-4 0,-5-1-11 15,-1 1-1-15,1-1 1 0,-2 1 12 16,2-2 13-16,0-3-10 0,0-3-14 16,1-5 30-16,5-4-3 15,-4-1-15-15,4-4 11 0,-1-3 1 16,2-4-13-16,-1 0 0 0,-1-4-12 15,3-1 0-15,-2-2-1 0,-3 0-23 0,-2 0-25 16,-1-2-16-16,-3-8-7 0,-1-1-30 16,-2-4-51-16,2-4-52 0,1-5-63 0,3-3-184 15,3-5-126-15,2-4-174 0,3-3-490 16,0 10 646-16</inkml:trace>
  <inkml:trace contextRef="#ctx0" brushRef="#br0" timeOffset="153880.025">32895 12496 245 0,'0'0'1183'16,"0"0"-108"-16,0 0-743 0,0 0-44 15,0 0-35-15,0 0-69 0,20 87-45 16,-20-59-29-16,0 0-44 0,0-1-34 15,0 2-10-15,-3-2-10 0,-3-2-8 16,0-3 8-16,-2-2-12 0,3-5 0 0,-1-3 15 0,0-3 19 16,3-6-2-16,1 2 25 0,0-5 15 15,1 0 21-15,1 0-12 16,0 0 18-16,0 0 6 0,0-5-6 16,0-7-53-16,8-1-44 0,4-7-1 0,-1-6-1 15,5-3-3-15,-1-2-12 0,2 0 13 16,-3 5 2-16,0 1 0 15,0 3-43-15,-2 4-102 0,1 3-35 16,1 2-83-16,0 3-143 0,0 1-254 16,-2 2-623-16,2 0-325 0</inkml:trace>
  <inkml:trace contextRef="#ctx0" brushRef="#br0" timeOffset="154210.713">33149 12618 705 0,'0'0'538'0,"0"0"492"0,0 0-678 0,0 0-17 16,0 0 93-16,-23 77-79 0,21-58-182 0,2-3-111 16,0 1-56-1,0-2 10-15,2 0-10 16,5-3 0-16,0-4 1 0,4 1 26 0,1-4-12 0,0-4 7 0,4-1-22 16,-3 0 0-16,2-4-62 0,2-5 5 15,-3-3-6-15,-1 0 63 0,-3-1-78 0,-2-2-14 16,-2 1 32-16,-4-5-13 0,-2 1 57 15,0-1-34-15,0 0 8 0,-5 2 42 16,-1 4 47-16,0 6 35 0,-2 2 4 16,0 5-67-1,-4 0-16-15,-2 2-3 0,-2 7-28 16,1 1-7-16,2 1-22 0,-2 0-10 0,4-1-28 16,3-1-119-16,1-1-435 0,5-1-696 15,2-5 156-15</inkml:trace>
  <inkml:trace contextRef="#ctx0" brushRef="#br0" timeOffset="154518.616">33334 12648 760 0,'0'0'62'15,"0"0"48"-15,0 0 1139 0,0 0-825 16,0 0-83-16,0 0 5 0,0 0 38 0,-19 79-82 16,13-65-88-16,2-1-68 0,2-1-81 15,2 0-43 1,0-4-7-16,0 0 22 0,6-3-19 15,2 0-18-15,1-3-12 0,7-2-38 0,0 0-28 16,3 0-5-16,0-3 8 0,-2-3 9 16,-3 0 64-16,-1 1 2 0,-6 2 6 15,-2 0 16-15,-2 3 3 16,-3 0-12-16,0 0 33 0,0 0 14 0,0 1-20 16,0 5-12-16,-3 4 77 0,0-1 0 15,-2 1-21-15,1 2 20 0,0-1-39 0,2-2-65 0,1-1-3 16,-3-2-37-16,2-3-28 0,2 1-74 15,0-4-56-15,-1 0-41 0,-1 0-189 16,2 0-285-16,0-1-555 16,0-9-100-16</inkml:trace>
  <inkml:trace contextRef="#ctx0" brushRef="#br0" timeOffset="154778.935">33604 12640 795 0,'0'0'0'15,"0"0"765"-15,0 0 343 0,0 0-674 16,5 85-16-16,-4-54-52 0,5-1-30 16,-5 5-72-16,1 0-70 0,-2 2-59 15,0 3-37-15,0 1-30 0,-9 4-41 16,-2 2 16-16,-8 3-14 0,-3 0-29 16,-5 2-19-16,-2-2-30 0,0-3 25 15,0-3-7-15,4-3-21 0,0-5 19 16,5-6-20-16,0-2-2 0,6-4 15 15,2-8-9-15,4-3-4 0,3-5-30 16,5-4-44-16,0-3-47 0,0-1-45 0,5-4-80 0,9-8-97 16,1 0-104-16,4-6-250 0,-2 4-507 15,8-16 629-15</inkml:trace>
  <inkml:trace contextRef="#ctx0" brushRef="#br0" timeOffset="155048.35">33790 12786 977 0,'0'0'469'0,"0"0"568"0,0 0-875 15,0 0-56-15,0 0 135 0,0 0 44 0,0 0-59 16,0 0-81-16,0 0 13 0,0 0-23 0,77-14-50 16,-77 28-43-16,0 4 14 15,0 3 0-15,0 1 13 0,0 2-43 16,0-1-26-16,0 1-13 0,0-1-12 0,-7-3-6 15,-7 2-47-15,-7-2 9 0,-6 2-1 16,-4-3-49-16,-2-2-13 0,2-2-29 16,-3-4-65-16,1 1-55 0,1-3 53 15,-1-5-7-15,2-1 41 0,0-3-246 16,7 0-387 0,-12-1-319-16</inkml:trace>
  <inkml:trace contextRef="#ctx0" brushRef="#br0" timeOffset="155896.905">28080 13211 647 0,'0'0'71'16,"0"0"1429"-16,0 0-961 0,0 0-150 0,0 0-83 15,0 0-12-15,0 0-92 0,0 0-76 16,0 0-54-16,0 0-16 0,0 0 28 15,101-41-9-15,-55 36 2 16,9-2-21-16,10 3-10 0,11 1 10 0,6-1-1 0,11 4-24 0,5 0-6 31,9 5 33-31,11 1 43 0,11 2 71 16,10 1-114-16,13 2-58 0,14 0 15 0,14 2 9 0,14 2-2 16,9 3 5-16,8 3-9 0,6 5 14 15,-3 0-32-15,-1 3-2 0,-5 2-26 16,-5 0-2-16,-4 1 15 0,-1-2-3 15,-8-1-86-15,-6 0 39 0,-11-3 20 16,-14 0-35-16,-19-3-145 0,-18-4-152 16,-18-4-224-16,-33-5-591 0,4-4-765 15</inkml:trace>
  <inkml:trace contextRef="#ctx0" brushRef="#br1" timeOffset="201351.667">29049 13318 771 0,'0'0'58'16,"0"0"-58"-16,0 0 450 0,0 0 242 0,0 0-299 15,0 0-135-15,0 0-36 0,0 0 19 16,0 0-27-16,0 0-23 0,1 0-23 15,-1 1-42-15,0 1-28 16,0-1-14-16,0 5 15 0,-1 5 10 0,-5 2-9 0,-3 7-48 16,-2 5-36-16,-4 1-1 0,-2 5-13 0,-5 5 25 15,-6 1-2-15,-3 4-6 0,-3 0 3 16,-3 2-7-16,-2-1 16 0,-5 1-3 0,-2 0-13 31,-2-1 4-31,0 0-17 0,-3-7 1 16,1 2 0-16,1-5-2 0,1-1-1 15,2-4 1-15,1 1-1 0,2-4 0 16,4 1 2-16,2-1-2 0,4-3-1 0,7-1-21 16,6-5 19-16,6-4-9 0,7-4-3 15,3-5-19-15,4 0-44 0,0-2-40 16,0-2-3-16,6-4-12 0,2-4-20 16,6-6 24-16,4-3-83 0,2-3-62 0,1 0-223 15,2-1-175-15,0 3-124 0,-3-1-269 0,-3 7 915 16</inkml:trace>
  <inkml:trace contextRef="#ctx0" brushRef="#br1" timeOffset="201814.94">29160 13466 186 0,'0'0'388'0,"0"0"-310"15,0 0 40-15,0 0 1086 0,0 0-828 16,0 0-73-16,0 0-61 0,0 0 5 15,0 0 1-15,0 0-57 0,0 0-46 0,17-1-41 16,-23 7-53-16,2 1-7 0,-3 5-13 0,-1 0 7 16,-3 4-10-16,0 0 0 0,-4 3-8 15,-1 5-4-15,-4 1 9 0,0 4-7 16,-8 4-2-16,0 0 6 0,-6 6-21 16,-6 3 0-16,-3 1 0 15,-4 1-1-15,-3 0 3 0,0-3-3 16,1-1 0-16,0-6 0 0,6-3 22 15,3-3 0-15,6-7-19 0,6 0 18 16,2-6-8-16,7-3-11 0,5-3-1 16,3-4-1-16,5-2-1 0,2-2-21 0,4-1-46 15,0-1-65-15,0-8-58 0,4-5-78 16,4-7-42-16,7-7-90 0,4-3-111 16,3-4-580-16,-5 6-36 0,11-13 1126 15</inkml:trace>
  <inkml:trace contextRef="#ctx0" brushRef="#br1" timeOffset="202252.533">28603 13318 355 0,'0'0'69'15,"0"0"1579"-15,0 0-1324 0,0 0-66 0,0 0 64 16,0 0 62-16,0 0-39 0,0 0-99 16,96 9-101-16,-65-9-67 0,5-6 0 15,1-5-25-15,4 3-13 0,0-4-40 16,-1 0 0-16,2 2-15 0,-5 1 2 15,-2 1-2-15,-4 3 12 0,-5 0-22 16,-4 4 3-16,-5 0 3 0,-3 1 4 0,-5 0-7 0,-1 1-13 16,-4 3 1-16,0 5 34 0,-1 3 72 0,-3 6-25 15,0 2-22-15,0 8-10 0,0 5 9 16,-3 6-24 0,-5 5-3-16,-3 3 0 0,-3 3 1 0,-2 3-17 15,-2 0 7-15,-2-1-16 0,2-3-147 16,1-4-125-16,4-7-118 15,4-3-274-15,4-8-686 0,0-9 256 16</inkml:trace>
  <inkml:trace contextRef="#ctx0" brushRef="#br1" timeOffset="203570.273">17430 14291 812 0,'0'0'404'0,"0"0"1056"0,0 0-931 0,0 0-172 16,0 0-205-16,0 0-73 0,0 0 153 0,106 9 53 15,-36-7-59-15,8 1-50 0,7-1-50 16,-2-2-59-16,-6 0-12 0,-6-5-21 16,-7-2-34-1,-3-1-22-15,-8-1-23 0,-5 0-50 16,-9-1-121-16,-8 3-99 0,-8-2-165 0,-9 5-286 16,-9-1-740-16,-5 4 133 0</inkml:trace>
  <inkml:trace contextRef="#ctx0" brushRef="#br1" timeOffset="203754.048">18080 14327 2173 0,'0'0'417'0,"0"0"-153"0,0 72 21 0,0-31 155 0,0 8 16 16,0 5-96-16,0 5-175 0,-6 1-89 16,1 1-41-16,-5 0-27 0,1-4-12 15,0-3-16-15,2-6-24 0,2-8-32 16,3-11-61-16,2-5-47 0,2-8-10 15,9-10-30-15,3-6-41 0,3-4-208 16,6-13-352-16,-6 1-708 0</inkml:trace>
  <inkml:trace contextRef="#ctx0" brushRef="#br1" timeOffset="204139.607">18606 13899 1869 0,'0'0'796'0,"0"0"-260"0,0 0-338 0,5 77-8 32,-5-37 198-32,0 10 34 0,-5 6-33 15,-1 8-86-15,2 2-87 0,0 3-73 0,-1 3-55 16,-2 0-40-16,-1 0-27 16,-3-2-21-16,-1-4-15 0,0-5 0 0,2-6-9 0,0-11 0 15,6-9 2-15,2-12-8 0,2-6-22 0,0-10-30 16,3-6-24-16,7-1 18 0,6-6 14 15,5-11-33-15,8-8-15 0,1-10 45 16,2-5-27-16,-2-6 2 0,-5 3-3 0,0 3 52 16,-5 7 19-16,-6 7 18 15,1 11 16-15,-7 8 31 0,-2 7 35 0,0 0-48 16,-1 8 47-16,1 8 34 0,-1 3-1 16,1 7-6-16,-4 2-27 0,1 4 11 15,-3 2 10-15,0 2-4 0,0-2-24 16,0-1-12-16,-4-2-12 0,-2-3-25 15,2-7-9-15,1-7-61 0,1-5-86 16,-1-6-51-16,3-3-11 0,0-3-51 0,6-11-344 0,0 2-610 16,10-19-580-16</inkml:trace>
  <inkml:trace contextRef="#ctx0" brushRef="#br1" timeOffset="204556.264">18980 14627 805 0,'0'0'2120'0,"0"0"-1568"0,0 0-279 15,0 0-104-15,23 75 92 0,-18-50 87 16,1-1 6-16,-2 0-113 0,-1 0-76 0,-1-3-53 16,-1-1-42-16,1-5-34 0,0-5-36 15,-2-3-11-15,0 0-25 0,2-7-10 0,-1 0-14 16,2 0-29-16,2-3-29 0,3-8-14 16,5-2 86-16,2-5 1 0,0-2-4 15,2-3-13-15,-3 4 28 0,-1 5 10 0,-2 3 10 16,-4 5 14-16,-1 6 3 0,-1 2 36 15,-4 9 121-15,-1 3-35 0,0 4-15 16,-1 2-31-16,-7-1-18 0,1 0-18 0,-1-3-16 16,3-5-27-16,4-5-1 0,-1-4-32 15,2-2-25-15,0 0-37 0,8-2-2 16,4-7 66 0,3-3 28-16,4-3-46 0,1-2-30 15,2 1 2-15,0 1 28 16,4 4 6-16,0 3 37 0,-1 4 3 0,-3 4 3 15,-4 0-46-15,-3 12 46 0,-1 4 43 0,-4 8 31 16,-1 5 15-16,-4 0 48 0,-2 3-61 0,-3-4-73 0,0 0-3 16,0-3-33-16,0-3-25 15,0-3 3-15,0-4-135 0,-3-1-174 16,-6 0-321-16,0-4-780 0,-13 2-824 0</inkml:trace>
  <inkml:trace contextRef="#ctx0" brushRef="#br1" timeOffset="204856.865">17495 15411 150 0,'0'0'2530'0,"0"0"-2138"0,0 0-309 0,0 0 45 16,0 0 218-16,84-2 7 15,-42-3-92-15,6 0-91 0,6-1-61 16,5 0 2-16,8 2 82 0,3 1-9 0,8 2-34 16,5-1-47-16,2 2-33 0,3-2-45 15,1 0-22 1,0 0 9-16,1 2-12 0,0 0 0 0,3 0-2 16,1 2 0-16,4 0-13 0,-2 0-10 15,-3-2-57-15,-6 0-34 0,-9-7-33 0,-7 0-4 0,-10-1-44 0,-10 2-131 16,-9-2-231-16,-8 0-503 0,-13 2-791 15</inkml:trace>
  <inkml:trace contextRef="#ctx0" brushRef="#br1" timeOffset="205360.296">20151 14482 1691 0,'0'0'1489'16,"0"0"-1069"-16,0 0-224 0,0 0-127 16,0 0 3-16,28 73 51 0,-20-56-19 15,1-2-64-15,-2 0-40 0,0-2-176 0,-2-1-265 16,0 0-271-16,-2-5-746 0,-1 2 116 0</inkml:trace>
  <inkml:trace contextRef="#ctx0" brushRef="#br1" timeOffset="205494.715">20144 14825 1699 0,'0'0'787'0,"0"0"-239"0,0 0-385 0,0 0 12 0,0 0 89 15,0 0-9-15,0 0-69 0,0 0-105 16,86 43-81-16,-58-39-15 0,3-2-183 15,-6 0-162-15,9-1-791 0</inkml:trace>
  <inkml:trace contextRef="#ctx0" brushRef="#br1" timeOffset="206176.422">20853 14368 1482 0,'0'0'1484'0,"0"0"-954"0,0 0-141 0,0 0-144 16,0 0-18-16,0 0 58 0,109 10-82 0,-62-8-35 15,4-2-58-15,4 0-64 0,0-3-34 16,-3-5-12-16,-2 0-2 16,-3-4-56-16,-4 2-58 0,-7-2-65 0,-5 3-83 15,-9 3-137-15,-7 2-273 16,-10 1-790-16,-5 3-404 0</inkml:trace>
  <inkml:trace contextRef="#ctx0" brushRef="#br1" timeOffset="206388.902">21117 14464 251 0,'0'0'1122'0,"0"0"244"0,-2 76-936 16,9-39-16-16,-1 8-67 0,0 7-49 15,-1 4-25-15,-3 3-17 0,-2 0-90 16,0 0-53-16,0-5-43 0,-2-4-37 16,-1-7-33-16,0-3 0 0,0-5-2 15,1-4 1-15,2-7-17 0,0-4-18 0,0-9-32 16,0-3-27-16,0-7-55 0,0-1-13 15,0 0-44-15,3-9-98 0,0-4-35 16,2-6-130-16,-3-5-139 0,2-6-155 0,-1 5-497 16</inkml:trace>
  <inkml:trace contextRef="#ctx0" brushRef="#br1" timeOffset="206541.683">21133 14859 293 0,'0'0'1922'15,"0"0"-1280"-15,0 0-225 0,0 0-172 0,0 0 14 16,0 0 25-16,0 0-72 0,0 0-70 15,98-8-43-15,-67 3-37 0,5-3-22 16,0-1-40-16,0-2-2 0,-1-2-19 0,-2-2-109 16,0 0-162-16,-4 1-186 0,-9 0-724 15,1 1-1257-15</inkml:trace>
  <inkml:trace contextRef="#ctx0" brushRef="#br1" timeOffset="206726.944">21713 14854 1865 0,'0'0'1867'0,"0"0"-1578"0,0 0-216 0,0 0-71 15,6 79 191-15,-3-57 206 0,0 0-129 16,3 0-141-16,-4-1-90 0,-2-2-39 16,2-3-2-16,-2 0-13 0,0-3-52 0,-2-1-117 15,-3-3-90-15,-1-2-70 0,2-4-231 16,-1-3-458-16,0-2-444 0,2-5 698 15,-3-12 403-15</inkml:trace>
  <inkml:trace contextRef="#ctx0" brushRef="#br1" timeOffset="206858.498">21700 14666 427 0,'0'0'134'16,"0"0"1721"-16,0 0-1410 0,0 0-134 15,0 0-103-15,0 0-21 0,0 0-67 0,0 0-104 0,0 0-16 16,0 0-225-16,0 0-196 0,81 15-747 0</inkml:trace>
  <inkml:trace contextRef="#ctx0" brushRef="#br1" timeOffset="207422.033">21990 14798 673 0,'0'0'2600'15,"0"0"-2188"-15,0 0-279 0,0 0-33 0,0 0 161 16,2 82 68-16,-1-60-91 0,-1 0-128 16,0-1-89-16,0-4-20 0,0 0-2 15,0-6-11-15,0-2-3 0,0-3-13 0,0-4 1 16,1-2-4-16,-1 0-27 0,5-2-50 15,2-6 18-15,2-2 44 0,1-5 30 16,4-5-1-16,1 1 16 0,0-4-26 0,-2 4 5 16,3 4 10-16,-4 1-2 0,-1 7 14 15,-1 3 47-15,-3 1 6 0,1 3-4 16,-2 0 19-16,2 3-6 0,-1 4 36 16,-4 3 7-16,2 1 17 0,-3 5-24 15,-2-1-40-15,0 4-15 0,0-2-10 0,-4 1-18 16,0-3-15-16,1-4-18 0,1-2 0 15,-1-4-13-15,3-4-5 0,0-1-10 0,0 0-73 16,0-6-84-16,2-5-65 0,7-6-86 16,2-8-227-16,6-5-218 0,-5 5-662 15,8-10 191-15</inkml:trace>
  <inkml:trace contextRef="#ctx0" brushRef="#br1" timeOffset="207570.025">22353 14775 1026 0,'0'0'1044'0,"0"0"151"0,0 0-830 0,0 0-181 15,13 66-27-15,-11-45 187 0,-1 0-13 16,-1 0-97-16,2-3-84 0,-2-2-95 0,0-2-55 16,0-7-16-16,1-2-33 0,-1-3-64 15,0-2-111-15,0 0-17 0,0 0-158 0,0-4-283 16,0-4-577-16,0 0-629 0,0-11 1781 0</inkml:trace>
  <inkml:trace contextRef="#ctx0" brushRef="#br1" timeOffset="207701.745">22434 14518 215 0,'0'0'2799'0,"0"0"-2244"0,0 0-312 0,0 0-13 0,34 87 182 0,-26-63-36 15,-2-4-150-15,-1-3-162 0,3-7-64 16,1-5-58-16,2-5-101 0,4-4-34 16,4-11-29-16,6-7-281 0,-7 1-789 15,10-15-1344-15</inkml:trace>
  <inkml:trace contextRef="#ctx0" brushRef="#br1" timeOffset="208077.392">22920 14132 1570 0,'0'0'45'16,"0"0"1093"-16,1 66-762 0,-2-31 73 0,-4 10 11 15,2 7 32-15,-4 4-59 16,1 7-121-16,-4 6-118 0,3 2-73 15,0 2-51-15,1-1-22 0,-1-5 10 0,6-6-19 0,1-8-27 16,0-7-12-16,3-10-33 0,6-4 6 16,0-9-6-16,1-5-22 0,-3-6-60 0,1-7-46 31,-3-1 21-31,-2-4 15 0,0-1 46 0,-3-7-16 0,0-6-67 16,-6-3-112-16,-5-3-171 0,-8-4-228 15,-5 1-70-15,-4-2 73 0,-5 0 137 16,-4 3 165-16,-2-2 368 0,1 4 130 15,2 1 326-15,8 7-47 0,7 4 50 16,8 1 30-16,9 5-7 0,4 0-103 0,7-1-87 16,10-4-139-16,9 0-70 0,10-3 17 15,6-1 20-15,6 1 6 0,3-2-80 0,-3 0-37 16,-2 0-9-16,-2-1-40 0,-7 0-49 16,-2 2-189-16,-6-2-209 0,-5 1-499 0,-7 4-940 15,-4-4 1238-15</inkml:trace>
  <inkml:trace contextRef="#ctx0" brushRef="#br1" timeOffset="209047.758">24005 14524 49 0,'0'0'1244'16,"0"0"419"0,0 0-1168-16,0 0-229 0,0 0-83 15,0 0 68-15,0 0 16 0,0 0-59 16,72 88-82-16,-66-54-28 0,-3 5-12 16,-1-2-22-16,0 0-24 0,-2-3-27 15,0-5-13-15,0-3-15 0,0-6 13 16,0-8-17-16,0-4-14 0,0-5-25 15,0-3-34-15,0 0-22 0,0 0 31 0,0-1 21 0,-2-6-9 16,2-4-6-16,0-3-13 0,0-7 25 16,6-2 21-16,1-4 22 0,1-1-9 15,0 3 9-15,1 2-9 0,1 5 9 0,-1 6-8 16,-1 7 30-16,1 5 59 16,-2 7 22-16,-1 6 44 0,-2 7 27 0,-2 4-47 15,-2 4-53 1,0 1-24-16,0-4-1 0,-2-3-23 15,-1-4-4-15,3-4-12 0,0-4-3 0,0-5 13 16,0-5-10-16,5 0-19 16,7-4-25-16,3-7 31 0,4-6 25 0,0-4 0 15,2-2-22-15,-1-3-6 0,-2 3-3 16,-1 4-9-16,-6 2-1 0,0 8 4 16,-4 6-12-16,-2 3 39 0,0 7 10 0,-1 7 186 0,-1 5 3 15,-1 5-106-15,-1 0-46 0,-1 3-10 16,2-2 28-16,-2-4 16 0,1-4-37 15,0-3-34-15,-1-6-3 0,3-4-18 16,-2 0 9-16,-1-4-19 0,2-2-147 16,-1-6-90-16,2-4-90 0,0-5-809 15,0 2-1253-15,0-10 2300 16</inkml:trace>
  <inkml:trace contextRef="#ctx0" brushRef="#br1" timeOffset="209363.922">24534 14689 1380 0,'0'0'2112'16,"0"0"-1711"-16,0 0-227 0,0 0 35 16,-16 79 227-16,12-56-50 0,1 2-124 0,1-4-114 0,2-6-90 15,0-3-55-15,0-4-3 0,5-1-36 16,0-6-16-16,1 2-60 0,5-3 39 16,0 0 15-16,4-9-6 0,1-3 0 15,2-4-3-15,-2-3-16 0,1-2-12 0,-3 1 6 16,-2 0 0-16,-4 5 15 0,0 3 6 15,-5 3 25-15,0 6 25 0,-3 3 18 0,1 0 60 16,0 8 5-16,1 4 31 0,-1 9-10 16,3 2-13-1,-2 4 10-15,-1-1 3 0,2 1 5 0,0-7-8 0,0-2-29 16,1-8-32-16,2-3-22 0,3-6 0 16,-1-1-25-16,3-5-72 0,4-5 24 15,1-9-62 1,4-6-77-16,3-2-143 0,-2-6-375 0,2-5-477 15,-9 9-408-15</inkml:trace>
  <inkml:trace contextRef="#ctx0" brushRef="#br1" timeOffset="209561.622">24970 14250 199 0,'0'0'2627'16,"0"0"-2083"-16,0 0-271 0,0 0 14 0,0 0 42 0,0 0 95 15,0 0-62-15,0 0-133 0,55 76-96 0,-43-47-57 16,-1 7-18-16,2 3-1 0,-3 5-17 15,1 4-25-15,-2-1-14 0,-4 3-1 16,-2-1-15-16,-3-1-40 0,0-5-54 16,-2-4-40-1,-4-5-52-15,2-7-7 0,0-6 15 16,4-5 11-16,0-5-25 0,8-8-153 0,3-3-260 0,6-8-483 0,-6-3-381 16,12-16 1273-16</inkml:trace>
  <inkml:trace contextRef="#ctx0" brushRef="#br1" timeOffset="209833.269">25525 14158 1383 0,'0'0'1751'16,"0"0"-1512"-16,-6 66-124 0,5-32 69 0,-1 8 193 15,2 7-21-15,-2 3-47 0,0 2-116 0,2 0-89 16,-2-2-61-16,2 1-42 0,0-1 0 15,0-4 0-15,2-6 2 0,2-7-3 16,1-8-20 0,-1-7-57-16,3-6-33 0,-1-5-10 0,0-2 13 15,2-4 11-15,-2-3-6 0,0 0-72 16,2-7 6-16,-2-5-31 0,-1-3-44 16,-2-4-113-16,-3-1-50 0,-2-1-269 15,-10-2-394-15,-5-4 577 0,3 8 296 16,-17-16 196-16</inkml:trace>
  <inkml:trace contextRef="#ctx0" brushRef="#br1" timeOffset="209987.903">25316 14530 222 0,'0'0'495'0,"0"0"982"0,0 0-863 16,0 0-303-16,0 0-122 0,0 0 55 0,0 0 119 0,0 0-80 15,0 0-38-15,0 0-47 0,95 10-87 16,-56-20-59-16,2 0-37 0,-4-1-15 16,-2-1-33-16,-4 1-57 0,-3-1-70 15,-4 0-47-15,-3 2-46 0,-1 1-116 16,-5 1-190-16,-3 3-256 0,0 0-729 0</inkml:trace>
  <inkml:trace contextRef="#ctx0" brushRef="#br1" timeOffset="210415.483">25887 14787 1706 0,'0'0'1354'0,"0"0"-945"0,0 0-159 0,0 0-89 15,0 0 100-15,0 0-3 0,0 0-113 16,0 0-90-16,0 0-55 0,0 0-16 16,76 18-73-16,-68-18-125 0,-1 0-194 15,1 0-819-15</inkml:trace>
  <inkml:trace contextRef="#ctx0" brushRef="#br1" timeOffset="210997.43">26956 14516 2416 0,'0'0'352'0,"0"0"-259"0,0 0 17 0,0 0 82 15,0 0 66-15,-92 43-17 0,73-23-49 16,1 3-50-16,2 1-63 0,3 0-1 16,4-2-6-16,3-4-32 0,3-3-24 15,2-2 3-15,1-1-17 16,0-2-1-16,3 1 2 0,3-1 9 15,1 1 1-15,0 3-11 0,2 1-1 16,-4 0 0-16,1 3 0 0,-3 0 1 16,-1 2 1-16,-2-1-1 0,0 3 17 0,-2-2-7 0,-4-3 4 31,0-1-1-31,-2-2-3 0,-1-4-8 0,2-1 17 16,-2-4-2-16,0-2-19 0,-2-2-3 0,0-1-118 0,-2 0-78 15,0-3-47-15,1-3-54 0,2-5-88 16,3 2-90-16,3-4-188 0,4-1-457 0,0 3 340 15,0-8 738-15</inkml:trace>
  <inkml:trace contextRef="#ctx0" brushRef="#br1" timeOffset="211349.915">27024 14741 1380 0,'0'0'267'15,"0"0"1031"-15,0 0-885 0,0 0-33 16,-6 81-8-16,1-56-15 15,-1-1-89-15,1-4-96 0,1 1-74 0,2-9-69 16,2-2-29-16,0-4-19 0,0-3 16 16,3-3-18-16,5 0-89 0,3-3 42 0,4-7-21 15,-1-5-31-15,3-4-19 0,2-1-7 16,0-5-34-16,-1 1-3 0,-1-1 20 16,-2 0 71-16,-2 2 54 0,-4-1 38 15,-1 5 13-15,-5 5 22 0,0 4 24 16,-3 8 33-16,0 2 30 0,0 0-2 0,0 8-23 15,0 7-13-15,0 4-9 0,0 3-13 0,0 6 6 16,-1 0 46-16,-1 1 31 0,1-2-19 31,-1 0-50-31,1-5-33 0,-2-3-42 16,3-8-1-16,0-5-18 0,0-5-4 16,0-1-54-16,0-2-133 0,0-6-38 15,7-7-58-15,1-3-364 0,0-6-705 0,-2 4-442 16,6-13 1741-16</inkml:trace>
  <inkml:trace contextRef="#ctx0" brushRef="#br1" timeOffset="211681.664">27320 14312 238 0,'0'0'479'16,"0"0"938"-16,0 0-945 0,0 0-41 16,0 0 25-16,0 0-55 0,51 69-31 0,-43-30-100 15,-6 7-64-15,0 4-31 16,-2 6-9-16,-2-2-66 0,-5-1-54 0,-2-2-34 15,0-4-12-15,1-4-15 0,0-3-13 0,2-9-14 16,0-6-4-16,3-7 22 0,3-6 5 16,0-6 1-16,3 0-4 0,6-5-33 15,2 1-46 1,8-2 87-16,1 0 14 0,5 0 2 16,1 0-2-16,1 0-3 0,-3 0-15 15,0 1-1-15,-3 3 7 0,-1 2 0 16,-4 1-4-16,-3 0 13 0,-6 0 2 15,-1 2 1-15,-1 0 19 0,-5-4 2 0,0 2-5 16,0-1-14-16,-2-2 1 0,-4-2-3 16,-2-1-21-16,-7-1-49 0,1 0-35 0,-5 0-19 15,0 0-34-15,-4-3-10 0,0-6-102 16,-3 0-216-16,1-2-283 0,0-5-662 16</inkml:trace>
  <inkml:trace contextRef="#ctx0" brushRef="#br1" timeOffset="212413.076">27956 14848 550 0,'0'0'245'15,"0"0"533"-15,0 0-148 0,0 0-294 16,0 0-52-16,0 0 11 0,0 0-36 15,-79-36-21-15,68 42-58 0,-4 5-42 16,2 7-35-16,-1 6-36 0,1 3-11 0,0 6 7 16,-1 0-4-16,3-2 3 0,-1-3-9 0,4-5-13 15,4-8-15-15,2-5-23 0,2-6-2 16,0-4-28-16,8 0-53 0,5 0 69 16,1-7 0-16,3-3-51 0,2-5-30 15,0-1-13-15,-2 1 14 0,-1 0 10 16,-4 5 41-16,0 6-3 0,-3 4-3 15,-2 0-16-15,3 8 63 16,-2 8 35-16,-1 7 47 16,-1 5 9-16,0 5-32 0,0 3-15 0,-1 5-25 15,-1 0 14-15,1 4 1 0,-4 1 3 16,1 2 23-16,-2 1 36 0,0-2-12 0,-5 0 15 16,-4-2-3-16,-3 0 18 0,-2-3-6 15,0-3-50-15,-2-3-24 0,1-5-16 16,1-5-17-16,3-7-1 0,0-6-3 0,0-7-31 15,2-6-24-15,0-6-86 0,1-13-23 0,0-9 15 16,2-8-135-16,0-12 32 16,3-6-275-16,3-8-218 0,0-5-620 0</inkml:trace>
  <inkml:trace contextRef="#ctx0" brushRef="#br1" timeOffset="212629.103">28235 14848 1284 0,'0'0'1005'0,"0"0"-446"16,0 0-274 0,11 82-52-16,-6-43 128 0,1 8-37 15,-1 8-80-15,1 4 10 0,-2 4-32 16,0 2-111-16,-4-4-50 0,0-1-40 16,0-3-2-16,0-6-19 0,-1-5-1 15,-3-6-42-15,-1-8-49 0,2-7-68 16,0-8-9-16,3-9-24 0,0-4-56 15,0-4-110-15,0-9-95 0,6-10-130 16,0-6-40-16,1-8-189 0,-1-4 24 0,0 6 538 16</inkml:trace>
  <inkml:trace contextRef="#ctx0" brushRef="#br1" timeOffset="212851.332">28295 14859 712 0,'0'0'238'15,"0"0"1451"-15,0 0-1245 0,0 0-182 16,0 0-81-16,0 0 53 0,0 0-11 15,0 0-34-15,89 18-46 16,-70-12-34-16,-2 2-23 0,0 1-21 16,-3-1-37-16,-4-1-28 0,-4 2 0 0,-5 0-3 15,-1 1-74-15,-6 2 9 0,-8 4 40 16,-8 1-25-16,-5 2 0 0,-3 1 0 16,-3-4 16-16,1-1-3 0,2-7-1 15,1-3-50-15,4-4-79 0,3-1-218 16,2-6-380-16,3-2-697 0</inkml:trace>
  <inkml:trace contextRef="#ctx0" brushRef="#br1" timeOffset="-210320.94">29183 14884 1565 0,'0'0'1157'0,"0"0"-637"0,0 0-136 0,0 0-78 16,0 0-5-16,0 0-22 0,0 0-84 0,0 0-11 0,0 0-43 16,0 0-83-16,-4 78 15 0,11-56 12 15,-2-1-36-15,1 3-31 0,0 2-17 16,-4 2 1-16,-2-2-1 0,0-1-1 15,0-1-1-15,-3-5-20 0,0-5 0 16,-2-1-49-16,2-6-49 0,1 0-114 16,2-4 9-16,0-3-83 15,0-5-109-15,0-6-185 0,0-8-465 16,0 1-343-16,0-17 796 0</inkml:trace>
  <inkml:trace contextRef="#ctx0" brushRef="#br1" timeOffset="-210152.359">29152 14487 323 0,'0'0'2385'15,"0"0"-1808"-15,0 0-136 0,0 0-69 16,0 0-42-16,0 0-99 0,0 0-126 0,77-10-105 16,-55 10-68-16,-3-2-39 0,2 2-73 15,-2 2-112-15,-3 5-406 0,-4 0-635 16,-9 17-753-1</inkml:trace>
  <inkml:trace contextRef="#ctx0" brushRef="#br1" timeOffset="-209751.548">29414 14883 2702 0,'0'0'324'16,"0"0"-196"-16,0 0 197 0,0 69 52 15,0-47-110-15,0-1-120 0,0-4-116 16,0 1-31-16,2-5-16 0,-2-1 13 16,3-2-25-16,-3-4 9 0,0-2-18 15,0-2-19-15,2-2-19 0,-1 0-33 0,1-4-27 16,5-1-19-16,-2-4 43 0,4-3 57 0,0-1 25 16,4-6-47-1,-2-3 44-15,4 1 32 0,-1-1 0 0,0 1 48 0,0 0-20 16,-3 3 80-1,0 2-6-15,-2 3 21 0,0 1-16 16,-1 4-26-16,0 3-15 0,-2 1-24 0,-1 2-17 16,0 2-22-16,2 3 22 0,-2 5 37 15,1 9 41-15,0 2-22 0,0 4-31 16,-2 3-7-16,3 2 3 0,-1 1 59 16,-2-3 46-16,2 0-102 0,-3-2-49 0,2 0-12 15,2-2-37-15,-5-2-43 0,4-2-57 16,0-1-58-16,0-3-84 0,-2-1-201 15,2-4-202-15,-3-3-579 0</inkml:trace>
  <inkml:trace contextRef="#ctx0" brushRef="#br1" timeOffset="-209218.673">30528 14838 810 0,'0'0'45'16,"0"0"262"-16,0 0 902 0,0 0-719 16,0 0-102-16,0 0-76 0,0 0-37 15,0 0-45-15,0 0-52 0,-96 62-8 16,74-19-37-16,0 7-31 0,-1 4-6 0,0 0-29 0,2-3-24 16,3-4-18-16,3-8-25 0,10-8-11 15,2-12 9-15,3-7-23 0,3-7-2 16,6-5 27-16,5 0 52 0,4-5-15 15,4-7-37-15,2-5-6 0,2-6-74 16,-1-4 22-16,-2-3 30 0,-1 2-18 16,-2 2 12-16,0 0-6 15,-3 5 12-15,-1 6 4 0,-4 5-13 16,-4 4 9-16,-3 6 19 0,0 0 9 16,-1 6 89-16,-1 4 7 0,0 2-16 15,0 5-22-15,0 1-3 0,2 1-27 16,-2 1 3-16,3-2-31 0,2 1-13 15,0-6-8-15,7 0-7 0,-1-3-36 0,6-1-28 16,1-4-50-16,3-1 31 0,1-4-57 0,0 0-148 16,-7 0-326-16,8-9-595 0</inkml:trace>
  <inkml:trace contextRef="#ctx0" brushRef="#br1" timeOffset="-208823.473">31049 14976 1296 0,'0'0'628'15,"0"0"502"-15,0 0-671 0,0 0-70 16,0 0-35-16,82 44-63 0,-54-37-103 15,3-4-99-15,4-3-46 0,3 0-12 16,3-8-31-16,2-7-15 0,-1-5-50 16,1-3-76-16,-1-4-81 15,-6-1-52-15,-5-1-216 0,-8 9-551 16,-7-8-344-16</inkml:trace>
  <inkml:trace contextRef="#ctx0" brushRef="#br1" timeOffset="-208502.091">31423 14587 271 0,'0'0'186'16,"0"0"1685"-16,0 0-1374 0,0 0-170 0,0 0-27 0,0 0 51 0,-50 67-46 16,43-37-90-16,5 4-50 0,-1 6-33 15,1 1 16-15,1 7-25 0,-1 3-16 16,1 6-6-16,1 4-19 0,0 5 10 16,0 1-44-16,3 3-17 0,3-1-7 15,3-2-24-15,0-1-1 0,1-4-14 16,5-4 3-16,1 1 10 15,1-5-17-15,0-4 17 0,0-7-31 16,-2-3-1-16,-2-6 13 0,-5-5 0 16,-2-3 18-16,-4-6 0 0,-2-1 3 15,-2-3 2-15,-9-2-2 0,-3-3-1 16,-6-5-21-16,-1-1-11 0,-3-4-13 16,-1-1-21-16,-1-6 3 0,1-7-28 15,2-5-31-15,4-4-19 0,-1-6-83 0,2-5-150 0,3-5-180 16,6-2-114-16,0 3-491 0,4 8-87 15,5-4 1114-15</inkml:trace>
  <inkml:trace contextRef="#ctx0" brushRef="#br1" timeOffset="-208247.81">31784 15133 661 0,'0'0'45'0,"0"0"1757"0,0 0-1467 0,0 0-161 16,0 0 152-16,0 0 101 0,0 0-96 15,0 0-88-15,17 82-48 0,-17-54-62 0,0 5-47 16,-1 2-49-16,-7 0-7 0,-3-1-30 16,0-3-20-16,-2-5-8 0,3-5-33 15,1-4-62-15,1-6 5 0,2-6-6 16,4-5-53-16,-1 0-125 0,3-11-271 15,-1-6-879-15,-1 2-277 0,2-18 1611 0</inkml:trace>
  <inkml:trace contextRef="#ctx0" brushRef="#br1" timeOffset="-208079.406">31752 14891 1512 0,'0'0'1278'31,"0"0"-584"-31,0 0-318 0,0 0-87 16,0 0 93-16,0 0-83 0,0 0-94 0,0 0-65 15,0 0-55-15,0 0-24 0,0 0-61 16,87 17-21-16,-70-15-77 0,-1 0-75 16,-3-1-51-16,-2-1-19 0,0 1-123 15,-3 1-305-15,-1 1-557 0,-4 5-716 0</inkml:trace>
  <inkml:trace contextRef="#ctx0" brushRef="#br1" timeOffset="-207746.872">31935 15102 1467 0,'0'0'1244'0,"0"0"-842"15,0 0-236-15,0 77 85 0,6-58 184 0,6-7-112 16,1-3-146-16,8-5-81 0,3-4-35 16,4 0-2-16,4-11-31 0,0-3-28 15,0-4-6-15,-4-3-65 0,1-2-47 16,-4 0-24-16,-5 1-26 0,-7 3-5 16,-2 1 64-16,-7 1 49 0,-4 2 44 15,0 0 13-15,-9-1-3 0,-6 2 6 0,-4 1 50 16,0 1-15-16,-2 9 37 0,-1 3 20 15,3 3-43-15,-4 13-8 0,1 9-19 16,-4 5 18-16,2 10 47 0,1 5-18 16,0 1 36-16,3-1-9 0,4-1 8 15,6-4 29-15,3-8 26 0,6-8-77 0,1-8-24 16,10-5-33-16,1-2-13 0,8-5 0 16,3-4 2-16,6-2-14 0,4-10-58 0,4-10-70 15,3-3-34-15,1-6-63 0,-2-1-100 0,0 1-242 16,-4 5-207-16,-9 7-396 0,2-6-228 0</inkml:trace>
  <inkml:trace contextRef="#ctx0" brushRef="#br1" timeOffset="-207230.355">32501 14499 414 0,'0'0'144'16,"0"0"628"-16,0 0 552 0,0 0-813 0,0 0-154 16,0 0-51-16,0 0-69 0,0 0-53 15,0 0-48-15,0 0-18 0,-18 85-10 0,17-47 25 16,1 4 14-16,0 6-16 0,2 5-15 16,4 2-45-16,-1 1-38 0,1-1-15 15,-2-2-18-15,-3-2-21 0,-1-2-28 0,0-1-73 16,-2-5-43-16,-3-3-4 15,1-3-22-15,1-3-69 0,1-4-195 0,2-5-291 16,0-7-763 0,11 0-64-16</inkml:trace>
  <inkml:trace contextRef="#ctx0" brushRef="#br1" timeOffset="-206814.897">32872 15152 630 0,'0'0'1821'15,"0"0"-1312"-15,0 0-358 0,0 0 2 16,0 0 216-16,0 0-45 0,0 0-116 16,0 0-81-16,0 0-43 0,-75 4 0 15,54 14 21-15,-1 6 15 0,-3 1-15 16,3 1-32-16,2-2-5 0,6-6-22 0,7-5-19 16,6-6-25-16,1-6-2 0,0-1-8 15,5-1 8-15,6-8 58 0,6-7-18 0,6-6-1 16,4-5-20-16,4-5-19 0,0-2-52 15,0-1-3 1,-1-2 3-16,-3 3-28 0,1-4-45 16,-3-2-11-16,-2 0-12 0,-4 0 9 0,-1-2 39 0,-8 2 26 15,-4 4-29-15,-1 5 20 0,-5 8 83 16,0 8 92 0,0 7 58-16,0 8-20 0,0 0-24 15,-1 6-14-15,-5 8 19 0,0 6-28 16,-2 7-34-16,-3 8 7 0,-1 6 8 0,-2 2 21 15,2 4 1-15,3-1-31 0,2-2-55 16,1-2-6-16,3-6-22 0,3-2-33 16,0-6-73-16,7-5-16 0,3-5-14 15,1-5-30-15,3-2-111 0,0-6-285 0,6-1-687 16,-6-3-512-16,3-1 1321 0</inkml:trace>
  <inkml:trace contextRef="#ctx0" brushRef="#br1" timeOffset="-205865.653">30411 14997 375 0,'0'0'85'15,"0"0"-69"-15,0 0 115 0,0 0 74 16,0 0 878-16,0 0-691 0,0 0-153 16,0 0-26-16,0 0-26 0,0 0-40 15,0 0 10-15,24-39-23 0,-21 33-80 16,3-3-16-16,0 3-12 0,-1-1-1 16,1 1-3-16,-1 1-3 0,-1 2-18 0,1 1 2 15,-3 2 23-15,-1-1 5 0,-1 1 14 0,2 0-1 0,-2 0 10 16,0 0-13-16,0 0-10 15,0 0-15-15,1 0-16 0,2 0-54 16,5 3-18-16,-1 5 72 0,4 4 22 0,-1 4 25 16,2 1-47-16,-1 2-14 0,-1 4 14 15,-2-4-2-15,-1 0 1 16,-2 0 1 0,-2 0 0-16,0-1 2 0,-3-1-2 0,2 0-15 15,-1 0 13-15,-1-2-33 0,0-2-44 0,0 1-32 16,2-3-29-16,-1-2-22 15,1-1-50-15,1-1-83 0,0-3-119 0,-2 0-258 16,3 0-411-16</inkml:trace>
  <inkml:trace contextRef="#ctx0" brushRef="#br1" timeOffset="-205078.239">26475 15860 183 0,'0'0'2615'15,"0"0"-1994"-15,0 0-254 0,0 0-99 0,0 0-6 16,0 0-23-16,36 64-64 0,-24-34-73 15,0 2-60-15,-4 2-42 0,-3-2-4 0,-2-3-26 16,0-4-16-16,-3-2 6 0,0-9-46 16,0-2-44-16,0-6-9 0,0-3 2 15,0-3-76-15,0 0-202 0,-3-8-313 16,-1 0-803-16,-8-11 493 0</inkml:trace>
  <inkml:trace contextRef="#ctx0" brushRef="#br1" timeOffset="-204641.879">26312 15671 13 0,'0'0'2553'15,"0"0"-1955"-15,0 0-260 0,0 0 19 16,0 0-49-16,79-5-32 0,-48 5-164 16,3-1-94-16,1-1-18 0,0 0-46 15,-1-1-75-15,3-1-44 0,-4 2-57 0,1-1-131 16,-3 2-159-16,3 0-224 15,-6 1-257-15,3 0 303 0,-6 2 357 0,-4 3 333 16,-5-3 30-16,-8 3 543 0,-2-3 163 16,-4 1-78-16,-2-1-71 0,0 1-73 15,0 0-95-15,-5 6-120 0,-3 4-144 0,-7 3-71 0,1 5-26 16,-2 2 4-16,0 5-12 0,0 0-7 31,2 1 3-31,4-3 9 0,1-2-9 0,6-3-27 16,3-4-19-16,0-3-10 0,9-1 10 15,5 0 3-15,5-1 12 0,1 0-15 16,5-1 0-16,1-2-31 0,-2 1 0 16,-1 0-2-16,2-1 33 0,-1 1-2 0,-4-1 2 15,-4 0-3-15,-5 0-10 0,-5-1 13 16,-3-1-1-16,-3 3 0 0,0 1-11 16,-9 1-3-16,-5 1-13 0,-2-1-46 0,-4 0-50 15,2 1-37-15,-1-3-38 0,0-2-59 16,2-1-96-16,-1-3-183 0,7 0-632 15</inkml:trace>
  <inkml:trace contextRef="#ctx0" brushRef="#br1" timeOffset="-204089.097">28443 16073 85 0,'0'0'1836'16,"0"0"-1085"-16,0 0-257 0,0 0-201 16,0 0-61-16,0 0-28 0,-87 51-30 15,68-27-49-15,1 7-13 0,1 7-19 16,0 4 3-16,3 5 0 0,3 1-25 15,5-4-28-15,3-2-43 0,3-9-10 0,3-6-73 0,11-8-84 16,3-7 18-16,6-7-6 0,7-5-25 16,4-12-125-16,2-10-80 0,4-7-211 15,-3-7-528 1,-9 5-59-16</inkml:trace>
  <inkml:trace contextRef="#ctx0" brushRef="#br1" timeOffset="-203623.495">28733 16115 896 0,'0'0'81'0,"0"0"629"0,0 0 337 0,0 0-601 0,0 0-39 16,2 76-50-16,-2-44-53 0,0 4-81 16,0 1-87-16,0-4-34 0,0-6-25 0,0-6-52 15,0-5-25-15,0-7-37 0,6-5-12 16,3-4-15-16,3 0 2 0,3-10 0 16,5-7 10-16,3-6-13 0,1-6-19 0,-1-1-22 15,3-3-22-15,-4 2 2 0,-2 3 3 16,-6 2 20-16,0 2-11 0,-8 3 95 15,0 5 19-15,-6 8 54 0,0 3 62 16,0 4 23-16,0 1-48 0,0 2-50 16,0 9-3-1,-3 2-7-15,0 6-12 0,2 6 12 16,1 6 38-16,0 2 15 0,7 6-1 0,1 4 121 16,2 2-44-16,0 1-43 0,-2 4-41 15,0 1-17-15,0 3-35 0,-4 1-15 16,1 1-9-16,-4 3-15 0,-1 0 3 15,0-2-1-15,0-1 11 0,-1-5-28 16,-2-6 11-16,1-5 7 0,0-5 11 16,0-9 1-16,0-2 12 0,2-5-10 0,-2-5-2 15,-1 0-1-15,2-4 1 0,-4-3 0 0,-2 0 0 16,-3-2-3-16,-7 1-9 0,-5-5 0 16,-1-1-13-16,-5 0 1 0,0-4 9 15,0-6-16-15,2-5-34 0,1-4-21 0,2-4-40 16,2-6-19-16,6-3 8 15,4-5-90-15,5-2-190 0,6-4-57 0,0-2-181 16,11-1-382-16,-3 13-416 0</inkml:trace>
  <inkml:trace contextRef="#ctx0" brushRef="#br1" timeOffset="-203252.576">29382 16193 124 0,'0'0'427'0,"0"0"-205"0,0 0 1310 16,0 0-1031-16,0 0-142 0,0 0-2 15,-85-12-13-15,72 17-89 0,0 4-81 16,1 4-34-16,1 5-22 0,-4 5-1 16,5 7-7-16,0 4-21 0,0 5-30 15,3 1-26-15,2-1-5 16,3-2-10-16,0-3-18 0,2-6 0 16,0-8-40-16,4-6-24 0,5-5-13 15,3-8 1-15,1-1-10 0,7-8 2 16,2-10-2-16,6-11-66 0,0-6-107 0,1-5-264 15,-1 0-231-15,-2-2-361 0,-4 13-151 0,3-17 1017 0</inkml:trace>
  <inkml:trace contextRef="#ctx0" brushRef="#br1" timeOffset="-203038.38">29537 15852 824 0,'0'0'62'0,"0"0"943"0,0 0-347 0,0 0-291 15,0 0-127-15,0 0 70 0,0 0-3 0,0 0-59 16,0 0 46-16,0 0-12 0,0 0-52 15,15 57-43-15,-15-26-31 0,0 6-19 0,0 1-43 0,0 5-27 16,0 4 0-16,-6 0-10 0,3 3-39 16,2-2-18-16,-1 0-3 0,2-2-15 15,0-4-21-15,0-5-34 0,0-5-42 16,3-6-37-16,0-3-62 16,3-6-65-16,-1-7-145 0,4-7-286 0,-1-3-257 15,4-5-100-15</inkml:trace>
  <inkml:trace contextRef="#ctx0" brushRef="#br1" timeOffset="-202875.618">29811 16368 2353 0,'0'0'1327'16,"0"0"-1264"-16,-21 73-44 0,16-46 38 16,-2 5 122-16,1-3-62 0,5-4-108 0,-1-5-9 15,2-4-47-15,0-6-114 0,3-4-78 16,2-3-53-16,0-3-88 0,-2-1-271 15,0-15-380-15</inkml:trace>
  <inkml:trace contextRef="#ctx0" brushRef="#br1" timeOffset="-202725.812">29790 16172 1694 0,'0'0'1757'15,"0"0"-1324"-15,0 0-270 0,0 0 134 16,0 0 12-16,0 0-78 0,0 0-81 0,0 0-65 15,89 42-85-15,-56-42-27 0,2-2-120 16,5-6-95-16,0-4-132 0,-1-1-311 16,-7 5-643-16,13-3-881 0</inkml:trace>
  <inkml:trace contextRef="#ctx0" brushRef="#br1" timeOffset="-202537.323">30385 16155 1744 0,'0'0'775'0,"0"0"371"0,0 0-878 0,0 0-14 0,0 0 193 16,-68 81-110-16,51-55-175 0,0 5-64 15,1 0-7-15,-2 3 16 0,5 0-19 0,1-1-37 16,4-2-48-16,5-3-3 0,3-2-24 16,0-3 3-16,8-4-4 0,1-2 4 15,5-2 19-15,-1-4 2 0,7-1 3 0,4-3 37 16,6 0-11-16,5-5-29 0,6-2-18 16,4-3-204-16,5-7-325 15,3-1-13-15,-13 1-645 16,17-3-1727-16</inkml:trace>
  <inkml:trace contextRef="#ctx0" brushRef="#br1" timeOffset="-202406.099">30906 16642 4175 0,'0'0'781'0,"0"0"-579"0,0 0 5 16,0 0-134-16,0 0-73 0,0 0-387 15,0 0 4-15,0 0 52 0,0 0-353 16,0 0-1397-16</inkml:trace>
  <inkml:trace contextRef="#ctx0" brushRef="#br1" timeOffset="-194568.814">5144 5571 1395 0,'0'0'211'16,"0"0"-9"-16,0 0 537 0,0 0-337 0,0 0-107 15,0 0-15-15,0 0-52 0,0 0-43 16,0 0-52-16,0 0-30 0,2 7-19 15,1-7-9-15,0 1 8 0,1 1 20 16,6-1-23-16,0 1-9 0,6-1-16 0,-3 0-6 0,4 2-18 16,-1-3 3-16,1 0-10 15,-2 0 4-15,5 0-13 0,-1 0-15 16,5 0 0-16,1 0-3 0,4 0-9 16,1 0 0-16,3-3-1 0,5 1 10 15,3-1-24-15,1 0-13 0,6-1 6 16,4 2 22-16,2-3 12 0,2 4 9 15,2-2-9-15,-3 0 0 0,-2 2-1 16,-4-1 1-16,0 1-19 0,-4 1 16 0,-2-1-24 16,0 1 2-16,-4-1-6 0,0 1-3 0,-3 0 13 0,0 0-22 15,0 0 5-15,2 0 23 0,-1 0-3 16,1-1 5-16,3-2 12 0,-2 1-27 0,2-1-3 16,-1 0 6-1,-1-1 7-15,-3 2-4 0,0 0 0 16,-1-1-2-16,-5 1 2 0,2 0-3 15,-5 0 6-15,3 1 0 0,-4 0-5 0,0 1-1 16,-2-1 9-16,-2 1 15 0,1 0 1 16,-4 0 0-16,-3 0 1 0,1 0 0 0,-2 0-1 15,0 0-19-15,-3 0-2 0,4 0 5 16,-3 0-3-16,-3 0-10 0,3-2-2 16,-3 2-1-16,0-1 20 0,-2 1 10 0,0 0-2 15,-2 0-11-15,0 0 12 0,-2 0-13 16,1 0 16-16,-3 0-2 0,1 0-29 15,-2 0-14-15,-1 0 11 0,0-2-26 16,0 2 16-16,0 0-10 0,0 0-35 16,0 0-37-1,0 0-30-15,-3 0-14 0,0 0-25 0,-5 0-98 16,1-2-115-16,-2 1-212 0,38 6-984 16</inkml:trace>
  <inkml:trace contextRef="#ctx0" brushRef="#br1" timeOffset="-185185.432">10174 5470 1193 0,'0'0'235'16,"0"0"-138"-16,0 0 43 0,0 0 74 15,0 0 4-15,0 0-56 0,0 0-16 16,0 0 86-16,0 0 231 0,0 0-243 0,30 11-89 15,-27-10 8-15,1 1 26 0,1-2 2 16,-1 2-48-16,1-2-12 0,2 2-7 16,3 1-10-16,3 1-16 0,5-1-6 0,1 2-21 15,4-3-10-15,2 0 6 0,2 0-9 16,3-1-12-16,1 0 5 0,0-1-8 16,1 0-4-16,3 2-12 0,-1-1 13 0,2 0-14 15,2 1 10-15,3-2-10 0,3 2-2 16,-1-2-1-16,3 0-1 0,0 0-17 15,5 0 18 1,2 0 1-16,5 0 4 0,2-2-4 16,4 0-3-16,-1-2-12 0,3 0 12 15,-1 2-12-15,0 0-13 0,0 0 6 16,-2 2-5-16,1 0-7 0,-5 2 18 16,-1 1 4-16,-5 2 9 0,-5 1-13 15,0-3-5-15,-3 2-1 0,0-1 7 16,-2 1 2-16,0-3-2 0,-4 1-10 0,-1 0-3 0,-2-2 13 15,-5 3-7-15,0-3-18 0,-4-1 12 16,-4 0 3-16,-3 2-3 0,-4-2-3 16,-3 3 3-16,-6-3 9 0,-1 1-6 15,-2-1-13-15,-4 1-12 0,0-1-7 16,0 0 13-16,0 0 0 0,0 0-60 0,-3 1-145 16,-1-1-184-16,0 0-610 0,-4 0-838 0</inkml:trace>
  <inkml:trace contextRef="#ctx0" brushRef="#br1" timeOffset="-184552.592">13404 5575 1327 0,'0'0'1399'16,"0"0"-1077"-16,0 0-102 0,0 0 41 15,0 0 17-15,0 0 21 0,0 0-31 16,0 0-39-16,0 0-63 0,0 0-28 0,0 0-18 16,24-8-26-16,-15 8-33 0,5 0-18 0,4 0-19 0,6 0-9 15,2 0-14-15,6 0 2 0,2 0 0 0,1 0-3 16,8 0-3-16,0 2-18 0,3 1 6 15,1-2-3-15,-4 4-7 16,0-5-14-16,-5 3 5 0,-5 0-27 0,-3-3-28 31,-6 1-5-31,-1 0-2 0,-5-1-24 16,-2 0 6-16,-3 0-13 0,-5 3-28 0,1-3-96 16,-5 1-237-16,-1-1-241 0,-3 0-454 15</inkml:trace>
  <inkml:trace contextRef="#ctx0" brushRef="#br1" timeOffset="-172647.338">1618 5551 980 0,'0'0'1380'16,"0"0"-857"-16,0 0-267 0,0 0-89 15,0 0 172-15,0 0 61 0,0 0-97 0,0 0-55 0,0 0-21 16,0 0-64-16,0-12-68 0,14 8-19 16,11-4 24-16,5-2 43 0,9-1-24 15,3 1-59-15,1-2-42 0,-1 3 13 16,-3-1-31-16,-2 1 0 0,-2 0-61 16,-2 1 40-16,-3 1-31 0,-3-2-63 15,-5 4-55 1,-3 2-50-16,-6-1-102 0,-3 3-233 15,-4 1-239-15,-6 0-616 0</inkml:trace>
  <inkml:trace contextRef="#ctx0" brushRef="#br1" timeOffset="-172387.82">1761 5498 2510 0,'0'0'538'0,"0"0"-213"0,0 0 37 0,0 0-16 16,-13 65-25-16,13-38-25 0,0 5-35 15,1 5-114-15,2 8-19 0,0 10 45 16,-3 8-79-16,0 12-51 0,0 10-40 31,-7 11 7-31,-6 3-10 0,4 0-2 0,-1-7 1 0,1-4-14 0,5-13-43 0,4-11 19 16,0-17-19-16,2-11 0 16,6-16 0-16,1-8-27 0,1-7-37 0,1-5-46 15,1-4 11-15,1-11-139 0,4-12-235 0,-2-8-198 16,-4 3-415-16,-5-35-318 0</inkml:trace>
  <inkml:trace contextRef="#ctx0" brushRef="#br1" timeOffset="-172135.119">1906 5736 424 0,'0'0'2222'0,"0"0"-1978"0,0 0-176 0,0 0 83 0,0 0 183 16,0 0-23-16,0 0-85 0,0 0-93 15,0 0-77-15,0 0-10 0,7 28 32 16,-7 3 84-16,2 12-48 0,1 16-28 16,-2 10-30-16,-1 9-56 0,0 6-13 15,0-2-17-15,-4 0 17 0,1-7-2 16,0-4-31-16,3-8 9 0,-1-5 9 16,1-15-12-16,0-7-35 0,1-13 4 15,6-6-13-15,3-9-72 16,-1-2-115-16,4-6-114 0,0 0-136 15,-3-6-286-15,-4-1-709 0</inkml:trace>
  <inkml:trace contextRef="#ctx0" brushRef="#br1" timeOffset="-171960.381">1903 6365 973 0,'0'0'2086'16,"0"0"-1719"-16,0 0-145 0,0 0-13 0,0 0 155 15,0 0-97-15,0 0-119 0,0 0-34 16,0 0 27-16,91-48 9 0,-56 33-56 15,-1-1-51-15,-1-2-43 0,1 2-28 16,-3-2-67-16,0 1-107 0,-6 4-62 16,-2 0-59-16,-8 4-245 0,-1 1-747 0</inkml:trace>
  <inkml:trace contextRef="#ctx0" brushRef="#br1" timeOffset="-171249.634">2301 6541 658 0,'0'0'32'0,"0"0"1433"0,0 0-1141 0,-33-67-117 16,19 50 15-16,2 4 31 0,2 3 37 16,3 7-15-16,1 3-23 0,3 0-60 0,2 3-27 15,-1 7-32-15,1 7 25 0,-1 8 2 16,1 8-10-16,-2 9-40 0,0 6-61 15,-3-1-13-15,4-5-36 0,-1-4-29 0,1-7-20 16,2-9 31-16,0-6-1 0,0-8-8 16,5-2-47-16,0-5-24 0,5-1 0 15,-1-1 21-15,3-5 40 0,3-4-9 0,-3-5-22 16,4-1 12-16,-5-1 16 0,1 0 21 16,-5 1-3-16,0 4 21 0,-4 5 1 15,0 5 3-15,-3 2 32 0,1 0 42 31,1 6 10-31,1 3-7 0,4 5 28 16,-1 3-50-16,1 6-18 0,2 3 21 0,0 5-6 0,0 5-12 16,0 7-41-16,-2 7 44 0,2 5-9 15,-4 9-34-15,1 2-3 0,2 0 0 16,-2-1-2-16,3-1-26 0,-1 0 7 16,2-5-16-16,1-4-12 0,-2-8 0 0,4-6-40 15,-2-11 0-15,-1-8-77 0,5-8-70 16,-4-10-55-16,5-4-51 0,0-12-218 15,-4-1-106-15,5-27-429 0</inkml:trace>
  <inkml:trace contextRef="#ctx0" brushRef="#br1" timeOffset="-170763.928">2662 5359 196 0,'0'0'45'0,"0"0"2191"0,0 0-1718 0,0 0-125 15,0 0-69-15,0 0 29 0,0 0 5 16,0 0 2-16,-15 94-87 0,15-50-93 0,0 9-34 15,1 6 18-15,4 8-61 0,-1 5-103 16,-1 5 18 0,-3 9-10-16,0 7-8 0,0 4-24 15,0 2-37-15,0-5 16 0,0-7-22 16,0-7-15-16,3-10 34 0,1-6 11 0,-1-9-12 16,1-2-12-16,1-12-3 0,-1-4-3 15,2-11-162-15,2-5 66 0,1-8-97 16,0-6-101-16,1-5-128 0,1-2-194 15,-2-7-1-15,1-19-454 0</inkml:trace>
  <inkml:trace contextRef="#ctx0" brushRef="#br1" timeOffset="-170416.658">2801 5501 965 0,'0'0'36'16,"0"0"1555"-16,0 0-1288 0,0 0-56 0,0 78 81 0,0-44-18 0,0 5-40 15,0 7-79-15,2 4-79 0,-1 9-40 16,-1 8-17-16,3 9-39 0,0 8-1 15,-3 4-15-15,3 1-12 16,-2 2 9-16,-1-4-19 0,0-6-3 16,0-4 1-16,0-11-35 0,-4-6-19 15,2-6-25-15,2-12-6 0,0-8 20 16,0-10-8-16,6-8-35 0,0-5-74 16,1-6-93-16,0-5-75 0,2-5-217 15,-2-6-133-15,0-19-644 0</inkml:trace>
  <inkml:trace contextRef="#ctx0" brushRef="#br1" timeOffset="-170115.731">2663 5575 235 0,'0'0'283'16,"0"0"1267"-16,0 0-1091 0,0 0-130 0,83-58 59 15,-57 47-38-15,2 5-48 0,-1 1-59 0,3 2-57 0,2 3-34 0,1 0-68 16,2 6-47-16,-1 5-37 0,4 4 0 16,-2 3-1-16,-2 7-2 0,-2 5 3 15,-3 4-16-15,-9 5 16 0,-4 4 0 16,-10 3-12-16,-6 1-7 0,-5 0 17 16,-9-3 2-16,-5-2 15 15,-4-5 12-15,-3-2-23 16,-1-7 2-16,0-6-6 0,2-1-31 0,-1-7-83 15,3-7-88-15,-1-6-106 0,1-1-232 16,7-3-468-16,-10-18-536 0</inkml:trace>
  <inkml:trace contextRef="#ctx0" brushRef="#br1" timeOffset="-169299.818">3318 5029 776 0,'0'0'254'16,"0"0"1055"-16,0 0-867 0,0 0-179 0,0 0-16 0,0 0 13 16,0 0-20-16,0 0-63 0,0 0-23 0,0 0-54 15,0 0-26-15,26 20 41 0,-17-2 21 16,1 6-3-16,1 4-32 16,-2 4-5-16,-1 1-14 0,-4 3-36 0,-1 3-18 15,0-3-28-15,-3 0-18 16,0-4-28-16,0-3-12 0,0-6 12 0,0-4 6 15,0-7-24-15,0-5-62 0,0-1 2 16,0-4-6 0,0 0 3-16,5-2-35 0,0 0-68 15,0-6 0-15,4-3 46 0,-1-3 28 16,1-2 2-16,2-5 29 0,-4-3 4 16,3 2 14-16,-3 3 107 0,0 1 4 0,1 2 31 15,-3 4 77-15,-1 3 39 0,1 1 12 16,-2 3 6-16,0 0-26 0,0 2-35 15,-1 1-20-15,1 0 13 0,4 0 12 16,-4 5-35-16,3 4-30 0,1 2 18 16,1 5 27-16,-4 1-15 0,3 2-16 0,-3 2-49 0,-2 0-13 15,-1-1-31-15,1-2-65 0,-1-3-44 16,-1-2 10-16,3-4-58 0,-1-1-137 16,-1-3-276-16,0-1-630 0,1-4-403 0</inkml:trace>
  <inkml:trace contextRef="#ctx0" brushRef="#br1" timeOffset="-169093.508">3715 5328 463 0,'0'0'117'0,"0"0"2002"0,0 0-1554 0,0 0-105 16,79 10-13-16,-54-10-164 0,-1 0-147 15,2-2-96-15,0-3-40 0,3-1-7 16,0-5-107-16,1 1-152 0,0-4-165 16,-1 0-580-16,-6-1-878 0</inkml:trace>
  <inkml:trace contextRef="#ctx0" brushRef="#br1" timeOffset="-168899.57">4151 4988 1068 0,'0'0'209'16,"0"0"1293"-16,0 0-1005 0,0 0-113 0,0 0-13 0,26 84-120 15,-20-53-87 1,0 7-89-16,1 7-63 0,-4 5-12 0,-3 12-25 16,0 4-30-16,-7 5-188 15,0-15-266-15,-16 24-723 0</inkml:trace>
  <inkml:trace contextRef="#ctx0" brushRef="#br1" timeOffset="-168045.736">4860 4341 120 0,'0'0'691'16,"0"0"747"-16,0 0-1018 0,0 0-288 15,0 0 16-15,-1-80 102 0,-3 61-20 16,-2-2-84-16,-1 3-17 0,-3-1-18 0,-1 2 21 16,-1 3 28-16,0-4-47 15,-2 1-17-15,1 2-31 0,-1-1 25 16,-1 0-28-16,-1 2-37 0,-1-1-10 0,-5 2 13 16,-2 1-28-16,-5 2-12 0,-4-1 0 15,-3 4 11-15,-5 2-35 0,-6 2 2 16,1 3 25-16,-5 3 9 0,2 5 15 0,-3 7 7 0,1 3 18 15,1 3 22-15,1 6-10 0,3 1-3 16,0 5-3-16,4-2-21 0,4 4-25 16,3-4-18-16,8-2-50 0,6-5 22 0,7-6 18 15,5-6 10-15,5-5-35 16,2-5 10-16,2 1-25 0,0-3-124 0,0 0-137 16,0 0-263-16,2 0-541 0,-2-15-286 0</inkml:trace>
  <inkml:trace contextRef="#ctx0" brushRef="#br1" timeOffset="-167768.54">3768 3948 378 0,'0'0'1471'0,"0"0"-422"16,0 0-789-16,0 0 1 0,0 0 31 0,0 0-22 15,0 0-44-15,0 0-49 0,0 0-28 16,-16 84-38-16,9-53-19 0,-4 2-3 15,-4 6-58-15,-5 8-31 0,-3 7-17 16,-3 3-20-16,-3 7-21 0,2-3-7 0,4 0-3 16,7-8 0-16,9-7 19 0,5-10 49 15,2-6 11-15,13-8-11 0,3-4 0 16,7-5 6-16,9-3 50 0,8-4-16 16,9-2-40-16,10-4-6 0,7 0-44 0,7-8-89 15,4 2-109-15,0 0-57 0,-2 1-285 16,-22 2-771-16,19 0-410 0</inkml:trace>
  <inkml:trace contextRef="#ctx0" brushRef="#br1" timeOffset="-96288.363">13980 16020 124 0,'0'0'1422'16,"0"0"-1256"-16,0 0-105 0,0 0 21 15,0 0-40-15,0 0 538 0,0 0-267 16,0 0 52-16,0 0-40 0,0 0-144 16,72-39-11-16,-72 39 12 0,0 0-21 0,0 0-15 15,0 0-9-15,0 0-45 16,-3 0-51-16,-4 0-41 0,-3 4-42 0,-6 1-29 16,-4 6 19-16,-2 1 8 0,-1 4 23 15,-4 3 21-15,1 3 12 0,-3 4-10 16,2 2-1-16,-3 4-1 0,-3 3 0 15,-1 1 0-15,-2 3-3 0,0 0-25 0,0 2-6 16,1 0 9-16,4 1-15 0,-1 0 15 16,3 2 6-16,3 2-9 0,-1-1 3 15,4 3 3-15,0 2 0 0,1 0 7 16,1 1 15-16,1 2-16 0,1 0-19 16,0-2 22-16,3-1-18 0,2-1-23 15,4-4 4-15,4-3 6 0,4 0 6 16,2-5-3-16,2 2 19 0,7-3-19 15,2-1 26-15,3 2-33 0,2-5 23 0,5 3 6 0,0-4 17 0,6-2-27 16,0 0-12-16,4-4-29 0,5 0 48 16,2-3 22-16,5-1-2 0,4-2 4 15,4-2-4-15,5-2-12 0,5 0 12 16,2-2 2-16,5 2 19 0,2-2-19 16,2 3-16-16,2-2 15 0,1 0 1 0,-1-1-2 15,-3-2 2 1,0-1 0-16,-2-3 2 0,-5-2-1 15,-2-1 1-15,-2-2 17 0,-1-2 26 16,2 0 21-16,-1-6 7 0,5-2-13 16,3 0-25-16,5-5 0 0,-1-2-35 15,5-3-2-15,-4-4-14 0,0-2-6 0,0-1 20 16,-4 0 2-16,-3 0-4 0,-4 0 3 16,-1 2 1-16,-5 1 35 0,3-2-13 0,-3 3 3 15,1-2 10-15,3-2 3 0,2-1-4 16,3-2 7-16,1-3-13 0,5-2-28 0,1-2 0 15,1-3-15-15,1-3-26 0,-3-3-25 16,-3-2-3-16,-3-1 9 0,-7-2 15 16,-7 5 26-16,-5 2 19 0,-7 1 29 15,-2 2 28 1,-4 0 18-16,1 2 10 0,-4-2-16 0,-1 1-15 16,-4-2-19-16,-2-2-19 0,-3-2-13 15,-6-3-1-15,-4-2-2 0,-6-2-26 16,-4-2 7-16,0 0-40 0,-9-1 24 15,-4-1 1-15,-7 1 34 0,-3 0-19 16,-8 0 19-16,-3 4 22 0,-5-2 0 16,-4 4-10-16,-3 2 20 0,0 3 15 0,0 4-25 0,1 0 1 15,-1 3-2-15,1 0-8 0,-1 0-13 16,-3 0 3-16,-1-2-3 0,-3 2-34 16,-4 2 11-16,-3 0-46 0,-5 4-10 15,-4 3 48-15,-5 4-7 0,-8 4 16 16,-4 4-54-16,-8 4 7 0,-3 4 69 15,-4 2 19-15,-6 4-5 0,1 1-12 0,-2 2 15 16,4 8 5-16,3 3 3 0,5 5-3 16,6 4-20-16,8 3 20 0,7 1 0 15,6 2-6-15,6 0-16 0,5-1-29 0,5 0 4 16,1 0-16-16,5-3-15 0,5 0-20 16,3-3-23-16,4-3-75 0,5 0-140 0,8-7-197 31,-4 3-599-31</inkml:trace>
  <inkml:trace contextRef="#ctx0" brushRef="#br1" timeOffset="-94655.453">17430 17493 411 0,'0'0'1887'0,"0"0"-1474"0,0 0-249 0,0 0-45 0,0 0 25 15,13 68 16-15,-13-40-49 0,0 0-53 16,0 0-25-16,0-2-33 16,0-4-16-16,3-4-7 0,6-4 4 15,2-2 19-15,6-6 17 0,2-1 25 16,4-5-40-16,5 0-2 0,2-5-14 16,6-4 14-16,3-3-19 0,7-4 3 15,3-3-9-15,6 0-39 0,3-1 3 16,1-1-15-16,0-2 31 0,1-1 23 0,1-2 22 15,-2-1 1-15,-5 0 2 0,-1 1 10 0,-6 4 0 16,-7 1 18-16,-6 7 8 0,-6 2 2 16,-6 3-19-16,-5 5-22 0,-5 4 0 15,-2 0 20-15,-3 2 15 0,-2 5-3 0,0 2 9 16,-1 1 3-16,-1 0-2 0,0 1-4 16,2-1-35-16,3 0 0 0,2 1-1 15,5-4 14 1,2 1 22-16,3-2 9 0,2-1-15 15,2-2 3-15,-1 1-13 0,-1 0-22 0,3 1-11 16,-4 1-8-16,3 1 17 0,-2 1 0 16,6-1 0-16,3 0 2 0,9-1 0 15,7-2 0-15,5-1-32 0,4-1-6 16,2 0 10-16,1-2-10 0,-2 1 19 16,-1-1-3-16,-4 1 22 0,-4-1 2 0,-1 1 17 15,-5 1-3-15,1 0 6 16,-4-2 29-16,2 1-4 0,0-1-12 0,1 2-4 15,2-1 1-15,5-1 2 16,2 2-21-16,4-1-11 0,4-1-2 16,3 0-13-16,5 0 13 0,0-1-3 0,2-4 1 15,-1 0 1-15,-3 2-14 16,0-1 15-16,-2 0 32 0,-2 2 15 16,-3 1 0-16,-4 1 3 0,1 0 8 15,-4 3-5-15,0 1-3 0,1 1-10 0,0 1-9 16,2-2-3-16,-1 2-15 0,4-4-13 15,4 0 0-15,-1 1 0 0,4-3 15 16,-1 0-15-16,2 0-3 0,1 0 1 16,-1-1 0-16,2-4-13 0,0 0 14 15,-1-3-1-15,2-1 2 0,-3 2 0 0,2-3 2 16,-3 1 10-16,-2-1 10 0,0-1 3 16,0 1-4-16,-3-3 4 0,3 2 15 15,-3-1-36-15,3-1-4 0,3 0 0 16,-1 1-41-16,2 1 4 0,0 1 3 15,-1-1 6-15,-2 4 6 0,-4 1-40 0,0-1 6 0,-5 3 53 0,-1 0 3 16,-4 1 14-16,-1 2 14 0,-1 1 13 16,-3-2 12-16,3 2 12 0,-1-2-53 15,3 0-12-15,3-1 0 0,3 0-1 32,4-3-11-32,5 1-10 0,3-2-6 15,5 3 13-15,5-3-4 0,3 2 6 0,2 1-18 0,-5 2-6 16,-6 2 37-16,-9 0 21 0,-8 0 32 15,-12 0 24-15,-5 1 51 0,-9 1 41 16,-8 0-64-16,-4-1-59 16,-5-1-9-16,-6 2-19 0,-4-1-2 15,-1 0-14-15,0-1 1 0,0 0 9 0,0 0-10 0,0 0 1 0,0 0 8 16,0 0-11-16,0 0-50 0,-1 0-54 16,-4 0-72-16,-2 0-56 0,-6-1-90 15,2-3-250-15,-22-3-825 0</inkml:trace>
  <inkml:trace contextRef="#ctx0" brushRef="#br1" timeOffset="-93220.58">10680 18201 1163 0,'0'0'1232'16,"0"0"-858"-16,0 0-216 0,0 0-46 15,0 0 99-15,0 0 31 0,0 0-61 16,0 0-30-16,0 0 0 0,0 0 0 16,86-13 5-16,-62 6-72 0,1 3-35 0,4 0-15 0,0 0 44 15,1 0 27-15,2 3-4 0,1-1-42 0,-1 1-41 16,4-2-15-16,-1 0-2 0,2 2 2 15,-1-2 0-15,0 1 0 0,3-1 16 16,0 0-18-16,1 1-1 16,1-1-19-16,2 1 17 0,0-1-10 15,2 1 11-15,-1-2-1 16,1-1 1-16,-2 1-11 0,-1 0 10 0,3 0-14 16,-2 0-8-16,3 0 11 0,5 0 1 15,5 1 11-15,1-3-1 0,4 1-1 16,2 0-28-16,-1-2 7 0,0 0 21 15,-1 1-13-15,-4-1-5 0,-2 3 18 16,-3 0-12-16,-3 3 12 0,-3 0 3 16,-3 1 2-16,-4 0-1 0,0 0 1 0,0 4-2 0,-3-2 0 15,2 1 0-15,-4 0 2 0,2-1 11 16,-1 1-12-16,-2-3 1 0,0 0-1 16,-1 0-1-16,-2 0-2 0,-1 0 2 15,-3-4 12-15,-2 0-12 0,-4 1 2 16,-5 3 13-16,2-2-13 0,-4 0 14 15,-1 1-4 1,1 1-9-16,-3-1 0 0,-1 1 9 16,-1-1-12-16,-1 1 0 0,-2-2 0 0,1 0 12 0,-4 2 0 0,4 0-9 15,-2-1 19-15,-1-1-19 0,2 1-3 16,0-1 0-16,-2 1-2 0,3 1-11 0,0 0 10 16,-2-1-15-16,0 1 6 0,-1 0 9 15,-3 0-13-15,2 0 14 16,-2 0-10-16,0 0 0 0,0 0 10 15,0 0-17-15,0 0-58 0,0 0-53 16,0 0-50-16,-2 0 24 0,-4 1-30 0,1-1-142 16,-1 1-175-16,-7 1-745 0,43-6-586 0</inkml:trace>
  <inkml:trace contextRef="#ctx0" brushRef="#br2" timeOffset="-61647.301">534 12189 1884 0,'0'0'628'15,"0"0"-247"-15,0 0-282 0,0 0-57 0,0 0 73 16,0 0 64-16,0 0-14 0,0 0-63 16,0 0-23-16,0 0-26 0,10 8 51 0,2-2 25 15,5 0-18-15,2 4-39 16,2-2-29-16,4 1-39 0,2-2 8 15,2 1 3-15,-1 1-15 0,2-1-13 0,4-2 12 16,1 2-21-16,2-1 20 0,4-3-1 16,5 3 3-16,0-4-1 15,3 2 1-15,3-1-3 0,3-2 2 16,1 2 0-16,4-1-1 0,1-2 2 16,2 5-3-16,1-1-1 0,-1-1-7 15,-1 3 10-15,0-3 0 0,-1 4-18 16,1-4 17-16,1 1 0 0,2 1-1 0,0-2-16 15,2-2 7-15,1 2 9 0,0-2-130 16,0 2 133-16,2-2-9 0,-2 2 21 16,-2-2-15-16,-1 5 3 0,0-2-28 0,-3 0 25 15,3-1 1-15,-3 2 2 0,3-2-3 16,-2 1-28-16,1-2 29 0,2-1-1 16,-3-1-19-16,5-1 0 0,0 0-22 0,-1 0 21 15,4-2 21-15,-5 0 2 0,1 0 0 16,-3 1 12-16,0 1-12 0,-4 0 0 15,1 0 1-15,-2 0-1 16,-1 0-1-16,-1 0 1 0,-2 0-3 16,1 0 3-16,2-2 0 0,0-1 0 15,1-3-1-15,1 1-12 0,2-1 11 16,3-2-29-16,0-1 18 0,0 1 0 16,1-3 13-16,-1 3-1 0,1 1 1 15,0-3 0-15,-2 4 2 0,1-2 16 16,-2 2-17-16,-1 0-2 0,0 0 1 0,0 0-2 0,0 0-1 15,0 0 2-15,0 0-1 0,1-1 1 16,1 2-2-16,-1-2-26 0,1 3 13 16,2-2 14-16,1 2 2 0,3 1-2 15,-2-1 2-15,1 1 0 0,1-1 12 16,-2 1-11-16,0 1-2 0,0-1 2 16,-2 0-2-16,3 1-2 0,-1-2 0 0,1-2-13 0,0 3 16 15,3-3 2-15,-1 0-2 0,1 1-8 16,4-2 8-16,-1 2 0 0,1-1-12 15,-2 1 12-15,4 0 0 0,-3 2 2 16,-3-1 0-16,3 2 14 0,-2-1-13 16,1 1-2-16,-2 1-1 0,0-3-2 15,4-1 2-15,1 2-2 16,2-4-9-16,2-1 11 0,1 0 0 16,1 0 0-16,0-1 0 0,3-2 0 15,-1 1 0-15,1 1-3 0,-1 1-6 0,-4 1 9 16,-2 2 3-16,-4-1 9 0,2 2-8 15,-7 2-4-15,1-1-3 0,-3 3-9 16,2-1 11-16,-3 1 1 0,-3-1-2 16,3 1-11-16,-2-2 11 0,0-1-12 0,1 2 12 0,-2-4-12 15,1 2 13-15,-1-1 1 0,-2-2 22 16,-2 0-6-16,-1 2-16 0,-5-3 1 16,1 5 2-16,-4-3 1 0,-4 3 18 15,-1-1-21-15,-3 0-1 0,-1-1-22 16,-3 1 21-16,-3 1-3 0,-2 0 4 15,-3-2 10 1,-3 1-10-16,-5 0 13 0,-4 3-13 0,-3-2-1 0,-3 1 1 16,-6 0 10-16,-3 1-8 0,-1-2 17 15,-3 2 35-15,0 0 6 0,0 0-4 16,0 0-10-16,-1 0-46 0,-5 0-1 16,-1 0-31-16,-2 0 29 0,1 0-32 15,-1 4 7-15,-1-2 28 0,1 1 1 16,3 0 1-16,-1-2 1 0,0 2 19 15,1-1-9-15,2 0-13 0,0 1 1 0,-1-1 0 16,2 0-1-16,-1 1-22 0,0-2 3 16,1 3-3-16,0-4 3 15,2 4 17-15,-1-3-30 0,2-1 7 0,0 0 3 16,0 0 19-16,0 0 3 0,0 0 0 0,0 0 2 16,0 0 14-1,0 0 12-15,0 0 10 0,0 0-6 16,0 0-14-16,0 0-2 0,0 0-13 15,0 0 16-15,0 0-3 0,0 0-13 0,0 0 10 0,0 0-11 0,0 0 14 16,0 0-13 0,0 0 0-16,0 0-3 15,0 0-3-15,0 0-29 0,0 0 1 0,0 0-39 16,0 0-84-16,-1 0-2 0,-1 0 39 16,2 0 27-16,-3 1 26 0,2 0 4 15,-1 2-14-15,2-1-122 0,0 0-113 16,0 2-105-16,3-1-54 0,-1-1-46 0,-1 0-118 0,2-22 111 15</inkml:trace>
  <inkml:trace contextRef="#ctx0" brushRef="#br2" timeOffset="-59475.371">10294 12081 1026 0,'0'0'0'16,"0"0"0"-16,0 0 475 0,0 0-202 0,0 0-52 15,0 0-49-15,0 0 0 0,0 0-30 16,0 0-64-16,0 0 2 0,-2-15-6 15,10 11 39-15,1-2 0 0,3-1-27 16,1 1-25-16,-1 0-29 0,1 0-32 0,2 1-13 16,3 1-9-16,0 3 11 0,5-4 9 15,-1 4-9-15,4 0 8 0,2-1 0 0,0 0 2 16,1 0-2-16,3-1 3 16,0 1 18-16,-1-1-18 0,1 0-3 0,1 1-23 15,0-2 0-15,-2 3-12 0,2-2 37 16,1 0 1-16,-1 2-16 0,3-1 3 15,0 0-32 1,2-1 45-16,1 2-2 0,2 1 2 16,0 0 3-16,-1 0 23 0,-1 0-25 0,0 0 12 0,-3 0-13 0,0 0 12 15,-1 0 10-15,-2 0-21 0,3 0 11 16,-3 0-10-16,-1 0 17 0,-1 0 16 16,-3 0-6-16,-1 0 19 0,-1 4-46 15,-3 0 8-15,-1 0 6 0,-1 0-16 16,-2 3 0-16,1 0 1 0,-4-2-2 15,0 1-12-15,0 0 13 0,-2 1 23 16,-2 0-11-16,1 1-11 0,-2 0 15 0,1 1 26 16,2 1 3-16,-2 2-23 0,4 2-6 15,-2 3 0-15,3-1 9 0,2 5 1 16,0 1-23-16,1 6 35 0,-1 3-35 16,1 1 48-1,1 4-13-15,-3 1-9 0,5 3 9 16,-2 4 9-16,0 1 7 0,0 3-29 15,2 2 4-15,-1 2 2 0,1 4-9 0,-1 2-22 16,-1 3 32-16,-2 4-19 16,1 4-13-16,-4 3-24 0,1 7 23 0,-2 3-10 15,2 4 10-15,-2 6 1 0,-1 3 12 16,-4 3 76-16,1 0-31 0,-2 1-35 0,-2 0-7 16,2 0 4-16,-2 0 3 0,3 0 1 15,-4 1 5-15,0 0-12 0,4 1-3 16,-4 0 8-16,2 1 1 15,-2-1 0-15,3-6-20 0,-2-1 0 0,0-1 11 16,-1-5-13-16,4-3 0 0,-4-5-2 16,-2-3 2-16,0-5 1 0,-1-4-1 0,0-7 1 0,-1-3 1 15,-1-7-1-15,-1-3 0 0,0-5 1 16,0-4-2-16,0-4-2 0,0-6-11 0,-1-5 13 16,-1-5-1-16,2-6-2 15,0-6-9 1,0-1 11-16,0-6-15 0,0 2 13 0,0-2-22 15,0 0 15-15,0 0 10 0,0 0 28 16,0 0 9-16,-3 0-3 0,3 0-19 0,-4-2-15 16,1-2-22-16,-1-2-3 15,-1-1 3-15,-3-1 0 0,2 0 4 0,0 1 2 16,-3-1 14-16,1 0-1 0,-1 0 3 16,-1 1 1-16,-4 0 24 0,2 2-3 15,-3-1 0-15,-3 1-10 0,0 2-10 0,-3-1-2 16,0 3-14-16,-2 0 12 0,0-2-11 0,-2 3 13 15,-5 0 15-15,-4 0-15 0,-9 4-3 16,-3 0-79-16,-7 0 35 0,-3 3 47 16,-3 1 15-16,0-1-15 0,-3-1-1 15,-2 0 1-15,-4-2-1 0,-1 0 1 16,-3 0 0-16,-4-1 1 16,-2-1 0-16,-1 1-1 0,-5-2 1 15,-1 2 15-15,-4 0-16 0,-1-1 0 16,-6 1 2-16,2 1-2 0,-2 1 0 15,-2-3-17-15,0 2 15 0,-2-1-26 16,-1-3-19-16,2 3-3 0,-2-2-1 16,-3 1 4-16,2-1 22 0,-3 1-16 0,-2-2 40 0,0 0 1 15,-1 0 13-15,3 0-1 0,0 0 4 16,1 0 3-16,3-2 6 0,0-1-6 16,1 2-18-16,0 1 19 0,-2 0-20 15,-2 0-1-15,-1 0-24 0,-2 0 6 16,-1 0-3-16,3 3 0 0,-3-2-32 0,2 2-6 15,0-3 25-15,3 2 19 0,0-1 16 16,1 2-22-16,-1-2 21 0,-2 1-1 16,1 0-34-16,0-2 34 0,-2 0-12 0,2 0 2 15,-1 0-20-15,0 0 23 0,-1 0-4 16,1 0 13-16,-3 0-2 0,2 1-14 0,-3 1 0 16,-2 2-13-16,-1 1-6 0,0 3-3 15,-5 1-6-15,2 1 8 0,-2 1 14 16,3 2 22-16,0 2 0 15,2-1 16-15,1 1 6 16,-3-1-2-16,3 0 2 0,-3 1 3 0,0-1 13 16,2-3-3-16,2 0 0 15,1-2 7-15,5 0-26 0,4-2-4 0,4 0-12 16,2 0 0-16,2-1 1 0,3 0-1 16,1-1 0-16,3-1-22 0,1 1 22 15,3 0 1-15,2-3 1 0,4 3 21 16,1-1-21-16,3-1 0 0,1 3 14 0,6-3-1 15,-1 4-11-15,3-2-1 0,3 0 9 0,0 2-8 16,0-2 24-16,2 0-27 0,1 2-1 16,2-1-13-16,0 1 1 0,1 3 2 15,-2-2-2-15,2 4-4 0,4 0 15 16,-3 2 1-16,0 0 0 0,3 0-2 16,0 2-19-1,0-1 21-15,1 1 1 0,4-1 1 16,-1 0 0-16,3-1-1 0,3 1 1 0,2-2-1 15,4 0 43-15,4-4 7 0,7 0-26 16,2-3 1-16,6-1 8 0,1-2-2 16,7-1 3-16,3-2-7 0,0 0-6 15,3 0-3-15,0 0-7 0,0 0-12 16,0 0-3-16,0 0-16 0,-1 0 7 0,1 0 10 16,0 0-14-16,0 0 0 0,0 0 13 0,0 0 0 15,-2 0 3-15,1 0 12 0,-1 0-9 0,-3 0 9 16,2 0-12-16,0 0 2 0,0 0 1 15,-1 0 1-15,1 0-3 0,0 0-1 16,0 0-13-16,0 0 12 0,2 0-12 16,-3 0 1-16,2 0 9 0,1 0-1 0,1 0 4 15,-2 0 0-15,1 0 0 0,1 0 0 16,-3 0-1-16,3 0 1 0,-3 0 1 16,1 0-1-16,1 0 0 0,-2 0 0 15,0 0-2-15,-1 0 2 0,0 0-2 0,-2 0-13 16,3 0 2-16,0 0-3 15,-1 0-9-15,2 0-41 16,1 0-71-16,1 0-92 0,4 0-261 16,2 0-331-16,11-4-394 0,-14 8 455 0</inkml:trace>
  <inkml:trace contextRef="#ctx0" brushRef="#br2" timeOffset="-58226.987">6256 17429 818 0,'0'0'281'15,"0"0"1008"-15,0 0-1114 0,0 0-36 0,17 64 9 16,-14-43 57-16,-2 0-48 0,2-2-55 16,0 0-45-16,0-6-22 0,3-2-22 15,1-3 0-15,0-1 15 0,3-2-28 16,2-1 0-16,2-2 15 0,1-2 11 0,2 0 15 16,4-7-10-16,0-4-28 0,5-2-3 15,1-3-26-15,0-5 1 16,2-1-23-16,1 0 36 0,1-2-27 15,-1 1 24-15,1 2-13 0,1 1 28 0,0 2 0 16,-2 0 2-16,-1 5-2 0,1-1-1 16,-1 2 1-16,-3 1 32 15,-1 5 7-15,-4 1-39 0,-4 4-38 16,-4 1-10-16,-1 2 45 0,-2 8 3 16,0 1 45-16,-1 4 5 0,2 2-15 15,-2 1 3-15,-2 1 0 0,-1 2 0 16,0-1 4-16,-5-1-39 0,-1-1-2 0,0-2-1 15,0-4-1-15,0-4-2 0,0-3-10 16,0-4-9-16,0-1-13 0,0 0-44 0,0 0 12 16,3-6 26-16,6-5 34 0,5-4 7 15,2-3 24-15,7-1-24 0,1-1 0 16,1 2 35-16,1 3-7 0,0 2-28 16,0 2 2-16,-2 1-2 0,2 4-1 0,-1 1 1 15,2 2 76-15,-2 3-72 0,-2 0 18 16,0 0 13-16,-4 6 3 0,2 0-13 0,-2 2-25 15,3-1 2-15,-1 1 1 0,5-1-2 0,-3-1 0 16,6 1-1-16,0 0 1 0,4-2 25 16,3-1 11-16,1 0 30 0,5-1 68 15,1-3-60-15,2 0-63 0,0-8 5 16,5-4-1-16,-1-4-4 0,0-4-12 16,-1-2 0-1,-6-3-1-15,-5 0-17 0,-5 0-40 0,-8 6-11 16,-5 1 16-16,-9 8 2 0,-4 3-12 15,-6 5-31-15,0 2 15 0,-6 0-58 16,-7 6-115-16,-3 1-106 0,-3 6-88 16,-5 1-10-16,4-3-302 0,-12 8-273 0</inkml:trace>
  <inkml:trace contextRef="#ctx0" brushRef="#br2" timeOffset="-55120.713">1227 13139 1532 0,'0'0'88'0,"0"0"-86"0,0 0 631 0,0 0-300 0,0 0-15 15,0 0-32-15,0 0 10 0,0 0 17 16,0 0-39-16,0 0-62 0,0-4-41 16,0 4-29-16,0 0-28 0,0 0-28 15,0 0-31-15,0 0-55 0,2 0-34 16,2 5-30-16,5 2-15 0,5 8 79 15,5 6 15-15,7 6 4 0,6 4-16 0,2 8 0 0,5 3 28 16,3 7-30 0,0 0 42-16,1 2-22 0,-4 2-20 0,0 0 10 15,-4-1-11-15,-4-1-3 0,-2-3-15 16,-3-3-13-16,-3 0 4 16,0-5-4-16,-7-7 6 0,1-3-33 0,-4-6-10 15,0-5 15-15,-3-5-15 0,-3-2-9 0,1-6-38 0,-4-3-32 31,-1-2-64-31,-2-1-76 0,-1-5-75 0,0-7-39 16,0 2-274-16,-4-18-467 0</inkml:trace>
  <inkml:trace contextRef="#ctx0" brushRef="#br2" timeOffset="-54705.936">1869 13170 1774 0,'0'0'111'16,"0"0"511"-16,0 0-457 15,0 0-107 1,0 0 67-16,0 0 113 0,0 0-47 16,0 0-63-16,-85 38-65 0,70-26-25 0,1 4 16 15,-2 1-6-15,-1 2 15 0,-3 7-9 16,-1 4-20-16,-2 4-31 0,-4 4 10 15,0 6 6-15,-4 2 28 0,0 3 26 0,-1 1 36 16,0 0-23-16,0-3-24 0,1 1-9 16,-1-4-16-16,0-1 16 0,2-2-6 0,3-4-13 0,1-3-3 15,3-7-6-15,5-3-10 0,3-1 7 16,2-7-19-16,4-4-3 0,2-3 0 16,4-4-1-16,1-1-1 0,2-3-17 15,0-1-12-15,0 0-15 0,0 1-25 16,0-1-4-16,0 0 0 0,0 0 16 15,0 0 9-15,0 2-1 0,0-2-3 16,0 0-18-16,2 0-51 0,-2 0-19 16,3 0-105-16,4 0-85 0,-1-3-109 15,1-1-93-15,-1 0-2 0,5-9-456 0,-53 35 447 16</inkml:trace>
  <inkml:trace contextRef="#ctx0" brushRef="#br2" timeOffset="-53386.917">2164 13283 866 0,'0'0'355'15,"0"0"-137"-15,0 0 270 0,0 0-267 16,0 0-40-16,0 0-39 0,0 0 13 15,0 0-10-15,0 0-29 0,0 0-20 0,0 0-12 16,-6-11-14-16,6 11 4 0,0 0 9 16,-1 0 3-16,1 0 12 0,0 0-3 15,0 0-12-15,0 0-33 0,0 0-18 16,0 0-7-16,0 0 10 0,0 0 12 16,0 0-9-16,0 0-10 0,0 0-6 15,-2 0 6-15,2 0 7 16,0 0 9-16,0 0-6 0,0 0 3 15,0 0-1-15,0 0-2 0,-1 0-7 16,1 2 3-16,0-2 7 0,-1 0-4 16,-2 2 0-16,-2 0-36 0,-3 0-1 15,1 4-18-15,-2-1-17 0,2 2 14 16,-3 3 2-16,1 0-3 0,2 0 4 0,-3 6 7 0,4 1 11 16,0 3 22-16,-1 3 0 0,4 3 6 15,0 2-25-15,0-2 9 0,2 2 4 0,1 1-4 16,0 2 1-16,0-1-12 0,0 1 11 15,4 0-11-15,0-1 0 0,4-1 2 16,-1 1 9-16,4 0-12 0,-2-1-1 0,1-2-11 16,3-2 12-16,-1-2 0 0,-2-4 0 15,3-3-3-15,-3 1 0 0,3-4-9 32,-3-1 12-32,-1-4-13 0,-2-2-2 15,1 0-13-15,-2-3-31 0,-3 0-7 0,3 0-37 16,-2-2-36-16,1-1-27 0,0 0-103 15,2 0-104-15,-1-4-235 0,6-3-479 0</inkml:trace>
  <inkml:trace contextRef="#ctx0" brushRef="#br2" timeOffset="-35694.636">2488 13116 1828 0,'0'0'573'0,"0"0"68"0,0 0-309 16,0 0-160-16,0 0 27 0,0 0 50 0,0 0-58 0,0 0-44 16,0 0 29-16,58-5-31 15,-26 2-55-15,5-1-14 0,4-1-30 0,0 0-15 16,0-3-7-16,-4 0-24 0,-1-1-18 15,-2 4-3-15,-6-4-7 0,-2 1 7 16,-6 1-25-16,-4 0-50 0,-3 1-67 16,-3 0-73-16,-4 0-130 0,-6 0-200 15,0 0-477-15,-6 3-615 0,-15-1 1048 0</inkml:trace>
  <inkml:trace contextRef="#ctx0" brushRef="#br2" timeOffset="-35436.238">2662 13094 860 0,'0'0'117'0,"0"0"973"0,0 0-608 0,0 0-141 15,-12 86-97-15,9-58-40 0,3 3 9 16,0 2-32-16,0 5-24 16,3 4-60-16,1 3 17 0,-2 7-20 15,-1 4 15-15,-1 4 67 0,0 0-160 16,0-2-16-16,0 2-19 0,-4-6 1 15,-2-2-10-15,0-4 12 0,2-6-5 0,1-9-41 16,0-6 9-16,3-8-6 0,0-9-22 16,0-3-30-16,4-6-36 0,1-1-20 15,0-5-58-15,3-5-17 0,-1-6-53 0,0-6-246 16,-4 3-463-16</inkml:trace>
  <inkml:trace contextRef="#ctx0" brushRef="#br2" timeOffset="-35167.593">2715 13222 492 0,'0'0'1660'15,"0"0"-1333"-15,0 0-72 0,0 0-37 0,0 0 0 16,0 0-36-16,0 0-42 0,0 0 3 15,30 69 15-15,-24-38-29 0,2 5-26 0,-2 5-33 0,-2 6-8 0,1 1-18 16,-4 5 9-16,1 2-34 0,-2-4-19 16,0 0-32-16,0-6-5 0,0-3 0 15,0-6-16-15,0-5 28 0,-2-5-17 16,1-5-24-16,1-4-69 0,0-5 0 16,0-5-46-16,0-4-134 0,3-3-276 15,0-3-173 1,0-9-413-16</inkml:trace>
  <inkml:trace contextRef="#ctx0" brushRef="#br2" timeOffset="-34979.478">2676 13741 493 0,'0'0'594'16,"0"0"472"-16,0 0-645 0,0 0-13 0,0 0-37 15,0 0 54-15,0 0-152 0,0 0-156 0,75-27-71 16,-48 21 48-16,3-3-41 0,7-3-53 15,1-2-2-15,3-1-73 0,-2-2-143 0,-2 2-195 16,-8 3-218 0,11-2-811-16</inkml:trace>
  <inkml:trace contextRef="#ctx0" brushRef="#br2" timeOffset="-33734.373">3200 13801 7 0,'0'0'492'0,"0"0"1024"0,0 0-966 0,0 0-138 16,0 0-92-16,0 0-9 0,0 0-14 15,29 82-92-15,-27-59-68 0,-1-1-81 16,-1 0-41-16,0-3-15 0,0-4-13 0,0-3-43 15,0-3-66-15,0-3-20 0,0-5-2 16,4-1-14-16,2 0 71 0,0-4 87 16,4-4 12-16,-1-2 14 0,1-4 5 15,0 0-9-15,0-2-6 0,-1 3-3 0,-1 2 6 16,-1 4-3-16,-1 3-1 16,-1 3 1-16,-1 1 12 0,4 1 61 0,0 6-5 15,-1 3-52-15,2 3-11 0,-1 3 6 16,-1-1-24-16,-1 2 0 0,-3-1-3 15,0 1-19-15,-3-2-66 0,0 0-87 0,0-5-116 16,0-1-223-16,-3-3-279 0,-3-6-606 0</inkml:trace>
  <inkml:trace contextRef="#ctx0" brushRef="#br2" timeOffset="-33302.858">3709 12937 42 0,'0'0'1958'15,"0"0"-1234"-15,0 0-217 0,0 0-84 16,0 0-65-16,0 0-100 0,0 0-82 16,0 0-55-16,0 0-16 0,85 18-31 0,-66-8-4 15,0 4 4-15,5 6-10 0,1 6-12 0,-1 3-3 16,3 7-9-16,-1 6-16 0,-4 4-12 16,0 6-12-16,-6 2-15 0,-2 2-31 15,-5-1 0-15,-2-3 10 0,0-5-1 16,-4-4 13-1,-2-5 5-15,-1-4-2 0,0-2-10 0,-7-2 7 0,-4-2 21 16,-4 1-22-16,-7 2-6 16,-2 0-33-16,-6 1-63 0,-2 2-27 15,-1-1 20-15,0-4 0 0,1 0-39 16,0-3-59-16,5-3-117 0,1-5-133 16,9-5-287-16,-5-3-502 0</inkml:trace>
  <inkml:trace contextRef="#ctx0" brushRef="#br2" timeOffset="-28742.349">2902 14169 741 0,'0'1'421'0,"0"1"-63"0,0 3-4 0,0 0 29 0,0 2-173 16,0-2-87-16,-3 3 305 0,2-1 34 15,-1-4-189-15,2 1-110 0,0-1-34 16,0 0-3-16,0 0-2 0,5 5 1 15,-1 2 38-15,6 7-30 0,-1 6-41 16,-1 6-40-16,4 2-12 0,-5 7 12 16,0 3-12-16,-1 3-19 0,-3 2-5 0,0 3-16 15,-3 2-12-15,0-2-40 16,0-5-3-16,0-2-21 0,4-5-38 0,-3-9 15 16,2-6 50-16,-1-5-25 0,1-4-22 15,0-5-50-15,-2-1-171 0,2-3-14 16,0-4-44-16,-3 0 39 0,0-6 117 0,0-7-33 31,0-5-137-31,0 2-215 0,-3-21-506 0</inkml:trace>
  <inkml:trace contextRef="#ctx0" brushRef="#br2" timeOffset="-28508.966">2925 14241 2240 0,'0'0'262'15,"0"0"-30"-15,0 0-65 0,0 0 29 16,0 0 75-16,0 0-71 0,0 0-57 0,0 0-30 15,0 0-9-15,0 0-7 0,0 0-18 16,65-50-35-16,-48 52-25 0,-1 6 31 16,1 3-50-16,-2 4-20 0,-2 1 20 15,-3 5-13-15,-6-2 13 0,-2 0 16 16,-2 3 12-16,-2-1-16 0,-8 0 16 16,-1-2-28-16,-4-2-18 15,-3-3-20-15,0-3-15 0,-1-4-21 16,2-2-62-16,-3-5-15 0,-3-4-143 15,-3-4-169-15,7-3-320 0,-17-6-823 0</inkml:trace>
  <inkml:trace contextRef="#ctx0" brushRef="#br2" timeOffset="-27856.647">709 12901 1865 0,'0'0'584'16,"0"0"-223"-16,0 0-98 0,0 0 12 16,0 0 42-16,0 0-58 0,0 0-52 15,24 70-23-15,-15-39-4 0,-3 4-38 0,-2 8-59 16,3 5-6-16,-1 6-37 0,1 4 3 0,-1 7-10 16,5 8-17-16,1 8-15 15,-2 8-1-15,4 8-18 16,-4 4 3-16,1 0-6 0,-3 0-1 0,-2-2-76 15,0-5-22-15,-2-5-41 0,2-4-25 16,1-6-45-16,0-5-43 0,0-6-125 16,4-7-158-16,-3-15-443 0,7 8-627 0</inkml:trace>
  <inkml:trace contextRef="#ctx0" brushRef="#br2" timeOffset="-27240.27">4614 12881 1113 0,'0'0'725'0,"0"0"-128"0,0 0-152 0,0 0-99 16,0 0-34-16,0 72-38 0,1-38-9 0,2 5-25 16,2 3-51-16,-1 5-68 0,2 0-47 15,4 3-25 1,-1 3-9-16,2 4 6 0,2 4-6 16,0 3-10-16,1 9-30 0,1 3-1 15,-1 5-2-15,-1 0-15 0,-2 0-10 0,0 1-27 16,-1-4-59-16,0-6-34 0,0-4-38 15,0-8-72-15,2-7-85 0,1-9-156 16,-3-14-198-16,6-3-799 0</inkml:trace>
  <inkml:trace contextRef="#ctx0" brushRef="#br2" timeOffset="-23160.022">5369 13553 375 0,'0'0'535'0,"0"0"-115"0,0 0-117 16,0 0-24-16,0 0 45 0,0 0-39 0,0 0-43 16,0 0-27-16,0 0-67 0,0 0-27 0,-36 15-13 15,36-15 10-15,2 0 25 0,1 0-11 16,-2 0-53-16,2 0-25 0,1 0-13 0,2 0 15 16,4 0 23-16,4 0 12 15,2 0-7-15,7-2-3 0,2 1 3 0,3-2-22 16,6 0-16-16,3-1-3 0,4-1-2 15,6-2-11 1,4 1 4-16,2-4-9 0,6 3-14 16,0-1-11-16,0 1-2 0,0-1-1 15,0 0-12-15,-1 1 14 0,-3 0-1 0,-3 1-23 16,-5-2-46-16,-6 1-37 0,-8 2-29 16,-4-1-49-16,-8 2-47 0,-5-1-92 15,-7-1-156-15,-4 1-150 0,-5 0-108 0,0-1-340 16</inkml:trace>
  <inkml:trace contextRef="#ctx0" brushRef="#br2" timeOffset="-22916.426">6263 13303 1717 0,'0'0'412'0,"0"0"-240"16,0 0-117-16,0 0 116 0,0 0 103 16,0 0-30-16,0 0-103 0,0 0-45 0,0 0-16 0,0 0 6 15,0 0 12-15,79 19-12 0,-66-8-23 16,-2 1-22-16,0 1 28 0,-4 2-18 15,1 1-33-15,-3-1 1 0,-2 2-16 16,-3-2 8-16,0 2-11 16,0 1-38-16,-8 1-9 0,-3 2 0 15,-2 1-26-15,-4 1-53 0,-2 1-14 16,-1 4-29 0,-2-3-35-16,3-1-53 0,1-3-88 0,6-5-177 15,-1-2-242-15</inkml:trace>
  <inkml:trace contextRef="#ctx0" brushRef="#br2" timeOffset="-22542.732">7047 13466 2441 0,'0'0'323'16,"0"0"-150"-16,1 75-79 0,1-37 40 15,-2 4 29-15,0 1-36 0,-2-2 25 16,-1-2-73-16,2-6-69 0,-1-7-10 16,2-7-130-1,0-4-89-15,5-9-97 0,2-6-122 16,0 0-122-16,6-13-753 0</inkml:trace>
  <inkml:trace contextRef="#ctx0" brushRef="#br2" timeOffset="-22358.244">7077 13141 2921 0,'0'0'416'0,"0"0"-296"0,0 0-119 0,0 0 84 0,0 0 48 16,0 0-23-16,0 0-61 0,98 17-49 0,-69-17-101 15,0 0-168-15,-6 0-165 0,8 0-762 16</inkml:trace>
  <inkml:trace contextRef="#ctx0" brushRef="#br2" timeOffset="-22125.792">7512 13384 2850 0,'0'0'540'16,"0"0"-371"-16,0 0-55 0,0 0 91 0,0 0 121 15,0 0-105 1,-54 77-125-16,52-63-69 0,2 0-20 16,3 0-7-16,8 1-1 0,1 0-12 15,4-1 1-15,4 1-1 0,0 0-2 16,-1-1 15-16,3 0-2 0,-4-1-13 16,-2 0 2-16,0 0-9 0,-4-2 20 15,-4-1 0-15,-2 1 2 0,-5-1-1 16,-1-1 0-16,-4 3-11 0,-7-1-63 0,-4-1-27 0,-2 2-48 15,-3-3-42-15,-1 0-31 0,1-5-98 16,4 0-345-16,-10-4-959 0</inkml:trace>
  <inkml:trace contextRef="#ctx0" brushRef="#br2" timeOffset="-21263.815">8463 13407 2582 0,'0'0'316'16,"0"0"-207"-16,0 0 3 15,0 0 194-15,0 0 21 0,0 0-88 16,0 0-132-16,-92 0-20 0,65 23-6 15,-2 11-15-15,-3 8 2 0,1 7 9 16,0 1 41-16,5-2 11 0,5-6-49 16,9-7-55-16,5-12 2 0,7-7-8 0,0-8-19 15,10-3-1-15,7-5 1 0,4 0 14 16,5-11-14-16,1-6-6 0,5-4-86 0,-4-5 42 16,1-3 1-16,-3 1 19 0,-3 0 11 0,-1 1-3 0,-3 3-2 15,-5 0-1-15,-4 4 13 0,-1 1 12 31,-5 5 9-31,-2 4 13 0,-1 4 15 16,-1 5 3-16,0 1 43 0,0 0-19 16,0 7-64-16,0 6 16 0,0 8-13 0,0 5-1 0,0 4 10 0,0 1-9 15,0-3 19-15,3-4-22 0,3-5-14 16,2-4-13-16,2-4-10 0,5-4-25 16,-1-2-24-16,6-4-19 0,1-1 3 15,3-6-134-15,0-6-254 0,-6 2-214 16,9-11-818-16</inkml:trace>
  <inkml:trace contextRef="#ctx0" brushRef="#br2" timeOffset="-20593.398">9089 13425 1345 0,'0'0'1294'16,"0"0"-1149"-16,0 0-113 0,0 0 254 16,0 0 55-16,0 0-100 0,85 83-140 15,-72-54-50-15,0-1-26 0,-6 2 3 16,-4-3-6-16,-2 3-9 0,-1-5-10 15,0-5 16-15,-3-1-1 0,-1-7 1 16,1-3 31-16,0-2 17 0,0-4-1 0,3-1-10 16,-1-2-6-16,1 0 2 0,0-3-17 15,0-7-35-15,0-7-16 0,0-5-6 0,4-6 2 16,5-7 20-16,1-4 40 0,3-3-15 16,0 0-10-16,3 2 4 0,-3 3 9 15,4 5-25-15,-2 3-1 0,2 6-2 16,0 3-36-16,0 4-20 0,1 2 3 0,2 5-25 0,1 4-21 15,1 5-94-15,4 0-169 0,-1 8-206 16,-7 0-545-16,7 5-517 0</inkml:trace>
  <inkml:trace contextRef="#ctx0" brushRef="#br2" timeOffset="-20255.388">9710 13451 1603 0,'0'0'1684'0,"0"0"-1416"0,0 0-136 0,0 0 108 0,-78 5 129 15,49 0-96-15,-1 5-82 0,-2 3-71 16,2 5-56-16,1 7-33 0,2 3 24 16,3 3-6-16,5-1-10 0,1 3-8 15,7-6-31-15,2-6-2 0,5-2-23 16,4-8 13-16,0-3-9 0,4-3 5 16,8-2 16-16,2-3 13 0,6-2-13 15,5-8 0-15,2-6-22 0,3-5-8 0,1-4-19 16,-5 0-22-16,-2-3-5 15,-1 3 30-15,-3 0 24 0,-4 2 21 0,-4 4 0 16,-1 3 0-16,-5 8 0 0,-3 4 2 16,-1 2 8-16,-1 2 47 15,-1 7 14-15,0 4-21 0,1 7 31 16,-1 3-4-16,0 3-27 0,0-1-16 16,0 0-11-16,0-7-22 0,3-1-1 15,3-8-33-15,1-1 1 0,3-5-13 16,2-1-18-16,5-4-53 0,5-12-24 0,2-8-53 15,2-3-128-15,3-8-152 16,1-3-59-16,-7 10-440 0,5-23-199 0</inkml:trace>
  <inkml:trace contextRef="#ctx0" brushRef="#br2" timeOffset="-20024.25">10034 12834 2115 0,'0'0'505'15,"0"0"-129"-15,0 0 11 0,0 0 50 16,0 0-119-16,-14 95-60 0,10-46-14 0,-2 6-41 0,-2 9-38 15,3 3-43-15,-4-1-21 0,2 2-46 16,1-2-37-16,0-5-18 0,-1-3-20 16,5-8-2-16,2-8-23 0,0-6 2 15,2-7 0-15,8-7-15 0,2-7-27 16,2-6-4-16,1-5 3 0,0-4 3 16,-3-3-65-16,-2-7-37 15,-1-8-114-15,-5-2-259 0,-4 2-564 16,-1-16-331-16</inkml:trace>
  <inkml:trace contextRef="#ctx0" brushRef="#br2" timeOffset="-19879.494">9786 13339 2448 0,'0'0'743'15,"0"0"-327"-15,0 0-201 0,0 0-24 16,0 0-2-16,0 0-80 0,0 0 40 0,0 0 21 0,87 13-17 16,-42-13-60-16,6 0-47 0,-1-8-46 15,1-3-7-15,-2-7-131 0,-1-1-49 0,-2-3-98 16,-6 1-170-16,-12 4-597 0,3-8-898 15</inkml:trace>
  <inkml:trace contextRef="#ctx0" brushRef="#br2" timeOffset="-19724.669">10379 13303 3064 0,'0'0'392'16,"0"0"-148"-16,-5 86-39 0,4-52 127 0,-2 4-15 15,3-3-22-15,0-4-133 0,0-5-98 16,0-4-64-16,3-6-23 0,1-4-115 15,-1-4-24-15,2-4-32 0,-4-4-79 16,2 0-188-16,-2-1-509 0,-1-15-542 0</inkml:trace>
  <inkml:trace contextRef="#ctx0" brushRef="#br2" timeOffset="-19564.666">10281 13210 2966 0,'0'0'495'0,"0"0"-235"0,0 0-231 0,0 0 33 15,0 0 118-15,0 0 95 16,0 0-110-16,93 29-85 0,-64-24-80 16,4-1-36-16,-1-2-144 0,1-1-130 0,-3-1-134 15,-1 0-214-15,-9 0-580 16,1 2-408-16</inkml:trace>
  <inkml:trace contextRef="#ctx0" brushRef="#br2" timeOffset="-19046.787">10627 13364 1952 0,'0'0'789'0,"0"0"-237"0,-20 72-171 0,15-46-45 0,-1 2-51 15,5-3-58-15,1-4-45 0,0-5-66 16,6-3-60-16,5-3-50 0,4-5-6 0,3-1-19 0,3-4 1 16,3-1-22-16,-1-10-25 0,3 0-21 15,-6-4 0-15,0-2 18 0,-4 2 22 16,-3-2 5-16,-4-2 20 0,-2 2 21 0,-4-3 0 16,-3 0 24-16,0-2-20 0,0 3 27 15,-6 3 3-15,2 7 34 0,0 6 52 16,-2 3-31-16,-2 2-31 0,-3 8-58 15,-2 2 0-15,-3 5-19 0,0 1 19 0,1-1 43 16,4-2-43-16,3-4-12 0,5-3-111 16,3-4-38-1,0-4-6-15,4 0 46 0,6-2 31 16,6-8 55-16,3-1-14 0,4-4-46 16,1-1-22-16,-2-2 1 0,3 0 62 15,-2 1 54-15,-3 4 0 0,-1 4 41 16,-4 5 76-16,-6 4 18 0,1 0-6 15,-3 3 21-15,-1 6-1 0,-2 3-29 0,-1 2-30 16,2 2-16-16,-4 0-25 0,2-1-25 0,0 0-20 16,4-4-4-16,-1-2-13 0,1-4-5 15,5-2 2-15,2-3 1 16,2 0 13-16,7-3-23 0,1-8-18 16,2 0 0-16,0-2-3 0,-4 1 15 0,1-2 12 0,-6 4 17 0,-5 1 0 15,-5 4 0-15,-3 3-10 0,0 2 12 16,-4 0 12-16,0 1 72 0,0 7 27 15,0 1-32-15,0 2-45 0,-2 0-15 16,0-2-19-16,2-2-18 0,0-1-6 16,7-5-10-16,2-1-58 0,1 0-29 0,3-6-52 15,2-6-42-15,0-1-17 0,-3-5-166 16,1-3-260-16,0 1-166 0,-6 3-185 0,-1-10 239 16</inkml:trace>
  <inkml:trace contextRef="#ctx0" brushRef="#br2" timeOffset="-18823.775">11370 12840 1061 0,'0'0'468'0,"0"0"-178"16,17-69-66-16,-11 59 261 0,-4 2-15 15,1 5 6-15,-2 3-75 0,1 3-146 0,2 6-21 16,6 2 93-16,-1 5-106 0,1 3-52 0,1 1-54 16,-1 3-38-16,-1 4-26 0,-2 5-5 15,0 3-13-15,-1 6-8 0,-2 4-7 16,1 4-18-16,-4 5-2 0,-1 2-13 15,0 7-7-15,-1-2-17 0,-7 5-52 16,1 1-62-16,-1 0-48 0,-1-1 59 16,3-2 26-1,2-11-48-15,4-6-322 0,0-18-806 0,7 6-952 16</inkml:trace>
  <inkml:trace contextRef="#ctx0" brushRef="#br2" timeOffset="-18181.169">5601 14725 1520 0,'0'0'409'0,"0"0"100"0,0 0 45 0,0 0-56 15,106 19-72-15,-58-11-152 16,7-1-94-16,0-1-59 0,3-5-44 16,-2-1-12-16,2-5-19 0,-2-9-28 0,-2-6-18 15,-4-10-42-15,-3-3-100 16,-8-5-78-16,-4-4-149 16,-14 11-280-16,-6-16-880 0</inkml:trace>
  <inkml:trace contextRef="#ctx0" brushRef="#br2" timeOffset="-17906.414">6058 14148 1562 0,'0'0'743'15,"0"0"-236"-15,1 70-132 0,7-33-75 0,2 10-50 16,3 6-46-16,0 7-30 0,1 2-12 16,-4 2-19-16,1 3-20 0,-7 1-33 15,1 2-13-15,-5-1-31 16,0-1 6-16,0-6-27 0,-5-3-23 0,2-9-2 15,2-5-1-15,1-7-12 0,0-4 12 16,-2-7-14-16,2-7 12 0,0-5-12 16,0-5 11-16,0-5-29 0,-1-1-1 15,1-4-6-15,-2 0 12 0,-1 0-37 16,-3-3 4-16,-2-6-17 0,-5-5-64 0,-3-8 5 0,-3-5-21 16,1-9 33-16,5-3-71 0,2-5-140 15,7-6-147-15,4 13-195 0,6-20-445 0</inkml:trace>
  <inkml:trace contextRef="#ctx0" brushRef="#br2" timeOffset="-17405.873">6420 14574 1944 0,'0'0'399'16,"0"0"-53"-16,0 0 10 0,0 0 28 16,0 0-36-16,37 66-109 0,-32-35-60 15,-1 2 4-15,0 2-56 0,1-2-65 16,-1-6-59-16,3-6-3 0,0-4-37 15,2-8-6-15,4-3 24 0,-2-4 17 16,4-2 1-16,2-6-23 0,-1-6-25 0,3-6 15 0,-1-3-13 0,0-2 7 16,-1-4 15-16,-4 2 0 15,0 0 25-15,-4-1 2 0,-3 0 26 16,-5 3-12-16,2 3 18 0,-3 2 15 0,0 6-2 16,0 8 2-16,0 2 29 0,0 2-4 15,0 2-3-15,0 7-47 0,0 4-21 16,0 5 31-16,0 5 22 0,0 4-4 0,-3-1 0 0,0-2-21 31,2-5-31-31,-1-7-28 0,2-4-15 0,0-3-24 16,0-3-32-16,5-2-58 0,2 0-13 15,4-11-36-15,2-5-30 0,3-6-35 16,0-3-81-16,4-3 74 0,-4-2 46 16,0 3-9-16,-5 0-28 0,1 0 81 15,-5 4 117-15,0 6 71 0,-2 5 143 16,-2 3 148-16,0 9 25 0,-2 0 85 0,3 6-79 15,0 6-6-15,-1 6-87 16,2 6-40-16,-1 2-9 0,-1 5-4 0,1 2-28 16,-2-2-3-16,2-3-51 0,-1-5-62 15,1-2-32-15,2-7-21 0,0 1-38 0,1-6-91 16,3-1-13-16,-1-3-7 0,2-2-26 0,2-3-55 16,0 0-108-16,3-3-156 0,-3-6-74 15,0 2-228-15,1-5-555 0</inkml:trace>
  <inkml:trace contextRef="#ctx0" brushRef="#br2" timeOffset="-16781.824">6924 14733 1668 0,'0'0'432'15,"0"0"-118"-15,0 0 38 0,0 0 27 16,0 0-146-16,0 0-103 0,71-72-16 0,-54 60 0 0,-1 0-23 0,3 4-28 16,-2 0-28-16,2 1-10 0,-2 2 19 15,-1 3 16-15,-3 2 25 0,1 0 14 16,-2 3-12-16,2 5-9 0,-2 5 9 15,-3 1-32-15,0 5-15 0,-1 0 4 16,-2 2-32-16,-3 0-12 0,-1 0-3 16,0-2-19-1,-2-2-27-15,0-1-41 0,0-3-21 0,0-2-23 16,1 0-19-16,2-3-45 0,-2-5-74 0,2 0-122 16,3-3-203-16,-3 0-515 0,7-6-394 0</inkml:trace>
  <inkml:trace contextRef="#ctx0" brushRef="#br2" timeOffset="-16234.785">7621 14602 2300 0,'0'0'725'16,"0"0"-472"-16,0 0-88 0,0 0 250 0,0 0-64 16,0 0-127-16,-89 12-82 0,68 1-3 15,-1 9-7-15,-1 5-52 0,0 8-25 16,1 1-3-16,1 4-3 15,5-5-10-15,3-2-39 0,4-8-12 0,6-5-55 16,3-7 9-16,5-7-22 0,9-4-49 16,7-2 52-16,7-9 47 0,4-12-1 15,10-8-59-15,-2-8-114 0,2-5-73 16,-2-2-76-16,-2-2 10 0,-4 2-66 16,-4 0-103-16,-1 0-104 0,-6 1 105 15,-4-4 68-15,-5 1 55 0,-6-1 388 0,-5 2 196 16,-3-1 224-16,0 5-32 0,-5 4 21 15,-2 5-94-15,0 8-21 0,3 8-39 16,2 6 25-16,1 5 14 0,1 5-85 16,0 3-47-16,0 11-11 0,0 3 82 15,0 11-99-15,0 9 6 0,1 6 67 16,-1 5-50-16,0 5-25 0,0 2-24 0,0 2-41 0,0-1-34 16,-1 0-33-16,1-6 0 0,0-5-33 15,0-7-13-15,1-4-37 0,5-8-6 0,1-6 6 16,2-4 0-16,-2-5 19 0,2-6-4 31,-1-2-6-31,-2-3-7 0,1 0-18 0,-1-3-76 16,0-2-30-16,4-6-15 0,-3 1-34 15,2-4-36-15,1 0-44 0,-3-4-118 16,3 0-70-16,-3-3 145 0,3-2 204 16,-5 2 72-16,-1-3-55 0,-2 4-82 15,-2 1 101-15,0 5 137 0,0 5 13 0,-3 5 0 16,0 2 43-16,-2 2 54 15,1 0 57-15,0 0-57 0,1 4-110 0,-1 0-16 16,-1 1 14-16,2 0 2 0,-4 0-1 0,4-1-57 16,-4 0-274-16</inkml:trace>
  <inkml:trace contextRef="#ctx0" brushRef="#br2" timeOffset="-15950.035">7521 14528 2161 0,'0'0'610'16,"0"0"-365"-16,0 0-130 0,0 0 172 16,0 0-5-16,0 0-109 15,0 0-75-15,0 0 3 0,0 0 2 16,79-25 50-16,-43 15-29 0,5-3-78 0,2-1-35 15,-3 0-11-15,1 1-27 0,-5 1-4 16,-5 1-7-16,1 4-33 0,-7 1-72 16,-2 2-177-16,-2-1-174 0,-6 2-275 15,3-1-766-15</inkml:trace>
  <inkml:trace contextRef="#ctx0" brushRef="#br2" timeOffset="-15787.695">8263 14518 995 0,'0'0'2233'0,"0"0"-1937"0,0 0-188 0,-14 89 65 16,8-57 151-16,-3 0-90 0,2 1-132 15,1-4-68-15,0-4-34 0,2-6 0 16,3-6-50-16,-1-4-70 0,2-2-74 16,0-5-63-16,-2-2-94 0,2 0-98 15,-5-2-157-15,2-2-207 0,-5-8-393 0</inkml:trace>
  <inkml:trace contextRef="#ctx0" brushRef="#br2" timeOffset="-15633.351">8283 14336 2455 0,'0'0'615'0,"0"0"-439"0,0 0-128 0,0 0 101 0,0 0 29 15,0 0-70-15,0 0-99 0,0 0-9 16,87 13-212-16,-67-10-161 15,2-1-157-15,-7-1-521 0,4 8-307 0</inkml:trace>
  <inkml:trace contextRef="#ctx0" brushRef="#br2" timeOffset="-15370.299">8475 14514 764 0,'0'0'1842'0,"0"0"-1289"0,-15 81-174 16,11-54-70-16,3 1 18 0,1-4-54 0,0-5-35 16,4-4-90-16,9-7-44 0,6-4-62 15,3-4-42-15,8-6-59 0,2-9-48 0,3-4 18 16,-3-4-34-16,-3-1-25 0,-6 1 2 0,-1 2 46 15,-8 1 38-15,-4 3 62 0,-4 2 3 16,-6 2 31-16,0 1 19 0,-6 3 28 16,-5 2 9-16,-2 2 28 0,-1 5-10 15,0 0-19-15,-2 6-61 0,-2 5-28 0,-1 5 0 32,0 1-2-32,1 3 0 0,3-2 2 15,2-2-1-15,6-4-30 0,1-5-80 0,5-2-96 16,1-3 11-16,0-2 17 0,5-2-22 15,7-5-147-15,5-6-92 0,6-3-46 16,1-1-185-16,-4 3-359 0,7-6 215 0</inkml:trace>
  <inkml:trace contextRef="#ctx0" brushRef="#br2" timeOffset="-15148.447">8814 14487 1518 0,'0'0'1101'16,"0"0"-577"-16,0 0-85 0,0 0-89 16,0 0-86-16,0 0-72 0,30 74 0 15,-24-58 15-15,1-2-33 0,0-3-140 0,0-3-34 16,4-3-77-16,0-1-27 0,0-2 40 15,5-2 8-15,0-2 7 0,3-3 3 0,-2-7 6 16,3 1-4-16,-3 3 26 0,1-3-1 0,-1 3 17 16,-2 3 2-16,-5-1 1 0,0 5 27 15,-4 1 15 1,-5 0 13-16,2 0 39 16,-2 8 1-16,2 3-44 0,-3 1-52 0,0 2-10 0,0 1-27 15,0-3-58-15,0 1-69 16,0-1-96-16,0-3-226 0,9 2-563 0,-4-4-305 15,9 0 26-15</inkml:trace>
  <inkml:trace contextRef="#ctx0" brushRef="#br2" timeOffset="-14370.775">9779 14733 2892 0,'0'0'323'0,"0"0"-224"0,0 0-64 0,0 0 86 15,7 75-13-15,-7-59-54 0,0 1-54 16,0-4-16-16,2-5-124 0,-2 1-70 15,1-8-75-15,2-1-298 0,-1 0-561 16</inkml:trace>
  <inkml:trace contextRef="#ctx0" brushRef="#br2" timeOffset="-14184.556">9844 14366 893 0,'0'0'1803'0,"0"0"-1501"0,0 0-106 0,0 0 36 16,0 0 28-16,0 0-146 0,0 0-114 16,74-67-37-16,-59 63-26 0,0 2-178 15,-3 0-241-15,-3 2-687 0,-1 0-606 0</inkml:trace>
  <inkml:trace contextRef="#ctx0" brushRef="#br2" timeOffset="-13884.127">10023 14446 1975 0,'0'0'279'0,"0"0"-11"0,0 0-42 15,20 81 98-15,-20-53-14 0,0 1-53 0,0 1-65 16,-3-5-53-16,-1-2-58 0,1-2-33 0,-2-5-30 16,4-3-18-16,-3-4-19 0,4-3-15 15,0-3-14-15,4-3-12 0,5 0-72 0,2-7 19 16,5-4 68-16,2-4 20 0,2-2-3 15,-2-2 28-15,-2 1-2 0,1 2 2 16,-5 3 13-16,-2 4 73 0,-1 4-14 16,-5 2 10-16,2 2-19 0,-3 1-19 15,0 0-4-15,1 1 52 0,3 6-1 16,-1 1-23-16,1 2-6 16,0 1-15-16,-1 1-25 0,1 0-22 15,-1-1-31-15,-2 1-72 0,1-1-78 16,-1 0-55-16,0-1-134 0,-1 1-199 15,1-4-570-15,-4 4-625 0</inkml:trace>
  <inkml:trace contextRef="#ctx0" brushRef="#br2" timeOffset="-13197.577">11039 14427 1941 0,'0'0'480'15,"0"0"-58"-15,0 0-63 0,0 78 1 16,0-42-63-16,0 9-92 0,0 5-71 16,0 7-47-16,1 6-6 0,-1 3-7 0,0 2-18 15,0 3-25-15,-5-1-31 0,-4 1 0 16,-3-1 12-16,2-8-12 0,0-5-1 15,4-11-21-15,3-8-21 0,3-9 6 0,0-8-19 32,2-6-6-32,2-4-16 0,1-6-46 15,-1-3-109-15,2-2-159 0,1-4-103 16,-2-10-30-16,1 3-188 0,0-16-312 0</inkml:trace>
  <inkml:trace contextRef="#ctx0" brushRef="#br2" timeOffset="-12945.614">11007 14541 2199 0,'0'0'300'16,"0"0"29"-16,0 0-98 0,0 0-7 0,0 0-7 0,0 0-50 15,0 0-66-15,0 0-9 0,0 0 40 16,0 0 3-16,69-13-48 0,-50 22-24 16,1 2-32-16,-4 5 6 0,-2-1-15 15,-5 3-21-15,-3 1 1 0,-5 1 1 16,-1 1 22-16,-4-1-3 0,-8 2 2 15,-8 0-10-15,-2 0-14 0,-3-3-19 16,-3-1-24-16,2-4-16 16,2-4-22-16,1-4-59 0,5-4-34 15,3-2-55-15,2-2-57 0,1-9-77 16,4-4-136-16,3 3-175 0,4-13-492 0</inkml:trace>
  <inkml:trace contextRef="#ctx0" brushRef="#br2" timeOffset="-12478.994">11311 14143 196 0,'0'0'1421'0,"0"0"-830"0,0 0-74 0,0 0-144 16,0 0-67-16,0 0-36 0,52 79-31 16,-49-55-37-16,-3 2-53 0,0 2-49 15,-3-1-35-15,-3 1-37 0,-1-3-16 16,-1-3-12-16,3-6-12 0,1-2-13 0,2-6-9 15,2-2-3-15,0-5 2 0,0-1 11 0,0 0 8 16,5 0-40-16,2-7 3 0,6-3 52 16,0-4 2-16,1 1-1 0,1-4 0 15,0 0-12-15,-2 2 10 0,1 2-11 16,-2 2 1-16,-1 4-10 0,0 2-9 16,-4 3 2-16,0 2 29 0,1 0 0 15,2 8 29-15,-2 4 11 0,1 4 7 0,1 3-16 16,2 4-31-16,-1 4 2 0,2 3-2 0,0 1-15 15,1-1-32 1,-5 1-155-16,1 0-110 0,-4-8-335 16,1 10-936-16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2:25:59.212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9118 7203 1383 0,'0'0'783'0,"0"0"-602"0,0 0 287 0,0 0 194 0,0 0-185 15,0 0-179-15,0 0-90 0,0 0-66 16,0 0-59-16,0 0 52 0,0 0 61 16,33 101-64-16,-26-52-23 0,-4 5-36 15,0 6-6-15,-3 8-33 0,0 3-32 16,-7 3 20-16,-2 3-22 0,2 1-21 16,-2-2 20-16,-1-5 1 0,1-6-19 0,2-6 1 0,0-6 16 15,4-9-16-15,0-5 0 0,0-9-7 16,2-6 4-16,1-8-22 0,0-6-72 15,0-4-32-15,0-5-3 0,0-1-16 16,4 0-102-16,5-7-276 0,-2-7-58 16,0 2-555-16,-1-23-392 0</inkml:trace>
  <inkml:trace contextRef="#ctx0" brushRef="#br0" timeOffset="180.125">9154 7932 395 0,'0'0'2094'0,"0"0"-1602"0,0 0-223 0,0 0 113 0,0 0 11 15,0 0-52-15,0 0-100 0,0 0-44 16,0 0-7-16,98-29-43 16,-66 21-44-16,3 1-39 0,4 1-24 15,0 0-19-15,0-1-21 0,0 2-3 0,0 1-31 16,-3 1-5-16,-1-1-7 0,-1 0 3 16,1 0-60-16,-5 0-41 0,-1 1-98 15,-6 0-123-15,-3 0-240 0,-8-1-497 16,-1-2-436-16</inkml:trace>
  <inkml:trace contextRef="#ctx0" brushRef="#br0" timeOffset="477.871">9727 7275 2621 0,'0'0'600'0,"0"0"-193"0,0 0-107 0,0 0 1 15,0 0-81-15,0 0-77 0,0 0-17 16,0 0 67-16,19 86-49 0,-13-44-31 16,-2 10-40-16,0 7-15 0,-1 8-58 0,-3 6 18 15,0 9-18-15,0 0 12 0,0 0 7 32,0-3-19-32,0-7 0 0,0-1-13 0,0-10 10 0,0-6-12 0,3-8 0 31,2-8 0-31,-1-9-28 0,0-6-39 0,3-8-46 15,1-4-25-15,-1-5-38 16,4-2-25-16,2-5-144 0,-4 0-405 0,8-13-868 0</inkml:trace>
  <inkml:trace contextRef="#ctx0" brushRef="#br0" timeOffset="1149.426">10173 8299 2602 0,'0'0'424'16,"0"0"-203"-16,0 0-46 0,-6 64 47 16,6-34-7-16,0 1-58 0,0 1-62 15,0 0-58-15,7-2-9 0,0-5 16 16,3-5 2-16,1-2-21 0,1-5 6 0,4-3-6 16,1-4-3-16,4-6 3 0,3 0-13 0,1-11-12 15,1-3-15-15,-1-3-20 16,0-7-14-16,-3 1 24 0,-4-1 9 0,-3-2-5 15,-2-1-7-15,-7 5-25 0,-5 0 53 16,-1 4 21-16,-6 1-14 0,-9 3-7 16,-6 4-50-16,-8-3 0 0,-4 3 15 0,-7 2 0 15,-2 1-37-15,-4 1-32 0,1 1-50 0,-2 0-100 16,12 2-158-16,-24-7-745 0</inkml:trace>
  <inkml:trace contextRef="#ctx0" brushRef="#br0" timeOffset="1649.476">8061 7860 1709 0,'0'0'1930'0,"0"0"-1404"0,0 0-306 0,0 0-49 15,0 0-23-15,0 0-16 0,0 0 33 16,95-19-37-16,-56 14-58 0,3 2-57 15,1-1-11-15,-1 3-2 0,-4 1-12 16,-1-4-18-16,-4 4-13 16,-4 0-15-16,-2-2-9 0,-8 2-71 0,-5 0-151 15,-5 0-233-15,-6 2-601 0,-3 9-563 0</inkml:trace>
  <inkml:trace contextRef="#ctx0" brushRef="#br0" timeOffset="1800.911">8152 8060 2130 0,'0'0'737'16,"0"0"-343"-16,0 0-7 0,0 0 33 15,0 0-140-15,84 21-122 0,-63-20-78 16,2-1-59-16,-4 0-21 0,1 0-49 16,-1-6-81-16,-3 0-138 0,-2 1-125 15,-5 0-287-15,-5-4-1079 0</inkml:trace>
  <inkml:trace contextRef="#ctx0" brushRef="#br0" timeOffset="2261.663">7300 7793 2531 0,'0'0'681'15,"0"0"-360"1,0 0-71-16,0 0 68 0,0 0-44 16,-69 78-79-16,59-54-53 0,6 10-25 0,1 3-26 15,3 8 20-15,0 7 5 0,2 3-43 16,3-1-34-16,5-1-20 0,-1-10-18 15,5-5 17-15,2-10 9 0,3-9-25 16,0-3 10-16,5-7-11 0,2-3-1 16,4-4 0-16,1-2-21 0,2-11-18 0,1-6 2 15,1-6-39-15,1-5-6 0,1-5-47 16,-5-6 16-16,-2-1-13 0,-3-1 21 0,-3 3-3 16,-7-3 28-16,-4 4 30 0,-8 2 50 15,-5 0 1-15,-5 2 15 0,-9 1-1 16,-6 1-6-16,-6 3 22 0,0 1 0 15,-1 3 3-15,2 5-34 0,0 5 31 0,2 5 15 32,4 7-46-32,-4 2-18 0,0 0-31 15,0 7-10-15,3 5 15 0,-2 2-39 0,4 4-48 0,-1 6-281 0,6-5-331 16,-1 16-1090-16</inkml:trace>
  <inkml:trace contextRef="#ctx0" brushRef="#br0" timeOffset="3234.012">11241 7499 1445 0,'0'0'309'15,"0"0"722"-15,0 0-674 0,0 0-48 16,0 0-30-16,0 0-34 0,0 0-28 0,0 0-68 15,-90 72-41-15,60-53-33 0,-5 2-32 0,-2 4-12 16,-6 0 15-16,-1 5 0 0,-4-1-3 16,1 1 3-16,1-2-6 0,0 0 0 15,5-1-12-15,4-1-1 0,4-3-8 16,3-2 2-16,8-2-10 0,2-3-11 16,6-4-12-16,5-1 9 0,3-4 2 0,3-5-11 0,3 0-7 15,0 0-2-15,0 0 21 0,3 2 21 16,3 1 62-16,5 1-31 0,0 0-6 15,3 0 6 1,5-1 12-16,4 2-19 0,2 0-20 0,6-1-14 16,2 0-11-16,6 2-15 0,0 1-7 15,4 1-11-15,0-1 15 16,2 2 17-16,1-1-18 0,-1 0 16 0,4 2 0 16,-4-1-14-16,-1 1 17 15,-5-1 21-15,-3-1-3 0,-5-1-15 0,-3-3 9 16,-2-2 0-16,-3-1-11 0,-7 0 0 15,-3-2 2-15,-4-1 21 0,-3 0 10 16,-5 0 14-16,-1 0 28 0,0 0 94 16,0-2 6-16,0-5-46 0,0-6-21 0,-7-1-94 0,-1-9 12 15,-1-1-9-15,-3-2-17 0,0-4 20 16,-2 1-21-16,-2-4-12 0,0 0 11 16,-3-3-29-16,1-2 3 0,-1-2-10 0,2 2-11 15,1 2-15-15,4 3-28 0,1 5 33 16,2 2-35-16,2 5-19 0,4-2-25 15,2 4-24 1,1 2-59-16,0 4-108 0,0 0-294 16,0 4-579-16,3 0-1071 0</inkml:trace>
  <inkml:trace contextRef="#ctx0" brushRef="#br0" timeOffset="4251.544">11906 7060 1828 0,'0'0'51'16,"0"0"1137"-16,0 0-850 0,0 0 36 0,0 0-56 16,25 95-44-16,-17-55 32 0,1 6-82 0,1 7-65 0,-1 6-52 15,-3 5-40-15,-5 5-9 0,-1 6-55 16,-1 6-2-16,-11 2-1 0,-4 2-1 16,-2 2-2-16,0-5 1 0,1-6-16 15,4-7 17-15,0-10-18 0,4-10-5 0,2-9 6 31,4-12-1-31,3-6-11 0,0-10-71 16,0-3-79-16,6-5-48 0,3-4-13 16,2-3-107-16,2-9-116 0,-3 0-541 15,3-17-370-15</inkml:trace>
  <inkml:trace contextRef="#ctx0" brushRef="#br0" timeOffset="4446.926">11916 7888 49 0,'0'0'1285'0,"0"0"-1057"0,0 0 865 0,0 0-716 0,0 0-23 15,0 0-21-15,0 0-25 0,77-31-20 16,-50 29-46-16,2 2 10 0,4 0-25 16,3 0-38-16,3 0-40 0,-1-2-52 15,-1-2-57-15,-1-1-40 0,1-3-28 16,-3 0 10-16,-1-3-3 0,-3-2-52 16,-1 2-52-16,-4 0-76 0,-4 3-96 0,-4-1-229 15,-5 4-626-15,-6-4-813 0</inkml:trace>
  <inkml:trace contextRef="#ctx0" brushRef="#br0" timeOffset="4736.773">12425 7219 1068 0,'0'0'573'0,"0"0"860"0,0 0-1072 0,0 0-82 31,0 0-15-31,0 0-4 0,0 0-67 16,0 0-32-16,0 0 48 0,0 0-22 0,54 66-44 0,-42-34-36 0,-3 5-16 15,0 9-24-15,-3 3-12 0,1 2-22 16,-2 6-31-16,-3 0-2 0,-1 3 0 16,-1 2-1-16,0 1-1 0,0-1-13 15,0 1 14-15,0-8-2 16,0-2-30-16,0-9 2 0,3-3 1 15,6-9-37-15,4-6-43 0,1-6-24 16,5-2-28-16,-2-5-34 0,5 1-101 16,-1-4-272-16,-6-3-446 0,5-1-475 0</inkml:trace>
  <inkml:trace contextRef="#ctx0" brushRef="#br0" timeOffset="4996.318">12994 8240 401 0,'0'0'2467'15,"0"0"-1955"-15,0 0-151 0,0 0-75 16,0 0-35-16,0 0-6 0,51 70-42 16,-43-52-68-16,1 1-55 15,0 3-50-15,-1 2-11 0,-2 0-16 0,0 2-2 16,-2 3-1-16,-1 2-15 0,-3 3-37 15,0 1-46-15,0 3-22 0,0 1-38 16,0 0-30-16,0-2-27 0,0 0-96 16,-1-3-269-16,-1-9-605 0,1 8-779 0</inkml:trace>
  <inkml:trace contextRef="#ctx0" brushRef="#br0" timeOffset="7082.318">14748 7536 2367 0,'0'0'590'0,"0"0"-159"15,0 0-63-15,0 0 16 0,0 0-46 0,0 0-51 16,0 0-78-16,0 0-78 0,0 0-37 16,0 0-36-16,-96 35-12 0,61-21-13 15,-2 1-14-15,-4 3-7 0,-5 5 0 16,-3-3-9-16,-5 7 0 0,-3 0-2 15,-3 2-1-15,-1 1-1 0,-2 1 0 16,6 0-2-16,1-3 2 0,2 1 0 0,3-4-2 0,5 0-18 0,8-2 18 16,5-4-10-1,10-3-5-15,5-4-9 0,6-5-7 0,8-3 7 16,1-2 3-16,3-2-10 0,0 0-15 16,0 2 4-16,4 2-14 0,8 2 59 15,2 2 10-15,5 2 8 0,4 2-17 16,1-1-1-16,2 1-1 0,2 2 1 0,2-1 1 0,4 4-1 15,1-1-12-15,3 1 9 0,-1-2 3 16,4-1-11-16,2 0 11 0,0-6 3 0,3-1 9 16,0-2-11-16,0-3 11 0,1-2-12 31,-3 0 1-31,-1 0 2 0,-4 0 12 0,0 0 4 16,-1-1-1-16,-5 1 19 0,-3 0-7 15,-1 0-6-15,-5 5 4 0,-5-4 8 16,1 3-5-16,-7-3 8 0,0 0-2 0,-3 0 11 15,-4 1-5-15,-1 0 2 0,-1-2-2 16,-3 0 8-16,0 0 1 0,-1 0 42 16,2 0 21-16,-2 0-55 0,1-5-15 15,-1-7-36-15,0-7-9 0,3-9-12 16,-3-8-9-16,0-7-36 0,0-3-40 0,0-1 0 0,-7-3-18 16,2 0-12-1,-3 1-1-15,2 2-12 0,-1 4-58 16,3 1-91-16,-2 9-166 0,0 6-227 15,2 4-425-15,0 9-490 0,-4-2 821 0</inkml:trace>
  <inkml:trace contextRef="#ctx0" brushRef="#br0" timeOffset="7810.195">15702 7084 468 0,'0'0'532'0,"0"0"1060"0,0 0-1090 0,0 0-152 15,0 0-11-15,0 0-116 0,0 0 22 16,0 0 3-16,29 90-11 0,-19-42-74 15,1 12-16-15,0 9-31 16,-2 5-28-16,-4 8-33 16,-2 5-15-16,-3 1-19 0,-3 4-6 15,-7-2 12-15,0-5-25 0,-1-8-1 0,3-10-1 0,3-15-3 16,3-12-12-16,2-9-3 16,0-9-12-16,0-7-31 0,0-6-67 0,0-3-80 15,2-2-25-15,-1-4-132 0,2 0-252 0,1-10-351 16,-2-1-454-16</inkml:trace>
  <inkml:trace contextRef="#ctx0" brushRef="#br0" timeOffset="7992.54">15651 7847 352 0,'0'0'753'16,"0"0"909"-16,0 0-1235 0,0 0-61 16,0 0-41-16,0 0-11 0,0 0-31 15,0 0 46-15,103 0-81 0,-67 5-16 0,2 0-50 16,1-3-30-16,-2-1-59 15,0-1-59-15,0-1-17 0,-3-5-17 0,-1-6-18 16,1-3-37-16,-3-5-78 0,-2 0-61 16,1-5-74-16,-4-2-229 0,-7 6-606 0,3-10-1002 15</inkml:trace>
  <inkml:trace contextRef="#ctx0" brushRef="#br0" timeOffset="8200.124">16189 7226 68 0,'0'0'2884'0,"0"0"-2312"0,0 0-93 0,39 77-141 16,-26-44-47-1,2 8-3-15,-1 2-61 0,-2 7-51 16,-4 6-36-16,-3 3-67 0,-5 5-43 0,-3 2-30 16,-9 1-11-16,-4-2-19 0,-4-3-31 15,4-5-70-15,-1-5-76 0,4-7-46 0,6-8-89 16,2-6-291-16,5-11-662 0,0 0-1011 0</inkml:trace>
  <inkml:trace contextRef="#ctx0" brushRef="#br0" timeOffset="8482.447">16548 8003 1486 0,'0'0'1188'16,"0"0"-796"-16,0 0 35 0,0 0-60 15,88 0 6-15,-66 0-78 0,1-2-83 16,-3 2-43-16,0 0-49 0,-4 0-44 0,0 0-47 15,-6 3-29-15,0 4-12 0,-6 4 12 16,-1 5 21-16,-3 6-6 0,-3 4-12 16,-11 7-3-16,-5 5-11 0,-2 2-2 0,-2-2 1 15,4-4 12-15,3-4 0 0,7-5 2 16,5-5-2-16,4-2-1 0,6-4 1 16,8 3 20-1,9-4 31-15,8-1 10 0,6-5-18 16,6-1-25-16,6-5-18 0,2-1-16 15,3-1-51-15,2-5-55 0,-3-1-70 0,0 2-73 16,-1-2-159-16,-5 2-363 0,-10 3-814 0,8 2-19 0</inkml:trace>
  <inkml:trace contextRef="#ctx0" brushRef="#br0" timeOffset="12085.154">18249 7549 111 0,'0'0'2965'0,"0"0"-2515"16,0 0-169-16,0 0 34 0,0 0 11 15,0 0-109-15,-102-11-85 0,71 13-65 0,-6 5-27 16,-7 3-9-16,-3 5-7 0,-5 3 4 16,-1 3-16-16,-3 0 0 0,2 3 7 15,0 0-17-15,4 3 1 0,-1-2-3 16,6 1-16-16,3-2-11 15,5-1-13-15,9-4 19 0,7-7 18 0,8-3 1 0,8-5-17 16,4-1-14-16,1-1-1 0,3 3-3 0,7 3 37 16,9 3 18-16,4 5 7 0,7-3-10 15,4 5-13-15,3-2 1 0,2-1 11 16,1 1-14-16,2 0-13 0,-3-1 2 16,1 0 11-16,2-1 2 0,-2-2 14 0,1 0-16 31,-1-3 24-31,-3 0-3 0,-1-7 1 0,-1 0-1 15,-3-2-5-15,-4 0-4 0,1-3 6 16,-4-4 1-16,-5-3-4 0,-4 2 12 16,-5-4 13-16,-1-2 9 0,-4-3-4 15,-3-6-20-15,0-4-25 0,-2-5-3 16,-1-5-34-16,-1-2-24 0,-6-4-21 0,-1 0-13 16,-4 0-43-16,1 0 0 0,-3 1-7 0,3 2-7 15,0 4-22-15,-1 5-40 0,1 3-145 16,1 3-143-16,0 6-45 0,2 5-123 15,2 4 166-15</inkml:trace>
  <inkml:trace contextRef="#ctx0" brushRef="#br0" timeOffset="12371.772">18789 7997 1562 0,'0'0'1993'16,"0"0"-1624"-16,0 0-202 0,0 0-49 15,0 0 81-15,0 0 27 0,0 0-69 0,0 0-71 0,0 0-86 16,76-11-21-16,-52 7-56 0,2 0-138 16,1-2-111-16,3 0-239 0,5 1-770 0,-9-2-1001 15,14 0 2334-15</inkml:trace>
  <inkml:trace contextRef="#ctx0" brushRef="#br0" timeOffset="12554.924">19658 8007 320 0,'0'0'375'16,"0"0"413"-16,81-6-356 0,-51-1-364 16,5-1-68-16,-2 0-425 0,-1-2-674 15</inkml:trace>
  <inkml:trace contextRef="#ctx0" brushRef="#br0" timeOffset="12689.474">20409 7972 140 0,'0'0'2726'0,"0"0"-2348"16,0 0-276-16,0 0-29 0,0 0-16 0,0 0-57 15,89-16-20-15,-73 10-44 0,6 5-156 16,2-5-258-16,1 1-501 0,-5-1-526 15,16 0 1355-15</inkml:trace>
  <inkml:trace contextRef="#ctx0" brushRef="#br0" timeOffset="12847.987">21079 7918 1615 0,'0'0'520'16,"0"0"574"-16,0 0-757 0,0 0 114 15,0 0-42-15,0 0-162 0,0 0-133 16,0 0-81-16,88-27-33 0,-71 14-55 0,2 1-114 15,3-1-63-15,-1 0-74 0,2 1-262 0,-7 1-824 0</inkml:trace>
  <inkml:trace contextRef="#ctx0" brushRef="#br0" timeOffset="13641.214">24306 7379 1740 0,'0'0'1473'0,"0"0"-1142"0,0 0-72 15,0 0-4-15,0 0 32 0,0 0-49 0,0 0-50 16,0 0-53-16,0 0-99 0,0 0-36 15,-105 41-12 1,57-19 10-16,1 2-14 0,-5 1 13 16,-1 1 0-16,0 4-9 0,0-1 9 0,2 2-31 15,1 1 7-15,4-3 11 0,7-1 4 16,6-4-7-16,6-1 4 0,5-5-3 16,8-2-1-16,5-3-5 0,5-3-10 15,4-1 34-15,3 0 3 0,11 1 43 16,8 0-6-16,8 1 12 0,6-1-9 15,4 2-15-15,5-1 5 16,1 0 7-16,2-4-21 0,-1 0-7 16,2-1 6-16,3-3-5 0,0-1-13 0,3-2-12 15,-1 0 0-15,-4-5-3 0,0-1 2 16,-7-1-5-16,-4 0 6 0,-1-3-3 16,-11 3-4-16,-5-1 19 0,-5 0 15 0,-5 3 10 0,-5-1 6 15,-2 0 11-15,-2-1 1 0,-1-1-12 16,-1-6-10-16,-1-1-9 0,0-5-9 15,0-4-3-15,0-6-13 0,0-3 10 16,0-5-24-16,-3-3-28 0,0-3-52 0,-4 1-44 16,2-2-21-16,-1 0 2 0,1 5-10 15,-3 1-74 1,-1 4-124-16,0 1-302 0,2 12-899 16,-6-6 221-16</inkml:trace>
  <inkml:trace contextRef="#ctx0" brushRef="#br0" timeOffset="14358.124">25288 6867 1144 0,'0'0'1605'0,"0"0"-1166"0,0 0-35 0,0 0-79 16,0 0 11-16,0 0-42 0,61 89-26 15,-48-46-44-15,-1 11-11 0,-3 10-33 16,-3 9-17-16,-6 5-29 0,0 3-41 16,-5 2-44-16,-7-4-10 0,-5-2-39 15,1-4-20-15,1-9 2 0,4-8-7 0,6-9 1 16,2-11-3-16,3-7 3 0,0-9-55 15,5-3-63-15,1-9-64 0,5-2-5 0,0-6-107 16,0 0-275-16,-2-6-548 0,7-16-577 0</inkml:trace>
  <inkml:trace contextRef="#ctx0" brushRef="#br0" timeOffset="14527.121">25407 7569 2763 0,'0'0'586'15,"0"0"-209"-15,0 0-65 0,0 0-3 0,0 0 25 16,0 0-95-16,84 0-28 0,-48-3-70 16,3-6-90-16,1-3-48 0,2-5-3 0,0-4-1 15,1-3-84-15,-3-3-101 0,-2-4-127 0,-2-1-191 16,-12 6-659 0,3-12-988-16</inkml:trace>
  <inkml:trace contextRef="#ctx0" brushRef="#br0" timeOffset="14742.737">25907 6914 1403 0,'0'0'1583'0,"0"0"-1066"0,0 0-201 0,0 0 30 16,0 0 11-16,0 0-49 0,28 83-27 16,-21-52-83-16,0 4-58 0,-1 9-22 15,-2 5-27-15,-1 9-27 0,-2 6-10 16,-1 2-24-16,0 3-30 0,-1 0-6 15,-5-4-27-15,-1-1-16 0,0-5-29 16,3-7-34-16,1-6-19 0,3-8-21 0,1-4-16 16,8-8-24-16,4-4-110 0,-2-6-213 15,3-2-466-15,-2-7-429 0</inkml:trace>
  <inkml:trace contextRef="#ctx0" brushRef="#br0" timeOffset="15106.64">26332 7622 1353 0,'0'0'1808'0,"0"0"-1588"0,0 0-33 0,16 79 154 16,-12-48 88-16,-1 2-9 0,-1 1-126 16,-2-5-145-16,0 0-91 0,0-4-55 0,0-5-3 15,0-6-3-15,1-4-9 0,1-4-24 16,1-2-31-16,1-4-46 0,3 0 12 15,6-1 36-15,2-8-18 0,3-4 16 16,2-5-32-16,1-1 19 0,-1-4 34 0,-1-1 44 16,-2 0 1-16,0 1-18 0,-4 4 19 15,-3 2 0-15,2 7 0 0,-7 5 37 0,1 2 6 16,2 3 1-16,0 3 17 0,1 4 25 16,-1 6 19-16,1 5-4 0,-1 1 15 15,1 3-18-15,-4-3-13 0,-1-1-27 16,0-1-57-16,0-3-1 0,-1-2-21 15,2-2-34-15,1-3-49 0,-1 2-76 0,3-4-59 16,4-1-117-16,2-4-445 0,-2 0-1040 16,10-1 240-16</inkml:trace>
  <inkml:trace contextRef="#ctx0" brushRef="#br0" timeOffset="15543.94">27303 7396 1144 0,'0'0'823'16,"0"0"557"-16,0 0-924 0,0 0-172 15,0 0 11-15,0 0 2 0,96 0-64 16,-59 0-83-16,7 0-80 0,0 0-39 16,2-3-28-16,0-1 13 0,2-1-16 15,-1-1-3-15,0 0-40 0,0-1-33 16,-5 2-68-16,-4-2-98 0,-7 3-77 0,-8 1-229 16,-9 1-591-16,-11 2-839 0</inkml:trace>
  <inkml:trace contextRef="#ctx0" brushRef="#br0" timeOffset="15723.596">27289 7611 297 0,'0'0'2853'0,"0"0"-2385"0,0 0-250 0,0 0 118 16,82 7-13-16,-43-7-64 0,5 0-106 15,5-5-67-15,2-1-47 0,4-1-39 0,4-1-28 16,0-1-58-16,3 2-128 0,0-3-148 15,-14 1-392-15,14-1-1371 0</inkml:trace>
  <inkml:trace contextRef="#ctx0" brushRef="#br0" timeOffset="16877.823">29158 7004 421 0,'0'0'316'16,"0"0"1262"-16,0 0-1268 0,8-78 44 16,-8 56-8-16,0 3-13 0,0 1-40 15,0 4-33-15,-5 1-92 16,2 2-38-16,-3 5-46 0,1 0 5 0,-1 2 16 16,0 0 8-16,-1 1-49 0,-3 1-48 15,-1 2-13-15,-4 0-3 0,-1 1-1 16,-4 7 1-16,1 7 2 0,-5 4 22 15,-3 6-12-15,-2 7-12 0,-4 8 0 16,-4 8 16-16,0 6-14 0,-5 6-2 16,3 1-19-16,2 3 19 0,2-1 16 0,3 0 8 15,7-4 13-15,5-1 2 0,5-4 25 0,4-6 76 16,8-2-33-16,3-7-37 0,3 1-13 16,11-9-5-16,3 2-16 0,6-5-12 15,6-3-9 1,1-5 3-16,6-1-5 0,2-8-10 0,1-1 15 15,1-8-17-15,1-2-1 16,-4-2-43-16,-1-7-60 0,-4-6-36 16,-5-3-10-16,-7-1-40 0,-3-5-74 0,-6-6-208 15,-5 10-628-15,-6-20-912 0</inkml:trace>
  <inkml:trace contextRef="#ctx0" brushRef="#br0" timeOffset="17057.998">28777 7517 2784 0,'0'0'618'0,"0"0"-200"0,0 0-29 0,0 0 2 32,0 0-96-32,0 0 17 0,100 2-127 15,-64-2-51-15,0-5-46 0,-2 0-55 16,0-1-33-16,-2-2 0 0,-2-1-67 0,-4 2-78 16,-1 0-71-16,-8 1-50 0,-4-1-211 0,-4 3-274 0,-7 0-563 0,-2 2-367 31,0 0 1179-31</inkml:trace>
  <inkml:trace contextRef="#ctx0" brushRef="#br0" timeOffset="17224.832">29115 7436 261 0,'0'0'368'0,"0"0"-123"16,0 0 1143-1,0 0-910-15,0 0-67 0,-4 74-51 16,4-46-15-16,1 3-37 0,2 6-63 0,0 1-72 16,0 2-56-16,-3 3-61 0,0-2-56 15,0 1 0-15,0-3-19 0,0 0-30 16,0-6-49-16,3-1-60 0,3-5-75 15,-2 0-122-15,0-2-260 0,1-1-638 0,-2-6-585 16,-3 1 1708-16</inkml:trace>
  <inkml:trace contextRef="#ctx0" brushRef="#br0" timeOffset="29572.803">9161 9268 447 0,'0'0'1678'0,"0"0"-1315"0,0 0-260 0,0 0-77 16,0 0 51-16,0 0 68 0,0 0 48 15,0 0-72-15,0 0-25 0,10 11 0 0,-3-2 15 16,1 0-12-16,4 2-27 16,-3 1 17-16,1-1-23 0,2-3 6 0,-4 3 20 15,0-4-20-15,-1 3 20 0,1-2-27 16,-2 3 4-16,1-1-38 0,1 1-10 15,1 4 1 1,2-1 0-16,-1 3-20 0,3 1 17 0,1-1-1 16,0 2-18-16,3 0 0 0,1-1-19 0,0 0 16 0,3-2 3 15,4-2-12 1,-1 1 9-16,6-2 3 0,-1-2-12 16,4-3 12-16,-1 0-2 0,-2-4 2 0,-1 2 9 15,-3-3-9-15,2-1-2 0,-1-2 1 16,0 0 2-16,1 0 1 0,0-6-2 0,3-1-12 15,-1-3-6-15,3-1-10 0,0-2-10 16,2-3-15-16,1-3-9 0,3-1-7 16,-2-5 15-16,2-3-18 15,2-3 3-15,0 1 25 0,0-2 6 0,1 3 22 16,1 0 4-16,-1 4 12 0,2 1-2 16,2 2 2-16,0 3 0 15,1 0-3-15,1 2-10 0,0 0 13 16,1 4 0-16,0 1 0 0,2 0-13 15,0 5 13-15,-1 1 0 0,1 2 1 16,1 2 21-16,2 2 29 0,0 0 49 16,0 0-40-16,-3 7-60 0,-4 0 19 0,-3 4 9 0,-2 1 13 0,-3 1-4 15,1 1-36 1,-2 2 0-16,-2-2 0 0,-2 3 2 0,-3-1-1 16,-3 0-2-16,-2-1-1 0,-5 2 1 15,-4 0 1-15,-5 1 52 0,-3 1-31 16,-3 2-10-16,-3 4 10 0,-1 2 3 15,-2 2-23-15,0 2 23 0,0 1-24 16,-3-1-1-16,1-2-13 0,1-2 12 0,-1-3-11 16,2 0-7-16,0-5 16 0,0-2 1 0,5-3-10 15,1-4 11-15,1-2-26 0,3-3-19 0,1-2 18 16,5-3 2-16,1-2 26 0,6-7 4 16,5-7-4-16,2-6 0 15,5-3-26-15,2-3-31 0,2 0 1 0,6-1-1 16,0 2 45-16,3 4 8 0,3 1 2 15,-1 3-20 1,2 1 21-16,4 0-2 0,-1 1-32 16,3 3 35-16,1-2-12 0,0 2-20 0,3-1 30 15,0 1-10-15,1-3 11 0,2 3 1 16,-1-1-1-16,2 3 1 0,-1 2 0 16,-2 0 0-16,2 5 12 0,-3 3 16 15,-2 2-9-15,2 0-3 0,-4 0-15 16,4 0 24-16,1 2-25 0,-1 2 0 0,5-1-1 15,-1 0-18-15,2 0 19 0,0 2 1 16,1-1-1-16,1-1 0 0,0 1 19 0,1-2 32 16,2 3-23-16,0-1 10 15,3 2 2-15,-2 0-24 0,2 1-16 0,1-1 31 16,0 1-20-16,2-1-11 0,1 0-16 16,1 0 16-1,5-2-1-15,2 2 1 0,3-4 0 0,3 2-2 16,2-3-39-16,6 1 41 0,-1-2-15 15,3 0 15-15,1 0 0 0,2 0 0 16,2 0 18-16,0 0-15 0,0 0 9 16,2 0 13-16,-1 0 17 0,3 0-14 15,0 0-28-15,5 0-16 0,3-3 15 0,3-2-14 16,4-2 12-16,2 0-14 0,5-2 15 0,1 2-14 16,4-4 15-16,-2 2-1 0,3-1-26 15,-1-2 28-15,1 1-1 0,3-2 1 16,-1 1 0-16,1-2 2 0,0 0 10 15,-2 0-9-15,2 0-3 0,-3-1-13 16,2 1 10-16,-1-2-13 0,0 2 14 0,2 1-1 16,0-2-25-16,-1 0 9 0,-1 1-9 0,1 0 2 15,-5 0-30-15,-1-1 24 0,1 1 7 16,-2-3 23-16,-1 1-1 0,-1 1 0 16,2-1-18-16,-4 2 21 0,-2-3 19 15,1 3-19-15,-4-2-1 0,3-1 1 16,-5 0 0-16,2 1 2 0,-2-1 12 15,-4-1-13-15,-1 1 0 16,-4 1 21-16,-4-1-7 0,-4 0-14 16,-4-1 14-16,-6 0-12 0,-5-1 32 15,-5 1 18-15,-6 0-3 0,-7 0-28 16,-7 0 0-16,-7-1-21 0,-7 3 1 16,-8-2-1-16,-7 1-1 0,-7 0-9 15,-9 2-66-15,-10-1-32 0,-7 3-35 16,-6 0-42-16,-13 1-7 0,-14 2-167 0,1 4-264 0,-36 0-782 0</inkml:trace>
  <inkml:trace contextRef="#ctx0" brushRef="#br0" timeOffset="30530.436">11135 10844 515 0,'0'0'176'16,"0"0"1376"-16,0 0-1303 0,0 0-62 15,-99 48 74-15,76-31 36 0,-3 2-80 16,0-1-62-16,0 3-12 0,3-4-5 15,1 2 6-15,4-3-24 0,3-1-57 16,5-1-61-16,4-2-2 0,3 0-4 16,3-1-17-16,2 0 8 0,8-2 10 15,6 2 3-15,3-4 13 0,5 0 8 16,2-2-19-16,0-1 14 0,-2 2-14 16,-3-2-2-16,-3 0-31 0,-6 4 9 0,-2 1 22 0,-7 3 22 15,-2 4 50-15,-1 3-44 0,-6 1 6 16,-5 2-3-16,-2-1 9 0,-1-1-24 0,-2-3 8 15,-1-1-5-15,2-4-18 16,-1-4-1-16,5-2-1 0,2-3-11 16,1-3-10-16,0 0-37 15,2-3-59-15,-1-8 3 0,0-4-106 16,6-6-18-16,1-7-174 0,1 8-377 0,21-16-795 16</inkml:trace>
  <inkml:trace contextRef="#ctx0" brushRef="#br0" timeOffset="30860.24">11297 10876 280 0,'0'0'1285'0,"0"0"-477"0,0 0-272 0,0 0-76 16,0 0-35-16,0 81-58 0,-3-45-59 15,1 2-46-15,2 3-62 0,-3-1-75 16,3-3-64-16,0-5-61 0,0-4-21 16,3-9 2-16,2-1-33 15,2-9 1-15,5-5 8 0,2-1 24 16,3-3-57-16,3-11 8 0,5-5-24 15,-1-7-31-15,2-5-38 0,-4-6-20 16,-1-2-42-16,0 0 10 0,-5 3 58 16,-5 0 63-16,-1 3 64 0,-4 8 28 15,-5 5 33-15,1 6 47 0,-1 10 5 0,-1 1 22 16,0 0 50-16,3 8 4 0,-1 4-21 0,1 11-9 16,-2 4 30-16,3 6-4 0,-1 4-4 15,-3-1-9-15,3 1-19 0,-2-6-94 16,-1-5-31-16,2-6-27 0,-1-9-43 15,2-4-31-15,3-6-43 0,1-1-25 16,5-8 6-16,1-9-48 0,2-9-297 0,-3 5-640 16,4-24-690-16</inkml:trace>
  <inkml:trace contextRef="#ctx0" brushRef="#br0" timeOffset="31207.984">11694 10494 1102 0,'0'0'794'15,"0"0"236"-15,0 0-729 0,0 0 182 16,0 0-46-16,19 75-120 0,-17-43-58 0,-1 6-69 16,-1 4-49-16,0 1-68 0,-4 2-36 15,-2 4-37-15,0 1 0 0,2 1-21 16,-1-6-7-16,4-6-5 0,1-10-4 16,0-8 15-16,6-7 1 0,4-5 0 15,4-2-1-15,4-3 10 0,3-1-3 16,5-2 2-16,1 2-8 0,1 0-7 0,3 3 1 15,-3 3-7-15,0 0 3 16,-1 1 13-16,-3 3 8 0,-4-1 10 16,-4 0 12-16,-3-2 9 0,-4 2-2 15,-2-3-4-15,-5 0 4 0,-2-3-7 16,0-2 19-16,-5-1-13 0,-5-2-18 16,-6 2-43-16,-4-3-3 0,0 0-40 15,-6 0-37-15,0-6-29 0,-4-4 13 16,0-2-23-16,1-3-102 0,0 1-115 0,7-5-122 15,5 1-176-15,8 1-457 0,5 4-57 16</inkml:trace>
  <inkml:trace contextRef="#ctx0" brushRef="#br0" timeOffset="31777.008">12628 10821 2851 0,'0'0'537'15,"0"0"-90"-15,0 0-5 0,0 0-89 16,88 68-126-16,-68-43-95 0,-4 4-50 16,0 3-8-16,-6 3-38 0,-2 0-24 15,-3-2-12-15,-3 0-36 0,-1-4 11 16,-1-4 1-16,0-8-13 0,0-3 7 0,0-9 11 0,0-2-5 0,0-3-22 15,0 0-46-15,0-3 22 0,4-9 45 16,2-8 25-16,4-5-3 0,-1-7-34 16,5-7 9-16,-1 0 4 0,2 4 2 15,-1 3 22-15,0 5 12 0,0 11-12 16,-3 4-2-16,-1 6-23 0,0 3 25 0,-1 3 77 16,4 0-28-1,-3 4-6-15,4 7 21 0,-2 3 10 16,-2 0-10-16,1 5 13 0,-5 2-10 15,-1 0-6-15,-4 3-19 0,-1-2-11 0,0 1-29 16,-4 1-2-16,-2-1-1 0,-4-2-30 16,3-4-17-16,2-5-50 0,-2-3-76 15,6-4 2-15,-1-5-16 0,2 0-53 16,0-2-176-16,2-8-162 0,6-7-407 0,1-6-356 0,1 3 332 16</inkml:trace>
  <inkml:trace contextRef="#ctx0" brushRef="#br0" timeOffset="32061.822">13189 10931 1028 0,'0'0'55'0,"0"0"1149"0,0 0-784 16,0 0-12-16,0 0 60 0,0 0-36 16,30 79-119-1,-27-57-118-15,-3-1-78 0,2-7-37 0,2-2-65 16,-1-4-15-16,1-2-3 0,5-5 3 16,1-1 37-16,4-4 12 0,4-7-49 15,2-4-9-15,1-4-52 0,-2-2-25 16,0-3 5-16,-2 3-42 0,-7-1 27 15,-3 2 12-15,-4-2-13 0,-3 3-3 16,-7-2 50-16,-2 4 50 0,-6 2 19 0,0 4 4 0,2 7 58 16,0 2 38-16,0 2-60 0,3 11 6 15,-3 6 9-15,0 5-12 0,0 3 15 16,-1 2-6-16,4 1-53 0,1-2-18 16,-1-5-52-16,4 0-74 0,3-6-135 15,2-7-46-15,1-5-291 0,3-3-464 16,7-7-170-1,-2-5 247-15</inkml:trace>
  <inkml:trace contextRef="#ctx0" brushRef="#br0" timeOffset="32309.253">13415 10718 915 0,'0'0'130'16,"0"0"951"-16,0 0-651 0,0 0 8 16,0 0-38-16,0 0-17 0,0 0-56 15,72 88-19-15,-64-60-79 0,0 4-63 0,1 1-4 16,-3-1-15-16,-4-1-71 0,1-4-76 0,-3-4-9 15,0-4-9-15,0-6 15 0,0-6-15 16,0-3 5-16,0-2 11 0,0-2 2 16,0 0 3-1,0 0 10-15,0-4-13 0,3-3-40 0,0-8 28 16,4-6-31-16,0-8 18 0,4-6-36 0,0-2-18 0,2 3-32 16,0 3-6-16,4 6-43 0,-1 5-51 15,4-3-168-15,3 7-270 0,0 0-506 16,-7 4-619-16</inkml:trace>
  <inkml:trace contextRef="#ctx0" brushRef="#br0" timeOffset="33327.038">13823 10687 1273 0,'0'0'287'0,"0"0"881"0,0 0-725 0,0 0 25 16,-3 93-20-16,6-59-66 0,3 1-120 15,-2 5-56-15,-1-3-38 0,0 1-40 16,-3-3-81-16,0-5-47 16,0-2 0-16,0-7-28 0,0-3 1 0,0-7-1 15,2-3-17-15,-1-4-56 0,1-1-70 16,3-3 36-16,1 0 24 0,1-7 77 16,6-7 12-16,0-4-12 0,2-8-12 15,0-5-19-15,1-2 25 0,-2-3 24 16,1 0 1-16,-1 0 12 0,-1 7 3 15,-1 5 0-15,-2 10 49 0,-3 3-5 16,-2 8 17-16,1 3-24 0,-1 3 41 16,-1 8 48-16,1 5 6 0,-3 4-19 15,1 4 9-15,-3-1-15 0,0 1-22 16,0-5-39-16,2-3-46 0,-2-6 0 16,1-2-12-16,1-4 8 0,-1-4-11 0,5 0 15 15,1 0 0-15,5-8-2 0,3-4-17 0,4-4-21 16,1-4-8-16,3 1-10 0,-2 2-3 15,0 3 12-15,-4 6 6 0,-1 4-9 16,-3 4 12-16,0 0 13 0,-2 6 27 16,-2 4 40-16,-1 3 54 0,-3 2 16 15,1 1 3-15,-1-1-25 0,-1-3-33 16,-1 2-26-16,1-4-29 0,0-1-21 0,1 0 6 0,-1-3-21 16,0 0-44-16,3-2-35 0,1-3-38 15,0-1 18-15,4 0 12 0,7-7-55 16,2-5-126-16,4-5-123 0,2-2-25 15,4-4 14-15,-3 0 0 0,1 3 49 16,-3-1 130-16,-3 4 259 0,-3 5 100 0,-5 4 312 16,-7 3 107-1,-2 4 9-15,-2 1-82 0,-4 0-57 16,0 5-70-16,0 4-54 0,-1 5 50 16,-8 4-84-16,-1 3-79 0,0 1-40 0,-3-4-40 15,3 0-29-15,4-4-32 0,-1-3-11 16,4-2-15-16,-1-3 3 0,4-3-9 0,-1-2 5 0,1-1-5 15,0 3-9-15,0-1-6 16,0 0-13-16,2 3 46 0,3 1-24 16,0 3 25-16,1-2-1 0,0 2 1 15,-2-1 1-15,2 0 0 0,1-1 0 0,0-2 0 16,1 2-14-16,-1-4-7 0,4-2-35 16,-1-1-19-16,4-1 9 0,3-9 21 15,0-4 10-15,3-3-28 0,3-5 0 16,-3-3-13-1,-1-5 13-15,0-5 24 0,-3-2-9 0,-2-5-6 16,-4-2-13-16,-1-6-30 0,-2 1-44 16,-3-1-54-16,1 1 16 0,-1 1-13 15,1 6-43-15,0 3 56 0,4 7 65 16,-2 5 77-16,2 7 38 0,0 2 42 16,-3 8 89-16,0 4 40 0,-4 2 34 15,-1 4-4-15,-1 0-11 0,2 0-7 0,-2 0-19 16,0 0-23-16,0 0-12 0,1 1-25 15,-1 3-30-15,2 4-16 0,-1 3 9 0,-1 6 85 16,1 4 6-16,-1 8-68 0,2 6-8 16,-1 3-36-16,-1 8-4 0,0 2-9 15,0 4-18-15,0 1-15 0,-4 1-33 0,4-1 0 16,0-2-6-16,7-5 2 0,5-4 13 0,1-5-15 16,2-6-70-16,0-4-86 0,4-4 12 15,-2-4 0-15,2-1-68 0,1-2-223 16,-6-7-484-16,9-8-855 0</inkml:trace>
  <inkml:trace contextRef="#ctx0" brushRef="#br0" timeOffset="33932.406">16394 10693 2584 0,'0'0'499'0,"0"0"-148"0,0 0-101 0,0 0-1 0,0 0-66 16,0 0-96-16,0 0-28 0,0 0 10 16,-95 60-10-16,73-37 49 0,-1 5 15 15,5-4-52-15,4-2-31 0,6-4-18 0,7-8-22 16,1 1 2 0,11-3-2-16,5 1 18 0,7-3 38 15,4 2-35-15,2 0-9 0,3-4 4 0,-2 4-16 16,0 1-13-16,-1-1 11 0,-2 4 2 15,-5 1 2-15,-6 4 29 0,-3-1 0 0,-4 2 18 0,-7 0-4 0,-2-1 1 32,0-1-6-32,-5 0 9 0,-7-2-25 15,1-5-23-15,-2-1-1 0,0-2-49 0,0-4-36 0,-2-2-10 16,2 0-37-16,-2-7-18 0,4-2 11 16,-1-7-56-16,3-4-143 0,0-5-211 15,3-8-507-15,2-3-328 0,1 7 396 16</inkml:trace>
  <inkml:trace contextRef="#ctx0" brushRef="#br0" timeOffset="34246.38">16605 10871 333 0,'0'0'1864'0,"0"0"-837"0,0 0-513 0,0 0-55 15,0 0-84-15,86 66-104 0,-76-63-112 16,1 0-76-16,1-3-16 0,4-3-3 16,1-5-25-16,6-9-39 0,0-4-39 15,1-3-135-15,0-3-7 0,-4 2-3 0,-4 1 23 31,-5 2-9-31,-5 3-29 0,-6 3-31 0,-1 1 79 16,-12-2 139-16,-3 3 12 0,-3 1 97 16,3 3 26-16,-1 4 84 0,3 6-45 15,1 1-66-15,0 14-40 0,1 4 9 0,-1 10 33 16,3 5 38 0,3 6 35-16,-2 4 10 0,4 2-26 0,-1 0-21 15,4-6-37-15,1-1-40 0,1-8-42 0,3-5-15 0,7-7 3 16,1-4-3-16,4-7-2 0,0-4-16 0,4-4-15 15,4 0-79-15,3-12-34 0,0-7-31 16,4-8-83-16,2-2-177 0,0-2-331 16,-9 5-563-16,9-11-392 0</inkml:trace>
  <inkml:trace contextRef="#ctx0" brushRef="#br0" timeOffset="34474.706">17182 10714 1144 0,'0'0'114'0,"0"0"1189"0,0 0-843 0,0 0-80 0,0 0 31 15,0 0-55-15,0 0-15 0,82 70-57 0,-68-47-64 16,-1-2-24-16,-1 0-50 0,0 1-37 16,-1-3-27-16,-5 0-12 0,0 3-43 15,-2-3-6-15,-1 0-21 0,-3 1 0 0,0-3-1 16,-3 1-10-16,-2-2-16 0,-1-5-4 16,1-3-8-16,0-3-13 0,1-4-20 15,1-1-13-15,0 0-1 0,1-1-20 0,-1-10 2 16,3-2-107-16,0-9-113 0,0-7-152 15,0-5-545-15,5-2-592 0</inkml:trace>
  <inkml:trace contextRef="#ctx0" brushRef="#br0" timeOffset="34931.409">17364 10993 722 0,'0'0'65'16,"0"0"-64"-16,0 0 1158 0,0 0-544 0,0 0-168 15,0 0-149-15,0 0-25 0,26-81-43 16,-17 61-51-16,-1-2-49 0,2-1-52 15,0 1-13-15,-1 3-18 0,1 2-16 16,0 4 6-16,0 4-3 0,3 2 16 0,-3 3-10 16,1 1 13-16,0 0-10 0,-1 0 3 15,0 3 0-15,3 0-9 0,-1 0-18 0,-1 0-19 16,1 0-22-16,-1 0 1 0,1 0-23 16,-4 0-122-16,3 0-132 0,-3 0-145 15,1 0-634-15,-2-2-1195 0</inkml:trace>
  <inkml:trace contextRef="#ctx0" brushRef="#br0" timeOffset="35109.344">17832 10695 2384 0,'0'0'449'0,"0"0"-39"0,0 0 53 0,0 0 15 0,6 80-102 16,-6-55-96-16,0 0-69 0,-3-1-92 15,-1-1-76-15,0-3-43 0,1-4 0 16,1-2-34-16,-1-4-9 15,2-3-45-15,1-2-126 0,-3-3-110 16,3-2-184-16,0 0-518 0,-3-3-702 16</inkml:trace>
  <inkml:trace contextRef="#ctx0" brushRef="#br0" timeOffset="35252.176">17753 10588 793 0,'0'0'225'16,"0"0"1580"-16,0 0-1286 0,0 0-123 15,0 0-78-15,0 0-25 0,0 0-104 16,0 0-75-16,0 0-80 0,82 12-34 16,-59-11-46-16,2 1-127 0,2 1-150 15,-7-2-251-15,12 0-899 0</inkml:trace>
  <inkml:trace contextRef="#ctx0" brushRef="#br0" timeOffset="35700.664">18285 10669 1281 0,'0'0'547'0,"0"0"835"0,0 0-1048 0,0 0 23 16,0 0 37-16,0 0-84 0,0 0-144 0,0 0-101 16,0 0-50-16,0 0-15 15,0 0 0-15,-36 40 9 0,36-40 19 0,0 0-27 16,0 0 11-16,1 0 6 0,-1 0-18 16,2 0 0-16,-2 0 11 0,0 0-11 0,0 0-1 15,0 0-24-15,0 0 4 0,0 0 19 16,0 0 1-16,0 0 1 0,0 0 3 15,0 0 18-15,0 0-18 0,-2 0 9 16,-3 0-12 0,-6 1-12-16,-2 3-52 0,-5 3-1 15,-4 0 28-15,0 6 23 0,-1 3 14 16,2-1 3-16,0 3 16 0,6-2 8 16,3-4-27-16,5-2 0 0,4-1-24 15,3-3-19-15,3 1 43 0,11 1 0 0,3 0-11 16,5-2 11-16,7 0-21 0,0 0-7 15,3 0 0-15,-2 0 10 0,-3-1 2 0,-1 3-2 16,-1 3 15-16,-2 1 3 0,-1 2 52 16,-2-2 50-16,-4 4 21 0,-4-6-53 15,-6 0-48-15,-3 2-19 0,-3-1 18 16,0 0 1-16,-9 1 2 0,-8 1-2 0,-1-1-22 16,-3-1-13-16,-2 0-8 0,0-3-22 15,0-3-86-15,1-2-126 0,-1 0-99 0,10-3-294 16,-11 0-1071-16</inkml:trace>
  <inkml:trace contextRef="#ctx0" brushRef="#br0" timeOffset="35864.7">18864 11143 2677 0,'0'0'2033'16,"0"0"-1620"-16,0 0-227 0,0 0-40 15,0 0-64-15,0 0-82 0,0 0-27 0,0 0-19 0,0 0-124 0,0 0-95 16,0 0-147-16,-52-11-754 0,26 11-1769 16</inkml:trace>
  <inkml:trace contextRef="#ctx0" brushRef="#br0" timeOffset="37039.168">3124 12983 1767 0,'0'0'597'0,"0"0"-310"0,0 0-123 0,0 0 0 15,0 0 143-15,0 0 14 0,0 0-49 16,0 0-100-16,0 0-40 0,0 0 64 15,0 0 52-15,69-77-119 0,-30 65 46 16,3-1-59-16,2 1-58 0,-3 1-57 16,-2 0-1-16,-6 4-17 0,-1 1-14 15,-3 0-18-15,-5 0-12 0,0 3-71 0,-4 0-83 16,-3 1-126-16,-7 2-145 0,-5 0-172 16,-2 0-403-16,-6 7-759 0</inkml:trace>
  <inkml:trace contextRef="#ctx0" brushRef="#br0" timeOffset="37230.564">3238 12969 766 0,'0'0'127'16,"0"0"1014"-16,0 0-882 0,0 0 16 16,0 0 118-16,-49 76 10 0,49-45-70 15,1 5 10-15,5 10-59 0,3 1-51 16,-1 6-49-16,1 3-94 0,-2-2-63 16,-1-1-27-16,0-8-51 0,0-5-4 15,-1-9 18-15,1-9-3 16,0-7-40-16,1-5-118 0,-1-3-35 0,1-3-123 15,0-4-247-15,-1-2-479 0,-3-4-444 16</inkml:trace>
  <inkml:trace contextRef="#ctx0" brushRef="#br0" timeOffset="37509.121">3255 13405 95 0,'0'0'417'16,"0"0"1560"-16,0 0-1440 0,0 0-106 16,0 0-1-16,0 0-35 0,0 0-116 15,0 0-88-15,0 0-59 0,0 0 2 16,0 0-11-16,40-22-44 0,-20 19-79 15,1 0-16-15,2 1-32 0,0-1-7 16,-4 2-18-16,1-2-53 0,-5 1-46 16,-3 2-28-16,-7 0-92 0,-4 0-34 0,-1 9 61 15,-6 2 27 1,-9 3-49-16,-3 7 34 0,-3-1 118 16,-2 0 135-16,2-1 33 0,1-2 22 15,4-3 22-15,3-4 35 0,6-1 20 16,4 0 34-16,2-4-61 0,1 2-64 15,7 2-16-15,6 0 39 0,6-1 47 0,4-1 34 16,4-1-35-16,3-5-66 0,3-1-43 16,5 0-1-16,1-11-34 0,8-3-206 0,1-8-186 15,-9 5-587-15,17-20-1144 0</inkml:trace>
  <inkml:trace contextRef="#ctx0" brushRef="#br0" timeOffset="37874.759">4078 13283 2153 0,'0'0'1539'16,"0"0"-1360"-16,0 0-31 0,-87 43 211 0,59-23-62 16,-1 0-122-16,4 1-80 0,7-3-52 15,6-5-43-15,5-3-46 0,4-4-9 0,3-4-19 16,0-2-3-16,0 0 22 0,3 0 0 16,6-1 11-16,2-7 44 0,5-3 1 15,0-2-1-15,1-1-33 0,0 1-16 16,-2 1-22-16,-2 6-13 15,4 5-12-15,0 1 5 0,1 7 45 0,2 9 46 16,0 4 34-16,2 8 41 0,-1 3-7 16,1 6 13-16,-2 3 40 0,0 2-26 15,-4 2-45-15,0 3 8 0,-6 2 7 16,-3 3-7-16,0-1-9 0,-5 0-49 0,-2 1 0 16,0-4-20-16,-7-2 20 0,0-5 2 0,-2-3 19 15,-1-5-21-15,-5-3 4 0,1-3 17 0,-6-5 19 16,-3-3 24-16,-6-4-9 0,-7-1-55 15,-6-7-70-15,-8-3-83 0,-11-4-38 16,-11-4-81-16,17-5-305 0,-50-13-1011 0</inkml:trace>
  <inkml:trace contextRef="#ctx0" brushRef="#br0" timeOffset="38079.024">2638 14094 673 0,'0'0'420'15,"0"0"725"-15,0 0-1028 0,0 0 80 0,0 0 222 16,0 0-67-16,0 0-124 0,32-67-32 0,-16 61 25 16,4-1-8-16,4 0-29 0,7 0-23 0,6 2-16 15,8-1-35-15,8-2-33 0,11-1-58 16,8 1 4-16,10-6-23 0,12 0-12 16,4-3-10-16,4 0 1 0,0 1-10 15,-4 2 4-15,-7 0 23 0,-2 7-72 16,-5 2-122-16,-9 2-97 0,-4 3-220 0,-21 0-691 15,3 1-1280-15</inkml:trace>
  <inkml:trace contextRef="#ctx0" brushRef="#br0" timeOffset="48228.562">10802 13052 722 0,'0'0'729'0,"0"0"-628"0,0 0 477 0,0 0 210 15,0 0-254-15,0 0-199 0,0 0-146 16,0 0 0-16,0 0-6 0,0 0-16 0,0 0 3 16,-57-65-62-16,44 65-71 0,-3 0-13 15,-6 4 4-15,-2 5 24 0,1 3 0 16,-5 1 27-16,1 2-15 0,0 0-9 15,-1 2-18-15,1-2 5 0,4 0 10 16,0-1 0-16,3-2-22 0,5-4 7 0,2-1-10 16,6-3-3-16,1 0-6 0,5-3-17 0,-1 0 1 15,2-1 0 1,0 0-2-16,0 0-2 0,0 0-10 0,0 0 9 16,0 0 0-16,0 0 3 0,0 0 0 15,0 0 12-15,0 0-11 0,0 0-1 0,0 0 0 16,0 0-1-16,0 0-1 15,0 0 0-15,0 0-1 0,0 0 0 16,0 0-12-16,0 0 3 0,0 0-3 16,0 0 0-16,0 0-4 0,0 0-2 15,0 0 3-15,0 0 0 0,0 0 6 0,0 0-1 16,0 0 10-16,0 0-18 0,0 0 6 16,0 0-6-16,0 0-1 0,0 0-11 15,0 0-13-15,2 0-21 0,-2 0 9 16,1-1-9-16,2-1-65 0,0-1-40 0,1-1-57 15,1 0-97-15,1-2-156 0,-1 0-223 16,-2 1-571-16,0-1-320 0,-38 43 1535 0</inkml:trace>
  <inkml:trace contextRef="#ctx0" brushRef="#br0" timeOffset="48858.89">10622 12968 287 0,'0'0'766'16,"0"0"-248"-16,0 0-70 0,0 0-53 0,0 0-11 0,0 0-56 15,0 0-64-15,0 0-51 0,0 0-36 16,0 0-26-16,-1-10 0 0,-1 10 21 16,2 0-20-16,-3 0-13 0,0 0-18 0,1 0-32 15,-5 1-31-15,-1 1-30 0,-2 3 6 16,-3 1-1-16,2 8-17 0,-5 3-1 15,0 7 18-15,-1 4 7 0,-2 7 12 16,-4 5-12-16,0 5-10 0,-3 5-14 0,0 8-16 16,-6 4-3-16,-1 9 0 0,0 4-22 15,-1 6-24-15,2-1 10 0,0-2 14 32,2-5 1-32,3-4-10 0,5-12 16 0,3-9-4 15,7-11 1-15,3-12 21 0,4-9-22 16,4-7-33-16,1-7-12 0,0-2-29 15,8 0-24-15,7-9 39 0,1-7-74 16,4-7-60-16,3-6-144 0,-3-8-197 0,0-3-197 16,-3 8-320-16,2-23-87 0</inkml:trace>
  <inkml:trace contextRef="#ctx0" brushRef="#br0" timeOffset="49230.541">10510 12991 1656 0,'0'0'504'16,"0"0"-145"-16,0 0-40 0,0 0 46 16,0 0-65-16,0 0-79 0,0 0-66 0,0 0-42 15,0 0-22-15,0 0 25 0,0 0-32 0,29 3 148 16,-18 10-74-16,4 5-54 0,0 2-42 16,1 3 2-16,-1 6-12 0,1 2 12 15,-1 3-24-15,1 5-12 0,0 4-25 16,2 7 12-16,-1 3-14 0,-3 7 13 15,2 4-14 1,-4 2-21-16,-1-1 9 0,-1-1-1 16,-1-3-8-16,0-5 9 0,0-9-22 0,0-5 19 15,-2-6-3-15,2-8 14 0,-2-7 4 16,-1-6-15-16,0-4-3 0,-3-3 15 16,0-3-9-16,-3-2 8 0,1-3-10 15,-1 1 14-15,0-1 6 0,0 0-6 16,0-1-61-16,0-3-37 0,-1-4 18 0,-5-2-31 15,-4-3-38-15,-3-6-34 0,-3 0-165 0,-6-4-174 16,8 9-287-16,-14-11-547 0</inkml:trace>
  <inkml:trace contextRef="#ctx0" brushRef="#br0" timeOffset="49425.87">10380 13685 1304 0,'0'0'338'0,"0"0"16"0,0 0 38 0,0 0 95 0,0 0-153 15,0 0-48-15,0 0 40 16,0 0-24-16,0 0-87 0,0 0-82 0,-59-59-49 0,72 54-29 16,3-2 13-16,10-4-3 0,6-1-10 15,4 0-54-15,3-1-1 0,4 2-49 16,0-1-37-16,4 2-72 0,-2 2-130 16,1 1-124-16,-11 3-338 0,11-2-1033 0</inkml:trace>
  <inkml:trace contextRef="#ctx0" brushRef="#br0" timeOffset="49799.653">11239 13572 1994 0,'0'0'509'16,"0"0"-42"-16,0 0-7 0,0 0 4 16,0 0-150-16,0 0-127 0,0 0-85 15,77 2-68-15,-72-2-16 0,-3 3-18 16,-1 0 19-16,-1 7 18 0,0 3 40 15,-3 6-12-15,-5 5-25 16,-3 2-22-16,3-1-15 0,-2-3 12 16,3 0-15-16,2-4-10 0,4-4 7 0,1 2-31 15,0-4 13-15,4-1-4 0,5 1 13 16,5-2 11-16,1-1 1 0,2-1 24 16,0-3-8-16,2 1-13 0,-2-2 21 15,1 2 26-15,-3-1 2 16,0 0-9-16,-2 0-1 0,-3-1-26 0,-3 1 11 0,-1-2-2 0,-2 1-1 15,-1 1 4-15,-2-1-10 0,-1 0 0 16,0 2 7-16,-5 0 14 0,-4 2-11 16,-1 0 5-16,-6-2-5 0,-3 2-13 15,-4-2-15-15,-4-1-46 0,-6 0-94 16,-5-1-40-16,-5 1-91 0,0-2-16 16,-1 0-126-1,9-1-254-15,-12 3-798 0</inkml:trace>
  <inkml:trace contextRef="#ctx0" brushRef="#br0" timeOffset="50647.264">13121 13058 1509 0,'0'0'705'16,"0"0"-224"-16,0 0-134 0,0 0 106 0,0 0-45 15,0 0-29-15,0 0-48 0,0 0-57 16,0 0-97-16,0 0-70 0,-18 10-92 15,-6 5-15-15,-10 5-27 0,-6 5-10 16,-4 5 16-16,-2 1 19 0,-3 0 2 0,-1 2 1 16,-2-3 20-16,3 1-18 0,-3 0 8 0,7 0-11 15,1-2 0-15,5-1-3 0,7-3-21 16,5-5-19 0,5 2 10-16,6-7 5 0,3 0-9 0,6-2 1 15,3-3-16-15,4-1 3 0,0 3 2 16,6 1 20-16,6 2 27 0,4-2 0 0,7 1 0 15,5 1 12-15,0-1-7 0,6 1-4 16,0 3 17-16,2-1-18 0,0-1 0 16,3 1 2-16,-1-3 14 15,-1-3-15-15,2 1 39 0,0-1 18 16,-2-7-12-16,-1 0 0 0,-1 0-22 0,-2-3 1 16,-4-1 2-16,1 0 13 0,-7-5 6 15,0-2 9-15,-4 0 12 0,-2-4-16 16,-5 0 1-16,0-1 0 0,-4-2 14 15,-1-3 34-15,-2-2-24 0,-2-3-27 0,-3-3-7 16,0-5-42-16,0-1-3 0,-8-5-30 0,1-5-25 16,-6-4-42-16,2-2-24 0,-5 0-16 15,3 0-21-15,-2 5-41 0,1 3-19 16,4 7-162-16,-3 6-168 0,4 8-416 16,-5 5-603-16</inkml:trace>
  <inkml:trace contextRef="#ctx0" brushRef="#br0" timeOffset="51501.194">14385 12869 2481 0,'0'0'570'16,"0"0"-168"-16,0 0-142 0,0 0-34 16,0 0-12-16,0 0-89 0,-83-26-54 0,58 30-21 15,-5 10-13-15,-1 7-6 0,-4 7 25 16,1 5 15-16,4 8 15 0,0 2 9 16,7 1-18-16,3-3-19 15,6-1-27-15,3-5-1 0,7-6-6 16,2-2-24-16,2-2-3 0,6-2-9 15,8-2 12-15,4 0 11 16,6 0-11-16,5-2 0 0,4-1 0 0,5-2 0 16,2 0 1-16,0-3-1 0,-1 0 0 15,0-1-3-15,-1 1-19 0,-4 0 7 0,-5-2 12 16,-2 1-15-16,-6 0 16 0,-6 0-23 0,-4 1 25 16,-5 1 27-16,-4 0 9 0,-2 2-5 15,0 2 0-15,-8 0-28 0,-3 1 18 16,-6 0-20-16,-3-1 1 0,-6 3-2 15,-3-1-12-15,-3-1-25 0,-1-1-42 0,2-2-44 16,0-3-46-16,1-2-35 0,4-4-42 16,3-3-153-1,9-1-265-15,-6-3-530 0</inkml:trace>
  <inkml:trace contextRef="#ctx0" brushRef="#br0" timeOffset="51846.577">14774 13525 840 0,'0'0'2018'0,"0"0"-1506"15,0 0-125-15,78-7 56 0,-58 4-68 16,0 3-138-16,-4 0-71 0,-4 0-69 0,2 1-42 16,-4 3-30-16,-1 3-4 0,-5 2 6 15,-1 2 1-15,-3 4-7 0,0 6-18 16,0 3 11-16,-7 0-14 0,0 2-2 0,1-2-1 15,2-2-9 1,2-1 9-16,2 1-15 0,0-3 16 16,6-1-19-16,4-4 8 0,1 3-11 15,3-4 12-15,1-1 9 0,-2-2 0 0,2-1-16 0,-5-1 18 16,-3 0-17-16,-2-2 15 0,-4 4 3 16,-1-1 1-16,-1 3 20 0,-7-1-8 15,-5 3-1-15,0-3-11 0,-3 0-1 16,-1-4-28-16,1-1-48 0,-1-3-52 15,2-3-60-15,-2 0-74 16,0-2-142-16,4-4-294 0,-7-8-863 0</inkml:trace>
  <inkml:trace contextRef="#ctx0" brushRef="#br0" timeOffset="63697.524">10709 14385 949 0,'0'0'286'15,"0"0"1222"-15,0 0-1065 0,0 0-70 0,0 0-39 16,16 80 36 0,-10-52-51-16,-1 3-76 0,-1-2-77 0,2 1-62 15,-1-1-28-15,-1-4-15 0,2 0-25 16,-2-3-20-16,-1-2-16 0,-2-4-31 16,1-3-54-16,-1-6-19 0,-1-3-46 15,3-4-68-15,-2 0-118 0,4-1-124 0,-1-8-145 16,2-5-179-16,1 2-515 15,0-13 87-15</inkml:trace>
  <inkml:trace contextRef="#ctx0" brushRef="#br0" timeOffset="63836.982">10876 14411 1026 0,'0'0'23'0,"0"0"572"0,0 0 135 0,0 0-317 16,0 0-149-16,0 0 23 0,0 0 37 0,0 0-84 16,0 0-83-16,0 0-22 0,0 0-51 31,29 64-44-31,-25-34-9 0,-1 1-31 0,1-1-34 0,3 3-16 0,-1 1-93 15,0 2-175 1,-3-8-179-16,3 18-622 0</inkml:trace>
  <inkml:trace contextRef="#ctx0" brushRef="#br0" timeOffset="64970.303">10828 15257 264 0,'0'0'82'15,"0"0"-82"-15,0 0-46 16,0 0-45-16,0 0-118 0</inkml:trace>
  <inkml:trace contextRef="#ctx0" brushRef="#br0" timeOffset="65474.206">10807 15277 176 0,'0'0'297'16,"0"0"-186"-16,0 0-82 0,0 0 163 16,0 0 819-16,0 0-664 0,0 0-108 0,0 0 0 15,0 0 83-15,0 0-34 0,-16-13-71 16,16 13-27-16,0 0-10 0,0 0 14 0,0 0-43 0,0 5-98 31,0 5-9-31,0 4 43 0,4 5-3 16,0 9-13-16,-1 3-16 0,2 4 10 0,-1 3-31 15,-1 5 6-15,1 3-6 0,1 4-12 16,-4 1-22-16,2-1-31 0,-2-1 10 16,-1-3-10-16,0-9-9 0,0-5 0 15,2-8 15-15,1-8-12 0,-2-4-6 0,2-6-25 0,0-3-31 16,0-1-4-16,1-2-25 0,2-5-54 15,2-6-7-15,0-5-230 0,-2-4-264 16,-1-5-338-16,-2 1-283 0,-1 5 996 16</inkml:trace>
  <inkml:trace contextRef="#ctx0" brushRef="#br0" timeOffset="65643.201">10827 15593 749 0,'0'0'150'16,"0"0"599"-16,0 0 226 0,0 0-611 15,0 0-131-15,0 0-3 0,0 0 1 0,0 0-80 16,0 0-28-16,0 0 60 0,0 0 53 15,62-13-94-15,-40 13-49 0,2 0-13 16,-1 0-34-16,1 0-21 0,-2-4-25 16,0-1-12-1,1-4-10-15,-1 1-61 0,1-5-102 0,0 1-89 16,-2-2-100-16,-3-2-321 0,-4 4-1003 16</inkml:trace>
  <inkml:trace contextRef="#ctx0" brushRef="#br0" timeOffset="65865.303">11180 15172 679 0,'0'0'225'15,"0"0"826"-15,0 0-633 0,0 0-5 16,0 0 7-16,0 0-31 0,3 76-112 16,3-50-91-16,1 4-64 0,0 1-25 0,0 2-23 15,2 1 1-15,-1 1-10 0,1 1-56 16,0 0-9-16,0 3-12 15,-2 1-10-15,0 2 3 0,-3-2-55 0,1-2-81 16,-1 0-24-16,-1-3-117 16,5-2-221-16,-3-6-472 0,-1-9-528 0,5-3 907 15</inkml:trace>
  <inkml:trace contextRef="#ctx0" brushRef="#br0" timeOffset="66079.815">11653 15721 805 0,'0'0'2292'16,"0"0"-2030"-16,0 0-212 0,13 73 55 15,-9-44 85-15,0 0 24 0,-1-2-78 0,0 0-103 16,3-2-33-16,1 2-25 0,-3-2 2 31,2 0-46-31,-1 1-161 0,-4 1-90 0,0-1-214 16,-1 4-549-16,0-10-367 0,-1 14 1212 15</inkml:trace>
  <inkml:trace contextRef="#ctx0" brushRef="#br0" timeOffset="67700.897">14606 14418 101 0,'0'0'114'0,"0"0"1213"0,0 0-256 0,0 0-620 0,0 0-208 15,0 0-62-15,0 0-4 0,0 0 12 16,0 0-13-16,0 0 19 0,0 0-55 16,14 93-53-16,-13-56-38 15,-1 2-34-15,0 0 7 0,0 1-22 16,-5-2-15-16,-1-2-13 0,2-2-3 16,-1-6-6-16,2-8-22 0,3-5-50 15,0-6-59-15,0-6-75 0,0-3-95 16,8 0-179-16,2-8-170 15,-2 0-545-15</inkml:trace>
  <inkml:trace contextRef="#ctx0" brushRef="#br0" timeOffset="67863.511">14777 14462 26 0,'0'0'783'16,"0"0"568"-16,0 0-953 0,0 0-44 15,0 0-18-15,23 70-116 0,-19-41-78 16,1 7-53-16,-1 2-59 15,-1 0-30-15,0 1-19 0,1 1-67 16,-2-1-53-16,-1 2-247 0,-1-1-680 16,0-8-657-16,-13 16 1481 0</inkml:trace>
  <inkml:trace contextRef="#ctx0" brushRef="#br0" timeOffset="68616.584">14415 15398 147 0,'0'0'1046'15,"0"0"231"-15,0 0-790 0,0 0-84 16,0 0-51-16,0 0-44 16,0 0-57-16,0 0-34 0,0 0-75 0,0 0-19 15,0 0 67-15,32 81-37 0,-18-39-74 0,-5 5-21 16,-2 3-37 0,-1 0-10-16,-1-2-11 0,0-1-21 15,-1-4 6-15,-1-1-10 0,0-4-8 16,-3-6-13-16,2-3-45 0,-2-7-75 15,0-5 4-15,0-5-39 0,0-6-81 16,1-6-177-16,1 0-205 0,1-11-329 16,1-5-386-16,-3 4 776 0,2-15 478 0</inkml:trace>
  <inkml:trace contextRef="#ctx0" brushRef="#br0" timeOffset="68766.573">14492 15735 248 0,'0'0'284'15,"0"0"1446"-15,0 0-1229 0,0 0-186 16,0 0-28-16,0 0 84 0,0 0-15 15,0 0-107-15,93-31-45 0,-62 25-31 16,0-2-59-16,1 1-96 0,-3-3-18 0,0-2-37 0,-5-1-37 0,-1 0-89 16,-3 1-88-16,-6 1-134 0,-2 1-366 0,-4 4-881 31,-3-6 75-31</inkml:trace>
  <inkml:trace contextRef="#ctx0" brushRef="#br0" timeOffset="68932.003">14803 15354 52 0,'0'0'1293'0,"0"0"-228"0,0 0-694 16,0 0-37-16,4 71-6 0,4-40-8 0,-1 3-87 15,3 0-91-15,-2 4-55 16,3 0-19-16,-3-2-27 0,2 1-20 0,-2-2-21 16,-3-2-25-16,-2 1-100 15,0 0-85-15,-3-5-108 0,0 1-207 0,0-5-694 0,0-9-461 16,0-1 1427-16</inkml:trace>
  <inkml:trace contextRef="#ctx0" brushRef="#br0" timeOffset="69248.087">15192 15711 1161 0,'0'0'257'0,"0"0"263"0,0 0-183 0,0 0-59 16,79-7 67-16,-60 7-114 0,1 0-119 15,-3 4-42-15,-2 4-16 0,-1 1-16 16,-3 3 19-16,-6 7 13 0,-2 0-16 0,-3 5 6 16,0 4-19-1,-8 0-9-15,-1 1-13 0,-2 1 3 16,0-2-6-16,1-3 9 0,3-5 9 16,3-2-15-16,2-3 10 0,2-5-14 0,0-1-11 15,10 0 11-15,2-1 20 0,6-3 12 16,4 0 6-16,7-3 8 0,4-2-12 0,7-5-49 15,2-3-18 1,2-3-215-16,3 0-60 0,2 1-57 0,0 0 101 0,-13 3-118 0,15 0-1208 0</inkml:trace>
  <inkml:trace contextRef="#ctx0" brushRef="#br0" timeOffset="89524.917">25248 12816 453 0,'0'0'398'0,"0"0"-339"0,0 0 1117 0,0 0-720 15,0 0-47-15,0 0-98 0,0 0 4 0,0 0 3 16,0 0-32-16,0 0-65 0,0 0-60 0,3 6-53 16,-3-6-41-16,0 0-24 0,0 1-15 15,0-1-25-15,0 2-1 0,0-2-2 16,0 0-1-16,0 0-17 0,0 0-4 15,0 0 19-15,0 0 3 0,0 0 0 16,0 0 22-16,0 0 5 16,0 0 7-16,0 0-3 0,0 0-1 15,0 0 4-15,0 0 0 0,0 0-4 16,0 0 1-16,0 0-4 0,0 0-8 16,0 0-16-16,0 0-3 0,0 0-3 15,0 0-13-15,0 0-2 0,0 0 3 16,0 0-4-16,0 0 1 0,0 0-3 15,0 0-1-15,0 0 1 0,0 0-7 0,0 0 1 0,0 0 2 16,0 0-5-16,0 0-20 0,0 0-39 16,0 0-40-16,0 0-17 0,0 0 1 15,0 0 1-15,0 0-17 0,-1 2-106 16,-1-2-222-16,0 1-322 0,-8-1-634 0,25-3 492 16</inkml:trace>
  <inkml:trace contextRef="#ctx0" brushRef="#br0" timeOffset="106131.054">28175 12754 2325 0,'0'0'474'0,"0"0"-198"0,0 0-65 0,0 0 85 31,88-11-62-31,-69 11-115 0,-2 0-94 0,-3 0-25 0,0 1 25 16,-1 2 10-16,0 0 0 0,-2 3-22 15,-3-1-12-15,-3 2-1 0,-1 3 1 0,-4 3 20 16,-8 4 16-16,-7 3 7 0,-7 3-25 15,-7 3-16-15,-4 5-5 0,-4-2 2 16,1 2-2-16,-2-2-20 0,3 0 6 16,3-5-31-16,7-2 35 0,6-3 11 0,1-5 0 31,8-1-2-31,4-3-12 0,5-4 14 0,1-1 2 16,1-3-1-16,10-2 75 0,6 0 3 15,5 0 21-15,3 0 10 0,6-6 2 16,3-1 7-16,2 0-20 0,0-2-24 15,-3 0-62-15,0 2-12 0,-4-2-34 16,-3 2-33-16,0-1-41 0,0 0-59 16,2-4-69-16,0 3-99 0,4-4-238 0,-7 4-497 0,9-6-471 0</inkml:trace>
  <inkml:trace contextRef="#ctx0" brushRef="#br0" timeOffset="106547.709">29034 12541 2485 0,'0'0'435'15,"0"0"-197"-15,0 0 109 0,94-19 10 16,-53 16-93-16,4-1-127 0,0 3-75 15,-3 1-41-15,0 0-21 0,-5 5-12 16,-3 1 12-16,-6 3 1 0,-5 0 8 0,-8 0-9 16,-9 0-71-16,-6 2 15 0,-8 1 56 15,-11 4-2-15,-6 2 2 0,-9 4-46 16,-7 2 8-16,-5 5 15 0,-3-1 23 16,-3 4 19-16,-2 0-16 15,3-1 10-15,-3 4 12 0,7-3 3 0,1 0 6 16,8-1-9-16,6-1 25 0,8-3 15 15,9-3 6-15,7-2-9 0,8-3-6 16,0-2 5-16,11-3 16 0,11 1 31 16,7-6 24-16,7 2-44 0,6-6-20 0,6-4-32 0,2-1-36 15,1-1-20-15,0-6-72 16,-6-4-24-16,-3-2-10 0,-4-2-37 16,-5-2-47-16,-2-1-98 0,-6-3-339 15,-7 5-515-15,3-14-520 0</inkml:trace>
  <inkml:trace contextRef="#ctx0" brushRef="#br0" timeOffset="106795.731">29654 12544 2221 0,'0'0'408'0,"0"0"-199"0,0 0 115 15,0 0 96-15,0 0-48 0,0 0-140 16,-66 67-98-16,38-42-47 0,-3 3 25 15,-2 3 5-15,-6 1-13 0,-2 2-8 0,-1 1-23 0,-2-3-38 16,-1 4-35-16,-1-3-12 0,1-1-31 16,3-2-22-16,1-2-27 0,5-3-15 15,4-4-32-15,5-2-19 0,5-5-29 16,6-2-74-16,7-4-118 0,3-3-135 0,3-2-238 16,3 0-606-16</inkml:trace>
  <inkml:trace contextRef="#ctx0" brushRef="#br0" timeOffset="107245.323">29734 13135 2130 0,'0'0'1065'0,"0"0"-794"0,0 0-27 0,0 0 149 0,0 0-57 16,0 0-46-16,0 0-155 0,-97-7-64 16,65 18-10-16,-4 1-3 0,2 3-3 15,2 3-34-15,4 0-21 0,6-1 0 16,5-3-14-16,6 0-26 0,8-1 7 16,3-1 21-16,0 2 12 0,12 2 3 15,1 0 12-15,7 0 3 0,3 4-5 16,4 1 5-16,2-1 0 0,2 1-15 15,-6-1 16-15,1 0-19 0,-9-2-2 0,-4-2-34 0,-7 2 2 0,-6-5-2 16,0 2 33-16,-8-1 0 16,-11 0-27-16,-4 2-28 0,-5 0 12 15,-6 2-9-15,-1-1 42 0,-1-2 13 0,8-2 3 16,0-4 13-16,11-5-15 0,6-4-1 16,6-1 0-16,5-11-11 0,2-3 10 15,10-7 1-15,7-7-34 0,11-4-6 16,8-5 0-16,5 1-9 0,7 1 27 0,0 3-18 15,3 2 3-15,1 1 18 0,0 3-18 16,-5 4-52-16,0 1-29 0,-4-1-72 0,-5 2-198 31,-3 1-254-31,-9 6-697 0,2-7-341 0</inkml:trace>
  <inkml:trace contextRef="#ctx0" brushRef="#br0" timeOffset="108769.899">30633 12512 1767 0,'0'0'639'0,"0"0"-284"0,0 0-9 0,0 0 81 15,0 0-16-15,0 0-73 0,0 0-96 16,0 0-88-16,0 0-62 0,0 0-18 16,0 0 36-16,14 31-9 0,-43-16-37 15,-8 2-52-15,-8 1-12 16,-7 1-30-16,0 2 30 0,-1-1-2 15,3-1-23-15,-1 2 7 0,3 0-16 0,4-2 22 16,4-2 9-16,6 1 2 0,3-1 1 16,8-5 12-16,10-1-12 0,1-4-24 15,11-3-16-15,1-1 10 0,1 2 30 16,12 1 61-16,3 0 27 0,6 3-24 16,5 1-6-16,2-2-30 0,2 3 2 0,-2-2 7 15,1 2-13-15,-3 0 31 0,2 0-22 0,-1 2-2 31,-2-2-30-31,0 4 1 0,-2-4-4 16,-1 1-1-16,-1-2 3 0,3 2-19 16,-2 0-2-16,-3-1 9 0,2-4-28 0,-4 3-17 0,-2-4-13 15,0 0 18-15,-3 0 21 0,1-3 7 16,-3 1 12-16,-1-3 0 0,0 1 12 16,-2-1 15-16,0-1 0 0,-3 0-12 15,1 1 0-15,-2-1 12 0,-2 2-13 16,1-2-2-16,-2 0-15 0,-1 1 12 15,2-1-12-15,-2 0 3 0,0 0-1 16,0 0 1-16,0 0 9 0,0 2-9 16,0-2 12-16,0 0 0 15,0 0 3-15,0 0 12 0,0 0 13 0,0 0 18 16,0 0 14-16,0 0 17 0,0-2-26 16,0-3-29-16,0-2-10 0,0-4 0 0,3-2-12 15,-1-4-22-15,1-3-3 0,3-4-17 16,5-2-1-16,0-5-12 0,4-2-33 15,1-3-1-15,1 2-33 16,0-1 21-16,-3 1-19 0,-3 2 33 0,-2 3-15 16,0 1 3-16,-4 4-16 0,-3 3 9 0,-1 3-26 15,-1 4-53-15,0 2-64 0,-3 4-85 16,-2 0-179-16,-2 2-492 0,-2 0-208 16</inkml:trace>
  <inkml:trace contextRef="#ctx0" brushRef="#br0" timeOffset="110039.435">31255 12402 1220 0,'0'0'667'16,"0"0"445"-16,0 0-804 0,0 0-64 16,0 0-16-16,0 0 52 0,111 0 10 15,-65 0-126-15,8-3-80 0,-1-1-44 16,3-1-25-16,-4-2-15 0,-6 4-37 16,-3-2-15-16,-9 2 5 0,-7 0 7 15,-10 3-6-15,-2 0-7 0,-10 0 0 16,-5 0-12-16,0 0 9 0,-2 4-9 0,-7 4-20 0,-7 1 53 15,-5 3 32-15,-3 4-32 0,-5 3-8 16,-2 3 12-16,-2 5-20 0,-5 3 11 31,1 4 18-31,-4 0 19 0,-3 4 0 0,1 0-7 16,-2 1-4-16,0-1 11 0,3-2 12 16,8 0 7-16,0-5 13 0,12-1 18 15,1-6 16-15,11 0 3 0,7-5 29 0,3-1 2 16,5-2-41-16,8-4 0 0,8-4 27 15,5 1-11-15,7-3 5 0,4-3-9 16,4-3-19-16,5 0-21 0,-1-1-13 0,0-5 1 0,-3-2-9 16,-2-2-10-16,-3 2-18 0,-1-4-41 15,0 0-52-15,-5-3-43 0,0 0-7 16,-3-2-54-16,-2-1-113 0,-3-3-237 16,-6 5-397-16,6-15-411 0</inkml:trace>
  <inkml:trace contextRef="#ctx0" brushRef="#br0" timeOffset="110288.34">32032 12491 1132 0,'0'0'697'0,"0"0"-237"0,0 0-85 16,0 0 1-16,0 0-63 0,-97 91-97 15,61-64-70-15,-5 4 33 0,-3 1-41 0,0 3 7 16,-4-1-55-16,6 0-58 0,-1-1-32 0,4-4-16 16,6-2-31-16,4-4 16 0,3-4-44 0,3-3-16 15,7-2-57-15,5-3 3 0,4-3-57 16,4 1-113-16,3-2-83 0,0-2-111 16,1-3-271-16,16-2-433 0</inkml:trace>
  <inkml:trace contextRef="#ctx0" brushRef="#br0" timeOffset="110656.449">32079 12871 1655 0,'0'0'500'16,"0"0"-92"-16,0 0 68 0,0 0-39 0,0 0-190 16,0 0-130-1,0 0-61-15,-73 75-46 0,64-63-10 0,4 1-28 0,0-1 17 16,5 4 11-16,0 0 0 0,3 5 54 15,7 1-11-15,5 3-24 0,1 1 38 16,4 4 13-16,3-3-2 16,3 4 4-16,1 0-29 0,1 0 4 15,-4-4-30-15,-3 1-17 0,-6-5-31 16,-6-2 30-16,-8-1 0 0,-1-1-20 0,-11-2 20 0,-9-1 1 31,-8-3 40-31,-6 0-12 0,-2-3-16 16,-1-5 4-16,3-4 30 0,2-1 29 15,5-6-1-15,5-6-13 0,9-6-21 16,4-3-40-16,9-7-24 0,0-4-44 0,15-4 9 16,6-4-24-16,5 2-32 0,5 0-47 15,0 7 84-15,5 6-133 0,0 3 95 16,4 5 53-16,-1 2-102 0,4 2-105 16,-4-1-2-16,0 5-208 0,-11 1-556 15,8-4-456-15</inkml:trace>
  <inkml:trace contextRef="#ctx0" brushRef="#br0" timeOffset="112628.576">27340 12695 1888 0,'0'0'535'0,"0"0"-222"0,0 0 206 0,0 0-87 0,0 0-76 15,0 0-121-15,0 0-111 0,-81 76-34 0,43-57-7 16,-5 2 0-16,-1 2-27 0,-10 1-16 16,1 0-16-16,-3 2 10 0,-1 2-3 15,1 0 6-15,3-1-25 0,7-2 0 16,5 0-12-16,7-5-2 0,12-5 1 0,7-2-1 31,6-5 0-31,7-3-19 0,2-3-19 0,0 2 40 16,8-3 9-16,7 2 28 0,4 1 30 15,4 0-18-15,3-2-15 0,1 1-22 16,1 0 0-16,1 1-10 0,1 0 0 16,-1 1 17-16,1 4-17 0,1-1 1 0,-1 0 15 15,-3 0-3-15,0-2-3 0,-1 0-9 16,-3-2 13-16,0-1-1 0,-2 0 3 0,0-1-6 15,1 1 10-15,-2-2-10 0,0 0-2 16,-1 2-10-16,-5-1-2 16,0 4-14-16,-2-2 16 0,-4 0 18 15,0 1-17-15,-2-2 0 0,-2 0 17 16,-1 0 1-16,-2-2 8 0,1 1-6 16,-1-2 16-16,-1 1 136 0,0-1-58 0,0 0-52 0,0 0-11 0,0 0-10 15,2-4-9-15,1-3-11 0,1-3-22 16,2-1 0-16,2-6-19 0,-2 0 16 15,2-6-9-15,-1-6-3 0,0-6-24 16,-1-3-34-16,-2-4-39 0,0-4-39 16,-1 1-47-16,2 3-22 0,-1 3-160 15,0 5-249-15,-3 11-449 16,-1-8-536-16</inkml:trace>
  <inkml:trace contextRef="#ctx0" brushRef="#br0" timeOffset="113388.508">24798 12478 2647 0,'0'0'536'0,"0"0"-262"0,0 0-36 0,0 0 29 16,0 0-65-16,15 73-65 0,-28-45-44 0,-6 4-41 15,-1 5-11-15,-5 2 14 0,0 0 4 16,2 1-16-16,-2-2-6 0,5-1-19 0,6-3-18 16,2-4-19-16,8-4-15 0,4-4-1 15,11-3 35-15,8-1 40 0,10-2 34 16,7-4 6-16,6-3-19 0,1-3-18 15,7-6 3 1,-2 0-18-16,5 0-16 0,-2-8-12 0,-2-3-28 0,-2-6-57 16,-5 3-66-16,-4-4-34 0,-5-1-90 0,-6-2-108 15,-7 7-334-15,-6-8-794 0</inkml:trace>
  <inkml:trace contextRef="#ctx0" brushRef="#br0" timeOffset="113609.393">25006 12629 1843 0,'0'0'709'0,"0"0"-168"0,0 0-79 16,-13 67-28-16,6-37-99 0,-3 6-81 0,-2 5-97 16,-2 7-18-1,-2 4 38-15,-1 4-18 0,2 1-86 16,-2 0-73-16,6-2 0 0,-1-1-25 15,7-6-14-15,2-2-28 0,3-7-34 16,0-4-64-16,11-7-16 0,9-6-29 0,6-6-70 16,7-5-99-16,4-5-189 0,-6-6-503 0,21-8-606 15</inkml:trace>
  <inkml:trace contextRef="#ctx0" brushRef="#br0" timeOffset="114051.602">25502 12575 2365 0,'0'0'583'15,"0"0"-323"-15,0 0-110 0,0 0 37 16,0 0 182-16,103 25-142 0,-59-19-115 15,2 0-69-15,5 0 7 0,0 0 3 16,-3 3-13-16,-2-2 19 0,-5 0-59 16,-8-1-15-16,-7 1 2 0,-10 1-30 15,-8 1-13-15,-8 1-19 0,-3 5 23 16,-12 2 52-16,-8 5 0 0,-6 3 31 0,-6 2 9 16,-4 2-3-16,-3 2 4 0,-4 5-20 15,-2 2 48-15,-2 3 11 0,-2 0 34 16,2 3 52-16,4 0-56 0,7-2-33 0,7-4-10 15,9-3 12-15,11-6 58 0,10-1-46 16,2-6-54-16,14 1-4 0,8-4-15 16,6-3-3-16,9-3-15 0,3-4-1 0,4-4-26 15,4-5-31-15,1 0-57 0,-3-5-28 16,0-5-22-16,-5-6-31 0,-4-1-84 16,-3-4-118-1,-6-3-309-15,-8 5-569 0,3-16-706 0</inkml:trace>
  <inkml:trace contextRef="#ctx0" brushRef="#br0" timeOffset="114272.588">26084 12653 1858 0,'0'0'577'15,"0"0"-119"-15,0 0-52 0,-64 80-15 16,38-45-19-16,-2 5-114 0,1 4-47 15,-5 1-60-15,1 1-13 0,-6 2-89 16,1-2-16-16,-3 1-33 0,-4-3-24 0,4-1-25 16,0-4-13-16,1-5-46 0,5-4-33 15,-1-2-24-15,7-4-93 16,4-5 9-16,6-5-89 0,3-2-102 16,6-6-227-16,7-2-534 0</inkml:trace>
  <inkml:trace contextRef="#ctx0" brushRef="#br0" timeOffset="121447.899">26228 13170 1254 0,'0'0'286'16,"0"0"-104"-16,0 0-61 0,0 0 22 15,0 0 829-15,0 0-716 0,0 0-36 16,0 0-36-16,0 0 24 0,0 0 44 0,16-16-30 15,-16 16-24-15,-1 0-31 0,-2 0-51 16,-3 0-27-16,-1 0-40 0,-6 0-42 16,-4 4-7-16,-5-1-3 0,-5 5-25 0,-5 0-6 15,-4 4 0-15,-3 1 7 0,-3 1-16 16,5 3 12-16,2 0 16 16,9-1 14-16,6 1 1 0,9 0 15 0,8-1-14 0,3 4 1 0,6-1-4 15,12 3-14-15,6 1 7 0,6-1 9 16,7-1 3-16,3 1-3 0,2-3-27 15,3 0 5-15,-3 0 20 0,-2 3-16 16,0 2 18-16,-4 1 2 0,-2 4-1 16,-6-2 0-16,-5 1 48 0,-5-2-33 15,-8-2-16-15,-7-2-23 0,-3-1-2 0,-13-2 7 0,-5 0 16 16,-5 0-41-16,-4-2-22 0,-2-1 19 16,0-4 46-16,1-2 18 0,3-1 7 15,6-4-10-15,2-3 7 0,5-1 9 16,4-1-1-16,1-2-5 0,2-6-9 15,3-4 11-15,2-4 1 0,0-6-13 16,2-3 22 0,8-6-18-16,5-6-19 0,3-5-22 15,1-3 10-15,4-4-16 0,3-1 13 16,3-2-10-16,1 3-2 0,3 4-20 0,-1 6 23 16,0 7-1-16,-5 7-3 0,-4 7-6 15,-4 7-15-15,-2 0-41 0,-4 5-103 16,0 2-90-16,-3 0-96 0,-2 1-151 15,-2 2-254-15,-1-1-715 0</inkml:trace>
  <inkml:trace contextRef="#ctx0" brushRef="#br0" timeOffset="122728.177">23851 12931 923 0,'0'0'179'16,"0"0"1098"-16,0 0-983 0,0 0-8 0,0 0 47 16,0 0-16-16,0 0-20 0,0 0-43 15,0 0-42-15,0 0-42 0,0 0-28 16,33-7-25-16,-45 10 6 0,-1 1-10 15,-8 2-55-15,-4 0-46 0,-6 4-12 16,-6 2-52-16,1 2 31 0,-7 2 19 16,1 3-11-16,-2-2 11 0,-4 4-22 15,0-1 23-15,-2 2 0 0,1 0 1 16,4 3-3-16,6 0 0 0,2 0 0 0,8-1 3 0,8-2-1 16,5-3 0-16,7-1-12 0,8-3 10 15,1-4 1-15,8-2 2 0,10 0 0 16,3-1 12-16,10-1 3 0,4-3-3 15,1 2 5-15,4-2-16 0,-1 1 14 0,-1 2 0 16,0 0-12-16,-1 3 27 16,-1-1-29-16,-1-1 1 0,-3-1 16 15,-1 0-15-15,0 0 8 0,0-5-10 16,0 0 41-16,2 0-6 0,2-2-11 16,0 0 8-16,1-2-5 0,-3 0 8 0,-2 0-15 0,-4-3-2 15,-4 3-18 1,-5-1 1-16,-4 2 13 0,-3 1 3 15,-5-1 6-15,-1 1-5 0,-2 0 2 16,-3 0 0-16,0 0 13 0,0 0 8 16,0 0 12-16,0 0 10 0,0-2-6 0,0-1-16 15,0-3-12-15,0-2-12 0,0-4 6 16,0-4 1-16,-5-2-4 0,-1-5-19 0,-2-5-2 16,-1-3-2-16,-1-6-10 0,0-3-34 15,-1-4-23-15,2-3-43 0,0-3-12 16,-1 0-10-16,1-1-64 0,-1 2-21 15,3 2-57-15,0 6-170 0,-2 8-503 0,5 11-246 16,-6 3-88-16</inkml:trace>
  <inkml:trace contextRef="#ctx0" brushRef="#br0" timeOffset="129662.905">22248 13116 218 0,'0'0'111'16,"0"0"858"-16,0 0 100 0,0 0-740 16,0 0-46-16,0 0 5 15,0 0 11-15,0 0-18 0,0 0-45 0,0 0 1 16,-20-22-29-16,17 22-23 0,-3 0 17 16,2 3-24-16,-3 4-32 0,-3 5-55 15,-5 5 0-15,-1 6-30 0,-4 5-37 16,3 6-5-16,0 3 11 0,0 4-30 15,2 3-23-15,2 3-2 0,0 2-2 16,4 2 3-16,5-5-16 0,2-5-2 0,2-4 8 0,6-7-17 16,7-3 49-16,6-5 2 0,2-4-1 15,6-5-24-15,7-4-17 0,4-5 2 16,6-4 4-16,5-11-7 0,4-5-18 16,3-8-7-16,1-7-14 0,1-5 5 15,2-1 10-15,-1-5 17 0,-3-1 4 16,-6 1 18-1,-4-1-2-15,-10 0 11 0,-8 2 19 0,-8-1 39 16,-11 2-39-16,-9 2-37 0,-3 4 31 16,-12 3 6-16,-7 5 28 0,-4 3 12 0,-4 5-13 15,-2 4-27-15,-3 5-34 0,-5 4-31 16,-2 4-71-16,-4 1-128 0,-1 6-202 0,-4 6-196 16,12-3-685-16</inkml:trace>
  <inkml:trace contextRef="#ctx0" brushRef="#br0" timeOffset="136007.576">12187 4075 1140 0,'0'0'1062'16,"0"0"-797"-16,0 0-142 15,0 0 44-15,0 0 139 0,0 0-35 16,0 0-71-16,0 0-25 0,0 0 14 15,0 0 15-15,-40 0-63 0,40-2-42 16,0 2-21-16,0-2-38 0,0 2-28 16,0 0-10-16,4 0-2 0,2 0 1 15,4 0 2-15,7 0 16 0,4 0-16 16,5 0 16-16,5-1-7 0,7 1 16 0,6-3-27 16,4-1 0-16,8-3 36 0,3-3-34 0,2 1 9 0,1-2-12 15,-2-1-28-15,-1 3 25 0,-2 0-12 16,-7 2 13-16,-1 0-1 0,-3 3-10 15,-4 0 11-15,-2 1 1 0,-3 1-11 16,-2 0 10-16,-2 1-14 0,-4-3-2 16,-1 1 3-1,-1 1-1-15,1-1-3 0,-1 2 16 16,-1-4 1-16,-2 3-13 0,-2-2 14 16,0 0 0-16,-2 1 1 0,-3-1 0 0,0 1 0 15,-5-1-2-15,2 0-20 0,-4 1-12 16,-1 3-6-16,1 0-16 0,-3 0-16 15,1 0-28-15,0 0-11 0,-1 0-14 16,2 0-17-16,0 0 3 0,1 0-13 16,0 2-11-16,-1-1-16 0,2-1-4 0,-2 0-19 15,-1 0-134-15,-3 0-326 0,-2 0-634 0</inkml:trace>
  <inkml:trace contextRef="#ctx0" brushRef="#br0" timeOffset="140761.677">25605 4220 687 0,'0'0'0'16,"0"0"-78"-16,0 0 78 0,0 0 511 15,0 0 95-15,0 0-142 0,0 0-163 0,0 0-53 16,0 0-4-16,0 0-67 15,12-19-43-15,-6 18-16 0,2-1 12 0,1 0 38 16,5 1-1-16,4-1-51 0,3 2-40 16,1-1-17-16,4 0-15 0,3-1 6 15,1 2-22-15,5 0-16 0,3 0-2 16,2 0-10-16,6 0-28 0,0 0 24 0,8 4-11 16,0 1 12-16,5 2-17 0,6 1 18 15,2-1 2-15,3 1-3 0,3 0 1 16,1-1-20-16,1 0-22 0,-1 0-9 15,-2-1 37-15,2-2 16 0,2 2 0 0,-2-1-82 16,0 1-12-16,-3-4 25 16,0-2-20-16,-6 4-28 15,0-3 0-15,-4 0 3 0,-1 0 56 16,-2 1-5-16,-5-2 34 0,1 0-10 16,-3 0-15-16,-4 0 9 0,2-3 20 0,-5 0 24 15,5-1-12-15,-2-3-196 0,4 2-65 16,0-1 145-16,-1-1 116 0,5-2-288 15,3 1 18-15,-1 1 283 0,4-1 0 0,-1 0-91 16,1 1-212-16,-1 1 258 0,-1-1 45 0,-4 2 0 16,2-1-170-16,-6 2 33 15,0 1 137-15,-7-1 183 0,0 2-79 0,-3-3-104 16,-2 1 0-16,-4 2 205 0,-2 0-26 16,-3-1-140-16,1 0-39 0,-2-1-91 0,-4 2 91 15,3-1 33-15,1 1-33 0,-4-2-100 16,4 1-4-16,-1 2 81 0,-4-2 23 0,2 2-137 15,-4 1 137-15,-3 0 52 0,-4-2-52 16,-3 2-155-16,-4 0 38 16,-5 0-105-16,-3 0-175 0,-1 0-70 15,-10 0 467-15,0 0 0 0,-10 0-78 0</inkml:trace>
  <inkml:trace contextRef="#ctx0" brushRef="#br0" timeOffset="145688.884">12927 5126 1240 0,'0'0'647'0,"0"0"-313"0,0 0-98 0,0 0 55 0,0 0 14 16,0 0-100-16,0 0-49 0,0 0-64 16,0 0-48-16,0 0 16 0,-9 25 86 15,23-16 24-15,5 1-70 0,0 1-52 16,1-4 2-16,4 1-16 0,0 0 1 16,5-5-7-16,2 3 0 0,4-5-26 15,4 1 0-15,1-2 1 0,2 0 13 0,2-3-15 0,1-4-1 16,0-1-19-1,-2-4 3-15,3 0 13 0,0-3-15 16,0-1 15-16,1-4-18 0,1 1 19 16,-3-4-30-16,-2 1 11 0,-2-6-4 15,-4 0 6-15,-1-3-6 0,-2-1 9 0,-3-3-4 0,-3-1-27 16,-1-2-12-16,-1-4-29 16,-2 0 0-16,-3-6 2 0,-1 1-24 15,-2-5 84-15,-5 0-98 16,-1 1 64-16,-1 1 34 0,-5 1 25 15,-4 2 1-15,-2 0 2 0,0 4-1 0,-5 3 21 16,-5 3 25-16,-7-1-20 0,1 1-27 16,-7-2-61-16,-3 1-25 0,-4 1 10 15,-5 1-11-15,-4 3-38 0,-4 2 23 0,-2 1 60 0,-2 4 42 16,-2 4 55-16,-3 4 50 0,0 8 56 0,0 5 5 16,2 5-4-16,-1 1 15 0,4 12 19 15,-1 7-68-15,2 10-26 0,2 10-21 16,0 8-38-16,-2 10-39 0,1 7 39 15,-2 6-24-15,2 4-16 0,1 1-3 16,2 2-9 0,4-1-19-16,5 1-4 0,6 0 11 15,4 0 2-15,7-1 19 0,1-1 32 0,10-1-31 16,3-1-1-16,2-4-31 0,10-1 3 16,12-4-56-16,8-7-40 0,12-7-112 15,11-8-125-15,-8-12-161 0,39-8-729 0</inkml:trace>
  <inkml:trace contextRef="#ctx0" brushRef="#br0" timeOffset="187986.971">9186 13790 1322 0,'0'0'1584'16,"0"0"-1356"-16,0 0-75 0,0 0 64 16,0 0 93-16,0 0-75 0,0 0-69 15,0 0-81-15,0 0-20 0,0 0 3 16,0 0 6-16,-38-20 0 0,23 20-3 0,-3 0-6 0,-4 5-10 0,-6 5-36 15,-4 2-17-15,-6 6-1 0,-4 4-1 16,-5 3-25-16,-1 4 1 0,-1 2 2 31,-1 0 9-31,5 2 13 0,5-3 1 16,3-2 1-16,9-4 10 0,8-3-10 16,6-6-2-16,6 0-43 0,8-2-28 15,2-4-9-15,12 3 6 0,9-1 31 0,8-3 43 0,7 0 16 16,7 1-10-16,4-5-6 0,-1 0-1 15,-1-2-30-15,-1 2 31 0,-4 1-31 16,-6-1 28-16,-1 2 1 0,-4-2 2 16,-2 1 91-16,-2-3-42 0,-1-2-30 15,-5 0 2-15,0-1-2 0,-1-5 15 16,-2-5 3-16,-1-2 0 0,-1-3 3 0,1-5-9 16,-2-3-19-16,-1-2 3 0,-5-2-15 15,-5-5 2-15,-3-1-2 0,-1 1-52 0,-7-4-28 16,-6 2 3-16,-7 2 6 0,-3 1-3 15,-3 5 2-15,0 2-27 0,-4 4-26 16,2 7-48-16,-1 4 25 0,4 2-105 16,0 4-90-1,8 2-293-15,-12 2-940 0</inkml:trace>
  <inkml:trace contextRef="#ctx0" brushRef="#br0" timeOffset="188718.76">7665 13737 931 0,'0'0'1855'0,"0"0"-1662"15,0 0-113-15,0 0 39 0,0 0 168 0,0 0-25 16,0 0-85-16,-82 45-36 0,69-12-6 16,-3 8 5-16,3 9 0 0,3 4-10 15,-1 7-44-15,2 2-3 0,3 2-3 16,2-2-1-16,1-3-33 0,3-9-36 15,3-10-10-15,8-12-34 16,8-13 12-16,3-9 9 0,8-7 13 0,6-5 19 0,7-16-17 0,2-10-2 16,5-9 0-16,-2-7 0 15,1-4-34-15,-6-4 0 0,-3 1-55 0,-7 0 18 16,-7 4-2-16,-10 1-8 0,-7 4 29 16,-9 3-35-16,-6 4 22 0,-11 1 9 15,-12 6 30-15,-3 5 24 0,-8 7 2 16,0 7-12-16,-1 8-7 15,-2 4-19-15,-2 13-43 0,2 6-26 16,-3 9-123-16,1 3-118 0,11-6-369 16,-21 16-805-16</inkml:trace>
  <inkml:trace contextRef="#ctx0" brushRef="#br1" timeOffset="161981.655">8953 6917 577 0,'0'0'7'15,"0"0"48"1,0 0-55-16,0 0 541 0,0 0 32 0,0 0-252 16,0 0-126-16,0 0-37 0,0 0 39 15,0 0 29-15,0 0-8 0,5-20-7 16,-7 20-23-16,-1 0-30 0,0 3 10 16,-4-1 11-16,2-1-37 0,-3 3-61 15,0-2-44-15,-5 3-6 0,-2 2-31 16,-2 3-22-16,0 3 10 0,-3 3-19 0,0 3 31 15,1 2 0-15,-1 6 0 0,-2 0-44 16,3 5 16-16,-2 1 28 0,-1-2 29 16,2 3-29-16,-3-4-3 0,1 3-19 0,3 1 4 15,1-2 5-15,-1-1 12 0,7-1 0 16,4-1 0-16,2-1-18 0,3-2 16 16,3 3-20-16,0 1 4 0,0-1-28 0,4 2 35 31,3-1-7-31,2 2 18 0,0-2-12 0,2 3-9 15,0-3 22-15,0 0-12 0,-2 0 10 0,-1 0-61 16,0-4 22-16,-2 2-3 0,2-4-3 16,-4 1 15-16,2-2-3 0,-3 2-9 15,1-3 13-15,2 3 30 0,-2 0-1 16,2 1-36-16,3 3 16 0,0 1 22 0,0 2 13 16,3 4-12-16,1 0 68 0,0 3-9 15,0 1-60-15,4-1 0 0,-1 3 2 16,4 1 2-16,0-1 30 0,3-1-11 15,1 1-21-15,3-3 45 0,3 2-12 0,2-6 6 16,4 2-13-16,6-6-28 0,-2 1-2 16,7-1-1-16,-2-1 3 0,4-3 0 0,0 3-1 15,5-3 0-15,-1-2-1 0,-1-1-10 16,4-2-13-16,2-1 22 0,1-2-1 16,0 0 2-16,1 0 1 0,1-3 1 15,-1-1 2-15,2-2-1 0,0-3-1 16,2-2-16-16,-1-2-10 0,2-1-11 15,1-2 18-15,-1-2 17 16,4 2-1-16,-1 0-8 0,1 0 11 16,0-2 0-16,3 4 0 0,-1-3 1 15,3 0-1-15,3 0 0 0,1-2 10 16,4 0 13-16,2 0 8 0,0 0 19 16,2-2-15-16,-1-4-16 0,1-1-16 15,-5-1 10-15,0-2-1 0,-3-3-12 0,-3 0-1 16,-2-1-2-16,1-3 1 0,-4-1 0 0,3-4 1 15,0-1-1-15,-4-1 0 0,2-1-14 16,-5-2 3-16,-1 0 12 0,-5 0-1 16,-3-1 2-16,-6-1 0 0,-2 0 0 0,-5-1 2 15,-5-1 11-15,-5 0-1 0,-3-4 11 16,-3-2-5-16,-3-1 14 0,-4-5-7 16,1-4-13-16,-3-1-12 0,-1-7-1 0,0-3-11 15,-1-3-38-15,-2 0-42 0,-3 0 39 0,-1 3 12 16,-6 0 6-16,-2 2 32 15,-3 0 3-15,0-1 0 0,-3 1 0 0,-5-3-5 16,-3-1 5 0,-3 0 0-16,-2-2-11 0,-2-3 9 15,-4 0-14-15,0-1 14 0,-4-2 1 0,0 0-12 16,-5-2 13-16,-1 1 1 16,-3 1 18-16,-6 5-6 0,-3 2-13 0,-7 4 38 15,-4 6 12-15,-7 4 39 0,-9 6 5 16,-4 0-67-16,-5 8-27 0,-4-1-1 15,-4 5-18-15,-1 1 7 0,1-1-7 16,-2 4-22-16,4-3-6 0,1 4 0 16,1 0-13-16,1 1 47 0,-1 3 13 0,0 1 3 0,-4 1-3 15,1 1 0-15,-3 4 0 0,-2-1 0 16,1 5 1-16,-1-1 6 0,0 4-7 16,-2 1-1-16,-1 3-44 0,3 0 23 15,0 2-16-15,4 0 0 0,4 3 13 16,6 1 23-16,5 1 2 0,5-2 8 15,3 1-8 1,3-1-2-16,3 1-22 0,3 1 24 16,1 1 3-16,3-1-2 0,2 2-1 0,2 1-1 15,2 1 0-15,4 0 0 0,-1 3-1 16,4 0 0-16,0 4-11 0,2 1 11 0,1 4 2 16,4 1 18-16,2 3-17 0,2 2-2 15,4 0 1-15,5-2-41 0,6 0 12 16,4-3 4-16,4-1-4 0,4-5 10 15,1 1-26-15,1-3-130 0,7 1-162 0,0-5-292 16,3 1-684-16</inkml:trace>
  <inkml:trace contextRef="#ctx0" brushRef="#br1" timeOffset="164399.436">10652 5103 1702 0,'0'0'632'0,"0"0"26"0,0 0-278 0,0 0-173 0,0 0-46 16,0 0 50-1,0 0 118-15,0 66-106 0,0-29-47 0,-2 7-7 16,-4 4-47-16,-4 5-39 0,1-1-34 15,-4 4-22-15,0-4-24 0,2 0-3 0,-1-6-12 16,5-6-12-16,1-9-1 0,3-4-2 16,3-5-16-16,0-5-15 0,0-4-77 15,0-2-25-15,0-2-37 0,2-3-192 16,1 0-317-16,-2-2-684 0,1-4-517 0</inkml:trace>
  <inkml:trace contextRef="#ctx0" brushRef="#br1" timeOffset="164569.756">10550 5634 989 0,'0'0'3'0,"0"0"1487"0,0 0-1061 16,0 0-16-16,0 0-61 0,81-6 3 0,-57 6-85 15,2 0-66-15,-1-2-62 0,1-2-65 16,4-2-46-16,1-3-31 0,0-3-1 16,2-2-27-16,0-1-114 15,0-1-46-15,-5 2-61 0,-2-2-129 16,-7 5-379-16,-2-5-734 0</inkml:trace>
  <inkml:trace contextRef="#ctx0" brushRef="#br1" timeOffset="164798.983">10942 5146 280 0,'0'0'190'16,"0"0"1537"-16,0 0-1132 0,0 0-159 15,0 0-185-15,0 0-10 0,0 0 86 16,0 0-24-16,0 0-64 0,35 65-33 15,-22-36-47-15,1 2-43 0,-1 2-9 0,-3 5-40 16,-1 4-15-16,-1 2-16 0,-5 1-36 31,-3 2-15-31,0 0-40 0,-7-1-76 0,0-3-40 0,1-7-19 0,0-5-19 0,5-3-30 16,-1-7-139-16,2-5-214 16,0-6-220-16,5-2-506 0</inkml:trace>
  <inkml:trace contextRef="#ctx0" brushRef="#br1" timeOffset="170471.37">11366 5734 352 0,'0'0'2125'0,"0"0"-1533"0,0 0-187 0,0 0-70 15,0 0-118-15,0 0-75 0,0 0 1 16,0 0-31-16,-2 79-4 0,2-53-43 16,-5 5-41-16,-4 2-24 15,-4-2-13-15,0-1-33 0,0 0-4 0,0-6-61 16,4-3-129-16,4-7-222 15,5-8-162-15,0-6-362 0,7-5-149 0</inkml:trace>
  <inkml:trace contextRef="#ctx0" brushRef="#br1" timeOffset="170748.007">12308 5051 2088 0,'0'0'1299'16,"0"0"-802"-1,0 0-211-15,0 0-69 0,0 0 12 0,0 0-90 16,0 0-35-16,0 0 13 0,-71 100-56 16,40-48-59-16,-5 11 0 0,-4 9 41 15,-5 12-28-15,-3 3 21 0,-3 7-36 16,-4 1 1-16,3 2-1 0,-4-1-18 15,1-3-43-15,6-5 27 0,3-7-24 0,5-11-27 16,10-11-29-16,6-12 37 0,8-11-40 0,8-12-168 16,4-9-223-16,5-5-549 0,1-10-624 0</inkml:trace>
  <inkml:trace contextRef="#ctx0" brushRef="#br1" timeOffset="171295.402">12215 5817 2058 0,'0'0'1065'16,"0"0"-746"-16,0 0-147 0,0 0 11 15,0 0 119-15,0 0-25 0,42 94-51 0,-37-53-54 16,0 4-83-16,-5 5-40 0,0 1-15 0,-3 2-34 16,-6-1 0-16,0-3-28 0,0-7-14 15,1-6-29-15,5-6-18 0,0-11-74 16,3-4-23-16,0-6-54 0,2-3-204 16,1-5-657-16,3-1-931 0</inkml:trace>
  <inkml:trace contextRef="#ctx0" brushRef="#br1" timeOffset="171472.637">12305 6203 264 0,'0'0'2690'0,"0"0"-2253"0,0 0-16 0,0 0-15 16,87 25-68-16,-59-22-101 0,0 0-69 0,4-3-88 0,3 0-59 15,2-6-21-15,0-5-18 0,-2 0-120 16,1-2-132-16,-1-1-52 0,-5 0-161 15,-3 0-659-15,-11 5-1034 0,-4-2 2059 0</inkml:trace>
  <inkml:trace contextRef="#ctx0" brushRef="#br1" timeOffset="171864.868">12736 5885 691 0,'0'0'2230'15,"0"0"-1836"-15,0 0-32 0,-2 72-19 16,2-43-40-16,0 2-55 0,0 1-100 16,0 3-114-16,0 0-34 0,0-1-31 15,0-1-21-15,2 3-50 0,4-4-143 0,4-2-74 16,6-5 11-16,2-6-108 0,6-5-139 16,0-6-82-16,2 2-97 0,-1-2 50 0,-2 4 243 15,-3 2 441-15,-2 3 17 0,-3 1 214 16,-5 3 50-16,2-4 520 0,-5 2-168 15,3-7-122-15,-1-1-91 16,5-4-104-16,2-6-81 0,4-1-59 0,2-6-47 0,5-7-37 16,3-7-55-16,4-5-37 0,-1-3-50 0,-3-1-23 15,2-1 17-15,-8 3 31 0,-6 2 25 16,-6 3 9-16,-9 2 35 0,-3 3 16 16,-8 3-9-16,-4 5-20 0,-5 5 14 15,-3 4-45-15,-5 1-19 0,-4 10 7 16,1 3-23-1,-4 1 3-15,2 2 1 0,2 0-35 16,-2-1 0-16,4 3-101 0,1 0-172 16,-2 2-454-16,9-7-1239 0,-10 13 1480 0</inkml:trace>
  <inkml:trace contextRef="#ctx0" brushRef="#br1" timeOffset="173119.865">15800 5391 2402 0,'0'0'1212'0,"0"0"-922"0,0 0-92 0,0 0 33 0,0 0 7 16,0 0-53-16,0 0-50 0,0 0-77 15,0 0 34-15,0 0 73 0,52 81-53 16,-39-34-48-16,-8 7-44 0,-5 5-20 16,-3 4-18-16,-10 1-3 0,-3-3-13 15,1-3-30-15,0-7 0 0,4-5 10 0,4-12-38 16,4-8-33-16,3-5-47 0,0-7-47 15,2-5-144-15,6-4-156 0,0-4-102 0,4-1-91 16,-1-7-392 0,3-7-3-16,-1-6 994 0,2-1 113 15,-1 0 0-15,-2 1 468 0,0 4-184 16,-2 6 1004-16,2 1-787 0,4 4 21 16,1 3-79-16,3 1-17 0,5 1-84 15,-1 0-73-15,1 0-53 0,2-3-53 0,1 1-32 16,2-4-58-16,0-5-18 15,2-1-28-15,0-2-27 0,-1-4-34 0,-3 0-42 16,-4-1-166-16,-2-2-109 0,-5 1-170 16,-1-3-445-16,-7 8-382 0</inkml:trace>
  <inkml:trace contextRef="#ctx0" brushRef="#br1" timeOffset="173283.125">16337 5416 741 0,'0'0'23'16,"0"0"1469"-16,0 0-995 0,0 0-6 15,0 0-40-15,11 95-60 0,-7-55-77 16,1 4-55-16,-4 0-50 0,-1 1-80 0,0 0-68 0,0-2-61 16,-6 2-44-16,0-2-17 0,-1-5-12 31,2-1-102-31,2-5-63 0,1-2-76 0,2-4-275 16,0-7-537-16,3-1-996 0</inkml:trace>
  <inkml:trace contextRef="#ctx0" brushRef="#br1" timeOffset="173520.203">16636 5959 1433 0,'0'0'1155'0,"0"0"-814"0,0 0 21 0,0 0 53 15,0 0-11-15,0 0-174 0,0 0-87 0,0 0-54 16,0 0-51-16,0 0-38 0,0 0-28 16,52 4-3-16,-52 8 7 0,-1 2 21 15,-8 4-31-15,-5 5-34 0,0 0 12 0,-1 2 31 0,3-6 3 16,2-2-6-16,7-6 16 0,3-2 10 15,0-4-17-15,3 0 19 0,10-3 32 16,3-2 18-16,6-4-13 0,6-7-37 16,4-6-133-16,4-5-62 0,3 0-31 15,4-6-71-15,2 2-374 0,-12 4-648 0</inkml:trace>
  <inkml:trace contextRef="#ctx0" brushRef="#br1" timeOffset="173783.767">17443 5366 261 0,'0'0'1926'15,"0"0"-1483"-15,0 0-141 0,0 0-1 0,0 0-2 16,0 0 42-16,0 0-83 0,-42 81-83 0,22-46-54 16,-6 7-7-16,-7 6 68 0,-3 6-19 15,-4 6-74-15,-5 5-44 0,-5 4-18 16,-4 6-27-16,-3 2-18 0,-2 1-4 15,0-1 4-15,2-6-4 0,3-3-5 0,3-11 9 16,8-5-35-16,5-10-85 0,9-8 15 16,7-7-31-16,10-8-51 0,5-6-115 0,7-6-205 0,0-7-122 31,10 0 121-31,1-4-483 0,3-9-154 16,-2 2 1104-16</inkml:trace>
  <inkml:trace contextRef="#ctx0" brushRef="#br1" timeOffset="174318.224">17267 6038 504 0,'0'0'362'0,"0"0"1188"0,0 0-1156 0,0 0-32 0,0 0 58 16,0 0 3-16,22 71-110 0,-16-41-60 15,-3 5-65-15,-1 5-19 0,0 0-16 16,-1 3-77-16,-1-4-33 0,0 0-43 16,-3-3-17-16,-2-4 15 0,1-5-31 0,1-5-10 15,1-5-9-15,2-7-3 0,0-4-24 16,2-3-53 0,2-3-25-16,2 0-41 0,1-4-88 0,0-4-104 15,-1-7-130-15,4 0-125 0,-4-4-97 16,-2 0-13-16,0-1 188 0,-4-1 215 15,2-1 352-15,-2 2 212 0,0 2 208 16,0 2 381-16,0 7-181 16,0 5-87-16,1 2-125 0,4 2-90 15,2 0-61-15,1 0 7 0,6 0-26 0,1 0-64 16,1 0-47-16,4 0-32 0,0-3-39 16,2-3-37-16,3-2-19 0,0-5-40 15,3-2-129-15,-4-4-173 0,0-4-199 16,-6 8-715-16,4-13-958 0</inkml:trace>
  <inkml:trace contextRef="#ctx0" brushRef="#br1" timeOffset="174485.416">17654 5976 1580 0,'0'0'984'16,"0"0"-572"-16,0 0-182 0,0 0 95 16,-2 80 63-16,5-52-46 0,0 2-35 15,0 2-36-15,1 1-78 0,-1 4-80 0,-2-3-13 0,-1 0-12 16,0-1-48-16,-1-2-40 0,-7-1-25 15,0-4-82-15,1-1-54 0,0-4-32 16,4-4-19-16,1-3-97 0,2-7-268 16,0-3-792-16</inkml:trace>
  <inkml:trace contextRef="#ctx0" brushRef="#br1" timeOffset="174689.082">17945 6444 802 0,'0'0'2206'0,"0"0"-1543"16,0 0-509-16,0 0-100 0,0 0 24 15,-5 70 55-15,-2-49 48 0,3 3-48 0,-3-1-105 16,-1 2-28-16,-4 2-56 0,1 0-59 0,-3 0-129 16,3-2-194-16,0-2-271 0,5-6-572 15,1 2-308-15</inkml:trace>
  <inkml:trace contextRef="#ctx0" brushRef="#br1" timeOffset="176109.475">24607 5326 662 0,'0'0'231'0,"0"0"1381"0,0 0-1235 0,0 0-70 16,0 0-67-16,0 0-41 0,0 0-12 16,0 0 105-16,0 0-39 0,20 83-68 15,-20-46-40-15,0 6 12 0,0 4-38 16,-10-1-36-16,3 0-19 0,-2-3-30 16,-2-3-32-16,4-5-2 0,0-4-22 15,1-5-2-15,3-4 3 0,1-2 8 16,-1-5-33-16,3-2 16 0,0-2-89 15,-2-5-47-15,0-3-41 0,0 1-75 16,-3 1-246-16,1-4-603 0,-4-1-655 0</inkml:trace>
  <inkml:trace contextRef="#ctx0" brushRef="#br1" timeOffset="176271.272">24556 5815 889 0,'0'0'2148'0,"0"0"-1765"0,0 0-164 0,0 0 71 16,95-18 42-16,-60 10-71 0,1-2-49 0,3 1-73 15,3-4-106-15,3 1-33 0,0-4-24 32,1 0-38-32,-2 1-76 0,-3-3-168 15,-5 2-85-15,-8 1-228 0,-6-2-582 16,-7 5-637-16,-8-11 1594 0</inkml:trace>
  <inkml:trace contextRef="#ctx0" brushRef="#br1" timeOffset="176477.898">25035 5334 939 0,'0'0'0'16,"0"0"1528"-16,0 0-1186 0,0 0-24 15,-20 84 10-15,17-54 4 0,-1 4-48 0,-1 1-50 16,0 4-11-16,0 3-63 0,-2 0-71 16,2 2-52-16,-1-1-13 0,1-4-24 15,-1 1-19-15,0-4-2 16,1 0 2-16,2-5-61 0,3-6-64 15,0-3-55-15,0-5-50 0,2-4-122 16,4-4-214-16,2-4-457 0,2-5-606 0</inkml:trace>
  <inkml:trace contextRef="#ctx0" brushRef="#br1" timeOffset="176788.368">25175 5854 68 0,'0'0'1726'15,"0"0"-1142"-15,0 0-249 0,0 0 0 0,0 0 25 16,0 0-5-16,0 0-52 0,0 0-57 15,0 0-51-15,29 67-50 0,-29-53-40 16,0-2-25-16,-1 0-54 0,-1-5-26 16,1-3-3-16,1-1-9 0,0-3 11 15,0 0-45-15,0 0-49 0,1-3-4 0,7-6-12 0,3-2 9 16,3-4 33-16,2-3 1 0,0-2 15 0,0 1 16 16,-5 1-1-16,1 0 38 0,-5 5 0 15,-3 3 39-15,-1 4 1 16,-1 4-5-16,-1 2 2 0,1 0 0 0,-1 3 10 15,1 7-4-15,-2 5 44 0,0 6 5 32,0 3 4-32,0 1-13 0,-3-2-25 0,1-2-27 0,2-2-19 15,0-3-12-15,0-5-15 0,3-1 0 16,4-5-34-16,2-2-31 0,2-3-4 16,6 0-54-16,5-8-111 0,4-6-190 15,5-5-331-15,-6 3-789 0</inkml:trace>
  <inkml:trace contextRef="#ctx0" brushRef="#br1" timeOffset="177091.987">26240 5248 1562 0,'0'0'461'0,"0"0"695"0,0 0-822 0,0 0-147 15,0 0 62 1,0 0 30-16,0 0 3 0,0 0-57 15,0 0-47-15,-37 92-55 0,14-54-1 0,-6 7-3 16,-7 7-16-16,-8 8-30 0,-7 3-31 16,-6 6 1-16,-5 0-32 0,-1 2-11 0,-2 0-3 0,2-2-9 15,4 0-9-15,2-5 18 0,7-2-1 16,5-7-14-16,6-5-3 0,5-7-9 16,5-7-7-16,4-6-39 15,2-2-30-15,3-8-10 0,6 1-12 16,1-3-7-16,1-4-56 0,7-2-87 15,0-2-135-15,4-4-121 0,1-5-177 0,1-1-590 0</inkml:trace>
  <inkml:trace contextRef="#ctx0" brushRef="#br1" timeOffset="180937.993">25898 6131 150 0,'0'0'1960'16,"0"0"-1375"-16,0 0-218 0,0 0-179 16,0 0-64-16,0 0 10 0,0 0 24 15,0 0-6-15,0 0-45 0,0 0-32 16,40 30-15-16,-32-12-6 0,4 6 20 16,-5 1 1-16,-1 6 0 0,-2-2-7 15,-1 1-34-15,-3 0 0 0,0-3-31 0,-4-1 16 16,-1-5-4-16,2-1-15 15,-3-5-1-15,4-3 1 0,0-3-3 0,1-2 2 16,-1-6-11-16,2 2 10 0,0-1-14 16,0-2 16-16,0 0-21 0,0 0-23 0,0 0-5 0,0-2 11 15,0-1-2-15,5-4-4 0,2-3 16 16,-1 0-12-16,2-1 2 0,-1 1-11 16,-2-1 10-16,-1 1 1 0,-1 2-2 15,0 2-1-15,-2 0 22 0,1 1-19 16,-1 2 0-16,-1-1-9 0,0 3 9 15,0 1 16-15,0 0 10 16,0 0 1-16,0 0 11 0,0 0 0 16,0 0 0-16,0 0-3 0,0 0-19 15,0 0-7-15,0 0-12 0,-1-3-9 16,-1 3-11-16,-1 0-37 0,1 0-87 16,-4 0-158-16,1 0-160 0,-2 0-479 15,-1 0 168-15,2 0 331 0,1 0 395 16,50 3 88-16</inkml:trace>
  <inkml:trace contextRef="#ctx0" brushRef="#br1" timeOffset="181193.887">26028 6300 560 0,'0'0'120'0,"0"0"1437"0,0 0-1114 0,0 0-96 16,0 0-91-16,0 0-8 0,0 0 18 16,0 0-28-16,0 0-55 0,90-43-106 0,-73 34-30 15,0 2-44-15,5 0-3 0,-1-3 0 16,0 2-34-16,0 1-10 0,1-4-9 0,-2 4-90 16,-1-2-87-16,-2 0-89 0,0-1-211 15,-1-2-449-15,-7 4-339 0,2-7 897 16</inkml:trace>
  <inkml:trace contextRef="#ctx0" brushRef="#br1" timeOffset="181470.006">26414 5895 443 0,'0'0'222'0,"0"0"796"0,0 0-524 15,0 0-187-15,0 0 16 0,0 0-60 16,0 0-20-16,0 0-11 0,0 0-48 15,0 0-49 1,12 81-31-16,-12-58-3 0,-1 4-32 16,-2 6 8-16,0 1-11 0,-2 5-29 0,1-1-6 15,-4 3 0-15,2 1-29 0,-2-3 19 16,4-1-21-16,-3-7-2 0,4 0-20 16,3-3 7-16,0-6 2 15,0-3-12-15,0-5 1 0,0-1-14 0,2-3-111 0,2-2-68 16,-1-1-99-16,0-3-184 0,1-4-257 15,0 0-753-15</inkml:trace>
  <inkml:trace contextRef="#ctx0" brushRef="#br1" timeOffset="182420.082">26636 6353 248 0,'0'0'323'0,"0"0"851"0,0 0-564 0,0 0-165 15,0 0-149-15,0 0-44 0,0 0 37 16,0 0-59 0,0 0-51-16,0 0-50 0,75 61-20 0,-70-41-3 15,0 2-1-15,-5 0-22 0,2-2-36 16,-2-1-14-16,0 0-11 0,0-2-10 16,-2-4-10-16,1-1-1 0,-1-5-1 15,0-2 1-15,0-1-1 0,2-3 0 0,0-1 2 0,0 0-2 16,0 0-14-16,0 0-11 0,0 0-36 15,0-4-19-15,7-3 2 0,3-4 22 16,2-3 32-16,4-3 8 0,-2-2-30 31,4-3 35-31,-4 2 11 0,2-2 15 0,-3 2-15 16,0 3 0-16,-3 4 1 0,-1 1-1 16,-2 6 0-16,-2 1 0 0,-3 4-13 0,-1 1 13 15,-1 0-12-15,0 1-5 0,0 5 17 16,0 5 109-16,0 1-16 0,0 2-10 0,-4 1-18 0,0-2-37 15,-2 0-3-15,3-2-25 16,2-1-12-16,-1-3 9 0,2 0-18 16,0-1-7-16,0 0-3 0,0-4-31 15,0 2-31-15,0-4-49 0,0 1-27 16,5 3-23-16,2-4-54 0,0 0-128 16,2 0-200-16,2-4-538 0,-2 1-446 0,5-8 1511 0</inkml:trace>
  <inkml:trace contextRef="#ctx0" brushRef="#br1" timeOffset="182602.07">27058 6461 254 0,'0'0'1755'0,"0"0"-1237"0,0 0-160 16,0 0 7-16,0 0 36 0,0 0-49 15,0 0-114-15,0 0-113 0,0 0-76 0,93 6-49 16,-66-14-34-16,5-1-53 0,-1-3-173 0,3 1-92 15,-3-2-201-15,-2 0-486 0,-7 3-651 16,5-9 1592-16</inkml:trace>
  <inkml:trace contextRef="#ctx0" brushRef="#br1" timeOffset="182819.993">27510 6197 923 0,'0'0'107'16,"0"0"128"-16,0 0 532 0,0 0-297 15,0 0-36-15,0 0-53 0,0 0-82 16,0 0-56-16,-13 84-68 0,13-59-14 16,0 1-21-16,0 3-38 0,0 2-12 15,3 4-25-15,1-3-38 0,0 1-2 16,1-1-25-16,0 3-14 0,0-5-20 16,-3-2-16-16,4-3-42 0,-3 0-63 15,0-1-73-15,2-4-147 0,-1 1-201 16,1-2-402-16,-3-7-331 0,-1 3 551 0</inkml:trace>
  <inkml:trace contextRef="#ctx0" brushRef="#br1" timeOffset="184458.057">11438 6763 215 0,'0'0'2555'15,"0"0"-2189"-15,0 0-251 0,0 0-48 16,0 0 38-16,0 0 19 0,0 0-32 15,0 0 31-15,0 0-54 0,92-4-34 16,-56 2-10-16,7 2-9 0,9-1-16 0,6 1-20 16,5-1 17-16,8-1-10 0,3 2-28 15,5 0-6-15,4-2 25 0,1-1 0 0,2 1-16 16,2-2-19-16,-3 0-31 0,-2 0-55 16,-3 2-13-16,-5-2-52 0,-4-1-56 15,-6 4-120-15,-6-1-92 0,-9-2-145 16,-4 3 15-1,-8-3 156-15,-8 3 368 0,-10 1 1 16</inkml:trace>
  <inkml:trace contextRef="#ctx0" brushRef="#br1" timeOffset="185084.697">16034 6881 91 0,'0'0'2742'0,"0"0"-2374"0,0 0-266 0,0 0-63 16,0 0 21-16,0 0-15 16,0 0 69-16,101 4 6 0,-58-3-63 15,10 1-38-15,9 1-17 0,10 3 11 16,10-3-1-16,6 0 16 0,9-2-28 16,2-1-11-16,3 0-8 0,-1-1 0 15,-1-5-41-15,0-1-79 16,-1 1-87-16,-6-4-138 0,-4 2-333 0,-6-4-680 15,-21 5 594-15,16-6 666 0</inkml:trace>
  <inkml:trace contextRef="#ctx0" brushRef="#br1" timeOffset="185992.608">24779 6611 437 0,'0'0'531'0,"0"0"706"0,0 0-1043 0,0 0-84 16,0 0 58-16,0 0 15 0,0 0 13 0,95 62-52 16,-56-50-19-16,10-1-1 0,7-1 15 15,14 1 16-15,6 1-10 0,4 1-29 16,3 1-37-16,1-3-22 0,1-1-4 15,0-1-19-15,-2-2-6 16,0 0 0-16,-2-1-25 0,-2-1-3 0,-3 1-3 0,1-1 3 16,-2 0 1-16,-5-1-1 0,0 1-1 0,-2-1 0 15,-4-2-14-15,-2 3 14 0,0-4-13 16,-5 4 1-16,-3-4 12 0,-4 0-24 16,-2 3 23-16,-6-4-13 0,-2 1-4 15,-4 0 19-15,0 1-2 0,-4 1-20 16,0-3-9-16,-3 1-45 15,-3-1-46-15,-1 0-14 0,-3 2 20 16,-5 0-5-16,1-1-72 0,-7-1-133 16,-3 0-257-16,-3 0-634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2:29:12.236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2578 764 1944 0,'0'0'283'0,"0"0"455"16,0 0-491-16,-7-76-88 0,1 55 95 16,-3 0-55-16,-1 5 47 0,-3 3 19 0,-1-1-70 15,-4 3-35-15,1 3-46 0,-6 1-10 16,-3 4 122-16,-4 3-116 0,-5 2-40 0,-5 13-55 16,-9 8-12-16,-3 9-3 0,-2 10-11 15,-3 8 9-15,1 8 0 0,1 3 2 16,6-1-1-16,9-3 1 0,14-10-20 0,10-6 19 15,13-11 1-15,3-2-23 16,13-4 22-16,9-2-1 0,5 0-43 0,6 0 33 16,9-2-10-16,7-1 22 0,6 2 17 15,4 0-15-15,3 0 11 0,-2 0-13 16,-5 3 9 0,-6 0-12-16,-7 2 3 0,-7 0-21 15,-8 4-7-15,-9 2 28 0,-4 3 15 0,-9 2-2 16,-5 4 12-16,0 1-23 0,-10-1 32 15,-7-1-12-15,-3-2 2 0,-3-6 3 16,-3-4 31-16,-1-4-12 0,-5-4-22 16,0-4-24-16,-3-6-20 0,-1-2-59 15,2-4-31-15,-1-4-21 0,2-4-37 0,1-7-46 0,5-6-18 16,7-2-171-16,10-8-171 0,4 7-669 16,7-15-435-16</inkml:trace>
  <inkml:trace contextRef="#ctx0" brushRef="#br0" timeOffset="249.111">2919 1324 3313 0,'0'0'438'16,"0"0"-357"-16,-53 72 111 0,27-35 164 16,-4 5-19-16,3 2-116 0,3 0-62 0,4 1-65 15,3 2-21-15,8-1-18 0,5-1-15 16,4-2-22-16,1-7 2 15,12-8-20-15,9-7 0 0,7-8 14 16,5-8 80-16,8-5-6 0,1-8-42 16,6-9-46-16,-3-6-39 0,2-4-91 0,-3-5-61 15,-3-1-102-15,-4-2-156 16,-6-1-219-16,-10 7-571 0,-1-12-714 0</inkml:trace>
  <inkml:trace contextRef="#ctx0" brushRef="#br0" timeOffset="401.529">3006 1364 3335 0,'0'0'460'16,"0"0"-347"-16,-43 67 48 16,29-27 113-16,-1 15 29 0,3 7-82 15,-2 8-22-15,5 3-77 0,2 2-33 16,1-2-80-16,2 1-9 0,-2 1-19 0,-1-1-29 16,4-2-47-16,-1-8-64 0,1-10-65 15,-2-11-16-15,1-11 7 0,-6-7-46 0,3-8-321 16,-12 1-918-16</inkml:trace>
  <inkml:trace contextRef="#ctx0" brushRef="#br0" timeOffset="734.38">1245 2396 3643 0,'0'0'342'15,"0"0"-341"-15,0 0 0 0,0 0 151 0,0 0 75 16,0 0-91 0,0 0 68-16,0 0 93 0,0 0 5 15,96 29-95-15,-34-26-206 0,7 1 65 16,6 1-29-16,9-4-25 0,10-1-10 0,7 0-1 16,6-3-1-16,6-4 0 0,1-1 21 15,-2 1-6-15,-5-1 21 0,-5 4-36 16,-8 1-9-16,-6 3-6 0,0 0 15 15,-8 0 30-15,-6 0-30 0,-9 0-15 0,-7 0-54 16,-10 0-28-16,-7 0-67 0,-9 0-43 0,-8 0-65 16,-4 0-60-16,-8-3 3 0,-6-3-32 0,-5-4-158 15,-1 2-554-15,-6-8-883 0</inkml:trace>
  <inkml:trace contextRef="#ctx0" brushRef="#br0" timeOffset="1170.242">3300 1128 2801 0,'0'0'497'0,"0"0"-373"0,0 0 16 0,0 0 169 16,106-30-10-16,-73 21-113 0,2 0-74 16,-3 0-59-16,-2 2-53 0,-4 2-13 15,-4 3-42-15,-5 0-38 0,-1 2-116 16,-5 0-102-16,-3 8-123 15,-4 0-383-15,-4 10-467 0</inkml:trace>
  <inkml:trace contextRef="#ctx0" brushRef="#br0" timeOffset="1348.308">3405 1448 2274 0,'0'0'465'15,"0"0"-278"-15,0 0-24 0,0 0 169 0,0 0 29 0,0 0-58 0,0 0-101 16,91 47-68-16,-58-46-51 0,4-1-58 15,7 0-25-15,5-4-39 0,1-5 8 16,6-4-146-16,2-3-136 0,-15 3-399 16,19-9-1148-16</inkml:trace>
  <inkml:trace contextRef="#ctx0" brushRef="#br0" timeOffset="1650.841">4744 820 4295 0,'0'0'485'16,"0"0"-485"-16,0 0 13 0,0 0-13 0,-77-6 125 15,56 17-24-15,-5 6-67 0,0 8-22 0,-3 10 0 16,-1 11 49-16,-3 11 22 0,0 7-22 16,-2 8-16-16,0 3 13 0,2 1-15 15,3-1 14-15,7-3 34 0,3-6 42 16,10-5-36-1,5-6-36-15,5-5-10 0,8-4 9 0,9-6-29 16,5-6 8-16,8-2-9 0,3-10-12 16,7-4-17-16,2-10-1 0,4-6-3 15,2-2-18-15,-1-12-30 0,-2-7-13 16,-2-4-20-16,-7-5-19 0,-6-1 0 0,-8 0-15 16,-6 0-31-16,-9 2-15 0,-7 1-92 15,-10 1-218-15,-16-3-270 0,3 7-604 16,-26-12-396-16</inkml:trace>
  <inkml:trace contextRef="#ctx0" brushRef="#br0" timeOffset="1949.176">4391 1513 1717 0,'0'0'1077'0,"0"0"-679"15,0 0-32-15,0 0 81 0,0 0-38 16,0 0-32-16,0 0-93 0,82 28-88 0,-52-36-48 16,5-6-29-16,1-4-53 0,0-6-66 15,-2 1-18-15,-3 0-118 0,-4 1-53 0,-1 4 3 16,-7 5-65-16,-5 4 8 0,-7 4-107 15,-4 5-118-15,-3 0-97 0,0 10 42 0,-7 4 190 32,-3 2 327-32,1 3 6 0,-1 0 152 15,3 2 32-15,0-2 25 0,4 0 6 16,3 3 47-16,0 1 26 0,0 8 24 0,7 0 14 16,3 6-1-16,2 6-8 0,0 2-91 15,2 4-89-15,-3-2-43 0,2 4-33 16,2 1-61-16,0 0-1 0,0 0-24 15,1-5-20-15,-2-3-104 0,0-5-242 0,-1-3-131 16,-2-11-631-16,4 11-401 0</inkml:trace>
  <inkml:trace contextRef="#ctx0" brushRef="#br0" timeOffset="4336.574">22304 4384 1342 0,'0'0'669'0,"0"0"509"0,0 0-973 0,0 0-91 15,0 0-22-15,2-75 129 0,-2 59 69 0,0 4-20 16,0 2-25-16,-2 0-76 0,-1 4-47 16,-4-1-63-16,-6 5-56 0,-3 1-3 15,-10 1-34-15,-5 3 3 0,-8 10 1 0,-6 10 30 16,-1 3 3-16,-3 10 49 0,3 4 24 15,-2 4 28-15,5 2-3 0,3-3 5 32,5-2-15-32,8-3-18 0,7-8-27 0,5-4-13 15,10-2-12-15,3-3-21 0,2-3-30 16,11 1 0-16,8 1-7 0,4-1-23 16,8 2 29-16,0-1-2 0,2 3 9 0,1 1-16 15,-3 1 16-15,-2 4-4 0,-2 1 14 16,-2 2 13-16,-5 2-1 0,0 1 0 15,-3 1 2-15,-3 0 2 0,-3 0 1 0,-1-1-1 16,-3 0 0-16,-1-1 16 0,-3 1-17 0,-1-2 12 16,-2-2-10-16,0-4 15 0,-2-2 3 15,-4-2 16-15,-4-4 17 0,-3 1-14 16,-4-4-13-16,-6 0-24 0,-4-4 14 16,-4-2-17-16,2-3-12 0,1-5-21 15,3-2-25-15,2-5-57 16,1-7-16-16,2-3-47 0,4-5-36 15,2 0-36-15,5 1-82 0,6-3-96 16,3 5-6-16,3 0-105 0,3 4-439 16,14-7-420-16</inkml:trace>
  <inkml:trace contextRef="#ctx0" brushRef="#br0" timeOffset="4590.989">22546 5134 2085 0,'0'0'1492'16,"0"0"-1340"-16,0 0-80 0,0 0 54 15,0 0 147-15,0 0 74 0,0 0-5 0,-36 72-113 16,16-49-125-16,-2 7-49 0,2-4-22 16,0 2-3-16,4-1 1 0,4 0 2 15,3-2-8-15,7-3-1 0,2-2-3 0,3-3 16 0,9-2-4 32,5 1 0-32,4-5 0 0,3-1 10 0,3-3-4 15,3-3-5-15,4-1-13 0,-3-3-18 16,1 0-3-16,-2-4 0 0,-2-4-73 15,-1-4-57-15,-3-2-25 0,-1-2-46 16,-4-5-64-16,1 1-98 0,-5-5-279 16,-4 1-552-16,-3 7-529 0</inkml:trace>
  <inkml:trace contextRef="#ctx0" brushRef="#br0" timeOffset="4808.786">22721 5119 954 0,'0'0'209'0,"0"0"1148"0,0 0-1086 0,0 0-34 15,0 0 6-15,0 0 129 0,-12 72-13 0,12-49-58 16,0 4-69 0,0 3-69-16,0 3-40 0,0 5-12 0,0 2-7 15,0 5-28-15,0 0-27 0,0 3-40 0,0 3-9 16,0-1-24-16,-3 2-10 0,-2-3-45 16,0 1-50-16,-4-5-12 0,3-2-13 15,-2-1 3-15,2-5-17 16,2-1-63-16,-3 0-55 0,-2 0-107 15,-1 1-187-15,0-5-485 0,0-6-558 16,-3 1 1581-16</inkml:trace>
  <inkml:trace contextRef="#ctx0" brushRef="#br0" timeOffset="5992.505">20419 4636 897 0,'0'0'615'15,"0"0"-277"1,0 0-10-16,0 0-114 0,90-20-46 0,-76 14-10 16,-1 3 301-16,-7 1-233 0,-3 1-20 15,-3 1 3-15,0 0-8 0,0 0 0 16,0 0 7-16,-3 1-54 0,-6 4-52 15,-7 2 6-15,-4 4-41 0,-9 5-21 16,-3 1-27-16,-5 4-18 0,0 3 0 16,-4-1-1-16,1 2-1 0,-3 1 0 0,-2 1-12 15,-3 2 12-15,-1 2 0 16,-3 0-11-16,2-1-12 0,5-1 23 0,2-4 1 16,7 0 11-16,7-6-11 0,8-3-11 15,3-2 7-15,7-4-26 0,2-3 2 16,6 0-9-16,3-2-6 0,0 2 40 15,3 2 3-15,7 0 32 0,5 1-14 0,5-1 10 0,3 1-3 16,5-1 21-16,3 0-19 0,3-1-12 0,4 1-11 16,1 1-1-16,2 1 21 15,2-1 4-15,0 2-13 16,1 0-15-16,1 0-9 0,1-1 8 16,0-3-1-16,-4 3-17 0,1-4 4 15,-6 1 13-15,-3-3 0 0,-4 1-1 16,-1-1 3-16,-3-4 1 0,-3 2 20 0,-4-2 10 15,-2 1-7-15,-4-2 13 0,-1 1-3 16,-4 0 5-16,-3 1 7 0,-2-1 6 16,0 1 12-16,-3-2 3 0,1 0-19 15,-1 0-2-15,1 0-7 0,-1 0 1 16,0 0 2-16,0 0 4 0,0 0 5 16,0 0 0-16,0-3 25 0,3-4-9 15,4-5-13-15,-2-4-21 0,2-9-18 0,-3-4-15 16,-1-3-13-16,-3-5-23 0,0-4 0 15,-3-3-40-15,-5-1 4 0,-3-2-28 16,-3 0 6-16,0 0 0 0,-4-1-13 16,-2 3-27-16,-2 2 19 0,0 2-29 15,-3 4-37-15,2 2-87 0,1 5-288 16,4 10-587-16,-5-8-830 0</inkml:trace>
  <inkml:trace contextRef="#ctx0" brushRef="#br0" timeOffset="6840.202">17680 4298 1558 0,'0'0'688'15,"0"0"-358"-15,0 0-169 0,0 0 451 16,0 0-276-16,0 0-59 0,0 0-10 15,0 0-31-15,-61 87-29 0,38-44-14 0,-2 8-30 16,-1 12-32-16,1 6-15 0,-3 11-22 16,1 9 9-16,0 9-27 0,-1 6-19 15,2 2-8 1,0 1-25-16,2-4-6 0,-1-7-18 0,2-6-21 16,1-8 9-16,5-10-15 0,3-10 24 15,2-9-22-15,7-15-5 0,3-10-3 16,2-11-16-16,0-8-33 0,7-8-15 15,5-2 21-15,2-13 24 0,8-10-82 16,4-11-43-16,1-9-82 0,1-13-109 16,-1-9-302-16,-5 15-418 0,-1-38-466 0</inkml:trace>
  <inkml:trace contextRef="#ctx0" brushRef="#br0" timeOffset="7125.44">17596 4453 1038 0,'0'0'813'16,"0"0"-158"-16,0 0-118 0,0 0-115 16,43 98-52-16,-30-49-72 0,0 10 16 15,-1 11-60-15,1 5-79 16,0 7-38-16,-2 2-18 0,2-1-45 16,-1-2-23-16,-1-8-48 0,4-6 13 0,-1-7-14 0,2-9-2 0,-2-2-1 15,2-9 1-15,-1-3 0 0,0-3-3 16,0-5-19-16,-2-1 1 0,-2-8 6 15,-2-2-4-15,-1-5-5 0,-2-3-25 16,-3-2-45-16,0-4-32 16,-3-1-15-16,0-3-35 0,0 0-34 0,-6 0-98 15,-6-8-241-15,1 1-574 0,-13-12-629 16</inkml:trace>
  <inkml:trace contextRef="#ctx0" brushRef="#br0" timeOffset="7294.764">17397 5353 2576 0,'0'0'511'0,"0"0"-220"0,0 0-91 16,0 0 68-16,0 0 21 0,0 0-83 16,0 0-67-16,0 0-80 0,0 0-9 15,110-33-7-15,-64 22 15 0,3 0-39 32,-3 1-19-32,-3 0-37 0,-3 4-6 0,-4 1-22 0,-2 1-84 0,-1 0-112 15,-1-1-56-15,-7 1-353 16,10-4-792-16</inkml:trace>
  <inkml:trace contextRef="#ctx0" brushRef="#br0" timeOffset="7506.401">18291 5181 2398 0,'0'0'503'16,"0"0"-186"-16,0 0 52 0,0 0 88 0,0 0-39 0,0 0-61 15,-52 73-145 1,43-56-109-16,3 3-42 0,2 2-30 0,2 4-7 15,2 1-2-15,0 1 5 0,6 0 3 16,7-2 1-16,4-1 17 0,5-3 1 0,4-6 9 0,3-3 14 16,6-6-14-16,3-6-28 0,4-1-30 15,2-12-62 1,0-4-66-16,-2-6-69 0,-3-7-105 0,-5-1-196 0,-10 8-535 16,-1-12-583-16</inkml:trace>
  <inkml:trace contextRef="#ctx0" brushRef="#br0" timeOffset="7728.016">18495 5057 1626 0,'0'0'740'15,"0"0"-186"-15,0 0-138 0,0 0 34 16,0 0-19-16,-33 70-87 0,33-37-89 16,0 8-40-16,0 6-42 0,0 6-11 15,-4 2-20-15,-3 7-23 0,-4 6-66 16,0 5-53-16,-1 2-1 0,-1 2-14 15,1 0-21-15,1-2-7 16,3 0-54-16,4-6-21 0,4-1-19 0,1-4-9 16,12-3-19-16,3-6-75 0,4-4-94 15,0-10-95-15,-1-8-130 0,-5-10-518 16,1-4-1023-16</inkml:trace>
  <inkml:trace contextRef="#ctx0" brushRef="#br0" timeOffset="11464.163">17564 3226 333 0,'0'0'283'16,"0"0"-281"-16,0 0-2 0,0 0 1031 16,0 0-716-16,0 0-124 0,0 0-61 0,0 0 119 15,0 0 6-15,0 0-56 0,0 0-17 16,-7 55 29-16,6-55-33 0,1-4-52 0,0-3-34 15,-2-1-20-15,2-8-56 0,-1 1-16 16,1-3-9-16,0-4 6 0,0-3-34 16,0 0-52-16,0-3 4 0,0-3-23 15,0 0 4-15,0-1 62 16,7-2-12-16,4-3 54 0,0 3-30 0,2-1 30 16,2 2 13-16,1 0 0 15,-1 3-13-15,1 4-26 0,-1 1 25 16,-3 5 0-16,-1 3-20 0,-2 3 8 15,0 2-19-15,-3 2-73 0,-3 2-62 16,-3 2-93-16,0 0-144 0,0 3-86 16,-5-1-148-16,-4 1-404 0</inkml:trace>
  <inkml:trace contextRef="#ctx0" brushRef="#br0" timeOffset="11786.349">17683 2527 901 0,'0'0'1045'16,"0"0"-906"-16,0 0-6 0,0 0 0 15,0 0-30 1,0 0 1-16,0 0 25 0,0 0-36 0,0 0-48 16,0 0-16-16,-77 30 29 15,51-13 35-15,-1 0 22 0,-1 0-6 0,-2 2-36 16,1-2-69-16,2-4-4 0,5 1-48 16,2-4 3-16,4-2-22 0,6-5-26 15,4 0-32-15,3-3-36 0,3 0-16 16,0 0-85-16,0-5-7 0,8-2 198 15,1-2 71-15,3 1 16 0,4-4-3 16,1 3 23-16,2 0 74 0,4 2 74 0,2 2-12 16,1 2-4-16,1 3-27 0,0 0-6 15,1 0-32-15,1 5-1 0,-2 0-25 16,1 2-23-16,-1-1-25 0,-1 0-29 0,-2 1-10 16,-3 2-54-16,0-4-79 0,-2 3-124 15,-5-1-136-15,-3-1-278 0,1 0-519 0</inkml:trace>
  <inkml:trace contextRef="#ctx0" brushRef="#br0" timeOffset="12334.845">17799 1789 1220 0,'0'0'501'15,"0"0"-280"-15,0 0-33 0,0 0-39 16,0 0-42-16,0 0 16 0,0 0 286 16,0 0-220-16,0 0-74 0,0 0-28 15,0 0 2-15,-62 7 9 0,53 18-22 16,1 7 32-16,-1 4-23 0,2 4-41 16,1 0-44-16,2-4-12 0,0-5 12 15,4-7-10-15,0-6 10 0,1-5 13 16,8-5-1-16,1-5 14 0,6-1 24 0,1-2 7 15,7-6 5-15,4-9-43 0,1-2-19 16,-1-5-62-16,1-2-48 0,-5-1-22 0,-3-1-4 16,-5 2-26-16,-5 0 35 0,-6 2 47 15,-4 0 42-15,-1 2 38 0,-6 0 2 16,-4 0 30-16,-3-1-31 0,0 1 12 0,-4 2-10 16,3 1 48-16,-1 4-9 0,2 6-23 15,1 5 2-15,0 2-21 0,0 5-35 16,-2 10-7-1,1 3 7-15,-3 5-10 0,2 3 7 16,1 0-26-16,3-2-35 0,4-5-178 16,4-3-217-16,2-9-90 0,5-3-155 0</inkml:trace>
  <inkml:trace contextRef="#ctx0" brushRef="#br0" timeOffset="12667.482">18066 1704 1706 0,'0'0'208'0,"0"0"-111"0,0 0 33 0,0 0 126 0,0 0-43 16,59 87-16-16,-52-59-37 0,-3 1-51 16,-1 3-41-16,-3 2-8 0,0-2-9 15,-6 2-25-15,-2-5-10 0,-4-3-16 16,4-6 32-16,0-4 12 0,2-5 4 15,3-3 57-15,0-6 31 0,3 0-10 0,0-2-19 16,0 0-6-16,0-6 9 0,4-8-91 31,7-3-19-31,0-8-28 0,3-3 9 0,0-6-3 16,-1-3-19-16,2 0-25 16,-2-2-10-16,1 5-24 0,-1 2-14 0,4 7-57 15,1 3-55-15,0 4-65 0,2 2-141 16,-6 7-235-16,6 0-530 0</inkml:trace>
  <inkml:trace contextRef="#ctx0" brushRef="#br0" timeOffset="13106.56">18510 1726 2440 0,'0'0'326'0,"0"0"-246"16,0 0 20-16,0 0 118 0,0 0-65 0,0 0-67 15,0 0 0-15,0 0-45 0,-87 10-40 16,70 11 34-1,-2 5 54-15,1 5 34 0,0 7 81 0,0 1-53 16,1 2-57-16,0-2-60 0,3-1-21 16,1-6-13-16,4-7 0 0,5-9 24 15,2-6 25-15,2-4-15 0,0-3-34 16,3-3 1-16,6 0 18 0,5-7 3 16,4-5-22-16,6-6-1 0,4-6-46 15,3-4-37-15,0-7-3 0,2-1-22 16,-2-6-11-16,-2-2-15 0,-1-5-26 15,-5-3-39-15,-3-2-29 0,-4-1-1 16,-2-2 63-16,-4 2 51 0,0 5 116 0,-4 8 6 16,1 9 110-16,-4 7-3 15,1 8 31-15,-4 6 25 0,2 5 0 16,-2 4-4-16,1 0-20 0,-1 3-22 0,0 0-60 0,0 0-63 0,0 9-47 16,0 1 47-16,0 10 53 0,0 4 35 0,-3 9 7 15,-5 6-17-15,-2 6-19 0,-3 3-53 16,-3 4-6-16,-3 0-25 0,3 0-25 15,-1-4 38-15,4-5-51 0,3-6 13 16,3-11 9-16,4-7-25 0,3-8-63 0,4-4-158 31,6-6-178-31,-1-1-283 0,8-5-571 0</inkml:trace>
  <inkml:trace contextRef="#ctx0" brushRef="#br0" timeOffset="13423.258">18714 1844 349 0,'0'0'2099'15,"0"0"-1780"-15,0 0-152 0,0 0 105 0,21 66 18 0,-14-53-43 16,1-4-52-16,3-3-50 0,4 0-26 0,4-6-16 16,4 0-26-16,4-6-33 0,4-6-44 15,-2-4-3-15,-1-2-81 0,-3 0-50 16,-3-3-3-16,-4 1 14 0,-3 0 6 16,-5-3 10-16,-5 2 31 0,-5-3 35 15,0 0 40-15,-12-2-40 0,-3 0 41 0,-2 2 0 16,2 3 47-1,1 7-2-15,5 5 59 0,2 6 25 0,3 3-44 0,-1 9-66 16,-3 5 15-16,-1 10 36 0,-2 7 45 16,-1 3 16-16,-1 5-29 0,0 1-46 15,-3 1-56-15,-1-2-15 0,1-1-23 0,1-3-33 16,1-6-28-16,6-2-57 0,2-9-14 16,3-6 0-16,3-5-51 15,4-4-149-15,8-3-85 0,4-7-14 16,7-7-102-16,-6 1-132 0,16-14-14 0</inkml:trace>
  <inkml:trace contextRef="#ctx0" brushRef="#br0" timeOffset="13631.373">19057 1785 104 0,'0'0'711'0,"0"0"-118"0,0 0-170 0,0 0-99 15,0 0-29-15,0 0-5 0,78 42-55 16,-69-16 5 0,-4 3-30-16,1 0-10 0,-3 1-26 0,-1-1-42 15,-2 0-60-15,0-4-44 0,0-1-9 16,-3-5-15-16,1-4-2 0,-1-6-1 15,2-2 1-15,-1-4 17 0,2-3 34 16,0 0 28-16,0 0 38 0,3-7-8 16,3-5-82-16,8-8-29 0,1-4-34 15,4-7-16-15,1-6-27 0,2-1-57 0,1 0-4 0,-3 1-4 0,1 4-18 16,1 3-55-16,-3 5-78 0,1 1-130 16,-7 6-201-16,7-4-404 0</inkml:trace>
  <inkml:trace contextRef="#ctx0" brushRef="#br0" timeOffset="13866.616">19533 1685 2869 0,'0'0'359'0,"0"0"-209"0,0 0 15 0,0 0 116 32,0 0-96-32,78 10-99 0,-59-7-74 15,1-2-12-15,0 0-50 0,-3 0-54 16,-1 0-198-16,-4-1-182 0,-5 2-607 0,-6-2-755 16</inkml:trace>
  <inkml:trace contextRef="#ctx0" brushRef="#br0" timeOffset="14027.229">19507 1837 2583 0,'0'0'496'15,"0"0"-206"-15,0 0-109 0,0 0 31 0,0 0-17 16,104-28-81-16,-73 20-72 0,4-3-42 16,-2 4-57-16,0 0-47 0,-2 2-119 15,-3 0-260-15,-8 2-528 0,2-5-595 0</inkml:trace>
  <inkml:trace contextRef="#ctx0" brushRef="#br0" timeOffset="30949.977">20132 1492 238 0,'0'0'310'0,"0"0"-265"0,0 0-15 0,0 0-30 16,0 0 1242-16,0 0-762 0,0 0-86 15,0 0-76-15,0 0 5 0,0 0-16 16,0-36-20-16,0 36-21 0,0 0-39 16,-1 0-69-16,1 3-38 0,0 4-13 15,1 4-33-15,5 7-7 0,4 8-18 0,-2 5-37 0,1 5 22 16,0 3-10-16,-4 4-24 0,-1 1-9 16,-2 1 7-1,-2-2 0-15,0-1-26 0,0-7 4 0,0-4-10 16,0-6 1-16,0-3-65 0,0-6-130 15,2-3 15-15,2-4-38 0,-1-4-205 16,0-3-219-16,3-2-588 16,-2-1-493-16</inkml:trace>
  <inkml:trace contextRef="#ctx0" brushRef="#br0" timeOffset="31281.329">20511 1478 1413 0,'0'0'1501'0,"0"0"-1242"0,0 0-115 0,82-39 9 0,-53 30 119 16,0 2-36-16,-3 4-54 0,-3 2-38 16,-3 1-54-16,-4 0-75 0,0 2-15 15,-4 7-37-15,-2 0-16 0,-5 4 19 16,-2 2 11-16,-3 6 23 0,0 4 2 0,-14 4 20 16,-3 6-6-16,-5 1-16 15,-4 0-14-15,2-2 14 16,0 0 1-16,4-5-1 15,3-4-9-15,7-2 9 0,6-8 0 0,2-1-10 16,2-4 10-16,9-1 41 0,5-3-13 16,7 1 46-16,7-4-9 0,6-1 13 0,7-2 14 15,5 0 47-15,3-5-20 0,2-2-61 16,-1 1-58-16,-2-3-33 0,-5 1-13 16,0 0-13-16,0-2-97 0,-4-1-42 0,-2 3-81 15,-3-3-174-15,-9 4-295 0,3-5-751 0</inkml:trace>
  <inkml:trace contextRef="#ctx0" brushRef="#br0" timeOffset="34069.553">16349 5103 956 0,'0'0'59'0,"0"0"1474"0,0 0-1182 0,0 0 1 0,0 0-15 15,0 0-68-15,0 0-103 0,0 0-49 16,0 0-18-16,0 0-27 0,0 0-29 16,0-15-33-16,-17 15-10 0,-5 6-31 15,-6 3 0-15,-11 3 15 16,-4 7 13-16,-6 0-16 0,-2 9-2 15,-4-2-20-15,-2 7 13 0,1-2 6 0,-1 1-25 16,5-1 4-16,3 1 13 0,6-4 11 16,7-2 2-16,4-4 16 0,9 0 0 15,5-5 0-15,6-5-21 0,5 0 9 0,1-4-6 16,6-2-3-16,0 0-6 0,0 1 25 16,4-3 3-16,5 2 27 0,3 0 8 0,5 0-4 15,0 0 16-15,3 1-22 0,3-1-8 16,-1 0-5-16,1 1 13 0,5 2-22 15,-1-2 22-15,3 0-9 0,2 0-14 16,1-1 14-16,3 0 2 0,0-3 7 16,4 1 0-16,-1-1-23 0,-3 0 33 15,2 0-1 1,-1 0 25-16,-4-2-41 0,-1 0-5 16,-2-1 8-16,-6 0 1 0,-1 1-20 15,-5-1 14-15,-2 2 5 0,-2-1 10 0,-3-1 3 16,-3 0 9-16,1 0 10 0,-3 0 18 15,-2 0 33-15,-1 0-12 0,-2 0-28 16,1 0-5-16,-1 0-11 0,-1 0 7 0,0-1 3 16,0 1 9-16,0-2 3 0,0-1 21 0,0-4 4 15,-1-5-47-15,-4-3-36 0,1-8-12 16,0-3 0-16,-1-3-3 0,1-6 3 16,0-5-15-16,3-2-3 0,-1-3-64 15,2 0-34-15,0-2-8 0,0 2-7 16,0 1-71-16,0 3-118 0,0 5-191 15,-1 5-209 1,-8 7-478-16,2 6-325 0,-12 1 913 0</inkml:trace>
  <inkml:trace contextRef="#ctx0" brushRef="#br0" timeOffset="80269.624">28322 2542 173 0,'0'0'2217'16,"0"0"-1953"-16,0 0-206 0,0 0 7 15,0 0 57-15,0 0 16 0,0 0 3 16,0 0-29-16,0 0-30 0,0 0-2 15,0-18-1-15,0 18 0 0,0-1-9 16,0 1 9 0,0 0-3-16,0-2 2 0,0 2-6 0,0 0-6 15,0 0-9-15,0 0 9 0,0 0-10 16,0 0-3-16,0 0-10 0,0 0 1 16,0 0 12-16,0 0-4 0,0 0 10 15,0 0-6-15,0 0-7 0,0 0 3 0,0 0-9 16,0 0 0-16,2 0-6 0,-1-1-12 15,-1 0-22-15,3 1-1 0,0 0-2 0,2 0 0 16,3 0 12-16,1 2 4 0,-1 0-1 16,1 2-15-16,0 1-14 0,-2 0 11 0,-3 2 2 15,2-2-15-15,-2 3 4 0,1 2-6 16,-1 2 18-16,2 1 0 0,-1 2 0 16,0-2 0-16,-2 3-15 0,0-2-3 15,0-1 17-15,-3 0-18 0,0-3-2 0,0 0 19 0,0 1-26 16,-8-1 13-16,0 0 13 0,-7 1-17 15,1-1-5-15,0 0 2 0,-3-2-3 16,2 0-12-16,2-5 19 0,2 0-1 16,0-1 19-16,5-2 22 0,0 0 18 15,4-2 3-15,-4-4-15 0,2-4 0 16,-1-2-7 0,2-2 25-16,2-4-30 0,0-3-15 15,-2 0 32-15,3 0-30 0,-2 0-1 16,2 0-2-16,0 2-3 0,0 4 3 0,0-1-1 15,3 3-23-15,1 2 12 0,-1 2-13 16,3 1 22-16,0 1-9 0,1 3 10 16,0 1-29-16,2 0-15 0,2 2 3 15,0 1-4-15,0 0 10 0,0 0-15 0,-2 1-20 0,1 5-11 16,-1-2-54-16,-2 3-52 16,0-1-97-16,-1 3-209 0,0-2-482 0,0-2-540 0</inkml:trace>
  <inkml:trace contextRef="#ctx0" brushRef="#br0" timeOffset="81178.351">30734 2583 2434 0,'0'0'480'0,"0"0"-224"0,0 0-109 0,0 0 73 16,0 0 13-16,0 0-41 0,0 0-59 0,0 0-49 15,78-42-31-15,-72 40-6 0,0 2 9 16,0 0-13-16,-1 7 1 0,0 4 2 16,-1 5-3-16,-4 2-15 0,0 4 9 15,0 1-34-15,-11-2 44 0,-1 4-10 16,-2-3-13-16,3 0-12 0,-4-4 4 0,2-5 8 16,4-1 10-16,-3-5-34 0,3-1 2 15,-3-6 1 1,0 0 46-16,-3 0-49 0,-4 0-3 15,0-8-12-15,-4-3 3 0,3 0 12 16,4-1 15-16,4-2 40 0,4 1-6 0,2-2-30 16,3-1-19-16,1-2-16 0,2 0-23 15,0-1 8-15,0 2-21 0,2 1 15 16,3 1-34-16,1 2-6 0,1 3-9 16,1 0-19-16,-3 6-1 0,-1 0-6 0,1 3-38 15,-3 1-52-15,0 0-107 0,-1 2-285 0,2 5-2 0,-3 3-579 16</inkml:trace>
  <inkml:trace contextRef="#ctx0" brushRef="#br0" timeOffset="81973.124">28730 4610 1565 0,'0'0'111'0,"0"0"1070"0,0 0-943 0,0 0-8 16,0 0 59-16,0 0 23 0,0 0-98 15,54 80-24-15,-46-63-35 0,-3-1-38 16,-1 3-31-16,-2-4-3 0,-2 0-12 15,0-2-1 1,0 0-5-16,-5-1 5 16,-4 0 6-16,-5 0-15 0,-2-3-30 0,-7 1 14 0,-3-2-8 15,0-2-7-15,-2-3 7 0,4-1 5 16,3-2-5-16,4-2 5 0,6-5-5 0,3-5-7 16,3-1-28-16,2-5-2 15,3-4-34-15,0-1 32 0,2-3-38 0,4 2 13 16,2 2-10-16,3 3 10 15,3 3-9-15,2 3-50 0,2 3 19 0,7 1-12 0,1 2 0 16,3 2-13-16,-1 2-52 0,-1-1-75 0,0 4-140 16,-3-1-267-16,-4 1-650 0,2-5-885 0</inkml:trace>
  <inkml:trace contextRef="#ctx0" brushRef="#br0" timeOffset="82560.239">31260 5063 1482 0,'0'0'231'0,"0"0"-79"0,0 0 403 15,0 0-191-15,0 0-94 0,0 0-59 0,0 0-39 16,0 0-58-16,0 0 13 16,24 66-10-16,-40-54-58 0,-1 0 1 0,-5-2 31 0,2-1 23 15,-2 0 35-15,2-4-9 0,0 0-22 16,4-3-32-16,-2-2 7 0,2 0-26 0,0-1-30 16,1-5-15-16,-2-3 5 0,3 1-11 15,1-4 11-15,1 1 31 0,3-1 6 16,3-5 28-16,0 3-28 0,6-5-24 15,0 1-7-15,3-3-33 0,8 1-36 16,4-2 2-16,2 0 1 0,2 0-44 16,5-1 32-16,0 8-26 0,2 0-8 15,-1 6 23-15,-3 3 26 0,1 3-7 16,-6 3 37-16,-1 5 24 0,-2 6-24 16,-4 1-6-16,-2 1-40 0,-3 3 12 0,0-2-6 15,-4 0-37-15,2 2 3 16,-2-4-25-16,1-2-66 0,-2 0-173 15,0-3-350-15,0-4-864 0</inkml:trace>
  <inkml:trace contextRef="#ctx0" brushRef="#br0" timeOffset="115350.629">29451 596 935 0,'0'0'1866'15,"0"0"-1481"-15,0 0-82 0,0 0-15 0,30 83 55 16,-21-60-69-16,-1 2-15 0,-2 0-59 15,-1 3-16-15,-2 3-47 0,-3 3-71 16,0 4-65-16,-3 4 10 0,-8 4-11 0,-3 3-137 0,-2 2-197 16,-1-1-182-16,1 4-210 0,3-14-507 15,-1 19-486-15</inkml:trace>
  <inkml:trace contextRef="#ctx0" brushRef="#br0" timeOffset="115553.271">29405 2113 916 0,'0'0'1800'16,"0"0"-1518"-16,20 66-102 0,-11-39 75 16,-2 5 206-16,-3 3-60 0,-2-1-181 0,1 4-149 0,0 0-67 15,-3 0-4-15,2 0-28 0,0-1-87 16,0-1-49-16,4-2-51 0,-3 0-47 0,4-3-41 31,-2-2-246-31,-1 1-90 0,-1 1 295 0,0 4 257 16,-3 1-121-16,0 2-225 0,0 3 332 0,-7 4 72 0,2-11-258 15,-5 18-443-15</inkml:trace>
  <inkml:trace contextRef="#ctx0" brushRef="#br0" timeOffset="115797.261">29490 3442 1451 0,'0'0'1196'0,"0"0"-1022"0,4 79-174 0,-2-48-52 15,-2 5 23-15,0-4-22 0,-3 0-69 16,-4-2-77-16,2-3-36 0,-1 2 233 15,2-3 20-15,0 1 96 0,-1-2 17 16,2 0-4-16,-1-1 77 0,0 0 32 16,1 1-151-16,0 2-87 0,-3-1-42 15,2 3-3-15,0 3-61 0,-3 3-96 16,2-2 105-16,2 5-557 0,3-2 221 16,0 1 326-16,0-2-36 0,3 1 143 0,6 0 94 0,-1 1 82 15,6-4-30-15,-2 0-29 0,1 3-117 16,2-5-6-16,-7-5-385 0,4 14-342 0</inkml:trace>
  <inkml:trace contextRef="#ctx0" brushRef="#br0" timeOffset="116092.335">29710 5229 26 0,'0'0'1161'16,"0"0"-1161"-16,41 73-206 0,-28-44-38 15,0 8 221-15,-2 5 23 0,-2 2 251 16,-5 5 42-16,0 2 39 0,-1 0 13 15,-1 3-15-15,-1-2 3 0,4 2-17 16,-2-2-31-16,-1 0-125 0,1 1-97 31,4 0-34-31,-4-2-29 0,3 2 0 0,-2 0-48 0,2 0-3 0,-3-2 35 16,-1 5 16-16,-1 2 32 0,-1 2 32 16,0 0 6-16,-1-1-16 15,-2 1 22-15,1-2 15 0,2-2 51 0,-3-6-1 16,3 1-60-16,0-8-81 15,0 0-102-15,0-7-89 0,0-3-53 16,0-6-26-16,0-2-95 0,0-1-47 0,0-2-165 16,0-7-96-16,0 4-498 0</inkml:trace>
  <inkml:trace contextRef="#ctx0" brushRef="#br0" timeOffset="116917.685">26478 3846 1235 0,'0'0'414'0,"0"0"764"0,0 0-681 16,0 0-132-16,0 0 32 0,0 0-83 0,0 0-45 16,0 0-63-16,82-7-35 0,-62 7-43 15,8-1-79 1,3-3-40-16,7-3-9 0,8-4-34 0,4-1-88 16,7 0-89-16,5-1-69 0,0 1-104 0,2 4-141 0,1 1-96 15,-3 4-110-15,0 3-247 0,-14 0 216 16</inkml:trace>
  <inkml:trace contextRef="#ctx0" brushRef="#br0" timeOffset="116964.951">27576 3742 95 0,'0'0'117'16,"0"0"-117"-16</inkml:trace>
  <inkml:trace contextRef="#ctx0" brushRef="#br0" timeOffset="117071.237">28125 3695 1170 0,'0'0'511'16,"0"0"-270"-16,0 0-118 0,98-24-123 15,-62 12-19-15,1-1-248 0,-5 3-45 16,21-5-144-16</inkml:trace>
  <inkml:trace contextRef="#ctx0" brushRef="#br0" timeOffset="117167.959">28947 3566 665 0,'0'0'528'15,"0"0"-245"-15,0 0-154 0,82-16-129 0,-55 9-348 16,-4 2-75-16,12-4-243 0</inkml:trace>
  <inkml:trace contextRef="#ctx0" brushRef="#br0" timeOffset="117270.01">29572 3514 764 0,'0'0'541'0,"0"0"-248"0,89-5-114 0,-52-2-75 0,5-2-95 16,3 0-9-16,4-4-273 0,-11 3-231 16,21-3-482-16</inkml:trace>
  <inkml:trace contextRef="#ctx0" brushRef="#br0" timeOffset="117530.118">30438 3382 130 0,'0'0'1001'16,"0"0"-470"-16,81-16-229 15,-47 9-189-15,8-4-106 0,3 2-7 0,0-3-188 16,2 2 9-16,-2 2-71 0,-1 0 18 16,0 5 128-16,0-1 104 0,-2 2 111 0,2 1 78 15,2-2 78-15,-5 3 51 0,2-2-26 16,-2 1 15-16,-4-2-30 15,0 0-34-15,-3-2-102 0,3 1-68 0,-1-2-6 16,3-1-51-16,1-2-16 16,4 2-58-16,2 0 17 0,2 2 0 0,5 2-81 15,0 0-47-15,4 1 37 0,0 1 106 0,2 1 26 16,2 0 1-16,-1-1 1 0,-1-1 18 0,0 1-19 16,3-1-1-16,0 1-65 0,0-5-102 15,0 2-78-15,-15 2-381 0,15-4-549 16</inkml:trace>
  <inkml:trace contextRef="#ctx0" brushRef="#br0" timeOffset="121234.353">11020 5370 1391 0,'0'0'283'16,"0"0"-27"-16,0 0 729 15,0 0-556-15,0 0-83 0,0 0-98 0,0 0 32 16,0 0-10-16,0 0-64 0,-7-4-49 16,7 4-56-16,-2 0-40 0,-2 0-21 0,-3 2-19 15,0 6-21-15,-5 4-30 0,-4 3 5 16,0 5 25-16,1 4 2 16,-3 6 20-16,5 4-4 0,-1 3-3 0,1 5 7 15,4 0-10-15,3 1 0 16,2-2-12-16,4-4-1 0,0-1-2 0,1-3-36 15,8-5 39-15,1-3-19 0,5-3-24 16,-1-3-3-16,5-6-15 0,-2-1-12 16,3-3-59-16,3-3-63 0,-1-5-59 0,1-1-116 15,2-3-139-15,-9-2-287 0,10-10-746 0</inkml:trace>
  <inkml:trace contextRef="#ctx0" brushRef="#br0" timeOffset="121533.026">11262 5436 421 0,'0'0'1235'0,"0"0"-1075"0,0 0-8 0,0 0 915 15,0 0-646-15,0 0-92 0,0 0-134 16,13 79-16-16,-8-51-4 16,-3 3-14-16,4 4-44 0,-3 0-46 15,0 1-37-15,-2-1-33 0,2-1-1 16,-3 1-25-16,2-4-2 0,-1-1 2 16,0-8-40-16,1-3-124 0,2-5-47 15,-1-5-75-15,3-8-180 0,-2-1-541 0,3-1-515 0</inkml:trace>
  <inkml:trace contextRef="#ctx0" brushRef="#br0" timeOffset="121820.246">11491 5466 1903 0,'0'0'1023'0,"0"0"-767"0,0 0-23 0,0 0 175 15,0 0-62-15,0 0-113 0,0 0-72 16,78-1-72-16,-66 6-49 0,-5 0-24 15,3 4 8-15,-4 2-24 0,-2 3-14 0,-3 2-8 16,-1 7-11-16,0 1-4 0,-7 2-10 16,-3 2-8-16,-1-2 15 0,-1-3 12 15,5-6 28-15,1-3 15 0,6-3-2 16,0-3 11-16,0 1 4 0,6-2 21 16,7 0-2-16,0-1 20 0,7 0-2 0,-1-2 27 15,0-2 0-15,-2-1-65 0,-1-1-26 16,1 0-2-16,-3 0 0 15,2-2-27-15,-1-4-92 0,-1-4-107 0,-2-1-123 0,-2-4-178 32,-3 3-703-32,-4-7-921 0</inkml:trace>
  <inkml:trace contextRef="#ctx0" brushRef="#br0" timeOffset="122066.274">11733 5349 1911 0,'0'0'522'16,"0"0"-203"-16,0 0 108 0,0 0-20 16,0 0-19-16,0 0-97 0,88 14-89 0,-69-4-60 15,0-1-49-15,-1 6-23 0,-3 3-11 16,1 1-32-16,-8 4-27 0,-2 4-23 16,-6 3-17-16,0 1-25 0,-10 3 7 0,-6 1-41 15,0 0-12-15,-4-3-1 0,3-2-6 0,-2-5-22 16,5-4-30-16,2-6-86 0,5-3-153 15,3-5-269-15,2-2-606 0</inkml:trace>
  <inkml:trace contextRef="#ctx0" brushRef="#br0" timeOffset="122433.835">12203 5357 2096 0,'0'0'601'16,"0"0"-158"-16,0 0-82 0,0 0-58 15,0 0-44-15,0 0-78 0,0 0-70 16,0 0 7 0,0 0-10-16,-1 91-9 0,1-58 15 15,0-1-31-15,0 2-25 0,0-3-18 16,0-2-24-16,0-1-16 0,0-2-22 0,0-5 19 16,0 0-27-16,0-7-10 0,3-1-3 15,4-4-24-15,3-2-44 0,2-4-28 16,5-1-59-16,2-2-96 0,2-4-134 15,2-7-232-15,-7 4-578 0,7-11-450 0</inkml:trace>
  <inkml:trace contextRef="#ctx0" brushRef="#br0" timeOffset="123053.108">12453 5368 1975 0,'0'0'499'16,"0"0"-154"-16,0 0-12 0,0 0 59 15,0 0-42-15,0 0-54 0,0 0-63 16,90 5-85-16,-72-2-58 0,-5 1-11 16,2 1-48-16,-6-1-9 0,-2 1-22 15,0 0 0-15,-5 2-1 0,-2 3-19 0,0 3-20 16,-2 4 16-16,-9 1-4 0,-1 2 0 15,-2 1 10-15,0-2 16 0,-1 0-26 0,2-2 13 16,3-3 15-16,2 1-2 0,3-6 0 16,2-2-19-16,3-2 20 0,0 2 1 15,0-2 27-15,5 1 16 0,3-2 0 16,2 2-3-16,1-5 3 0,1 1-25 16,0-1-2-16,0-1-16 0,0 0-16 0,0-4-110 15,1-3-59-15,0-2-88 0,-1-2-120 0,-3 3-328 16,2-6-804-16</inkml:trace>
  <inkml:trace contextRef="#ctx0" brushRef="#br0" timeOffset="124070.287">12541 5573 375 0,'0'0'789'16,"0"0"-236"-16,0 0-137 0,0 0 4 15,0 0-27-15,0 0-79 0,0 0-37 16,0 0-15-16,0 0-27 0,79 2-31 0,-66-2-33 15,1 0-41-15,-1 3-43 0,-1-3-17 0,-1 0-14 0,-1 4-19 16,-1-1 9-16,1 2-6 0,-4 2-7 16,0-2 4-16,-1 2-13 0,-2 0-5 15,1 3-7-15,-4 0 0 0,0 3 7 16,0-1-17-16,-4 2 0 0,-3 2-2 16,0-3 0-16,-2 1-12 0,-5 2-12 15,1-2-22 1,-6 3 9-16,1-4 10 0,1-2-50 0,-3 0-55 15,6-6 12-15,-3-3-32 0,3-2-75 16,3 0-65-16,-2-4-166 0,6-1-531 16,2-11-402-16</inkml:trace>
  <inkml:trace contextRef="#ctx0" brushRef="#br0" timeOffset="124356.819">12881 5326 1699 0,'0'0'648'16,"0"0"-176"-16,0 0-24 0,0 0-44 15,0 0-90-15,0 0-134 0,0 0-59 0,-28 77-46 0,21-55-29 0,0 1-21 16,2 2 6-16,2-2-31 0,2-2 0 16,1-2 0-16,0-1 11 0,4-3 48 0,7-3-13 15,0-3 38-15,6-2 32 0,0-6 1 31,4-1-25-31,2 0-28 0,1-6-15 0,1-4-28 0,-2-5-21 0,1-1-82 16,1-3-10 0,-4-2-52-16,0-2-84 0,-4 0-82 15,-4 0-226-15,-7 8-545 0,-6-9-392 0</inkml:trace>
  <inkml:trace contextRef="#ctx0" brushRef="#br0" timeOffset="124555.038">12935 5271 1583 0,'0'0'422'16,"0"0"54"-16,0 0-6 0,0 0-44 16,0 0-62-16,20 85-56 0,-12-61-51 15,-1 3-56-15,0 1-16 0,0 2-28 16,-2 1-53-16,0 0-64 0,-3-1-16 16,-1 2-24-16,-1-1-17 0,0-3-14 0,0-1-79 15,0-4-93-15,0-5-66 16,0-4-45-16,3-5-52 0,5-6-104 15,-2-3-282-15,8-3-525 0</inkml:trace>
  <inkml:trace contextRef="#ctx0" brushRef="#br0" timeOffset="124760.698">13259 5339 1747 0,'0'0'694'0,"0"0"-345"15,0 0-105-15,0 0 53 0,0 0 81 0,27 76-64 0,-23-53-88 16,-3 2-90-16,-1 0-55 16,0 4-28-16,-4-1-34 0,-6 1-19 0,-5 1-59 15,-3 1-86-15,-4 0-58 16,-1-2-67-16,-3-1-113 0,-1 2-259 0,7-11-582 16</inkml:trace>
  <inkml:trace contextRef="#ctx0" brushRef="#br0" timeOffset="125483.59">10740 5320 1891 0,'0'0'1183'16,"0"0"-717"-16,0 0-154 0,0 0-19 0,0 0-47 16,0 0-39-16,0 0-96 0,0 0-108 15,0 0-3-15,0 0-56 0,-63 16 13 16,38 0 28-16,0 5 15 0,-3 7 37 15,-2 5 3-15,-2 2-12 0,-4 3-17 16,0 5-11-16,-3 2-3 0,-1-1-22 16,0-1 13-16,0 0-13 0,2-3 13 0,5-4-10 15,4-6 1-15,7-5 19 16,5-6-17-16,7-3 1 0,2-4-1 16,3-2-6-16,5-1-2 0,0 1 11 0,0-1 16 0,5 3 37 15,3-1-9-15,5 3 6 16,4-2 15-16,2 2 10 0,5 0-4 0,4 0-3 15,2 1-21-15,5-2-15 0,4-1-4 0,4-4-12 16,3 1 0-16,7-2-31 0,6-2-21 16,6-3-16-16,4 1-67 0,5-2-91 15,-1-1-14-15,-1 0-312 0,-15 0-696 16,20 0-684-16</inkml:trace>
  <inkml:trace contextRef="#ctx0" brushRef="#br0" timeOffset="126011.435">13487 5656 1907 0,'0'0'770'0,"0"0"-282"0,0 0-106 15,0 0 3-15,0 0-43 0,32 66-113 0,-28-47-78 0,-1 0-61 16,-3 3-35-16,0-1-24 0,0 0-7 16,-4 2-22-16,-5 0-2 0,-4 4-18 15,-4-1-44-15,-5 3-132 0,-3-1-178 16,4-6-175-16,-19 11-871 0</inkml:trace>
  <inkml:trace contextRef="#ctx0" brushRef="#br0" timeOffset="126745.081">11424 6545 42 0,'0'0'1749'0,"0"0"-1321"0,0 0-176 0,0 0 7 16,0 0 139-16,0 0-261 0,0 0-19 15,0 0-29-15,0 0 0 0,0 0 18 16,0 0 1-16,-57 61-14 0,53-42-6 16,1 3 32-16,2 0 8 0,1 6-3 0,0 2-39 15,0 0-39-15,1 5-13 0,5 1-20 16,1 0-14-16,2 0-3 0,-1-2-21 15,4-1-10-15,5-6-4 0,1-4-30 32,5-5-69-32,4-2-36 0,3-6 1 0,3-2 43 15,-1-7-159-15,-6 1-442 0,10-4-1009 0</inkml:trace>
  <inkml:trace contextRef="#ctx0" brushRef="#br0" timeOffset="127351.261">11685 6573 1003 0,'0'0'1347'15,"0"0"-822"1,0 0-150-16,0 0-76 0,0 0-21 0,0 0-38 16,0 0-56-16,0 0 27 0,0 0-20 15,21 75-25-15,-11-43-71 0,0 3-18 16,0 1-19-16,-2-1-34 0,0 1-24 15,-1-6 0-15,1-4-36 0,-4-1-4 16,0-3-33-16,3-5-130 0,-2-5-25 16,-1-5-80-16,0 0-135 0,-1-4-308 0,2-3-908 0</inkml:trace>
  <inkml:trace contextRef="#ctx0" brushRef="#br0" timeOffset="127714.394">12017 6505 2892 0,'0'0'479'0,"0"0"-244"0,0 0 81 0,0 0 19 15,0 0-105-15,0 0-70 0,85 0-52 16,-74 5-47-16,-2 1-36 0,-1 1-25 0,-5 5 9 16,-2 0-9-16,-1 7-18 0,-1 4 16 15,-7-1-11-15,-3 1 13 16,2 0 0-16,0-2 2 0,4-3 0 15,1-3-2-15,4-3-12 0,0 0-13 16,2 0-2-16,8-2 8 0,2 0 19 16,4-2 12-16,1 1-11 0,5 0-1 15,-1-2 0-15,-2 0 1 0,0 2 14 16,-6-2 19-16,1-1 6 16,-4 1 15-16,-5 1 15 0,-1 2 7 0,-4 2-7 0,0 0-27 0,0 0-25 15,-3 4-2-15,-6-1-16 16,-1 2-12-16,-1-3-12 0,-2 0-7 0,0-2-54 15,-2-4-35 1,2-2-61-16,1 1-68 0,1-3-112 0,0-3-235 16,4-1-398-16,-2 0-255 0</inkml:trace>
  <inkml:trace contextRef="#ctx0" brushRef="#br0" timeOffset="127900.144">12471 6853 2440 0,'0'0'599'0,"0"0"-187"0,0 0 15 0,0 0-29 16,0 0-110-16,0 0-106 0,29 75-72 16,-29-55-55-16,0 0-27 0,0 4-28 15,-6 0-2-15,-1 1-47 0,-1 0-34 16,-3 2-80-16,-1-3-81 0,-2-5-106 16,3 0-151-16,1-8-576 0,-5-3-603 0</inkml:trace>
  <inkml:trace contextRef="#ctx0" brushRef="#br0" timeOffset="128434.355">12690 6567 1661 0,'0'0'584'0,"0"0"-77"0,0 0-141 0,0 0-47 0,0 0-62 16,0 0-56-16,0 0-33 0,0 0-31 16,0 0 3-16,-4 90-1 0,2-56-9 15,2-2-34-15,0 4-20 0,2-3-20 16,2-2-26-16,2-1-28 0,0-5-2 16,4-1-12-16,-1-7 0 0,-1 0-10 0,5-5-8 15,-1-3-66-15,2-5-39 0,1-1-57 16,2-3-66-16,0-1-101 0,-3-5-207 15,4-7-729-15</inkml:trace>
  <inkml:trace contextRef="#ctx0" brushRef="#br0" timeOffset="129231.362">12278 6545 1086 0,'0'0'390'0,"0"0"-45"0,0 0 9 15,0 0-2 1,0 0-20-16,0 0-69 0,0 0-30 16,0 0-10-16,0 0-21 0,0 0-29 15,0 0-9-15,74-17-2 0,-68 17 5 16,-1 6 13-16,4 0 7 0,-2 1-64 16,0 3-28-16,1 0-31 0,0 4 0 15,-1-1-15-15,-1 0-22 0,0 1 0 16,2 1-11-16,-2-1-1 0,0 2-12 0,1-2 18 0,1 3-3 15,-3-1 13-15,2 1-13 0,-1 3-3 16,0-3 3-16,1 2-5 0,0 0-10 16,-1 0 0-16,0 0 8 0,-2 1-11 15,1-1-12-15,0 1 10 0,-2-3-1 0,1 2-10 16,-1-1 11-16,0 0-28 16,0 0 12-16,0 0-7 0,0 0-2 0,1 0-6 0,-1-1-4 15,3 1 10-15,-2 0 0 0,-1-2 26 16,0 0-13-16,-2-3-29 0,2-1-21 15,-3-2-18-15,0-2-22 0,0-3-47 16,0 1-34-16,0-5-47 0,0 3-62 16,-4-4-30-16,-2 1-47 0,0-1-139 31,-1 0-200-31,-4 0-771 0</inkml:trace>
  <inkml:trace contextRef="#ctx0" brushRef="#br0" timeOffset="129878.848">13046 6541 2275 0,'0'0'633'15,"0"0"-195"-15,0 0-77 0,0 0 14 0,0 0-128 16,0 0-49-16,0 0-19 0,0 0-50 15,0 0-13-15,0 0-15 0,83 11-12 16,-65-8-22-16,0 5-19 0,-3-2-8 0,-2 3-10 16,-1 1-18-16,-5-1-12 15,0 3 0-15,-7 1-21 0,0 3-12 0,0 0 11 16,-7 3-8-16,-2 4-4 0,-6-2 13 0,0 1-3 16,-1 2 2-16,0-1 4 0,2-4 6 15,4-2-6-15,3-4 2 0,2-5 4 16,1 1 9-16,4-5-15 0,0 0 5 15,4 0 13-15,5-1 19 0,1 1 8 0,4-4 19 16,1 0 0-16,5-4-43 0,-1-2-3 16,1-1-40-16,0-5-39 0,-4 1-65 0,3-3-108 15,-5 1-132-15,-2 1-304 0,1-5-861 0</inkml:trace>
  <inkml:trace contextRef="#ctx0" brushRef="#br0" timeOffset="130498.497">13594 6532 1398 0,'0'0'1422'0,"0"0"-1034"0,0 0-216 0,0 0 18 16,0 0 91-16,0 0-54 0,0 0-61 0,0 0-92 15,0 0-71-15,0 0-2 0,-30 71 15 16,21-42 2-16,0 2 54 0,5 0 14 16,1-3 10-16,3-3-16 0,0-3 0 15,10-5 12-15,3 2 3 0,4-7 6 16,5-1 9-16,3-3 3 0,2-4-22 0,0-3-30 15,2-1-46 1,-3-3-15-16,0-4-58 0,0-2-48 16,-4-6-19-16,-1 1-58 0,-4-1-57 15,-3-3-102-15,-6 1-219 0,-1 3-423 16,-5-4-445-16</inkml:trace>
  <inkml:trace contextRef="#ctx0" brushRef="#br0" timeOffset="130781.731">13725 6510 466 0,'0'0'1107'0,"0"0"-665"0,0 0-102 0,0 0 18 0,0 0-62 16,0 0-69-16,0 0-55 0,0 0-44 16,0 0 23-1,0 0 20-15,-3 54-24 0,3-39-21 16,4 3-38-16,1-1-17 0,-1 1 7 15,2 2-10-15,-2 0-18 0,3 0-7 16,-2 4-31-16,-2-1 4 0,-1 1-10 16,1 1-6-16,0 0 0 0,-3 2-16 0,3-4 1 15,-1 0 3-15,1 0-10 0,1-4-34 16,4 2-12-16,0-6 0 0,-1 0 12 0,6-6-13 16,-2 0-37-16,0-7-33 0,1-1-75 15,-1-1-90-15,0 0-102 0,-1-6-154 16,-3 0-222-16,-1-3-350 0</inkml:trace>
  <inkml:trace contextRef="#ctx0" brushRef="#br0" timeOffset="131750.166">14088 6378 3014 0,'0'0'479'16,"0"0"-320"-16,0 0-30 0,0 0 97 15,0 0 13-15,85 11-47 0,-65 3-31 16,-2 5-38-16,2 3-34 0,0 3-9 16,-1 2-22-16,1 0-15 0,-1 0 6 15,-5-1 18-15,0-2 12 0,-3-1-12 16,-3-4-27-16,-2 2-10 0,-3 0-14 0,-3-2-16 15,0-2-21-15,0 1 0 0,-6 0-19 16,-4 1-18-16,-6 0-45 0,-1 4-19 16,-8 0-75-16,-2 3-83 0,-2-1-188 15,-4 2-220-15,9-7-537 0,-14 6-552 16</inkml:trace>
  <inkml:trace contextRef="#ctx0" brushRef="#br0" timeOffset="132836.446">14369 6170 3350 0,'0'0'541'16,"0"0"-75"-1,0 0-172-15,0 0 32 0,0 0-76 0,94 39-65 0,-69-26-12 16,2 0-49-16,3 2-39 0,3-1-27 15,6 3-22-15,0-1-18 0,3-2-6 0,2 4-9 16,-2-3-3-16,0 1-16 16,-2-1 13-16,-5-1 0 0,-2 0-15 0,-4-3 3 15,-5 2-1-15,-5-1-2 0,-4 2 15 16,-4 0-12-16,-5 0 0 0,-3 3 3 16,-3 2-3-16,0 5 15 0,-10 4-1 31,-12 3-1-31,-5 7 1 0,-9 0-11 0,-8 3-3 0,-3 5-19 15,-5-3-17-15,-3 4-76 0,1-3-16 16,0-1-24-16,7-1-41 0,2-2-154 16,5-1-388-16,11-11-798 0,-13 12-730 0</inkml:trace>
  <inkml:trace contextRef="#ctx0" brushRef="#br0" timeOffset="134270.698">12274 7685 336 0,'0'0'1277'16,"0"0"-832"-16,0 0-43 0,0 0 23 16,0 0 1-16,0 0-52 0,0 0-28 15,0 0-45-15,0 0-66 0,0 0-59 16,0 0-44-16,-26-15-59 0,24 15-39 15,-1 0-4-15,-3 2-13 0,-2 3-17 16,-2 2-37-16,-3 6 9 0,2 6 5 16,0 4 23-16,2 3 34 0,3 2 14 15,1 0 14-15,5-2-29 0,0-2-18 16,3-4-2-16,9 0-10 0,2-3 8 0,5-2-11 0,1 0-1 16,3-1-11-16,0 3-1 0,3-2-8 15,-3 3 19-15,-1-4 0 0,-1 1-13 16,-6 3 12-16,-2-2 1 0,-6-1 2 15,-3 3 2-15,-2-1 13 0,-2 1 6 16,0 0-5-16,-2-1-16 0,-5-2 0 16,-3 1-13-16,0-3-20 0,-2-1-56 0,0-6-6 15,-2 0-9-15,2-6-3 0,0 0-35 16,2-7-69-16,0-5-120 0,4-11-41 0,2-3-252 16,2 1-609-16,2-19-556 0</inkml:trace>
  <inkml:trace contextRef="#ctx0" brushRef="#br0" timeOffset="134479.774">12558 7703 2546 0,'0'0'1005'0,"0"0"-733"0,0 0-140 0,0 0 4 16,0 0 45-16,0 0 63 0,0 0-12 16,-5 87-70-16,5-58-82 0,0 5-37 15,2 1-10-15,-1 5-20 0,1 0-1 16,-2 0-12-16,0 3 0 0,-2 0-1 15,-2 3-18-15,-2-4 4 0,2-2-46 16,3-2-46-16,1-6-34 0,0-2-60 0,0-2-50 31,4-4-109-31,0-2-139 0,3 0-279 0,-2-5-425 16</inkml:trace>
  <inkml:trace contextRef="#ctx0" brushRef="#br0" timeOffset="135115.822">11703 9087 985 0,'0'0'2116'0,"0"0"-1540"0,0 0-179 0,101-12-129 0,-56 11 23 15,2-5-70-15,4 1-77 0,-4-1-43 16,2 3-49-16,-7-2-49 0,0 0-3 15,-8 4-23-15,-6 1-4 0,-8 0-28 16,-6 0-15-16,-8 8-34 0,-6 9-7 16,-3 5 25-1,-11 6-10-15,-11 8 16 0,-5 5 12 16,-2 4 18-16,-6 0 19 0,0 2 16 0,1-3 15 16,-1 4 1-16,5-7 2 0,1 1 22 15,5 0 15-15,5-4 65 0,8-4 3 16,5-4-12-16,9-6-16 0,3 0-13 15,10-5-5-15,11-2 8 0,5-5 22 0,7-4 14 0,5-4 19 0,5-4-28 16,1 0-42-16,4-8-19 0,-5-3-19 16,0-5-17-16,-7-7-34 0,-4 0-102 15,-7-4-71-15,-2-4-72 0,-3-2-167 16,-10 9-623-16,2-10-652 0</inkml:trace>
  <inkml:trace contextRef="#ctx0" brushRef="#br0" timeOffset="135323.127">12376 9079 2857 0,'0'0'512'0,"0"0"-261"0,0 0-65 15,0 0 73-15,0 0 27 0,0 0-94 16,-9 78-44-16,-3-40-65 16,-3 4-37-16,-1 1-15 0,-3 2 9 15,-2 0-22-15,-5 0-18 0,2-3-14 16,-4 1-35-16,-2-1-71 0,0-4-65 15,1-2-41-15,1-2-49 0,2-8-119 16,5-2-153-16,6-7-416 0,0-9-267 0</inkml:trace>
  <inkml:trace contextRef="#ctx0" brushRef="#br0" timeOffset="135598.58">12473 9545 2711 0,'0'0'558'15,"0"0"-218"-15,85-7 111 0,-54 6-93 16,0 1-178-16,-6 0-106 0,-3 0-43 16,-3 0-31-16,-4 1-14 0,-4 10-35 15,-7 1-4-15,-2 6 23 0,-2 4 29 16,-8 6 1-16,-3 5 15 0,-4-1-12 16,1 3 16-16,-2 0-7 0,1-3-12 15,4-2 0-15,1-3-2 0,6-5 2 0,4-4 15 16,0-5-2-16,6-1-11 15,7-4 29-15,5 0 27 0,3-3 0 16,3-2-18-16,4-3-38 0,0 0-2 0,1-3-20 16,-2-7-66-16,2-4-90 0,-3-2-50 0,-2-5-109 15,-6 5-345-15,4-13-1065 0</inkml:trace>
  <inkml:trace contextRef="#ctx0" brushRef="#br0" timeOffset="135805.746">13118 9332 1494 0,'0'0'1139'15,"0"0"-660"-15,0 0-59 0,71 73 63 16,-44-40-62-16,-1 0-60 0,2 0-92 16,0-2-86-16,-2-4-110 0,-4-7-73 15,1-3-21-15,-3-5-83 0,-2-5-109 0,0-6-30 16,-2-1-62-16,-3-4-415 15,0-14-1056-15</inkml:trace>
  <inkml:trace contextRef="#ctx0" brushRef="#br0" timeOffset="135959.415">13356 9266 3639 0,'0'0'526'0,"-46"68"-377"0,26-27-118 0,-6 12 146 16,-3 7 26-16,-1 1-22 0,1-2-25 15,0-4-70-15,3-5-86 0,3-6-57 16,1-5-78-16,2-5-73 0,0-7-61 0,4-6-97 0,4-12-123 0,4-3-508 16,5-12-294-16</inkml:trace>
  <inkml:trace contextRef="#ctx0" brushRef="#br0" timeOffset="136279.245">13633 9135 3253 0,'0'0'426'16,"0"0"-322"-16,85-17-50 0,-49 13 121 16,4 0 76-16,-1 1-9 0,-1 3-81 15,-1 0-72-15,-1 2-55 0,-3 6-31 16,-4 1-3-16,-5 5-6 0,-9 5-53 0,-8 4 19 16,-7 8-9-16,-8 9-16 0,-14 7 0 15,-7 8-15-15,-4 3 27 0,-6 1 41 16,2 0 12-16,0-6 28 15,7-6 55-15,7-8 19 0,9-8 34 16,10-7-23-16,4-3-33 0,9-5 6 0,13-2 51 0,12 0 64 16,9-3-70-16,7 0-52 0,5-4-43 15,0-4-21-15,-1-3-15 0,-3-1-2 16,-4-11-98-16,-6-2-52 0,-4-5-15 16,-2-2-7-16,-7-3-105 0,-4-3-269 15,-9 5-643-15,-4-9-871 0</inkml:trace>
  <inkml:trace contextRef="#ctx0" brushRef="#br0" timeOffset="136466.327">14303 9224 2350 0,'0'0'1138'16,"0"0"-935"-16,0 0-137 15,-60 83 28-15,36-41 114 0,-2 3 42 16,-4 8-12-16,1 3-59 0,-4 3-87 0,0 0-89 0,1 1-3 0,-4-3-123 15,2-2-43-15,2-6-26 0,6-11-133 16,6-9-221 0,8-12-239-16,5-9-235 0,7-13-254 0</inkml:trace>
  <inkml:trace contextRef="#ctx0" brushRef="#br0" timeOffset="136700.773">14518 9522 3439 0,'0'0'543'15,"0"0"-395"-15,0 0-23 0,0 0 58 0,83-6 12 0,-72 8-38 16,-2 5 85-16,-1 5-50 0,-4 0-128 16,-1 7-64-1,-3 0-31-15,-3 5 1 0,-9 5 30 16,-3 5 6-16,-4-1 18 0,0 3 1 16,2-4 14-16,7-7 28 0,4-6-27 15,6-6-38-15,0-7-1 0,16-1 12 0,10-5-13 16,14 0-25-16,12-11 9 0,13-6 14 15,8-4-87-15,5-8-88 0,3 0-3 0,-5-2-133 16,-18 7-642-16,18-11-1337 0</inkml:trace>
  <inkml:trace contextRef="#ctx0" brushRef="#br0" timeOffset="137933.247">9440 5663 1441 0,'0'0'792'16,"0"0"-507"-16,0 0 294 0,0 0-48 15,0 0-212-15,0 0-127 0,0 0-65 16,0 0-12-16,-102 57 0 0,62-32-19 16,-6 2-25-16,-2 4-38 0,-5 4-11 15,-2 2 6-15,-1 4 5 0,-3 0 1 0,1 0 15 16,6-3 16-16,3-2 23 0,9-5 16 15,8-6-40-15,9-5-43 0,7-7-19 16,6-7-2-16,5 0-3 0,3-5-15 0,2-1 6 16,0 1 0-16,2 2 0 0,7 4 12 15,6 0 12-15,4 6 0 0,5 1 6 0,2 2-6 16,5 1-12-16,0 0-14 16,1 3 2-16,0-2-9 0,2-2 2 0,-4 0 1 15,2-2 6 1,-3-2 0-16,0-2-3 0,-2-1-1 0,2-2-2 0,1-2 15 0,-2-3 3 15,-1-1 12-15,0-1 6 0,-1 0 10 16,-1 0 18-16,-5-3-10 0,-1-2 1 16,-3-1-1-16,-1 1 4 0,-4-2-4 0,1 1-2 15,-4 0-4-15,-3 1 7 0,1-3-4 0,-1 1 3 16,0-5-14-16,-2-4-20 0,1-5 0 31,-2-7-2-31,-2-4-11 0,0-9-14 16,-3-7-26-16,-5-7-25 0,0-8-40 0,-2-5-76 15,1-3-59-15,-3-1-72 0,-3 5-252 16,2 15-746-16,-9-7-868 0</inkml:trace>
  <inkml:trace contextRef="#ctx0" brushRef="#br0" timeOffset="140673.241">5064 5892 1129 0,'0'0'407'0,"0"0"-121"15,0 0-114-15,0 0 646 0,0 0-382 0,0 0-159 0,0 0-56 16,78-37-4-16,-77 37-12 0,-1 0-12 15,0 0-17-15,0 0-12 0,0 0-20 16,0 1-46-16,-3 3-52 0,-4 5-16 16,-6 6-8-16,-5 4-22 0,-3 6-16 15,-5 4-5-15,0 2 3 0,-4 3-7 16,3-3-2 0,2 1-1-16,-1-2 4 0,3-2-4 0,3-2 13 0,1-3 12 15,6-1 1-15,0-4-17 0,4-3 17 16,2 1-25-16,3-4 8 0,3-1-5 15,-1 0 5-15,2 1 18 0,0-3 1 0,7 3 0 16,6 0 28-16,2 2 2 16,3 0 7-16,4 0 0 0,1-1-6 15,0 1-4-15,0 0-14 0,-1-1-13 0,-5 0-7 16,2 0-8-16,-6-2 15 0,1 0-12 16,-4-4-13-16,1 0 13 0,-2-1-22 0,2 1-55 15,-3-3-99-15,4 2-56 0,-1-1-186 16,-3-4-268-16,7-1-718 0</inkml:trace>
  <inkml:trace contextRef="#ctx0" brushRef="#br0" timeOffset="141499.427">5485 5994 326 0,'0'0'1490'0,"0"0"-1014"16,0 0-265-16,0 0-5 0,0 0 58 16,0 0 8-16,0 0-52 0,0 0-21 15,-41 72-51-15,40-44 0 0,1 3 0 0,0 5-60 16,1 3-35-16,2 2-16 0,0 0-37 15,-3-1-12-15,3-2 11 0,-3-7-34 0,4-6-21 16,-1-5-34-16,3-5-15 16,1-5 2-16,0-4-124 0,1-1-49 15,3-4-66-15,0-1-115 0,0-1-181 16,6-12-353-16</inkml:trace>
  <inkml:trace contextRef="#ctx0" brushRef="#br0" timeOffset="141799.514">5689 6084 2402 0,'0'0'500'16,"0"0"-311"0,0 0-51-16,0 0 98 0,10 64 52 0,-4-38-68 15,0 3-32-15,1 0-63 16,-1 2-54-16,1-3-8 0,-3 0-28 0,2 1-35 16,-2-2-19-16,-2-1 7 0,-1-5-35 15,-1 0-55-15,2-7-85 0,1-2-94 16,-1-6-60-16,3 0-180 0,-2-6-299 0,3 0-840 15</inkml:trace>
  <inkml:trace contextRef="#ctx0" brushRef="#br0" timeOffset="142092.187">5897 6088 1672 0,'0'0'1440'16,"0"0"-1261"-16,0 0-167 0,0 0 141 15,0 0 107-15,0 0 20 0,0 0-123 16,86 19-88-16,-73-13-69 0,-3 0 0 16,-4 3 0-16,0 1-3 0,-2 3-16 15,-4 3-3-15,0 3-9 0,-6 1-3 16,-2 6-1-16,-3 1 3 0,2-2 19 16,0-2 12-16,5-1-21 0,4-6 22 15,0-1 23-15,2-3 41 0,7 0-5 16,1-5 4-16,3 0-4 0,0-2-3 0,3 1-13 15,1-6-9-15,-2 0-34 0,2 0-18 16,-4 0-63-16,3-6-40 0,-5-1-146 16,0-4-204-16,-2 4-562 0,-6-10-922 0</inkml:trace>
  <inkml:trace contextRef="#ctx0" brushRef="#br0" timeOffset="142327.923">6136 6006 2330 0,'0'0'426'0,"0"0"-329"0,0 0 112 0,0 0 91 15,0 0 17-15,0 0-46 0,0 0-48 16,92 74-89-16,-76-51-60 0,-3-1-27 16,0 4-4-16,-7 1-21 0,-3 4-22 0,-3-1-13 15,-5 2-8-15,-6 3-16 16,-4-2-32-16,-2 0-14 0,0-1-23 0,0-2-39 15,0-3-18-15,5-6-20 0,0-5-87 0,5-4-165 16,0-5-326-16,4-7-716 0</inkml:trace>
  <inkml:trace contextRef="#ctx0" brushRef="#br0" timeOffset="142769.041">6537 6290 1774 0,'0'0'186'0,"0"0"-186"0,0 0-10 0,0 0 10 0,0 0 165 16,0 0-12-16,0 0 63 0,0 0-19 15,0 0-26-15,0 0-14 0,0 0-22 16,33 4 15-16,-33 4 34 0,0 1-28 0,0 1-58 16,0 1-61-16,-3 1-8 0,-1 1-28 15,-4 2-1-15,1-3-21 0,-4 3-30 16,-1 1-59-16,-1 0-77 0,2-1-59 16,-3-2-119-16,3-2-126 0,4-2-242 15,0-6-278-15</inkml:trace>
  <inkml:trace contextRef="#ctx0" brushRef="#br0" timeOffset="143370.75">6587 5989 1656 0,'0'0'640'0,"0"0"-201"16,0 0-147-16,0 0-7 0,0 0-18 15,0 0-30-15,0 0-58 0,0 0-75 0,0 0-35 16,0 0-16-16,-3 53 28 0,3-36 24 16,0 1 56-16,0-1-16 0,0 3-38 15,0 0-18 1,0 2-3-16,0 1 6 0,0 3 2 0,0 0-18 0,0 2-21 0,0-1-18 16,0 0-16-16,0 2-20 0,0-4 2 15,0-1-2 1,0-1 0-16,3-3 14 0,1-4-13 15,4-2 15-15,-2 0-17 0,3-1-12 16,0-1 10-16,1-2-16 0,2 0 6 16,1-2-34-16,1-3-54 0,1-1-77 15,2-3-19-15,0-1 2 0,3 0-53 0,-2-6-178 0,0-5-252 16,-6 4-646-16,5-9-642 0</inkml:trace>
  <inkml:trace contextRef="#ctx0" brushRef="#br0" timeOffset="143756.425">6845 6104 2919 0,'0'0'594'16,"0"0"-378"-16,0 0 29 0,0 0 136 15,0 0-108-15,0 0-95 0,0 0-58 16,0 0-59-16,0 0-61 0,0 0-3 15,0 0-28-15,76-19 1 0,-76 27 11 16,0 5 16-16,-4 3-12 0,-6 6-13 16,1 1-9-16,-2 1 7 0,2-4 17 15,2-3 11-15,3-4 1 0,4-2-17 16,0-4-7-16,3 1-5 0,5 0 27 16,6-2 1-16,4-1 2 0,2 1-27 0,6 0-7 15,-2 0 6-15,1 1 25 0,0 1 0 16,-4 3-19-16,-5 1 21 0,-2-1 1 0,-5 1 39 15,-3 1 54-15,-6-2 8 0,0 3-39 16,0-2-23-16,-7 2-14 0,-5 1-11 16,-1-2-14-16,0 0-61 0,-4-2-90 15,1-4-55-15,0-1-85 0,-1-2-127 0,1-2-226 16,4-1-625-16,-3-1-217 0</inkml:trace>
  <inkml:trace contextRef="#ctx0" brushRef="#br0" timeOffset="144088.563">7318 6132 222 0,'0'0'2454'0,"0"0"-1826"16,0 0-294-16,0 0-85 0,0 0 34 0,0 0-22 15,0 0-29-15,-43 65-66 0,28-39-81 16,2 4-30-16,2-1-3 0,2 0 10 16,2 2 2-16,7-6 30 0,0-3 22 0,0-2-34 15,8-7-22-15,2 1-2 0,4-4 0 31,3-3 2-31,3-3-24 0,2-2-36 16,5-2 0-16,3-4-36 0,1-7-43 0,0-4-100 16,-2-4-70-16,-3-2-137 0,-8 4-329 15,0-8-927-15</inkml:trace>
  <inkml:trace contextRef="#ctx0" brushRef="#br0" timeOffset="144304.968">7429 6124 2743 0,'0'0'430'0,"0"0"-251"16,0 0 15-16,3 90 153 0,0-57 82 15,2 2-73-15,-1 0-117 0,2-2-95 16,-4 1-68-16,1-3-30 16,-2 1-43-16,-1 0-3 0,0-2 0 15,0-5-30-15,0-5-102 0,0-5-70 16,2-6-38-16,2-5-82 0,4-4-171 15,-3 0-309-15,2-9-698 0</inkml:trace>
  <inkml:trace contextRef="#ctx0" brushRef="#br0" timeOffset="144587.129">7590 6016 2820 0,'0'0'563'16,"0"0"-344"-16,0 0-121 15,0 0 63-15,0 0 47 0,0 0 29 0,0 0-60 16,98 73-69-16,-75-48-53 0,3 0-27 16,0 3-7-16,-3 2-21 0,-4-5-1 15,1 0-2-15,-3-1 0 0,-4-1 2 16,-5-3-2-16,-3 1 2 0,-2-2 0 15,-3 0-29-15,-7 4 15 0,-6-3-28 0,-6 3-47 0,-4 1-71 16,-1-1-32-16,-5 0-62 0,-3-3-98 16,3-2-273-1,6-5-685-15</inkml:trace>
  <inkml:trace contextRef="#ctx0" brushRef="#br0" timeOffset="145693.731">7819 5881 2267 0,'0'0'513'16,"0"0"-346"-16,0 0-122 16,0 0 45-16,0 0 121 0,0 0 110 0,0 0-22 0,0 0-32 15,0 0-111-15,0 0-7 0,-3 23 20 16,9-6 25-16,4 2-32 0,3 2-9 16,2 3-1-16,3 2-55 0,4 1-45 15,0 1-16-15,2 0-5 0,0 0-4 16,4-2-24-16,-1-2 0 0,2-4-3 15,-1-1-3-15,-1-2 0 0,3-3-18 16,-1-2 18-16,-2 0-25 0,1-2 7 16,-4-1 3-16,1 0 15 0,-6 0 0 15,-1 1-12-15,-5 0 14 0,-1 3-14 0,-4-1 2 16,-5 1-8-16,-3 5-27 16,0 2-4-16,-13 5 12 0,-8 2-15 0,-8 6-15 15,-9 0-9-15,-5 7-7 0,-7 0-15 0,-7 2-46 16,-3 0-57-16,-6 0-140 0,15-9-251 15,-32 11-852-15</inkml:trace>
  <inkml:trace contextRef="#ctx0" brushRef="#br0" timeOffset="146749.018">4104 6042 385 0,'0'0'1368'0,"0"0"-869"16,0 0-120-16,0 0-77 0,0 0-10 16,0 0 39-16,0 0-63 0,0 0-58 15,0 0-80-15,0 0-34 0,0 0-49 0,-46 59-38 16,17-29-8-16,-6 0-1 0,-1 1 22 16,-4 1 0-16,1 1 27 0,0-4 13 0,-1-2 0 15,2 1 6-15,2-3-13 0,3-2 4 16,0-2-4-16,6-2-6 0,-2-1-6 0,4-2-15 15,5-1-10-15,0-2-15 0,3-3 10 0,5-1-10 16,3-2 12-16,5-3-12 0,0-2 9 16,4-2 0-16,0 1 31 0,0-1-21 15,0 0-10 1,0 0-11-16,0 4-1 0,5-4 1 16,3 4-1-16,2 3 2 0,4 1 26 15,-1-1-7-15,3 2 3 0,-3-3-22 16,-1 3 17-16,1-5-1 0,-2 2 6 0,-2-3-2 15,-1 1-4-15,1 0 0 0,-3-1 0 16,0 1 1-16,-2-3-7 0,-1 1 9 16,0-2-6-16,-2 0-3 0,-1 0-11 0,0 0 2 15,2 0 0-15,-2 0-1 0,0 0-1 16,0 0-1-16,0 0-1 0,0 0-12 16,0 0 12-16,1 0 0 0,-1 0 0 15,0 2 1-15,3-2 0 0,-2 0 0 16,4 2-1-16,1 1-1 0,5 2-10 15,1 2 10-15,3-1-19 0,4 2 0 0,3-1 8 0,4 1 11 16,1-2 2-16,3-1-3 0,2-1-18 16,0-1 9-16,-4 0 10 0,-1-2 0 15,-6-1 1-15,-2 0 0 0,-6 0-1 16,-2 0-11-16,-2-4 13 0,-2 1 19 16,-1-2-7-16,-3-1 15 0,0 2 19 15,1-1 9-15,-1-5 2 16,-3-1 10-16,0-4 15 0,0-6-18 15,0-3-64-15,-10-6-3 0,1-5-67 16,-4-2-51-16,-4-3-31 0,-3-4-16 16,-2 1 12-16,1-2-21 0,-2 2-14 0,2 5-41 15,0 1-36-15,1 8-151 16,2 3-125-16,-1 3-3 0,9 8-653 0,-7 1-169 16</inkml:trace>
  <inkml:trace contextRef="#ctx0" brushRef="#br0" timeOffset="147475.838">2255 6410 1155 0,'0'0'1492'16,"0"0"-1004"-16,0 0-159 0,0 0 3 16,0 0-52-16,0 0-74 0,0 0-51 0,-81 67-41 15,70-34-43-15,1 9-15 0,4 3 2 16,4 5-8-16,2 1-11 16,3 1-14-16,6-4-10 0,7-3 13 0,0-4-10 0,2-9-7 15,3-8-11-15,-1-3-3 0,3-8 2 16,-3-5 1-16,2-2 25 0,1-2-10 0,-2-4-14 15,1 0-1 1,4-6-21-16,0-6 6 0,1-5 11 0,2-5-26 0,0-4-25 16,-2-5-7-16,-4 0 35 0,-1-5-1 15,-4 2 9 1,-3-1 6-16,-2-3 13 0,-6 1 3 16,-4-2 40-16,-3 0 0 0,0 2-24 15,-10 1-16-15,-4 2 58 0,-3 5-18 16,-1 3-40-16,-2 3 0 0,1 7 9 0,0 1-8 15,1 7 35-15,0 0-39 0,-2 4-29 16,-2 1-23-16,-2 3-74 0,-3 3-93 0,-1 7-72 16,-2 6-152-1,8-3-558-15,-12 20-691 0</inkml:trace>
  <inkml:trace contextRef="#ctx0" brushRef="#br0" timeOffset="157582.674">6222 7363 1210 0,'0'0'88'0,"0"0"420"0,6 79-472 0,-6-42 932 16,0 5-631-16,0-4-120 0,-4 3-112 0,0-3-23 16,-1-1-6-16,2-4 7 0,2-5-27 15,1-3-56-15,0-5-11 0,3-4-14 16,3-3-20-16,2-4-69 0,1-4-108 15,2-1-107-15,1-4-235 0,-1-4-508 16</inkml:trace>
  <inkml:trace contextRef="#ctx0" brushRef="#br0" timeOffset="157786.091">6495 7382 1375 0,'0'0'316'16,"0"0"-118"-1,0 0 582-15,0 0-320 0,0 0-129 16,0 0-131-16,0 0-49 0,0 75-34 16,0-42 2-16,0 5-2 0,1 3 4 0,2 4-50 15,2 2-30-15,-1 5-29 0,0-2-12 16,0-2-13-16,1 0-6 0,-1-1-9 16,0-9-43-16,2-2-88 0,0-3-30 15,1-7-63-15,-1 0-126 0,-3-9-422 0,-3 10-1050 0</inkml:trace>
  <inkml:trace contextRef="#ctx0" brushRef="#br0" timeOffset="158299.168">5940 8754 1117 0,'0'0'2069'16,"0"0"-1560"-16,0 0-122 0,0 0-72 0,0 0-53 15,0 0-99-15,0 0-74 0,0 0 0 16,0 0 61-16,0 0 20 0,56 49-45 15,-40-14-28-15,0 3-24 0,-5 7-37 16,1 2-3-16,-2 0-21 0,-3 5-12 16,-1-1 0-16,-3 5 0 0,0-1-21 15,-3-2 0-15,0-1 3 16,0 0-16-16,0-5-11 0,0-4-49 0,0-1-61 16,0-10-9-16,0-4-11 0,0-9-18 15,0-8-121-15,0-6-120 0,0-5-102 0,0-2-7 0,-2-10-212 16,2 0-341-16,0-19 23 0</inkml:trace>
  <inkml:trace contextRef="#ctx0" brushRef="#br0" timeOffset="158466.766">6114 9219 775 0,'0'0'179'0,"0"0"1458"0,0 0-1107 0,0 0-150 0,0 0-67 32,0 0 11-32,0 0-20 0,0 0-78 0,87-8-33 15,-64 8-18-15,4 0-29 0,3-4-54 0,5-3-50 16,3-3-30-16,3-4-12 0,1-5-36 15,0-2-1-15,-2-3-60 0,-4-1-71 16,-3 1-53-16,-4 0-56 0,-1 0-197 16,-11 6-537-16,5-13-575 0</inkml:trace>
  <inkml:trace contextRef="#ctx0" brushRef="#br0" timeOffset="158684.332">6613 8658 339 0,'0'0'277'0,"0"0"382"0,0 0 101 0,0 0-264 15,0 0-161-15,0 0-34 0,0 0 11 16,0 0-77-16,54 91-68 0,-46-62 9 16,-2 3 5-16,0 4-25 0,-2 0-11 0,0 4-49 15,0 1-13-15,-1 3-34 0,-1 0-3 16,-1 4-15-16,-1-1-12 0,0 0-19 16,0-3-18-16,0-5-7 0,0-2 7 15,0-6-25-15,0-1-71 0,3-5-6 16,4-6-57-1,-2-1-69-15,2-1-113 0,1-6-171 16,-2-3-500-16,4-4-614 0</inkml:trace>
  <inkml:trace contextRef="#ctx0" brushRef="#br0" timeOffset="159147.495">7002 9329 688 0,'0'0'2484'15,"0"0"-2010"-15,0 0-225 0,0 0-28 16,0 0 62-16,0 0-8 0,0 0-20 15,0 0-96-15,0 0-80 0,13 68-36 0,-10-39-13 16,-3 4-15 0,0 2-12-16,0 1-3 0,0 2-1 15,-3-3-17-15,0 4-9 0,-4 0-34 16,1-2-58-16,-1-1-34 0,1-5-59 16,0-4-57-16,1-7-109 0,2-3-184 0,2-9-415 15,-7 3-798-15</inkml:trace>
  <inkml:trace contextRef="#ctx0" brushRef="#br0" timeOffset="159909.214">1557 7297 16 0,'0'0'1077'16,"0"0"-60"-16,0 0-609 0,0 0-86 15,0 0-78-15,0 0 46 0,0 0-4 0,15 75-59 16,-9-47-19-16,-2 3-58 0,4 1 14 15,1 7-43-15,-2-3-22 0,2 4-22 16,0 0-10-16,-2 2-15 0,0-3-48 16,-1 0 21-16,-3-2-25 0,4 2-28 0,-4-4 13 15,-2-2-9-15,-1-2 2 0,2-2-12 16,-2-8-40 0,1-3-145-16,2-6-51 0,0-8-63 0,3-4-139 0,1-1-311 15,3-23-797-15</inkml:trace>
  <inkml:trace contextRef="#ctx0" brushRef="#br0" timeOffset="160109.119">1935 7406 1180 0,'0'0'104'16,"0"0"1220"-16,0 0-915 0,0 0-87 15,-6 68-29-15,6-40 0 0,0 5-45 0,0 6-49 16,4 3-26-16,2 3-49 0,0 5-57 15,0 0-67-15,-2-1-9 0,2 0-12 16,-3-1-38 0,0-6-117-16,-2 1-97 0,-1-3-57 15,0-3-97-15,0-2-197 0,-4-10-486 0,-9 6-577 0</inkml:trace>
  <inkml:trace contextRef="#ctx0" brushRef="#br0" timeOffset="160610.193">1557 8749 1235 0,'0'0'2038'0,"0"0"-1496"0,0 0-256 0,0 0-102 16,0 0-32-16,0 0 24 0,21 75-25 16,-14-40-7-16,3 6-43 0,-4 2-43 31,-1-2-27-31,1 0-28 0,1-3-3 15,-1-2-11-15,0-3-20 0,1-3 7 16,-2-4-25-16,-2-7-25 0,-2-1-39 16,1-5-72-16,-2-2-72 0,0 0-102 0,-2-5-178 15,-2-1-447-15,-5-5-449 0</inkml:trace>
  <inkml:trace contextRef="#ctx0" brushRef="#br0" timeOffset="160771.106">1573 9135 901 0,'0'0'163'0,"0"0"1055"15,0 0-779-15,0 0-73 0,0 0-5 16,0 0-26-16,0 0-54 0,0 0-35 16,85 37-38-16,-70-33 1 0,0-2-49 15,2 0-53-15,0-2-31 0,-1 0-36 16,1 0-40-16,1-4-54 0,0-3-68 0,-1 0-44 16,1-2-59-16,-3 1-119 0,1-2-213 15,0-1-424-15,-6 3-546 0,-1-5 393 0</inkml:trace>
  <inkml:trace contextRef="#ctx0" brushRef="#br0" timeOffset="160941.085">2043 8828 635 0,'0'0'71'15,"0"0"1437"-15,0 0-1301 0,0 0-159 16,0 0-22-16,0 0-26 0,0 0-70 15,0 0-195-15,0 0-392 0,0 0-662 16</inkml:trace>
  <inkml:trace contextRef="#ctx0" brushRef="#br0" timeOffset="161250.731">1968 8743 706 0,'0'0'46'16,"0"0"16"-16,0 0 742 0,0 0-385 16,0 0-114-16,0 0-43 0,0 0-21 15,0 0-54-15,0 0-40 0,0 0 3 0,0 0-17 0,24 31 7 0,-13-20-13 16,-2 1 21-16,2 5-1 0,-1 4-40 16,2 3-26-16,-1 5-18 0,1 4 5 15,-2 3 0-15,1 1 0 0,-1 1-12 16,2 4-19-16,-2-2-6 15,-1 0-9-15,-2 0-7 0,3 0-12 16,-3-4-3-16,-1-3 0 0,0-4-3 16,1-5-12-16,-2-4-7 0,3-3-12 15,-2-5-59-15,-1-3-71 0,4-6-45 0,-2-3-99 16,2-5-184-16,0-6-314 0,5-16-869 16</inkml:trace>
  <inkml:trace contextRef="#ctx0" brushRef="#br0" timeOffset="161591.268">2415 9144 2609 0,'0'0'1189'0,"0"0"-1023"0,0 0-115 0,0 0 62 15,0 0 145-15,0 0-38 0,0 0-106 16,39 68-25-16,-28-64-58 0,5-2-16 15,2-1-15-15,2-1-1 0,0 0-14 16,3-1-13-16,1-4 7 16,-1-1-4-16,-1-2 13 0,1-3-1 15,-1-5 13-15,-5 1 3 0,2-2-2 0,-6-2 0 0,0 1 2 16,-6 1-3-16,-1 5-19 0,-3-2 19 16,-3 4 11-1,0 3 17-15,-8 0 24 0,-2 2-30 16,-5 3 61-16,-3 2-83 0,-2 0 0 15,-6 8 0-15,-3 5 21 0,-2 5-21 16,-1 4-24-16,-1 2-10 0,1 0-37 16,3 1-132-16,0-3-109 0,9-7-329 0,-4-3-815 0</inkml:trace>
  <inkml:trace contextRef="#ctx0" brushRef="#br0" timeOffset="162566.458">11958 3917 998 0,'0'0'400'16,"0"0"753"-16,0 0-677 0,0 0-42 15,0 0-29-15,0 0-60 0,0 0-68 0,0 0-49 16,0 0-56-16,0 0-4 0,5 33-12 16,3-5-44-16,-1 7-15 0,-1 11-8 15,0 6-11-15,-3 4-5 0,1-2-33 0,-3-2-40 0,-1-5-30 16,0-10 9-16,2-6-9 0,-1-6 11 16,2-4-14-16,0-7-37 0,0-2-24 15,0-5-43-15,1-1-24 0,1 0-35 16,-2-3-52-16,2-3-242 0,-2 0-526 15,4-6-458-15</inkml:trace>
  <inkml:trace contextRef="#ctx0" brushRef="#br0" timeOffset="162748.549">12285 3707 2055 0,'0'0'1514'16,"0"0"-1239"-16,0 0-165 0,3 70 57 15,-1-30 100-15,-1 9-10 0,-1 6-36 0,0 3-71 16,0 3-73-16,0-2-25 0,0-4-52 16,0 0-3-16,0-5-40 0,-3-5-110 0,0-5-56 15,2-8 6 1,1-6-29-16,0-7-50 0,0-8-102 0,1-4-276 16,-1-7-843-16</inkml:trace>
  <inkml:trace contextRef="#ctx0" brushRef="#br0" timeOffset="163138.132">11488 2360 912 0,'0'0'2353'16,"0"0"-1823"-16,0 0-279 0,0 0-122 31,0 0-26-31,0 0 52 0,19 72 6 15,-12-28-66-15,-2 13-39 0,-1 10 20 0,-4 6-39 0,0 3-37 0,-1-1 0 0,-7-3-24 16,1-8-1 0,-3-7-6-16,4-10 10 15,0-9-25-15,4-8-47 0,-1-9-33 0,1-5-70 16,1-6-129-16,-1-4-171 0,2-3-240 16,0-3-382-16,0-8-346 0</inkml:trace>
  <inkml:trace contextRef="#ctx0" brushRef="#br0" timeOffset="163298.595">11514 2978 813 0,'0'0'261'0,"0"0"1521"0,0 0-1222 16,0 0-183-16,0 0-78 0,0 0-7 16,0 0-23-16,0 0 44 0,77-27-93 15,-45 27-10-15,5 0-55 0,5 0-52 16,1-1-61-16,3-1-42 0,3-2-1 16,-3-2-44-16,-1-1-19 0,-2-4-45 15,-4 1-55-15,-1-4-61 16,-4 1-115-16,-8 1-339 0,3-10-891 0</inkml:trace>
  <inkml:trace contextRef="#ctx0" brushRef="#br0" timeOffset="163525.485">12125 2463 635 0,'0'0'1427'16,"0"0"-606"-16,0 0-348 0,0 0-89 0,0 0-22 0,0 0-63 15,21 83-67-15,-16-47-20 0,-2 5-83 16,0 7-53-16,-3 7-21 0,0 1-55 0,-1 6-16 0,-9 1-42 16,-1-3 30-16,-2 1-33 15,-1-2-34-15,0-2-43 0,-1-6-78 16,4-5-104-16,3-8-187 16,3-7-255-16,5-13-332 0,5-10-677 0</inkml:trace>
  <inkml:trace contextRef="#ctx0" brushRef="#br0" timeOffset="163775.838">12595 3102 1094 0,'0'0'573'0,"0"0"710"0,0 0-842 0,0 0-26 0,0 0-50 16,81 18-107-16,-71-15-79 0,0 3-53 16,-1-3-49-16,-1 3-40 0,-3 1-19 15,-1 2-16-15,-1 4-2 0,-3 4-6 16,0 3 5-1,-3 7 1-15,-6 1 0 0,-3 1 2 16,3-1 1-16,0-5 10 0,6-3 17 16,2-6 38-16,1-1-23 0,1-3 47 0,9 0 15 15,1-3-49-15,6-3-4 16,3 0-54-16,5-4-6 0,6 0-88 0,6-5-13 16,5-7-55-16,6-1-83 0,5 1-175 0,2 3-566 15,-9 2-542-15</inkml:trace>
  <inkml:trace contextRef="#ctx0" brushRef="#br0" timeOffset="164477.093">17455 6363 1102 0,'0'0'293'16,"0"0"1016"-16,0 0-920 0,0 0-20 15,0 0-11-15,70 66-6 0,-55-47-63 16,-1 5-12-16,-1 4 8 0,0 7-47 16,0 2-46-16,-3 7-56 0,-3 1-63 0,-1 5-37 0,-1-1-14 15,-4-2-19-15,-1 1 15 0,0-5-18 16,0-3 0-16,-3-9-12 0,2-3-4 15,-1-10-23 1,2-5-43-16,0-7-60 0,2-4-95 0,6-2-11 16,1 0 37-16,2-8-163 0,4-7-268 15,-2 1-529-15,4-17-386 0</inkml:trace>
  <inkml:trace contextRef="#ctx0" brushRef="#br0" timeOffset="164654.493">17809 6524 1222 0,'0'0'1856'0,"0"0"-1445"0,0 0-161 0,0 0-83 16,0 0 87-16,0 0 17 0,42 71 31 16,-33-40-69-16,-2 4-92 0,-1 3-56 0,-3 2-33 15,-2-1-28-15,2 0-13 0,-2-3-11 16,-1-1-3-16,0 0-61 0,-1-1-107 16,-5-3-56-16,-4-1-13 0,1-1-132 0,0-7-426 15,-5 2-1240-15</inkml:trace>
  <inkml:trace contextRef="#ctx0" brushRef="#br0" timeOffset="165115.432">17505 7401 179 0,'0'0'1809'0,"0"0"-579"0,0 0-741 0,82 78-184 15,-65-35-66-15,-2 7 12 0,-6 7 11 0,-4 5-38 16,-3 1-59-1,-2 0-59-15,0 0-42 0,0-2-27 0,0-5-22 0,0-2-15 16,-2-5-1-16,-2-6-36 0,1-3-14 16,3-5-114-16,-1-6-89 0,1-4-26 15,0-6-258-15,0-7-757 0,-3-5-1009 0</inkml:trace>
  <inkml:trace contextRef="#ctx0" brushRef="#br0" timeOffset="165277.452">17711 7961 3112 0,'0'0'683'16,"0"0"-244"-16,0 0-92 0,78-1 77 0,-46 1-92 16,2 0-104-16,2 0-58 0,1-3-68 15,3-4-59-15,2-1-43 0,-2-8-31 16,1-1-89-16,-1-4-74 0,-3 0-1 16,-4-2-57-16,-4 0-289 0,-7 5-772 15,-3-11-911-15</inkml:trace>
  <inkml:trace contextRef="#ctx0" brushRef="#br0" timeOffset="165477.487">18214 7436 1353 0,'0'0'1486'0,"0"0"-1249"0,0 0-70 0,0 0 75 0,-8 71 39 16,8-31 12-16,0 8 3 16,1 7-70-16,4 5-41 0,-1 4-4 0,1-3-4 15,-2 4-70-15,-3 0-55 0,0-1-52 16,-4-2-17-16,-4-6-4 0,-1-4-79 15,3-7-84-15,3-9-37 0,3-10-19 16,3-8-102-16,9-8-155 16,0-6-465-16,12-5-536 0</inkml:trace>
  <inkml:trace contextRef="#ctx0" brushRef="#br0" timeOffset="170256.997">18668 8124 969 0,'0'0'1644'15,"0"0"-887"-15,0 0-247 0,0 0-153 16,0 0-50-16,0 0-24 0,0 0-38 16,0 0-62-16,0 0-61 0,0 0-40 15,5-17-37-15,-4 17-20 16,1 0-24-16,2 3 0 0,0 0 1 15,0 3 0-15,-2 1-1 0,-1 3 0 0,-1 3 1 16,-6 5 8-16,-8 5-10 0,-5 3-49 16,-4 2-8-16,3-4 14 0,3-1 19 15,3-8 6-15,8-3-40 0,3-2-33 16,3 0-31-16,4 1 54 0,10 0-5 16,2 3 42-16,4 0 16 0,2 2 0 0,3-2 15 0,-2 0 17 15,-2 1-5-15,-2-2 7 0,-2-1 2 16,-4 1 7-16,-3-1 36 0,-5-2-9 15,-4 5-9-15,-1 1-31 0,0 0-13 16,-10 1-2-16,-3 0-31 16,-4 1 7-16,-5-2-37 0,-4 1-25 0,-4-3-18 15,0-2-19-15,-1-2-15 0,4-3-51 0,4-7-116 16,4 0-164-16,5 0-239 0,-1-10-762 0</inkml:trace>
  <inkml:trace contextRef="#ctx0" brushRef="#br0" timeOffset="170897.777">22226 6765 1646 0,'0'0'1388'15,"0"0"-942"-15,0 67-110 0,0-32-28 0,0 12-56 16,0 5-60-16,0 4-35 0,0 0-19 16,-7 2-46-16,2-2-25 0,-1-3-50 0,1-6-17 15,5-9-19-15,0-5-11 0,0-8-28 16,3-8-71-16,5-7-46 16,1-5-98-16,5-5-149 0,-4 0-249 15,10-13-710-15</inkml:trace>
  <inkml:trace contextRef="#ctx0" brushRef="#br0" timeOffset="171059.058">22533 6809 1213 0,'0'0'728'16,"0"0"287"-16,0 0-692 0,0 0-31 0,0 0-20 16,9 77-26-16,-5-38-62 0,2 4-97 15,0 5-22-15,2 2-52 0,3 3-13 16,-1-1-25-16,1-1-83 0,1-2-218 15,-5-12-153-15,-4 15-705 0</inkml:trace>
  <inkml:trace contextRef="#ctx0" brushRef="#br0" timeOffset="171452.383">21879 7860 437 0,'0'0'2391'0,"0"0"-1875"0,0 0-44 0,0 0-39 16,0 0-77-16,0 0-85 16,0 0-66-16,0 0-20 0,0 0-60 15,87-17 6-15,-75 45 50 0,-1 8-54 16,-3 9-54-16,-2 4-43 0,0 5-30 0,-3-2-18 16,0 0-3-16,-2-4-3 0,0-5-19 15,-1-2-38-15,0-8-37 0,0-4-43 16,0-4-33-16,0-7-38 0,0-7-75 15,2-5-203-15,-1-6-180 0,-1-6-125 0,0-1-468 16,-1-15-153-16</inkml:trace>
  <inkml:trace contextRef="#ctx0" brushRef="#br0" timeOffset="171605.392">22016 8075 2406 0,'0'0'583'16,"0"0"-219"-16,0 0 39 0,0 0 77 0,0 0-136 15,105-5-85 1,-69 5-66-16,6-1-38 0,3-5-42 15,2 0-46-15,0-4-49 0,-2-5-18 16,-3-1-76-16,-3-3-82 0,-4-3-68 0,-4-1-113 16,-7-3-252-16,-7 7-777 0,-4-10-1067 0</inkml:trace>
  <inkml:trace contextRef="#ctx0" brushRef="#br0" timeOffset="171761.805">22526 7684 2172 0,'0'0'459'16,"0"0"-28"-16,0 0 28 0,-3 91-43 15,3-49-65-15,0 1-38 0,0 4-64 16,2 2-84-16,-1-1-43 0,-1-1-42 0,0 1-50 16,-3-4-30-16,-4-2-27 0,0-2-68 31,0-3-79-31,-3-5-56 0,5-4-51 16,5-6-200-16,3-10-196 0,13-10-299 0,-3-2-115 0,22-16 292 15</inkml:trace>
  <inkml:trace contextRef="#ctx0" brushRef="#br0" timeOffset="171932.478">22766 8168 772 0,'0'0'999'0,"0"0"-347"0,0 0-53 0,0 0-16 16,0 0-82-16,0 0-152 0,77 18-75 16,-67 3-87-16,5 10-64 0,-1-1 60 15,3 3 51 1,2 0-146-16,3-4-61 0,4-4 12 0,2-1 4 0,4-8-19 16,1-3-9-16,2-7-15 0,0-4-30 15,-1-2-15-15,-2-12-34 0,-2-6-82 16,-4-5-58-16,-2-4-38 0,-4-3-196 15,-9 7-763-15,-5-15-1282 0</inkml:trace>
  <inkml:trace contextRef="#ctx0" brushRef="#br0" timeOffset="172099.028">23137 8068 2877 0,'0'0'441'15,"0"0"-180"-15,-10 79 180 0,10-41-29 16,0 9-94-16,2 6-79 0,3 5-80 0,0 3-89 15,-1 1-51-15,-4 2-19 0,0 3-15 16,-6 1-92-16,-8 3-18 0,-5-4-34 16,-4-2-103-16,1-5-358 0,4-18-768 0,-11 17-885 15</inkml:trace>
  <inkml:trace contextRef="#ctx0" brushRef="#br0" timeOffset="174963.291">3158 12515 1661 0,'0'0'629'0,"0"0"-444"0,0 0-124 0,0 0 87 16,-34-75 196-16,24 58-62 0,3 2-114 15,-2 0-41-15,-1 2 3 0,1 1-45 16,-1 3 12-16,-1 2 26 0,1 1-32 16,-2 1 0-16,-2 4-4 0,-1 1-13 15,-5 0-24-15,-1 1-48 0,-3 10-2 16,-6 2-15-16,1 6 2 0,0 5 10 15,2 4-9-15,3 2-1 0,4 6-1 0,5 2 14 0,5 8 3 32,3 1 12-32,4 4-2 0,3 4 8 0,3 2 7 0,8-1 6 0,-1 0 13 15,3-3-16-15,2-2 12 0,-1-6 15 0,-1-5-27 16,2-7 12-16,-1-5-3 0,-1-9-9 16,1-5-19-16,-1-3-9 0,0-2-3 0,5-2-2 15,0-3 2-15,1-1-3 16,4-1-18-16,0-2-53 0,3 0-28 0,-3-2-21 31,-1-3-38-31,1 1-54 0,-3-2-43 16,2-2-99-16,-4-1-244 0,-3 0-490 0,2-6-444 15</inkml:trace>
  <inkml:trace contextRef="#ctx0" brushRef="#br0" timeOffset="175473.36">3401 12185 848 0,'0'0'462'0,"0"0"-179"0,0 0-97 0,0 0 617 15,0 0-362-15,0 0-191 0,5 87-91 16,-2-62 22-16,0 6-17 0,0 5-1 16,3 4 14-16,1 8-31 0,3 8-43 15,-3 6-13-15,1 9-13 0,-1 3-15 0,-3 4-31 16,0-1-4-16,-2-2-27 16,-1-5-18-16,1-4 16 0,1-8 0 0,-2-10-12 15,3-11 14-15,1-8 40 0,-1-10-38 0,2-7-2 16,-2-5-18-16,2-3-16 0,1-4-6 15,2 0-6-15,2-9-29 0,2-3 38 16,0-7 36-16,2-4-1 0,-2-3-10 16,-2-2-4-16,-1 0-12 0,-2 1 3 0,-3 6 25 15,-2 3 0-15,0 5 1 0,-2 4 3 16,-1 4-4-16,0 3-31 0,0 2 6 16,2 0-3-16,1 2 15 0,1 7 13 15,2 1 66-15,2 5 5 0,1 2-40 0,0 2-17 16,0-2-14-16,-1 1-31 15,2-2-18-15,-1 0-98 16,1 0 16-16,-3-1-45 0,0 0-42 16,1 0-99-16,0 1-160 0,-2-4-217 0,1 2-634 0</inkml:trace>
  <inkml:trace contextRef="#ctx0" brushRef="#br0" timeOffset="176163.737">3954 13136 1304 0,'0'0'1557'0,"0"0"-1198"0,0 0-123 0,0 0-55 0,0 0 18 0,0 0-8 16,0 0 7-16,0 0-43 0,0 0-37 15,0 0-22-15,82-70-35 0,-56 37-39 16,1 0-22-16,1-2-22 0,-5 2 7 16,-3 4 3-16,-6 3 11 0,-3 7 1 0,-7 4 27 15,-4 5-8-15,0 4-4 0,-4 0-12 16,-9 1 31-16,0 1-24 0,-6 1-10 15,-1 2-1-15,-2 1-17 0,2 1-4 16,0 10 4-16,1 4 17 0,2 9-2 16,-2 8-8-16,3 9 11 0,3 5 24 0,2 2 22 15,-1 1-15-15,5-4-31 0,6-7-28 16,1-6-12-16,0-8-24 0,4-6-20 31,7-6-11-31,5-6-20 0,4-3-66 0,9-3-55 16,4-10-76-16,-5 0-261 0,14-17-755 0</inkml:trace>
  <inkml:trace contextRef="#ctx0" brushRef="#br0" timeOffset="176366.11">4411 12943 3116 0,'0'0'544'0,"0"0"-402"0,0 0 43 0,0 0 240 0,-32 66-104 16,22-42-109-16,4 0-71 0,-2-1-38 15,3-4-30-15,4-2-30 0,0-1-43 16,1-4-16-16,0-2-15 0,0-2-2 15,0-1-19-15,1-2-18 0,2-1-19 16,0-2-12-16,4 0-15 0,-3-1-53 0,2-1-45 16,3 0-90-16,1 0-131 0,0-8-215 15,-1 1-538-15,6-20-385 0</inkml:trace>
  <inkml:trace contextRef="#ctx0" brushRef="#br0" timeOffset="176796.045">4471 12284 627 0,'0'0'1193'0,"0"0"-1044"0,0 0-48 0,0 0 55 0,0 0 286 16,0 0-114-16,0 0-56 0,0 0 27 16,70 93-52-16,-53-42-56 0,1 7-33 0,-1 6-21 15,-5 2-10-15,-2 1-4 16,-1-3-48-16,-1-3-75 0,0-4-25 15,-2-4-28-15,1-7-80 16,3-8-128-16,4-13-88 0,4-11-8 16,5-11 105-16,7-7 37 0,2-15-245 0,4-11-247 15,4-3 106-15,-2-6 330 0,-4 1 53 16,-2-2 218-16,-6 7 78 0,-3 5 495 16,-10 7 77-16,-6 9-12 15,-5 10-64-15,-2 2-25 0,-5 2-112 0,-6 7-173 16,-6 3-172-16,-5 6-21 0,-6 7-3 15,-2 3 36-15,1 2 25 0,2 2-37 16,1 1-52-16,2 1-16 0,5-2-12 0,3 1-12 16,6-5-21-16,4-4 3 0,6-4 5 15,0-2-5-15,13-2-3 0,6-2 19 16,4-2 2-16,6-3 0 0,1-3-18 0,3-2-49 16,-1-1-37-16,1-3 2 0,0 0-73 15,0-3-73-15,-4-1-165 0,-9 1-346 16,-1 3-847-16</inkml:trace>
  <inkml:trace contextRef="#ctx0" brushRef="#br0" timeOffset="177134.797">2784 13882 1228 0,'0'0'1498'0,"0"0"-1170"16,0 0-120-16,0 0 103 0,0 0-14 15,0 0-118-15,0 0-106 0,0 0-39 16,0 0 44-16,82 4 115 0,-40-4 8 16,10 0-54-16,5 0-27 0,8 4 8 15,6 0-8-15,8-1-41 0,9-1-12 0,7-2-25 16,6 0-11-16,7-8-30 15,6-4 17-15,3-5-17 0,2-2-1 0,-2-3-12 16,1 0 12-16,-1 0 0 0,-2 0-31 16,-4 4 1-16,-3 2-3 0,-4 2-10 15,-9 1-27-15,-9 2-9 0,-6 1-80 0,-7 1-44 16,-8-3 6-16,-3-1-61 16,-8-1-168-16,-16 3-266 0,10-13-573 15</inkml:trace>
  <inkml:trace contextRef="#ctx0" brushRef="#br0" timeOffset="177334.783">6103 13170 140 0,'0'0'4160'15,"0"0"-3666"-15,0 0-485 0,0 0-9 16,0 0-15-16,0 0-13 0,82-29-43 0,-78 29-114 0,1 2-185 0,-4 2-359 31,-1 7-1039-31</inkml:trace>
  <inkml:trace contextRef="#ctx0" brushRef="#br0" timeOffset="177491.245">6142 13389 33 0,'0'0'3372'16,"0"0"-2992"-16,0 0-241 0,0 0 165 0,0 0 111 0,0 0-142 16,82 57-135-1,-62-52-117-15,-1-2-21 0,4 1-88 0,-3-1-90 16,-1 1-133-16,-5-3-304 0,1-1-756 16</inkml:trace>
  <inkml:trace contextRef="#ctx0" brushRef="#br0" timeOffset="180402.573">13558 12456 1110 0,'0'0'1796'0,"0"0"-1313"0,0 0-62 0,0 0-68 16,0 0-49-16,82 2-42 0,-62 13-7 16,-1 9-32-16,1 7-71 0,-4 6-28 15,-2 6-21-15,-5 2-27 0,-2 2-25 16,-4 0-26-16,-3-3-22 15,0-2-3-15,0-5-21 0,0-6-10 16,0-7 4-16,-1-8 9 0,-1-5-6 16,2-8-10-16,0-2-26 0,0-1-22 0,0-1 12 15,0-7 52-15,9-6 15 0,2-9-25 16,4-5 4-16,7-7 21 0,-1-1-15 0,-2-2 2 0,1 2 4 16,-1 2-24-16,-5 8 34 0,-5 7-11 15,1 6 1-15,-6 8 12 0,-2 4 18 16,-1 1 70-16,-1 2-36 0,3 10 2 15,-2 6 25-15,2 5-6 0,0 4-16 16,0 2-14-16,0 2-10 0,-2-1-6 0,2-2 0 16,-1-3-27-1,-1-3-25-15,2-5 7 0,-2-4-27 16,-1-4-46-16,0-2-70 0,2-5-43 16,-1-2-15-16,-1 0-91 0,3-3-183 15,2-6-235-15,-1-1-612 0,12-13-400 0</inkml:trace>
  <inkml:trace contextRef="#ctx0" brushRef="#br0" timeOffset="180687.754">14241 12684 2561 0,'0'0'1038'15,"0"0"-833"-15,0 80-4 0,-4-47 118 16,-1 5 22-16,1-3-96 0,4-7-107 16,0-7-89-16,7-8-25 0,8-8-2 0,5-5-10 15,9-5 0-15,4-13 12 16,4-7 4-16,1-6-28 0,-2-2-12 15,-2-2-31-15,-8 2 15 0,-3 4 4 16,-5 4 12-16,-7 0 12 0,-5 6 0 16,-6 1 13-16,-2 1 24 0,-10 4-10 15,-4 2 0-15,-3 4-2 0,-1 5-1 0,-3 2-24 16,-2 10 0-16,-1 10-12 0,-1 5 12 16,1 7 14-16,1 4 14 0,4-1 17 15,2-1-45-15,2-2-6 0,4-6-45 0,6-3-132 16,4-8-47-16,3-7-13 0,9-8-4 0,9-6 107 15,9-17 31-15,5-7-115 0,-5 3-428 16,18-27-851-16</inkml:trace>
  <inkml:trace contextRef="#ctx0" brushRef="#br0" timeOffset="180922.817">14846 12034 372 0,'0'0'2159'0,"0"0"-1501"0,0 0-282 0,0 0-82 0,0 0-27 16,0 0 32-16,5 84-52 0,-2-36-17 15,0 8-13-15,2 6-10 0,-1 4-82 16,1 3-34-16,-1 3-37 0,-1 5-38 16,-1-4-4-16,-2 0-12 0,0-7-3 15,0-7-22-15,-2-11-5 0,2-10-9 16,0-8 8-16,0-8 7 0,7-8-25 16,2-5-69-16,-1-3-4 0,4-6-6 15,1-3-49-15,-1-9-51 0,2-7-205 0,-3-5-282 16,-3 5-435-16,-8-12-432 0</inkml:trace>
  <inkml:trace contextRef="#ctx0" brushRef="#br0" timeOffset="181072.912">14676 12624 140 0,'0'0'2721'15,"0"0"-2170"-15,0 0-172 0,0 0-79 16,0 0-14-16,0 0-63 0,0 0-54 16,0 0-71-16,0 0-21 15,0 0 18-15,97-47 94 0,-44 36-74 0,3-2-78 16,2-1-37-16,0 2-3 15,-4-1-61-15,-4 1-33 0,-2 1-108 16,-4 2-114-16,-11 2-220 0,10-2-829 0</inkml:trace>
  <inkml:trace contextRef="#ctx0" brushRef="#br0" timeOffset="185498.973">23241 12485 1876 0,'0'0'182'16,"0"0"984"-16,0 0-715 0,0 0-73 0,0 0-128 15,0 0-58-15,0 0-53 16,-87 26-53-16,51-9-31 0,-4 5-18 0,-5 2 9 0,0 5-12 15,-2-1 12-15,1 5 12 0,7-2-6 16,3 0 3-16,10-5-25 0,9-6-2 16,8-6-5-16,9-3-23 0,6-4-35 0,17 3 35 15,8-3 3-15,6 0-3 16,7 2-1-16,0-3-36 0,-1 1 16 16,-6 1-25-16,-3-1 6 15,-9 5 7-15,-5 0-1 0,-5 5 3 16,-8 2 31-16,-4 1 61 0,-3-1 4 15,0 0-32-15,-3-3 7 0,-5-1-3 16,-1-3-4-16,-4-2-5 0,1-1-10 16,-2-2-18-16,3-2-37 0,0-3-63 0,3-2-50 0,1 0-25 0,2-5-41 15,1-5-97-15,3-4-120 16,1-4-173-16,0 3-515 16,0-13-326-16</inkml:trace>
  <inkml:trace contextRef="#ctx0" brushRef="#br0" timeOffset="185861.282">23354 12621 1646 0,'0'0'697'0,"0"0"-168"16,0 0-39-16,0 0-63 15,0 0-87-15,50 73-41 0,-50-42-3 0,0 5-66 0,0 0-25 0,-5 2-32 16,3-4-21-16,-3-7-94 0,5-5-34 16,0-7-23-16,0-5-1 0,2-3-15 15,3-4-43 1,3-3-12-16,3 0-12 0,5-7 6 15,6-6 9-15,1-6 3 0,3-4-6 0,1-3-18 16,1-2 2-16,-1-1 18 0,-1-1 13 16,-3-1-9-16,-1-2 14 0,-2 0 4 15,-6 0 15-15,-1 7 31 0,-6 7 16 16,-1 5 21-16,-3 7 15 0,-2 7 31 0,-1 1 43 16,0 13-28-16,0 7-6 0,0 8 33 15,0 7 2-15,-5 4 4 0,0 1-10 16,1-3-24-16,-1-3-59 0,3-6-38 0,2-6-25 15,0-4-5-15,0-8 0 0,0-6-55 16,5-4-52-16,4-1-2 0,4-9 32 16,4-7-46-16,6-9-83 0,2-6-236 15,0-4-548-15,-5 7-429 0,8-20-337 0</inkml:trace>
  <inkml:trace contextRef="#ctx0" brushRef="#br0" timeOffset="186220.079">24052 11943 1891 0,'0'0'706'16,"0"0"-76"-16,0 0-116 0,9 83-58 15,-9-37-109-15,0 7-42 0,-4 6-60 0,-6 5-68 16,-8 6-68-16,-1 5-45 0,-6 0-7 16,-6 3-42-16,3-3-15 0,-1-10-25 15,6-8-17-15,7-15 8 0,7-11-2 0,9-12-4 16,0-6-69-16,12-6 27 0,2-4 27 15,6-3 32-15,2 0 21 0,3-2-11 0,3-3-14 16,1 1 2-16,0 3-9 0,-2 1-2 16,-4 2-1-16,-1 6 16 0,-5 1-1 15,0 3 4-15,-3 0-4 0,-6 2 22 16,-1-1 3-16,-1 2 11 0,-3-1-13 16,-2 0-1-16,-1-2 21 0,0-2 25 0,0-2 3 15,-3-2 27-15,-4-1 10 0,-3-2-1 16,-3 1-21-16,-5-2-30 0,-3-2-16 15,-2 0 0 1,0 0-18-16,2-2-1 0,2-8-44 16,0-3-147-16,2-3-90 0,3-9-138 0,2 6-304 0,-1-18-939 15</inkml:trace>
  <inkml:trace contextRef="#ctx0" brushRef="#br0" timeOffset="186724.855">24772 12648 886 0,'0'0'2230'16,"0"0"-1835"-16,0 0-227 15,0 0 159-15,0 0-4 0,-83-26-88 0,57 28-109 16,-4 15-64-16,-6 8 11 15,-5 12-5-15,-1 4 45 0,0 4 137 0,2 1-67 16,3-4-59-16,7-5-60 0,6-8-34 16,8-6-18-16,7-8 21 0,5-7-6 15,4-6-27-15,8-2-49 0,10 0-40 16,8-8 89-16,8-6 0 0,2-7-51 0,6-2-46 0,-4-1 9 16,-4 2 42-16,-1 4 19 0,-7 3-1 15,-3 3-2-15,-4 5-7 0,-2 2 4 16,-6 5 24-16,0 5 9 0,-2 5 82 0,-2 5-21 15,-1 7-16-15,2 4-23 16,-2 7-20-16,0 6-2 0,1 4 0 16,0 8-1-16,-1 3 0 0,-2 3-2 0,-4-1-22 0,0 2 7 15,-6 0 3-15,-3-3 15 0,-6-1 1 16,-1-4 2-16,-3 0 9 0,-1-6 3 16,-1-6 37-16,2-5 18 0,-3-6-25 0,1-5-20 31,3-8-25-31,-2-4-1 0,3-9-57 0,-2-1 15 15,-1-10-5-15,0-6 2 0,-2-10-30 16,-1-10-6-16,0-7-16 0,3-9-30 0,1-9-112 0,6-11-261 16,3 16-487-16,7-47-550 0</inkml:trace>
  <inkml:trace contextRef="#ctx0" brushRef="#br0" timeOffset="186963.582">25215 12655 179 0,'0'0'3195'15,"0"0"-2625"-15,-12 89-273 0,6-49 41 0,0 10 46 16,1 3-103-16,5 1-111 0,0 5-60 16,0-1-59-16,-1 0-18 15,-3 5-31-15,-2-1-2 0,-5-1-12 0,-1-1 12 16,-5-6-18-16,1-4-9 15,-3-4-28-15,2-5-18 0,-1-4-51 0,3-8 14 16,2-3-2-16,2-7-5 0,2-6-45 16,4-7-81-16,1-3-183 0,2-3-316 15,1-3-776-15,1-11-321 0</inkml:trace>
  <inkml:trace contextRef="#ctx0" brushRef="#br0" timeOffset="187264.907">25139 12784 1903 0,'0'0'1232'0,"0"0"-942"0,0 0-109 0,0 0-13 0,50-66 52 15,-35 56-1-15,4 1-72 0,4 3-73 16,-2 2-46-16,5 4-25 0,0 0-1 16,2 4-2-16,-4 5-14 0,-4 5 14 15,0 5 21 1,-7 3-2-16,-3 4 2 0,-5 0-4 0,-4 0-17 15,-1 1-19-15,-9 0-2 0,-5-4 21 16,-3 2 1-16,-3-3 0 0,-2-3 17 16,0 0-16-16,-2-2 1 0,0-1 0 15,1-2-3-15,-1-3 0 0,3-2-78 16,-1-5-61-16,2-1-64 0,0-3-74 0,0-2-109 16,7-1-296-16,-10-11-748 0</inkml:trace>
  <inkml:trace contextRef="#ctx0" brushRef="#br0" timeOffset="187766.295">26157 12558 1979 0,'0'0'1137'16,"0"0"-824"-16,0 0 25 0,0 0-64 15,51 89 38-15,-37-52 10 0,-5 7-3 16,0 1-54-16,-2 2-104 0,-1-5-76 0,3-3-36 0,-2-4-22 16,-1-6-27-16,0-5 0 0,0-5-12 15,-3-5-9-15,-1-5-40 0,-1-3-60 16,-1-3-83-16,0-3-77 0,-6 0-126 16,0-4-382-16,-8-13-1409 0</inkml:trace>
  <inkml:trace contextRef="#ctx0" brushRef="#br0" timeOffset="187917.892">26237 12244 1588 0,'0'0'1483'16,"0"0"-967"-16,0 0-200 0,0 0-21 16,0 0-84-16,0 0-149 0,92-20-62 15,-69 20-84-15,1 0-202 0,-1 1-253 0,-5 5-731 16,1 4-890-16</inkml:trace>
  <inkml:trace contextRef="#ctx0" brushRef="#br0" timeOffset="188186.312">26433 12721 2809 0,'0'0'974'0,"0"0"-832"16,0 0-3-16,0 0 225 0,0 0 135 0,-10 70-154 0,17-64-130 16,5 1-48-16,2-2-46 15,3 2-49-15,2-4-41 0,6-1-31 0,2-2-26 16,2 0-5-16,1-6-5 0,2-3-31 15,0-1 7-15,-2-2 2 0,-3 0 13 16,-2 4 15-16,-8 1 8 0,-3 3 7 16,-2 3 15-1,-2 1 12-15,-1 4 49 0,-1 6 30 0,3 2-31 16,-3 4-14-16,1 4-25 0,-1 0-10 16,1 1-11-16,1 1-18 0,-3-1 15 15,2-1-24-15,0-2-25 0,-1-1-66 0,-1-4-70 16,2 0-34-16,-1-1-7 0,-2 0-177 0,0-1-552 15,-1-3-783-15</inkml:trace>
  <inkml:trace contextRef="#ctx0" brushRef="#br0" timeOffset="188687.028">28294 11984 1223 0,'0'0'1953'0,"0"0"-1363"0,0 0-420 0,0 0-157 0,0 0 119 16,0 0 198-16,0 0-9 16,-85 73-88-16,43-31-71 0,-6 8-37 0,0 4-3 15,0 1 45-15,3-3-31 0,6-3-51 16,8-1-43-16,5-8-24 0,10-2-18 16,7-3-1-16,5-4 1 0,4-1 2 15,5-3-1-15,7-2-1 0,4 1-3 16,6-1-9-16,2 2 0 0,3-2-3 15,4 3-9 1,0-2 0-16,0 0-4 0,0 2 7 0,-2-2-15 16,-5-2 9-16,-3 1-4 0,-5 1 10 15,-8-2 9-15,-3 2-9 0,-5 0 0 16,-3-1-10-16,-9 1 30 0,-6-1 1 16,-1-4 2-16,-7 0-2 0,-2-4-3 15,0-3-12-15,-3-4-12 0,2-4-19 16,1-3-36-16,3-3-46 0,6-5-27 15,4-4-100-15,7-7-192 0,5 3-543 16,6-19-435-16</inkml:trace>
  <inkml:trace contextRef="#ctx0" brushRef="#br0" timeOffset="188940.343">28719 12797 440 0,'0'0'2791'16,"0"0"-2359"-16,0 0-158 0,0 0 192 0,0 0-1 31,-20 72-98-31,5-50-121 0,1 2-91 0,-2 2-37 16,4 2 6-16,5 0 36 0,4 1-55 15,3-3-26-15,8 0-16 0,8 0-9 16,8-2-3-16,3-5 3 0,7 0-20 16,6-5-31-16,0-3-3 0,5-2 0 15,2-7-61-15,-3-2-26 0,-3 0-27 0,-8-6-31 16,-5-6-15-16,-8-2-40 0,-6-3-54 0,-8-3-246 15,-4 2-590-15,-4-14-670 0</inkml:trace>
  <inkml:trace contextRef="#ctx0" brushRef="#br0" timeOffset="189156.623">28867 12765 2035 0,'0'0'1608'15,"0"0"-1283"-15,-11 63-196 0,6-29 126 16,1 5 110-16,0 3 0 0,-3 2-104 0,5 2-72 15,1 2-59-15,-1 4-30 16,2 1-16-16,-1 2-14 0,-2 0-31 16,-3 3-24-16,-3 2 2 15,-3-3-17-15,-4 1-2 0,-2-1-52 0,-2-3-73 0,4-3-70 16,5-5-57-16,2-3-85 0,8-4-60 16,2-6 34-16,11-3-116 0,-1-9-240 15,12 5-910-15</inkml:trace>
  <inkml:trace contextRef="#ctx0" brushRef="#br0" timeOffset="199167.372">6950 12154 795 0,'0'0'2250'0,"0"0"-1588"15,0 0-212-15,0 0-68 0,0 0 9 0,0 0-77 16,0 0 44-16,36 77-119 0,-13-36-51 0,1 11-65 15,0 14-47-15,2 9-37 0,-3 8-15 16,-1 5 12-16,-1-3-12 0,-2-3-6 16,-2-7-18-16,-1-7-12 15,-4-7-21-15,-1-11-51 0,-4-10-25 0,-1-9-63 16,0-12-39-16,-3-8-29 0,0-11-109 16,-3-6-111-16,0-11-227 0,-2-6-349 0,-5-8-35 0,-3-6-53 15,-3-5 498-15,-3-5 626 0,0 1-94 16,-1 2 198-16,1 6-3 0,4 5 304 15,7 10-233-15,2 6 1564 0,3 7-1007 16,1 2-181-16,9 5-85 0,5-2 0 16,5 2-98-16,7-1-82 0,4 1-77 15,3 0-4 1,7 2-41-16,0 1-68 0,3 0-48 0,0 0-31 16,-2-2-14-16,-3-3-21 0,-3-6-15 15,-3 1-48-15,-7-1-58 0,-3-4-34 16,-6 0-27-16,-5-2-86 0,-6-2-246 15,-5 3-663-15,-2-11-645 0</inkml:trace>
  <inkml:trace contextRef="#ctx0" brushRef="#br0" timeOffset="199383.82">7458 12156 264 0,'0'0'2754'16,"0"0"-2193"-16,0 0-217 0,0 0-71 15,0 0 56-15,0 0-55 0,48 83-78 16,-26-41-56-16,1 5-57 0,3 5-10 15,0 3-3-15,-2 0-13 16,1 2-23-16,-2-1-34 0,-1 1-1 16,-2-3-14-16,-3 0-10 0,-3-1-48 15,1-4-94-15,-3-5-59 0,0-6-41 0,0-7-79 16,-2-8-288-16,-3-11-636 0,-2-4-897 16,-2-12 2164-16</inkml:trace>
  <inkml:trace contextRef="#ctx0" brushRef="#br0" timeOffset="199547.68">8117 12843 3343 0,'0'0'941'0,"0"0"-820"0,18 75-34 0,-5-43 79 16,-2 4 62-16,4 1-133 0,-1-2-71 16,-1-2-24-16,1-2-18 0,-2-1-163 0,-2-3-81 15,0-1-129-15,-4-7-665 0,-5 3-822 0</inkml:trace>
  <inkml:trace contextRef="#ctx0" brushRef="#br0" timeOffset="207217.216">17296 12312 1949 0,'0'0'282'15,"0"0"280"-15,0 0 1 0,0 0-94 16,0 0-70-16,0 0-12 0,77 47-18 16,-49-25-70-16,3 4-81 0,-4 3-84 15,-3 3-37-15,-7 8-34 0,-5 3-27 16,-6 3-8-16,-6 3-27 15,-1 4-1-15,-11 1 0 0,-2 1-2 16,-5 1-26-16,3-2-32 0,-1-8 24 16,5-8-22-16,4-13 19 0,2-9-1 15,5-12 13-15,1-4 6 0,3-14-37 16,9-7-2-16,3-12 38 0,5-6 22 16,4-10-1-16,2-3-10 0,-1-2-7 15,2 0-6-15,-1 4 24 0,-1 5 15 0,1 6 12 0,-1 6-24 16,-3 3 37-16,-2 5-7 0,0 7 16 15,-5 4-7-15,-1 3 0 0,-4 6-11 0,-1 2-28 16,-1 3-3-16,1 3-2 16,0 9-19-16,1 6 21 0,-1 7 30 0,-3 9 0 15,-2 5 0-15,-4 5-27 0,0 4 22 16,-4-1-10 0,-5-2 9-16,0-4-23 0,1-9 2 15,3-7-1-15,2-7-2 0,3-7-3 16,0-6-52-16,0-4-8 0,0-1-16 0,6 0-3 15,2 0 6-15,3 0-21 0,-1 0-18 16,0 2-32-16,1 0-36 0,0 0-88 16,0 1-120-16,-1 0-238 0,-4-3-414 15,6 0-586-15</inkml:trace>
  <inkml:trace contextRef="#ctx0" brushRef="#br0" timeOffset="207565.857">18102 12578 212 0,'0'0'2623'0,"0"0"-2133"0,0 0-144 0,0 0-22 0,0 0 101 16,-2 86-71-16,-1-50-51 0,0 5-65 15,3 4-68-15,0 3-46 0,2-1-33 32,7-3-39-32,2-3-10 0,6-7-41 0,1-8-1 15,5-8-27-15,1-10-31 0,4-8 7 16,2-2 33-16,0-15-16 0,0-8-11 15,-1-6-49-15,-4-5 15 0,-2-2-21 16,-6 3 27-16,-4 1 18 0,-8 4 37 0,-4 4 18 0,-1 4-13 0,-9 1 26 16,-4 0-10-16,-7 2 45 0,-1 1-35 31,-1 5-1-31,0 4 18 0,2 7-5 0,1 2-10 16,4 12 21-16,0 7-34 0,1 8 23 15,1 2-7-15,1 4 3 0,1 0-8 0,2-4-13 16,2-2-51-16,-2-5-28 0,4-5-83 0,0-2-64 15,2-6-116-15,3-2-184 0,0-7-243 16,0 0-404-16,5-16-68 0</inkml:trace>
  <inkml:trace contextRef="#ctx0" brushRef="#br0" timeOffset="207849.949">18307 12598 745 0,'0'0'1393'0,"0"0"-753"0,0 0-70 0,77-54-101 0,-44 49-95 15,4 3-110-15,4 2-45 16,1 3-35-16,1 10-46 0,-4 8-65 0,-1 3-48 15,-5 6-22-15,-6 6 43 0,-6 0-44 16,-7 3 31-16,-8 3-2 0,-6 0 8 16,-3 3 10-16,-8-3-31 15,-3-4-16-15,0-7 53 0,1-4 6 16,3-11-13-16,5-5 1 0,1-9 8 16,2-2 25-16,2-8-52 0,0-7-30 15,0-10-17-15,6-7 17 0,3-7 18 16,1-7-18-16,5-3-18 0,-2 0-9 15,4 3 3-15,0 4-1 0,3 6-8 0,-1 4-9 16,1 6-4-16,0 0-30 0,0 3-24 0,-2 3-67 16,1 2-99-16,-5 4-184 0,0 3-334 15,-2 1-797-15</inkml:trace>
  <inkml:trace contextRef="#ctx0" brushRef="#br0" timeOffset="208666.52">19262 12561 2764 0,'0'0'599'16,"0"0"-99"-16,0 0-89 0,0 0-37 16,40 86-64-16,-34-52-35 0,1 3-74 15,-4 2-56-15,0 1-75 0,-3-2-37 16,0 1-33-16,0-4-15 0,-3-3-24 15,-1-2-13-15,0-5-21 16,-1-6 10-16,4-7 11 0,-1-6 10 16,2-6-10-16,0-6-70 0,3-7-34 0,4-6 43 15,2-7 36-15,2-3 7 0,3-6-1 0,1-1 22 16,0-5 6-16,1 2 18 0,-3-3 6 0,2 4 19 16,0 4 1-16,-1 6 58 0,-1 8 27 0,-2 8 40 31,0 7-24-31,-5 5-29 0,-1 1-18 15,-2 10 30-15,0 8 10 0,-3 5-28 0,0 4-3 16,0 2-13-16,-3 0-11 0,-1-2 14 16,1-3-24-16,0-6-30 0,2-7-27 15,1-6-22-15,0-5 12 0,0-1 10 0,4-4-6 16,5-8-43-16,2-1 57 0,2-9 4 16,3-2 13-16,0 0-31 0,-1-2-4 15,2 6 7-15,-2 4 14 0,1 4-8 0,-4 7 24 16,2 5 9-16,-3 6 70 0,1 9 40 15,-2 6-16-15,-1 4-8 0,2 4-5 0,-3 0-29 16,-2 1 12-16,1-1-19 0,-3-4 0 16,3 0-5-16,1-5-43 0,-3-3-6 15,1-2-42-15,3-7-7 0,-1-3-17 16,0-2-13 0,0-3 0-16,4 0-24 0,-1-4-58 15,1-7-61-15,4-1-50 0,1-5-73 16,0-2-199-16,3-3-232 0,-4 4-421 15,10-8 58-15</inkml:trace>
  <inkml:trace contextRef="#ctx0" brushRef="#br0" timeOffset="209136.009">20050 12690 1497 0,'0'0'1132'0,"0"0"-526"0,0 0-44 15,0 0-132 1,0 0-111-16,0 0-57 0,6 71-35 0,-12-46 4 0,-2 1-24 16,2-3-49-16,-1-2-61 0,2-6-37 15,4-5-60-15,1-5-22 0,0-2-2 16,0-3-4-16,0 0-2 0,4-6-18 15,5-3-10-15,1-3 34 0,2-2-9 16,0 0-16-16,2 2-9 0,-4 2-8 16,0 2 26-16,-2 6 31 0,-3-1 9 15,-2 3 24-15,-2 0 25 0,-1 3 48 16,0 3 27-16,0 1-27 0,0 0-27 0,0 3-4 0,2-2-35 0,0 0-31 16,2-3-16-16,2 0-20 0,3-5-30 31,1 0 29-31,4-3 22 0,3-9-3 0,3-4-36 15,2-9-37-15,1-6-49 0,2-4-15 0,0-5-7 16,1-3-12-16,-1-4-1 0,1-7-32 16,-1-7-10-16,0-4 27 0,-2-8-24 15,-5 3 44-15,-3 1 59 0,-5 4 73 16,-2 9 38-16,0 10 13 0,-3 14 104 16,1 12 132-16,-3 8-39 0,-1 8-10 0,0 4-27 15,0 2-3-15,0 8 54 0,1 7-81 0,3 8-36 16,-1 6-9-16,3 5 26 0,2 8 73 15,0 3-42-15,2 8-43 0,5 2-7 16,-1 9 1-16,1 5-58 0,2 5 0 16,-6 1-20-16,-1 1-28 0,-2-5-61 0,-3-5-17 15,0-5-103-15,-1-7-55 16,4-8 24-16,-1-2-62 16,2-7-155-16,2-6-307 0,-3-8-572 15,4 0-259-15</inkml:trace>
  <inkml:trace contextRef="#ctx0" brushRef="#br0" timeOffset="210122.817">25578 12675 813 0,'0'0'645'0,"0"0"-525"0,0 0-90 0,0 0 12 16,0 0 72 0,0 0 6-16,0 0-3 0,0 0-14 15,0 0-2-15,0 0 16 0,65-60 12 16,-63 60-26-16,1 0-35 0,0 0 440 16,0-1-154-16,-3 1-60 0,2-2-27 15,1 2 18-15,0 0-19 0,2-1-45 0,-1 1-6 16,-1-1-14-16,-1 1-31 0,1 0-15 15,-1 0-34-15,-1 0-51 0,-1 0-28 0,0 0-12 16,0 2-6-16,0 5-5 0,-3 3 5 0,-2 2 0 16,-4 5-13-16,0-3-11 0,4 3-1 15,-1-3 0-15,3-1-23 0,1 2-15 16,2-2 8-16,0 1 13 0,2 3 17 16,2 1 1-16,4 1 2 0,-3 2 0 15,4 1 28 1,-1 0 1-16,3-1-31 0,-1-1-18 0,1-2-10 15,-1-2-8-15,-1-3 12 0,-1 0 0 16,-2-1 21-16,-3 0-40 0,-3 0-2 16,0-3 9-16,-3 1-1 0,-5 2-51 15,-7 0-85-15,2 0 0 0,-5 2 20 0,-2 0 24 0,-1 0-55 16,-2 0-327-16,9-3-770 0,-12 6-953 16</inkml:trace>
  <inkml:trace contextRef="#ctx0" brushRef="#br0" timeOffset="-183678.423">10572 12757 2541 0,'0'0'1183'0,"0"0"-994"0,0 0-67 0,26 83 191 0,-17-45-90 16,0 3-75-16,-3 1-62 0,2 0-25 15,-4 0-36-15,4-1-25 0,-3-4-15 0,0-2-31 0,1-6-25 0,0-8-15 16,0-9-59-16,2-5-32 0,-3-6-176 15,1-2-225-15,-3-6-528 0,-3-12-305 0</inkml:trace>
  <inkml:trace contextRef="#ctx0" brushRef="#br0" timeOffset="-183508.665">10687 12233 1808 0,'0'0'629'16,"0"0"-65"-16,0 0-254 0,78 29-122 16,-44-19-166-16,10-1-22 0,6 0-280 15,-9-3-179-15,26 6-727 0</inkml:trace>
  <inkml:trace contextRef="#ctx0" brushRef="#br0" timeOffset="-183242.837">11406 12569 3261 0,'0'0'542'15,"0"0"-240"-15,-36 83-15 0,22-56 80 0,-5 6-97 16,3-4-72-16,-1-2-58 16,7-4-76-16,4-5-64 0,2-2-17 0,4-6-34 15,0 2-4-15,10-1 19 0,4 1 20 16,5 2 16-16,5 3-21 0,7 1 20 0,3 3 1 0,2 0 0 16,-1 1-2-16,1-2-32 0,-6 0 22 0,-2-2-14 15,-8-1 26-15,-7 0 3 16,-6 1 30-16,-5 1-2 0,-2-1-16 15,-3 3 3-15,-9-2-18 16,-4 0-15-16,-3-5-24 0,-8 2-10 16,-3-3-12-16,-3-2-6 0,-5-3-34 0,-2-3-47 15,1-3-39-15,-2-2-89 0,-2-2-109 16,2-4-162-16,7 0-251 0,-10-1-646 0</inkml:trace>
  <inkml:trace contextRef="#ctx0" brushRef="#br0" timeOffset="-170031.153">28263 8436 2549 0,'0'0'729'0,"0"0"-490"0,0 0-62 15,0 0-23-15,0 0 89 0,0 0-16 0,78 11-72 16,-68-3-124-16,-3 3 0 0,1-3-16 0,-4 3 13 31,1-1 12-31,-5 1-12 0,0-1 21 16,-6 0 1-16,-6 4-17 0,-7-4 4 15,-3 1-6-15,0-4-7 0,-6-4 25 16,2-3-3-16,3 0 12 0,0-3-15 0,3-8-12 16,1 1 5-16,8-5-14 0,2-3-22 15,4-5-19-15,5-1-38 0,4-3 20 0,6-1 0 16,7-2 0-16,3 5 10 0,3 2-7 0,3 4 13 15,-2 3 2-15,1 2-14 0,-2 7-38 0,0 1-24 16,-1 3-7 0,3 3-43-16,1 0-233 0,-6 5-374 15,8 6-746-15</inkml:trace>
  <inkml:trace contextRef="#ctx0" brushRef="#br0" timeOffset="-169671.671">30359 8807 3447 0,'0'0'354'0,"0"0"-313"0,0 0-22 0,0 0 66 15,-87 80 32-15,67-68 17 0,6-5-31 0,4-2-60 16,3-4 10-16,-1-1 34 0,2-2 67 16,-2-9-108-16,-1-1 6 0,4-6 7 15,2-2-47-15,3-3-12 0,3-4-31 16,8-4-30-16,5-2 15 0,1-5 6 16,1 2 18-16,-3 4-9 0,-2 7 10 15,-5 9 21-15,0 6 12 0,-4 4-12 16,-1 2 0-16,0 4-46 15,-1 0-69-15,-2 12-99 0,0 2-378 16,0 2-473-16,-8 15-1018 0</inkml:trace>
  <inkml:trace contextRef="#ctx0" brushRef="#br0" timeOffset="-169247.135">27913 10474 3306 0,'0'0'352'15,"0"0"-334"-15,0 0-17 0,0 0 149 16,0 0 99-16,85-43-6 0,-59 27-125 16,3 0-78-16,3-1-3 0,-1 0 28 0,1 2 22 15,-5 2-57-15,-4 2-29 0,-5 6-1 16,-7 3 1-16,-3 1 3 0,-6 1-4 15,1 0-15-15,-3 0-16 0,0 0 4 16,0 0 5-16,0 0-9 0,0 0 6 0,2 0 1 16,-1 0-1-16,1 0 7 0,1 0 14 15,1 1-82-15,1 0-135 0,1 3-194 16,-3-3-256-16,5-1-759 0,-42-7-227 0</inkml:trace>
  <inkml:trace contextRef="#ctx0" brushRef="#br0" timeOffset="-168907.534">30146 10578 4003 0,'0'0'508'15,"0"0"-427"-15,0 0-81 0,0 0 0 16,0 0 115-16,0 0 29 0,0 0-78 16,0 0-65-16,0 0 20 0,0 0 19 15,0 0-22-15,-40 50-18 0,40-49 0 16,0-1 25-16,-6 0 15 0,-6-3-40 0,-8-3-6 0,-3-6 6 0,-8 0 6 16,0-6 34-16,0-1 27 0,5-1-40 15,3-1-27-15,6-2-12 0,9 3-6 16,3-2-3-16,5 1-62 0,8-1-76 31,6 2 36-31,8-1-30 0,4 2 69 0,2 1-67 0,0-1-83 0,-3 2-212 16,-7 3-605-16,-7-9-1125 0</inkml:trace>
  <inkml:trace contextRef="#ctx0" brushRef="#br0" timeOffset="-168366.243">29414 7866 2516 0,'0'0'482'0,"0"0"-226"0,0 0 37 0,0 0 54 15,0 0-36-15,-19 83-112 0,13-60-84 16,-1 2-51-16,-2 6-8 0,-2 4-31 16,-2 5-8-1,-1 6-17-15,-6 6-12 0,0 7-16 16,0 3-21-16,-4 2-44 0,1-1-165 16,0-2-124-16,1 1-185 0,6-16-484 0,-2 12-247 0</inkml:trace>
  <inkml:trace contextRef="#ctx0" brushRef="#br0" timeOffset="-168175.538">29066 9129 189 0,'0'0'1680'0,"0"0"-1369"0,-16 78-58 0,14-47 82 16,-4 5 82-16,3 3-111 0,1-1-227 15,-1 4-79-15,3 3 3 0,0 2 48 16,0 3 50-16,0-1-82 0,0 1-17 16,3 1-2-16,2-3 44 0,-1-3-3 15,0 1-41-15,-1-6 0 0,0 0 13 16,-3 0 12-16,0-3-25 15,0-5-104-15,0 4-104 0,0-2-18 16,-3 2 44-16,-2 1-78 0,-1-11-447 16,-5 21-1013-16</inkml:trace>
  <inkml:trace contextRef="#ctx0" brushRef="#br0" timeOffset="-167942.926">28958 10528 1891 0,'0'0'700'0,"0"0"-388"0,0 0-174 0,0 0-39 15,-9 78 7-15,7-55 25 0,-1 4 24 16,-2 5-12-16,2 4 93 0,-4 4-13 15,4 2-166-15,1 3-33 0,-3 4 98 16,2 0 51-16,-1-5-105 16,-1 2-9-16,0-4 17 0,-1-4-76 15,0 0-12-15,-2 1-16 16,-4-3-9-16,-2 2-167 0,-3 2 11 0,-4 5 2 0,-5 6-32 0,-1 4 31 0,-5 2 93 16,-2 0-254-16,-1 0-636 0,0-3 564 15,0-3 80-15,1-1 189 0,4-4 156 31,-1-5-101-31,-1-3-114 0,8-11-515 0</inkml:trace>
  <inkml:trace contextRef="#ctx0" brushRef="#br0" timeOffset="-166203.129">28001 7488 2028 0,'0'0'1051'0,"0"0"-853"0,0 0-45 0,0 0-20 0,0 0 16 15,0 0 109-15,0 0 11 0,0 0-23 16,0 0-67-16,0 0-84 0,8-25-46 15,-8 31-49-15,2 8 18 0,-1 7 50 16,-1 11 85-16,0 7-16 0,-5 4-70 16,-7 0-33-16,-1 4-34 0,-4-4 0 15,-1-1-19-15,1-4-11 0,0-5-7 16,4-2-20-16,4-7-23 16,0 0-48-16,3-6-59 0,3-1-57 0,3-4-166 15,0-3-244-15,0-4-497 0,9-5-477 0</inkml:trace>
  <inkml:trace contextRef="#ctx0" brushRef="#br0" timeOffset="-164903.941">30902 7999 1729 0,'0'0'454'15,"0"0"362"-15,0 0-321 0,0 0-207 16,0 0-27-16,0 0 11 0,0 0-43 16,0 0-59-16,0 0-41 0,0 0-34 15,99-61-16-15,-65 61-11 0,2 0-4 0,3 6-19 0,-3 4-45 16,-4 2-19-16,-8 0-5 0,-7 1-22 15,-10-1-12-15,-5 5 15 0,-4 2 43 16,-15 5 14-16,-11 4-14 0,-13 5-67 16,-7 0 21-16,-3 1 13 15,-3 0 30-15,6-5 3 0,6-4 1 0,8-5 12 16,10-8-13-16,9-3 0 16,8-3-19-16,6 0-30 0,1 3-46 15,5 3 43-15,11 9 52 0,9 2 12 16,7 4-12-16,8-1 2 0,7 0 5 15,7 1-7-15,3 0-18 0,4 0-35 16,1 4-42-16,-6 1-188 0,-11-6-352 0,5 15-739 16</inkml:trace>
  <inkml:trace contextRef="#ctx0" brushRef="#br0" timeOffset="-164325.229">30177 10882 329 0,'0'0'411'0,"0"0"1371"15,0 0-1489-15,0 0-45 0,0 0 154 16,97 0-55-16,-70 2-127 0,1 1-62 0,-3-1-22 16,-3 1 41-16,-2 2-23 0,-3-1-58 15,-5 2-50-15,-3 1-9 0,-3 0-23 16,-1 3-14 0,-5 2 0-16,0 2 6 0,-10 5 19 15,-6 4-1-15,-7 2 10 0,-5-2-22 16,-4 2-10-16,-1-1-1 0,2-1-1 0,6-3-2 15,6-1-10-15,4-2-22 0,9 0-18 0,6-1-19 16,3 2 35-16,11 0 20 0,3 0-5 16,1 1 2-16,1-4 18 0,0-1 0 15,-7-2-10-15,-4-3 11 0,-6 1 3 16,-2-1 22-16,-13 1 36 0,-13 2-18 0,-9 3-43 16,-8-2-49-16,-8-1-13 0,-3-2-52 15,-4-2-59-15,-5-3-22 0,-7-3-138 16,-8-2-285-16,18 0-596 0,-44-4-709 15</inkml:trace>
  <inkml:trace contextRef="#ctx0" brushRef="#br0" timeOffset="-163941.116">27494 10762 1336 0,'0'0'82'15,"0"0"1210"-15,0 0-932 0,0 0-120 0,-61 81-75 16,38-49 6 0,-3 4 19-16,3 3-30 0,4 2 0 15,2-3 2-15,9-2-32 0,5-2-43 16,3-7-19-16,11-3 31 0,6-5-10 0,6-3-13 16,2-4-8-16,3-5-16 0,0-4-12 15,3-3 2-15,3-3-14 0,8-9-27 16,1-5-1-16,7-7-58 0,3-4-114 15,1-5-107-15,-2-4-146 0,-14 12-349 0,8-19-1158 16</inkml:trace>
  <inkml:trace contextRef="#ctx0" brushRef="#br0" timeOffset="-163753.578">27792 10757 985 0,'0'0'1145'15,"0"0"-659"-15,0 0-193 0,0 0 27 16,-42 89 42-16,34-51-5 0,0 6-91 0,-3 4-98 15,-1 4-53-15,-2-1-29 0,-3 2-76 16,-3 2-10-16,0-2-28 0,1 0-25 0,2-3-67 0,3-2-67 16,6-2-67-16,-1-8-134 15,6-10-212 1,3 1-668-16</inkml:trace>
  <inkml:trace contextRef="#ctx0" brushRef="#br0" timeOffset="-153807.471">26687 9268 1881 0,'0'0'712'0,"0"0"-589"16,0 0-123-16,0 0-317 0,0 0-16 15,0 0 253-15,0 0 78 0,0 0-19 16,78 19-51-16,-45-14-188 0,7 4-166 15,6 0-30-15,7 2 143 0,-14-1 111 16,21-1 159-16</inkml:trace>
  <inkml:trace contextRef="#ctx0" brushRef="#br0" timeOffset="-153394.113">29834 10157 264 0,'0'0'127'16,"0"0"-127"-16,100 9-55 0,-71-7-222 15</inkml:trace>
  <inkml:trace contextRef="#ctx0" brushRef="#br1" timeOffset="-126937.57">1288 15054 1007 0,'0'0'2191'15,"0"0"-1828"-15,0 0-170 0,0 0-52 16,0 0 77-16,0 0 102 0,0 0-36 16,0 0-48-16,0 0-62 0,0 0-79 15,-11 89-22-15,19-42-25 0,5 9 10 16,3 7-9-16,1 5-49 0,5 6 0 16,-1-1-28-16,1-1 1 0,3-3 24 15,-4-9-30-15,2-8-7 0,-4-11 25 0,-2-9 0 0,-2-11-40 16,-1-11-15-16,-1-7 3 0,3-3 39 0,1-10 4 15,2-10-50-15,0-11-27 0,1-11-6 32,-3-9-47-32,-1-6-59 0,0-7-80 0,-6 0 13 0,0-2 75 15,-3 0 151-15,-1 2 26 0,-6 0 15 16,0 2-19-16,0 4 13 0,-6 5-6 16,-1 7 22-16,3 13 0 0,-1 5 3 15,4 10 80-15,1 8-1 0,0 4 51 16,0 6-27-16,0 0-11 0,0 2-11 15,0 5-14-15,7 1-26 0,3 8 46 0,2 4 53 0,2 8-32 16,3 9 16-16,-2 8 18 0,2 5-13 16,-2 4-59-16,-1 1-27 0,-2 1-10 31,-1-1-33-31,-1-1-3 0,-1-6-22 0,2-2 13 16,-2-7-52-16,3-6-41 0,0-7-5 15,-3-5 2-15,3-8-10 0,-1-7-27 16,-1-6-96-16,2-1-93 0,-2-11-81 0,-3-3-72 15,-1 1-491-15,-2-18-744 0</inkml:trace>
  <inkml:trace contextRef="#ctx0" brushRef="#br1" timeOffset="-126703.182">2137 15351 2917 0,'0'0'253'15,"0"0"-253"-15,14 93 0 0,-5-47 252 0,4 9 137 0,1 4-102 16,2 5-150-16,0 5-28 0,1 4-38 16,1 3-37-16,0 3-34 0,0 2-18 15,-1-2-26-15,-1-2-14 0,1-5 27 16,-2-7-72-16,-1-8-48 0,-3-11-6 16,-1-8 0-16,-2-10 36 0,-4-10 1 15,-1-13-49-15,0-5-224 0,-2-9-87 16,-1-13-42-16,0 1 5 0,-4-25-177 0</inkml:trace>
  <inkml:trace contextRef="#ctx0" brushRef="#br1" timeOffset="-126467.808">2204 15643 935 0,'0'0'1365'16,"0"0"-1000"-16,0 0-88 0,0 0 11 16,0 0 27-16,77-63-97 0,-57 63-76 15,-1 1-42-15,4 8 5 0,0 0-9 0,1 4-43 16,0 2-50-16,-1 4 10 0,-2 1 2 15,-3 7-12-15,-4 1 44 16,-4 5-35-16,-4 0 7 16,-3 7-7-16,-3 1-12 0,-2 0-22 0,-5 0 22 0,-2-2 9 15,-1-5 22-15,-3-3-6 16,2-8 15-16,-2-2-6 0,1-9-13 0,-1-4-21 16,-3-3-53-16,-1-5-55 0,-2 0-11 15,-2-6-49-15,-5-7-18 0,3-4-107 16,-6-2-191-16,7 3-547 0,-11-11-888 0</inkml:trace>
  <inkml:trace contextRef="#ctx0" brushRef="#br1" timeOffset="-125996">3069 15383 2811 0,'0'0'462'16,"0"0"-116"-16,0 0-25 0,0 0 33 15,0 0-97-15,0 0-99 0,-82 33-85 16,65-13-33-16,1 2-12 0,-1 2-25 16,4 0 9-16,1-1-12 0,5-4-11 0,3-5-10 0,4-5-35 15,0-3-17-15,7-2-1 0,7-1 74 0,4 1 18 16,3 1 19-16,2 2-6 16,0-1 12-16,-1 4 0 0,1-2 0 0,-3 4-3 15,-3 0-13-15,1 1 13 16,-5 3-39-16,-2 0 14 0,-2 2 1 0,-3 1 13 15,-5 0-29-15,-1-2-27 16,0-3-44-16,-7-3-8 0,-2-3-35 16,-5-2-46-16,1-5-14 0,-4-1-68 0,-1-7-104 15,-2-6-120-15,0-7-98 0,-2-6 18 0,-1-8-497 16,5 8 395-16,-13-28 353 0</inkml:trace>
  <inkml:trace contextRef="#ctx0" brushRef="#br1" timeOffset="-125366.435">3040 14858 727 0,'0'0'394'0,"0"0"863"0,0 0-864 0,0 0-100 0,77 56 105 15,-60-27-113-15,-1 5-8 0,4 9 27 16,0 8-125-16,1 12-55 0,0 10-63 16,-1 6 22-16,-1 6-37 0,1 2-44 15,-4 1-2-15,-2-7 0 0,-1-7 0 16,2-14-15-16,-5-12-46 0,-1-17-16 15,-1-12 3-15,-1-11 3 0,1-8-3 16,0-3-35-16,7-11 25 0,-2-7 28 16,4-6-13-1,-3-2 13-15,2-1 5 0,0 3-5 16,1 7-4-16,-2 4 16 0,2 6 44 0,-4 5 47 16,3 5 16-16,-5 0 54 0,4 6 48 15,-4 4 0-15,1 3-11 0,2 1-55 16,-2 2-22-16,1-1-37 0,-5 0-21 15,1-3-19-15,1-1-34 0,-3-5-18 16,-1-2-49-16,0-4-122 0,0 0-4 0,1-4-46 16,-2-6-30-16,3-7-197 0,-2-5-73 0,-2-6-149 15,1-1 136-15,-3-1 78 16,-2-1 205-16,0 5 263 0,0 7 40 0,0 7 506 16,4 8 80-16,-1 4 44 0,2 7 7 0,2 4-72 15,4 6-175-15,1 2-157 16,1 3-50-16,1 3 48 0,2 2-27 0,-2-6-99 15,1-4-62 1,1-7-18-16,-2-4-25 0,5-6-23 16,-3-3-32-16,4-11 30 0,-1-4-24 0,-2-7-26 15,-1-4-21-15,-3-3-6 16,-2 0 21-16,-5 2 15 0,1 0 23 0,-7 5 43 16,0 5 6-16,-1 2 38 0,-9 5 21 15,-6 2 38-15,1 7-26 0,0 4 26 16,0 3 20-16,1 9-52 0,4 6-69 0,1 7 0 15,2 10 14-15,3 3 33 0,1 4 9 16,1 0 25-16,2-5-19 0,0-7-64 0,0-10-79 16,0-8-53-16,3-10-10 15,6-4 6-15,4-16-44 0,0-12 34 0,7-10-18 16,0-10-164-16,-1-9-222 0,4-5-501 16,-9 12 57-16,8-28 244 0</inkml:trace>
  <inkml:trace contextRef="#ctx0" brushRef="#br1" timeOffset="-125018.648">4112 14898 1603 0,'0'0'984'15,"0"0"-515"-15,0 0-32 0,0 0-36 16,0 0-62 0,0 0-106-16,0 0-113 0,32 102-21 0,-19-51 3 15,2 6 39-15,2 6 69 0,2 3-82 0,1 6-48 16,0 4-32-16,3-3 1 0,-4-2 78 16,1-9-6-16,-5-10-121 15,2-9-3-15,-3-5-39 0,5-7-22 16,-2-6-15-16,-2-6 40 0,0-6-22 15,-3-4-76-15,-2-8-9 0,0-1-13 16,-1-1 21-16,-3-9 62 0,-5-3-10 0,-1-6-63 16,-6-6-30-16,-11-6-134 0,-6-3-182 0,-9-3-41 0,-5-3 21 15,-4 2 68-15,-1-2 60 0,1 4 71 16,2 4 115-16,6 9 201 0,4 10 254 16,6 8 168-16,7 5 236 0,5 2-313 15,2 5-84-15,4-1-60 0,4 2 15 16,1-7-25-16,6 2-62 0,8-3-16 15,8-1 29-15,8-9 52 16,7-4-70-16,5-7-53 0,5-6-40 16,0-4-31-16,2-1-55 0,-3-1-182 15,-2 2-130-15,-3 5-51 0,-14 7-364 16,2 0-1806-16</inkml:trace>
  <inkml:trace contextRef="#ctx0" brushRef="#br1" timeOffset="-124533.884">1823 16318 339 0,'0'0'166'0,"0"0"366"0,0 0 466 0,0 0-622 15,0 0-66-15,92 25-24 0,-63-20-40 16,4 1 19-16,4-4-6 0,8 1 2 15,4-3-67-15,10 0 8 0,6-8-14 16,10-7-67-16,8-3-39 0,8-3-29 16,7-3-38-16,6-1 25 0,8 0-10 0,5 2 13 0,0 2-18 15,7 3-1-15,4 0-12 0,-1 4 1 16,0-3-11-16,-3 3 1 0,-3-3-3 16,-2 2-30-16,-5 1 9 0,0-1-22 15,-3 1-28-15,-3 0 26 0,-5-2 29 16,-4 2 15-16,-10-3-1 0,-8 3-13 15,-8-3-68 1,-9 4-124-16,-11 0 37 0,-7-1-69 16,-10 2-363-16,-11 2-664 0,-6-4-362 0</inkml:trace>
  <inkml:trace contextRef="#ctx0" brushRef="#br1" timeOffset="-124047.773">5715 15424 1618 0,'0'0'1576'0,"0"0"-1280"0,0 0-125 0,0 0-133 0,78 28-38 16,-61-19-1-16,-4 2-24 0,-3 1-111 31,-1-3-356-31,-5 6-968 0</inkml:trace>
  <inkml:trace contextRef="#ctx0" brushRef="#br1" timeOffset="-123920.993">5810 15779 1702 0,'0'0'616'16,"0"0"-80"-16,0 0-359 0,0 0-17 0,0 0 104 15,0 0-10-15,95 44-160 0,-70-40-94 0,1-2-72 16,6-2-248 0,-6 0-334-16,18 0-1239 0</inkml:trace>
  <inkml:trace contextRef="#ctx0" brushRef="#br1" timeOffset="-123300.925">7152 14725 879 0,'0'0'78'16,"0"0"76"-16,0 0 821 0,0 0-593 16,0 0-30-16,0 0-47 0,-1 72-63 15,1-35-77-15,0 12-44 0,-2 4-42 16,2 8-4-16,-1 8-21 0,-2 6-13 16,-3 7 9-16,-1 6 34 0,-3 3 5 15,0 1-5-15,-2-2-34 0,-1-4-16 16,0-9-21-16,0-14-11 0,2-14 20 15,2-15-22-15,2-16-23 0,4-12-167 16,2-8-194-16,-1-5-307 0,-4-29-731 0</inkml:trace>
  <inkml:trace contextRef="#ctx0" brushRef="#br1" timeOffset="-123031.111">7117 14910 245 0,'0'0'2001'15,"0"0"-1613"-15,0 0 27 0,0 0-35 0,79 27-35 16,-48-6-30-16,0 6-88 0,6 8-63 16,0 8-31-16,1 9-53 0,0 5-30 0,1 7-20 15,-3 4 5-15,1 1-35 0,-4-3-2 16,-3-3-16-16,-3-6-7 0,-1-7 7 16,-4-5-22-16,-5-13 15 0,0-5-21 15,-4-9-53-15,0-6-15 0,-4-6-32 16,0-3-13-16,-3-3 17 0,-1-3-18 0,-1-5 18 15,-1-4-29 1,-3-5-17-16,0-4-13 0,-7-2-88 16,-9-5-189-16,3 6-297 0,-17-12-259 0</inkml:trace>
  <inkml:trace contextRef="#ctx0" brushRef="#br1" timeOffset="-122883.763">7453 15462 26 0,'0'0'248'0,"0"0"-65"0,0 0 488 0,-91-13 833 15,71 13-1032-15,6 0-153 0,2 0-122 16,5 0 81-16,4-1 42 0,3 1-94 0,0-2-102 0,0-1-72 15,10-1-49-15,5-1 10 0,8-2-10 16,4-2-1-16,6-3-2 0,0-3-25 16,2 1-80-16,3-2-115 0,-1-2-71 15,2 1-74-15,-11 3-318 0,13-5-930 0</inkml:trace>
  <inkml:trace contextRef="#ctx0" brushRef="#br1" timeOffset="-122262.252">9327 15108 1451 0,'0'0'1817'16,"0"0"-1388"-16,0 0-127 0,0 0-173 0,0 0-38 15,-59 69-23-15,33-38 28 0,-2 1 56 16,2 1-7-16,3-1-62 0,2-2-40 0,2-3-9 15,6-6-17-15,4-7-17 0,4-3-15 0,3-7-10 16,2-1-18-16,7 0 19 0,9 0 21 0,7 3 6 16,6 1 3-16,4 0-5 0,0 1-1 15,0 3 0-15,-1 1 2 0,-3 0-2 16,-6 6 0-16,-4-1 12 0,-3 4 16 31,-8 1 9-31,-5 4 15 0,-3 0-12 16,0-2-19-16,-7 1-4 0,-3-3-17 0,-6-3-15 15,0-2-31-15,-4-3-34 0,0-3-6 16,1-3-15-16,-3-6-16 0,1-2 8 16,2-1-9-16,-4-8-56 0,4-4-72 0,2-4-12 15,3-1-210-15,4 3-567 0,1-14-735 0</inkml:trace>
  <inkml:trace contextRef="#ctx0" brushRef="#br1" timeOffset="-121909.954">9513 15366 889 0,'0'0'2346'0,"0"0"-1819"15,0 0-90-15,17 88-46 0,-10-55-17 0,0 2-78 16,1-5-116-16,0-1-110 0,2-5-46 0,0-6-24 16,2-5-34-16,1-3-2 0,-2-6 0 0,5-4-37 15,0 0 9-15,1-7-31 0,2-5-20 0,-3-7-26 16,0-5-52-16,-2-4-32 0,-1-2 2 15,-3-2-8-15,-3 0 23 16,-1 0 44-16,-4-1 63 0,-2 0 28 16,0 2 73-16,-3 5 19 0,-6 1 63 0,3 7 35 31,-1 7 47-31,3 4 47 0,1 5-40 0,3 2-28 0,0 9-47 16,0 8-13-16,6 11 3 0,4 7-12 15,1 8-9-15,1 4 33 0,1 1 146 0,-2 0-153 16,1-5-78-16,-5-4-13 15,3-7-31-15,-4-7-54 0,4-8-86 16,-3-10-62-16,3-7-57 0,2-3-147 0,-1-15-64 0,0 1-475 16,1-29-604-16</inkml:trace>
  <inkml:trace contextRef="#ctx0" brushRef="#br1" timeOffset="-121561.259">9842 14822 797 0,'0'0'198'15,"0"0"1540"-15,0 0-1257 0,0 0-128 0,70 87 54 16,-49-49 2-16,-2 8-47 0,0 8-90 0,-5 7-79 0,1 3-53 16,-7 2-65-16,-2 3-26 0,-3-3-25 15,-1-2-24-15,-2-7 0 0,0-10-18 16,0-7 3-16,1-13 14 0,2-11-2 16,5-9-34-16,3-2-48 0,3-5 0 15,5 0 46-15,5-5 26 0,2 0 12 16,3-3-11-16,-2 2-21 0,-1 2-10 15,0 1 10-15,-1 3 14 0,-2 0 19 16,-3 3 12-16,-3 3 10 0,-1 3 5 0,-6-2-5 31,-1 3 8-31,-5-1 16 0,-1 1 6 0,-1 2-4 16,-2-2-14-16,0 2-31 0,-3-1 8 16,-6 1-11-16,0-1 0 0,-5-1-1 15,1-1-24-15,-6-1-11 0,0-6-34 16,-4 2-34-16,-3-4-18 0,-1-2-46 15,0-5-63-15,-2-4-109 0,3-2-191 16,6 2-246-16,-5-7-787 0</inkml:trace>
  <inkml:trace contextRef="#ctx0" brushRef="#br1" timeOffset="-120897.613">10641 15401 2214 0,'0'0'565'0,"0"0"-123"16,0 0-155-16,0 0-9 0,0 0 3 16,0 0-38-16,0 0-69 15,0 0-32-15,62 90-50 0,-45-52-31 16,-1 4-5-16,-4-1-41 0,-2-1-15 16,-2-3 0-16,-2-3-15 0,0-6 12 15,-3-4-13-15,0-8-5 0,-2-3-16 0,2-11-18 16,0-2-87-16,5-2-10 0,1-13 68 15,1-6 22-15,5-8 28 0,-4-4-10 16,-2-5 23-16,-1-1 21 0,-2 0 0 0,0 1 1 16,-3 7 2-16,1 3 15 0,1 8 17 0,-1 5 39 15,0 5 13-15,-1 3-18 0,4 5-11 16,1 2 13-16,4 0 13 0,0 9 23 16,7 4-39-16,-3 8-4 0,2 5-24 15,-3 4-25-15,-2 8 13 0,-5 0-25 16,-5 4 0-16,0 3-3 0,-3-3-40 0,0-2-36 0,-1-7-26 15,-2-7 1-15,1-8 18 0,-1-7-7 16,3-10-43-16,0-1-147 0,8-16-190 16,3-9-110-16,1 3-220 0,2-29-619 0</inkml:trace>
  <inkml:trace contextRef="#ctx0" brushRef="#br1" timeOffset="-120582.186">11232 15443 157 0,'0'0'2274'15,"0"0"-1762"-15,0 0-224 0,14 75-11 0,-9-45 140 16,2 3-57-16,-3 2-90 0,3-1-82 16,1-3-63-16,-3-6-60 0,5-4-56 15,-2-4-9-15,0-6 0 0,4-4 27 16,-1-4-8-16,0-3-18 0,4-5-1 0,1-9 0 0,1-5-12 16,-2-4-25-16,2-2-9 0,-4-4 6 15,0 2 16-15,-4-3 23 0,-3 5 1 16,-4-2 1-16,-2 5 2 0,-1 1 15 15,-9 2 10-15,-6 0-26 0,-3 3 0 16,-4 4 10-16,0 4-10 0,0 5 16 16,1 3 22-16,2 6-15 15,4 11-11-15,1 7-14 0,3 10-34 16,-1 5 4-16,6 2-7 0,1 0-15 16,2-6-22-16,4-6-37 0,0-7-201 15,0-7-110-15,0-6-100 0,4-9-189 0,3-2-314 16,-2-4-298-16</inkml:trace>
  <inkml:trace contextRef="#ctx0" brushRef="#br1" timeOffset="-120328.89">11449 15309 988 0,'0'0'1184'0,"0"0"-464"0,0 0-349 0,0 0-126 16,88 3 106-16,-63 11-56 0,1 7-145 16,3 5-85-16,-3 3-9 0,-2 6 27 15,-1 1-18-15,-5 3 6 0,-4 1-28 16,-4 1-27-16,-6 0-14 0,-1-2-1 0,-3-3-1 15,0-5 2-15,0-6 19 0,-3-9 50 16,0-6 21-16,3-7 43 0,0-3-71 16,0-3-41-16,0-9-22 0,0-11-2 0,6-8-28 15,-1-10 1-15,-1-8 10 0,7-5-16 16,-3-1-15-16,0 4-27 0,5 8-13 16,-1 7-44-1,2 10-52-15,-2 8-101 0,1 5-318 16,-3 7-759-16,4-1-857 0</inkml:trace>
  <inkml:trace contextRef="#ctx0" brushRef="#br1" timeOffset="-119579.186">11948 15406 303 0,'0'0'2438'16,"0"0"-1979"-16,0 0-156 0,0 0 19 0,0 0 92 16,0 0-42-16,77 80-120 0,-54-45-59 15,0 3-37-15,-3 2-47 0,-4-2-33 16,-1-2-39-16,-4-3-37 0,-3-2-19 15,1 0-11-15,-5-8-3 0,2-4-34 16,-2-7 0-16,2-7-43 0,1-5-24 0,6 0 23 0,0-5 71 16,3-7 19-16,0-5-1 15,-2-8 1-15,-2-3-22 0,1-6 9 16,-2 1 16-16,0-4 5 0,1 3 1 0,-3 4-4 0,1 6 16 0,-1 9 2 16,-4 5 62-16,0 6 19 0,-2 4 22 15,-2 0 11-15,2 10-40 0,0 2 7 16,0 6-22-16,0 4-7 0,-2 2-17 31,3 0-25-31,-1-4-12 0,-1-4-3 16,1-7-24-16,0-2-1 0,2-4 4 15,0-3-16-15,2 0-11 0,4-5 8 0,3-8 0 16,1-1-27-16,0-4 15 0,2-4 15 16,-3 3 18-16,4 2 1 0,-4 3 3 15,2 2-1-15,-4 5 19 0,-1 5 25 0,-2 2 64 16,-1 0 36-16,1 9-43 15,-1 1-48-15,1 1-16 0,-1 0 10 0,1 0 2 16,0 1-12-16,0-1-17 0,0-4-1 16,2 0-15-16,-2-3-9 0,1-4-74 15,1 0-61-15,2-7-15 0,4-4 8 16,-2-7-54-16,5-4-72 0,-1-2-7 0,4-2 112 0,-3 2 45 0,-2-1 62 16,-3 3 80-16,-5 6 35 0,-1 4 92 15,-6 8 75-15,-3 2 53 0,0 2 64 16,-2 6 0-16,-8 6-52 0,0 5-66 15,-2 7-60-15,0 7-35 0,0 6 9 16,2 3 131-16,2-1-77 0,2-3-60 16,1-6-61-16,5-8-48 15,0-6-36-15,0-6-25 0,2-4 4 16,5-5-13-16,3-1-50 0,7-8 44 16,2-7-48-16,1-9-13 0,3-9-15 15,0-8-89-15,-1-6-112 0,0-7-174 16,-1-4-155-16,-2-4-337 0,-5 14-31 15,1-33-64-15</inkml:trace>
  <inkml:trace contextRef="#ctx0" brushRef="#br1" timeOffset="-119394.661">13003 14777 668 0,'0'0'763'15,"0"0"-74"-15,0 0-95 0,0 0-173 16,0 0-99-16,0 0 39 0,0 0-40 0,0 0-32 16,0 0-67-16,2 102-4 0,7-48 48 15,0 1 14-15,3 4-89 0,2 5-97 16,-1 0-51-16,4 4 5 0,1-3 19 15,0 0-61-15,0-1-6 16,2-3-25-16,4-4-50 0,2-4 26 0,2-7-17 16,3-4-89-16,1-7-36 0,4-5-25 15,0-5-32-15,3-7-156 0,-8-7-300 16,14-4-713-16</inkml:trace>
  <inkml:trace contextRef="#ctx0" brushRef="#br1" timeOffset="-118856.741">14715 15363 1380 0,'0'0'2034'0,"0"0"-1607"0,0 0-169 0,0 0-164 16,0 0 49-16,0 0 83 0,0 0-54 15,-32 77-49-15,12-38-28 0,0 0-22 16,1 1-14-16,1 0-8 0,3-7-24 16,2-3-27-16,8-11-18 0,2-6-7 15,3-7-14-15,4-1-17 0,13-1 17 16,8 1 17-16,2 0-2 0,9 0 2 0,0-1 4 16,2 2 6-16,-2 1 10 15,-2 2 2-15,-3 2-1 0,-7 2 1 0,-4 0 33 16,-7 0 71-1,-5 3-3-15,-7 0-12 0,-1 3-4 0,0-1-12 16,-9 1 6-16,-2-1-54 0,-4 0-25 16,-1-5-42-16,1-1-40 0,0-4-28 15,1-2-24-15,1-3-65 0,2-3-46 16,3-7-90-16,2-6-72 0,0-5-159 16,2 2-794-16,3-22-620 0</inkml:trace>
  <inkml:trace contextRef="#ctx0" brushRef="#br1" timeOffset="-118556.438">15009 15658 1175 0,'0'0'971'0,"0"0"378"0,0 0-850 0,0 0-177 16,64 71 37-16,-53-63-65 0,1-5-110 0,-1-3-72 15,1 0-39-15,4-11-73 0,5-9-45 16,2-8-44-16,2-6-72 0,-1-5-41 16,-2-3-23-16,-5 5 40 0,-5 2 39 15,-6 7 18-15,-6 3 12 0,-6 7 34 16,-9 3 29-16,-6 4 53 0,-5 5 144 15,-2 5 13-15,3 1 11 0,0 12-10 16,2 7-44-16,3 8 0 0,4 5-22 16,1 9-21-16,7 3-4 15,0 5 9-15,4 7 22 0,0 1 21 16,3 2 2-16,1-3-18 0,0-5-27 16,0-9-42-16,5-9-34 0,2-8-24 0,2-10-48 15,3-6-59-15,5-5-27 0,3-4-22 16,3-6-40-16,3-11-60 0,4-4-140 15,2-2-290-15,-7 0-588 0,9-4-795 16</inkml:trace>
  <inkml:trace contextRef="#ctx0" brushRef="#br1" timeOffset="-117485.249">15397 15396 795 0,'0'0'74'0,"0"0"1448"0,0 0-1000 0,0 0-97 16,86-2-88-16,-53 16-44 0,2 3-58 16,-2 6-55-16,-1 8-37 15,-6 5-4-15,-3 6-20 0,-6 3-54 0,-3 1-34 0,-6 0-16 16,-2-1 6-16,-5-4-8 16,1-3-12-16,-2-8 1 0,0-5 1 0,0-5 0 15,-3-9 0-15,1-3 9 0,2-5-10 16,-1-1 1-16,1-2-3 0,0 0 0 15,0-5-13-15,0-5 13 0,0-5 17 16,4-10-16-16,0-7 17 0,2-5 3 0,3-5-3 16,1-1-17-1,-1 1-1-15,3 5-36 0,0 1-19 16,5 3-19-16,-1 3-104 0,3 2-75 16,-2 5-115-16,-1 5-308 0,4-6-782 0</inkml:trace>
  <inkml:trace contextRef="#ctx0" brushRef="#br1" timeOffset="-117317.099">16130 15427 1881 0,'0'0'1515'0,"0"0"-1271"15,0 0-64-15,13 64 27 0,-10-36 162 16,0 1-51-16,-3 5-100 0,0-2-93 16,2-3-55-16,-1-2-48 0,-1-6-22 15,3-3-40-15,-3-2-64 0,0-4-52 0,0-1-25 16,0-3-48-16,0-4-180 0,0-2-292 0,-4-2-736 0</inkml:trace>
  <inkml:trace contextRef="#ctx0" brushRef="#br1" timeOffset="-117154.421">16079 15240 1611 0,'0'0'1043'0,"0"0"-487"0,0 0-359 0,0 0-108 16,0 0 127-16,0 0 98 0,0 0-172 0,87 3-142 15,-61 2-44-15,0-1-201 16,0 1-173-16,-7-1-305 0,5 0-714 0</inkml:trace>
  <inkml:trace contextRef="#ctx0" brushRef="#br1" timeOffset="-116875.323">16434 15548 947 0,'0'0'1651'0,"0"0"-1178"0,0 0-103 0,19 66-28 16,-9-57-36-16,2-5-119 0,2-4-63 0,6-4-56 15,3-11-40-15,5-9-28 16,-1-2-12-16,3-8-75 0,-3 0-44 0,-2-2-15 16,-2 0-9-16,-3 5 33 0,-8 5 12 15,-5 4 72-15,-7 4 38 0,0 5 44 16,-4 4 19-16,-6 3 47 0,-4 6 35 0,0 2-20 16,0 11-41-16,-2 8-65 0,1 8 52 15,1 9 16-15,0 3 40 0,0 5-13 31,3 0 9-31,0 2-16 0,5-2-9 0,3-4 6 16,3-8 9-16,0-8-1 0,5-10-93 16,5-6-19-16,1-7-140 0,2-3-22 0,7-6-9 15,3-9-50-15,5-6-163 0,3-6-282 16,1-4-20-16,-6 6-21 0,13-17-1229 0</inkml:trace>
  <inkml:trace contextRef="#ctx0" brushRef="#br1" timeOffset="-116602.753">17095 15246 1850 0,'0'0'1195'0,"0"0"-650"15,0 0-31-15,0 0-8 0,0 0-107 16,0 0-136-16,0 0-108 16,0 0-95-16,-48 88-35 0,31-56 29 15,1 3 10-15,4-6-28 0,6-4-36 0,2-5-14 0,4-2 14 16,0-3 11 0,10-1-11-16,6-2-21 0,3 2 0 15,4-3-7-15,4-1 1 0,2 1 0 16,1-1 12-16,2 0 15 0,0 1 0 15,-2-3 17-15,-3 2 31 0,-5-3-36 0,-2 0-12 16,-7 2-3-16,-3-2-9 0,-4 2 12 16,-2 2 1-16,-4 0-1 0,0 3-20 0,-8 2-47 15,-8 1-2-15,-3 4-16 0,-7 0 12 16,-3-2 2-16,-5 1-5 0,-5-2-58 0,-6-2-53 16,-1-1-75-16,-6-3-188 15,13-4-538-15,-23-4-1090 0</inkml:trace>
  <inkml:trace contextRef="#ctx0" brushRef="#br1" timeOffset="-115805.967">19088 15315 1144 0,'0'0'1575'0,"0"0"-1225"0,0 0-72 0,0 0 8 0,0 0 51 31,0 0-8-31,0 0-32 0,90 31-73 0,-71 0-64 0,-2 7-66 16,-2 9-54-16,-4 3-28 0,-3 3-11 16,-3 0-1-16,1-6 0 0,-3-8-21 15,1-8-6-15,-2-10-7 0,-1-7-15 16,1-9-40-16,0-5-27 0,1 0-10 0,3-12-29 16,2-7 109-16,3-9 18 0,0-4-43 15,4-9 12-15,-1-3-3 16,-1-1 2-16,3-1 35 0,-3 4 15 15,-2 6 10-15,0 8 16 0,-4 9 18 0,-3 9 81 16,0 5 6-16,-4 5 46 0,3 9-16 16,-3 5-35-16,3 7-67 0,-1 4-18 15,-1 3-13-15,2 0 10 0,-2 0-1 0,2-6-16 16,0-3-11-16,2-5-25 0,0-7-12 16,4-3 19-16,0-4 18 0,1-1-2 15,1-9 2-15,2-6 8 0,1-3-8 16,0-3-15-16,1-1-3 0,1 1-7 15,1 4-9-15,0 2-2 16,1 5-1-16,-2 6 9 0,3 5 28 0,-1 0 32 16,0 13 57-16,0 6 0 0,-1 7-16 15,0 3-15-15,-3 3 0 0,0 4 3 16,0-1 6-16,-2 0-12 0,-2-1-16 16,-1-5-30-16,-1-4-9 0,1-4-30 15,0-4-19-15,1-5-42 0,0-5-46 0,3-3-62 0,1-4-35 16,1-4-109-16,-2-3-297 0,7-12-744 0</inkml:trace>
  <inkml:trace contextRef="#ctx0" brushRef="#br1" timeOffset="-115405.152">20304 15437 372 0,'0'0'2008'16,"0"0"-1573"-16,0 0-88 0,0 0 82 16,0 0-44-16,0 0-106 0,0 0-83 0,-74-64-5 0,64 64 12 15,-3 11-29-15,-3 9-70 0,-4 12 12 16,3 7 12-16,0 10 15 0,1 4 44 0,6-3-36 16,3-4-57-16,2-8-85 0,5-10-9 15,0-9-75-15,6-6 5 0,4-5 4 16,4-8 14-16,5 0 7 0,4-11 2 15,0-8 4-15,2-5-12 0,-3-3 8 32,-1-1-9-32,-5-1 10 0,-2 4 26 0,-5 2 16 0,-2 2 3 0,0 4 12 15,-4 3 0-15,0 6 9 0,-1 2 13 16,-2 3 2-16,1 3 22 0,-1 0 9 16,2 9-34-16,0 4-18 0,4 6 12 15,-1 4-27-15,0 3-2 0,1 0 12 16,-2-3-13-16,1-2-13 0,1-4-59 15,-1-5-86-15,1-2-39 0,0-8-8 16,2-2-58-16,1-7-144 0,4-7-184 16,-4 0-198-16,5-11-937 0</inkml:trace>
  <inkml:trace contextRef="#ctx0" brushRef="#br1" timeOffset="-114874.051">20559 15321 3134 0,'0'0'787'15,"0"0"-418"-15,-4 65-44 0,4-35 4 16,0 2-70-16,1 0-58 0,5-2-22 16,1-6-52-16,3-1-80 0,2-7-47 0,1-3-46 15,1-4 1-15,3-2-16 16,1-7 40-16,-2 0-12 0,1-2-22 16,0-7-21-16,0-2 22 0,-1-5-7 15,0 0-9-15,0-3 9 0,-2 0 21 16,-1-1-2-16,0-2 5 0,-4 5 13 0,-2 2 24 15,-2 4 13-15,-2 6-13 0,-2 5 55 0,2 0 55 16,-3 1 17-16,1 7-54 0,2 2-27 16,0 5-13-16,0 1-5 0,0 1-10 15,1 1 6-15,0-1-21 0,-1-5 0 0,0 2-3 16,3-4 1-16,-3 0 11 0,0-2 3 16,-1-2 16-16,-2-1-1 0,2-2-30 15,-1 0-1-15,-1-3-2 0,0 0-12 16,0 0 12-16,0 0-15 0,0 0-16 15,2 0-32-15,-1-2-7 0,-1 1 30 16,0 1 31-16,0 0 11 16,0 0 0-16,0 0 1 0,0 0 0 15,0 0-1-15,0 0 0 0,0 0-2 16,0-2-15-16,0 2-4 0,3-2-32 16,-1-1-44-16,2 0 25 0,1-1 33 15,1-3 4-15,0 2-32 0,-3 0-8 0,2 1-4 0,-3 1 25 0,-2-1 15 16,2 4 9-16,-2-2 10 15,0 2 2-15,0-1 1 0,0 1-19 16,0-2-34-16,0 0-56 0,0 2-22 16,0-3-29-16,0-1-84 0,0-1-6 15,0-1-118-15,0-2-234 0,0 1-103 16,0 1-84-16,0 50-194 0</inkml:trace>
  <inkml:trace contextRef="#ctx0" brushRef="#br1" timeOffset="-114386.832">20906 15468 771 0,'0'0'355'16,"0"0"-65"-16,0 0-17 0,0 0-13 15,0 0-10-15,0 0-14 0,0 0-39 16,0 0-17 0,0 0 6-16,0 0 29 0,3-10 18 15,-3 10-12-15,0 0-35 0,0 2-29 16,0-1-24-16,0 0 1 0,0 0-1 0,2 1-15 15,-2 1-26-15,3 1-27 0,0 1 21 16,-1 2-3-16,1 2-19 0,0 3-15 16,1 1-15-16,-1 5-6 0,0 3-4 15,0 4 4-15,-2 2 2 0,-1 4-6 0,2 2-2 16,-2 2-10-16,0 3-9 0,0 0 0 16,0 1 0-16,0 0 12 0,0 3-12 0,0-1-3 15,-2 3 2-15,1 2 1 0,0 3-1 16,-1 3-2-16,1 2-20 0,-1 2 18 15,1-2-22-15,-5 0 21 0,0-6-16 0,1-2 17 32,-3-6-1-32,2-1-55 0,-3-4-15 15,1-2 30-15,2-4 10 0,1-2 11 0,-1-5 10 16,-1-2 0-16,1-7 9 0,-1-1-16 16,-1-4-15-16,-3-4-27 0,0-1-22 15,-5-3-16-15,-2-2 19 0,-6-5 46 16,-3-5-28-16,-4-4 0 0,-2-7-16 15,-3-2 47-15,-4-5 3 0,-3-3-12 0,-2-4 18 16,-3-2-19-16,-1-2 19 0,3-1-38 16,3-1-56-16,3-3-149 0,7 1-136 0,9 7-273 15,0-18-819-15</inkml:trace>
  <inkml:trace contextRef="#ctx0" brushRef="#br1" timeOffset="-113653.848">22012 15490 1527 0,'0'0'403'16,"0"0"419"-16,0 0-341 0,0 0-172 16,39 75-69-16,-26-38-26 0,-1 8-16 15,-3 2-49-15,-1 2-50 0,-3 1-25 16,-4-3-30-16,-1-6-41 0,0-5-3 16,0-10 0-16,3-10-2 0,-1-6-20 0,-1-6-40 15,4-4-46-15,3 0 5 0,4-11 78 0,4-6 25 0,5-7 0 16,2-7-34-16,1-5-31 0,1-4 12 15,1-1 32-15,-3-1 21 16,-1 4 25-16,-2 1 15 0,-3 7 7 0,-5 6 9 16,-3 6 7-16,-2 8 11 0,-4 8-3 15,0 2 38-15,2 5 69 0,0 8 43 16,1 8-80 0,-1 5-80-16,2 7-28 0,-1 1-14 0,-3 1 8 15,1-1-12-15,-1-5-15 0,0-6-9 16,0-3-21-16,-1-9-83 0,2-3-49 15,0-7-7-15,3-1 0 0,1-6-51 16,4-10-88-16,4-5-203 0,-5 1-468 16,10-19-366-16</inkml:trace>
  <inkml:trace contextRef="#ctx0" brushRef="#br1" timeOffset="-113418.986">22647 15614 833 0,'0'0'1698'16,"0"0"-960"-1,3 72-252-15,1-38-149 0,-2 2-38 16,1-1 6-16,4-8-22 0,0-4-85 15,6-8-82-15,2-9-58 0,5-6-58 16,4-1-19-16,2-14-29 0,3-8-50 16,3-9-54-16,-2-4-32 0,-3-4-10 15,-1 2-9-15,-6 2 16 0,-6 4 53 0,-9 3 43 16,-5 4 91-16,-4 4 0 0,-11 5 19 16,-6 7-16-16,-6 5 59 0,-2 5 63 15,-1 12-32-15,-1 6-50 0,5 5 19 16,6 4-6-16,1 0-3 0,6-3-23 0,3-3-30 15,5-6-31-15,3-7-90 0,2-5-165 0,4-4-256 16,11-10-108-16,-2-3 27 0,14-21-521 16</inkml:trace>
  <inkml:trace contextRef="#ctx0" brushRef="#br1" timeOffset="-113050.217">23211 14861 365 0,'0'0'2189'0,"0"0"-1597"0,1 66-292 31,-1-25-37-31,0 13 79 0,4 8 8 16,1 6-23-16,1 6-60 0,2 0-32 0,-1 3-71 15,-2-3-85-15,1-4-55 0,-4-7-24 16,3-4-33-16,-1-12-79 0,3-8-1 0,0-10 25 16,-1-7 39-16,0-8 21 0,1-4 16 15,-3-8-15-15,-1-2-74 0,-1 0-22 16,-2-2-21-16,0-6-38 0,0-4-60 15,-10-2-56-15,-2-4-65 0,-8-3 16 16,1-4-50-16,-7 0-29 0,1-6 70 16,-4-3 349-16,1 1 7 0,0 0 279 0,3 4 25 15,3 6 59-15,4 7-37 0,7 7 55 0,6 4-28 16,3 5-113-16,2 0-78 0,7 0-63 16,10 2 36-16,8 1 105 0,4-2-42 15,7-1-48-15,7 0-32 0,2-6-33 16,5-6-36-16,5-7-35 0,0-2-14 0,1-4-24 15,-2-1-67-15,-3-2-67 0,-4 3-93 16,-2 0-61-16,-13 7-258 16,9-3-877-16</inkml:trace>
  <inkml:trace contextRef="#ctx0" brushRef="#br1" timeOffset="-112355.079">24902 14729 1527 0,'0'0'1218'15,"0"0"-693"-15,0 0-159 0,0 0-45 0,0 0-4 0,62 67-51 0,-43-16-50 16,1 15-26-16,-3 14-59 0,-5 7-33 16,-4 5-25-16,-5 1-3 0,-3-4-30 15,-6-6-28 1,-5-10-12-16,-1-10-21 0,1-13-59 15,3-11-47-15,-1-12 26 0,6-10 46 16,3-7 27-16,0-8-18 0,0-2-40 16,0-2 34-16,10-10 12 0,0-3 28 15,5-6 12-15,5-4-21 0,3 0-32 0,1 0-9 16,1 3 32-16,3 3 17 0,-2 8 13 16,-4 4 19-16,1 6 36 0,-5 1 44 15,-1 8 5-15,-4 5-15 0,-4 2-43 16,-1 4-45-16,-5 4-1 0,-3 0 0 15,0 2 15-15,-4 0 31 0,-7-3-3 0,0-1 3 16,-4-2-6-16,2-4-22 0,-3-2-7 16,1-3-11-16,1-3-24 0,-3-4-13 15,3-3-6-15,0 0-12 0,1-5-49 16,0-5-77-16,5-7-16 0,0-5-57 0,4-3-248 16,2-7-495-16,2 5-460 0</inkml:trace>
  <inkml:trace contextRef="#ctx0" brushRef="#br1" timeOffset="-112054.396">25484 15536 2097 0,'0'0'1518'0,"0"0"-1150"0,0 0-104 15,0 0 104-15,0 0-45 16,0 0-115-16,67 66-93 0,-55-66-45 0,6-2-9 16,6-11-43-16,4-6-18 0,4-8-11 15,1-2-98-15,2-3-50 0,-4 0 10 16,-4 2 54-16,-6 1 18 0,-7 6 25 15,-6 3 3-15,-8 4-1 0,-5 2 13 0,-10 6 37 16,-4 2 0-16,-6 4 44 0,1 2 8 16,-1 9 6-16,2 8-45 0,4 6 11 15,1 7 25-15,3 3 22 0,2 6 2 0,2 1-6 0,2 3-15 16,2 2 3-16,4-3-21 0,3-4-34 16,6-6-18-16,7-7-61 0,7-4 9 15,3-6 9-15,7-6-28 0,8-5-21 16,1-4 8-16,5 0-108 0,5-9-286 15,-10 4-280-15,20-11-435 0</inkml:trace>
  <inkml:trace contextRef="#ctx0" brushRef="#br1" timeOffset="-111602.091">27286 15318 1292 0,'0'0'361'16,"0"0"867"-16,0 0-978 0,0 0-87 0,0 0 18 15,-82-31 132-15,60 37-99 0,-1 12-47 16,-2 8 47-16,-1 10 3 0,3 9-26 16,5 5-7-16,3 3 17 0,7-3-58 15,4-7-58-15,4-7-36 0,0-7-49 16,9-10-40-16,5-8 4 0,5-5-16 0,5-6-6 16,4-7 7-16,3-8-4 0,2-8-27 0,-1-6-13 15,1-1 0-15,-4-2-34 16,-4 1 0-16,-2 2 18 0,-9 6 18 0,0 2 6 15,-6 7 22-15,-3 4 40 0,-2 5 25 16,0 5 31-16,-1 2 115 0,1 10 21 16,4 3 39-16,1 6-111 0,1 4-31 15,2 0-21-15,3 2-27 0,3 2-16 0,2-4-18 0,4 0-6 16,2-6-71-16,4-5-114 0,4-6-88 16,2-7-175-16,-8-1-321 0,12-5-804 0</inkml:trace>
  <inkml:trace contextRef="#ctx0" brushRef="#br1" timeOffset="-110255.614">9794 16814 424 0,'0'0'658'15,"0"0"1162"-15,0 0-1461 0,0 0-152 0,70 76-49 16,-45-35-50-16,-1 12-17 0,-2 3-53 16,-3 6-12-16,-4 3-26 0,-2-3-25 15,-2-5 9-15,-3-6 16 0,-1-13 29 16,-4-11-7-16,0-12-10 0,-1-5-11 15,-1-8-1-15,-1-2-6 0,3-6-35 0,0-7 9 16,5-10 31-16,0-6-24 0,-1-9 9 16,0-3-12-16,0-4-13 15,0 3 25-15,-1 0 15 0,3 6 1 16,-1 3 13-16,0 8 3 0,-1 8 0 16,0 5 24-16,-1 8 20 0,1 4-16 15,5 1 22-15,5 9 135 0,0 8-60 16,6 5-39-16,-3 7-43 0,1 6-22 15,-1 4-6-15,-6 6-29 0,1 1-2 16,-5 3-12-16,-3-3-16 0,-3-1-6 16,-1-9-3-16,1-8-16 0,-4-8-18 15,0-8-51-15,2-7-26 0,-1-6-59 16,-1 0-119-16,2-11-245 0,-1-1-204 16,2-18-706-16</inkml:trace>
  <inkml:trace contextRef="#ctx0" brushRef="#br1" timeOffset="-109946.607">10484 17101 1251 0,'0'0'309'16,"0"0"889"-16,0 0-847 0,26 75 9 15,-15-40 16-15,1 3-15 0,1 0-69 0,0-1-88 16,-3-6-82-16,1-7-69 0,-2-10-52 0,1-3 0 16,-1-9-2-16,5-2-14 0,1 0 0 15,2-12-19-15,3-7-18 0,-1-5 3 16,1-6 0-16,-4-4-44 0,0-3-3 15,-3-1-18-15,0-2 27 0,-3-1 40 0,-4 2-40 32,-6 2-77-32,0 0-9 0,-8 4 113 0,-6 3 19 0,-3 6 41 0,-3 7 0 15,-1 7 41-15,0 5 32 0,1 5 12 16,1 6 2-16,0 10-39 0,3 6-48 16,3 8-55-16,5 3 55 0,2 3 50 15,4-2 20-15,1-2-70 0,1-4-12 16,0-2-137-16,0-7-213 0,1-4-628 15,4 0-659-15</inkml:trace>
  <inkml:trace contextRef="#ctx0" brushRef="#br1" timeOffset="-109678.904">10779 16883 881 0,'0'0'0'0,"0"0"1343"16,0 0-900-16,78 35-51 0,-49-16 14 15,0 7-131-15,1 4-80 0,-5 3-62 16,-1 3 10-16,-4 3-34 0,-5 1-44 16,-1 2-27-16,-5 1-17 0,-5-3-19 15,-1-2-2-15,-3-7-3 0,0-6 3 16,0-10 1-16,0-6 37 0,0-6-17 0,0-3-19 16,3 0 23-16,1-7-25 0,1-6 1 0,2-12 13 15,1-8 1-15,1-10-15 0,-3-6-71 16,2-6-97-16,-3-3-47 0,-1 2-140 0,-3 5-121 15,1 15-305-15,2-2-1130 0</inkml:trace>
  <inkml:trace contextRef="#ctx0" brushRef="#br1" timeOffset="-109167.703">11317 16899 810 0,'0'0'2123'0,"0"0"-1529"0,0 0-218 0,0 0-115 0,49 67-56 32,-33-41-32-32,-2 3-37 0,2 4-71 0,-3 0-56 15,-3 4-9-15,0-1-2 0,-3 0-17 0,-2 2-30 16,-2-1-31-16,-2-4-10 0,-1-8 35 16,0-7 24-16,0-9-3 0,2-9-35 15,-1 0-83-15,3-11-18 0,5-7-19 16,-2-5 6-16,5-10-45 0,0-3-178 15,3-4-164-15,2 0 13 16,1 2 114-16,0 4 170 0,-2 7 273 0,-1 8 133 16,-4 7 290-16,-1 8 74 0,-1 4 17 15,-2 0-1-15,-1 10-55 0,2 7-169 16,-3 5-100-16,-1 6-43 0,2 1-47 16,-2 2 7-16,1-2 8 0,-2-2 15 15,2-5-55-15,-2-4-62 0,0-7-12 16,0-6-18-16,0-4 17 0,1-1-27 15,3-6-15-15,5-9 43 0,2-5 0 16,3-8 0-16,1-4-28 0,3-4-36 0,2 0-60 16,2 1 25-16,-2 5 43 0,3 3 22 15,-2 10 18-15,-4 5 16 0,-2 8 68 16,-1 4 71-16,-2 6 40 0,0 9-19 16,-3 6-38-16,4 3 46 0,-5 4 39 0,-2-1-122 0,-3 1-66 15,2-2-19-15,-5-4-27 0,2-2-16 16,-1-5-96-16,3-2-81 0,3-5-37 15,2-3 23-15,1-5-39 0,-2 0-481 16,14-19-1012-16</inkml:trace>
  <inkml:trace contextRef="#ctx0" brushRef="#br1" timeOffset="-108729.849">12539 16908 2653 0,'0'0'715'0,"0"0"-341"16,0 0 48-16,-32 72 9 0,18-34-23 15,0 2-155-15,3 3-110 0,3-2-30 16,-1-3-13-16,6-7-4 0,3-8-47 16,0-9-49-16,0-6-27 0,0-6-28 0,5-2 1 0,3-3-22 15,4-9 33-15,2-5 10 0,0-5-31 16,1-5-45-16,-1-2-31 0,-2-4 12 16,-1-2 5-16,-2-3-33 0,1-3-85 15,0-6-135-15,-3-3-105 0,-1-4-25 0,-3-3 27 16,-3 1 82-16,-3-1 72 0,-7 4 49 15,-1 5 276-15,-1 6 121 0,-1 9 307 0,5 8-5 32,0 7-82-32,5 8-5 0,0 3-2 0,3 5-79 0,0 2-69 0,0 0-61 15,0 0-23-15,0 0 13 16,0 0 9-16,0 1-26 0,0 0 16 0,0 1 18 16,0 0-3-16,0-2-13 0,0 4-31 15,2 2-15-15,2 3 6 16,4 7 48-16,3 7-42 0,-1 8-42 15,5 9-1-15,2 6 6 0,-1 10-11 16,-1 4-4-16,3 6-3 0,-5 5 0 0,-2 1-9 16,1 0-18-16,-5-5 0 0,-1-2-30 15,-2-8-82-15,-1-8-78 0,3-8-23 16,-1-9-16-16,0-7-89 0,1-7-242 16,-2-6-552-16,3-7-564 0</inkml:trace>
  <inkml:trace contextRef="#ctx0" brushRef="#br1" timeOffset="-108212.856">14306 16765 1967 0,'0'0'760'16,"0"0"-122"-16,0 0-255 0,0 0-197 16,0 0 22-16,-97 66 19 0,73-32-103 15,-2 6-56-15,3 4 9 0,4 0 6 16,6-1-3-16,6-6-13 0,5-6-18 16,2-6 3-16,5-6-24 0,9-5-28 15,9-3-33-15,5-3-40 0,6-1 24 16,4-3-19-16,3 0 25 0,-2-1-15 15,-3 0 12-15,1 4 42 0,-6 2-16 16,-3 4 20-16,-5 4 28 16,-3 2 64-16,-7 3-9 0,-4 0-25 0,-7 1-3 15,-2-1-3-15,0 1-18 0,-8-3-34 16,-4-1-23-16,-1 0-23 0,-1-4-3 0,1-5 0 16,1-3-19-16,3-6-30 0,1-1-63 0,-1-12-52 15,2-8-163-15,3-8-25 0,-1-8-155 16,4 6-575-16,1-22-104 0</inkml:trace>
  <inkml:trace contextRef="#ctx0" brushRef="#br1" timeOffset="-107927.853">14585 17112 1612 0,'0'0'749'0,"0"0"-101"0,0 0-77 15,78 8-79 1,-56-5-94-16,-3 0-93 0,1-3-41 16,0 0-63-16,0-3-58 0,0-10-55 15,3-6-88-15,-2-10-61 0,2-7-78 0,0-4-72 16,-3-1-12-16,-3 2-23 0,-3 5-5 15,-8 7 86-15,-4 6 87 0,-2 6 47 16,-9 4 31-16,-10 3 19 0,-2 4 49 16,-6 4 44-16,0 2 22 0,1 12 2 15,-1 8-19-15,7 8-34 16,1 6-9-16,6 5-6 0,2 3 39 0,5 1-22 0,0 0-18 16,3-1-18-16,3-5-12 15,0-1-25-15,0-5-12 0,0-4-18 0,2-6-16 16,1-7-33-16,1-4 0 0,0-5 6 15,-1-5-37-15,1-2-74 0,2 0-1 0,2-4-93 0,1-5-192 0,-3 0-237 16,3-10-621-16</inkml:trace>
  <inkml:trace contextRef="#ctx0" brushRef="#br1" timeOffset="-107611.918">15021 16715 635 0,'0'0'821'0,"0"0"-350"0,0 0-244 0,0 0-7 15,0 0 94-15,93 77 81 0,-74-43 42 16,1 2 26-16,-3 6-10 0,-2-3-221 0,-1 4-73 16,-4 1-15-16,-1 1-21 0,-2 0-17 15,0 0-35-15,-7 1-44 0,0-1-27 16,-4 3-61-16,-4-3-33 0,-3-1 5 16,3-6 25-16,-1-7 34 0,6-9 30 0,-1-10 19 15,4-7-4-15,0-5 34 0,0-8-19 16,4-9 4-16,2-9-31 0,4-7 21 15,2-9 1-15,3-4-25 0,1-3-27 16,2 3-21-16,1 0-7 0,2 6-4 16,0 2 20-16,0 4-23 0,-1 3-45 0,-1 4-44 15,-2 2-81 1,-1 3-96-16,-2 3-132 0,1 2-210 16,-5 5-542-16,0 0-305 0</inkml:trace>
  <inkml:trace contextRef="#ctx0" brushRef="#br1" timeOffset="-107427.285">15767 16943 2764 0,'0'0'982'15,"0"0"-711"-15,0 0-67 0,3 82 131 16,-3-51-28-16,-3 0-111 0,-3 0-107 0,3-4-47 16,-1-3-33-16,-1-3-9 0,2-5-33 15,0 1-62-15,1-9-85 16,-1 1-14-16,-1-6-6 0,0-3-61 15,-5 0-197-15,2-5-254 0,0-2-430 16,-7-7-697-16</inkml:trace>
  <inkml:trace contextRef="#ctx0" brushRef="#br1" timeOffset="-107268.765">15634 16718 3732 0,'0'0'975'0,"0"0"-797"0,0 0-68 16,0 0 55-16,0 0 2 0,0 0-73 15,0 0-62-15,0 0-32 0,87 50-146 0,-70-46-101 0,0-4-16 32,0 0-70-32,-6 1-384 0,2 5-1160 0</inkml:trace>
  <inkml:trace contextRef="#ctx0" brushRef="#br1" timeOffset="-106995.823">15965 17049 2413 0,'0'0'1395'0,"0"0"-1139"0,0 0-169 0,0 0 47 15,0 0 34-15,0 0-125 0,0 0-43 16,0 0-93-16,89 24 0 0,-60-41-63 16,1-2-73-16,3-6-17 0,2-1-135 0,1-2-199 15,1 0-155 1,-1-1 521-16,-5 4 133 0,-6 0-59 16,-8 3-192-16,-6-1 332 0,-8 4 127 15,-3 4 319-15,-5 3-171 0,-12 6 88 16,-3 4 275-16,0 2-198 0,-5 9-332 15,-1 9 288-15,1 7-86 0,0 7-102 16,0 8-69-16,2 5-44 0,0 2-3 0,4 0-3 0,2-4-25 16,3-3-64-16,4-9-89 0,3-6-144 15,1-5-29-15,4-4-25 0,2-6-37 16,0-6-1-16,8-4-58 0,-1-4-147 16,10-16-530-16</inkml:trace>
  <inkml:trace contextRef="#ctx0" brushRef="#br1" timeOffset="-106704.474">16609 16773 3580 0,'0'0'964'0,"0"0"-773"0,-29 72-89 0,15-37 60 0,-4 4 106 16,2-2-113-16,2-1-79 0,5-7-48 16,4-5-28-1,5-2-34-15,0-8-8 0,5 1 17 16,11-2-14-16,2-3 6 0,5 0 2 0,2-1-5 15,4 1 8-15,3 1 28 0,0 0 1 16,-1 0 0-16,1 0-2 0,-5 1-14 16,-2-2-43-16,-5 0-21 0,-6 0-7 0,-5-1 1 15,-7 2-7-15,-2 0-16 0,-5 0-6 16,-9 2 3-16,-2 0 22 0,-5 0 36 16,-4 1 28-16,-4-1-6 15,-4-1-41-15,-6-3-74 0,-3 2-201 16,8-5-330-16,-20-2-867 0</inkml:trace>
  <inkml:trace contextRef="#ctx0" brushRef="#br1" timeOffset="-105828.383">17801 16754 2738 0,'0'0'638'15,"0"0"-331"-15,0 0-74 0,0 0 90 16,0 0-25-16,-73 89-21 0,61-55-62 16,0 7-57-16,5 6-36 0,1 6-19 0,3 3-42 15,2 6-12-15,1 1-13 0,0 3-12 16,4-1-13-16,2-2-11 0,0-1-27 16,2-5-3-16,1-7-31 0,5-7-15 15,2-8-39-15,7-8-96 0,3-7-76 16,4-6-136-16,-4-6-343 0,16-8-862 0</inkml:trace>
  <inkml:trace contextRef="#ctx0" brushRef="#br1" timeOffset="-105300.77">18390 17223 1554 0,'0'0'582'16,"0"0"161"-16,22 93-346 0,-15-49-174 0,0 7-59 15,0 2-12-15,-4-3-49 0,-3-5-46 16,0-6-57-16,0-11-25 0,0-7-98 0,-1-10-129 15,-3-8-140-15,2-3-396 0,-1-10-1098 16</inkml:trace>
  <inkml:trace contextRef="#ctx0" brushRef="#br1" timeOffset="-105128.345">18227 16929 1018 0,'0'0'1926'15,"0"0"-1370"-15,0 0-209 0,0 0-155 16,0 0-45-16,0 0-50 0,0 0-91 16,100 44-6-16,-64-34-209 15,1-1-153-15,-8-3-309 0,16 4-922 16</inkml:trace>
  <inkml:trace contextRef="#ctx0" brushRef="#br1" timeOffset="-104959.113">18837 17533 1975 0,'0'0'1664'15,"0"0"-1107"-15,0 0-265 0,0 0-187 16,0 0-28-16,0 0-3 0,8 69-20 0,-2-63-54 16,3-3-151-16,4-3-37 0,1 0-45 15,2-7 10-15,-1-5-101 0,-3 1-284 16,4-8-761-16</inkml:trace>
  <inkml:trace contextRef="#ctx0" brushRef="#br1" timeOffset="-104571.265">19222 17340 1702 0,'0'0'2143'15,"0"0"-1642"-15,0 0-352 0,0 0-131 16,0 0 41-16,0 0 18 0,0 0-15 16,0 0-62-16,0 0-9 0,0 0 5 0,90-1-26 15,-67-25-17-15,3-3 17 0,-5-1 5 16,-1 0-6-16,-6 4 6 0,-1 1-33 0,-6 3 37 0,-4 4 21 16,-3 2 18-16,0 0-14 0,-3 2-2 15,-7 2 1-15,-3 2 34 0,0 1-19 16,-2 7-15-16,-1 2 19 0,-1 1 40 0,0 12 40 15,0 6-102-15,3 9 58 0,-3 9 13 16,3 7 36-16,0 8 49 0,4 4-43 31,0 2-59-31,1 2-32 0,1-1-21 0,3-1 23 16,5-5-3-16,0-6-9 0,3-10-12 0,7-9-1 0,3-9-11 16,3-8-42-16,4-8-81 0,0-3-75 15,2-7-39-15,3-11-125 0,-7 4-365 16,8-20-1045-16</inkml:trace>
  <inkml:trace contextRef="#ctx0" brushRef="#br1" timeOffset="-104426.176">19898 17538 3654 0,'0'0'1203'0,"0"0"-1016"0,0 0-71 0,0 0 57 15,0 0 58-15,0 0-110 0,0 0-121 0,0 0 0 16,0 0-182-1,0 0-61-15,67 57 15 0,-58-63-100 16,-3 1-625-16,1-6-1092 0</inkml:trace>
  <inkml:trace contextRef="#ctx0" brushRef="#br1" timeOffset="-103827.053">21083 17376 924 0,'0'0'1829'0,"0"0"-1220"0,0 0-112 0,65 93-192 0,-43-62-78 16,1-1-67 0,-3-9-70-16,-1-5-53 0,1-10-37 0,2-6-31 15,5-6-61-15,3-12 30 0,2-8-16 16,-2-5-5-16,-1-2-39 0,-4-2 29 16,-5 2 36-16,-7 2 55 0,-2 4-11 0,-9 5 13 15,-2 3-28-15,-5 3 9 0,-9 5 19 16,-2 1 15-16,-4 5 4 15,-3 4 67-15,1 1 7 0,-1 6-21 16,0 9-19-16,4 7-16 0,2 6 19 16,3 10 30-16,2 9 4 0,8 6 9 0,4 6 5 15,0 3-3-15,4-2-12 0,5-5 0 16,4-7-34-16,-1-9-49 0,3-11-6 16,1-10-64-16,4-9-37 0,3-8-43 15,2-4-10-15,5-13 12 0,1-11-50 0,0-9-171 16,1-8-262-16,-7 9-565 0,6-21-488 0</inkml:trace>
  <inkml:trace contextRef="#ctx0" brushRef="#br1" timeOffset="-103626.871">21732 17164 192 0,'0'0'1229'16,"0"0"125"-16,0 0-682 0,0 0-343 0,29 71-112 0,-18-36-26 16,4 7 2-16,-1 6 48 0,-1 3-16 15,2 3-57-15,-2 0-12 0,-1-4-19 16,-3-3-25-16,1-9-48 0,0-9-37 0,0-7-23 31,1-10-1-31,1-4 14 0,0-8-17 0,4 0-34 16,1-13-26-16,6-10-44 0,-1-8-30 15,1-9 0-15,2-5-34 0,-4-4-72 16,-3 1-106-16,-1 1-127 0,-6-1-159 0,-5 14-389 16,0-11-358-16</inkml:trace>
  <inkml:trace contextRef="#ctx0" brushRef="#br1" timeOffset="-103325.957">22141 17321 714 0,'0'0'362'0,"0"0"901"0,3 93-583 0,-1-62-81 16,1 3-95-16,3-7-57 16,2-3-118-16,-1-9-124 0,3-6-86 0,3-7-43 15,2-2-76-15,5-6-3 16,2-11-25-16,2-7-26 0,3-8-59 16,-1-5-19-16,-1-2 4 0,-5 0 39 15,-3 3 21-15,-5 4 58 0,-5 3 10 0,-6 2 3 0,-1 6-3 0,-11 3 0 31,-4 5 34-31,-3 6 0 0,0 7 45 16,-2 2 16-16,2 16-33 0,3 7 26 16,1 9-45-16,4 7-25 0,1 4 25 15,3 2 21-15,1 0-6 0,3 1-13 16,2-4-11-16,0-6-34 0,4-5-15 16,2-8-89-16,1-8-85 0,5-8-28 15,2-5 30-15,4-4 11 0,3-9-57 0,1-7-288 0,-5 1-635 16,6-12-877-16</inkml:trace>
  <inkml:trace contextRef="#ctx0" brushRef="#br1" timeOffset="-102751.896">22616 17164 1630 0,'0'0'504'15,"0"0"-229"-15,0 0 80 0,0 0 75 16,60 78-58-16,-43-58-103 0,-4 4-65 0,-1 1 37 15,-2 1 1-15,-3 0-54 0,-2 5-72 16,-4 4-69-16,-1 5-35 0,0 3 3 16,0 0 31-16,-6-1-46 0,0-5-3 15,3-7-67-15,3-5 27 16,0-8 39-16,6-5-8 0,9-6 12 0,-1-6 16 0,8-1 23 16,3-10-14-16,0-7 24 0,4-5-43 0,1-9-6 0,1-9-73 31,3-7 23-31,0-4-39 0,1-5 0 15,-2-3-25-15,-1 3-35 0,-5 4-18 16,-5 8-41-16,-3 11 73 0,-5 7 88 16,-1 12 47-16,-5 6 0 0,-3 6 35 15,-2 3 43-15,-3 5 80 0,0 11 45 16,0 5-17-16,0 5-81 0,-3 4-19 0,-2 2-3 16,-3 1 12-16,5-3-15 0,-1-1-37 0,2-3-43 15,2-6-3-15,3 3-19 0,6-4 7 16,7 3 1-16,6 4 14 0,4 2 24 15,-1 3 71-15,1 4-68 0,-4 5-24 16,-2 3-2-16,-4 4 15 0,-6 2-15 16,-4 1-1-16,-6 1-58 0,-1 2-25 0,-10 0-3 15,-3-3 25-15,-1 1 36 0,-5-5 25 0,3-4 28 16,-2-2 55-16,-1-3 0 0,1-3-35 16,-1-4-27-16,-3-2-21 0,1-6-19 0,-3-1 19 15,-1-7 7-15,-3-6 11 0,-1-6-18 16,-1-2-21-16,0-12-59 0,2-8 46 15,3-7-5 1,6-9 2-16,5-8-65 0,7-9 1 16,5-6-16-16,3-3-29 0,10 0-16 15,10 4 22-15,6 7 67 0,3 7-24 16,5 2-86-16,1 3-191 0,-9 11-271 16,14-14-577-16</inkml:trace>
  <inkml:trace contextRef="#ctx0" brushRef="#br1" timeOffset="-101913.425">24666 17242 2179 0,'0'0'517'0,"0"0"-234"0,0 0-30 16,0 0-33-16,0 0 49 0,0 0-30 15,-92 53-75-15,74-11-14 0,4 8-11 16,0 4-21-16,5 1-44 0,2-4-6 16,3-9-28-16,4-8-40 0,0-12-3 0,6-9-34 15,5-9-56-15,6-4 28 16,5-11 7-16,0-7 33 0,1-6 13 0,-3-2-16 16,-3-3-19-1,-1-1 1-15,-6 5 46 0,-3 3 3 0,0 5 21 0,-4 5 1 16,0 4-9-16,-1 5-13 0,1 3 12 15,2 3 26-15,4 8 89 0,5 7-29 16,4 8-73-16,3 5-28 0,4 5 0 16,-1 6-28-16,-2 5-2 0,1 4-4 15,-4 6 6-15,-6 6 28 0,-7 2 37 16,-6 4 6-16,-2-2 25 0,-10-9 61 0,-5-2-46 16,-2-10-28-16,-1-6-36 0,0-9-19 15,1-10-12-15,-2-7-4 0,-1-6-54 16,0-8-68-16,-1-3-22 0,-1-10-1 15,1-7 28-15,3-6 21 0,0-8-61 16,4-5-113-16,-3-4-184 0,0-3-123 16,6 10-129-16,-7-17-277 0</inkml:trace>
  <inkml:trace contextRef="#ctx0" brushRef="#br1" timeOffset="-101651.006">25029 17172 745 0,'0'0'1853'15,"6"65"-1338"-15,0-21-101 0,1 14-26 0,3 13-2 16,0 6-49-16,4 3-137 0,-3 0-72 16,1-3-24-16,-1-1-33 0,-2-3-44 0,-1-4-27 15,-2-3-40 1,-1-2-33-16,-4-7-16 0,-1-3-58 0,0-4-22 0,-6-7-19 0,0-5-23 15,0-7-2-15,1-7-55 0,2-10-58 16,1-10-101-16,1-4-227 0,1-18-856 0</inkml:trace>
  <inkml:trace contextRef="#ctx0" brushRef="#br1" timeOffset="-101432.628">25038 17333 2572 0,'0'0'408'15,"0"0"-200"-15,0 0-35 0,-9-66 115 0,11 53-38 16,8 2-61-16,6 5-30 0,4 0 21 16,8 5-38-16,2 1-49 0,3 1-35 15,0 10-18-15,2 3-19 0,-4 6-21 16,-3 3-11-16,-5 3-23 0,-8 1 1 0,-7 1 4 0,-8 1 29 16,0 2 0-16,-12-1-2 0,-7 1 2 15,-5-2-1-15,-5-1 1 0,-1-5 0 16,-2-3-16-16,2-9-52 0,1-5-27 15,5-6-66-15,3-6-159 0,3-8-130 0,6 0-298 16,-2-11-647-16</inkml:trace>
  <inkml:trace contextRef="#ctx0" brushRef="#br1" timeOffset="-99894.633">26194 16765 843 0,'0'0'1718'16,"0"0"-1073"-16,0 0-190 0,0 0-124 0,28 100-68 16,-19-51-49-16,2 7-60 0,-4 4-46 15,1 4-28-15,-1 2-31 0,-2-2-18 0,-1 1-22 16,-1-6-9-16,2-2-34 15,-3-8-18 1,2-10-71-16,-1-6-25 0,0-12-16 0,-1-9-29 16,1-9-77-16,0-3-137 0,0-1-142 15,-3-6-258-15,2-14-430 0</inkml:trace>
  <inkml:trace contextRef="#ctx0" brushRef="#br1" timeOffset="-99730.803">26314 17172 2323 0,'0'0'773'15,"0"0"-324"-15,0 0-168 0,0 0 18 16,0 0-50-16,0 0-42 0,0 0-19 0,0 0-59 16,102 29-59-16,-71-24-43 0,1-3-26 15,1-2-2-15,3-8-68 0,-2-8-131 16,-1-6-28-16,-3-3-92 0,-3-4-275 0,-7 5-602 16,-2-12-925-16</inkml:trace>
  <inkml:trace contextRef="#ctx0" brushRef="#br1" timeOffset="-99563.382">26638 16694 1471 0,'0'0'1158'0,"0"0"-798"0,0 0-130 0,3 87 66 16,5-42 49-16,2 5-97 0,2 5-54 16,0 6-55-16,0-1-24 15,0 0-29-15,-1-2-27 0,-2-2-23 0,-2-5-36 16,-1-4-67-16,-4-9-121 15,-1-6-126-15,1-9-297 0,-1-4-851 0</inkml:trace>
  <inkml:trace contextRef="#ctx0" brushRef="#br1" timeOffset="-99363.674">26940 17356 866 0,'0'0'2492'15,"0"0"-2084"-15,0 0-354 0,0 0-1 16,0 0 32-16,0 0 23 0,0 0-33 15,0 0-32-15,90 49-30 0,-76-34 2 0,0 5 7 16,-5 1 3-16,-1 5-22 0,-6-1-2 16,-2 1-1-16,0 0-17 15,-7-3-61-15,-2-5-64 0,0-5-75 16,-2-5-83-16,3-8-76 0,2 0-351 0,-3-13-957 0</inkml:trace>
  <inkml:trace contextRef="#ctx0" brushRef="#br1" timeOffset="-99234.696">27075 17074 3302 0,'0'0'763'0,"0"0"-604"0,0 0-109 15,0 0 86-15,0 0-52 0,0 0-63 16,84-4-21-16,-58-4-108 0,0-3-156 0,-7 2-278 16,9-7-855-16</inkml:trace>
  <inkml:trace contextRef="#ctx0" brushRef="#br1" timeOffset="-98243.484">28325 16767 833 0,'0'0'280'0,"0"0"1337"0,0 0-1130 15,0 0-112-15,0 0-84 0,0 0-52 0,0 0-96 16,-34 66-68-16,19-51-32 0,2 2-21 15,-7 3-22-15,0 3-3 0,-5 0-22 0,0 5 5 16,-6 2 20-16,0 1 25 0,-3 1 25 16,-3 2 0-16,1-1 11 0,-1 0 4 0,0 1-12 15,1-1-4-15,3 0-12 0,3-4-19 16,3-1-6-16,7-6 4 0,4-4 5 16,4-6-21-16,6-6-1 0,3-2-20 15,3-2-7-15,6 0-18 0,10 2-27 0,7 0 73 16,6 0 28-16,8 2 0 0,2 0-16 15,2 1 3-15,-1 2 4 0,2-1 2 16,-2-1-9-16,-1 0-12 0,1-1-2 0,-4-1 2 31,1-5 0-31,-4 2 1 0,-2-2 1 0,-2 0 32 16,0 0-6-16,-2-2-4 0,-4 2-2 16,-5-3 15-16,-2 1-1 0,-8 0 7 15,0-1 6-15,-4-1 9 0,1 0 6 16,1-2-27-16,-1-1-16 0,-1-4-9 15,0 3 6-15,-2-6-5 0,-2 1 5 16,0-3-3-16,0-2-13 0,-5-7 1 0,-3-2-3 0,-5-4-17 16,-2-7-44-16,-3-4-49 0,-1-6-55 15,-3-5-22-15,2-4-28 0,1-1-73 16,2 4-130-16,4 5-120 0,3 15-197 16,0 1-647-16</inkml:trace>
  <inkml:trace contextRef="#ctx0" brushRef="#br1" timeOffset="-97141.674">29515 16573 741 0,'0'0'1609'0,"0"0"-865"0,0 0-286 0,0 0-230 0,0 0-61 16,0 0 50-16,0 0-52 0,0 0-38 16,0 0-7-1,0 0-24-15,0 0-10 0,-60-28-25 16,44 47-8-16,-7 10-14 0,-1 12 29 0,-1 10-1 15,-1 10-21-15,0 7 33 0,3 3-18 16,1 3-21-16,3 0-4 0,-1-1 1 16,6-5-19-1,2-6-7-15,7-8-11 0,5-9-2 0,3-7-1 0,11-10 0 16,4-6-28-16,6-8-17 0,1-3-7 16,4-4 15-16,-1-4 16 0,-2-3-3 15,-1 0-22-15,-1-8 12 0,-4-4-27 16,-1-3-13-16,-1-3-24 0,-4-1-25 0,-3 0-6 15,-3-3-32-15,-5 3-123 0,-3-1-182 16,0 1-79-16,-5 0-25 0,-6 0-23 0,-7-3-12 16,-2 1 204-16,1 1 238 0,-3-1 166 15,-1 2 365-15,2 0 94 0,0 2 174 16,4 3-132-16,5 4-96 0,5 3-22 0,1 4-1 16,6 2-133-16,0 1-100 0,0 0-6 15,8 0-10-15,7 4-37 0,9-3 36 16,5 0 22-1,4 1-60-15,4-2-39 0,0-4-34 16,-3-5-21-16,-1-5-83 0,-1 0-67 16,-4-3-37-16,-5 0-57 0,-2-1-159 0,-3 1-346 15,-8 3-507-15,0-2-354 0</inkml:trace>
  <inkml:trace contextRef="#ctx0" brushRef="#br1" timeOffset="-97012.306">29667 16949 1694 0,'0'0'1212'0,"0"0"-678"0,0 0-116 0,-9 75-73 16,9-43-59-16,6 4-98 0,6 2-68 0,-1 5-19 15,5 1-6-15,1 0 12 16,3-3-55-16,-2-4-52 0,1-5-22 0,-3-5-173 16,2-7-72-16,-1-2-145 0,-5-8-560 0,1 0-996 15</inkml:trace>
  <inkml:trace contextRef="#ctx0" brushRef="#br1" timeOffset="-96372.056">30656 16523 1451 0,'0'0'1019'15,"0"0"-203"-15,0 0-482 0,100 81-113 0,-65-50 56 32,1 2-65-32,2 3-116 0,-2-3-50 15,0 4-46-15,-2-1 0 0,-2-1 1 16,-5 1-1-16,-5 0-11 0,-5 1-26 0,-6-1-4 15,-9 4 17-15,-2 0 20 0,-8 2 4 16,-9 1 31-16,-5 0-15 16,-6-1-13-16,-2 1 34 0,-2-2-9 0,-2-3-28 15,-1-1-84-15,-4-2-74 0,3-5-37 0,-3-3-2 16,-1-6-84-16,10-6-313 0,-18-5-939 0</inkml:trace>
  <inkml:trace contextRef="#ctx0" brushRef="#br1" timeOffset="-93981.013">13123 14043 954 0,'0'0'1055'0,"0"0"-714"0,0 0-147 0,0 0-40 15,0 0-31 1,0 0-33-16,0 0 345 0,0 0-191 15,-87 48-111-15,73-31-54 0,-2 2-7 16,3 0-6-16,0 3-12 0,3 1-14 16,1 5-4-16,3 1-34 0,2 4-2 0,4 0-1 0,0 0-15 15,0 0-10-15,7 1 7 0,2-4-34 16,3 0-16-16,2-3-63 16,2-3-20-16,4-2-26 0,3-5-105 0,-4-5-367 15,20-9-843-15</inkml:trace>
  <inkml:trace contextRef="#ctx0" brushRef="#br1" timeOffset="-93619.185">13548 13922 2576 0,'0'0'1351'0,"0"0"-1010"0,0 0-216 15,-19 82-29-15,16-42 73 0,-3 5 120 16,4 5-84-16,0 0-83 0,1 1-62 0,1-4-17 15,0-1-1-15,0-6-39 0,0-5-3 0,0-4-51 16,0-8-31-16,1-5-58 0,1-5-38 16,-1-5-15-16,3-6-22 0,-4-2-145 0,3 0-187 15,-3-1-186-15,0-4-339 0,0-1 366 16,0-5-351-16</inkml:trace>
  <inkml:trace contextRef="#ctx0" brushRef="#br1" timeOffset="-93488.772">13507 14377 1123 0,'0'0'975'0,"0"0"-419"15,0 0-67-15,0 0-63 0,0 0-60 16,0 0-68-16,0 0-19 0,78-13-41 0,-53 14-51 16,4-1-71-16,2 0-46 0,5-4-36 15,3-5-34-15,4-6-9 0,-4-1-31 16,-4-5-119-16,0-2-71 0,-8-2-132 16,-7 3-378-16,-1-7-751 0</inkml:trace>
  <inkml:trace contextRef="#ctx0" brushRef="#br1" timeOffset="-93297.615">13962 13958 424 0,'0'0'2222'0,"0"0"-1801"0,0 0-207 15,0 0 2-15,-11 83 113 0,11-52-14 16,0 1-48-16,0 3-66 0,0-2-50 16,0 1-47-16,0-1-45 0,3-3-53 0,0 0-6 15,-1-3-108-15,-2-1-58 0,0-1-3 16,-5-3-73-16,-1 1-160 0,2-4-252 15,0-4-380-15,4 0-139 0</inkml:trace>
  <inkml:trace contextRef="#ctx0" brushRef="#br1" timeOffset="-93118.459">14045 14452 1585 0,'0'0'1086'0,"0"0"-694"0,0 0-111 0,0 0-18 0,0 0 18 16,92 37-39-16,-75-24-18 0,2 1-53 15,-2 0-76-15,1 2-48 0,-1-1-20 16,-2 3-14-16,-4 0-12 0,-1 1 17 15,-2 4 1-15,-6 2 2 0,0 0-21 16,-2 1-19-16,0-2-34 0,-6-1 7 16,-1-5-34-16,-2-4-28 0,-1-3-4 15,3-8-6-15,-2-3-50 0,3-2-173 16,-1-6-417-16,2-15-840 0</inkml:trace>
  <inkml:trace contextRef="#ctx0" brushRef="#br1" timeOffset="-92998.719">14258 14265 2478 0,'0'0'1113'0,"0"0"-857"15,0 0-202-15,0 0 15 0,0 0 0 16,0 0-37-16,0 0-13 0,0 0-19 16,82-37-202-16,-70 30-298 0,8-5-614 0</inkml:trace>
  <inkml:trace contextRef="#ctx0" brushRef="#br1" timeOffset="-92366.348">14986 13999 2259 0,'0'0'1066'16,"0"0"-755"-16,0 0-175 0,0 0 15 15,0 0 81-15,0 0 17 0,0 0-70 0,0 0-58 0,0 0-85 16,0 0-32-16,-66 56-2 0,41-33 0 16,-4 3-1-16,-1 3 0 0,-2 0 17 15,-1 3-15-15,0 1 9 0,0 1-11 16,0 0-1-16,1-1-3 0,4 0-9 16,6-4-3-16,2-3-1 0,5-2-14 15,7-6-1 1,5-2-15-16,3-4-13 0,0-4 10 15,6-1 25-15,6-2 24 0,1-1 25 0,6-2 2 0,-1 1 7 16,3 0-12 0,2-1-19-16,4 2 31 0,1-1-9 15,3 0-13-15,1 0 6 0,3-2-14 0,-1-1-4 16,4 0 18-16,-2 0-6 0,3-4-10 16,-3-2 14-16,-2 0-4 0,-5-1 16 0,-1-2-28 15,-7-2 0-15,2 2 1 0,-7-3 11 16,0 3 3-16,-5 1 10 0,-3 2 9 0,-2 2 2 15,-5 1 4-15,0 2 0 0,-1 1-10 16,0 0-2-16,0-4-7 0,0 2-18 16,-1-6 1-16,-2-2-4 0,-1-6-86 0,-1-5 61 15,-3-5-45-15,-2-5 0 0,-3-3-87 16,-3-1-22-16,-2-5-166 0,-5 3-247 0,2 2-182 16,3 13 34-16,-12-3-1302 0</inkml:trace>
  <inkml:trace contextRef="#ctx0" brushRef="#br1" timeOffset="-91669.476">15710 13803 1596 0,'0'0'1273'16,"0"0"-857"-16,18 109-69 0,-13-49-86 0,-5 12 6 15,0 4-46-15,-6 2-41 0,-6-2-26 16,-1-3-22-16,-1-5-13 0,2-8-33 16,-1-6-49-1,2-9-37-15,4-7-2 0,2-10-41 0,2-10-58 16,3-7-98-16,0-8-33 0,9-3-69 15,1-6-145-15,3-8-148 0,-3 2-501 0,1-9-511 0</inkml:trace>
  <inkml:trace contextRef="#ctx0" brushRef="#br1" timeOffset="-91532.394">15725 14415 1178 0,'0'0'1431'16,"0"0"-885"-16,0 0-148 0,0 0-72 15,0 0-6-15,0 0-4 0,81-19-5 0,-56 19-102 16,2 0-84-16,2 0-64 0,1 0-55 15,0-5-6-15,2-6-104 0,-2-3-76 16,-1-2 5-16,0-3-40 0,-6 0-127 0,-3-3-347 16,-6 6-713-16,-5-6-654 0</inkml:trace>
  <inkml:trace contextRef="#ctx0" brushRef="#br1" timeOffset="-91351.67">16096 13995 2219 0,'0'0'585'0,"0"0"-159"0,0 0-139 0,0 95 35 16,0-53-2-16,0 3 4 0,0 3-66 16,0-1-61-16,0 2-69 0,-2-4-51 15,1-3-44 1,-2-3-33-16,0 0-3 0,0-5-76 16,-1-2-19-16,0-1-55 0,1-5-25 15,0-4-70-15,3-4-120 0,0-6-582 0,0-2-756 0</inkml:trace>
  <inkml:trace contextRef="#ctx0" brushRef="#br1" timeOffset="-91116.509">16221 14602 2692 0,'0'0'520'16,"0"0"-275"-16,0 0-77 0,0 0 116 0,0 0-5 16,0 0-33-16,0 0-91 0,0 0-108 15,85 31-47-15,-72-27-16 0,0 2 15 16,-1 1-1-16,-4 1 0 0,-2 0-13 0,0 0-13 0,-3 3-9 15,-3 1-6-15,0-1-7 0,-2 2 1 0,-5 0 18 16,-2-1-7-16,1-2-8 0,-1-2-60 16,2-4-48-16,1-2-54 0,3-2 0 15,0-2-68-15,3-7-89 0,-1 1-244 16,1-13-700-16</inkml:trace>
  <inkml:trace contextRef="#ctx0" brushRef="#br1" timeOffset="-90960.852">16332 14335 2058 0,'0'0'524'0,"0"0"-205"15,0 0-120-15,0 0 120 0,0 0 23 16,0 0-128-16,0 0-97 0,0 0-58 16,87-14-46-16,-77 16-13 0,1 1-25 0,-1-2-92 0,-1-1-267 15,-1 0-212-15,3 0-735 0</inkml:trace>
  <inkml:trace contextRef="#ctx0" brushRef="#br1" timeOffset="-90678.17">16704 14502 320 0,'0'0'2253'0,"0"0"-1758"0,0 0-351 0,0 0 6 0,0 0 192 16,0 0-43-16,0 0-61 0,0 0-110 15,85 31-79-15,-63-31-49 0,0-8-40 16,0-3-97-16,3-4-98 0,-4-1-130 15,0-2-218-15,-6 4-524 0,-1-5-656 0</inkml:trace>
  <inkml:trace contextRef="#ctx0" brushRef="#br1" timeOffset="-90385.579">16828 14279 42 0,'0'0'294'0,"0"0"-294"0,0 0-316 0,0 0 316 0,0 0 225 15,0 0 231-15,0 0 36 16,0 0-10-16,11 73-80 0,-9-54-100 0,-2 3-2 16,0 0-20-16,0 2-11 0,0-1-53 15,-2 4-51-15,-1 0-79 0,0 0-39 16,2 2 0-16,-3 1-15 0,3 1-32 15,-1-2-12-15,2 0-66 0,-1 0-49 16,1-2-38-16,0-4-20 0,0-3 29 16,0-4 21-16,3-4 0 0,2-3-103 0,-2-6-264 0,1-1-606 0</inkml:trace>
  <inkml:trace contextRef="#ctx0" brushRef="#br1" timeOffset="-89968.954">17131 14257 1284 0,'0'0'1224'15,"0"0"-773"-15,-3 66-169 0,-2-35-31 0,2 5 18 32,-2 2 20-32,-4 0-45 0,3 1-73 0,1-4-66 0,-1-3-40 15,1-4-16-15,2-4-29 0,2-2-20 0,-1-4-28 16,2-2-12-16,0-3-40 16,0-4-35-16,6-2-62 0,-1-1-70 15,1-5-106-15,-1-1-216 0,0 0-535 16,6-8-438-16</inkml:trace>
  <inkml:trace contextRef="#ctx0" brushRef="#br1" timeOffset="-89448.925">17471 13830 2277 0,'0'0'687'16,"0"0"-344"-16,0 0-102 0,0 0 34 0,0 0-26 15,0 0-59-15,0 0-25 0,82 28-20 16,-58-12-37-16,3 3-28 0,2 6-16 0,-1 4-5 15,-1 7-4-15,-2 4 0 0,-2 3-9 16,-6 6-10-16,0 0 1 0,-5-1-10 16,-4 4-11-16,-2-5-15 0,-3 1 10 15,-3 1-11-15,0-4-2 0,-3 3-1 16,-7-3-18 0,-4-1-34-16,-5-1-31 0,-1 3-36 0,-6-2-1 15,-3 4-40-15,-3-1-54 0,-4-3-72 16,2-1-118-16,-2-5-121 0,10-10-283 15,-13 5-813-15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2:35:31.9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19445 2552 23 0,'0'0'303'15,"0"0"-238"-15,0 0 1470 0,0 0-962 16,0 0-118-16,0 0-126 0,0 0-11 16,0 0-9-16,0 0-29 0,0 0-47 15,0 0-45-15,-12-3-34 0,12 3-10 16,0 0-40-16,3 0-33 0,3 0-20 0,3 0-2 15,1 0 3-15,3 2-12 0,4-2-7 16,3 0-6-16,2 1 1 0,5 0-28 16,-1-1 2-16,4 0-2 0,4 0 12 15,2 0-10-15,1-2-1 0,3-3-1 16,2 4-2-16,0-2 2 0,-2 0-2 16,-1 1-10-16,-3 0-3 0,1 2 2 15,-3 0 2-15,3 0 11 0,2 0 0 0,0 0 1 0,4 0-1 16,2 0-17-16,1 0-13 0,0 0 27 15,5 0 1-15,-1 0-20 0,1 0 1 16,0 0 0-16,-3 0 8 0,-2 0 1 16,-4-1 12-16,-4 0-2 0,-4 0-10 0,-3-1 10 15,-6 1 0-15,1-1-10 16,-3 2 9-16,-4-2 2 16,4 2-2-16,-1-1-10 0,4 0 12 15,2-1 1-15,3 2 0 0,0-2 0 16,0-1-3-16,-3 0-12 0,-1 0 12 15,-3 0 1-15,1 0-19 0,0 1 18 0,-2-1 0 16,2 0-25-16,0 1 7 0,3 2 10 16,1-2 11-16,3-1 0 0,1 3-9 15,0 0-18-15,3 0 12 0,0 0 13 0,3 0 0 16,-1 0-19-16,1 0 0 0,1 0 2 16,0 0 1-16,1 0-7 0,-1 0 22 15,-3 0-30-15,-3 0 20 0,-3 0 13 0,-2 0-2 16,-3 2 0-16,-3-2-25 0,2 1 23 15,-2-1 3-15,-2 0-17 0,1 0 17 16,2 0 1 0,-1 0 11-16,6 0-9 0,1 0 1 15,4-1-1-15,-1-2 17 0,1 0-18 16,1 0-1-16,1 1-1 0,3 1-1 16,-2-3 2-16,-1 2 0 0,-1-1-6 0,1 2-10 15,1-1 16-15,-1-1-1 0,-2 2 1 16,0-1-52-16,-1-1 33 0,-1 2 17 15,1-2-21-15,-2 1-14 0,2 1-8 0,-1-1 45 16,-4-1 21-16,1 2-21 0,-5 1-15 16,-1-1 15-16,-4 1 19 0,0 0 0 0,-1-3-1 15,0 3-17 1,2 0 3-16,-2 0-2 0,0 0-1 0,-2 0-1 16,4 0-2-16,0 0-17 0,-1 0 1 15,4 0 18-15,3 0 18 0,6 0-18 0,3 0-2 0,7 0-35 0,3 0-12 16,2 0 49-16,2 0 7 0,-5 0-7 15,2 0-22-15,-7 0 22 0,0 0 15 16,1 0-15-16,-2 3-13 0,0-3 13 16,-2 0 37-16,1 0-37 0,-3 0-31 15,-2 0 31-15,1 0 25 0,-4 0-25 0,0 0-18 16,-2 0-16 0,-3 0 9-16,2 0 25 0,-2 0 17 15,0 0-16-15,-2 0-1 0,3 0 0 16,-2 0-1-16,2 1 1 0,0 0 1 15,0 2 2-15,4-1 6 0,2-1-9 16,2-1-22-16,5 2-15 0,-1-2-12 0,5 2 49 0,1-2 3 16,-2 0-3-16,-2 0-13 0,-5 0-27 15,-1 0 40-15,-2 0 65 0,-1 0-17 16,0 0-46-16,3 0-1 0,-2 0 45 16,-1 0-6-16,-1 0-9 0,-1 0-13 15,0 0 44-15,-1 0-7 0,0 0-27 16,1 0 0-16,1 0 2 0,-2 0-11 0,2 0-7 15,-1-2 3-15,0 0-13 0,1 2 1 16,-2 0-3 0,-1 0-16-16,-3 0 15 0,0 0 1 15,1 0 22-15,-4 0 2 0,3 0-5 16,-4 0-18-16,1 2 11 0,1 0 12 0,-2 0-2 16,3-1-10-16,-4 1-12 0,1 0-1 15,0-2-1-15,-3 3-1 0,2-2-25 16,-5 2 26-16,2 0 0 0,-4-1-1 15,1-1 1-15,-7-1-13 0,-2 0-1 0,-3 0-2 0,0 0-19 16,0 0-33-16,0 0-16 0,-6-1-4 16,-3-3-73-16,-4-3-170 0,1 2-365 15,-22-9-922-15</inkml:trace>
  <inkml:trace contextRef="#ctx0" brushRef="#br1" timeOffset="60175.21">10923 3334 1843 0,'0'0'438'31,"0"0"-303"-31,0 0-83 0,0 0 84 0,0 0 138 16,0 0-191-16,80 0 180 0,-62 0-31 15,1 0-70-15,4 0-33 0,2 0 10 16,-1 1-39-16,2 2-50 0,1-1 17 16,-2-1-20-16,3 0-10 0,0 2 4 15,1-2-13-15,4 1-6 0,1-2 9 0,2 0-9 16,2 0 9-16,1 0-3 0,3 0-28 0,1 0 3 15,-1-3-3-15,0-1-7 16,1 2 4-16,0-1-28 0,3 1 16 0,-4 0 2 16,3 1-11-16,-3 1 5 0,0 0-3 15,1 0 7-15,0 0-7 0,0 0 0 16,3 0 21-16,-1 0-21 0,0-2-22 16,-5 0-6-16,-2 1 6 15,-3-1 18-15,-4 1 1 0,-8 1-3 16,1-2 6-16,-5 2 0 0,-3 0 7 15,0 0-14-15,-5 0-18 0,-3 0-22 0,-1 0-48 16,-2 0 38-16,-2 0 9 0,2 0 29 16,-2 0 15-16,1 0 23 0,0 0-13 15,3 0-19-15,-2 0-22 0,-1 0-20 0,3-2 20 16,-1 0-7-16,1-1-19 0,0 1-46 16,-2-1-41-16,2 1 18 0,-1 0 39 15,1 1-29-15,-3 1-156 0,-1 0-346 0,-3 0-144 16</inkml:trace>
  <inkml:trace contextRef="#ctx0" brushRef="#br1" timeOffset="67863.741">25949 3502 228 0,'0'0'483'16,"0"0"1288"-16,0 0-1365 0,0 0-98 16,0 0-15-16,85-4-30 0,-55 4-46 15,4 0-82-15,1 0-60 16,1 0-13-16,0 0-18 0,3 0 3 0,3 0-23 15,3 4-20-15,7 0 14 16,1 1 7-16,8 1 12 0,4 4 50 0,2-3 49 16,1 4-78-16,0-3-56 15,-1 2-2-15,5 0-3 0,-2-2-12 0,2-1 12 16,2 0-10-16,2-2 13 0,-3 2-31 0,3-4 10 16,-3 3 20-16,-2-5 0 0,-4 2-27 0,-4-2 26 15,-2-1-35-15,-4 0 25 0,-2 0-19 31,-1 0-19-31,-3 0-12 0,-1 0 13 0,1 0-16 0,0-2-7 16,-2 0-15-16,1 2-5 16,0-3-2-16,0 2-3 0,1 1-7 15,-3 0-35-15,3 0-33 0,-1 0 26 16,-2 0 28-16,-1 0-58 0,-1 3 47 0,-1-2 55 16,-3 1 55-16,-3-1 19 0,-2-1 18 15,-5 0 9-15,-4 0-27 0,-3 0-3 16,-3 0-17-16,-5 0 20 0,-3 0-12 15,-2-1-21-15,-1-1 4 0,-5 2-48 0,0 0-107 16,-2 0-72-16,-4 0-29 0,2 0-89 16,-2 0-147-16,0 0-82 0,0 0 382 0,0 0 25 15</inkml:trace>
  <inkml:trace contextRef="#ctx0" brushRef="#br1" timeOffset="69615.042">11187 4346 2851 0,'0'0'477'0,"0"0"-245"0,0 0-125 0,0 0-21 15,0 0 11-15,0 0 10 0,0 0 35 16,0 0-14-16,0 0-10 0,0 0-25 16,0 0-31-16,49-7-28 0,-26 7-12 15,2-1-12-15,11-1-10 0,3 1-3 16,4 0 0-16,10-1 1 0,6-1 2 15,5 0 12 1,6-2-12-16,7-3-16 0,2 0 12 16,5 1-20-16,1-1 5 0,1 3-15 0,2-2-6 15,2 0-38-15,0 2 23 0,-3-2-30 0,-2 2 14 16,-6 1-7-16,-1 2-5 16,-9-3 21-16,-1 3 21 0,-8-3 3 0,-4 3-3 15,-5-3-3-15,-6 2-13 0,-5-3-28 16,-6 3-36-16,-3-3-9 0,-8 2-49 0,1 0-42 15,-4-3-59-15,-5 4-36 16,-1-2-76-16,-2 1-161 0,-2-2-186 0,-6 1 445 16,0 2-96-16</inkml:trace>
  <inkml:trace contextRef="#ctx0" brushRef="#br1" timeOffset="85477.739">4957 5264 1330 0,'0'0'1068'16,"0"0"-842"-16,0 0-123 0,0 0-19 16,-98-12-10-16,66 12 208 0,-4 3-52 15,-4 3-84-15,1 0 69 0,2 1-26 16,2-2 9-16,5 2-18 0,1-1-40 16,3 4-60-16,2 1 44 0,2 7 54 15,5 7-37-15,1 5-31 0,3 11-37 16,1 6-50-16,1 8-23 0,-1 6-18 0,-2 5-9 0,4 7-4 15,-1 9-2-15,5 5 17 0,1 9 4 16,5 4 10-16,2 3 1 0,7-5-23 16,8-1 24-16,4-1-3 0,9-6-46 0,5-7-19 15,7-3 4-15,11-8 33 0,9-7 30 16,7-9-30-16,10-11-2 0,9-14 2 16,3-12 31-1,7-14 21-15,6-5-18 0,4-23 0 16,2-9 27-16,2-13-9 0,0-10-21 15,-5-5-28-15,-7-4 26 0,-10-3-13 16,-9 0 2-16,-13 1 11 0,-11 0 1 0,-8-1-2 0,-11-2-9 0,-11-6-10 16,-9-6 19-16,-13-9-21 0,-5-3 21 15,-10-4-16-15,-16-1 1 16,-14 1-4-16,-13 3 3 0,-15 8 19 16,-13 8 26-16,-11 12-25 0,-12 13 26 0,-15 17-27 15,-17 11-43-15,-17 17 24 0,-15 10-18 16,-14 18 22-16,-8 14-34 0,-6 14-100 15,-7 11-249-15,-1 11-111 0,3 7 27 16,51-14-176-16,-59 41-1039 0</inkml:trace>
  <inkml:trace contextRef="#ctx0" brushRef="#br1" timeOffset="92637.195">22028 7460 1266 0,'0'0'237'0,"0"0"-41"0,0 0-44 0,0 0-51 15,0 0 58-15,0 0 883 0,0 0-723 16,0 0-15-16,0 0-106 0,0 0 9 16,-50-33 5-16,50 33-24 15,0 0-15-15,0 0-23 0,0 0-34 0,0 0-42 16,5 0-47-16,4 1-9 0,6 2 19 16,9-2 9-16,10 3-10 0,6-4-5 15,5 0 2-15,7-4-18 0,1-3-2 16,1-2-11-16,2 0-2 0,-1-2-1 0,-2 0-15 15,0 1 4-15,-1-2-3 0,-2 2 3 16,0-2-6-16,-4 0-16 0,-7 1 10 16,-6 4-25-16,-7 0 19 0,-8 3-1 15,-8 3-3-15,-4 1-5 0,-3 0-32 16,-3 0 4-16,0 8-19 0,-9 7 86 16,-6 5 3-16,-7 10-1 0,-10 5 1 15,-4 5-2-15,-5 4-1 0,-3 1 0 16,-2 1-1-16,-2 1-8 0,-2-2 9 0,0 1 12 15,-1 1-12-15,1-3 1 0,1 2 15 16,1-3 5-16,6-1 7 0,6-5-7 16,9-8 4-16,8-3-22 0,6-5 9 15,6-6-11-15,4-3 24 0,3-5-1 0,0 1 19 16,5-1 9-16,5-1 3 0,1 1-19 0,6-2 19 16,4-1-15-16,3 1 8 0,5 0-29 15,1-3 26-15,3 1-21 0,4-1-24 16,0-2 13-16,0 0-4 0,4 0-9 15,-1 0-12-15,2 0-7 0,0 0-2 16,-2 0 19 0,-1-2-31-16,-5 1-1 0,-2-3-8 0,-3 4-65 15,-6-3-61-15,-3-1-34 0,-3 3-51 16,-3-3-147-16,-4 2-211 0,-3-1-580 16,-4-5-642-16</inkml:trace>
  <inkml:trace contextRef="#ctx0" brushRef="#br1" timeOffset="92969.243">23067 7319 2511 0,'0'0'393'31,"0"0"-219"-31,0 0-94 0,0 0 98 0,0 0 86 16,0 0 1-16,0 0-57 0,-98 44-99 15,69-19-9-15,-4 6-16 0,-4 5 24 16,-5 6-24-16,-3 8-26 0,-6 2-5 16,-2 3-7-16,-1 2-25 0,1 0-18 0,-3-4-3 15,4-3-10-15,3-5 7 0,3-3-18 0,3-3 8 16,5-4 1-16,7-4 0 15,5-8-19-15,7-4-68 0,9-6-37 0,3-5-35 16,5-2-77-16,2-2-98 0,0-4-208 16,5 2-161-16,9-2-460 0</inkml:trace>
  <inkml:trace contextRef="#ctx0" brushRef="#br1" timeOffset="93524.642">22957 7974 1304 0,'0'0'1073'0,"0"0"-680"16,0 0-136-16,0 0-39 0,0 0 71 15,0 0-39-15,0 0-52 0,0 0-43 0,0 0-49 16,0 0-32-16,0 0-34 0,6 14-18 16,-2 1 65-16,-1 7-4 0,0 6 7 15,-2 5-1-15,-1 5-12 0,0 1-37 16,0 4-19-16,-7 1-1 0,0 3-18 15,-4-2 17-15,0-1 12 0,0-6-31 16,2-5 0-16,0-2-3 16,2-6-25-16,2-1-9 0,0-5-39 15,4-3-38-15,-1-1-65 0,2-3-41 0,0-5-75 0,3-2-95 0,4-4-113 16,-2-1-190-16,6-2-497 0</inkml:trace>
  <inkml:trace contextRef="#ctx0" brushRef="#br1" timeOffset="93980.461">23268 8119 2592 0,'0'0'351'15,"0"0"-271"-15,0 0 26 0,0 0 149 0,0 0 65 0,0 0-68 16,88-6-73 0,-70 6-82-16,-4 0-28 0,0 3 5 0,0-1 4 15,-3 2-13-15,-1-2-10 0,-1-1 4 16,-1 0-25-16,-1 1-16 0,1-1-3 16,-1 1 1-16,-1 2-1 0,1 1 7 15,-1 0-22-15,-1 4 0 0,0 3-12 16,-1 3 12-16,-4 4-2 0,0 2 0 15,0 3-25-15,-9 3-29 0,-2 0 32 16,-5-1 24-16,-3 2-19 0,-1 1-21 16,-3-4 15-16,2-1 15 0,2-2 10 0,0-4 12 15,4-4 4-15,4-2-6 0,4-3-10 16,3-3-1-16,1-2 1 0,3-1 0 16,3 0 40-16,8 1 65 0,9-2-1 15,3 2 31-15,7-3-12 0,4 1-56 0,2-2-28 16,3 0-23-16,2-3-16 0,0-1-18 15,1-2-9-15,-1 0-1 0,-2-3-51 16,-3-1-77-16,0 1-68 0,-2-1-126 16,-10 1-287-1,6-6-856-15</inkml:trace>
  <inkml:trace contextRef="#ctx0" brushRef="#br1" timeOffset="99344.863">18485 7588 2255 0,'0'0'487'16,"0"0"-175"-16,0 0-152 0,0 0 3 16,0 0 62-16,0 0 72 0,0 0-86 0,90-34-21 15,-66 32-45-15,0-3-18 16,-2 5-31-16,1 0-32 0,0 0-33 15,-7 0-31-15,0 2 0 0,-6 2-34 16,-1 0-3-16,-7 2-3 0,-2 6 40 0,-2 1 23 16,-10 6-2-16,-4 5-21 0,-7 3-3 0,-1 0-9 0,-2 1 12 15,0-5 18-15,4-2-18 16,2-4 12-16,6-3-11 0,2-3-2 16,4-3-14-16,2-1-3 0,4-2-25 0,2 0 3 15,0 3 10-15,8 1 30 0,3 2 1 0,6 0 2 16,1 1 9-16,3-2-12 0,-1 2-1 15,-1-2 1 1,1 2-1-16,-3 1-2 0,-5 4-13 16,-2-1 16-16,-3 0 31 0,-5 4 24 15,-2 1 7-15,0-2-4 0,-9 1-24 16,2 1-7-16,-2-3-8 0,-3 0-16 16,1 0 15-16,0 0 4 0,-1-4-22 0,1-3 3 15,2 0-3-15,1-6-1 0,3-1-21 16,1-3-67-16,-1-1-52 0,1 0-75 0,0-9-74 15,1-3-131-15,-1 2-270 0,4-16-553 0</inkml:trace>
  <inkml:trace contextRef="#ctx0" brushRef="#br1" timeOffset="99740.863">19184 7493 2681 0,'0'0'559'0,"0"0"-184"0,0 0-136 16,0 0 26-16,0 0-25 0,0 0-18 15,0 0-12-15,98-14-100 0,-65 9-61 16,1-2-30-16,-1 3-19 0,1-2-21 0,2 4 0 16,-3 1 8-16,0 1-29 0,-5 0-11 15,-6 2-2-15,-4 8 0 0,-5-1 24 16,-6 7-9-16,-5 2 9 0,-2 6-25 15,-13 3 4-15,-7 5 6 0,-8 4-13 16,-6 2 3-16,-4 2 6 0,-4 1 13 16,1 0 36-16,-1 2 1 0,2-3 22 0,3-2 15 15,6-2 34-15,6-3 16 0,5-7-4 0,10-4-27 16,4-5-13-16,6-5-12 0,2-4 21 16,9 3 28-16,9-3 3 0,8-4 9 15,3 1-4-15,8-5-2 0,3 0-28 16,4-5-34-16,-2-6-24 0,-1-1 0 15,-4 0-20-15,-2 0-35 16,-4-2-49-16,-1-1-73 0,-3 1-57 16,-2-3-78-16,-4 1-230 0,-7 3-552 0,0-6-511 0</inkml:trace>
  <inkml:trace contextRef="#ctx0" brushRef="#br1" timeOffset="99970.541">19810 7509 2481 0,'0'0'303'0,"0"0"-148"0,0 0-69 15,0 0 157-15,-85 90 104 0,58-58-20 0,0 5-85 16,-2 5-98-16,-4 3-58 16,0 3-30-16,-4 2-22 0,-1-3-7 0,1 2-27 0,1-6-25 15,4-3 7-15,3-4-57 0,5-8-77 16,5-6-19-16,5-4-3 15,5-7-24-15,4-3-103 16,5-4-188-16,0-3-289 0,0-1-543 0</inkml:trace>
  <inkml:trace contextRef="#ctx0" brushRef="#br1" timeOffset="100518.583">19964 7978 790 0,'0'0'574'0,"0"0"-165"0,0 0-90 0,0 0 43 16,0 0 19-16,0 0-48 0,0 0-49 15,0 0-50-15,0 0-45 0,0 0-25 16,0-2-23-16,0 2-16 16,0 0-23-16,0 0-9 0,0 0 0 0,0 3 2 15,0 3-52-15,0 8-3 0,-2 2 31 16,0 8 15-16,-1 6 15 0,-2 5 15 0,-1 2-31 15,-2 3-36-15,1 3-16 0,-1-1-6 16,1 2-24-16,0-1-3 0,3 0-18 0,2-3 15 16,2-5-27-16,3-6-22 0,6-7-58 15,-1-6-73-15,3-4-35 0,1-5-25 16,3-2-118-16,1-5-302 0,-5 0-555 16,8-6-597-16</inkml:trace>
  <inkml:trace contextRef="#ctx0" brushRef="#br1" timeOffset="100818.119">20306 8219 889 0,'0'0'2040'15,"0"0"-1729"-15,0 0-190 0,0 0 202 16,0 0 74-16,0 0-123 0,0 0-48 16,0 0-56-16,0 0-84 0,0 0-49 15,0 0-12-15,59 32-25 0,-59-18-24 16,-6 1 11-16,-3 4 10 0,-4 0-9 15,0 4 11-15,-1-1 1 16,2 1 3-16,3-4 12 0,4-4 4 16,2 0 5-16,3-3 7 0,0-4 6 15,3 0 2-15,5-3 19 0,1 1 28 16,5-4-4-16,2 0-21 0,3-2-31 16,1 0-30-16,6-2-35 0,2-6-41 15,3 0-34-15,1-3-31 0,1-1-49 0,-1-1-121 0,-3 2-311 16,-8 3-704-16,-1-4-1061 0</inkml:trace>
  <inkml:trace contextRef="#ctx0" brushRef="#br1" timeOffset="108730.333">21246 7661 395 0,'0'0'2672'0,"0"0"-2238"0,0 0-210 15,0 0 34-15,0 0 12 0,0 0-62 16,0 0-41-16,0 0-90 0,0 0-77 16,0 0-10-16,-64 4 10 0,38 5 0 15,-2 2 0-15,-3 5 18 0,0-1-17 16,-2 3 0-16,-1-1-1 0,0 1-2 16,1-1 2-16,3 1 11 0,1-3-11 15,3 1-1-15,5-2-14 0,2-2 13 0,3 2-11 0,4-4-8 16,1 2 8-16,5-2 1 0,0 1-16 15,4-4-12-15,2 3 12 0,0 0 10 16,0 1 18 0,2-1 0-16,6-1 11 0,2 1-10 0,1-2 32 15,4 0 1-15,3 2-25 0,5 1 10 16,5-1-19-16,3-1 18 0,3 1-14 16,2-1 8-16,1 0-12 0,2 3 21 15,-2-2-2-15,-2-1-1 0,-5-2-2 16,-1-1 8-16,-5-1 22 0,-3-1-18 15,-4-2 12-15,-4-2 0 0,-3 1-7 0,-1 0-8 16,-5-1-1-16,-1 0 7 16,0 0 9-16,-1 0 2 0,-2 0 10 0,0 0 33 15,0 0 10-15,2 0-4 0,-2-2-15 0,3-5-16 16,0-1-11-16,0-4-10 0,1-3 3 0,-2 2-11 16,-2-5-5-16,0-4-26 0,0-3-3 15,-3-1-36-15,-6-5-13 0,1-3 10 16,0-1-25-16,-2-2-12 0,3 1-51 15,1 1-68-15,0 3-22 0,1 7-90 16,-2 3-187 0,2 9-631-16,-11 1-846 0</inkml:trace>
  <inkml:trace contextRef="#ctx0" brushRef="#br1" timeOffset="110460.875">17472 7713 969 0,'0'0'274'0,"0"0"923"0,0 0-868 0,0 0-30 16,82-38 30-16,-63 31-19 0,-5 4-5 0,-3-1-35 16,-3 3-50-16,-4 1-41 0,-4 0-50 15,2 0-37-15,-2 0-40 0,0 3-3 16,-2 4 28-16,-6 2 2 0,-4 4-27 15,-5 3-19-15,-5 3-33 0,-4 0-1 16,-2 2-2-16,-3-2-12 0,1 2 12 0,-2 0-22 16,-1 3 10-16,0-1 3 15,1-1-6-15,-2-1 2 0,3-1 15 0,1-2 1 0,4-2 0 16,6-6-1-16,3 0 1 0,3-3 0 16,5-2 3-16,3-1 13 0,2-1-16 15,4-1-2-15,0-2-32 0,0 0-12 16,0 2-12-16,2-1-6 0,4 5 64 15,3-2 6-15,4 2-3 0,-3 3 34 16,6-4-10-16,-2 0-24 16,-1 2 13-16,6 0-16 0,1 2 2 15,1-4 4-15,4 2-6 0,3 0-3 16,0 0 3-16,3 0 18 0,0 2 22 16,1-3-19-16,1-2 3 0,-2 2-23 15,0-2 10-15,-3-2 7 0,-1 1-3 16,0-1-15-16,-5 0 0 0,-5 0 0 15,0-2 2-15,-6 0 0 0,-4 0 32 0,-1 0-4 0,-2 0 16 16,-3 0 6-16,-1 0 2 0,0 0 4 16,0 0 15-16,0-4 30 0,0-3-9 15,0 0-43-15,0-4-15 0,0-2-11 16,0-1 14-16,0-2 6 0,0-2-12 16,0-3-30-16,-4-4 0 0,1-1-3 15,-2-2-14-15,0-3-34 16,-1-1-12-16,0-3-64 0,-2-2-10 15,-1 1-78-15,2 0-13 0,-2 4-81 0,-5 5-287 0,5 8-741 16,-14 0-740-16</inkml:trace>
  <inkml:trace contextRef="#ctx0" brushRef="#br1" timeOffset="112450.644">15319 7528 13 0,'0'0'33'16,"0"0"2177"-16,0 0-1732 0,0 0-160 0,0 0-59 16,0 0 17-16,0 0-17 0,0 0-51 0,0 0-42 15,0 0-33-15,-4-43-27 16,2 53-32-16,-1 5 25 0,-4 10 36 0,1 8 25 15,-5 6-53-15,-1 8 3 0,1 7-25 16,-5 5-27-16,-3 2-10 0,3 5-17 16,-4-3-1-16,4 0-29 15,2-7 2-15,5-3-3 0,6-6 2 0,3-9 13 0,2-5-15 16,8-11-15-16,9-6-3 0,4-7 18 16,5-6 15-16,4-3-15 0,6-12-18 15,2-5-12-15,3-7-13 0,1-2-30 16,-3-4-3-16,-1 1-22 0,-5-1 22 0,-5 1 5 15,-5-1-24-15,-8 1 43 0,-6 1 6 16,-5 0 15-16,-6 3 4 0,0 1 25 16,-12 6 2-16,-3 0 2 0,-3 6 1 15,-4 2-3-15,2 7 0 0,-2-1 24 16,1 4 4-16,0 1-13 0,1 5-15 16,3-1-18-16,2 0-19 0,4 2-34 15,2-3-31-15,5-1-174 16,4-2-426-16,0-1-768 0,3 0-564 15,13-10 2011-15</inkml:trace>
  <inkml:trace contextRef="#ctx0" brushRef="#br1" timeOffset="112820.133">15966 7482 1763 0,'0'0'751'16,"0"0"-207"-16,0 0-224 0,0 0-73 0,0 0 68 15,0 0-23-15,0 0-75 0,0 0-59 16,99-26-44-16,-60 20-37 0,5-1-46 16,2 3-4-16,0 1 13 0,4 3-37 15,-6 0-2-15,-3 0-2 0,-6 6-41 0,-8 2 15 0,-8 1-23 16,-5 2 10-16,-8 4-6 0,-6 4 23 16,-3 3 23-16,-14 5 18 0,-5 5-5 31,-8 5-13-31,-9 2-13 0,-1 7 13 15,-6 2 19-15,-3 1-7 0,-1 2 9 0,0 1-19 16,4-3 34-16,7-4-2 0,8-3 37 16,8-9 106-16,11-4-61 0,6-8-49 15,6-6-30-15,7-2 5 0,8-4 13 16,8-3-10-16,4-3-8 0,7-3-1 16,2 0-2-16,5-8-13 0,1-2-21 0,-3-1-30 15,-1-3-25-15,-3 3-82 0,-4-2-39 16,-5 1-35-16,-2-2-65 0,-5 2-173 0,-6-4-260 15,-2 7-512-15,0-11-532 0</inkml:trace>
  <inkml:trace contextRef="#ctx0" brushRef="#br1" timeOffset="113077.531">16509 7578 49 0,'0'0'818'0,"0"0"1046"0,0 0-1623 0,0 0-30 16,0 0 70-16,-87 80 120 0,66-56-62 16,0 2-81-16,-1 2-122 0,1 3-68 0,-1 1-19 15,-3 4 0-15,-2 1-24 0,-2 2-25 16,0 2 0-16,-1-1-37 0,3-3-6 16,3-1-16-16,0-4-92 0,8-5-75 15,2-2-47-15,2-6-124 0,7-4-170 16,2-3-242-16,3-6-516 0,0-1 605 15,7-7 538-15</inkml:trace>
  <inkml:trace contextRef="#ctx0" brushRef="#br1" timeOffset="113343.322">16583 8061 1045 0,'0'0'1161'0,"0"0"-132"0,0 0-841 16,0 0-1-16,0 0 0 0,0 0 162 15,-4 75-48-15,-1-51-128 0,-1 6-80 16,1 4-29-16,-3-1-15 0,-3 6-12 16,-1-1-12-16,-2 0-25 0,-2 0-22 15,-1-1-33-15,2-5 37 0,-2-1-56 0,6-3-46 16,3-6-32-16,3-6-21 0,3-4-46 0,2-1-213 15,4-10-550-15,5-1-491 0</inkml:trace>
  <inkml:trace contextRef="#ctx0" brushRef="#br1" timeOffset="113607.604">16681 8363 457 0,'0'0'2461'16,"0"0"-2153"-16,0 0-184 0,0 0 83 15,0 0 177-15,0 0-79 0,0 0-76 0,84-12-47 16,-70 15-65-16,-4 1-52 0,0 1-35 16,-1 1-14-16,-4 1-1 0,1 3-12 15,-3 0 19-15,-1 1-1 0,-1 1-21 16,-1 0 2-16,0 0-2 0,0 0 0 16,2 0-1-16,-1-5-11 0,4 2-4 0,1-2 14 0,2 0-10 15,3-3 12-15,3-1 13 0,7 0 18 16,2-3-31-16,4 0-6 0,5 0-52 15,0-4-4 1,2-2-122-16,0-5-107 0,-3-1-248 16,-6 5-743-16,3-9-1105 0</inkml:trace>
  <inkml:trace contextRef="#ctx0" brushRef="#br1" timeOffset="114722.159">13921 7828 1217 0,'0'0'186'0,"0"0"999"16,0 0-886-16,0 0-97 0,0 0-13 16,0 0 11-16,0 0 3 0,0 0 11 15,0 0-53-15,0 0-89 16,-49 31-37-16,16-8 14 0,-3 2 29 15,1 3-16-15,1-2-18 0,-2 4 2 16,-1-2-18-16,3 0 6 0,0 1-15 16,5 0 5-16,4-3-21 0,5-6 10 15,8-4-11-15,4-7-2 0,4 0-12 16,4-4-13-16,0-1-18 0,2-1-1 0,11 0 44 16,3 0 22-16,9 1-10 0,2-2 10 15,5 2 3-15,2 2-22 0,1 0-1 16,1 0 32-16,-1 0-32 0,-1-1 44 0,-1-2-45 15,-1 1 16-15,-2-2-15 0,0 0-1 16,-5-2 0-16,3 0 1 0,-4 0 10 16,0-3 16-16,-4-2 3 0,-4-2-13 15,-1 2 7-15,-7-2 5 16,-2 6 7-16,-3-5 37 0,0 3 15 0,-3-2-10 16,0-3-24-16,0-4-15 0,0-3-40 15,0-1 0-15,-4-4 0 0,-1-3-31 16,0-3 29-16,-4-2-59 0,3-3-12 15,-1 0-80-15,0-2-66 0,-1 1-50 16,0 3-226-16,2 5-557 0,-7-2-777 0</inkml:trace>
  <inkml:trace contextRef="#ctx0" brushRef="#br1" timeOffset="119275.461">12429 7972 663 0,'0'0'55'15,"0"0"-55"-15,0 0 1541 0,0 0-1024 0,0 0-158 16,0 0-46-16,0 0-47 0,0 0-80 16,0 0-16-16,0 0-2 0,-70 17-46 15,58-5-51-15,-3 3 3 0,0 5 10 16,-1 5-10-16,3 2-13 0,0 3 10 16,2 3 6-16,2 2 20 0,2 1-26 15,0 2-31-15,3-1 8 0,2-4-35 16,2-1 11-16,0-7-21 0,4-5 37 0,8-3-25 0,-1-4-3 15,4-3-11-15,1-6-1 0,4-1 2 16,3-3 25-16,3-1-5 0,3-9-1 16,1-2-21-16,3-6-46 0,0-1-33 0,0-3 27 15,0-3 1-15,-4 0 2 16,1-1-46-16,-5-2 40 0,-2 3-4 16,-3-4 19-16,-4 3-6 0,-2-2 13 15,-5 3-1-15,-4-3 31 0,-4 3-47 0,-1-1 16 16,-3 2 16-16,-6 0-4 0,-5 2 22 15,-1 6 0-15,-2 0 13 0,1 5-13 0,-1 3 0 16,0 3-14-16,-2 3 11 0,-2 2-62 16,-1 0 13-16,-3 7 2 0,-2 3-21 15,0 3-38-15,-1 3-187 0,1 1-235 16,0 3-557-16,6-5-505 0,-11 9 1022 0</inkml:trace>
  <inkml:trace contextRef="#ctx0" brushRef="#br1" timeOffset="126090.306">15460 9278 82 0,'0'0'146'16,"0"0"40"-16,0 0 1197 0,0 0-1013 15,0 0-24-15,0 0-43 0,0 0 15 16,0 0-5-16,0 0-50 0,0 0-62 0,0 0-63 15,0 0-53-15,0 0-38 0,0 0 9 16,0 0 66-16,-47-12-14 0,38 49-9 16,0 14-25-16,-1 8 74 0,0 4-7 15,3 5-37-15,1-1-43 0,0-2-22 16,3-1-39-16,1-5-10 0,2-2 10 0,0-9 18 16,8-6-17-16,5-10 16 0,4-9-17 15,5-11 0-15,4-6 18 0,5-6-18 16,0-6-1-16,5-7-20 0,0-6-74 15,-1-6 10-15,-1-1-16 0,-5-1-1 16,-2 0 25-16,-8 1 28 0,-1 2-6 16,-8-1 14-16,-6 2 23 0,-2 0 18 0,-2 1 14 15,-5 1-1-15,-5 2-10 0,-3 5 12 16,-1 4 22-16,-3 3-12 0,0 5-22 16,0 2-1-16,0 0-2 0,-2 7 2 15,0 1 8 1,-1 3-10-16,3 0-52 0,3-2-28 15,-1 0-47-15,5-2-216 0,1-4-314 0,5 1-672 16,1-4-477-16,3-5 1594 0</inkml:trace>
  <inkml:trace contextRef="#ctx0" brushRef="#br1" timeOffset="126443.787">15896 9374 1421 0,'0'0'1668'16,"0"0"-1441"-16,0 0-77 0,0 0 43 15,0 0 116-15,90-11-86 0,-68 11-49 16,1 0-38-16,2 0-28 0,0 0-25 0,4 6-27 16,-1-1-41-16,0-4-15 15,-3 5 0-15,-3 0-13 0,-2 1-18 0,-5 3-6 0,-4 1-12 0,-6 3 18 16,-2 4-18-16,-3 6 21 0,-5 4 5 16,-9 4 22-16,-6 5 1 0,-3-2-22 15,-2 5-5-15,0-2 27 0,2-2 0 16,1-4 1-16,6-5 26 0,5-2 7 15,2-5 28-15,6-4 28 0,3-2-13 0,0 1-4 16,6-2 77 0,6 0-27-16,6-4-35 0,2 1-18 15,8-3-15-15,3-5-22 0,3-2-11 16,0-4-13-16,2-8-9 0,-4 1-43 16,0-4-54-16,-3-2-65 0,-4-1-6 0,-2-1-38 15,-1 1-59-15,-5-3-223 0,-2 3-282 16,-4 4-757-16,-5-8 151 0</inkml:trace>
  <inkml:trace contextRef="#ctx0" brushRef="#br1" timeOffset="126650.735">16469 9379 104 0,'0'0'2267'15,"0"0"-1915"-15,0 0-15 16,-42 68-43-16,29-39 77 0,-5 2-27 0,0 5-89 15,-2 1-100-15,1 2-40 0,-4-1-66 16,-1 4-49-16,-1-3-24 0,-2 1-16 16,0-3-52-16,0-1-66 0,3-3-32 15,1-5-131-15,7-5-196 0,0-5-127 16,6-6-465-16,2-5-172 0,3-3 1265 16,5-4-92-16</inkml:trace>
  <inkml:trace contextRef="#ctx0" brushRef="#br1" timeOffset="126919.59">16484 9840 199 0,'0'0'2657'16,"0"0"-2256"-16,0 0-214 0,0 89-28 15,0-60 131-15,-2 2-38 0,-2 0 59 16,1-1-172-16,0-4-96 16,1-1-43-16,-1-1-17 15,3-4-4-15,-2-3-22 0,2-3-35 0,0-2-46 0,0-3-87 16,0-6-148-16,1-2-174 0,3-1-458 16,2-2-397-16,-1-4 860 0,5-11 183 0</inkml:trace>
  <inkml:trace contextRef="#ctx0" brushRef="#br1" timeOffset="127193.2">16703 9930 1672 0,'0'0'1170'16,"0"0"-718"-16,0 0-312 15,0 0 31-15,0 0 154 0,0 0-21 0,0 0-105 16,80-9-60-16,-70 10-34 0,-1 3-67 16,-2 2-38-16,-1 0-9 0,-3 5 9 15,-3 2 46 1,0 1 6-16,-5 6-34 0,-5 2-18 0,-4 1 0 15,2-2-1-15,0-2 1 0,4-4 2 16,1-2 23-16,6-5 39 0,1-3-18 16,0-1 6-16,5-2 12 0,3 1 0 15,6-3-9-15,0 0-9 0,7-5-46 16,-2-6 0-16,2 2-12 0,2-4-61 0,-2-2-46 16,1 1-10-16,0-1-40 0,-1-1-56 15,-3 1-122-15,-1-2-303 0,-2 4-756 16,-4 3-555-16,1-9 1821 0</inkml:trace>
  <inkml:trace contextRef="#ctx0" brushRef="#br1" timeOffset="128263.274">17191 9814 355 0,'0'0'118'16,"0"0"58"-16,0 0 1241 0,0 0-984 16,0 0-30-16,0 0-102 0,0 0-8 15,0 0 74-15,0 0-125 16,85-68-58-16,-61 53 9 0,2 1-92 15,-1-2 20-15,0 3-69 0,-1 1-9 16,-3 4-22-16,-1 2-18 0,-2 0-2 0,-3 3-1 16,-3 3-30-16,-4 0-7 0,-2 4 37 15,-1 2-16-15,-1 5 1 0,-1 0-7 16,-3 3 22-16,0-1 2 0,0 4 10 16,0 1-12-16,0-3 0 0,-1-1 2 15,1-5 10-15,0 0 34 16,6-3-6-16,4 0 25 0,3-5-10 0,0-1 9 15,5 0-12-15,-2 0-18 0,0-4-7 16,2-3-27-16,-1-2-16 0,-3-2-58 16,0 0-20-16,-2 1-41 0,-2 2-19 15,-1 1-75-15,-3 2-116 0,-4-1-163 16,-2 6-253-16,0 0-604 0,-1 0-69 16</inkml:trace>
  <inkml:trace contextRef="#ctx0" brushRef="#br1" timeOffset="128479.509">17332 9993 3 0,'0'0'1882'0,"0"0"-1112"0,0 0-332 16,0 0-208-16,0 0 68 0,0 0-24 16,0 0-41-16,0 0-15 0,0 0-51 0,0 0-71 15,101 0-40-15,-71-4-19 0,-1 1-35 0,4-1-2 16,-1 0-22-16,1 0-12 0,1-1-43 15,-1 1-81 1,1 1-112-16,3 0-193 0,-12 2-570 16,12 1-570-16</inkml:trace>
  <inkml:trace contextRef="#ctx0" brushRef="#br1" timeOffset="130584.484">17914 9637 398 0,'0'0'140'0,"0"0"-85"0,0 0-52 0,0 0 59 0,0 0 635 31,0 0-274-31,0 0-141 0,0 0-100 16,0 0-8-16,0 0 27 0,0 0 2 0,0 0-30 0,0 0-22 15,0 0-17-15,0 0-20 0,0 0-31 16,0 0-19-16,0 0-14 0,0 0-5 0,0 0-4 16,0 0-13-16,0 0-2 0,3 0 5 15,2 0 4-15,3 0-4 0,5-3 4 16,2 1 6-16,2-1-13 0,0 0-12 16,1-1 12-1,-1 2-9-15,-1 1-7 0,-2-2 3 0,-1 3-14 16,0 0 10-16,-2 0 5 0,-3 0-15 15,1 0 16-15,-1 2 2 16,-1 1-18-16,2 2 2 0,-2 3-3 0,1 0 2 16,-2 1-4-16,0 3 2 0,0 1-20 15,-3 4 20-15,0 0 1 0,-3 2-1 16,0 6 2-16,-3-1-2 0,-4 4-1 0,-6-2-1 16,1 4-1-16,-2 1-10 0,-2-2-19 0,-1 2 16 15,1-2-6-15,-1 1 10 0,1 1 10 16,-1-5-23-16,1 1 9 0,0-2 14 15,1-2-11-15,3-3 13 0,1 0 3 16,1-4-3-16,2 0-3 0,2-6-9 16,2-1 10-16,2-4-2 0,1-3 2 0,1 0 2 0,0-2 19 15,0 0 16-15,0 0 24 0,0 0 21 16,1 0-21-16,6 0 0 0,3 0 10 16,3-1 21-16,4-2 24 0,-3 0-30 15,1-2-32 1,-2 2-30-16,-1 2-7 0,-1-2 4 0,1 2-7 0,0 1 10 15,0-2-19-15,0 2 15 16,2 0 4-16,-2 0-22 0,1 0-18 16,-2 0 6-16,3 0 0 0,-2 2-7 15,-1-2-2-15,-3 1-13 0,1 0-6 0,-4-1 18 16,-2 0-3-16,0 0 10 16,-3 0 13-16,0 0-23 0,0 0-18 0,0 0-29 15,0 0-30-15,0 0-51 0,0 0-70 16,0 0-96-16,0 0-149 0,0 0-133 0,0 0-206 15,0 0-166-15,0 0 435 0,0 2 453 16,-1-1 50-16,2-4-47 0</inkml:trace>
  <inkml:trace contextRef="#ctx0" brushRef="#br1" timeOffset="131341.29">18416 9772 803 0,'0'0'0'15,"0"0"0"-15,0 0 1139 0,0 0-721 16,0 0-88-16,0 0-66 0,0 0-56 16,0 0-58-16,0 0-20 0,0 0-12 15,0 0-58-15,0 0-41 0,-47 31 19 16,34-10 44-16,-5 4 16 0,2 4 52 0,-1 2-30 0,-2 4-42 16,-1 2-40-16,-1 1-18 0,0-1-20 0,-3 2-15 15,1-4-4-15,2-2-31 16,3-3-43-1,2-5-34-15,5-1-30 0,2-7-32 0,4-4-78 16,2-1-155-16,3-3-337 0,0-3-809 0,0-4 1392 0</inkml:trace>
  <inkml:trace contextRef="#ctx0" brushRef="#br1" timeOffset="131687.377">18457 10220 277 0,'0'0'792'15,"0"0"577"-15,0 0-1011 0,0 0-53 16,0 0 43-16,95-2-7 0,-72 5-76 0,-2 0-90 16,-2 1-51-16,0-2-37 0,-2 3-50 15,-3 0-37-15,-3 1-17 0,-3 1 4 16,-4 2-2-16,-1 4-4 0,-3 5 7 0,-3 2 10 0,-8 5 2 15,-1 4 1-15,-4-1 11 0,-1 1-12 16,3-4 2-16,2-5 11 0,4-2 15 16,2-5 3-16,4-2 9 0,2-4-9 15,0-1-19 1,5-2 3-16,5-1 10 0,4 1-6 0,2-2-19 16,7-2-3-16,3 0-34 0,3-7-10 15,2-2-42-15,1-3-48 0,0 2-93 16,-3-2-117-16,-2-1-222 0,-4 2-495 15,-7 5-501-15,-1-5 1389 0</inkml:trace>
  <inkml:trace contextRef="#ctx0" brushRef="#br1" timeOffset="138429.172">19266 6595 1370 0,'0'0'296'16,"0"0"-172"-16,0 0-37 0,0 0-9 15,0 0 10-15,0 0 6 0,0 0 6 16,0 0-6-16,0 0-6 0,0 0-24 16,-1 4-28-16,1-4-4 0,0 0 4 0,1 0 2 15,-1 0 27-15,0 0 163 0,2 0-87 16,-2 0-38 0,0 0-36-16,0 0 6 0,0 0 4 15,0 0-14-15,0 0 4 0,0 1-4 16,0-1 1-16,0 2 15 0,0 2 6 15,0 1-10-15,0 6 1 0,-2 5-20 0,2 3 20 16,-1 8-10-16,-2 0-13 0,2 8-12 16,-1 3 5-16,-2 1 29 0,-1 1-38 0,0-1-37 15,-1-3-6-15,1 0-28 0,-1-7 12 16,3-5-43-16,1-7-60 0,2-4 2 0,0-5 7 16,0-4-82-16,0-4-110 0,6 0-142 15,-1-6-283-15,4-8-736 0</inkml:trace>
  <inkml:trace contextRef="#ctx0" brushRef="#br1" timeOffset="138613.284">19425 6648 1573 0,'0'0'769'0,"0"0"-362"0,0 0-128 0,0 0 35 0,0 0-29 15,0 67-51-15,-2-40-23 0,-1 1-96 16,-4 3-43-16,3 0-59 15,-3 0-13-15,-1 0-32 0,-3-3-80 16,2 0-64-16,1 2-70 0,0-1-150 16,-1-4-1-16,4-6 7 0,-1 2-628 0</inkml:trace>
  <inkml:trace contextRef="#ctx0" brushRef="#br1" timeOffset="144572.732">18468 4496 1934 0,'0'0'288'0,"0"0"-97"0,0 0 35 0,0 0 144 0,0 0-25 15,0 0-103-15,0 0-24 0,0 0-55 16,0 0 13-16,0 0 23 0,49-20-25 15,-32 22-75-15,-1 4-47 0,0 2-52 16,-3 3-6-16,-2 0-25 0,-1 3-12 16,-4 3 0-16,-3 2-81 0,-3 3 56 15,-6 3-10-15,-7 5-19 16,-7 0-41-16,-1-2 3 0,0-1 0 16,-2-2 72-16,3-4 61 0,4-7 2 15,1-2-3-15,6-1-38 0,1-4-16 16,6 0-26-16,2-1-82 0,0 0 69 15,2 2 80-15,9 2-9 0,3-2 25 16,3 4 31-16,-1-3-30 0,0 1 10 16,1 1-11-16,-6-1 36 0,-1 0 104 0,-3 1 2 0,-2 0-9 15,-5 1-26-15,0 1-44 0,0-1-22 16,-5 4-19-16,-7-1-22 0,-1 3-28 16,-5 3-4-16,-2 0-34 0,-1 2 26 15,1-4 39-15,4-5-10 0,5-4-5 0,3-6-41 16,3-4-126-16,-1 0-75 0,-3-5-274 15,2-5-186-15,1 2 54 0,0-13-602 0</inkml:trace>
  <inkml:trace contextRef="#ctx0" brushRef="#br1" timeOffset="145066.903">18933 4550 1056 0,'0'0'1259'15,"0"0"-855"-15,0 0-202 0,0 0 4 16,0 0 27-16,0 0-33 0,0 0-67 15,88-22-58-15,-66 18-49 0,2 2-1 16,-1 0 13-16,-1 2-10 0,-5 0-28 16,-1 6-25-16,-3 0-4 0,-4 1-18 15,-2 2 19 1,-3 3-10-16,-4-2 6 0,0 5 13 16,0-2-3-16,-3 5 0 0,-8 1-22 15,-4 3 3-15,-3 3-26 0,-5 2-63 16,-3 5 18-16,-2 0 3 0,-2 4 80 0,0-2 27 0,2 0 2 15,3-4 23-15,2-1-4 0,7-2 22 16,3-5-2-16,6-4 63 0,4-3-23 16,3-2-12-16,4-2 16 0,9-2 2 15,1 0 35-15,9-3-22 0,2 1-13 16,5-5-13-16,0 1-25 0,3-3-11 0,-2 0 4 16,-6 0-37-16,-1-5-3 0,-4 0-14 15,-4-2-8-15,1 0-145 0,2-3-88 16,-3-3-107-16,-3 3-267 0,5-10-563 0</inkml:trace>
  <inkml:trace contextRef="#ctx0" brushRef="#br1" timeOffset="145304.645">19344 4597 1372 0,'0'0'423'15,"0"0"-76"-15,0 0-26 0,0 0 14 16,0 0-52-16,0 0-85 0,0 0-71 16,-48 74-60-16,25-46-19 0,-2 5-36 15,-4 7-12-15,-3 1 0 0,0 2-9 16,-2-1-26-16,3 0-22 0,4-4 19 0,3-7-112 16,6-4-52-16,5-6-71 0,3-5-153 0,7-8-301 15,0-1-326-15</inkml:trace>
  <inkml:trace contextRef="#ctx0" brushRef="#br1" timeOffset="145545.115">19340 4976 1334 0,'0'0'462'0,"0"0"-56"0,0 0-141 0,0 0-55 15,-16 72-97-15,7-50-88 0,-2 0-25 16,-1 3-6-16,-1 0-33 0,0-2-122 16,2-2-256-16,2-7-317 0,5-3-513 0</inkml:trace>
  <inkml:trace contextRef="#ctx0" brushRef="#br1" timeOffset="145826.279">19411 5042 1956 0,'0'0'451'0,"0"0"-167"0,0 0 28 0,0 0 81 0,0 0-102 16,0 0-92-16,0 0-64 0,0 0-120 15,0 0-15 1,0 0-50-16,59-6-15 0,-56 12 17 0,-3 5-43 15,0 1-7-15,-2 3 38 0,-7 4 3 16,-1 2-13-16,-3-3 4 16,2 0 32-16,-1-4 34 0,7-2 19 15,0-5 83-15,4-1-30 0,1-3-43 16,0 3-26-16,0-3 35 0,4 3 13 16,3-2 49-16,3 2-33 0,3-2-42 0,4-2 6 0,0 0-29 15,3-2-2-15,2 0-41 0,0-7-144 0,1-1-72 16,5-7-187-1,-8 2-618-15,14-12-838 0</inkml:trace>
  <inkml:trace contextRef="#ctx0" brushRef="#br1" timeOffset="146143.833">20082 4555 1702 0,'0'0'289'0,"0"0"38"0,0 0 83 16,0 0-66-16,0 0-85 0,0 0-119 0,0 0-80 16,0 0-58-16,-63 66 46 0,32-28 6 0,-6 9 25 15,-8 6-35-15,-4 7 16 0,-6 6-29 16,-2 3 13-16,-4 5 19 0,-1 1 19 16,0-4 9-16,0 0-10 0,0-3-40 15,0-2-16-15,3 0-24 0,0-5-1 0,6 0-25 16,-1 0-13-16,9-4 26 0,6-3-35 15,5-7 0 1,10-5-38-16,6-10 0 0,7-7-15 0,5-8-109 0,6-9-48 16,0-2-11-16,0-2-8 0,6-4 2 15,4-3-166-15,-3 0-236 0,6-13-112 0</inkml:trace>
  <inkml:trace contextRef="#ctx0" brushRef="#br1" timeOffset="146875.347">19876 5166 1679 0,'0'0'403'15,"0"0"-89"-15,0 0-75 0,0 0 80 16,0 0-22-16,0 0-29 0,0 0 35 16,0 0-149-16,0 0-40 0,0 0 20 0,-15 93-19 15,8-54 37-15,0 3-53 0,-1 4-32 16,-3 3-14-16,0 0-52 0,2-1-1 0,0-5 0 15,2-5-19-15,6-9 4 0,1-7-4 16,0-5 1-16,8-6-4 0,3-3 22 16,4-2 2-16,1-5-2 0,4-1 0 15,3-3-1-15,2-9-36 0,0-2-34 16,-2-3 16-16,-2-3-32 0,-3 4 9 0,-4-2 44 0,-5 2 12 31,-4 0 20-31,-5 1-1 0,0-2 0 0,0 3-34 0,-7 2 37 16,1 0 12-16,-5 3-12 0,2 2 2 15,-1 2 0-15,-1 3-2 0,-1 2 0 16,0 0 0-16,1 0-37 0,-1 0-41 0,2 0-121 16,0 2-116-16,0 0-253 0,3-2-681 15,0 0-511-15</inkml:trace>
  <inkml:trace contextRef="#ctx0" brushRef="#br1" timeOffset="147223.696">20187 5266 1937 0,'0'0'631'15,"0"0"-161"-15,0 0-14 16,0 0-58-16,78-28-149 0,-56 22-112 0,-1 2-87 16,2-1-38-16,2 1-12 0,-4 2-25 0,-2 2-22 15,-2 0 13-15,-2 0-28 0,-4 6-10 16,-5 2 5-16,-1 3 23 0,-5 3 19 15,0 3-6-15,-11 5 28 0,-4 4-25 16,-4 4-29-16,-6 0-12 0,-1 4-26 16,-2 1 10-16,-1-1 21 0,0-1 33 15,2-2 31-15,6-4 17 0,4-4 30 16,5-3 99-16,6-6-8 0,4-2-18 0,2-2-25 16,0-3-5-16,11 2-9 0,0-3 3 15,4-1 6-15,4 0 22 0,4-3-11 16,2-2-30-16,0 0-40 0,2-4-31 0,0-4-10 0,2 0-76 15,-2-4-50-15,1-2-81 0,-3 0-100 16,-2-4-258-16,-7 5-486 0,1-9-415 0</inkml:trace>
  <inkml:trace contextRef="#ctx0" brushRef="#br1" timeOffset="147439.349">20548 5228 1994 0,'0'0'460'0,"0"0"-231"16,0 0-16-16,0 0 136 0,0 0-34 16,0 0-18-16,0 0-89 0,-31 81-49 15,20-52-32-15,-6 6 10 0,-4 2-32 16,-3 1-44-16,-4 5-36 0,-5 1-25 0,1-1-1 0,-1-1-48 16,2-3-1-16,2-3-39 0,4-6-91 15,5-6-48-15,7-6-80 0,6-6-47 16,5-6-92-16,2-6-114 0,3 0-120 15,12-8-303-15</inkml:trace>
  <inkml:trace contextRef="#ctx0" brushRef="#br1" timeOffset="147925.511">20618 5561 684 0,'0'0'1888'15,"0"0"-1448"-15,0 0-244 0,0 0 11 0,0 0 141 16,0 0-55-16,-6 67-77 0,1-48-77 16,0-2-89-16,-1 3-47 0,1-1-3 15,-1-2-3-15,0-1-19 0,0 1 4 16,1-1-10-16,-3-1-90 0,1-6-79 0,2-1-23 0,2-3 27 15,1-2 38-15,2-3-48 0,0 0-137 16,5-4-39 0,2-4 55-16,4-1 55 0,2-4 159 15,1 1 110-15,1-2 26 0,2 3 133 0,-1 1 136 16,0 0 37-16,-1 3 38 0,2 2-38 16,0-2-56-16,0 3-62 15,-1 1-70-15,0 0-39 0,-4 2-21 0,-3 1-6 16,-1 0-16-16,-4 0-31 0,-2 4-28 15,-1 2 12-15,-1 3 32 0,0 6-1 16,-4 1-24-16,-4 2-19 0,-3 1 22 16,2-1-23-16,1-2-2 0,2-3-14 15,4-1-4-15,2-5-19 0,0-1 16 16,8-2 21-16,5-2 16 0,5-2-16 0,5 0-16 16,2-8-58-16,5-3-72 0,2-6-87 0,4 1-97 15,-2-4-172-15,-6 4-464 0,9-11-537 0</inkml:trace>
  <inkml:trace contextRef="#ctx0" brushRef="#br1" timeOffset="148350.972">20821 4964 798 0,'0'0'1083'0,"0"0"-762"0,0 0-185 0,0 0 67 0,0 0 68 16,0 0-72-16,0 0-58 0,0 0-55 0,93-53-57 15,-73 46 13-15,-4 1 34 0,1 0 0 16,-6 2 7-16,2 2 2 0,-5 2-12 16,-1 0 6-16,-1 0-16 0,0 0 9 15,0 6 10-15,0 2-15 0,0 2-36 0,1 2-3 16,3 0-25-16,2-1 0 0,1 1 0 16,3-3 22-1,2 0-6-15,3-3-17 0,2-2 17 16,1-1-7-16,-1-2-10 0,0-1 10 0,0 0-12 0,-3-7-25 0,-4 1-37 15,0 0-80-15,-4-4-97 0,-2 3-97 16,-2-1-163-16,-5 3-481 0,-3-1-429 0</inkml:trace>
  <inkml:trace contextRef="#ctx0" brushRef="#br1" timeOffset="148540.882">20987 5104 684 0,'0'0'1635'0,"0"0"-1102"16,0 0-120-16,0 0 22 0,0 0-38 16,0 0-139-16,99 10-75 0,-71-10-66 0,2 0-64 0,0 0-53 15,3 0 0-15,-1 0-31 0,1 0-21 16,0-3-69-16,-2 1-133 0,0-3-167 16,-8 4-373-16,8-4-956 0</inkml:trace>
  <inkml:trace contextRef="#ctx0" brushRef="#br1" timeOffset="150696.443">22761 4798 342 0,'0'0'0'0,"0"0"-22"0,0 0 22 0,0 0 0 16,0 0 120-16,0 0-22 0,0 0-98 16,0 0-16-16,0 0 16 0,0 0 92 15,0 0 42-15,-21 9-59 0,21-9-75 16,0 0-30-16,0 0-97 0,-2 0-254 0</inkml:trace>
  <inkml:trace contextRef="#ctx0" brushRef="#br1" timeOffset="154768.671">21585 4684 2504 0,'0'0'1024'15,"0"0"-796"-15,0 0-124 0,0 0-16 0,0 0 44 0,0 0 80 16,0 0 55-16,82-8-43 0,-39 3-58 16,11-2-71-16,8-2-28 0,5-1-6 15,1 0 3-15,-3-2 15 0,-3 5-79 16,-6-2-15-16,-5 5-19 0,-12 3-11 15,-6 1 17-15,-10 1-23 0,-7 5-10 16,-8 2-28 0,-6 7 28-16,-2 4 48 0,-13 2 13 15,-6 6 34-15,-7 4 0 0,-6 5-31 16,-4 5 27-16,-5 3 4 0,-1 5-32 0,-3 3 19 16,2 2-10-16,2-3-9 0,1 1 26 15,9-8-26-15,6-5 23 0,6-5-10 16,12-7 9-16,5-7 16 0,2-3-25 15,12-5-12-15,7-3-2 0,3-3 17 0,6-2 4 16,3-3 7-16,3-1-29 0,2 0 0 16,-1 0-1-16,-1-5-12 0,-2-2-39 0,-2-1-51 15,-1 0-29-15,-2-2-48 0,-3-3-91 16,-1-2-240-16,-5 6-521 0,1-15-547 0</inkml:trace>
  <inkml:trace contextRef="#ctx0" brushRef="#br1" timeOffset="154990.968">22507 4729 783 0,'0'0'2026'15,"0"0"-1798"-15,0 0-33 0,0 0 63 16,0 0 93-16,-98 91-21 16,65-56 24-16,-5 1-169 0,-4 5-44 15,-4 3-37-15,-1 0-34 0,-3 2-45 16,1-1-25-16,1-1 0 0,2-4-58 15,6-4-52-15,5-6-35 0,5-2-33 16,8-7-73-16,4-3-197 0,5-4-257 16,3-4-481-16,2-3-566 0</inkml:trace>
  <inkml:trace contextRef="#ctx0" brushRef="#br1" timeOffset="155275.968">22486 5271 2149 0,'0'0'963'16,"0"0"-877"-16,0 0 3 16,102-4 106-16,-73 4 77 0,-1 0-49 0,-6 0-56 0,-3 4-30 0,-4 3-56 15,-5 0-16-15,-3 5-25 0,-6 1-39 32,-1 5 39-32,-10 5 10 0,-9 2 42 0,-6 8-61 15,-9 0-31-15,-3 4-37 0,-5 1 19 16,0 1 14-16,5 0 3 0,5-6 1 15,8-5 13-15,9-6 15 0,10-8 42 0,5-3 4 16,15-5-6-16,11-5 11 0,10-1 16 16,8-4-58-16,9-5-37 0,4-3-20 0,2 0-26 15,1 2 4-15,-8 3-78 0,-3 0-154 16,-8 5-141-16,-13 0-668 0,-7 2-802 0</inkml:trace>
  <inkml:trace contextRef="#ctx0" brushRef="#br1" timeOffset="164891.337">24072 9188 1334 0,'0'0'150'16,"0"0"1559"-16,0 0-1467 0,0 0-71 0,0 0-73 16,81 2 54-16,-41-2 8 0,5 0 0 15,10-2-48-15,3 2-50 0,-1 0-25 16,-2 0 1-16,-2 2-17 0,-11 2-21 15,-4 2-11-15,-14 0-1 0,-7 0-13 16,-8 1 24-16,-9 4 1 0,-1 2-1 0,-14 5-31 0,-8 5 1 16,-8 3 6-16,-6 3-22 0,-4 4 45 15,-1 0-10-15,0 5 12 16,-1 1-2-16,3 3 2 0,1 0 10 0,2 2 52 16,2 1 31-16,8-3 37 0,7-3-13 15,6-6-24-15,8-3-32 0,6-5-24 16,0-5-12-1,15-3 17-15,5-3 17 0,7-4-1 0,7-2-16 16,9-2-23-16,1-6-16 0,7 0 0 16,-4 0-3-16,2-9-49 0,-5-3-64 15,-1-4-1-15,-6-2-70 0,-4-2-98 16,-4-5-228-16,-9 5-504 0,2-6-575 0</inkml:trace>
  <inkml:trace contextRef="#ctx0" brushRef="#br1" timeOffset="165113.233">24826 9328 2320 0,'0'0'523'15,"0"0"-317"-15,0 0-46 0,0 0 114 16,0 0 42-16,0 0-42 0,-45 85-68 16,24-57-73-16,-5 3-46 0,0 3 3 15,-5 0-16-15,-3 1-31 0,-5 1-43 16,0 0-2-16,-4 3-23 0,1-1-9 15,-1-3-46-15,4 0-28 0,6-4-35 0,7-7-81 16,7-5-76-16,4-5-159 0,7-3-279 16,3-5-458-16,5-6-201 0</inkml:trace>
  <inkml:trace contextRef="#ctx0" brushRef="#br1" timeOffset="165529.49">24823 9818 2459 0,'0'0'537'0,"0"0"-389"0,0 0-110 16,0 0 4-16,-39 69 60 0,30-50-13 0,1-4-89 16,2-2-48-16,5-1-150 0,1-7-4 15,0 1 13-15,9-5 24 0,3-1 56 16,5 0 109-1,3-7 55-15,3 0 32 0,-3-2 42 16,1 2 67-16,2 0 34 0,-1 1 3 16,0 2-8-16,-1 1-36 0,-3 2-13 0,-3 1-19 0,-3 0-54 15,-3 1-66-15,-4 3-15 16,0 2 12-16,-2 2 34 0,-3 4-9 0,0 1-25 16,-3 1-22-16,-5 3 1 0,-4 2 15 15,0 4 15-15,-2-4-3 0,-1 0-9 16,4 1-10-16,-1-5-9 0,4 2 4 0,0-5 14 15,7 0-2-15,1-1-9 0,0-4-1 16,6-1 19-16,5 0 21 0,6-5 6 16,5-1-64-16,4 0-18 0,6-7-65 15,3-9-36-15,2-4-75 0,2-2-113 16,0-3-204-16,-10 6-716 16,12-13-851-16</inkml:trace>
  <inkml:trace contextRef="#ctx0" brushRef="#br1" timeOffset="165879.775">26163 9203 3011 0,'0'0'992'15,"0"0"-722"-15,0 0-109 0,0 0 58 16,0 0 33-16,0 0-65 16,-17 71-47-16,3-37-49 0,-8 12-33 15,-7 6 6-15,-7 9 9 0,-4 7 2 16,-5 4-17-16,-5 3-22 0,-3 7-21 16,-7 3-15-16,-3 0-14 0,-4 1-7 0,0 1-6 0,2-2-25 0,1-3-33 15,2-2-3-15,2-5 3 0,7-3-15 16,3-2 5-16,7-5 7 15,5-5 15-15,6-3-28 0,6-4-32 16,4-9 29-16,7-5-17 0,3-8-18 0,5-8-125 16,4-4-187-16,3-7-186 15,0-5-584-15,0-7-456 0</inkml:trace>
  <inkml:trace contextRef="#ctx0" brushRef="#br1" timeOffset="166963.879">25929 10289 2244 0,'0'0'149'16,"0"0"639"-16,0 0-374 0,0 0-99 15,0 0-1-15,104 11-72 0,-71-6 11 16,-1 0-93-16,-1 0-69 0,0 0-45 16,-9 0-44-16,-3 1-2 0,-7-5-11 0,-6 4-7 15,-3-1-16-15,-3-1 4 0,0 7-10 16,-11 3 21-16,-3 3-11 0,-6 5 17 16,-3-1 1-16,2 0-16 0,3-5 13 15,3-3 13-15,10-2-13 0,3-4-16 16,2 2-18-16,7 4 27 0,11 0 20 15,2 6 2-15,2-2 1 0,3 3 12 0,-2 1-13 0,0 0 0 16,-7 0 34-16,-4-1 12 0,-5 4-3 0,-6-4-21 16,-1-2 52-16,-3 2-10 0,-5-1-9 15,-4 0-9-15,-1 0-22 0,1-2-22 16,-2-4-1-16,3-1-1 0,-2-3-2 16,3-1-31-16,-1-4-38 0,3-3-17 15,2 0-26-15,-1-3-21 0,1-6-48 16,1-5-65-16,2-6-142 0,1-3-187 0,2 3-220 31,0-16-739-31</inkml:trace>
  <inkml:trace contextRef="#ctx0" brushRef="#br1" timeOffset="167826.812">24798 9896 1600 0,'0'0'646'15,"0"0"-62"-15,0 0-173 0,0 0-46 32,0 0-24-32,0 0-47 0,2 66-58 0,-7-40-66 0,0 5-41 15,-1 5-33-15,1 3-14 0,-5 4 4 0,2 0 5 16,0 1-27-16,-4-3-33 0,4-5-31 16,0 0 0-16,2-5-18 0,4-6-28 0,2-3-88 15,0-4-93-15,5-2-84 0,9-3-254 16,-2-6-643-16,10-2-747 0</inkml:trace>
  <inkml:trace contextRef="#ctx0" brushRef="#br1" timeOffset="168682.407">26588 10220 1615 0,'0'0'130'15,"0"0"532"-15,0 0-233 0,0 0-109 16,0 0-80-16,0 0-31 0,0 0 15 16,82 2 25-16,-39-6-112 0,9 1-28 15,5-4-40-15,-2 0-26 0,-3 0-9 16,-5 0-3-16,-5 0 3 0,-4 1-31 15,-7 0 0-15,-6 2 10 0,-3 3-12 16,-9 0-1-16,-1 1-22 0,-7 0-18 0,-4 0-16 16,-1 0-9-16,0 6-13 0,-6 6 75 15,-6 5-12-15,-6 4-16 0,-8 5-7 16,-4 4 1-16,-6 4-7 16,-5 5-6-16,-1 4 2 0,-2 0 23 0,-2 4 25 0,4-2 2 15,0-2 26-15,4-3 61 0,5-1 14 16,5-5 9-16,6-3-25 0,5-5-28 0,8 0-26 15,4-7-14-15,5-1 12 0,7-3 18 16,10-3 25-16,8-3 15 0,7 1 34 16,2-8-37-1,6-2-34-15,1 0-19 0,1-6-20 0,-1-6-13 0,-3 0-46 0,-4-1-22 16,0-4-20-16,-6 2-17 0,-2-2-36 0,-4 1-72 16,-5 1-95-16,0 1-184 0,-5 3-287 31,2-6-733-31</inkml:trace>
  <inkml:trace contextRef="#ctx0" brushRef="#br1" timeOffset="168910.146">27314 10274 1235 0,'0'0'150'0,"0"0"78"0,0 0 820 0,0 0-666 0,-70 64-78 16,45-37-88-16,-1 3 18 0,-2 1-21 15,0 4-18-15,-3-1-55 0,0 1-69 16,-4 0-55-16,0-1-16 0,1-4-1 16,0 0-36-1,4-3-75-15,1-1-28 0,4-2-43 16,0-1-15-16,2-1 21 0,6-4-17 0,2-5-154 16,10-6-218-16,-1-2-608 0</inkml:trace>
  <inkml:trace contextRef="#ctx0" brushRef="#br1" timeOffset="169151.657">27331 10733 1201 0,'0'0'394'16,"0"0"608"-16,0 0-596 0,0 0 41 15,3 89-83 1,-9-58-53-16,0 1-77 0,1 2-70 16,-3-2-50-16,-1-1-59 0,-2-1-45 0,2-2-10 0,1-6-34 0,-1-3-87 15,5-5-55 1,3-3-61-16,1-5-20 0,0-4-100 16,0-2-302-16,5 0-663 0</inkml:trace>
  <inkml:trace contextRef="#ctx0" brushRef="#br1" timeOffset="169459.403">27539 10818 2024 0,'0'0'667'16,"0"0"-275"-16,0 0-48 0,0 0-27 16,0 0-56-16,0 0-47 0,87 0-53 15,-53 0-71-15,2-2-28 0,0 0-53 0,-3 2-9 16,-11 0-31-16,-4 4-9 0,-8 4 9 0,-5 3 30 15,-5 2 1-15,-2 5 40 0,-9-1-9 0,-5 5-9 0,-5 2-10 16,-2 1 10-16,-4 0-1 0,1 0-21 16,-1-2 0-16,4 1 3 0,3-5 18 15,5-1 16-15,8-5-3 0,6-2-34 16,1-6-2-16,5 1-10 0,10-3 12 16,4 0 12-16,7-3-1 0,4 0-11 15,1-5-3-15,3-2-40 16,1-5-40-16,0 1-66 0,0-3-81 15,-4-1-147-15,-6 1-296 0,9-5-786 0</inkml:trace>
  <inkml:trace contextRef="#ctx0" brushRef="#br1" timeOffset="169826.113">28235 9892 1076 0,'0'0'1605'0,"0"0"-928"0,0 0-325 15,0 0-66-15,0 0 33 0,78 19-22 16,-44-10-35-16,9-1-67 0,4-2-85 0,4-5-61 16,2-1-28-16,-2 0-21 0,1 0-15 15,-3-3-61-15,-6-4-59 0,-5 2-73 16,-7 1-78-16,-8 0-133 0,-6 3-178 15,-8 1-518-15,-9 0-733 0</inkml:trace>
  <inkml:trace contextRef="#ctx0" brushRef="#br1" timeOffset="169981.001">28251 10176 33 0,'0'0'2835'16,"0"0"-2152"-16,0 0-367 0,0 0-168 0,95-4-35 15,-46-5-29-15,4 0-40 0,4-2-44 0,1-2-71 16,1 1-127-16,-1 1-53 0,-3 1-139 16,-15 6-390-16,13-2-998 15</inkml:trace>
  <inkml:trace contextRef="#ctx0" brushRef="#br1" timeOffset="171956.832">29255 9679 676 0,'0'0'691'16,"0"0"-506"-16,0 0 43 0,0 0 530 15,0 0-253-15,0 0-150 0,0 0-79 16,0 0-34-16,80-28-18 0,-71 26-34 0,-1 0-57 16,0 1-43-16,4 1-16 0,1-2-13 15,5 2-12-15,3-1 10 0,5 1-7 16,-1 0-3-16,0 0-6 0,-2-3 0 15,-4 3-10-15,-2-1-5 0,-2 1-4 0,-6-1-5 0,-1 1-4 16,-2 0-14-16,-6 0 2 0,1 0 12 16,-1 0 3-16,0 0 1 0,0 0-17 15,0 0-2-15,0 0-1 0,0 0-1 16,0 0 1-16,0 0 0 0,0 0-1 16,0 0 0-16,0 0 0 0,0 0-1 15,0 0 0-15,0 0-10 0,0 0 11 16,0 0 1-16,0 0 1 0,4 0 2 0,1 0 11 15,2 0-13 1,1 0 0-16,3 0 0 0,1 0-4 16,1 0-11-16,1 0-6 15,1 0-4-15,1 0-5 0,1 0-10 0,-3 0 0 16,-5 0 4-16,-1 0 5 0,-2 0-6 16,-5 0-3-16,1 1-6 0,-2 3 9 0,0 3 37 15,0 0 7-15,-6 4 23 0,-2 0-27 16,2 3-1-16,-5-3 0 0,4-2-2 0,0 2-18 15,-1-3 16-15,3-3 1 0,1 1 1 16,1-3 0-16,3-2 3 0,-3 1 0 16,3-1 9-16,-2 0 13 0,2 1-7 15,0-2 1-15,0 0-1 0,0 0-15 16,0 0 10-16,0 0-13 0,0 0 3 0,0 0 9 16,0 0-9-16,0 0 0 0,0 0 12 0,0 0-15 15,0 0-3-15,0 0 2 0,0 0 1 16,0 0-15-16,0 0 13 0,0 0 2 15,0 0 0-15,0 0-1 0,0 0-1 0,0 0 0 16,0 0-13-16,0 0 2 0,0 1-5 16,0-1-1-16,0 0 7 0,-1 1-3 15,-1 4 1 1,-4 0 14-16,1 4 13 0,-2-1-1 16,2 0-11-16,1-3-1 0,2 0-2 15,0-1-10-15,0-1 12 0,1 3-2 0,-2-4 1 16,1 2 0-16,2-1 0 0,-1-1-3 15,1-1 4-15,-2-1 2 0,2 0 1 16,0 0-1-16,0 0 0 0,0 0 0 16,0 0 1-16,0 0 9 0,0 0-10 0,0 0 0 15,0 0 0-15,0 0-2 0,0 0-1 0,0 0-2 16,0 0-12-16,0 0 15 0,0 0 0 16,0 0-3-16,0 0-13 0,0 0-2 15,0 0 15-15,0 0 1 0,0 0-1 16,0 0-13-16,0 0-8 0,0 0 2 15,0 0 7 1,0 0 3-16,0 0-4 0,0 0-2 16,0 0 2-16,0 0 13 0,0 0-9 0,0 0 11 0,0 0 1 0,0 0 2 15,0 0 10-15,0 0-10 0,0 0 11 16,0 0-11-16,0 0 0 0,0 0 1 16,0 0-1-16,0 0 1 0,0 0-1 15,0 0 0-15,0 0 0 16,0 0-1-16,0 0-1 0,0 0-1 0,0 0 0 15,0 0-1-15,0 0 0 0,0 0 2 16,0 0 1-16,0 0-1 0,0 0 1 0,0 0-1 16,0 0 18-16,0 0-2 0,0 0-14 15,0 0 10-15,0 0-9 0,0 0 16 16,0 0-17-16,0 0-1 0,0 0-1 16,0 0-2-16,0 0 2 0,0 0-16 0,0 0 13 15,-1 0-12-15,-2 0 13 0,0 1 1 16,1 3 1-16,-6 1 24 0,-1 3-6 15,-3-1-18-15,2 2-1 0,-4 1-1 16,-3 2 0-16,0 3-20 0,-3 0 21 16,-5 6-2-16,-2-2-34 0,0 6-3 0,-4 0 0 15,1 5 3 1,1-4 15-16,1 1 4 0,1-1 5 16,3 1 13-16,-1-2-1 0,5-2-7 15,3-2 8-15,1-5 2 0,6 0 0 16,1-5 48-16,2-1-7 0,4-3-15 15,0-3-1-15,3-2-8 0,-1 0-7 16,1-1-9-16,0 0 22 0,0-1 18 0,0 0 12 0,0 0 4 16,0 0-4-16,0 0-15 0,1 0-13 15,1 0-8-15,-1 0 2 0,2 0-3 16,3 0 7-16,2 0 5 0,3 2-5 16,4 1-7-16,3-2 0 0,0-1-2 15,4 0-1-15,0 0-12 0,2 0 9 0,7 0-9 16,0-4-3-16,4 1 1 0,2-1 0 15,6-1-1 1,-1 1-3-16,4-2-12 0,-2 1 12 16,3-2-9-16,-4 2 10 0,2-2-11 15,-5 1-8-15,-1 0-6 0,-5 1-19 0,-6-1-6 16,-3 3 3-16,-9 0 24 16,-3 0-33-16,-8 2-19 0,-2 1-24 0,-3 0-4 15,0 0 0-15,0 0-19 0,0-2-56 16,-3-1-62-16,-2 1-7 0,-4-3-100 0,1-1-312 0,-3-6-713 0</inkml:trace>
  <inkml:trace contextRef="#ctx0" brushRef="#br1" timeOffset="172257.193">30027 9735 893 0,'0'0'759'0,"0"0"-282"0,0 0-140 0,0 0-8 15,0 0 37-15,0 0-127 16,0 0-39-16,0 0-23 0,0 0-26 0,-54 84 16 16,32-54-21-16,-6 2-9 0,-5 3-41 15,-2 3-22-15,-3 1-12 0,-2 1-19 16,-3 1-21-16,-2-2-10 0,1 1-10 15,-2 0-2-15,4-4-1 0,2-2-2 16,7-4-31-16,4-5-52 0,9-6-47 16,4-3-25-16,3-4-74 0,6-3-105 0,2-1-245 0,2-4-521 15,3-2-519-15</inkml:trace>
  <inkml:trace contextRef="#ctx0" brushRef="#br1" timeOffset="172658.232">30369 10289 183 0,'0'0'2337'0,"0"0"-1960"0,0 0-268 0,0 0-58 16,0 0 87-16,0 0 28 0,0 0-65 15,0 0-40-15,0 0-58 0,0 0 13 16,55 70 19-16,-69-48-20 0,-3 1 11 16,0-1-4-16,3-2 82 0,2-1 148 0,7-3-45 15,2-3-86-15,3-1-59 0,0 0-27 16,1 0-11-16,6 1-8 0,5-2 1 0,-2 3-17 31,3 0-3-31,-2 0-46 0,0-2 47 16,-2 4 1-16,-3-3-1 0,-1 1 1 15,-2-2 1-15,-3 4 39 0,0-2 66 16,-8-2-31-16,-3 1-13 0,-4 1 13 0,-5-1-6 16,-2 1-25-16,-3-2-19 0,-4-1-24 15,-2-1-15-15,0-3-10 0,0-5-21 16,0 1-27-16,1-3-112 0,-2 0-138 0,2-4-258 16,7-1-727-16,-12-7-1044 0</inkml:trace>
  <inkml:trace contextRef="#ctx0" brushRef="#br1" timeOffset="173408.082">28122 9593 1421 0,'0'0'741'16,"0"0"-208"-16,0 0-80 0,0 0-90 0,0 0-50 0,0 0-58 15,0 0-40-15,0 0-35 0,0 0-28 16,0 0-29-16,0 0-31 0,46-11-13 15,-25 1 22-15,5-4-18 0,-1 0-22 16,4-1-25-16,1-1 1 0,-1-1-10 16,0 4-24-16,-2-1-3 0,-2 2-1 0,1 1-20 15,-2 0 3-15,-1 2 0 0,-4 0-1 0,-1 2-2 16,-5 2 9-16,-1 4-13 0,-4 1-29 31,0 1 32-31,2 7 22 0,-2 3 52 16,0 5-22-16,-3 1-17 0,-2 0 8 0,1 0-19 0,-1-1-2 0,-1-1 1 15,4-2-1 1,2-4-1-16,3-2-14 0,2-1-37 16,6-2-24-16,1-4 14 0,6 0-14 15,4-5-35-15,3-7-52 0,3-2-47 16,-1-4-132-16,1-3-154 0,-5 1-216 0,-9 2-390 16,6-9-365-16</inkml:trace>
  <inkml:trace contextRef="#ctx0" brushRef="#br2" timeOffset="180839.525">25192 7093 1276 0,'0'0'1479'16,"0"0"-1116"-16,0 0-143 0,0 0-10 16,0 0-7-16,0 0 17 0,0 0-88 0,0 0-57 15,-85 13-9 1,48 0-4-16,-7 4 12 0,-4 3 13 16,-7 5 6-16,-6 3-38 0,-8 4-36 0,-3 3-19 15,-6 2-37-15,0-1 3 0,-2 0 3 16,5-2-6-16,1-4-22 15,9-5-87-15,6-2-22 0,12-4-37 0,7-7-72 0,12-4-53 16,9-6-196-16,7 0-445 0,9-9-343 0</inkml:trace>
  <inkml:trace contextRef="#ctx0" brushRef="#br2" timeOffset="181071.055">24373 7163 2602 0,'0'0'235'0,"0"0"-180"15,0 0-43-15,0 0 149 0,0 0 15 0,-99 36-33 16,74-13-22-16,1 7-1 0,-2 4-3 16,3 5 15-16,0 3-19 0,3 4-50 15,1-4-9-15,6 0-23 0,5-6-31 16,6-6-7-16,5-5 7 0,12-2 41 0,4-6-1 16,9-2-21-16,6-4-7 0,8 0 1 15,6-4-10-15,7-5-3 0,7-2-46 0,6 0-10 16,8-8-101-16,2-2-51 0,5-2-60 15,-21 3-208-15,26-8-825 0</inkml:trace>
  <inkml:trace contextRef="#ctx0" brushRef="#br2" timeOffset="181787.22">26813 6850 1121 0,'0'0'1820'0,"0"0"-1599"0,0 0-62 0,0 0 61 16,0 0 74-16,0 0-84 0,-76 21-50 16,53 3-70-16,1 7-34 0,0 6 13 15,-1 4-20-15,4 1-3 0,1-2-8 0,5-2-37 16,4-7-1-16,3-8-16 0,6-4 16 15,0-6 16 1,1-2-15-16,6-4 14 0,5-4-13 16,2-3 25-16,6 0-27 0,5-10-28 15,2-2-68-15,1-6 13 0,2-6 30 16,-1 0 3-16,-2-2 25 0,1 0 23 16,-7-2-8-16,-3 1 10 0,-3 1 12 0,-7 1 13 15,-3 1 0-15,-2 5 22 0,0 7 33 16,-3 4-27-16,0 5 21 0,0 3-3 15,0 0 9-15,0 0-65 0,0 4-15 16,1 7-67-16,2 5 67 0,2 9 25 0,-3 3-6 0,6 3-19 16,1-4-1-16,5 0-24 0,6-2 7 15,2-4 16-15,6-5 1 0,4 0 0 16,6-7-17-16,3 0-25 0,6-7-96 16,4-2-113-16,4 0-112 0,-14 0-264 15,20-4-757-15</inkml:trace>
  <inkml:trace contextRef="#ctx0" brushRef="#br2" timeOffset="182643.665">28317 6757 1076 0,'0'0'1361'16,"0"0"-942"-16,0 0-156 0,0 0-1 0,0 0 87 16,0 0-12-16,0 0-32 0,0 0-85 15,0 0-91-15,0 0-64 0,-18-4-47 0,10 21-3 16,-4 7 19-16,-2 10 18 0,-3 2 6 15,1 2-15-15,-1-2-18 0,3-6-25 16,2-4-15-16,4-5-6 0,5-8-19 16,0-5-76-16,3-2-100 0,3-4-25 0,5 0-14 15,7-2-262-15,-4 0-505 0,12-11-645 0</inkml:trace>
  <inkml:trace contextRef="#ctx0" brushRef="#br2" timeOffset="182920.881">28431 6966 2651 0,'0'0'1022'16,"0"0"-817"-16,0 0-74 0,-47 88 86 0,33-60 93 16,8-5-33-16,3-4-111 15,3-7-65-15,11-5-47 0,7 0-32 0,8-6-10 16,4-1-11-16,8-8-1 0,2-8-34 16,6-5-27-16,-2-3-21 0,-4 1-28 15,-3-2 27-15,-8 0 18 0,-7-2 10 0,-6 2-7 16,-8-2 16-16,-5-1 24 0,-3-2 22 15,-3 2 21-15,-5 6 10 0,-4 5 58 16,-1 6 22 0,3 5 8-16,-3 6-42 0,-1 0-56 15,-3 6-21-15,-2 6-15 0,-1 4 0 16,0 3-16-16,1 0-6 0,-1 3-11 16,1-1-72-16,4-2-102 0,0-1-95 0,6-2-233 15,5-8-154-15,1 0-61 0,3-8-407 0</inkml:trace>
  <inkml:trace contextRef="#ctx0" brushRef="#br2" timeOffset="183408.066">28921 6699 1398 0,'0'0'1807'16,"0"0"-1485"-16,0 0-91 0,0 0 42 15,0 73 12-15,-5-52-34 16,2-1-94-16,-1 2-95 0,1-7-62 15,2 1-2-15,1-4-1 0,0 0-18 16,0-2-7-16,0-1-12 0,5-5-6 16,1-1-13-16,2-3 4 0,0 0 2 15,4 0-12-15,-1-5 19 0,1-2 43 0,-1 0-10 16,-1-4-5-16,2 3 5 0,-5-1 12 16,-1 4 1-16,-3 2 19 0,-2 3 27 0,-1 0 29 15,0 0 2-15,0 0-9 0,0 0-29 16,0 0-39-16,0 0-37 0,0 0-9 0,0 2 3 15,0-1 15-15,5 2 28 0,4-1 52 16,2 1-15-16,0-2-6 0,4-1-3 16,1 0-7-16,-1-6 1 0,3 2-19 15,0-3 0-15,2 1-1 16,-2 3-2-16,-2-1-24 0,-3 3-7 0,-2 1 31 16,-2 1 3-16,-3 8 40 0,-1 2 18 0,0 4 13 15,-2 4 12-15,-1 1-19 0,-2 1 4 0,2 2-7 16,-2-4-18-16,1 0-31 0,1-7-15 15,1 1 1-15,-1-3-1 0,4-2 0 16,-3-3-3 0,2-1-15-16,-2-2-16 0,2-2-27 15,-1 0-61-15,1 0 8 0,2 0 13 0,0-6-7 16,2 0-6-16,-1-1-44 0,0-2-88 16,1-1-221-16,-3 1-492 0,5-9-621 0</inkml:trace>
  <inkml:trace contextRef="#ctx0" brushRef="#br2" timeOffset="183721.088">29506 6823 303 0,'0'0'2569'0,"0"0"-2143"0,0 0-172 0,-13 98 34 16,4-53 79-16,0 5-60 0,2 4 1 31,-2 3-81-31,1 1-62 0,-1-3-44 0,2 0-39 0,-3-1-30 0,1-4-40 16,-1-6-12-16,1-2 0 16,3-6-12-16,-2-5-12 0,4-5-13 0,-1-2-14 15,5-4 2-15,-1-6-21 0,1-1-52 0,0-6-46 16,0-2-1-16,0-1 9 0,0-4-31 15,1 0-123-15,2-5-153 0,3-6-96 16,2-8-243-16,0 5-442 16</inkml:trace>
  <inkml:trace contextRef="#ctx0" brushRef="#br2" timeOffset="183974.857">29521 6891 1304 0,'0'0'1891'15,"0"0"-1703"-15,0 0-134 0,0 0-6 16,0 0 123-16,0 0 53 0,65-66-55 16,-49 64-80-16,3 1-58 0,-2 1-29 15,2 3 0-15,-2 8-2 0,-4 3-3 16,-2 3 3-16,-2 4 53 0,-9 1-50 16,0 2-3-16,-7-1-13 0,-6 0-5 15,-7-3-66-15,-2 2-33 0,-1-2-25 16,0-3-31-16,3-4-77 0,7-3-60 0,3-7-56 15,7-3-41-15,3 0-34 0,7-8-176 0,12-6-353 16,-1 1 726-16</inkml:trace>
  <inkml:trace contextRef="#ctx0" brushRef="#br2" timeOffset="184260.975">29903 6907 346 0,'0'0'1600'16,"0"0"-814"-16,0 0-327 0,0 0-157 15,3 68 49 1,-3-51-18-16,-3 1-10 0,-1-6-129 15,1 0-101-15,2-4-63 0,1-3-30 16,0 1-3-16,0-3-15 0,3 0 5 0,5-2-23 16,7-1-72-16,-1 0 0 0,6-4-38 15,4-5 16-15,-1-2-20 0,-1-1-7 16,1-2 6-16,-4-2 2 0,-1-2 16 16,-5 1 73-16,-2-4 57 0,-7 1 3 0,-4-1 51 15,0 5 98-15,-6 2 71 16,-6 6-47-16,-1 3-25 0,-2 5-33 0,-2 0-16 0,-2 0-6 15,-1 5-28-15,1 3-25 0,1 3-24 16,2-3-16-16,-1 3-21 0,3-4-10 16,2 2-90-16,1-4-102 0,6-1-88 15,3-1-144 1,2-3-278-16,10-6-492 0,5 1-63 0,18-15 1112 0</inkml:trace>
  <inkml:trace contextRef="#ctx0" brushRef="#br2" timeOffset="184562.46">30610 6663 1281 0,'0'0'1932'16,"0"0"-1226"-16,0 0-442 0,0 0-145 0,-91 43 128 15,53-26 55-15,-5 4-45 0,4 1-89 0,2-2-74 16,4 3-58-16,5-3-18 0,5-1-18 16,7 0 0-16,5-2 0 0,5-4-2 15,5 0 2-15,1 2-33 0,7-2 9 16,6 3 12-16,4-1-1 0,5 2-5 0,2 0-12 15,3-3-16-15,-2 3 3 0,0-2 1 16,-2-1 8-16,-3-2-2 0,-9-1 11 16,0 0 10-16,-9-1 15 0,0 0 22 0,-2 0 42 15,-4-1 0-15,-7 2-3 0,0-2-9 16,-6 1-21-16,0-4-31 0,0 0-45 0,0-6-107 16,3 1-93-16,3-1-47 0,2-1-186 31,4-10-471-31,2 1-638 0,5-12-10 0</inkml:trace>
  <inkml:trace contextRef="#ctx0" brushRef="#br2" timeOffset="184702.726">30672 7022 2111 0,'0'0'1488'0,"0"0"-1220"0,0 0-99 16,-8 70 175-16,-2-49 64 0,0-3-194 0,1-5-186 15,-2 0-28-15,2-3-101 0,4-3-44 16,-1-3-39-16,1-4-144 0,1 0-440 15,2-4-866-15</inkml:trace>
  <inkml:trace contextRef="#ctx0" brushRef="#br2" timeOffset="184859.885">30692 6613 1277 0,'0'0'2837'0,"0"0"-2443"0,0 0-230 0,0 0 51 15,89 12-102-15,-58-11-110 0,-3-1-3 0,1 0-62 16,1 0-221-16,1-3-128 0,-8-2-595 16,5-10-1082-16</inkml:trace>
  <inkml:trace contextRef="#ctx0" brushRef="#br2" timeOffset="185109.382">31340 6267 2055 0,'0'0'1485'0,"0"0"-1151"0,-26 93 58 16,11-50 51 0,-3 14-2-16,-2 5-83 0,-1 5-103 0,-1 5-119 0,-1 1-88 15,1-1-47-15,3-2-1 0,4-8-18 16,6-6 3-16,4-8 3 0,5-6 11 0,0-9-20 31,9-6-31-31,1-4-2 0,5-8-37 0,-4-6-15 0,3-3-12 16,0-6-16-16,-3-2-9 0,1-9-80 15,-4-7-179-15,-5-5-291 0,-3-3-682 16,-3 3-526-16,-17-14 1569 0</inkml:trace>
  <inkml:trace contextRef="#ctx0" brushRef="#br2" timeOffset="185241.79">30911 6703 365 0,'0'0'2543'0,"0"0"-1959"0,0 0-114 15,0 0-45-15,0 0-63 0,0 0-71 0,82 10 26 16,-37-3-81-16,5 1-108 0,4-2-62 15,2-5-42-15,-2 2-24 0,-2-3-27 0,-3 0-24 16,-5-3-98-16,-4-3-84 0,-6-1-106 16,-8 0-382-16,5-5-935 0</inkml:trace>
  <inkml:trace contextRef="#ctx0" brushRef="#br2" timeOffset="185412.513">31665 6786 2277 0,'0'0'1403'0,"0"0"-1054"0,0 0-58 0,-14 87 136 16,9-58-8-16,-4-3-121 0,3 0-159 16,-1-1-101-16,0-5-38 0,-1 3-21 0,0-6-19 15,2-2-90-15,-1-2-25 0,3-2-4 16,-2-5-45-16,0-2-165 0,2-4-622 16,0 0-712-16</inkml:trace>
  <inkml:trace contextRef="#ctx0" brushRef="#br2" timeOffset="185542.195">31556 6656 1418 0,'0'0'2166'0,"0"0"-1907"0,0 0-190 0,107 3 41 0,-69-1-75 16,0 2-35-16,-2-1-57 0,-2 2-217 16,-11 0-291-16,4-2-917 0</inkml:trace>
  <inkml:trace contextRef="#ctx0" brushRef="#br2" timeOffset="185805.318">31882 6885 271 0,'0'0'2813'0,"0"0"-2411"15,-39 72-215-15,29-48 49 0,0 1 118 0,6-3-22 16,2-6-95-16,2-1-90 0,0-5-86 0,8-2-34 16,3-1-27-16,1-5-12 0,5-2-92 0,2 0-71 15,2-8-74-15,4-4-61 0,-2-1-105 16,-1-5-35-16,-2 1-4 0,-4-1 161 15,-1-2 86-15,-2-1 207 0,-4-3 110 16,-3 0 209-16,-5 3 59 16,-1 5-34-16,0 8 3 0,0 1-20 15,-4 7-88-15,-5 0-60 0,-2 1-93 16,-3 6-86-16,0 2 25 0,1 1 33 0,-1 1-39 0,2 1-19 0,4-3-86 16,1-1-149-16,2-2 0 0,5 0-10 15,0-6-132-15,5 2-386 0,13-2-874 0</inkml:trace>
  <inkml:trace contextRef="#ctx0" brushRef="#br2" timeOffset="186127.213">32155 6867 391 0,'0'0'571'0,"0"0"1077"0,0 0-1143 0,0 0-193 0,0 0 56 16,-42 69-4-16,36-55-127 0,-1-1-126 15,4-1-82-15,2-1-29 0,1-5-1 16,0 2-11-16,1-2 10 0,3-2-29 15,3-3-3-15,2 3-7 0,1-4-11 16,7 0 11-16,1-4-8 0,3-3-7 16,2 0 21-16,3-4 13 0,-2 0 20 15,1 0 2-15,-2 1 0 0,0 3-15 16,-7 2-13-16,-1 3 28 0,-7 2 78 16,-2 2-10-16,-1 6 7 0,-4 5 33 0,1 3-9 15,-2 1 3 1,0 2 12-16,0 0 45 0,0-2-12 15,0-2-58-15,0 1-56 0,2-2-30 16,5-3-3-16,1 1-54 0,-3-4-89 0,1 1-59 16,3-3-54-16,-3 2-216 0,-1-3-790 15,6 3-1213-15</inkml:trace>
  <inkml:trace contextRef="#ctx0" brushRef="#br2" timeOffset="187328.495">29713 7586 587 0,'0'0'332'0,"0"0"1398"0,0 0-1251 0,0 0-103 0,0 0-70 15,0 0-13-15,81 24-41 0,-75-16-41 16,-6 0-23-16,0 4-53 0,-3 3-31 16,-10 2-43-16,-2 2-15 0,-6 2-28 15,-2 1-6-15,1 0-11 0,2-2-1 16,3-6-14-16,7-1 2 0,2-3-9 16,5 1-16-16,3-1 3 0,0 1 13 0,3 3 6 0,7 0 14 15,1 0 1-15,4 1-4 0,0-2-11 16,1 0 12-16,-3-1 2 0,-1-1 1 15,-3 1 1 1,-4-1 0-16,-1-3 24 0,-2 3-1 16,-2-3 7-16,0 1-10 0,-3 2-3 15,-5-2-5-15,-1-1-11 0,-2 0-2 16,2-2-1-16,-1-5-24 0,3 3-42 0,0-4-43 16,1 0-1-16,0-4-21 0,1-3-13 15,2-3-63-15,1-5-4 0,2-5-160 16,5-5-184-16,8-2-542 0,-2 5-586 15,12-13 1358-15</inkml:trace>
  <inkml:trace contextRef="#ctx0" brushRef="#br2" timeOffset="187651.05">30032 7793 293 0,'0'0'183'0,"0"0"1197"0,0 0-645 0,0 0-160 0,0 0-54 16,0 0-67-16,0 0-109 0,79 61-117 16,-78-56-59-16,2-3-38 0,0 1-39 15,2-1-31-15,2-2-25 0,6 0-4 16,3 0-32-16,7-7-43 0,2-5-48 0,4-3-28 15,0 0-10 1,-6-2-65-16,-4 3-19 0,-7 0-4 0,-4-1 45 16,-5 2 27-16,-3 0 29 0,0-5 37 15,-9 2 79-15,-5-2 13 0,-5 0 34 16,2 6 35-16,-3-1 31 0,-1 7 4 16,1 6 4-16,0 0-43 15,-2 11-10-15,0 6 7 0,-3 7-1 0,-1 7 16 16,0 5 5-16,4 3-6 0,-1 6-15 0,2 0-7 15,6 3-2-15,3-2-10 0,7-5 0 16,5-4 6-16,5-5-13 0,10-7 10 0,4-3-36 16,4-4-22-16,5-6-56 0,3-5-5 15,3-6-18-15,3-1-19 0,5-10-74 16,1-4-96-16,1-5-172 0,-9 0-312 16,8-11-1033-16</inkml:trace>
  <inkml:trace contextRef="#ctx0" brushRef="#br2" timeOffset="187951.347">30614 7595 734 0,'0'0'1025'0,"0"0"137"0,0 0-899 0,0 0 8 0,38 91 58 16,-34-55 17-16,-3 0-84 0,-1 3-83 16,0 0-56-16,0 0-52 0,-5-3 0 15,-1 0-25-15,-2-3-16 0,0-2-17 16,-2-3-12-16,3-4-1 0,1-8 0 0,1-4-2 15,5-6-2-15,-1-3-14 0,1-3 18 16,0 0-1-16,0 0-14 0,7-9 15 16,6-7 0-16,6-8 6 0,5-5-6 0,4-7-15 15,-1-1 2-15,-1-6-5 16,-1-2-62-16,-2 5-21 0,-7 0-35 16,-1 2-38-16,-2 8-15 0,-1 3-6 15,-1 9-16-15,0 3-122 0,1 5-194 16,-1 3-290-16,-3 1-679 0,8 2 1199 0</inkml:trace>
  <inkml:trace contextRef="#ctx0" brushRef="#br2" timeOffset="188091.872">31114 7713 202 0,'0'0'2507'0,"0"0"-2041"0,0 0-192 0,10 73 20 16,-9-43 28-16,-1-3-64 0,0-1-93 0,0 0-119 15,0-3-46-15,0 1-10 0,-1-5-30 16,-4-1-47-16,-4-1-118 0,-1-3-69 15,-8 1-117-15,5-5-360 0,-15 2-1013 0</inkml:trace>
  <inkml:trace contextRef="#ctx0" brushRef="#br2" timeOffset="188251.742">31159 7611 1956 0,'0'0'1134'0,"0"0"-821"0,0 0-186 0,0 0 47 16,0 0 69-16,0 0-64 0,78-17-85 16,-63 11-91-16,1-1-3 0,1 1-182 15,-3-3-237-15,-2 0-585 0,-4 4-1104 16</inkml:trace>
  <inkml:trace contextRef="#ctx0" brushRef="#br2" timeOffset="188607.898">31358 7810 1467 0,'0'0'2102'0,"0"0"-1814"0,0 0-238 0,0 0 16 0,0 0 154 0,0 0 65 16,0 0-87-16,0 0-112 0,93 53-86 15,-59-59-61-15,6-6-57 0,-1-4-64 16,0-2-33-16,-2 0 21 0,-5-1 37 0,-6 2 12 15,-8 3 31 1,-7-2 114-16,-7 2 88 0,-4 0 54 16,-3 0 53-16,-7 3-38 0,-4 2-4 15,1 4-17-15,-6 5-9 0,1 0-31 0,-5 12-32 16,1 5-8-16,-3 7 30 0,-1 2 24 16,0 3 39-16,2 0-27 0,1-2-58 15,4-2-33-15,1-3-31 0,7-5-13 16,6-5-11-16,4-5-12 0,1-1-44 0,9-1-29 15,8-5-11-15,11 0 1 0,3-11-84 0,9-2-156 16,4-5-250-16,5-3-379 16,-13 6-196-16,20-11-246 0</inkml:trace>
  <inkml:trace contextRef="#ctx0" brushRef="#br2" timeOffset="188846.468">31972 7708 225 0,'0'0'486'0,"0"0"605"0,0 0 97 0,0 0-684 0,0 0-147 16,0 0-17-1,0 0 41-15,0 0-110 0,0 0 19 16,0 0-86-16,-31 59-94 0,10-44-34 0,5 2-37 15,4-5-39-15,4 1-11 0,3-2 0 16,4 1 11-16,1 1 24 0,1 3-6 16,7 1-3-16,4-3 1 0,4 5-14 15,2-1-2-15,-2 1 0 0,4 0-13 16,-2 0-11-16,-2 0-21 0,0-3-40 0,-6-1-15 16,-4-3 2-16,-5 1 10 0,-1-1 18 15,-8 0 12-15,-9-2 9 0,-4 2 12 16,-8-2 16-16,-1 1 8 0,-5 0-8 15,-5-1-56-15,-2 0-33 0,-9-2-88 16,-3-2-234-16,10-3-623 0,-31-3-558 0</inkml:trace>
  <inkml:trace contextRef="#ctx0" brushRef="#br2" timeOffset="190364.343">22205 3564 293 0,'0'0'356'15,"0"0"-356"-15,0 0 26 0,0 0 743 16,0 0-295-16,0 0-178 0,91 18-83 0,-73-16 42 0,3 0-45 15,2-2-85-15,2 0-52 0,4 0-31 16,1 0 22-16,1 0 0 0,3 0-20 16,0-2-2-16,2-3 2 0,-2 0-2 15,0 0 5-15,0 0-24 0,2-2 5 0,0 2-6 16,1-2-19-16,3 0 7 0,2-2-10 16,0 1-16-1,3 1 4-15,1 0-11 0,1-1 8 16,1 2-5-16,0 0-8 0,0 1-14 15,0 0 7-15,-3 1 13 0,4-1-3 16,-3 2 23-16,3 1 2 0,0-1-1 0,5-1 1 16,0 1 0-16,-1 1 1 0,3-1-1 15,-2 3 0-15,2-3-4 0,3 3 2 16,-1 0-10-16,1 0 8 0,2 0-28 0,-1 1 1 16,1 4-27-16,-1-2-3 0,-2 2 10 15,1-1 16-15,0 0 9 0,0 2 13 0,-1-2-3 16,1 1 3-16,-1-3-9 0,1 1 0 15,0-1-30-15,-2 0-77 0,-5-1-71 16,0 0-23-16,-4 0-23 0,-7 1-144 16,-1-2-251-1,-4 0-118-15,-6 2 586 0</inkml:trace>
  <inkml:trace contextRef="#ctx0" brushRef="#br2" timeOffset="199225.392">20661 13508 2760 0,'0'0'471'32,"0"0"-203"-32,0 0-97 0,0 0 93 15,0 0 40-15,0 0-62 0,0 0-26 16,0 0-65-16,0 0-41 0,25 0-15 0,-6 0-19 15,5-3 10-15,6-4 29 0,4-2-30 16,3-3-42-16,6-3-16 0,3-1-9 16,0-3 1-16,4 0-17 0,1 0-2 0,0-1 0 15,-1 3-18-15,2 1 18 0,-5 2 0 16,-3 2-15-16,-7 4-3 16,-8 1-9-16,-3 3-13 0,-7 4 22 15,-5 0-24-15,-4 3 11 0,-3 5 1 16,-5 4 14-16,-2 2 16 0,-6 7 1 15,-5 1-1-15,-5 6-48 0,-4 3 26 0,-5 5-20 16,-1 6 14-16,-5 0 16 0,-3 4-2 0,-2 2 14 0,-4 1 0 0,-5 1-2 16,1 1 1-16,-7 1 0 0,0-1 1 31,1 0 0-31,-1-3-17 0,4 0 15 16,6-2 2-16,3-2 0 0,6-1 2 15,7-4 10-15,4 0 9 0,5-3-6 16,5-4-2-16,4-3-12 0,5-4 14 0,2-5 3 15,0-2 6-15,10-3-11 0,3-1-1 0,4-2 3 16,2 0 22-16,6-3-1 0,2 0-5 16,3-4 2-16,5-2-21 0,3-1 3 15,3-1 13-15,3-1-25 0,4 0 24 16,2-3-12-16,1-2 0 0,4-2-14 0,-3-3-1 16,0 3-15-16,-2-2-12 0,-6 0-31 15,-4 3-9-15,-3 0-12 0,-4-1-21 0,-4 1 8 16,-1-1-18-16,-6 0-49 0,-1-4-168 15,-4 0-71-15,-2-1-92 0,-4 0-186 16,-2-5-654-16,-6 7-160 0,-3-11 1415 0</inkml:trace>
  <inkml:trace contextRef="#ctx0" brushRef="#br2" timeOffset="199579.673">21682 13414 1218 0,'0'0'722'0,"0"0"-420"0,0 0-56 0,0 0 41 15,0 0 82-15,0 0-51 0,0 0-96 16,-64 70-74-16,46-42-59 0,-1 4 33 0,-6 8 50 15,-4 4-1-15,-4 5-25 16,-3 5-91-16,-4 0-17 0,-3 4-8 0,-1-2 13 0,-4 2-43 31,-3-3-12-31,3-1 12 0,-2-1-1 16,2-3 0-16,2-4-11 0,3-2 11 16,5-6-24-16,8-4 23 0,7-8-35 15,9-9-9-15,8-6-47 0,6-9-74 16,0-2-67-16,11-2-69 0,4-6-169 0,5-5-102 15,2 1-519-15,-3 3-131 0,5-4 1185 0</inkml:trace>
  <inkml:trace contextRef="#ctx0" brushRef="#br2" timeOffset="200034.415">21941 14205 153 0,'0'0'1699'16,"0"0"-105"-16,0 0-1237 0,0 0-162 15,0 0 81-15,0 0 111 0,0 0-23 16,14 78-98-16,-11-53-120 0,-1 3-64 15,1 2-40-15,0 5-3 0,0 1-39 16,-2-1-3-16,1 2-45 16,1-5-37-16,-3-4-24 0,3-6-13 0,3-5-12 15,-1-7-25-15,0-5-41 0,1-2-68 0,1-3-200 16,-2-5-317-16,0-7-744 0,-2 2-75 16,0-12 1571-16</inkml:trace>
  <inkml:trace contextRef="#ctx0" brushRef="#br2" timeOffset="200311.619">22270 14221 2898 0,'0'0'531'15,"0"0"-278"-15,0 0 30 0,77-2 102 0,-55 2-14 16,-2 0-89-16,-3 3-84 0,-2 3-70 16,-3 0-43-16,-3 1-24 0,-3 4-12 15,-6 1 60-15,0 0-52 0,-1 3-47 0,-9 6-10 16,-5 2-3-16,-1 3-15 0,-7 2 16 0,0 1 2 15,-2 2 0-15,2 0 1 0,4-3-1 16,0-2 1-16,7-1-1 0,4-5 0 16,4-6-15-16,4-3-3 15,5-5-3-15,11-2 9 0,10-4-13 16,10 0-11-16,13-4 0 16,9-4-22-16,4-3 18 0,0-1-32 0,-2 1-59 15,-6-2-43-15,-6 1-151 0,-13 3-323 16,6-3-836-16</inkml:trace>
  <inkml:trace contextRef="#ctx0" brushRef="#br2" timeOffset="201627.995">19814 13883 2371 0,'0'0'603'16,"0"0"-162"-16,0 0-131 0,0 0-61 15,0 0-32-15,0 0-62 0,0 0-59 0,-95 75-55 16,63-53-15-16,-5 2-26 16,-2 5 0-16,-3 0 0 0,-1 5 1 0,-2 0-1 15,-3 5 16-15,0 1 2 0,4-1 25 16,1 2-2-16,4-6-7 0,8-2 9 15,7-6-13-15,6-7-12 16,7-4-18-16,8-6-22 0,3-5-30 0,0-1-16 16,5-4 31-16,4 1 19 0,4 0-7 15,5 1 13-15,4 1 12 0,0 0-3 0,2 0 3 0,3-2-3 16,-2 4-18-16,1-4 19 16,0 2 1-16,1 0 0 0,1 0 1 0,1 3 10 15,1-1-10-15,3 3 0 0,2-2 36 16,2 2-11-16,-1-3 6 0,-2 0-16 0,0-4-3 15,-3 1-9-15,-2-2 25 0,1 0-25 16,-2 0 25 0,-2-2 0-16,-4 0-7 0,-4-3 1 15,-2 1-7-15,-5 0-12 16,-3 1 28-16,-2-2 9 0,0 3-6 0,-3-2 5 0,-3-2-2 16,2 0 24-16,-2-3 61 0,0-1-45 15,0-3-32-15,-2-3-20 0,-2 1-10 16,-4-6-15-16,-3-1-1 0,0-4-36 15,-3-4-8-15,0-2-16 0,-1-2-9 0,-1-1-28 0,-4-2-40 16,0 3-25-16,-2 0-22 0,-3 3-107 16,-1 3-315-16,-5 5-703 0,6 7-915 15</inkml:trace>
  <inkml:trace contextRef="#ctx0" brushRef="#br2" timeOffset="202783.308">16904 14155 254 0,'0'0'349'0,"0"0"1371"16,0 0-1307-16,0 0-89 0,0 0-90 0,0 0 61 16,0 0 21-16,0 0-74 0,0 0-43 15,0 0-25-15,0 0-23 0,109 6-28 16,-72-6 15-16,-1-1 2 0,-2-1-33 15,-2 2-43-15,-3 0-40 0,-5 0-8 0,-2 8-16 16,-5 1-31-16,-5 3 10 0,-2 3-16 16,-7 4-8-16,-3 3-13 0,-3 4-22 15,-13 4-21-15,-1 2-12 16,-6 1 14-16,-3 0 26 0,-3 2 26 0,0-1 10 0,0-1 0 16,1 0 37-16,0-1 3 0,6-5 28 15,-1-2-15 1,5-2-4-16,5-5-12 0,4-3 15 15,5-3-2-15,4-3 21 0,8 2 33 0,8 1 16 0,7-1-27 16,8 1-32-16,3-4 19 0,7-1-25 16,2-3-18-16,2-3-1 0,2-1-38 15,-1-1 38-15,2-10-58 0,-3-2-97 0,0-5-107 16,-3-5-348-16,-11 3-520 16,6-14-673-16</inkml:trace>
  <inkml:trace contextRef="#ctx0" brushRef="#br2" timeOffset="203168.7">17576 14026 424 0,'0'0'2429'16,"0"0"-2109"-16,0 0-125 0,0 0 185 0,105-10 48 15,-58 2-114-15,6-1-145 0,3-1-89 16,1-2-43-16,2 1 0 0,-4 4-34 15,-6 0-3-15,-6 7-27 0,-10 0-4 0,-7 0-6 16,-10 10-25 0,-8 2 16-16,-8 7 0 0,-2 4 34 15,-15 5 8-15,-8 6-14 0,-8 4-1 0,-4 4-5 16,-6-1 24-16,-1 6 1 16,-5 0 36-16,2 3 9 0,-2 1 22 15,-1 2 9-15,5-1 6 0,3 1 24 16,8-3-9-16,7-5-37 0,10-5-12 15,10-6-6-15,7-8-19 0,1-2-2 0,12-6-10 0,4-6 3 0,6-3-15 16,6-4-2-16,3-4-19 0,3-1-7 16,4-4 10-1,-2-9-37-15,3-2-34 0,-4-5-73 0,-3-5-41 16,-1-3-78-16,-2-2-261 0,-4-4-236 16,-10 10-731-16,4-15 339 0</inkml:trace>
  <inkml:trace contextRef="#ctx0" brushRef="#br2" timeOffset="203368.881">18184 14153 1850 0,'0'0'506'0,"0"0"87"0,0 0-375 16,0 0-84-16,0 0 124 0,-68 87 139 0,49-56-65 0,-4 2-72 15,-1 6-115-15,-2-1-74 0,0 6-40 16,-4-1 9-16,2 3-40 0,-4-2-13 15,4 0-60-15,0-6-17 0,3-2-70 16,3-4-29-16,4-6-7 0,4-2-157 16,3-5-260-16,2-5-592 0,3-3-483 0,4-2 1640 0</inkml:trace>
  <inkml:trace contextRef="#ctx0" brushRef="#br2" timeOffset="203742.952">18200 14734 1167 0,'0'0'755'16,"0"0"-20"-16,0 0-350 0,0 0-62 15,0 0 86-15,7 74-7 0,-7-49-85 16,0 4-86-16,0 0-87 0,0 2-73 15,-3-3-50-15,-1-2-21 0,-2-2-23 0,0-3-60 0,-1-5-52 16,4-1-47 0,-1-6-69-16,1-2-226 0,2-5-591 0,1-2-571 15,0-7 817-15</inkml:trace>
  <inkml:trace contextRef="#ctx0" brushRef="#br2" timeOffset="203989.728">18354 14816 1140 0,'0'0'1062'15,"0"0"-291"-15,0 0-486 0,0 0-91 16,0 0 148-16,82-14 25 0,-60 13-121 16,-1-2-79-16,-1 2-44 0,-2 0-21 15,-2 1-28-15,-5 0-35 0,-3 3-23 16,-4 6-13-16,-4 3 15 0,0 4 37 0,-12 6-18 16,-2 3-22-16,-5 1-13 0,-2 2 20 15,3-1-20-15,3-4-2 0,4-3-1 16,8-5 0-16,3-4 2 0,3-4-1 15,8-1 0-15,6-3-37 0,4-3-27 16,5 0 6-16,6-3-22 0,5-8-46 16,1-3-44-16,-1-3-40 15,2-2-163-15,-11 3-393 0,9-8-1189 0</inkml:trace>
  <inkml:trace contextRef="#ctx0" brushRef="#br2" timeOffset="205069.846">15947 14206 935 0,'0'0'391'16,"0"0"948"-16,0 0-1030 0,0 0-114 16,-74 66-35-16,43-41 37 0,-2 5-20 15,-4 2-29-15,-4 5-38 0,-3 0-35 16,-1 4-36-16,-3 3-8 0,2-1-12 16,0 3 6-16,4-6 25 0,3-1 9 15,6-4 16-15,7-9 46 0,6-2-35 0,4-8-33 0,6-6-26 16,6-3-23-16,1-3-1 0,3-4 0 31,0 0 11-31,0 0-14 0,1 2 0 0,7 0 0 16,3 1 16-16,2 0 2 0,4 1 0 15,2-1-5-15,3 1 5 0,4 0-2 0,-2 0-14 0,6 2-1 16,-2 0 0 0,3 4 1-16,1 2 10 0,4 0 9 0,0 1 13 15,3 0-32-15,-3-3-2 0,0 1-2 16,2-4 2-16,-4 1 0 0,2-3 0 15,-2 0-2-15,-3-2 2 0,-2-2 1 0,-2 1 1 16,-4-2 26-16,-1 0-10 0,-5-2-5 16,0-3 17-16,-5 0-2 0,-2-3-7 15,-4-2 19-15,0-2-3 0,-5-2-19 0,-1-4 3 16,0-3-18-16,-1-4-3 0,-8-5-12 0,1-4-31 16,-4-7-21-16,-4-4-6 0,0-3-38 15,-2-2-39-15,-1 0-17 0,4 3-10 16,-2 2-63-16,6 5-141 0,3 10-227 15,-3-6-499-15</inkml:trace>
  <inkml:trace contextRef="#ctx0" brushRef="#br2" timeOffset="206784.907">13761 14266 346 0,'0'0'1921'31,"0"0"-1366"-31,0 0-123 0,0 0-44 16,0 0-54-16,0 0-77 0,89 3-98 0,-54-1-76 15,4-2-52-15,5 0-3 0,4 0-9 16,1 0 6-16,-3 0-25 0,0 0-21 15,-7 0-7-15,-7 1 3 0,-5 5 4 0,-4 0-4 16,-7 5-9-16,-4-1-25 0,-8 4 3 16,-4 3 0-16,0 5 18 0,-14 4 10 0,-8 4 0 15,-2 3-3-15,-7 3 3 0,-2 1 26 16,-4 2 2-16,2-1 16 0,1 1 21 16,-1-1 29-16,3 0 30 0,4-3 0 15,3 0 6-15,9-6-21 16,3-2-10-16,6-4-22 0,6-1-15 0,1-8 18 15,1-1 9-15,13-1 0 0,2-1-21 0,7-3-18 0,6-2-7 16,3-3-3-16,2-3-10 0,5-1-2 16,-1-8-19-16,2-4-18 0,-2-1-64 15,-2-3-52-15,-2 0-48 0,-5-2-35 16,-2 0-68-16,-2-2-191 0,-9 7-490 16,1-9-323-16</inkml:trace>
  <inkml:trace contextRef="#ctx0" brushRef="#br2" timeOffset="207011.357">14461 14397 1661 0,'0'0'178'15,"0"0"335"-15,0 0 58 0,-69 90-235 16,45-53-34-16,-4 4-5 0,-2 2-8 0,1 3-77 15,-1-3-104-15,-2 3-65 0,-2 0-43 16,-2-2-3-16,4 0-77 0,-2-5 15 16,2 0-41-16,2-6-37 0,5-5-37 15,6-8-40-15,5-7-164 0,8-4-161 16,3-8-441-16,3-2-412 0</inkml:trace>
  <inkml:trace contextRef="#ctx0" brushRef="#br2" timeOffset="207274.546">14500 14840 1486 0,'0'0'202'0,"0"0"1167"0,0 0-894 0,16 72-77 15,-13-43-56-15,1 3-73 0,-2 2-69 16,-1 0-67-16,-1 0-60 0,0-4-49 16,0-2-24-16,0-2-22 0,-3-5-85 0,-2-2-47 15,3-3-59-15,1-7-104 0,1-6-231 16,3-3-577-16,4-5-524 0,6-15 1243 0</inkml:trace>
  <inkml:trace contextRef="#ctx0" brushRef="#br2" timeOffset="207496.788">14683 14986 189 0,'0'0'828'16,"0"0"-326"-16,0 0 843 0,0 0-853 16,0 0-92-16,81-13-48 0,-65 13-72 0,-1 1-63 0,-3 6-39 15,0-1-36-15,-3 4-35 0,-2 0-46 16,-4 4-19-16,-3 1-11 0,-2 4-13 16,-8 3-18-16,0 0-3 0,-2 3-9 0,-2-1 12 15,4 0 1-15,1-3 1 0,6-3-2 16,1-3-15-16,2-4 12 0,10-5-22 15,6-4-20-15,8-2-65 0,6-7-1 16,6-7-76-16,2-6-42 0,2-5-88 0,-1-3-247 16,-12 6-773-16,8-8-840 0</inkml:trace>
  <inkml:trace contextRef="#ctx0" brushRef="#br2" timeOffset="214193.678">13205 14286 1573 0,'0'0'559'0,"0"0"-310"0,-16 87-91 0,10-48-22 16,0 7 262-16,-1 4-148 0,-1 0-107 0,-1 2 40 15,2-1-15-15,1-4-52 0,-1-8-34 16,5-3-19-16,2-11 12 0,2-6 3 0,8-5 87 16,3-6 5-16,4-2-87 15,6-3 28-15,5-3-22 0,5 0-31 0,4-7 31 16,4-3-40-16,0-2-34 0,2-6-15 0,-1-2-1 16,-3-3-23-16,-3-1-65 0,-3-4-52 15,-8-1-189-15,-3-1-273 0,-7 6-609 16,-2-10-740-16</inkml:trace>
  <inkml:trace contextRef="#ctx0" brushRef="#br2" timeOffset="214347.222">13391 14300 957 0,'0'0'1611'0,"0"0"-1160"15,-22 80-202-15,16-42 72 0,2 12 26 0,-2 6-8 0,1 4-54 16,0 5-119-16,-1 2-83 0,-1 6-47 15,-2-3-36-15,-3 2-25 0,-3-1-70 16,2-1-118-16,-3-3-128 0,2-4-166 16,5-19-477-16,-4 10-709 0</inkml:trace>
  <inkml:trace contextRef="#ctx0" brushRef="#br2" timeOffset="-214100.545">12066 14452 1740 0,'0'0'500'15,"0"0"-200"-15,0 0 45 0,0 0-50 16,0 0 52-16,0 0-34 0,0 0-74 16,0 0-64-16,0 0-97 0,-46 68-47 0,19-45-31 15,1 2-1-15,-6 0 1 0,2 3-1 16,-1-3-30-16,1 2 27 0,1-1 2 0,2 0 0 0,1-4 2 16,3 1 0-16,6-4 2 15,0-3 17-15,6-3-16 0,2-1 8 0,4-2-11 16,2-6-24-16,3 3-10 15,0 0-13-15,3 0 47 16,7 2 37-16,5 1-6 0,2 1-18 0,2-1-11 16,2-2 16-16,4 0 7 15,-2-2-23-15,6 1 17 0,0 0 3 0,-1-1 21 16,1 1-6-16,0-2-12 0,-2-2 18 16,1-3 3-16,-4 0 16 0,-2 0 2 15,-3 0 4-15,-4 0-3 0,-5-3-23 0,-2 2-5 16,-5 0-19-16,0-1 13 0,-2 1 9 15,-1-1 9-15,1-1 9 0,1-3 33 16,-2-3-15-16,1-3-39 0,-1-8-25 0,0-5 0 16,0-8-12-16,-7-5-37 0,-2-6-42 15,-1-2-52-15,0-2-61 0,-1 2 5 16,0 3-41-16,0 5-104 0,4 12-292 16,-8-5-751-16</inkml:trace>
  <inkml:trace contextRef="#ctx0" brushRef="#br2" timeOffset="-213562.794">10596 14720 2138 0,'0'0'1135'0,"0"0"-862"0,0 0-86 15,0 0 71-15,-16 77-17 0,16-40-20 0,2 8-52 16,7 6-33-16,1 3-44 16,5 1-9-16,-1-3-4 0,3-6-36 0,2-8-15 15,4-8-25-15,0-9-3 0,1-7 0 16,2-8 1-16,2-4 0 0,0-2 14 15,3-10-15-15,0-6-1 0,1-8-11 16,0-8-25-16,-2-4-15 0,0-5 6 0,-1-1-9 0,-6 2 9 16,-3-1-31-16,-8 4-9 15,-5-1-3-15,-7 6-7 0,-1 2-6 0,-13 2 40 16,-6 4-3-16,-4 5 12 0,-5 5 53 16,-4 6-28-16,1 7-7 0,-2 1-8 15,1 12-33-15,-1 7-128 0,-2 6-223 16,-1 8-217-1,9-9-524-15</inkml:trace>
  <inkml:trace contextRef="#ctx0" brushRef="#br2" timeOffset="-209926.864">13557 16566 20 0,'0'0'215'16,"0"0"-215"-16,0 0-72 0,0 0-91 15</inkml:trace>
  <inkml:trace contextRef="#ctx0" brushRef="#br2" timeOffset="-209206.613">14075 15595 333 0,'0'0'1144'15,"0"0"-776"-15,0 0-115 0,0 0-107 16,0 0 67-16,0 0-58 0,0 0 449 16,0 0-276-16,0 0-91 0,0 0-48 15,0-23 31-15,-1 23 19 0,-1 0-29 16,1 0-50-16,-2 1-41 0,0 0-39 0,-5 2-77 15,-4 1-3-15,-4 2-37 0,-3 5-5 16,-4 3 17-16,2 5-3 0,3 4 16 16,1 3 9-16,3 0 0 0,1 3 0 15,6-2 2-15,2-2-14 0,5-2 14 0,0-3 1 16,5-2 0-16,2 1 21 0,7-3-20 16,2 1 0-16,1 1-1 0,3 0-12 0,-1 1 12 15,1-1-2-15,0 1-7 0,-4-3-4 16,0 1 11-16,-1 0 2 0,-5-3 0 0,0 3 0 15,-3-3 16-15,-4 3-1 0,1-1-12 16,-4 0-3-16,0 0-2 0,0-1-13 16,0-1-10-16,-4-3-18 0,-3-1-12 15,-1-3-32-15,-3-2-36 0,-2-4-47 0,0-1-73 16,-1 0-101-16,2-9-71 0,-1-4-91 16,3-4-101-16,6 1-414 0,-3-15-165 0</inkml:trace>
  <inkml:trace contextRef="#ctx0" brushRef="#br2" timeOffset="-208972.314">14258 15671 1793 0,'0'0'590'0,"0"0"-158"0,0 0-63 0,0 0 16 0,0 0 0 15,0 0-143-15,5 68-84 0,-2-37-68 16,1 4 9-1,3 3-37-15,-1 2-28 0,1 1-33 0,0 3-1 0,2 0 0 16,-1 3-22-16,1 0 22 0,0 5 13 16,-1-4-13-16,0 1-16 0,-4-4-18 15,2-1-6-15,-5-2-68 0,1-3-106 0,-2 0-110 0,0-3-166 16,0-10-566-16,-6 4-560 0</inkml:trace>
  <inkml:trace contextRef="#ctx0" brushRef="#br2" timeOffset="-207988.293">13637 16917 1353 0,'0'0'1121'0,"0"0"-709"0,0 0-88 0,0 0 4 16,0 0 9-16,0 0-66 0,0 0-29 15,0 0-62-15,0 0-17 0,0 0 0 16,0 0-25-16,24 9-38 0,-9-4 25 0,5 1-12 16,5 0-13-16,2-2-27 0,5-2-25 15,7-2-23-15,0 0-15 0,1-6-10 16,2-2-3-16,-3-1-13 0,-2-3-2 16,-4 3-6-16,-5 1-27 15,-5 1-7-15,-9 3-9 0,-4 1-6 16,-7 3-3-16,-3 0-6 0,0 4-22 15,-4 8 49-15,-8 5 52 0,-4 6-43 16,-4 4-15-16,-4 4 27 0,-2 1 6 16,1-1 7-16,-1 0-13 0,0-2 19 15,2 2 13-15,-2-1-14 0,3 1 15 0,0-1 1 16,1 1 1-16,4-3 12 0,5-2 11 16,2-1 7-16,3-4 15 0,7-2 0 15,1-5 0-15,1 2 21 0,10-4-9 0,1-1-24 16,7-1-1-16,1-4 1 0,4 0 3 15,2-4-13-15,3-2-9 0,1 0-15 0,4-7-14 16,-3-1-35-16,2-4 10 0,1-1-41 16,-3-1-76-16,-3-3-25 0,-2-1-87 15,-2-2-191-15,-8 5-332 0,3-9-698 0</inkml:trace>
  <inkml:trace contextRef="#ctx0" brushRef="#br2" timeOffset="-207788.236">14264 16923 957 0,'0'0'1867'0,"0"0"-1447"15,0 0-216-15,0 0-74 0,0 0 69 16,0 0-23-16,-48 71-43 0,28-41-21 0,0 1-9 16,-2 4-13-16,-5-2-32 0,0 3-54 0,-2 0-4 15,-3 0-31-15,3 3-7 0,-1-3-48 16,1-2-55-16,3-1-41 0,4-4-104 15,3-4-130-15,1-4-239 0,8-7-518 0</inkml:trace>
  <inkml:trace contextRef="#ctx0" brushRef="#br2" timeOffset="-207402.119">14461 17218 2229 0,'0'0'533'0,"0"0"-174"0,0 0-56 0,0 0-14 15,0 0-66-15,74 2-62 0,-67 5-27 16,-5 2-37-16,-2 5-32 0,0 4-31 16,-3 3-13-16,-6 2-18 0,0 0 9 15,0 0-11-15,0-1 0 0,3-3 11 0,0-1-11 16,6-6 0-16,0 0 0 0,0-3-1 15,4-1-10-15,5-1-5 0,3 1-3 0,4-2 17 16,0-2 1-16,2 1 0 0,-1-1 0 16,-1 0 0-16,-1 0 1 0,-4 0 1 15,-2 0 14 1,-2 2 12-16,-3 0 12 0,-2 3 0 0,-2-1 0 16,0 3-9-16,-3 0-31 0,-7 3-2 15,1-2-35-15,-2 1-13 16,-4-2-27-16,-1 0-19 0,-1-2-53 15,-4-4-65-15,-1-2-119 0,3-3-262 0,-11-2-903 0</inkml:trace>
  <inkml:trace contextRef="#ctx0" brushRef="#br2" timeOffset="-206601.08">18020 15524 665 0,'0'0'1628'15,"0"0"-1124"-15,0 0-116 0,0 0-15 0,0 0-86 16,0 0-117-16,0 0-97 0,0 0-36 15,-59 84-6-15,46-62 4 0,-2-2-14 16,4 3-9-16,2-5-12 0,1 2 0 16,5-2 15-16,0 0-2 0,3-2-13 0,0 2 0 15,4 0 0-15,4-1-1 16,1-2 1-16,1 2-2 0,2-4-10 16,-1 2 11-16,3-3 1 0,0 4-1 15,3-1 1-15,0 2 3 0,3 1 19 16,-1 2 9-16,1 3 62 0,-3-2 37 15,-2 1 3-15,-2-1-65 0,-4-2-34 16,-2-1-16-16,-3 1-17 0,-1-6-1 16,-1-1-2-16,-1-2-19 0,-1-7-59 0,0 0-56 0,0-3-25 15,0-3-44-15,0-7-31 0,0-6-83 16,0-7-338-16,0 3-516 0,0-22-344 0</inkml:trace>
  <inkml:trace contextRef="#ctx0" brushRef="#br2" timeOffset="-206399.391">18162 15596 1585 0,'0'0'497'0,"0"0"-193"0,0 0 29 0,0 0 103 15,0 0-95-15,0 0-84 0,22 69-78 16,-8-40-34-16,-3 6-26 0,3 2-20 16,-3 3-27-16,1 2-41 0,2 1-6 15,-2 1-4-15,2-2 0 0,-1-1-21 16,2 0-19-16,-1-2-102 15,2 0-163-15,-3 1-141 0,-1-3-171 16,-3-8-615-16,0 13-598 0</inkml:trace>
  <inkml:trace contextRef="#ctx0" brushRef="#br2" timeOffset="-205445.507">17946 17070 1891 0,'0'0'532'15,"0"0"-180"-15,0 0-9 0,0 0 33 16,0 0-22-16,0 0-86 0,81 21-100 15,-51-18-72-15,1 1-43 0,-3-1-50 16,-2 0 3-16,-3 1-6 0,-1-1-3 16,-8 3-22-16,-1-1 13 0,-3 2 10 0,-7 2-1 0,-3 4-22 0,0 4 3 15,-9 5-15-15,-8 2-28 0,-6 4-10 16,-1 3 25-16,-2 0 25 0,-2-1 13 16,2-2 9-1,2-3 3-15,4-2 13 0,2-4-1 0,4-3 10 16,6-5 28-16,3-3-3 0,4-3-35 15,1 0-12-15,4 0 0 0,8-1 38 16,5 2 21-16,4 1-19 0,1-2-3 16,1-1-6-16,2-1 22 0,-1-3-7 15,0 0-6-15,-2 0-21 0,1-3-19 16,0-3-53-16,-1-2-18 0,0-4-50 16,1-2-75-16,-2-3-74 0,1-2-118 15,-3 2-251-15,9-11-703 0</inkml:trace>
  <inkml:trace contextRef="#ctx0" brushRef="#br2" timeOffset="-204969.663">18592 16943 881 0,'0'0'818'0,"0"0"-302"0,0 0-235 0,0 0-116 16,0 0-20-16,0 0 3 15,0 0-20-15,0 0-16 0,0 0-20 16,0 0-12-16,0 0-54 0,0 2-23 16,0-2-2-16,0 0 53 0,0 0 54 0,0 0 69 15,0 0 18-15,0 0-44 0,0 0-35 0,0 0-17 16,1 0-12-16,-1 2-12 0,0-2-17 16,0 0-20-16,0 0-14 0,0 0-5 15,0 0-1-15,0 0-15 0,0 0 21 16,0 0-24-16,0 0-15 0,0 0 13 15,2 0-11 1,-2 0 10-16,0 0-12 0,0 0-16 0,0 0-25 16,0 0-40-16,0 0-62 15,0 0-42-15,0 0-52 0,0 0-77 0,0 0-115 16,0 0-180-16,0 1-441 0,-2-2-274 16</inkml:trace>
  <inkml:trace contextRef="#ctx0" brushRef="#br2" timeOffset="-204226.596">18406 17092 1809 0,'0'0'587'16,"0"0"-242"-16,0 0-91 0,0 0 136 16,0 0-79-16,0 0-53 15,0 0-97-15,0 0-77 0,0 0-53 16,-33 67-9-16,18-43-7 0,-1 2 29 15,-1 1 15-15,0-1-9 0,1 4-13 16,-1-1-22-16,-1 1-15 0,0-2-14 16,0-1-11-16,0 1-49 0,2-4-54 15,2-5-25-15,3-3-39 0,3-4-70 16,4-5-142-16,1-1-309 0,3-4-663 0</inkml:trace>
  <inkml:trace contextRef="#ctx0" brushRef="#br2" timeOffset="-203942.622">18638 17348 1881 0,'0'0'980'31,"0"0"-662"-31,0 0-22 0,0 0 71 0,89-3-25 16,-69 5-140-16,-1 3-90 0,0 3-35 15,-3 0-21-15,1 4-7 0,-4 1 12 16,-1 3-8-16,-5 2-1 0,-3 3-9 0,-4 5-3 15,0 4-19-15,-6 1-9 0,-2 1 4 16,-4 0-14-16,1-1-1 0,0-5-1 0,2-2-22 16,4-6 10-16,2-4-6 0,3-3-10 15,0-5-9-15,6-1-6 0,7-2 6 16,4-3 10-16,8 0-19 0,4-7-47 16,7-8 29-16,1-7-73 0,6-7-43 15,-2-1-99-15,-1-5-169 0,-9 9-332 16,7-16-856-16</inkml:trace>
  <inkml:trace contextRef="#ctx0" brushRef="#br2" timeOffset="-202872.443">22076 15287 1979 0,'0'0'586'16,"0"0"-107"-16,0 0-175 15,0 0-44-15,0 0 21 0,0 0-73 16,0 0-80-16,0 0-60 0,0 0-37 16,0 0 28-16,0 0 19 0,0 4-1 0,0-4-24 15,0 2-10-15,0-2 0 0,0 4 6 16,0-1 16-16,-4 4 11 0,-3 2-17 16,1-1-26-16,-4 3-11 0,1 1-10 15,-3-1-9-15,0-3-3 0,-1 6-2 16,-1-1-16-16,0 2 5 0,-3 4-5 15,4 2-3-15,-1 5 5 0,2 2 4 16,1 0 9-16,5 4-12 0,3-3 2 0,3-1 11 16,0-1-1-16,8 0-9 0,3-3 11 15,2 2-11-15,3-1-1 0,1 1 13 0,2-2 2 16,0 0-1-16,2-3 24 0,1 0 9 16,-3-2-1-16,-1-2 26 0,-1-2-26 15,-6-3-30-15,-3-3 9 0,-2-2-12 16,0-1 0-1,-5-3-2-15,1-1-10 0,-2-2 0 0,0 0-34 0,0 0-58 16,-3 0-7-16,-3-2-30 0,0-7-79 16,1-3-124-16,0-4-74 0,4-6-133 15,-1 3-194-15,2-18-579 0</inkml:trace>
  <inkml:trace contextRef="#ctx0" brushRef="#br2" timeOffset="-202671.586">22281 15389 1197 0,'0'0'820'16,"0"0"-341"-16,0 0-195 0,0 0 11 16,0 0 63-16,0 0 81 0,0 0-112 15,35 79-88-15,-27-45-109 0,3 5-25 16,1 7-47-16,1 2-27 0,3 2-28 0,-1 2 12 16,3-2-14-16,-3-1-1 0,-1-4-33 15,-1-3-75-15,-1-3-80 0,-2 0-98 16,-1-3-123-16,-7-10-211 0,1 12-774 0</inkml:trace>
  <inkml:trace contextRef="#ctx0" brushRef="#br2" timeOffset="-202039.596">22096 16733 2108 0,'0'0'1042'15,"0"0"-679"-15,0 0-135 0,0 0 8 16,0 0 37-16,0 0-71 0,79-7-60 16,-46 5-28-16,1-2-56 0,1 1-30 15,-2-1-11-15,-3 2-17 0,-1 2-1 16,-4 0-11-16,-5 0-4 16,-6 0 1-16,-5 0-9 0,-4 2-4 0,-5 3 9 15,0 3-18-15,0 5 0 0,-11 3 19 0,-2 4-4 16,-5 3-2-16,-1 1 21 0,-4 2 1 15,0 0-2-15,0 1 1 0,2-1-12 0,1 1 13 0,1 0 0 16,-1 0 0-16,3 1 2 0,2-2 1 31,3-1 20-31,4-1 60 0,5-4 11 16,3-1-28-16,3-4-8 0,10 0 5 0,3-3-6 16,7 0 6-16,3-4 13 0,4-1 20 0,2-3-27 15,3-4-41-15,2 0-26 0,2-3-37 16,1-5-100-16,-1-5-25 0,0-3 6 15,-3-3-11-15,-1-3-139 0,1-3-287 16,-13 2-500-16,7-10-573 0</inkml:trace>
  <inkml:trace contextRef="#ctx0" brushRef="#br2" timeOffset="-201822.887">22719 16723 2779 0,'0'0'513'0,"0"0"-294"0,0 0-136 0,-73 76 71 16,50-46 32-16,-2 2-60 0,-1 0-75 16,0 2-36-16,2 0-2 0,1-1-11 15,-2 0-2-15,2 0-19 0,0-1-50 0,1-4-48 16,2-2 4-16,0-4-76 0,4-4-75 16,4-5-119-16,4-7-207 0,2-6-425 0</inkml:trace>
  <inkml:trace contextRef="#ctx0" brushRef="#br2" timeOffset="-201555.159">22899 16973 1823 0,'0'0'636'0,"0"0"-234"15,0 0-52-15,89 4-29 0,-66 3-134 0,-6 1-33 16,-4 2-12-16,-6 4-16 0,-2 1-33 15,-5 5-15-15,-3 4-22 0,-11 3-7 16,-3 4 20-16,-2 3 11 0,-1 3 22 0,-3 1-19 31,4-1-46-31,4-1-19 0,4-4 16 0,4-5 3 16,7-5-28-16,0-3-9 0,12-5-19 16,6-3 17-16,8-5-1 0,4-4-37 15,7-2-12-15,3-11-28 0,4-4-49 16,-2-8-100-16,0-2-138 0,-10 5-310 0,6-11-809 15</inkml:trace>
  <inkml:trace contextRef="#ctx0" brushRef="#br2" timeOffset="-197714.605">17940 10772 1553 0,'0'0'39'0,"0"0"910"0,0 0-713 0,0 0-15 16,0 0 7-16,0 0 1 0,0 0-20 15,0 0 18-15,0 0-67 0,0 0-3 16,0 0-48-16,0 0-53 0,91 46-25 0,-65-36-12 31,0-1-1-31,0-2 4 0,3-2-22 16,1-1 1-16,6-3 14 0,3-1-2 0,4-3-13 0,2-2-1 15,2-4-21-15,1 0-6 0,0 0-83 16,-4 2-98-16,1-1-65 16,-5 3-147-16,-12-1-254 0,12-4-660 0</inkml:trace>
  <inkml:trace contextRef="#ctx0" brushRef="#br2" timeOffset="-186771.342">17848 9238 627 0,'0'0'639'16,"0"0"422"-16,0 0-809 0,0 0-81 0,0 0-20 16,-55 94 42-16,41-57 1 0,0 4-47 15,-4 6-42-15,5 3-39 0,-4 11 1 16,3 5 65-16,-1 6 104 0,2 5-123 16,-1 2-57-16,5 3-31 0,3 2 13 15,5 1 11-15,1 1-5 0,1 3-19 0,7-1 2 16,3 4-14-16,-1-2-13 0,3-1-21 15,3-2 20-15,2-3-23 0,5-9 21 16,5-6-17-16,8-10 20 0,10-13 21 0,9-12-8 16,8-10 5-16,7-14 13 0,6-8-12 15,5-4-17-15,2-11-2 0,-5-5-2 16,1-3-14-16,-9-3 16 0,-5-2 0 0,-6-2 0 0,-8-3 13 16,-3-3 5-16,-2-3 7 0,-2-4-23 15,-2-3 1-15,0-6 0 0,-3-3 0 16,-1-5-3-16,-1 0-1 0,-5-7 1 15,-5-4-2-15,-3-1 2 0,-6-5 13 0,-5-1 21 16,-8 0 0-16,-5-4-16 16,-2 4 16-16,-12-2 12 15,-8 3-15-15,-4 2-16 0,-4 4-15 16,-5 2-18-16,-7 2 15 0,-5 1-16 16,-1 2-51-16,-8 2-1 0,-1 4-13 15,-4 5-3-15,-2 10 44 0,-1 9-19 0,-2 13-7 16,-2 13-9-16,-2 6 25 15,-1 13-20-15,-1 15-71 0,-4 9-55 0,2 10-13 16,0 9-120-16,0 6-247 0,6 5-81 0,16-15-507 16,-13 20 544-16</inkml:trace>
  <inkml:trace contextRef="#ctx0" brushRef="#br2" timeOffset="-185784.711">22094 3989 718 0,'0'0'2095'15,"0"0"-1812"-15,0 0-120 0,0 0-4 16,-85-3 69-16,62 19-20 0,-5 7-41 0,-3 8-38 16,-5 7-35-16,-3 10-4 0,-4 6 28 15,-2 7-16-15,-3 10-28 0,1 7-16 0,1 5 4 16,5 9-13-16,7 5 31 0,3 4 18 15,10 6-13-15,8 1-42 0,7 1-7 0,6-1-17 16,6-3-1-16,8-5-18 0,6-9-19 16,4-7 0-16,4-12 1 0,6-12 16 15,7-10-13-15,5-9 12 0,8-12-15 16,8-9 2 0,5-11 15-16,10-9-14 0,7-11 0 15,3-12-7-15,4-10 10 0,4-11 0 16,-1-6-10-16,-2-9-5 0,-2-3-16 0,-6-8-15 15,-8-4-31-15,-5-5-53 0,-6-9 6 16,-4-7 34-16,-7-9-47 0,-3-9-49 16,-4-6 10-16,-6-6-8 0,-8 2-36 15,-8 2 57-15,-14 8 95 0,-11 11 45 0,-6 11 35 0,-17 10 48 16,-7 14 35-16,-10 9 64 0,-4 11-71 0,-9 11-38 16,-4 9-38-16,-8 11-3 0,-5 9-48 15,-9 7 0-15,-6 5 16 0,-7 16-115 16,-4 10-77-16,-8 9-237 0,-2 7-300 15,24-9-738-15,-40 26 1303 0</inkml:trace>
  <inkml:trace contextRef="#ctx0" brushRef="#br2" timeOffset="-184651.018">29937 9067 962 0,'0'0'231'16,"0"0"885"-16,-78 5-729 0,47 8-152 15,-7 6-49-15,-3 5 3 0,-2 10-18 16,-6 4-9-16,-3 6-20 0,-1 9-16 16,-3 4-4-16,-4 6-21 0,3 5 27 15,-1 7-1-15,1 2 41 0,1 4-33 16,2 4-18-16,-1 1-59 0,4 1-18 0,1 4-18 15,4-4 17-15,7 1-8 0,3-2-19 16,6 0-10-16,6-1-1 0,4-6-1 0,6 0-2 16,9-4-1-16,5-6-9 15,4-5-3-15,13-8 12 0,12-3-13 0,7-9 14 16,10-5-1-16,7-6-9 0,9-5-10 0,9-9 4 16,8-6-22-16,10-7-6 0,4-6 9 15,9-6 10-15,2-9 25 0,6-6-17 0,-1-6 18 16,6-7-11-16,-2-1 9 0,-1-7-9 15,-1-3 12-15,-1-10-1 0,-1-3-9 16,-3-9-2 0,-3-3 12-16,-3-8 31 0,-4-1 6 15,-6-8-7-15,-8-1 7 0,-9-7-35 16,-11 2 11-16,-7-6-12 0,-12 0 20 16,-12-1 10-16,-8 2-19 0,-18 2 19 15,-7 5 30-15,-24 3-61 0,-22 8-58 0,-22 8-4 16,-19 12 1-16,-23 11 3 0,-18 13-13 15,-17 11-25-15,-13 11-15 0,-14 13 15 0,-12 4 37 16,-12 16-112-16,-7 7-305 0,44 1-478 16,-82 24-734-16</inkml:trace>
  <inkml:trace contextRef="#ctx0" brushRef="#br2" timeOffset="-179707.156">14587 16831 627 0,'0'0'23'16,"0"0"1435"-16,0 0-1225 0,0 0-42 15,0 0 9-15,0 0 41 0,0 0-1 16,-71-79-30-16,60 64-45 0,-1-1 9 15,-1 0-48-15,0-2-35 16,-2 4 42-16,-3 0 57 0,-1 2-23 16,-5 1-56-16,-5 1-55 0,-5 1-31 15,-8 3-23-15,-6 0 1 0,-4 5-2 0,-8 1-1 16,-5 0-15-16,-3 7 15 0,-2 1 3 16,0 4 37-16,1 0 16 0,0 0 48 15,4 4-58-15,-1 0-43 0,1 3-2 0,-1 2-1 16,1 6-1-16,1 2-20 0,4 3-1 15,1 3 19-15,6 1-43 0,4 1-3 0,5-1 0 16,5 2-13-16,8-1-194 0,3 3 166 16,7 3 49-16,5 2 29 0,4 5-1 15,7 4-12-15,3 4 11 0,2 4 14 16,4 2 44-16,9 1-23 0,6 4 17 16,6-1-35-16,6 0 8 0,5 0-11 0,7-1-1 0,8-4-1 31,7-5-8-31,8-5 9 0,12-10-2 0,8-6 3 0,8-9-1 15,7-4 1-15,3-9-2 0,2-5-58 16,-2-8-14-16,-3-2-23 0,1-7-14 16,-1-6-2-16,-1-7-48 0,-1-8 16 0,-1-4 43 15,-6-7 32-15,-5-4 9 16,-7-5 23-16,-6-4 25 0,-8-2 13 16,-9 0 46-16,-9-3-33 0,-6 0 12 15,-5-4-25-15,-9-1-3 0,-2-6 0 16,-6-3 3-16,-3-4 19 0,-7-5 16 15,-2 0-9-15,-5-2 5 0,-3 0 17 0,-5 1 34 16,-11 3-31-16,-5 6 31 0,-7 6-25 0,-5 8-56 16,-6 7-1-16,-5 7-25 0,-9 8-32 15,-4 8 0-15,-9 7 22 0,-3 9-37 0,-3 4-21 16,-6 8-2-16,-2 5-30 0,1 9-185 16,0 5-274-16,1 5-398 0,24-5-105 15,-19 12 937-15</inkml:trace>
  <inkml:trace contextRef="#ctx0" brushRef="#br2" timeOffset="-178921.344">18187 16689 333 0,'0'0'13'16,"0"0"120"-16,0 0 845 0,-90-42-809 15,60 31-49-15,-2 2 43 0,1 1-46 16,-4 4 64-16,2 1-3 0,-1 3 0 16,-2 0 2-16,-1 4-31 0,-2 3-53 15,-4 4-13-15,4 2 23 0,3 2 56 16,2 3-44-16,3 4-102 0,1 6-16 16,1 5-22-16,-2 10-23 0,0 7 44 0,1 8-38 15,3 5 39-15,2 4 41 16,5 4-28-16,6 2-10 0,6 4 0 15,4 3 42-15,4 4-32 0,6-1 6 0,11 3-7 0,14-4 17 16,9-3-7-16,9-7 60 0,10-6-40 16,7-5-11-16,5-6-31 0,5-4-39 15,5-6-53-15,1-6 45 0,5-7-29 16,3-8-39-16,1-11-60 0,3-11 21 16,1-3-13-16,0-16-87 15,4-7-105-15,-5-10-199 0,-3-4 17 16,-7-5-81-16,-7-2 345 0,-6 1 61 0,-9-5 197 15</inkml:trace>
  <inkml:trace contextRef="#ctx0" brushRef="#br2" timeOffset="-178753.354">19248 17731 157 0,'0'0'296'0,"56"-105"-129"0,-37 47-165 0,-4-4 76 16,-7-4 910-16,-5-4-728 0,-3-3-241 15,-2-4-19-15,-10-1-42 16,-5-3 0-16,-5 0 42 0,-9 2 13 0,-11 4 26 16,-6 5 78-16,-8 10 51 0,-7 7 33 15,-9 9 44-15,-5 7-77 0,-9 11-37 16,-8 8-102-16,-7 10-29 0,-8 8-19 15,1 4-20-15,-2 13-54 0,4 4-19 16,4 7-14-16,8 1-45 0,10 2 15 16,9 0-109-16,15-3-229 0,13-2-102 0,17-8 110 0,7 2 414 15</inkml:trace>
  <inkml:trace contextRef="#ctx0" brushRef="#br2" timeOffset="-177833.146">22507 16224 434 0,'0'0'9'0,"0"0"34"15,-85-7 713-15,46 7-112 0,-9 0-310 16,-2 6-130-16,-4 2-101 0,-2 6 7 16,-3 3 32-16,-1 7-1 0,1 2-6 0,2 5-23 15,3 2-29-15,2 4-13 0,5 5-28 31,5 4-1-31,2 5 4 0,5 6-1 16,3 7 29-16,5 4-3 0,3 1-16 0,2 4-13 16,5-1 3-16,4 0-10 0,5-1 10 0,8-2 19 15,0-1-9-15,11-1-54 0,9-2 1 16,7-1-1-16,5 0-22 0,5-4 21 16,9-3-62-16,4-5-54 0,9-3-3 0,8-6 13 15,10-7-71-15,10-8 2 0,9-9-35 16,7-7-14-16,8-7-17 0,1-5 35 0,3 0 13 15,-2-6-63-15,-1-2 56 0,0-4 162 16,-3-4 39-16,0-2 62 0,-3-5 61 16,-4-4-123-16,-2-7-130 0,-6-3 85 15,-7-3 45-15,-5-5 159 0,-8-3 29 16,-5-7 52-16,-5-3-65 0,-4-6-10 16,-3-3 25-16,-6-4-58 15,-6-2 3-15,-5-2-61 0,-8-5 6 16,-9 2-4-16,-9-3 10 0,-11 1 0 15,-3 0-23-15,-15 0-63 0,-10 2 0 16,-14 0 0-16,-7 4 55 0,-15 4 11 16,-11 5 51-16,-10 6-91 0,-13 6-26 0,-7 5-19 15,-5 10-48-15,-5 5-50 0,-1 9-23 16,-2 6-67-16,1 10-104 0,2 4-192 0,2 4-273 16,1 12-300-16,29 0 936 0,-38 18-49 0</inkml:trace>
  <inkml:trace contextRef="#ctx0" brushRef="#br2" timeOffset="-100151.557">3288 12021 2274 0,'0'0'661'0,"0"0"-153"16,0 0-349-16,0 0-86 0,0 0 97 16,0 0 113-16,0 0-52 0,0 0-70 15,-91 13-69-15,74 12-15 0,1 7-6 16,1 8 0-16,3 7 11 0,3 6 1 16,1 3-22-16,5 2-24 0,0 0-24 15,3-3-13-15,0-4-40 0,3-7 10 0,3-7-13 0,2-9-24 16,4-10-53-16,1-8-71 0,11-9-72 15,4-3-112-15,6-15-181 0,-5 1-440 16,18-26-140-16</inkml:trace>
  <inkml:trace contextRef="#ctx0" brushRef="#br2" timeOffset="-99860.747">3604 12365 2005 0,'0'0'634'15,"0"0"-245"-15,21 82-110 0,-10-49 29 16,0 3 16-16,2-4 40 0,2-10-126 0,-1-8-90 15,2-7-10-15,2-7-46 16,5-7-43-16,2-9 19 0,3-8-68 0,-1-4-71 16,2-8-14-16,-5-1 8 0,-1 0 34 15,-7-1 31-15,-2 4-25 0,-8 5 35 0,-4 3 1 16,-2 6-11-16,-11 2-3 0,-6 2 15 16,-4 3 31-16,-4 2-7 0,-4 1 10 15,0 4 21-15,2 5-2 0,4 1-17 16,2 6-8-16,3 9-16 15,4 4 10-15,4 5 14 0,1 3-2 0,2 4-34 16,4-1-31-16,2-2-48 16,1-5-65-16,0-3-118 0,1-9-129 15,6-3-56-15,2-8 24 0,2 0 4 16,5-10 90-16,2-9-150 0,-4 5-129 0,9-22-180 16</inkml:trace>
  <inkml:trace contextRef="#ctx0" brushRef="#br2" timeOffset="-99444.254">4064 12161 1691 0,'0'0'668'0,"0"0"-290"0,0 0-28 0,53 70 122 16,-43-41-160 0,-1 2-51-16,-2 0-27 0,-4 4-24 15,-2-5-71-15,-1-3-84 0,1-4-55 16,1-7-33-16,-1-7-10 0,1-5-9 16,2-4-34-16,1 0-26 0,0-8 25 0,5-3 85 15,-1-6-19-15,3-5-17 0,-1-3-36 0,-1-2-10 0,-1-1 27 16,-3 3 36-16,-1 8 21 0,0 3 19 15,-4 10-19-15,1 2 1 16,-2 2 32-16,1 3 94 0,-1 7 7 16,3 4-38-16,-3 2-25 0,3 1-31 15,0-2-24-15,0-3-16 0,1 0 0 0,0-5-22 16,2-2 22-16,1-5 2 16,-1 0 0-16,5-1 23 0,-2-10-7 15,3-1-5-15,2-7-13 0,-1-1-40 16,3-3 0-16,-3 0 24 0,4-1-64 0,-2 5-4 15,0 3 28-15,0 7-9 0,2 5 12 0,-1 4 53 16,4 6 25-16,-1 7 146 0,1 5-47 16,0 5-56-16,-1 2-28 0,-2 2 3 15,-2 1-19-15,-2 1 35 0,-5 1-10 0,0 1-40 16,-5 1-9-16,-2 1-86 0,-1 3-86 16,0-3-79-16,-3-2-157 0,-3-1-244 15,2-11-707-15,1-6-454 0</inkml:trace>
  <inkml:trace contextRef="#ctx0" brushRef="#br2" timeOffset="-99191.482">4902 12270 3041 0,'0'0'393'0,"0"0"-317"0,31 82-73 0,-16-41 121 0,0 9 160 15,5 8 39-15,-1 5 5 0,1 6 108 16,3 4-228-16,-4 2-144 0,1 6-4 15,-3 4 62-15,-2 1-52 16,-5-3-58-16,1 1-12 0,-5-6 0 0,0-7-1 16,-2-11 0-16,1-10-36 0,0-11 19 15,2-10-27-15,2-12-25 0,0-5 3 16,2-6-30-16,-2-6-22 0,-2 0 39 16,2-11-15-16,-1-7-3 0,-2-12 21 15,-3-9 22-15,-1-11-68 0,-2-10-187 0,-6-7-252 0,-6-6-467 16,1 17-60-16,-10-36-105 0</inkml:trace>
  <inkml:trace contextRef="#ctx0" brushRef="#br2" timeOffset="-98930.772">5061 12203 2774 0,'0'0'509'0,"0"0"-207"0,0 0-87 0,0 0 65 15,0 0 10-15,0 0-52 0,0 0-53 16,0 0-53-16,83 11-41 0,-64-7-23 15,-1-1-35-15,-3 4-33 0,-3-2-1 0,-3 3-23 16,-4 3-25-16,-5 6-22 0,-1 5 44 16,-14 9-22-16,-5 9-12 0,-4 5 8 15,-7 2-11-15,1 0 21 0,1-7 21 0,6-6 7 0,5-12 15 16,8-10-12 0,4-9-93-16,6-3-91 0,0-11-104 0,3-6 8 15,8-6-162-15,5-6 60 0,7-6-158 16,-4 10-96-16,14-13-134 0</inkml:trace>
  <inkml:trace contextRef="#ctx0" brushRef="#br2" timeOffset="-98658.507">5310 12297 349 0,'0'0'1095'16,"0"0"-468"-16,0 0-45 0,0 0-26 0,0 0-92 15,85 30-42-15,-77-13-99 0,0 1-26 16,-4 0-55-16,-1-1-28 0,0-2-37 16,0-5-65-16,0-4-67 0,0-1-42 15,1-4-3-15,5-1 0 0,1-1-29 16,3-6-22-16,6-5-19 0,2-7 9 15,2-3 9-15,-1-4-39 0,-2 1-4 0,-2 1 16 0,-6 1 8 16,-6 3 7-16,-4 2 28 16,-2 2 36-16,-9 3 68 0,-5 1-7 0,-4 3 24 15,-3 4-2-15,-1 1 5 0,0 4-24 16,-1 0-64-16,0 11-21 0,-1 3-13 16,5 4-5-16,-1 2-4 0,4 1-3 0,2 0-6 15,6-1-9-15,2-5-27 0,5-2-103 0,1-4-155 16,1-8-285-16,10-1-146 0,4-5-30 15,-2-4-187-15,19-20-79 0</inkml:trace>
  <inkml:trace contextRef="#ctx0" brushRef="#br2" timeOffset="-98389.83">5823 12026 2292 0,'0'0'961'0,"0"0"-522"0,0 0-162 0,0 0 135 15,0 0-32-15,0 0-80 0,-33 67-96 16,18-44-52-16,1-2-45 15,3-2-47-15,2-2-30 0,2-1-30 0,5-5-31 16,2-3 4-16,0 2-3 0,8-1-4 16,3 0-8-16,4 1 5 0,5 0 4 15,4 0 9-15,1 2 8 0,5 1 15 0,2-1 0 0,-2 1-1 16,-2 0 2-16,-6-1-1 0,-3 4 1 16,-4-2 52-16,-8-1 18 0,1 3-9 15,-8 0-7-15,0 1-24 0,0-3-8 0,-8 1-10 16,1 0-12-16,-4-3-23 0,0-4-26 15,1-1-30-15,0-3-64 0,1-4-94 0,-2 0-85 32,-1-11-259-32,5 0-601 0,-3-13-207 0</inkml:trace>
  <inkml:trace contextRef="#ctx0" brushRef="#br2" timeOffset="-98208.352">6031 11962 111 0,'0'0'2752'0,"0"0"-2218"0,0 0-201 15,57 78 104-15,-45-46 6 16,0 2-62-16,-5 0-94 16,-3-3-96-16,0-1-73 0,-1-6-69 0,-1-5-49 15,-1-3-27-15,2-6-82 0,0-2-118 0,0-4-5 0,2-2-65 16,-5-2-286 0,0 0-447-16,0-7-338 0</inkml:trace>
  <inkml:trace contextRef="#ctx0" brushRef="#br2" timeOffset="-98062.682">6152 11546 871 0,'0'0'2245'0,"0"0"-1714"16,0 0-184-16,0 0-56 0,0 0-114 16,81 36-106-16,-66-29-71 0,0-3-15 15,1-1-137-15,0-2-157 0,1-1-208 0,-7 0-700 16,7-11-871-16</inkml:trace>
  <inkml:trace contextRef="#ctx0" brushRef="#br2" timeOffset="-97707.719">6394 11378 1102 0,'0'0'1221'0,"0"0"-1047"0,0 0 20 0,0 0 291 0,17 79 68 16,-12-37-116-16,3 6-102 0,1 11-15 0,0 3-66 15,-2 3-95-15,4 6-68 0,2 3-76 16,3-2-15-16,0-1 22 0,5-9 23 31,1-8-33-31,-5-8-12 0,4-10-39 16,-4-7-77-16,0-5 10 0,-1-3 14 15,-3-5 25-15,-3-7-58 0,-5-5-66 16,-5 0-25-16,0-4-39 0,-6-4 1 16,-6-6-29-16,-5-4 29 0,-2-3 82 0,-5-6 63 15,-5-3 20-15,-3-5-7 0,-4 0 96 16,-4-2 89-16,4-1 71 0,0 2 19 0,4 2-33 15,8 5-7-15,7 7-47 0,8 7-1 0,6 3 19 16,3 1 20 0,11 4-43-16,7-4 41 0,7-2 76 0,9-3-22 15,5-4-50-15,6-1-9 16,3-6 2-16,1-1-39 0,0-2-60 0,-7-1-26 16,-2 0-46-16,-5 0-51 0,-6 1-68 0,-5 1-91 0,-4 1-178 15,-8 7-547-15,2-4-606 0</inkml:trace>
  <inkml:trace contextRef="#ctx0" brushRef="#br2" timeOffset="-97535.872">6982 11781 2428 0,'0'0'971'15,"0"0"-730"-15,0 0-42 16,22 88 237-16,-15-59 27 0,-3 2-83 0,2-1-112 16,0-3-71-16,2-3-100 0,5-3-73 15,-3-6-24-15,2-2-45 0,-5-3-100 16,0-2-35-16,-4-2-2 0,-1-2-51 15,-2-2-154-15,-2 0-253 0,-4 0-497 16,-14-2-330-16</inkml:trace>
  <inkml:trace contextRef="#ctx0" brushRef="#br2" timeOffset="-96974.841">6898 11725 706 0,'0'0'1496'16,"0"0"-979"-16,0 0-148 0,85-53-62 0,-56 37-155 15,1 1-108-15,-1-1-44 0,-4 5-1 16,-1 2-21-16,1 5-28 0,-4 4-17 16,0 4-25-16,-3 11 50 0,-3 8 42 15,-2 6 61-15,-6 13 101 0,-3 0 62 16,-2 2 53-16,-2 2-70 0,1-5-24 0,2-6 42 16,1-6-13-16,2-6-71 0,3-6-74 15,1-7-42-15,3-3-25 0,1-5-3 16,-1-2-61-16,3-3-31 0,1-8-28 0,-1-4-52 15,-2-2-69-15,0-3-93 0,-2 1-69 16,-6 0 69-16,-1 2 75 0,-5-2 117 0,0 2 145 16,-8 1 51-16,-3 1 135 0,-1 5 107 15,1 4 21-15,-1 3-2 0,2 3-32 16,1 3-143-16,-5 7-45 0,4 2-5 16,-3 1 26-16,3 0 7 0,6-1-47 0,-1-4-51 15,5-4-7 1,0-1 16-16,0-3-31 0,2 0-3 0,5-3-77 15,3-1-9-15,3-5 86 0,6-5-46 0,4 0-18 16,1-2-7-16,4 1-13 0,-1 1 23 16,2 3 17-16,0 5 19 0,-5 4 28 15,2 2 133-15,-3 3-31 16,0 8 24-16,-4-1 9 0,1 4-31 0,-4-2 42 16,0 4 85-16,-3-4-112 15,-2 1-62-15,0-3-17 0,0-1-37 0,2-3-2 16,-1-1 2-16,3-3-3 0,0-2-32 15,5-2-17-15,-3-3-5 0,2-3-32 16,1-1-20-16,-2 3 6 0,-3 2 14 16,-3 3 7-16,-1 1-7 0,-5 5 4 0,-3 7-44 15,-3 1 40-15,-2 4 9 0,-3 3-162 0,-2-7-504 16,-2 8-1172-16</inkml:trace>
  <inkml:trace contextRef="#ctx0" brushRef="#br2" timeOffset="-96422.395">9358 10970 615 0,'0'0'1810'0,"0"0"-1301"0,0 0-153 0,0 0-4 15,0 0 38-15,0 0-30 0,0 0-76 16,0 0-115-16,0 0-28 0,15 70 42 16,-7-19-3-16,-3 14-38 0,-2 10-30 15,-3 6-27-15,0 4-30 0,-5 5-31 16,-6-5-24-16,2-2-13 0,-1-7-11 16,2-13-16-16,3-11-38 0,2-15-10 15,3-12-28-15,0-9-30 0,5-7-85 0,3-3-153 16,1-6-254-16,-3 0-556 0,1 0-665 0</inkml:trace>
  <inkml:trace contextRef="#ctx0" brushRef="#br2" timeOffset="-96121.978">9569 11882 1562 0,'0'0'1804'16,"0"0"-1512"-16,0 0-153 0,0 0 157 15,0 0 133-15,0 0-134 0,87 30-132 16,-67-41-47-16,1-6-28 0,6-6-36 0,4-7-46 0,0-2-6 15,1-3-49-15,-2-3-39 0,-1 3-16 16,-7 0-31-16,-3 1-18 0,-9 1-4 16,-7 2 17-16,-3 1 10 0,-9 2-23 15,-6 6 46-15,-8 3 107 0,-1 6 89 16,0 9 26-16,-1 4-19 0,0 7-46 16,2 12 9-16,2 7 15 0,2 8 22 0,2 8-4 0,2 6 1 15,2 5-7-15,3 2 12 0,3-3 9 16,0-4-28-16,6-8-3 0,1-10-43 15,1-8-33-15,7-8-54 0,4-7-47 16,2-3-3-16,4-4-6 0,3-4-37 16,2-11-106-16,2-6-315 0,-3 5-580 15,12-17-658-15</inkml:trace>
  <inkml:trace contextRef="#ctx0" brushRef="#br2" timeOffset="-95821.153">10119 11653 988 0,'0'0'2255'15,"0"0"-1807"-15,0 0-228 0,21 73 162 16,-18-43 79-16,-2 1-48 0,-1-2-94 16,1-2-70-16,-1-4-92 0,2-2-97 0,0-7-60 0,0-3-1 15,1-3-29-15,3-4-12 0,1-3-4 16,2-1-23-16,3 0-19 0,3-7 18 16,5-5-5-16,2-4-16 0,-2-2-19 15,3-3 10-15,0-2 18 0,-3 1 24 16,3-1 6-16,-3 2 6 0,-1 2 6 15,-4 4 0 1,-4 8 22-16,-1 1 18 0,-3 6 25 0,-2 4 67 16,-1 5 64-16,-1 8-31 0,0 2-37 15,-3 4 0-15,0 5 0 0,0-3 15 16,0 0-15-16,-3-3-47 0,0-8-41 0,3-3-27 16,0-5-3-16,0-6-43 0,0 0-109 15,3-10-58-15,7-8-19 0,0-6-233 0,0 5-526 16,4-19-605-16</inkml:trace>
  <inkml:trace contextRef="#ctx0" brushRef="#br2" timeOffset="-95420.249">10742 11060 881 0,'0'0'2104'0,"0"0"-1457"0,36 91-168 0,-23-45-45 15,3 8-3-15,-5 2-72 0,1 6-101 16,-7 0-82-16,0 0-85 0,-4-2-66 16,-1-1-25-16,0-3-18 0,0-3-49 15,2-7-24-15,2-4 40 0,1-8 24 16,0-6-79-16,-2-9-86 0,-2-3-24 16,-1-7-1-16,0-4 30 0,0-4-7 0,-8-1-89 15,-1-1 42-15,-5-7 118 0,-5-4-240 16,1-6 363-16,-3-5 41 0,1-3 29 15,0-3 34-15,5-2 13 0,1-1 24 16,4 5-49-16,9 0 11 0,1 8-56 0,5 4 43 16,7 5-12-16,5-1-1 15,5 1 59-15,5 2 82 0,5-5-9 16,5 1-39-16,2-7-39 0,4 0-55 16,1-4-27-16,2-5-40 0,-3 0-9 15,4 0-43-15,-5-2-29 0,0 3-53 16,-5 4-9-16,-2 5-28 0,-2 4-139 15,-4 4-372-15,-9 6-763 0,6 0-1069 0</inkml:trace>
  <inkml:trace contextRef="#ctx0" brushRef="#br2" timeOffset="-93237.216">10583 11668 55 0,'0'0'1134'16,"0"0"-734"-16,0 0-107 0,0 0-82 15,0 0-78-15,0 0-10 0,0 0 241 16,0 0-119-16,0 0-40 0,0 0-14 0,-7-42 16 0,7 40 8 16,-3 0-27-16,2 0-24 0,1 1-27 15,-3 1-31-15,3 0-10 0,-1 0-13 16,-2 0 4-16,0 5-38 0,-2 3-36 0,-1 6-13 15,-2 8 0-15,-2 3 16 0,1 3 15 0,-1-2 9 16,3-1-22 0,1-7-16-16,3-5-2 15,2-4 0-15,1-3-15 0,0-3-7 0,0-1-45 16,0 0-41-16,1-1 24 16,4 1 13-16,-1-2 12 0,3 0 13 0,2 0 2 15,-1-2 41-15,3-3-22 0,-3 0 3 16,2 1 22-16,-4-1-1 0,0 2-1 15,0 3-10-15,1 0-37 0,-1 2 49 16,2 7 72-16,1 4 5 0,2 6-8 0,0 6 5 0,0 3 6 16,-2 0-6-16,1 3 0 0,-1 0-31 15,0 0 0-15,-3 0 13 0,-1 0 5 16,-2 0 9-16,-3-2 71 0,0 1-37 16,0 2-31-16,-6-4-37 0,0 1-5 15,-4-4-13-15,3 0 3 0,-1-1-21 16,1 0-2-16,1-1-1 0,-2-4 0 0,2-3-9 0,-1-3-15 15,2-4-40-15,0-2-28 0,-1-5 7 16,0-1 17-16,-1-1 1 0,-2 0 9 16,-2-7-62-16,-1-8-49 0,1-5-88 15,-1-7-109-15,5-8-140 0,4 7-475 16,3-20-210-16</inkml:trace>
  <inkml:trace contextRef="#ctx0" brushRef="#br2" timeOffset="-92783.772">11425 10801 756 0,'0'0'1631'16,"0"0"-1102"-16,0 0-113 0,24 83-92 15,-15-43 9-15,-2 10-26 0,3 2-40 0,-4 6-27 16,-2 7-56-16,1 1-13 0,-4 1-43 16,-1-2-67-16,0-3-43 0,-4-3-18 15,1-11-12-15,2-6 9 0,-1-11-19 0,2-8 10 0,0-6-12 16,2-6-4-16,2-5-29 0,3-2-41 15,3-4-52-15,2 0 61 16,2-7 50-16,2-4-1 0,4-3-6 16,-2-3 3-16,0-1 15 0,-2 0 9 15,1 4 18-15,-5 2-1 0,1 6-19 16,-5 3 21-16,3 3 21 0,-1 9 38 0,0 5 76 16,-1 9-49-16,-1 6-50 0,1 3-14 15,-5 3-19-15,2 3-1 0,-2-2-2 16,-1-2-17-16,3-6-127 0,1-5-121 0,-3-7-380 15,8 1-1069-15</inkml:trace>
  <inkml:trace contextRef="#ctx0" brushRef="#br2" timeOffset="-91155.799">3069 13906 1003 0,'0'0'1032'0,"0"0"-614"16,0 0-150-16,0 0-17 0,0 0-2 0,0 0-19 16,0 0-18-16,0 0-45 0,0 0-38 0,0 0 10 0,0 0-17 15,25-55-44 1,-15 47-13-16,0 1 0 0,4-2-6 0,1 0-25 16,3-1-20-16,1 1-14 0,4 1-19 15,5 0-5-15,3-2 5 0,1 3 4 16,7-4-10-16,4 3 6 0,3-4-5 15,6 0-7-15,1 0-22 0,2-2 31 0,4 0 21 0,2 0-2 16,4 0-34-16,0 0-16 0,4 0 9 16,0-2 16-16,3 1-25 0,3-1-5 15,3 0-20-15,2-1-26 0,5-3 41 0,4 1 52 16,3-2 10-16,1-2 1 31,4-2-70-31,1 1-25 0,-2-1 13 0,2 1 59 16,2 2 20-16,2-3 3 0,-2 2-16 0,1-1-31 15,2 2-17-15,-2-1 48 0,1 1 3 16,3 0-6-16,1 1-41 16,-1 0 9-16,2 1-26 0,-2 1 26 0,4-2-42 0,0 4 12 15,0-4 23-15,1 1 26 0,2 0 19 16,0 0 13-16,0-3 0 0,3 3 16 16,0-1 1-16,0-1-16 0,2 2 18 15,0-4-17-15,1 3 1 0,-3-2 10 16,3 0-13-16,-1 2 16 0,-2 0-16 15,4 0-1-15,-1 1-1 0,-2 1-10 0,1 1 12 16,-1 0 13-16,-3 1-13 0,-2 1-2 0,0-1-8 16,0 1 10-16,-4 2 39 0,4-3 54 15,-3 2-3-15,1-1-7 0,-2 0-45 16,1 1-9-16,-1-1-13 0,2 1-16 16,-3-2 0-16,0 2 1 0,-2 0-1 0,1-1 0 15,0 4 10-15,-2 0 15 16,2 0 13-16,-3 0-18 15,1 2-8-15,-1-1 20 0,-3-1 6 16,-1 1 4-16,-4-3 2 0,1 0 0 16,-3-1 17-16,-4-1-23 0,0 0 3 0,-3-3-16 15,-1 1-9-15,-4-1-13 0,-2 1 19 16,-3 1-3-16,-3-1-16 0,-5 2-2 16,-5 0 18-16,-6 2-19 0,-6 3 0 15,-6 2-3-15,-7 2-22 0,-3 2 3 0,-10 3 0 0,-4-3-20 16,-9 5-40-16,-2 0-76 15,-8 0-78-15,-1 0-69 16,-1 0-68-16,-5 0-337 0,-7 2-388 0</inkml:trace>
  <inkml:trace contextRef="#ctx0" brushRef="#br2" timeOffset="-90529.916">12905 11071 2932 0,'0'0'410'15,"0"0"-5"-15,104-4-225 0,-52 2-22 16,5 1 16-16,2 1 12 0,-4 0-44 15,-4 0-40-15,-7 0-53 0,-5 1-24 0,-6 5 0 16,-4-1-10-16,-6 2 0 0,-7 4 4 16,-3 2-7-16,-7 3 31 0,-5 5-16 0,-1 3-11 15,-11 5-4-15,-8 6-11 0,-4-2 0 16,-1 2 0-16,0-4 2 0,1-5-3 16,6-2 0-16,7-4-15 0,3-2 3 15,7 0-7-15,0-1-2 0,7 1-1 0,12 2 4 16,5-1 6-16,7 3 9 0,6-2 1 0,3 2-1 15,1-3 3-15,0 1 1 0,-3-2 1 16,-6 0-1-16,-5-1 23 0,-7-1 1 16,-5-1-1-16,-7 2-12 0,-6 1 10 15,-2-2 30-15,-8 1 21 0,-9 2 7 16,-5 2 63 0,-6 1-76-16,-7 1-28 0,-1-2-18 15,-1 1-21-15,1-4-1 0,-2-1-17 16,2-5-21-16,4-2-117 0,2-5-39 0,7-1-22 15,3-2-120-15,8-2-408 0,2 0-1028 0</inkml:trace>
  <inkml:trace contextRef="#ctx0" brushRef="#br2" timeOffset="-90344.964">14454 12225 4857 0,'0'0'607'16,"0"0"-371"-16,0 0-148 0,0 0-88 15,0 0-24-15,0 0-34 0,0 0-45 16,0 0-21-16,0 0-79 0,0 0-63 0,0 0-331 16,-111 4-960-16</inkml:trace>
  <inkml:trace contextRef="#ctx0" brushRef="#br2" timeOffset="-160461.995">23705 13959 2043 0,'0'0'721'15,"0"0"-522"-15,0 0-151 0,0 0 0 16,0 0 141-16,0 0 135 0,0 0-27 15,0 0-51-15,51 65-66 0,-51-40-68 16,0 6-13-16,0 7 15 0,-3 2 0 16,-5 0-86-16,4 2 9 0,0-5-10 0,4-2-27 0,0-8-76 15,0-2-47-15,8-9-38 0,4-7-38 0,4-5-108 16,-5-4-252-16,12-15-747 0</inkml:trace>
  <inkml:trace contextRef="#ctx0" brushRef="#br2" timeOffset="-160295.392">23946 13515 3283 0,'0'0'690'0,"0"0"-315"0,0 0-238 0,0 0-66 0,0 0 46 16,0 0 0-16,0 0-74 0,78 12-43 15,-50-6-206-15,4 0-150 0,-6-2-210 16,12-3-904-16</inkml:trace>
  <inkml:trace contextRef="#ctx0" brushRef="#br2" timeOffset="-160022.585">24535 13816 1474 0,'0'0'2283'15,"0"0"-1800"-15,0 0-290 0,0 0-60 0,-102 52 64 16,79-38 2-16,1 2-73 15,7 1-117-15,4 1-9 0,5 1-34 0,6-2 7 16,0 3 25-16,6-1-11 0,5 0-5 16,6 1 6-16,3-2-3 0,2 0 15 15,0-2 18-15,0 3 6 0,-3-3-24 16,-3 1-1-16,-3 1 1 0,-5 0 0 0,-6 1 13 16,-2 2 1-16,-7-1-13 0,-6-1 10 15,-7 2-11 1,1-1-12-16,-6-4-40 0,1 0-49 0,1-3-34 15,4-3-78-15,2-6-22 0,5-4-78 0,5 0-297 16,3-13-681-16</inkml:trace>
  <inkml:trace contextRef="#ctx0" brushRef="#br2" timeOffset="-159417.251">26084 13833 2081 0,'0'0'785'0,"0"0"-340"0,0 0-134 0,0 0-109 0,0 0-64 15,0 0 35-15,-89-31 17 0,66 44-28 16,-3 8 4-16,-2 7 25 0,-2 10-47 16,-1 4-28-16,0 3-37 0,4 0-33 15,7-2-19-15,8-9-27 0,11-5 0 16,2-8-27-16,15-7 9 16,7-6-16-16,9-8-12 0,6-3-15 0,6-11-15 15,4-6-25-15,4-6-6 16,-1-3-23-16,-1-1 25 0,-5-1 7 15,-6 1 32-15,-7 1 17 0,-5-1-13 16,-9 3 10-16,-5 3 52 0,-7 6 22 16,-5 6 71-16,-1 8 37 0,0 4 24 0,-4 6-49 0,-2 9 27 0,0 5-43 15,-1 5-34-15,1 5-18 0,0-1-13 32,3 1-2-32,1-5-22 0,2-3-60 15,2-7-69-15,9-3-74 0,4-6-44 16,1-4-4-16,6-2-32 0,-1-7-89 0,-5 1-318 0,13-15-1404 0</inkml:trace>
  <inkml:trace contextRef="#ctx0" brushRef="#br2" timeOffset="-159234.998">26704 13884 2895 0,'0'0'1357'0,"0"0"-1060"16,0 0-121-16,0 0 106 0,92 38 8 0,-46-38-163 15,5 0-102-15,10-4-25 0,2-5-34 16,3-4-69-16,0-3-61 0,-5 0-23 16,-5-2-3-16,-5-1-168 0,-17 4-340 0,2-8-885 15</inkml:trace>
  <inkml:trace contextRef="#ctx0" brushRef="#br2" timeOffset="-158693.779">27300 13820 756 0,'0'0'457'0,"0"0"1034"0,0 0-1039 0,77-12-12 16,-57 12-141-16,-5 1-3 0,-4 9-4 16,-1 4-83-16,-5 6-6 15,-2 6-23-15,-3 4-18 0,0 2-65 0,-3 5-15 16,-5 1 19-16,-1 1-44 0,-2 0-27 16,0-1-17-16,-1-5-13 0,-1-1-16 0,0-4 4 15,3-3 10-15,0-4-10 0,3-5-6 16,1-4 3-16,5-6 15 0,-1-2-1 0,2-4 1 15,0 0 3-15,0 0-3 0,0-9-12 16,6-4-22-16,5-6 16 16,7-6-9-16,5-6 27 0,6-6 0 15,5-5 0-15,3-5 0 0,4 1-28 16,-1 0-2-16,0 4-22 0,0 5-5 16,-9 6-13-16,0 7-3 0,-7 4-25 15,-1 5-80-15,-3 1-151 0,-1 2-241 16,-3 3-232-16,3 2-771 0</inkml:trace>
  <inkml:trace contextRef="#ctx0" brushRef="#br2" timeOffset="-158345.794">27863 14026 3764 0,'0'0'555'15,"0"0"-412"-15,0 0-112 0,0 0 61 0,0 0 1 16,88 11-93-16,-54-20-52 0,5-5-143 15,3 0-32-15,1-3-24 0,-2 2-20 16,-5-1-97-16,-5 0-90 0,-5 2 91 16,-10-3 247-16,-9 1 120 0,-5-1 168 15,-4-2 80-15,-12 5 89 0,-6 0-11 16,-6 7 15-16,-5 5-66 0,-5 2 64 16,-1 11-101-16,-3 9 5 15,-1 5-17-15,2 5-101 0,-4 4 30 0,4 2 85 0,3 4-83 0,4-2-15 16,9-3-76-16,13-2-44 0,10-7 2 15,6-4-23-15,16-2 2 0,8-7-3 16,4-3-3-16,4-7-61 0,3-3-14 16,0-2-31-16,1-9-18 0,1-2-82 15,3-5-196-15,-2-2-275 16,-11 4-457-16,11-12-1110 0</inkml:trace>
  <inkml:trace contextRef="#ctx0" brushRef="#br2" timeOffset="-158188.268">28419 14062 3273 0,'0'0'968'16,"0"0"-704"-16,0 0 35 0,0 0 16 0,0 0-32 16,0 0-107-16,100 27-88 0,-59-36-70 15,7-3-18-15,0 1-100 0,2-5 0 16,0-2-18-16,-2-1-19 0,1-2-22 16,-4-7-135-16,-2-5-371 15,-4-3-348-15,-12 6-223 0,8-29-166 0</inkml:trace>
  <inkml:trace contextRef="#ctx0" brushRef="#br2" timeOffset="-157944.571">29076 13430 760 0,'0'0'1189'0,"0"0"-697"0,0 0-8 15,0 0-21-15,0 0-86 0,0 0-9 16,-63 67 11-16,54-40-71 0,-1 4-87 0,-1 5-84 0,-1 6-52 16,-5 3-21-16,-6 7-18 0,-3 2-1 0,-9 2 4 15,-2 3 15-15,-2 1-28 16,-3-1-21-16,0-3-14 0,2-3-1 15,4-3-21-15,5-6 0 0,7-6-16 0,7-6-2 16,7-5-22 0,5-4-27-16,2-3-15 15,3-4-16-15,0-4 15 0,0-2 21 0,0-4 10 16,3-2-23-16,0-2-27 0,3-2-93 16,4-2-130-16,2-5-92 0,-2-1-229 0,14-14-608 0</inkml:trace>
  <inkml:trace contextRef="#ctx0" brushRef="#br2" timeOffset="-157775.57">29181 14144 2955 0,'0'0'707'0,"0"0"-448"0,0 0-105 0,0 0 154 16,-21 68 41-16,19-59-162 0,-1-5-138 31,0 0-49-31,3-4-27 0,0 0-47 16,0 0-18-16,0-4-55 0,0-6-101 0,0-3-127 0,3-5-199 0,5-2-176 15,-1 3-430-15,7-12 172 0</inkml:trace>
  <inkml:trace contextRef="#ctx0" brushRef="#br2" timeOffset="-157490.387">29321 13899 170 0,'0'0'600'0,"0"0"-69"16,0 0-56-16,0 0-154 0,0 0-17 0,90-16 64 16,-79 24-5-16,1 4-47 0,-7 3 6 15,-2 0 9-15,-3-1-54 0,0 1-60 0,-3-1-100 16,-4-1-77-16,-1 0-37 0,2-3-3 15,0 0-9-15,2-1-50 0,1 1-30 16,3-1 36-16,0-1 19 0,3 0-9 16,7 0-22-16,3-2 0 0,3 0 29 0,1 1 36 15,0-3 3-15,3 1 3 0,0-3-6 0,-1 2-40 32,1-4-48-32,-1 0-5 0,3 0-9 0,1 0-7 0,1 0-20 15,4 0 21-15,-1-4 54 0,2 2 54 16,1-3 29-16,-2 2 69 0,1 0 59 15,-4 1-25-15,-2-1-74 0,-5 3-57 16,-2 3 55-16,-8 5 44 0,1 3 40 0,-1 0-26 16,-3 2-77-16,-1-1-37 15,1 2-179-15,0-2-36 0,2-3-198 16,9 3-1174-16</inkml:trace>
  <inkml:trace contextRef="#ctx0" brushRef="#br2" timeOffset="-156827.743">26376 14921 3134 0,'0'0'430'16,"0"0"-184"-16,0 0-129 0,0 0 9 16,-48 72 127-16,38-43-52 15,1 1-77-15,2 0-44 0,4-4-22 16,3-5-12-16,2-4 0 0,9-4-30 16,9-4 5-16,6-3-19 0,7-6 7 15,9 0-9-15,3-11-12 0,1-5-25 0,1-4-30 16,-5-1-25-16,-6-1 11 15,-2 3-11-15,-8 1-4 0,-6 1 12 16,-9 3 25-16,-5 2 25 0,-6 3 6 0,0 0-19 0,-10 4 47 16,-5 0 22-16,-2 1 34 0,-4 3-19 0,2 1-33 15,-3 0-4-15,1 0-44 0,5 3-37 16,1 0-148-16,7-1-318 0,3-1-419 16,5-1-380-16</inkml:trace>
  <inkml:trace contextRef="#ctx0" brushRef="#br2" timeOffset="-156735.881">26942 14922 1922 0,'0'0'612'16,"0"0"-181"-16,85-20-165 0,-54 8-110 15,6-6-156-15,-3-3-105 0,-8 3-437 0,7-13-637 0</inkml:trace>
  <inkml:trace contextRef="#ctx0" brushRef="#br2" timeOffset="-156526.937">27258 14572 2134 0,'0'0'1265'0,"0"0"-913"16,0 0-179-16,-82 82-9 0,60-49 79 0,0 7-24 16,4 4-46-16,1 3-56 0,3 3-71 15,4 4-34-15,1 4-12 0,-2 1 0 16,-1 3-15-16,-2 2 13 0,-3 0-11 0,0 0-8 16,-2-3-56-16,-1 0-49 0,3-4 0 0,3-2 42 15,3-3-9-15,3-4-75 0,4-4-187 16,4-4-190-16,0-14-239 0,0 5-428 15</inkml:trace>
  <inkml:trace contextRef="#ctx0" brushRef="#br2" timeOffset="-155805.054">26845 16579 1148 0,'0'0'1923'16,"0"0"-1413"-16,0 0-229 0,0 0-54 16,0 0-3-1,0 0-7-15,0 0-38 0,0 0-35 0,0 0-64 0,-10 69-13 16,2-41-6-16,2 2 3 0,3 1-21 16,3-5-31-16,1-2 12 0,12-5 7 15,8-4 21-15,4-9-37 0,9-6-15 16,5-4-43-16,6-13 31 0,3-6-21 15,3-8-40-15,-1-3-10 16,-2-1 19-16,-3 0 18 0,-7 2 31 0,-8-1-6 0,-8 2 21 0,-8-2 13 16,-11 2 29-16,-4 0-8 0,-16 3 3 31,-7 1-35-31,-6 5 10 0,-5 6 25 16,-2 5-28-16,1 5-9 0,0 7-3 15,2 0-34-15,0 9-15 0,3 5-12 0,3 4-56 16,1 3-107-16,3 2-123 15,1 0-289-15,7-5-602 0,-2 7-725 0</inkml:trace>
  <inkml:trace contextRef="#ctx0" brushRef="#br2" timeOffset="-155340.269">28589 16318 3097 0,'0'0'344'0,"0"0"-78"0,0 0-77 0,0 0-28 16,0 0 157-16,0 0-49 0,0 0-115 0,0 0-80 15,0 0-53-15,-124 55-21 0,65-30-28 16,-6 6 1-16,0-1-4 0,6-1 16 16,7-2-10-16,8-2 22 0,11-4-18 15,10-5-7-15,12-1-6 0,11-2 34 16,6 0 9-16,16 4 4 0,9 0 11 0,7 1 7 15,5-1 9-15,6 1-22 0,-1-5 10 16,-1-1-2-16,-2-1-26 0,-5-4-15 0,-4-1-9 16,-4-1-1-16,-4-3-40 0,-8-1-55 15,-9-1-40-15,-1 0-48 0,-3 0-99 16,-7 0-189-16,0 0-205 0,0-1-346 16,-17-1-542-16</inkml:trace>
  <inkml:trace contextRef="#ctx0" brushRef="#br2" timeOffset="-154851.999">28687 16330 1850 0,'0'0'432'0,"0"0"-183"0,0 0-85 0,0 0 132 16,0 0 1-16,0 0-90 0,0 0-39 16,0 0-13-16,0 0-8 0,-76 85 14 31,71-57-8-31,2 5-10 0,3 0-7 0,-2 3-28 15,-1-1-59-15,-1-3-46 0,-1 0-3 16,2-3-25-16,-1-5-18 0,0-3-46 0,1-5-44 0,0-2-41 0,1-6-33 16,1 1-32-16,-1-2-48 0,2-5-224 15,0-1-578-15,3-1-565 0</inkml:trace>
  <inkml:trace contextRef="#ctx0" brushRef="#br2" timeOffset="-153584.313">29700 16127 2251 0,'0'0'262'15,"0"0"-129"-15,0 0-56 0,0 0 74 16,0 0 128-16,0 0-36 0,0 0-84 0,0 0-39 16,0 0-16-16,0 0-6 0,0 0 5 15,-19 9 2-15,19-9-18 0,0 0-28 0,0 0-9 16,0 0-3-16,0 0 2 0,0 0-2 15,0 0-10-15,2 0-19 0,-2 0-14 16,1 0 14-16,-1 0 7 0,3 0-6 16,0 0-19-16,2 0 0 0,0 0 24 0,2 0-9 15,1 0-12-15,-4-2 9 0,0 2-12 16,1 0-3 0,-2 0-13-16,2 0 15 0,-1 0 1 15,2 0 3-15,0 0 16 0,2-1 6 16,0 1-1-16,1-3-5 0,-1 2-4 15,1 1 0-15,-1-2-12 0,-5 0 12 0,0 1-3 16,0 1 7-16,-3 0-18 16,0 0 0-16,0 0-1 0,0 0 0 0,0 0 0 15,0 0 0-15,0 0 1 0,0 0 0 0,2 0 0 16,1 0 2-16,0 0 12 0,-1 0 25 16,5 0 15-16,-4 0 53 0,0 0 32 15,-1 1-58-15,-1-1-30 0,-1 0-18 16,0 0-13-16,2 0-20 0,-1 0-1 15,3 2-3-15,4-2 3 0,4 0 1 16,3 0 1-16,1 0 0 16,0-3-2-16,-1 1 0 0,2-2-3 15,-2 3 2-15,-2-3-1 0,1 3 0 0,0-1-10 16,-3 2 10-16,1-1-10 0,-1-2 12 16,3 3-13-16,-3-2-5 0,-1 0-9 0,-2 1-1 15,0-1-5-15,-6 1 2 16,0 1 10-16,-2 0 20 0,0 0-11 15,0 0-10-15,-3 4-51 0,-7 6 73 16,-6 7 12-16,-7 6-9 0,-6 6-3 16,-5 5-24-16,-2 1-1 0,-2 0-2 0,1 0-10 0,-4 1-12 15,2 0 30 1,0 1 19-16,3 1-3 0,-2-1 3 0,3-1 1 0,3-3 3 0,7-2 11 16,3-2 9-16,2-6 13 0,6 0-3 15,6-4-7-15,4-2 4 0,4-3-30 16,4-2 14-16,10-1 16 0,11-1 15 15,2-1 6-15,13-5 2 0,5 0-11 0,6-3-20 16,5-1-23-16,3 0-12 0,-1 0-6 16,-1 0 0-16,-2 0-4 0,-5 0-39 15,-3 0-39-15,-4-5-29 0,-6-2-15 0,-4-5-29 32,-5 0-96-32,-5-3-232 0,-9 3-488 15,-2-9-513-15</inkml:trace>
  <inkml:trace contextRef="#ctx0" brushRef="#br2" timeOffset="-153354.419">30402 16251 2108 0,'0'0'450'0,"0"0"-154"0,0 0-97 0,0 0 98 15,0 0 46-15,0 0-164 0,-23 69-78 16,4-49-29-16,-10 5-5 0,-2 2-36 15,-5 4-3-15,-4 1-28 0,1 1 0 16,-2 2 0 0,2-2-18-16,0 1-32 0,6-3-54 15,0 0-129-15,4-4-99 0,6-5-122 16,7-6-304-16,7-7-559 0</inkml:trace>
  <inkml:trace contextRef="#ctx0" brushRef="#br2" timeOffset="-153168.594">30396 16626 1987 0,'0'0'489'0,"0"0"-312"0,0 0-77 0,-31 73 132 0,16-46 75 16,2-1-75-16,2-3-210 0,2-3-22 15,6-4-172-15,3-4-140 0,12-4-139 16,5-2 50-16,0-3-1 0,22-5-229 0</inkml:trace>
  <inkml:trace contextRef="#ctx0" brushRef="#br2" timeOffset="-152988.953">30863 16697 157 0,'0'0'1274'16,"0"0"-754"-16,0 0-76 0,0 0-38 0,0 0-37 16,0 0-72-16,0 0-94 0,0 0-68 0,0 0-18 15,39 74 25-15,-52-55 23 0,0 1-25 16,-3 1-50-16,5 2-38 0,-1-1-8 15,5-1-10-15,4-1 18 0,3-2 68 16,3 1-22-16,11-3-49 0,2-1-12 16,7-2-37-16,8-3-64 0,3-3-56 15,7-6-22-15,8-1-86 0,5-10-185 16,-10 1-324-16,26-18-815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07:40.909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15041 8726 597 0,'0'0'528'16,"0"0"-238"-16,0 0 90 0,0 0-111 0,0 0-142 16,0 0-7-16,0 0 22 0,0 0-3 15,0 0 9-15,0 6-16 0,0-6-23 16,0 0-25-1,0 0-30-15,0 0-6 0,0 0 3 16,0 0-3-16,0 0-3 0,0 0-10 0,0-1 0 0,0 1-13 16,0 0-9-16,0 0-10 0,0 0 19 15,1 0 1-15,3 0-1 0,-1-2 6 0,2 2 7 16,2-1-3-16,0 1-32 16,2 0-12-16,-3 0 12 0,-1-2-19 15,-2 2-3-15,0 0 9 0,-1 0 1 0,-2 0 9 16,0 0-13-16,0 0 14 0,0 0-18 0,0 0 8 15,0 0 10 1,0 0-14-16,0 2-13 0,0-1-22 16,0 1 0-16,0-1-45 0,0 2-9 15,0-1-23-15,0-1-94 0,-3 2-191 0,1-1-360 16,-5-2-791-16,19-17 1564 0</inkml:trace>
  <inkml:trace contextRef="#ctx0" brushRef="#br1" timeOffset="4177.85">1475 17614 287 0,'22'9'271'15,"-19"-9"-147"-15,-2 0-63 0,1 0-2 0,-1 0 335 16,-1 0-104 0,0 0-33-16,1 0-10 0,1 0 3 0,-2 0 5 0,0 0-29 15,0-2-52-15,0 1-46 16,0-1-13-16,0 0 13 0,0 0 19 15,0 1-33-15,0 1-38 0,0-1-35 0,0 1-22 16,0-1-3-16,0 1 3 0,0 0 3 16,0 0-3-16,0 0 0 0,0 0 6 15,0 0-6-15,0 0 6 0,0 0-3 16,0 0-21-16,0 0-1 0,0 0-31 16,0 0-26-16,0 0-69 0,-3 0-109 15,0 1-135-15,0 0-249 0,-10 3-598 0,35-10 22 16</inkml:trace>
  <inkml:trace contextRef="#ctx0" brushRef="#br1" timeOffset="5518.463">14647 7531 101 0,'0'0'281'16,"0"0"-226"-16,0 0-55 0,0 0-355 0</inkml:trace>
  <inkml:trace contextRef="#ctx0" brushRef="#br1" timeOffset="19737.587">11886 7542 916 0,'0'0'1494'0,"0"0"-1236"0,0 0-87 16,0 0 38-16,0 0-69 0,0 0 141 16,0 0-6-16,0 0-149 0,0 0-60 0,0 0-3 15,62-63 44-15,-62 63 9 0,0 2-10 16,0 3-44-16,0 11-16 0,0 4 44 0,0 10-7 15,-4 6-34-15,-5 8-49 0,-2 6-14 16,-1 2-14 0,-4 5-9-16,0 1 16 0,-4 4-19 15,0 1 9-15,0 4 3 0,-2 2 12 16,2 3 1-16,1-1 2 0,-1-2-8 0,4-4 18 16,1-5-19-16,3-6 22 0,1-5 12 0,0 0-11 15,3-7 14-15,-2-1-13 0,0-3 10 16,1-3 7-16,-1-3-17 0,0-2-2 15,2-1-1-15,1 0-30 16,3-4-34-16,-2 0 3 0,2-3 2 16,2-3-2-16,1-3 9 0,1-2 9 0,0-3 33 15,-1-3 11-15,1 1 2 0,0-2 11 16,0-2 9-16,0-3 0 0,0 1-3 16,0-1-17-16,0-2-2 0,0 0-3 0,0 0-16 15,0 0-35-15,0 0-18 0,0 0 25 16,1 0-25-16,-1 0 24 0,0 0 48 15,3 0 0-15,0 0 19 16,2-5 38-16,1 3-16 0,4-2-4 16,1-2-15-16,3 1-22 0,3-1 0 0,3-2-2 15,6 2-14-15,2-1-2 0,3 1-14 16,0 0 7-16,0 0-9 0,-1 1 5 0,1 2 28 16,-1 1 1-16,2-1 0 0,1 1 0 15,3 1 2-15,3 1-2 0,4-3-12 16,3 0-1-16,0 2-34 15,2-1 22-15,2 2 9 0,-3 0 15 16,1 0-9-16,1 0 10 0,-4 0 19 0,-1 3-19 16,-3 3 3-16,0-1 20 0,-2 1 11 15,1-1-32-15,-1 1-1 0,-2 0 43 16,5-1-27-16,0-1-17 0,1 0-1 0,4 1-11 16,1-3-11-16,4 3 5 15,-2-2-8-15,1 1-5 0,1 0 6 0,-3 1-1 0,0-2 7 16,-2 3 19-16,0 0 16 0,0 1-13 15,-4-1 20 1,2 3 8-16,-3-1 10 0,0-1-13 0,-1-1-9 16,1 3-16-16,0-2 10 0,1-1-13 15,3-1 0-15,5-1 0 0,0 0-19 0,3-2-9 16,2-2 9-16,2 2-3 16,-1-2 6-16,-2 0 16 0,1 0 1 0,-4 0 0 15,-1 0 2-15,-4 2 19 16,-1-2-21-16,-4 4 34 0,-2-1-16 0,-2 0-2 15,-1 0-16-15,0 1-1 0,0-3 0 16,2 0-1-16,1 2 0 0,1-3-2 16,3 0-29-16,0 0 7 0,1 0 9 15,0 0-3-15,-3-3 18 0,1 1-5 16,-1 1 6-16,-3-2 12 0,1 0-10 0,-1 0 0 16,-3 0 13-16,-1-1-2 15,0 0-13-15,0 1 3 0,1-2 0 0,-1-1-1 0,3 2-4 16,1 1-18-16,2-3-8 15,0 2 6-15,1-3-3 0,-1 0 21 16,0 2-34-16,-2-3 23 0,1 2 5 0,-3 1 10 16,2 0 2-16,-3-1 30 0,-1 0-4 15,2 2-25-15,1 1 25 0,-1-3-28 16,2 2 1-16,4 1-1 0,-1-2 0 16,3-1-16-16,0 0 4 0,-1 2-14 15,-1 0 23-15,1 0-10 0,-3 2 10 16,0-1 0-16,-1 1 3 0,-4-1 1 15,3 2 1-15,-3-1 1 0,2-2 35 16,1 3-9-16,1-1-27 0,2-1-2 16,0 0-13-16,2 0 12 0,-1-1-21 0,3 1 0 15,-1-1-3-15,1 2 21 0,-1-1-24 16,-1 2 27-16,1 0 1 0,-1 1 0 16,0 0 2-16,1 0 1 0,1 0 13 15,0 0-15-15,0 0 12 0,2 0 28 16,-1 0-6-16,1 0-33 0,-1 0 17 0,2 0-19 15,-4 1-19-15,1 0 17 0,0 1-1 16,2-2-13-16,-2 1 6 16,4-1 7-16,-2 0-22 0,2 0-4 0,1 2 13 15,-1-2-15-15,4 2 9 0,-3 0 22 16,2 2-1-16,0 0-34 0,1 0-3 0,1-1 34 16,-3 0 1-16,4 2 3 0,-1-2 0 15,0 0 13-15,-2 0-10 0,2 1 0 16,-2 1-2-16,0 1-1 0,-2-3-3 15,2 2 1-15,1 2 2 16,-1-1-2-16,0 2-23 0,2 0 5 0,0-1-53 16,-2 0-10-16,4 2 10 0,-3-1-13 15,1 0 15-15,0 2 30 0,0-3 2 16,2-1 26-16,-1 0 0 0,2 1 12 0,1-1 1 16,-1 2 20-16,1 1 5 0,0-1 14 15,-3 0-1-15,-1 0-6 0,0 2-16 0,-4-3-12 16,-1 5 11-16,-2-6-15 0,0 1 0 15,0 3 7-15,-2-3-7 16,1-1-3-16,0 0-20 0,1-1 11 16,3 0-27-16,-1-2 1 0,5 3 2 15,0-4 11-15,2 3-13 0,-1 0 38 0,-3 0 1 16,0 1 2-16,-3 0 33 0,-4 0 54 16,-4 0-42-16,1 0 28 0,-1-1-18 15,-2 0-17-15,-1-1-6 0,0 1-6 16,0-1-29-16,2-2-1 0,-1-1-28 0,1 1 1 15,-1-2-14-15,2 0-12 16,-1 0 9-16,2 0 4 0,-1-2 18 16,-3 0 23-16,-1 1 1 0,-4-3 12 15,-1 2 0-15,-2 0 3 0,-3-1 45 16,1-2-14-16,-2 1 5 0,1-1-27 16,-2-1-25-16,3 0 0 0,1 0-13 0,0-2 10 15,7 1-26-15,1 0-60 0,4 0-20 0,0-2-9 16,3 2-43-16,-2 0-20 15,-3 1 133-15,-1-2 48 0,-4 1 52 0,-4 3 35 16,0-3 22 0,-3 2 49-16,-2 0-30 0,1-1-23 0,1 2-31 0,1 0-20 15,3-2-25-15,0 0-29 16,3-1 0-16,0 1-16 0,0-2 15 16,1 1-1-16,-2 3-2 0,0-2 1 15,-4 2-10-15,-1 0 11 0,-2 1 2 0,-3 0 1 16,1 2 50-16,-5-2 16 0,0 2-26 15,-1-1-2-15,1 1 2 0,2-2-16 16,1 1-12-16,2-1-12 0,3 1 0 16,4-1-2-16,5 2-20 0,5 1 5 0,3 0 16 15,4 3 0-15,1 2 19 16,-1-2-17-16,-3 3-1 0,-7-4 8 16,-6 1-6-16,-5-2 7 0,-7 0 15 0,-3 0 39 15,-3-1 40-15,-1 0 12 0,3 0-66 0,3 2-34 16,6-1-15-1,4 3-1-15,3-1-12 0,4 1-1 0,-2-1-43 16,1-1-4-16,-5-2 35 0,-3 0 25 16,-4 0 0-16,-3 0 3 0,-5 0 19 0,-3 0-3 15,-3-2 22-15,-1-1 9 0,-4-1-6 16,1-1-10-16,-1 0-15 0,1-2 7 16,-4 0-13-16,4 0-12 0,-3-4 0 15,-2 3 0-15,-1-3 0 0,0-1 0 0,0 2 21 16,0 0-10-16,-1-1 4 0,-2-2 20 31,-3-2-36-31,2 1 0 0,0 1 11 0,-1-2-11 0,1 2-21 16,1-1 8-16,0 1 13 0,2-2-3 15,1 3 1-15,0-2-17 0,0-2-6 0,0 1-9 16,1-2 11-16,3-1 1 0,-1 0 22 16,3-3 1-16,-1 0 0 0,0-2-1 0,2-3-1 15,1-1 1-15,-3-3-11 0,4 0 10 16,-2 1-23-16,0-4-2 0,2 2-21 15,1 0-6-15,2-2 25 0,1 0 24 16,0-2-18-16,-2 1 7 0,0-1 15 16,-2 1 6-16,-1 0 19 0,-3 2 10 15,1-2-1-15,-3 3-30 0,1-3 24 0,1 2-26 16,-3 0-4 0,4 0-9-16,0 1-11 0,1 1-6 0,5 4-10 0,-4-3-22 15,3 1 4-15,0 2 15 16,-1-1 12-16,0 1 28 0,0 1 1 15,-2 0 22-15,0 0-19 0,-3 0 13 0,2 0 19 16,-2 1-10-16,-2-1 0 0,2-1-25 16,-1 2 0-16,3 1 0 0,2-1-22 15,0-1 3-15,1 0-3 0,2 1 7 16,-3 0 12-16,1 1 0 0,0-1 3 0,-2 3 0 16,-1-1 10-16,-1 1-10 0,1-1 0 15,-2 3 0-15,0-1 16 16,-1 1-16-16,1 4-15 0,0-1 2 0,-2-2 11 15,1 5-17-15,-2-4-9 0,-1 0 25 16,1-2-25-16,-2 5 16 0,0-3 12 16,0 1 13-16,0 3-11 0,-3-2 20 15,1 4-6-15,-3-3 9 0,1 4-6 0,-1-2 0 16,1 1 7-16,-1-1-24 0,2 3 20 16,-1 0-6-16,-1-1-16 0,0 2 0 15,-1 1 0-15,1-1-4 0,-1 2 4 0,-3 2-1 16,4-1-24-16,-6 1-6 15,3 3 15-15,-4-1-13 0,-2 1 14 16,0-2 15-16,-1 3-4 0,-2 0 4 16,-2 0 2-16,-3 0 2 0,-2 0 8 15,-6 0-10-15,-4 0-2 0,-5 0 1 0,-4 1-1 16,-4 4-1-16,-4-2 1 0,-5 0 1 16,0 3 1-16,-5-4 10 0,-2 1-12 15,-5 1-10-15,-1-3 8 0,-2 1-17 16,-6-2 3-16,-1 0 0 0,-3 0-3 0,0-2 0 15,-2-1 8-15,-2-2 9 0,3 3-15 16,-1-5-17 0,3 2 11-16,0 2-2 0,1-1-1 0,3-1-12 15,-4 1 38-15,4 1 3 0,-2-3 0 0,-1 1-1 16,1-1-1-16,-1 4-2 0,1-4-14 16,0 0 13-16,0 0-40 0,1 0 4 15,0-2-16-15,1 0-90 0,2 0-32 16,1 1 92-16,2-1 23 0,4 0 59 15,2 2 1-15,1-2 2 0,1 0 2 16,2 1 20-16,2 1-21 0,2-3 23 16,2-1-24-16,0 1-1 0,5-1 0 15,-2-1 0-15,-1 1 1 0,0 0-1 16,2-1 0-16,-3-1-12 0,2 4 11 0,-2-1-14 0,0 1 12 16,1-2-23-16,1 2 12 0,0 1 14 15,-2-2 13-15,4 2 6 0,-3 0 20 16,0-3-36-16,0 3 29 0,1 0-9 15,-2 2-23-15,0-4-15 16,-1 1-1-16,3 2 3 0,-3-2-10 16,1 3 4-16,-3-1 19 0,2 2-1 0,-2 1 0 15,-2 0-12-15,0 1 12 0,-2 1 1 16,2-2 0-16,-1 2 25 0,0-1-2 0,0 2-23 16,1-1-13-16,1 1-16 0,-1 0-3 15,4 0-10-15,-1 0-38 0,1 0 44 0,1 0 4 16,-1 0 0-16,3 0 30 0,-3 0 2 15,1 0 0 1,1 0 17-16,-4 1 25 0,1 2-7 16,-3 0-2-16,1-1-30 0,-3 2-6 0,2 0-6 15,-3-1-15-15,0 2 22 0,0-3-9 16,1 2 0-16,-3 0 9 0,1-1 4 0,1-2-4 16,0 4-4-16,0-4-1 0,0 4 7 15,-2-4 29-15,-1 4-9 0,-1-3-7 16,1 2 0-16,-4 0 25 15,1-1-12-15,1 2 3 0,-3-3-29 16,-3 3-11-16,-1-2-8 0,2-2-17 0,-4 2 20 16,2 0-22-16,-2-2-11 0,3 1 33 15,-1 1 15-15,4-2-44 0,-1 3 22 16,0 0 23-16,-1 0 20 0,2 0-19 16,0 1 13-16,-3 0-14 0,2 2 0 0,1-1 2 15,-1 2 24-15,1-3-20 0,-1 0-6 16,-2 2 0-16,0-3-1 0,-2 2 0 15,1 1-28-15,1-2-23 16,-1 2-22-16,0-3-85 0,3 2-165 0,0-1 126 16,3 1 81-16,0-4 81 0,1 3 30 15,3-1 4-15,0 1 4 0,1 0-4 16,1 1-9-16,0 2 11 0,1-1 32 0,1-1-13 16,1 2-18-16,1-1 20 0,1 2 15 15,0-2-36-15,0 1-23 0,-1 1-25 16,3-1-4-16,-1 2-13 0,4-1 65 0,-2 1 0 15,3 1 16-15,-2-1 16 16,2 0 17-16,1 2-10 0,-1 0-38 16,0 1 25-16,1 2 26 0,2-4-13 0,-2 2-39 15,0-1 0-15,-2-1-2 16,2-1-1-16,-4 0 2 0,-2 1 1 0,2-3-16 16,-2 3-7-16,3-5-6 0,1 1 29 0,5 0 13 15,-1 2-10-15,3-3 59 0,4 0-27 16,-1 1-18-1,3 0-15-15,0-2 46 0,2 2-28 0,-1 0 19 16,-1 0 23-16,-1-1-4 0,3 0 49 16,-1-1-49-16,3 2-22 0,2-2 16 15,1-1-30-15,4-1-5 0,3 0 28 0,2-2 26 16,4 0 26-16,2 2-16 0,3-1 19 16,2-2-43-16,5 0 11 0,1 1-4 15,2 0-28-15,-2 1-8 0,2-2-24 16,-2 2-1-16,0-1-1 0,-5 3-2 15,-2 3 0-15,-2-2-3 0,-3 1-10 16,-1 0 13-16,2-4-13 0,-2 3 13 16,0 1 3-16,-1-1 1 0,-1 0-2 0,-1-1-1 15,-3 4 0-15,-1-1 2 0,2-1 13 16,1 0 0-16,1 1 1 0,2-2-15 16,4 2-1-16,5-3 3 0,2-1 21 0,5 1-12 15,1-3-13-15,3 1-42 0,0-1 42 16,0 2 16-16,0 0 61 0,4 0-16 15,3-1-42-15,1 1 8 16,0-1-27-16,-1-2-16 0,-2 0 3 16,-2 0-3-16,-2 0 3 0,-1 0 11 15,0 0-84-15,-3-2-113 0,-1-3-294 0,-12-9-656 0</inkml:trace>
  <inkml:trace contextRef="#ctx0" brushRef="#br1" timeOffset="29798.049">10056 14415 1268 0,'0'0'654'0,"0"0"-411"0,0 0-78 0,0 0-45 16,0 0-4-16,0 0-19 0,0 0 6 15,0 0 32-15,0 0 26 0,0 0-14 16,-7 69-39-16,8-47-12 0,-1 5-1 0,0 11-19 16,0 9-63-16,0 11-12 0,-4 10-1 15,-3 8-22-15,-1 6 9 16,0 2-19-16,-1 2-44 0,2 2 16 0,0-2-17 15,0-1 23-15,2-1 9 0,1-5 10 16,4-2 13-16,0-10-13 0,6-4 33 16,5-12 0-16,4-9-48 0,2-7 18 15,0-8-10-15,5-6-15 0,-1-7-98 0,1-5 43 16,0-4 41-16,-1-5 3 0,1 0 16 16,-2 0 10-16,0-3 0 0,2-4 39 15,-2 2-42-15,3-4-78 16,0 2-117-16,-3 0-98 0,3-2 84 0,0-1 72 0,-4 3 110 15,3-1 70 1,-4 2 2-16,0-3 0 0,0 3 16 0,1 0 56 16,-3 1 58-16,3 0 0 0,-2 0-39 15,5 1-51-15,1 0-40 0,0 0 0 16,6 0 3-16,1 0-3 0,3 1 29 0,6-2 13 16,0 3-38-16,1-3-4 0,5 3 1 15,-2-3 2-15,5 3 111 0,-2 1-4 0,6-2 17 16,2 1 9-16,0 1-26 0,2-2-75 15,5 0-35-15,-1-1 2 0,5-1 0 16,0 0-1-16,7-2-1 0,-3 0 1 16,5-1-1-16,-1-1 0 0,1 0 13 15,-2 0-10-15,1-1 29 0,1-1 4 16,-1 2-10-16,-2 2 16 0,-1-1-26 16,-2 1 26-16,1 2-7 0,-3 2-35 15,-1-2 23-15,0 1-21 0,0 1-2 0,0-1 1 16,4-1 12-16,-1-2-13 0,2 1 0 15,0-2 0-15,-1-2 16 16,3-1-12-16,-3 1-4 0,2-1 22 16,-1-1-19-16,1 2 26 0,-2-1-3 15,0 1-13-15,-1 0-11 0,0-1-2 0,-1 2-3 16,-2-4-13-16,2 4 15 0,-1-2-19 16,1 1-2-16,0-2-46 0,-1 0 0 0,0 2 10 15,2-4 3 1,-1 2 26-16,0-2 10 0,-1 0 19 0,-2 2 0 15,-1-1 13-15,-1 0 32 0,-1 1 23 16,-1 1-4-16,-2-1 24 0,-3 0-27 16,4 3-37-16,-3-2-24 0,2 1-2 0,-1 0 2 15,-1-1-29-15,4 1 27 0,-3-1-33 16,4 0 33-16,-2-1-24 0,2 2 10 16,1-2 0-16,0 0 16 0,0 1 3 0,-2 0 13 15,1 1 10-15,-2 1-4 0,1 0 17 16,1 1-23-16,-1 0-13 15,4 0 17-15,-1 0-19 0,2 1-1 16,1-1 0-16,-1 3-29 0,1 0-7 16,0 0-41-16,1-1 16 0,-1 1 9 0,-1 0-6 15,-1 0 3-15,1 0 13 0,-1 0 22 16,-1 1 20-16,1 1 3 0,-1 1-1 16,1 0 1-16,-1-1 29 0,3 0 30 0,-1 0-30 15,0 0 20-15,0 1-7 0,1-2-16 16,-4 1 10-16,1 2-10 0,-1-1-4 15,0 1-8-15,-3-2 2 0,3 0-6 16,-1 1-11-16,1-2 20 0,0 1-22 16,1-2-2-16,-1 2 2 0,2-2 0 15,-1 0-2-15,1 1 1 0,-2-1 1 16,0 0 42-16,-2 1-7 0,-1-1-19 16,0 3 4-16,0-2-7 0,-4 2-10 0,0 1 8 15,1 0-10-15,0 1-2 0,0-2-50 16,-3 1 6-16,1 0-16 0,1 0 6 0,-2 1 13 15,-1 0 14-15,0 0 28 0,0 0 15 16,-3 0-14 0,4 0-1-16,-2 0 33 0,1 0 25 0,2 0-23 15,0 0-12-15,0 0 2 0,1 0 4 16,2 0-3-16,-1 0-13 0,1 1 13 0,2-1 3 16,-1 1-17-16,-2 0 14 0,3 1-8 15,-1-1-17-15,0 0 14 0,-1-1 14 16,2 2 0-16,0-2 13 0,3 0-39 15,-3 0 19-15,3 0-19 16,0 0 0-16,-1 0-3 0,-1 3-4 0,-1-2 4 16,0 1 0-16,-1 1 1 0,0 0 15 15,0 0-12-15,-1 1 15 0,-1 0 0 16,2 0-7-16,-2-1-12 0,1 1-1 0,2 1-19 16,1-3 4-16,-1 1-38 0,0-1 0 15,2-1-11-15,-1 0 21 0,-1-1 40 16,-1 3 3-16,0-3 1 0,-1 2 14 15,0-1 28-15,0 3 6 0,1-1 16 0,0-1-26 16,-2 1-34-16,1 0-3 16,2-2 0-16,-4 1-1 0,4-2-15 15,-2 0-14-15,-3-6-13 0,-1 2 1 0,-3-4-14 16,-3 0 30-16,-4-1 23 0,0-1 2 16,-6 1 29-16,-1-1 23 0,-5-1 5 15,-2 1 11-15,-2-1-5 0,-4 1-5 16,-4-2-13-16,0 2 31 0,-4 0 26 15,-1-2-13-15,-2 1-23 16,-4-2-15-16,2-2-20 0,-3-2-18 0,-1-2-13 0,2-3 0 16,-6 2 0-16,1-1 13 15,-3-1 2-15,0 1 10 0,0 1-6 16,-4-1-6-16,1 1-13 0,0 0-22 16,2-2-10-16,-2 0-12 0,3 0 0 0,-2-1 12 15,1 0 4-15,-1-2 25 0,-1 0-16 0,-1-1 19 16,-3 0 0-16,1-4 10 15,1 3 12-15,-3-3-6 0,1-3-1 0,-1 1-15 16,2-3-1-16,1-3-37 0,2-7-16 16,2-2 4-16,1-4-1 0,0-4-38 15,0-2-4-15,0-4 20 0,0 4 28 16,0 0 45-16,0 3 0 0,-6 4 35 16,-1 3 7-16,-2 4-7 0,-2 3-6 15,2 4-4-15,-2 4 4 0,3 3-28 0,1 8 2 16,-1 0 17-16,2 1-20 0,0 4-25 15,0 0-39-15,2 2 3 16,-1 2 20-16,0 2 6 0,1 2 3 16,1 2-10-16,0 1 13 0,1 1 19 0,-1 1 10 15,3 2 25-15,-1 0-2 0,0 1-1 16,1 0-6-16,0 0-15 0,0 0 1 0,-2 0 1 16,-1 0 9-16,-4 1-12 0,1 5-29 15,-5 1 17-15,-5 3 12 16,1 2 1-16,-3 0 34 0,0 0-33 0,-3-1-2 15,-1 1-12-15,-2-1-23 16,-5 1-3-16,-2-1 2 0,-3 0 21 16,-2 0 15-16,-3-1 29 0,-1 1-3 0,-5-1 6 15,-1 0-32-15,-4 2 0 0,-2-2 1 16,-2 1 18-16,-2-1 0 0,-1-3-15 0,-3 2 24 16,-2-2-25-16,2-1 1 0,-2-1-4 15,-1-1-19-15,-2 0 17 0,-2 0-28 16,2-2 27-16,-2 1-35 0,-2 0 19 15,2 1 17-15,0-2-24 16,-1 3-16-16,1-4 42 0,-1 2-10 0,-2 0 10 16,2 1 2-16,-2-2-2 0,-1-1-17 15,1 2 17-15,0-1 25 0,-3-1-25 16,2 3-1-16,1-3 1 0,-4 0-14 16,1 2 12-16,-1 0-28 0,-2 1-11 15,-1 2 15-15,-2 2-16 0,1-1 0 16,-2 5 20-16,-4 0-36 0,2 0-33 15,-2 2 24-15,-1 0 9 0,0-2-33 16,0 2 0-16,0-1 89 0,0 0 2 16,0-3-22-16,3 1 21 0,-2 1-16 0,1-3-5 15,-1 1-66-15,5 4 33 0,-2-3 55 16,3 2 13-16,1 1 3 0,0-2-3 0,1 5-13 16,2-4-3-16,4 0-20 0,-1-1-5 15,2 0 28-15,4-5 29 0,2 4 17 16,-1-4-33-16,4 0 19 0,-1-1 1 0,2 0 15 15,0 0-32-15,0 0 0 0,0-1-16 16,1 2 0-16,-1-2 0 16,1 1-29-16,-5 0-16 0,1 1-16 15,-3-1 57-15,1 0-5 0,-4 2 9 16,1-1 41-16,-2-1 30 0,-1 0 52 0,1-1 19 0,1 2-71 16,0-2-26-16,0-2-45 0,2 1 0 15,1-1-55 1,2 1-32-16,-1 0-23 0,4-3-68 15,-1 1 19-15,-1-2 7 0,0 0 149 16,2 0-10-16,-4 0 13 0,1 0 104 0,0 0 19 16,-1 0 16-16,2 0-81 0,-1 0 14 15,1 0 12-15,1 0-84 0,-1 1-4 0,2 1-41 16,1 1-65-16,0-2-45 0,0 2-24 16,1-2 40-16,0 1 2 0,2-1 24 15,-2 1 83-15,-1 1-38 16,0-3 68-16,0 2 16 0,0 1 17 0,0-2 12 15,-2 2-9-15,2 0-35 0,0 1-1 16,0 0-19-16,1 0-17 0,-2 1-75 16,2 0-6-16,1 0-13 0,-1 1 22 0,0-3-6 15,2 2 26-15,-1-1 39 16,0 2 49-16,0-3 92 0,0 3-17 0,-2 0 16 16,0 0-29-16,2 1-7 0,-2-3-55 0,1 5-13 15,0-1 0-15,-1-1 11 0,1 2 0 16,-2 1-11-16,-1 2-39 0,2-2-49 15,0 2-53-15,-1-2 99 16,-1 0 55-16,1 2 36 0,-2-2 88 16,1 2 6-16,-1 0-10 0,-1 0-45 0,-1-3-26 15,2 2-49-15,-1 0 0 0,1 1-58 16,0-3-4-16,-1 1 3 0,-2 0 17 16,1 1-14-16,-1-1 27 0,3-1 27 15,-2 2-11-15,3-2 13 0,3 1 21 0,2 0 53 16,0-1-5-16,1 2-40 0,2-2-29 15,3 2-6-15,-1-1-40 0,5 2-22 0,0 0 9 16,4-3-3 0,1 1-32-16,3-1-17 0,3-2-75 0,1 1 124 15,1-1-26-15,-1 0 13 0,0 0 7 0,1 1 68 16,-1-2 117-16,-1 1 79 0,0 1-4 16,3 0-42-16,-1 2-52 0,0-3-63 15,3 0 1-15,-1 2-23 0,3-2-11 16,-4 2-2-16,3-1-14 0,-1 1 12 15,0-1-1-15,-1-1-23 0,4 0 26 16,1-2 0-16,1-1 2 0,2 1-2 16,2-2 33-16,3 2 35 0,1-1 65 15,6-2 63-15,2 0 22 0,3 1-14 16,6-3-58-16,3 1-68 0,10-1-65 16,5 0-13-16,3 0-133 0,6 0-36 0,2 0-185 15,-6-4-102-15,12-4-352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34:45.04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18086 10818 395 0,'0'0'212'15,"0"0"-131"-15,0 0-45 0,0 0-4 16,0 0 4-16,0 0-19 0,85 24-17 15,-75-22-66-15,2 3 18 0,-2-3 48 0,-1 3 13 16,0-2 9-16,2 0-2 0,-3 1-19 0,1 0 19 16,-2 0-7-16,-1 0-13 0,-2 0-12 15,1-1-24-15,0 1-72 0,-1-1 46 16,-1 1-3-16,-1-1-75 0,-1-1-59 16</inkml:trace>
  <inkml:trace contextRef="#ctx0" brushRef="#br0" timeOffset="4946.283">15290 6002 642 0,'0'0'150'0,"0"0"-65"0,0 0-82 0,0 0-3 0,0 0 66 16,0 0-66-16,0 0-333 0,0 0 333 15,0 0 554-15,0 0-365 0,-14-21-13 16,17 15-62-16,1 1 87 0,-1-1 7 16,0 1 22-16,-2 3-30 15,3 1 1-15,-4 1-5 0,0 0 9 0,0 0-19 16,0 0-34-16,0 0-40 0,2 0-27 15,-1 3-25-15,4 2 22 0,-1 6 44 16,5 3 3-16,-1 7-3 0,-1 4-30 16,1 5-5-16,-2 2-14 0,-2 3-18 15,-3 0-22-15,-1 2-12 0,0-1-25 0,-4 0 2 16,-5-1-2-16,2-4-19 0,-3-6-18 0,4-1-6 16,-1-8-13-16,6-4-21 0,-1-4-11 15,2-6-11 1,0 0-31-16,0-2-30 0,0 0-64 15,0-2-142-15,0-5-150 0,0 0-180 0,0-5-321 16,-3-5 225-16,0 6 580 0,0-7 212 0</inkml:trace>
  <inkml:trace contextRef="#ctx0" brushRef="#br0" timeOffset="5092.965">15276 6278 401 0,'0'0'646'0,"0"0"617"16,0 0-889-16,0 0-94 0,0 0-91 0,0 0 19 15,0 0 33-15,77 3-36 0,-58 1-32 16,4 0-53-16,-1-1-26 15,-2-1-94-15,0-2-37 0,0 0-50 16,-1-5-71-16,-2-2-37 0,1 0-68 16,-2-4-136-16,-2 1-177 0,0-3-488 15,-6 4-77-15,3-7 867 0</inkml:trace>
  <inkml:trace contextRef="#ctx0" brushRef="#br0" timeOffset="5298.026">15663 6085 871 0,'0'0'0'16,"0"0"22"-16,0 0 610 0,0 0-329 0,0 0 15 16,0 0 8-16,0 0 7 0,0 0 0 15,0 0-33-15,21 66-103 0,-18-50-84 16,-2-2-65-16,1 2-7 0,0 4-10 0,-1-1-29 16,1 4-2-16,-2-4-38 0,0 2-25 15,0-3-34-15,0 0-74 16,0-3-36-16,0 2-4 0,-2 0-78 0,1-3-101 15,1-3-126-15,-4-1-684 0</inkml:trace>
  <inkml:trace contextRef="#ctx0" brushRef="#br0" timeOffset="5521.697">15819 6444 300 0,'0'0'1903'0,"0"0"-1654"0,0 0-133 0,0 0-83 0,0 0 34 16,0 0 69-16,0 0 59 0,0 0-44 16,0 0-97-16,0 73-52 0,0-55 24 0,0 0-26 15,1 2 0-15,-1 1-19 0,0-4-10 16,0 0-141-16,0-3-80 0,3-2-50 0,-3-1-137 16,2-4-318-16</inkml:trace>
  <inkml:trace contextRef="#ctx0" brushRef="#br0" timeOffset="7246.928">18502 6226 2666 0,'0'0'363'0,"0"0"-289"0,0 0-58 0,0 0-16 16,0 0 144-16,0 0 95 0,25 76 48 15,-22-42-82-15,0 8-70 0,-2 0-41 16,-1 3-32-16,-4-1-6 0,-6-1-41 16,-2-6-15-16,3-7-58 0,1-7-42 15,5-4-41-15,2-8-26 0,1-8-66 0,0-3-139 16,3 0-302-16,5-7-575 0</inkml:trace>
  <inkml:trace contextRef="#ctx0" brushRef="#br0" timeOffset="7391.325">18665 6414 1486 0,'0'0'1338'0,"0"0"-944"16,0 0-69-16,0 0-170 0,0 0-16 0,0 0 18 15,0 0 25-15,0 0-88 0,0 0-94 16,0 0-19-16,82 28-106 16,-66-35-61-16,2-1-78 0,1-4-226 0,-1 0-298 15,-2 0-710-15,6-9 670 0</inkml:trace>
  <inkml:trace contextRef="#ctx0" brushRef="#br0" timeOffset="7555.77">18918 6281 855 0,'0'0'186'0,"0"0"1346"0,0 0-1201 0,0 0-132 16,-26 84 41-16,21-58 74 0,-2 3 67 0,1 1-69 15,2-3-154-15,-1 1-139 0,-1-1-19 16,-2 0-34-16,1-4-103 0,-2 2-127 0,-1-1-165 15,3-3-224-15,3-1-326 0,-1-8-38 16</inkml:trace>
  <inkml:trace contextRef="#ctx0" brushRef="#br0" timeOffset="7792.431">18922 6650 368 0,'0'0'1997'0,"0"0"-1607"0,0 0-197 15,0 0-148-15,0 0 29 0,84-19 83 16,-69 16 91-16,-2 1-52 0,-5 2-57 15,-3 0-51-15,1 0-19 0,-5 4-28 16,-1 2-41-16,0 2-1 0,-3 5 1 16,-5 2 0-16,-2 4-17 0,-2 0-8 15,-1 1 10-15,3-2 15 0,3-3 0 0,0-1 0 16,7-5 0-16,0-1 32 0,4-1 60 0,6-2-11 16,3 0-28-16,6-3-15 0,2 1-10 15,1-3-28-15,4 0-94 0,2-5-85 16,0-2-57-16,1-3-112 15,-7 4-286-15,2-4-788 0</inkml:trace>
  <inkml:trace contextRef="#ctx0" brushRef="#br0" timeOffset="8387.76">21859 6345 752 0,'0'0'1658'0,"0"0"-1332"0,0 0-85 0,20 97-93 16,-13-55 113-16,-2 2 56 0,-4-3-52 16,-1-1-111-16,-1-1-135 0,-5-6-19 15,-1-3-25-15,2-2-38 0,0-6-85 16,3-5-28-16,2-6-24 0,2-4-83 16,6-5-137-16,-1-2-203 0,6-2-462 0</inkml:trace>
  <inkml:trace contextRef="#ctx0" brushRef="#br0" timeOffset="8521.468">22015 6648 339 0,'0'0'2230'16,"0"0"-1689"-16,0 0-76 0,0 0-162 0,0 0-117 15,0 0-49-15,81 31-6 0,-63-26-35 16,4-5-50-16,-1 0-46 0,8-5-46 16,0-7-153-16,1-3-143 0,2-3-136 0,-8 2-556 15,5-8-350-15</inkml:trace>
  <inkml:trace contextRef="#ctx0" brushRef="#br0" timeOffset="8680.353">22447 6389 1623 0,'0'0'824'16,"0"0"-216"-16,0 0-410 0,0 0-137 16,0 0 63-16,-7 67 268 0,1-45 23 0,2 0-130 15,-4 2-177-15,3-1-108 0,-3-3 0 0,1 2-31 16,3-2-111-16,-2-3-103 0,0 2-91 0,1-1-209 15,2-2-475 1,1-3-220-16</inkml:trace>
  <inkml:trace contextRef="#ctx0" brushRef="#br0" timeOffset="8929.9">22477 6692 196 0,'0'0'1307'16,"0"0"-566"-16,0 0-173 0,0 0-122 0,0 0-90 16,0 0-66-16,88 14-73 0,-75-9-49 0,-3-1-19 15,0 1-38-15,-3-3-46 16,-1 3-43-16,-1-3-22 0,-2 3-1 0,1-4-2 15,-2 3-10-15,4-1 13 0,-1 2 1 16,4 1 18-16,0 4 3 0,3-1-19 16,3 3-3-16,3 0-15 0,4 2-28 15,-2-1-3-15,3 0-10 0,-3-1-6 16,-4 1-3-16,-2 0-16 0,-6 1-15 16,-4-2 9-16,-4 1 40 0,0-1 44 15,-9 1 3-15,-6 1 56 0,-4 1 22 16,-7 0-16-16,-9 2-49 0,-6 0-13 15,-9 1-138-15,-6-2-167 0,14-5-361 16,-25 3-1013-16</inkml:trace>
  <inkml:trace contextRef="#ctx0" brushRef="#br0" timeOffset="10580.087">2730 7844 124 0,'0'0'1464'0,"0"0"-688"16,0 0-254-16,0 0-233 15,0 0-92-15,0 0 26 0,0 0 4 16,0 0-26-16,0 0-3 16,0 0-6-16,3-16-90 0,-1 20-46 0,1 0-13 0,3 7 37 15,1 5 6-15,1 6 77 0,-2 4-81 16,0 4-33-16,-2 1-49 0,-2 0-9 0,-2 0-9 16,0 0-4-16,0-3-26 0,0-3-26 15,0-3-30-15,0-7-19 0,1-2-13 16,1-5-43-16,-1 1-21 15,1-4-70-15,-1 0-80 0,0-3-132 16,2-2-129-16,-3 0-86 0,1-2-19 16,1-3 5-16</inkml:trace>
  <inkml:trace contextRef="#ctx0" brushRef="#br0" timeOffset="10718.342">2795 8155 108 0,'0'0'199'0,"0"0"-89"0,0 0-31 16,0 0 61-16,0 0 652 0,0 0-220 16,0 0-184-16,0 0-87 0,0 0-15 15,88-34 15-15,-75 32-63 16,-1 1-19-16,4 1-68 0,-3-2-101 15,1-1-48-15,-2 1-2 0,0 0-66 0,-1-2-75 16,0-1-71-16,-1-1-62 0,-1 3-156 16,0-6-213-16,-5 3-586 0,-1-1 509 15</inkml:trace>
  <inkml:trace contextRef="#ctx0" brushRef="#br0" timeOffset="10946.709">3117 7847 228 0,'0'0'398'0,"0"0"-215"0,0 0 846 15,0 0-591-15,0 0-31 0,0 0-114 0,0 0-34 16,11 79-39-16,-9-56-49 0,-2 0-47 16,1 6-58-16,-1-1-4 0,0 1-62 15,0 4-29-15,0 0 10 0,-3-3-25 16,-1 4-72-16,3-3 8 15,-2-1-86-15,0-3-135 0,3-2-79 0,-2-4-204 16,2-1-405-16,0-5 275 0,-1 0 482 16</inkml:trace>
  <inkml:trace contextRef="#ctx0" brushRef="#br0" timeOffset="11496.206">3388 8176 734 0,'0'0'1658'0,"0"0"-1300"15,0 0-216-15,0 0-85 16,0 0 123-16,95-40 129 0,-68 33-55 0,-1 0-56 16,0 3-38-16,-4-1-34 0,-2 5-51 15,-7 0-75-15,-2 0-14 0,-6 4-32 16,-2 3-11-16,-3 2 11 0,0 5-37 0,-8 6-17 16,-6 3 21-16,-2 3 10 0,-3 2-10 15,0-3 9-15,-2 0 35 0,2-3 4 16,3-4 30-16,4-1 1 15,3-5 38-15,3-3 31 0,3-3 1 16,3 0-13-16,0-1 3 0,3 0 18 0,4 0 13 16,6-3-18-16,-1 2-45 0,4-3 7 15,1-1-34-15,3 0-1 0,2-6-60 16,-1-5-75-16,2-2-73 0,2-5-87 16,-3-1-222-16,-5 2-638 0,7-11-582 0</inkml:trace>
  <inkml:trace contextRef="#ctx0" brushRef="#br0" timeOffset="11829.43">4117 7954 947 0,'0'0'19'16,"0"0"1584"-16,0 0-1175 16,0 0-197-16,0 0 5 0,0 0 42 0,0 0-14 0,0 0-66 15,-62 70-101-15,43-50-54 16,-1 4-6-16,-2 2-9 15,-5 9-12-15,-2 3-4 0,-4 6-12 0,-3 5-3 16,-3 2-19-16,-6 6 3 0,-2 0 17 16,-2 4 2-16,-4 3 0 0,-4 1-19 15,1-2-6-15,1 2 10 16,-1-1 14-16,3-2-18 0,1-2 19 0,7-7 14 16,5-4-12-16,4-8 0 0,6-6-2 15,5-6 0-15,5-6-1 0,8-6-2 16,0-3-62-16,6-5-19 0,3-4 0 15,0-2-21-15,3-3-11 0,0 0-22 16,-2 0-5-16,1 0-34 0,-2-3-149 0,0-2-101 16,-2-1-71-16,0-4-136 0,1 5-167 15</inkml:trace>
  <inkml:trace contextRef="#ctx0" brushRef="#br0" timeOffset="12172.656">3486 8888 994 0,'0'0'154'16,"0"0"1084"-16,0 0-828 0,0 0-175 16,0 0 17-16,30 75 75 15,-24-46 23-15,2 3-71 0,-2 0-74 0,3 0-93 16,-3 2-57-16,-2-3-36 0,1-2-19 16,-2 0 0-16,0-5-25 0,0-3-58 15,0-5-10-15,-1-1 0 0,1-5-35 16,-2-4-73-16,2-1-82 0,-3-3-145 15,3 1-291-15,-3-3-603 0</inkml:trace>
  <inkml:trace contextRef="#ctx0" brushRef="#br0" timeOffset="12335.296">3634 9147 352 0,'0'0'437'15,"0"0"1175"-15,0 0-1025 0,0 0-159 0,0 0-23 0,0 0-56 16,0 0-101-16,81-2-77 0,-67-5-67 15,0-5-104-15,3-1-46 0,0-7-133 16,0 1-129-16,0-6-163 0,-5 5-547 0,2-8-653 0</inkml:trace>
  <inkml:trace contextRef="#ctx0" brushRef="#br0" timeOffset="12512.654">3892 8824 610 0,'0'0'1447'0,"0"0"-894"0,0 0-212 16,0 0 15-16,0 0 43 0,0 0 45 0,0 0-111 0,28 82-105 16,-23-59-96-16,2 1-52 0,-1 3-41 15,-3 1-24-15,-1 2-15 0,-2 0-22 0,0-1-60 16,0-2-57-16,0-1-12 0,0-4-40 16,0-6-11-16,0-4-125 0,0-5-349 15,1-7-1104-15</inkml:trace>
  <inkml:trace contextRef="#ctx0" brushRef="#br0" timeOffset="12678.311">4407 9121 2538 0,'0'0'1043'0,"0"0"-813"16,0 0-173-16,0 0 37 0,-5 67 79 15,1-48 52-15,-2 4-105 0,-1-4-120 0,1 0-161 16,-1-3-164-16,4-3-177 0,0-3-633 15,-1-2-964-15</inkml:trace>
  <inkml:trace contextRef="#ctx0" brushRef="#br0" timeOffset="12955.452">4859 9037 2115 0,'0'0'1705'0,"0"0"-1479"0,0 0-181 0,7 72-20 16,-7-49 124-16,0-2 81 15,-4 1-48-15,-2-3-182 0,-2-1-28 16,-1 0-86-16,0 1-31 0,-2 2-79 0,-1-2-141 16,2-5-427-16,-11 4-1090 0</inkml:trace>
  <inkml:trace contextRef="#ctx0" brushRef="#br0" timeOffset="14429.886">1043 8490 1901 0,'0'0'761'0,"0"0"-247"15,0 0-215-15,0 0-64 0,0 0-9 16,0 0-21-16,0 0 47 0,0 0-82 16,0 0-65-16,27 60-10 0,-14-26 0 0,0 7-18 15,-3 5-10-15,-2 3-9 0,-5 2-30 16,-2-3-28-16,-1-3-23 0,0-3-20 16,0-6-70-16,0-7-16 0,0-6-21 0,0-5-17 15,0-9-44-15,0-4-112 0,0 0-167 16,-1-5-217-16,-1-3-378 15,-1-6-154-15</inkml:trace>
  <inkml:trace contextRef="#ctx0" brushRef="#br0" timeOffset="14558.587">1102 8918 72 0,'0'0'313'0,"0"0"-186"0,9-64 1025 15,-1 50-616-15,7 2-58 0,-1 6-140 0,5 0-12 16,1 2 13-16,-1 1-31 0,1 1-53 16,0 2-60-16,0 0-34 0,-1 0-32 15,0 0-46-15,-2 0-74 0,-1 0-9 16,1-6-89-16,-2 0-77 0,0-4-29 15,0-3-57-15,-1-4-145 0,-5 5-303 16,4-12-802-16</inkml:trace>
  <inkml:trace contextRef="#ctx0" brushRef="#br0" timeOffset="14753.051">1413 8443 851 0,'0'0'1321'16,"0"0"-791"-16,0 0-299 15,0 0-42-15,0 0 76 0,0 0 141 0,18 76-29 16,-8-52-104-16,0 1-90 0,3 4-73 0,-2 2-48 16,1 1-44-16,1 1-18 0,-2 0-21 15,0 1-25-15,-2-1-105 0,0 0-63 16,-3-2-41-16,0-5-104 0,1-1-228 16,-3-9-519-16,2-5-557 0</inkml:trace>
  <inkml:trace contextRef="#ctx0" brushRef="#br0" timeOffset="14907.132">1830 8785 1299 0,'0'0'228'0,"0"0"904"0,0 0-798 16,0 0-145-16,0 0-7 0,0 0 9 0,8 72-71 16,-12-53-63-16,-4 4-57 0,2-4-75 15,-2 5-179-15,3-3-132 0,-1-4-327 16,-3 4-846-16</inkml:trace>
  <inkml:trace contextRef="#ctx0" brushRef="#br0" timeOffset="15759.642">2157 8726 1061 0,'0'0'994'0,"0"0"-952"0,0 0 172 15,0 0-65-15,0 0 170 0,0 0 24 0,-85 36-43 16,67-16-75-16,-3 7-92 0,-3 8-67 16,-7 3-22-16,-2 10 22 0,-3 4-10 0,-4 4 14 15,-5 5-17-15,-1 2 0 0,-3 0-12 16,0 2-7-16,-3 1-15 0,2-1-17 31,2-3 0-31,-1-1 1 0,3-4-3 0,3-5-30 16,4-4 15-16,6-6 11 0,4-3 1 0,3-8 1 15,10-7 0-15,2-5-10 0,5-7-51 16,3-5-33-16,5-3-53 0,-1-4-49 0,0 0-62 16,2-3-187-16,-2-2-307 0,-1-9-810 0</inkml:trace>
  <inkml:trace contextRef="#ctx0" brushRef="#br0" timeOffset="15990.775">1516 9686 1045 0,'0'0'1847'15,"0"0"-1422"-15,0 0-304 0,0 0-89 0,20 69 98 16,-17-48 129-16,0 0-32 0,-2 1-100 16,0 1-123-16,1-3-4 0,-2 0-94 15,0 1-67-15,0-3-59 0,3-4-84 16,-2 0-204-16,1-7-472 0,5-5-258 0</inkml:trace>
  <inkml:trace contextRef="#ctx0" brushRef="#br0" timeOffset="16146.134">1686 9790 460 0,'0'0'2289'0,"0"0"-1802"0,0 0-261 0,0 0 63 15,0 0 107-15,79-21-107 0,-62 14-119 16,-1-4-71-16,1-4-99 0,2-4-22 16,0-5-101-16,-2-7-82 0,2 0-135 15,-6 6-254-15,3-10-772 0</inkml:trace>
  <inkml:trace contextRef="#ctx0" brushRef="#br0" timeOffset="16337.898">1874 9429 342 0,'0'0'2087'16,"0"0"-1536"-16,0 0-336 15,0 0-78-15,0 0 161 0,45 78 83 0,-32-56-40 0,2 2-109 16,-1 2-99-16,-4 1-41 0,0 1-40 15,-1 0-35 1,-5-2-17-16,-4-1-80 0,0 2-105 0,0-5-78 16,0-5-122-16,0-2-279 0,0-8-674 0,0-7-368 15</inkml:trace>
  <inkml:trace contextRef="#ctx0" brushRef="#br0" timeOffset="16588.512">2301 9699 1649 0,'0'0'1489'16,"0"0"-1233"-16,0 0-218 0,0 0 38 16,0 0 105-16,0 0 8 0,0 0-127 15,0 0-62-15,0 0-103 0,0 0-8 0,84 7-75 16,-69-28-139-16,-3-6-279 0,-2 6-98 16,-3 0-11-16,-4 6 169 0,-1 4 381 0,-2 6 163 15,-5 4 352-15,-5 1 309 0,-1 0 25 16,-4 3-137-16,0 2-334 0,-2 4-80 15,0 0 73-15,1 1-52 16,-1 2-156-16,3 2-22 0,-2 2-80 16,1 1-167-16,3-3-371 0,-7 8-1117 0</inkml:trace>
  <inkml:trace contextRef="#ctx0" brushRef="#br0" timeOffset="17387.789">478 8956 297 0,'0'0'339'0,"0"0"-235"0,0 0 1093 16,-16 65-669-1,13-37-157-15,2 1-95 0,1 3-59 0,0 4-20 16,0 3 9-16,4 4-8 0,3 1-34 16,6 5-36-16,3 2-10 0,3 1-41 0,5 0-56 15,4 2-21-15,5-4-43 0,3-2-4 16,3-2-174-16,3-8-71 0,4-7-158 16,-13-11-329-16,23-7-865 0</inkml:trace>
  <inkml:trace contextRef="#ctx0" brushRef="#br0" timeOffset="17673.498">2591 9535 1430 0,'0'0'1560'0,"0"0"-1374"16,0 0-186-16,0 71-64 0,0-48 64 0,0-1 76 15,-5 2-17-15,1-2-59 16,1-2-144-16,-1-1-135 15,0-6-263-15,-1 7-813 0</inkml:trace>
  <inkml:trace contextRef="#ctx0" brushRef="#br0" timeOffset="18638.661">6062 7563 316 0,'0'0'2341'16,"0"0"-1837"-16,0 0-198 0,0 0-129 15,67 67 28-15,-44-27 119 0,-1 9-75 16,-2 6-67-16,-2 4-71 0,-2 2-34 16,-3-3-13-16,-3-2-34 0,-2-6-30 15,-3-4-22-15,1-9 1 0,-5-10-68 16,1-7-65-16,-1-9-35 0,1-4-44 16,-2-6-84-16,0-1-136 0,0-4-287 0,-5-2-695 15</inkml:trace>
  <inkml:trace contextRef="#ctx0" brushRef="#br0" timeOffset="18771.398">6204 7974 323 0,'0'0'603'0,"0"0"974"16,0 0-1094-16,0 0-81 0,0 0-22 0,0 0-15 0,96-13-78 15,-64 17-59-15,-1-1-89 0,3-3-44 16,0 0-55-16,-1-7-40 0,2-5-84 16,-2-6-76-16,-1-6-44 0,0-5-103 15,-11 6-247-15,5-18-737 0</inkml:trace>
  <inkml:trace contextRef="#ctx0" brushRef="#br0" timeOffset="18962.822">6587 7460 98 0,'0'0'2153'16,"0"0"-1646"-16,0 0-189 0,3 76-2 0,6-43 90 0,2 8 27 15,2 2-98 1,0 3-104-16,1 1-87 0,-2 4-55 0,-1-1-66 15,-3-2-23-15,-2 0-31 0,-2-2-97 16,-3-3-26-16,2-6-21 0,-3-6-17 16,2-7-116-16,-2-1-277 0,0-11-553 15,0 3-931-15</inkml:trace>
  <inkml:trace contextRef="#ctx0" brushRef="#br0" timeOffset="19880.22">6972 7903 1349 0,'0'0'124'0,"0"0"860"0,0 0-658 16,0 0-85-1,0 0 5-15,0 0 75 0,0 0-52 0,0 0-21 16,0 0-61-16,0 0-59 0,58-25-42 16,-58 25-18-16,0 0-25 0,0 3-42 15,0-1-1-15,-3 3-34 0,-2 4-9 16,-1 0-9-16,2-1-19 0,-3 3 21 0,4-5 28 16,0-1 20-16,3 2 0 0,-1-3 2 15,1-1-2-15,0 4-17 0,0 1 17 16,0-1 2-16,1 1 1 15,2 1-1-15,4-2-12 0,-1-2 0 0,1 1-1 16,1-2 10-16,0 0-19 0,-2-1 22 16,1-2 1-16,-3 0 1 0,2 1 0 15,-3-2 0-15,3 2 1 0,-2-1 12 0,-1 0 1 16,0 2-1-16,0 0 4 0,0 3 21 16,0 0 0-16,0 1 4 15,-2 3-19-15,2-1-11 0,-2 2-14 0,2-6 0 16,-2 3-3-16,2-2-22 0,-3-1 24 0,0 0-2 15,0 1-43-15,0 0 8 16,-4 1 1-16,-4 0 0 0,0 6 24 16,-3-2 11-16,-1 3-1 0,-1-3-18 0,3 1-17 15,0-3-40-15,3-4-45 16,1 0-40-16,3-5-48 0,0 0-142 0,3-9-307 16,0 1-581-16,0-15-162 0</inkml:trace>
  <inkml:trace contextRef="#ctx0" brushRef="#br0" timeOffset="20196.372">7638 7743 783 0,'0'0'1226'0,"0"0"-666"0,0 0-250 15,0 0-70-15,-35 67 25 0,21-41 5 16,-4 4-31-16,-2 6-68 0,-3 4-87 16,0 4-22-16,-4 6-18 0,-2 7-10 15,-4 0-3-15,-5 6-3 0,-2 4-25 16,-5 2-3-16,-2 1-1 0,-1 2-11 16,-2-1-1-16,2-3-18 0,2-4-6 0,5-4 25 15,7-10 11-15,4-9 1 0,5-10-19 16,8-7 18-16,7-6-43 0,4-12-34 15,6-5-61-15,0-1-93 16,3-4-95-16,4-7-159 0,1 0-130 16,6-13-506-16</inkml:trace>
  <inkml:trace contextRef="#ctx0" brushRef="#br0" timeOffset="20419.512">7299 8526 904 0,'0'0'1476'0,"0"0"-883"0,0 0-270 16,13 71-56-16,-9-44 8 0,-1 3 61 15,-2 3-32-15,1-2-75 16,-1 0-116-16,-1-4-73 0,2 1-40 0,-2-6-22 16,0 1-110-16,0-4-47 0,0-2-41 15,0-5-78-15,0-5-140 0,0-1-248 0,0-6-640 16</inkml:trace>
  <inkml:trace contextRef="#ctx0" brushRef="#br0" timeOffset="20555.442">7361 8691 404 0,'0'0'2257'0,"0"0"-1696"16,0 0-252-16,0 0-40 0,0 0 61 15,95 0-31-15,-73-6-105 0,1-1-110 16,-3-6-84-16,0-3-59 0,3-7-151 15,-4-3-76-15,1-2-186 0,-5 5-546 0,0-12-687 16</inkml:trace>
  <inkml:trace contextRef="#ctx0" brushRef="#br0" timeOffset="20724.935">7621 8349 1421 0,'0'0'773'0,"0"0"268"0,0 0-751 16,2 79-119-16,2-51 62 0,2 4 137 15,-1-2-2-15,-1 1-95 0,0-4-136 16,1 0-109-16,-4-2-28 0,-1-4-98 16,0-2-104-16,0-3-57 0,-4-3-116 0,-2-4-239 15,3-3-516-15,-1-6-310 0</inkml:trace>
  <inkml:trace contextRef="#ctx0" brushRef="#br0" timeOffset="20935.556">7923 8500 2126 0,'0'0'701'16,"0"0"-457"-16,0 0-78 0,0 0 99 0,0 0 19 16,0 0-3-16,78-5-7 0,-78 13-45 0,0 2-103 15,0 3-70-15,-5 5-29 0,-3 1 1 16,1 5 3-16,1-3 3 0,0-1-19 16,5-5-14-16,1-4-1 0,1-2-3 15,11-3 3-15,6-4-31 0,3-2 31 0,5 0-34 16,2-11 10-16,4-8-195 0,0-7-19 15,0-7-69-15,-8 8-432 16,12-23-1116-16</inkml:trace>
  <inkml:trace contextRef="#ctx0" brushRef="#br0" timeOffset="21321.463">8550 7318 636 0,'0'0'1299'0,"0"0"-639"16,0 0-331-16,0 0-121 0,84 13-45 0,-63-9-14 15,-1 2-15-15,-1-3 8 0,1 2-29 16,-4 4-37-16,3 0 18 0,-5 6 14 0,-1 3-21 15,-1 4-22 1,-2 5 1-16,-3 3 14 0,-3 2 22 0,1 4 37 16,-4 0-31-16,2 0-22 0,0-1-25 15,2 2-27-15,1-3-19 0,0 4 7 16,1 0-4-16,5 4 19 0,-2 3-1 16,3 1 16-16,3 2 27 0,-2 2 86 0,2-1-114 15,-3-1-29-15,1-1-22 0,-6 3-3 16,-4-1-13-16,-4-2-8 0,-1 3-61 15,-10-3-40-15,-4 1-6 16,-4-5-49-16,-3 1-116 0,-1-5-286 0,6-12-632 16,-6 4-915-16</inkml:trace>
  <inkml:trace contextRef="#ctx0" brushRef="#br0" timeOffset="22836.35">1528 10594 323 0,'0'0'261'0,"0"0"-212"16,0 0 1307-16,0 0-828 0,0 0-171 0,0 0-75 15,0 0-11-15,0 0-30 0,0 0-67 16,0 0-55-16,37-9 14 0,-13 2 23 16,6-1 8-16,5-3-68 0,-2 1-34 0,2 0-37 15,-2-1-16-15,-1 4-9 0,-5-1-15 16,-1 2-10-16,-6 5 6 0,-4 1-12 15,-3 0-33-15,-5 0-48 0,-3 6-6 16,-2 6 12-16,-3 1 71 0,0 6 3 16,-5 3 7-16,-6 5-19 0,-2 2 19 15,-3 4 12-15,-1 0 13 0,-3 1 11 16,1 3-9-16,0-1-2 0,1-1 2 16,6-3 83-16,2-5 10 0,4-3-11 0,5-5-22 15,1-6-6-15,1-1-7 16,9-6 23-16,2 0-32 0,2-5-18 0,5-1-10 15,4 0 4-15,3-8-16 0,0-4-49 16,-2-4-44-16,1-6-56 0,-1-2-80 16,-4-4-91-16,-7 7-265 0,2-11-776 15</inkml:trace>
  <inkml:trace contextRef="#ctx0" brushRef="#br0" timeOffset="23045.252">2080 10558 303 0,'0'0'268'16,"0"0"1873"-16,0 0-1752 0,0 0-296 15,-44 76-71-15,32-48 87 0,-2 3 126 0,1 0 40 16,-3-2-109-16,2 5-96 16,-3-2-68-16,0 2-2 0,-1-2-29 15,3-2-3-15,0-2-36 0,1-4-87 0,3-4-94 0,1-4-178 16,3-4-382-16,-1-3-819 0</inkml:trace>
  <inkml:trace contextRef="#ctx0" brushRef="#br0" timeOffset="23321.245">2373 10799 706 0,'0'0'2503'15,"0"0"-2042"-15,0 0-351 16,0 0-34-16,0 0 52 0,0 0 73 0,0 0-33 16,0 0-90-16,36 66-56 0,-36-44-22 0,0 3-25 15,0 2 0-15,0 2 24 0,0-4-2 16,0-1 1-16,0-5 2 0,0-4 31 16,0-2-3-16,0-5-4 0,6-2 26 15,4-1 12-15,4-1 2 0,5-2-21 0,0-2-3 16,4 0-18-16,3 0-22 15,1-6-3-15,1-1-68 0,-3-2-98 16,0-1-51-16,1-4-153 0,-7 4-235 16,4-2-855-16</inkml:trace>
  <inkml:trace contextRef="#ctx0" brushRef="#br0" timeOffset="24013.056">3805 9981 658 0,'0'0'1147'0,"0"0"-166"15,0 0-576-15,0 0-201 0,0 0 62 16,0 0-20-16,0 0 12 0,103-23-38 16,-67 18-80-16,0 2-51 0,2-3-21 0,0 1-16 15,-5 1-33-15,-2 3-19 0,-5-1-18 16,-6 2 0-16,-4 0-10 0,-6 6-33 16,-1 5-32-16,-8 3 0 0,-1 9 47 15,-3 4-29-15,-7 9-37 0,-7 3 0 16,-2 4 42-16,-3 2 46 0,-2 1 24 0,2 1 19 15,1-4 0-15,2-1-3 16,7-3 134-16,1-6-13 0,5-6-22 0,5-4-13 16,1-5-16-16,5-5 10 0,7-2-32 15,4-4-36-15,8-2-16 0,5-4 9 16,6-1 13-16,3-1 3 0,1-8-37 16,2-6-19-16,-5-6-94 15,0-5-81-15,-7-1-78 0,-2-4-280 0,-10 6-610 0,-2-8-836 0</inkml:trace>
  <inkml:trace contextRef="#ctx0" brushRef="#br0" timeOffset="24240.168">4345 10019 1003 0,'0'0'2128'0,"0"0"-1695"16,0 0-306-16,0 0-58 0,-20 78 79 15,11-49 100-15,0 8-27 0,-1 0-128 0,-6 5-76 16,-1 3-17-16,0 0-22 0,-3 2-15 16,-1 0-41-16,0-5-40 0,2-6-28 15,3-5-107-15,2-8-91 0,4-5-215 16,4-9-577-16,3-7-556 0</inkml:trace>
  <inkml:trace contextRef="#ctx0" brushRef="#br0" timeOffset="28463.212">4694 10488 1041 0,'0'0'1918'16,"0"0"-1534"-16,0 0-232 0,0 0-47 15,83-31 69-15,-60 23 68 0,-2-1-29 0,-3 1-33 16,-2 2-34-16,-5 2-54 0,-2 3-43 15,-1 1-30-15,-2 0-7 0,-4 0 10 16,-1 3 2-16,-1 4-24 0,0 2-10 16,0 7 9-16,0 3-2 0,-1 5-22 15,-5 3 1-15,-4 1 5 0,1 3-2 0,-2-3-4 16,1-2 22-16,3-3-9 0,1-4-7 16,4-4 18-16,2-5 1 0,0-1 25 15,5-2-7-15,2-3 1 0,7 1 12 16,2-3-1-16,4-1 13 0,6-1-15 0,4-1-28 15,2-6-15 1,4-2-19-16,3-7-34 0,4-3-21 0,1-3-47 16,2-6-94-16,4-3-194 0,-11 8-606 15,19-12-1160-15</inkml:trace>
  <inkml:trace contextRef="#ctx0" brushRef="#br0" timeOffset="28937.7">7021 9406 775 0,'0'0'1827'0,"0"0"-1602"0,0 0-196 0,0 0-16 0,85-39 45 16,-58 23 93-16,2 4 53 0,-3-1-3 15,3 2-46-15,-2 0-54 0,1 4-51 16,-4 0-24-16,-1 5-10 0,-7 2-14 15,-5 0-4-15,-5 5 2 0,-4 5-34 16,-2 7 5-16,-2 6-12 16,-11 3 23-16,-1 6 5 0,-6 5 12 0,-2 3-2 0,2 1 3 15,1-3 0-15,6-3 85 0,7-6 56 16,1-4 95-16,5-8-46 16,8 1-41-16,4-6-4 0,5-4-37 0,5-3-25 15,5-5-40-15,2 0-43 0,6-13-46 16,3-6-73-16,1-6-26 0,-3-5-35 15,-1-4-170-15,-12 9-386 16,4-16-971-16</inkml:trace>
  <inkml:trace contextRef="#ctx0" brushRef="#br0" timeOffset="29111.184">7534 9297 1740 0,'0'0'1733'15,"0"0"-1366"-15,0 0-242 0,-32 85-71 16,21-54 106-16,0 2 194 16,1 2-101-16,-4-2-146 0,1 2-107 0,-4-2-121 15,-1 1-76-15,-3-3-66 0,-1-3-122 16,8-9-376-16,2-1-792 0</inkml:trace>
  <inkml:trace contextRef="#ctx0" brushRef="#br0" timeOffset="29412.518">7822 9451 2827 0,'0'0'694'15,"0"0"-419"-15,0 0-68 0,0 0 50 16,0 0 53-16,0 0 28 0,0 0-90 0,0 0-142 16,0 0-63-16,0 0-22 0,45 75-18 15,-45-63-2-15,-1 0 0 16,-1-1-1-16,2-3 0 0,0 2 1 15,0-2 2-15,3 1-2 0,7-1-1 16,1 0-3-16,7 0-33 0,1 0-43 16,5-1 9-16,3 1-4 0,-1 0 7 0,0-2 6 0,-4 4 27 15,-1-2 31 1,-2 3 3-16,-4 0 3 0,-4 2 49 0,-5-1 19 16,-3 2-30-16,-3 1-41 0,-5 1-45 0,-7 3-41 15,-6 2 3-15,-5 1-3 0,-4 0-31 16,-6 5-96-16,-6-2-183 0,8-6-324 15,-23 13-683-15</inkml:trace>
  <inkml:trace contextRef="#ctx0" brushRef="#br0" timeOffset="30855.501">13231 12996 676 0,'0'0'375'0,"0"0"1031"16,0 0-964-16,0 0-144 0,0 0-75 0,0 0 50 16,0 0 4-16,0 0-33 0,0 0-20 15,0 0-57-15,43 80-35 0,-30-40-3 16,3 12 9-16,-3 5-31 0,0 4-31 0,-2 0-27 15,-2 1-12 1,-1-2-23-16,-2-5-14 0,0-7-40 0,0-6-18 16,1-10-58-16,0-10-46 0,3-7-28 15,5-12-32-15,-1-3-230 0,-2-3-513 16,9-21-442-16</inkml:trace>
  <inkml:trace contextRef="#ctx0" brushRef="#br0" timeOffset="31099.135">13624 13187 714 0,'0'0'992'16,"0"0"358"-16,0 0-1100 0,0 0-196 0,-88 81-52 15,61-52 65-15,-1 0 117 0,1 0 49 0,3-1-132 16,2-3-98-16,6-2-3 0,3-2-22 16,6-4 6-16,4-2-5 0,3-2 21 15,0 0 38-15,7-1 15 0,6-1 13 16,3 0 32-16,1 4 98 0,6-2-26 15,-1 2-34-15,3 0-22 0,1-1 0 16,1 1-23-16,0-5-36 0,0-2-55 16,1-5-21-16,1-3-120 0,1-2-15 15,-2-9-45-15,-1-6-144 0,-4 2-266 0,9-12-722 0</inkml:trace>
  <inkml:trace contextRef="#ctx0" brushRef="#br0" timeOffset="31272.566">14080 13383 1205 0,'0'0'439'16,"0"0"650"-16,0 0-842 0,0 0-93 0,0 83 12 15,0-53 111-15,0 3 32 0,0 3-82 0,-2 1-115 16,1 1-65-16,-1-4-47 16,-1-3-13-16,-1-2-174 0,1-8-175 15,2-5-233-15,1-3-997 0</inkml:trace>
  <inkml:trace contextRef="#ctx0" brushRef="#br0" timeOffset="31865.918">17191 12419 215 0,'0'0'346'16,"0"0"1528"-16,0 0-1416 0,0 0-84 15,0 0-27-15,0 0-4 0,61 84-17 16,-43-47-23-16,1 5-50 0,-2 7-94 0,-1 3-34 0,-3 2-21 15,-3 2-1 1,-5-1-18-16,-2 0-36 0,-3-5-19 0,0-6-30 16,-3-5-18-16,1-11-64 0,-1-8-110 15,3-8-49-15,0-9-35 0,6-3-129 16,8-6-217-16,-2-2-415 0,11-18-394 0</inkml:trace>
  <inkml:trace contextRef="#ctx0" brushRef="#br0" timeOffset="32096.128">17779 12591 935 0,'0'0'2064'16,"0"0"-1512"-16,0 0-378 15,0 0-170-15,-91 57-4 0,61-33 72 16,-2 0 186-16,2 3 26 0,3 0-163 0,3-2-90 16,1-1-31-16,6-3-19 0,4-2-12 15,4-3 3-15,1-2 4 0,7-1-4 0,1-2 3 0,1 2 25 16,10 0 37-16,3 1 16 0,1 0 12 15,4 0 9-15,4-3 6 16,2 3-12-16,0-4-22 0,1 0-46 16,-2-6-32-16,0 0-150 0,-1-4-47 15,1 0-93-15,-3-8-183 0,-5-1-569 16,5-4-858-16</inkml:trace>
  <inkml:trace contextRef="#ctx0" brushRef="#br0" timeOffset="32343.39">18129 12844 729 0,'0'0'2300'16,"0"0"-1562"-16,0 0-489 0,0 0-173 0,0 0 8 15,81 30 41-15,-70-27 76 0,-5 1-77 16,-1-1-121-16,-4 2-3 0,0 4-40 16,-1 3-25-16,-1 3 46 0,-6 6 4 0,-6 2 15 15,0 2-13-15,1-1 12 16,2-1 1-16,5-3 50 0,5-5 5 15,0-2-24-15,10-3-29 0,5-4 17 16,7 0-17-16,1-5-2 0,9-1-23 16,4-4-45-16,3-7-40 0,4-2-141 0,3-5-209 0,-11 5-620 15,21-7-969-15</inkml:trace>
  <inkml:trace contextRef="#ctx0" brushRef="#br0" timeOffset="32939.788">20915 11972 297 0,'0'0'652'0,"0"0"883"0,0 0-975 15,0 0-40-15,52 72-120 16,-36-36-111-16,2 7-53 0,-3 7 20 0,-2 9-57 16,-2 2-64-16,-2 3-41 15,2-3-12-15,-5-2-15 0,2-8-51 0,0-7-16 16,-2-6-39-16,0-9-92 15,2-8-49-15,2-6-47 0,3-7-23 0,3-8-107 16,7-2-245-16,-5-7-535 0,12-20-729 0</inkml:trace>
  <inkml:trace contextRef="#ctx0" brushRef="#br0" timeOffset="33187.091">21483 12178 1562 0,'0'0'1715'0,"0"0"-1363"15,0 0-165-15,-97 75-137 0,61-46 29 16,0 3 106-16,0-1 114 0,1 1-142 16,2-3-135-16,6-2-22 0,3-4-25 15,6-4-43-15,5-5-6 0,7-3 9 16,4-7 3-16,2 0-38 0,5-3 4 0,7 1 26 16,5 1-2-16,3-1 50 0,2-2 22 0,3 3 0 15,0-3-33-15,0 1-5 0,-3-1 13 16,1 1-4-16,-3 0-113 0,-1 2-261 15,-2-3-190-15,-5 0-455 16,3 0-480-16</inkml:trace>
  <inkml:trace contextRef="#ctx0" brushRef="#br0" timeOffset="33520.858">21795 12391 238 0,'0'0'3041'0,"0"0"-2499"15,0 0-293-15,0 0-87 0,0 0 65 0,0 0 53 0,81 16-71 16,-72-15-108-16,-3 3-86 16,-1-2-12-16,0 0-3 0,-4 4 0 0,-1-2 23 15,0 5-23-15,0 0-22 0,-9 4 4 16,1 2 16-16,-4-1 2 0,4 3 2 16,-1-1-2-16,5-2-1 0,1-1-20 0,3-3-4 15,8 0-6-15,8-2-48 0,9 0-13 16,4-1 24-16,5-2 7 0,2 1 5 15,-1 0 22-15,-2 3 24 16,-5 0 10-16,-5 1 2 0,-6 1-2 16,-7-1 0-16,-6 1-1 0,-4 1-15 0,-3 3 14 15,-8 1-9-15,-9 2-57 0,-6 0-62 16,-3 3-44-16,-6-1 26 0,-7 2 60 16,-5-3-94-16,-8 1-304 0,-3 2-236 0,9-7-403 15,-37 12 68-15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2:40:08.53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11124 10553 129 0,'0'0'212'0,"0"0"-117"0,0 0-95 0,0 0 0 16,0 0 0-16,0 0 26 0,0 0-3 15,0 0 3-15,0 0-7 0,0 0-6 16,0-7-9-16,0 7-3 0,0 0 15 16,0 0 0-16,-3 0-12 0,3 0 237 15,-2 0-114-15,1 0-55 0,1 0-33 16,0-2 13-16,0 2 10 0,0-1-33 16,0 1-28-16,0 0 2 0,-1 0 43 15,1 0 3-15,0 0-7 16,0 0-6-16,-2 0 0 0,1 0 19 15,-1 0 62-15,1 0 39 0,1 0 36 16,-2 0-39-16,2 0-34 0,0 0-12 16,0 0-13-16,0 0-20 0,-1 0-22 0,-1 0-13 0,2 0-7 15,-1 0-12-15,-1 0 5 0,0 0-22 0,-1 0 32 16,3 0 20-16,-3 0-1 16,0 0 11-16,0 0-1 0,0 0 3 15,-1 0-12-15,0 0-20 0,1 1 0 16,-1 1-15-16,4-2 15 0,-2 0 13 0,2 0-4 15,0 0 14-15,0 0-4 0,0 0 6 16,0 0 1-16,0 1 18 0,0-1 10 16,0 0 11-16,0 0 4 0,0 0 6 15,0 0-2 1,0 2-15-16,0-2-12 0,2 0-12 16,-2 0-10-16,2 0-4 0,0 0-11 15,-1 0-13-15,1 0 3 0,-1 0-7 0,0 0 1 16,4 0-6-16,1 0-4 0,2 0-16 15,7-3 1-15,-1-3-2 0,0 3 1 16,3-3-2-16,1 3 0 0,-2-1 2 16,4-2 10-16,0 3-9 0,2 0-1 0,1-2-1 15,0 4-1-15,3-2-1 0,-2 0 1 0,-3 0 0 16,0 0 0-16,-1 1 0 0,1-3 1 16,-1 5-1-16,0-5 0 0,-1 3 0 0,2-2 0 15,1-1 1-15,0 2-1 16,4-3 0-16,-1 1-2 0,3-1 2 0,2 2-2 15,0 1-1-15,-1-3 0 0,3 2 1 16,-2 1-11 0,0 0 10-16,-2 0-12 0,0 0 12 0,0 0-16 15,0 1 1-15,0-1-13 0,0-1 0 16,-1 1 3-16,2-1 13 0,-3 0 3 16,-2 0 8-16,-1 2-8 0,3-1-3 15,-3 0-1-15,0 2 13 0,-1-2-9 16,1 3-1-16,0-2 10 0,-1 2 0 15,-1 0 0-15,4 0 1 0,-1 0 0 0,2 0-11 16,0 0 1-16,0 0 11 0,3 0-1 16,0 0 2-16,1 0 0 0,-1 0-16 15,1 0-5-15,-1 0 17 0,1 0 1 0,1 0-15 16,-1 0 15-16,0 0-13 16,0 0-9-16,-1 0 23 0,1 0-10 0,-1 0-1 0,0 2 12 15,-2-1-14-15,-2 1 2 0,-2 0 12 16,2 1-1-16,0-1 2 0,-2-2 0 15,1 3 0 1,0-2 1-16,-1-1-1 0,0 2 1 0,-1-2 2 0,1 1 0 16,0-1-1-16,0 0-1 0,-1 0-1 15,1 0-2-15,1 0-16 16,0 0-1-16,2 0 6 0,-1 0 12 16,0-1-1-16,-1-1 0 0,-1 0 1 15,0 0 0-15,0-3 1 0,0 3 0 16,-3-1 0-16,1-1-1 0,-3 3-1 15,-2-1-1-15,1 0 2 0,-2 2 0 0,1 0 0 16,-2-2 0-16,1-1 1 0,-2 2-1 16,1 0 0-16,-2 1 1 0,0-2 0 0,-3 1 1 15,1-1-1-15,-2 2 1 0,-2 0 0 16,0 0 0-16,-3 0-1 0,0 0 0 16,0 0-1-16,-1-2-2 0,-2 2-13 0,0 0 4 15,0 0-1-15,0 0-38 16,0 0-46-16,0 0-60 0,-2-1-83 0,-2-1-104 15,1 1-321-15,-11 0-817 0</inkml:trace>
  <inkml:trace contextRef="#ctx0" brushRef="#br0" timeOffset="2965.46">2343 863 1676 0,'0'0'1601'0,"0"0"-1432"0,0 0-49 0,0 0 60 16,0 0 91-16,96-37 45 0,-48 30-75 15,4 1-41-15,7-3-43 0,0 1-35 16,0 1-9-16,-4-1-3 0,-3-2-56 16,-9 3-54-16,-4-2 0 0,-4 2-30 15,-7-3-10-15,-3 3-72 0,-5-1-136 16,-7 4-121-16,-3 0-192 0,-7 3-451 16,-5 1-405-16</inkml:trace>
  <inkml:trace contextRef="#ctx0" brushRef="#br0" timeOffset="3147.52">2700 809 1843 0,'0'0'981'0,"0"0"-769"0,0 0-52 0,0 0 123 15,0 0 94-15,15 83-45 0,-3-48-46 16,2 9-61-16,-1 5-43 0,-3 2-72 16,-3 4-58-1,-4-2-49-15,-2 0-3 0,-1-3-40 16,0-1 3-16,0-2 16 0,-7-1-34 0,0 1-25 15,-6-1-92-15,-2 0-41 0,-3-2-104 0,-4-2-420 16,6-11-857-16,-16 6 182 0</inkml:trace>
  <inkml:trace contextRef="#ctx0" brushRef="#br0" timeOffset="3316.957">2406 1739 1330 0,'0'0'1562'0,"0"0"-1274"0,0 0-59 0,0 0 136 16,0 0 49-16,78-8-72 0,-56 7-90 15,2-2-77-15,2-3-46 0,3-1-47 16,3-2-42-16,4-2-37 0,0-5-3 16,5-4-31-16,1 0-51 0,0-5-215 15,3-2-104 1,-15 6-304-16,10-14-1094 0</inkml:trace>
  <inkml:trace contextRef="#ctx0" brushRef="#br0" timeOffset="3484.065">3317 1316 3391 0,'0'0'488'15,"0"0"-338"-15,0 0 138 0,91 22 145 0,-58-22-154 16,3 0-160-16,4-5-71 0,5-9-48 16,3-4-3-16,2-6-55 0,-2-5-91 15,-2-2-115-15,-4-3-128 0,-14 7-605 16,1-16-879-16</inkml:trace>
  <inkml:trace contextRef="#ctx0" brushRef="#br0" timeOffset="3805.4">3657 727 1456 0,'0'0'572'0,"0"0"519"0,0 0-750 0,0 0-46 16,0 0 42-16,0 0-97 0,0 0-79 15,-43 86-7-15,43-53 28 0,0 8 41 16,2 6-86-16,3 7-42 0,2 4-53 0,-2 7-27 15,-1 1-13-15,0 5-2 0,2 2-16 16,0 2 16-16,1 0 0 0,3 0 0 16,1 2-15-16,1-4 0 0,0-3-6 15,-1-6 18-15,-2-5-13 0,1-10 4 0,0-7 10 16,-3-8 0-16,-1-7-1 0,-2-5-15 16,-2-5 6-1,-1-3-10-15,-1-2-8 0,0-5-7 16,-1-1-39-16,-5-4-16 0,-6 3 31 15,-5-4 33-15,-10-1-42 0,-5 0-7 0,-5-1-16 16,-5-6-18-16,-3-6-44 0,3-4-81 16,2-2-145-16,4-2-137 0,6-1-111 15,5 2-511-15,9 2 99 0,-2-1 702 0</inkml:trace>
  <inkml:trace contextRef="#ctx0" brushRef="#br0" timeOffset="5655.394">6704 807 212 0,'0'0'665'15,"0"0"-352"-15,0 0 497 0,0 0-341 0,0 0-88 16,0 0-115-16,0 0-87 0,0 0-20 15,0 0-4-15,0 0 57 0,36 19-2 16,-23-1-24-16,4 7-34 0,-1 4 24 0,0 6-9 0,-2 6-32 16,-1 4-62-16,-4 5-39 0,-3 2-28 15,-3 1-6-15,-2-2-40 0,-1-2-5 16,0-4 17-16,0-9-15 0,0-3 15 16,-1-8-9-16,1-5 1 0,0-7-48 0,0-2-36 15,0-5-10-15,0-6-57 16,0 0-51-16,1 0-135 0,4-5-140 0,3-7-82 15,1-3-125-15,-1-7-260 0</inkml:trace>
  <inkml:trace contextRef="#ctx0" brushRef="#br0" timeOffset="5787.123">6894 1232 59 0,'0'0'518'16,"0"0"652"-16,0 0-372 0,0 0-357 16,0 0-131-16,0 0 23 0,75-15-33 15,-49 13-61-15,1 0-15 0,1 0 11 16,3-2-39-16,0-2-55 0,0-3-46 0,1-1-49 15,3-3-43-15,-4-4-3 16,3 3-31-16,-6-4-45 0,1 0-142 0,-6 4-127 16,-4-3-170-16,-5 7-562 0,-6-6-591 0</inkml:trace>
  <inkml:trace contextRef="#ctx0" brushRef="#br0" timeOffset="5979.913">7326 795 1258 0,'0'0'761'16,"0"0"-117"-16,0 0-409 0,0 0 2 16,0 72 85-16,0-43-9 0,2 8-29 15,-1 0-75-15,1 3-44 0,1 5-45 16,-2 2-52-16,2 3-68 0,-3 1-9 16,1 1-40-16,-1-5-38 0,0-3-46 15,2-5-38-15,1-5-27 0,2-7-149 16,4-6-213-16,3-11-533 0,-1-5-236 0</inkml:trace>
  <inkml:trace contextRef="#ctx0" brushRef="#br0" timeOffset="6250.692">7705 1369 1721 0,'0'0'1257'0,"0"0"-982"0,0 0-204 16,0 0 65-16,15 71 93 0,-11-63 19 15,2-5-62-15,1-3-27 0,4 0-54 0,3-7-33 0,3-4-32 16,-1-2-40-16,2-5-25 0,-3-3-18 15,1 1 18-15,-6-2 24 0,-4 4-55 16,-3 4 56-16,-3 2 3 0,-2 3 0 16,-8 0 19-16,-2 5 28 0,-5 0-50 15,0 1 1-15,-1 3-1 0,0 0 0 16,2 3-68-16,-1 4 6 0,1 1 9 16,-1 3-16-16,2 2-12 15,-2 2-96-15,-2 1-144 0,2 2-198 16,-2-2-472-16,2-1-258 0</inkml:trace>
  <inkml:trace contextRef="#ctx0" brushRef="#br0" timeOffset="6711.161">6112 1199 676 0,'0'0'1246'0,"0"0"149"15,0 0-1036-15,0 0-10 0,85-28-86 16,-64 23-89-16,1-2-75 0,-3 0-34 16,2 1-4-16,1-1-12 0,-1 0-33 15,1-2-16-15,1 2-53 0,0-1-8 16,-6 2-81-16,2 0-122 0,-7 4-94 0,-5 0-183 16,0 2-577-16,-7 3-747 0</inkml:trace>
  <inkml:trace contextRef="#ctx0" brushRef="#br0" timeOffset="6874.449">6031 1458 2410 0,'0'0'663'0,"0"0"-242"0,0 0 31 0,0 0-61 16,96-7-137-16,-67 0-137 0,0-2-87 15,0 0-30-15,-5-1-55 0,-2 2-65 0,-5 2-115 16,-4 2-110-16,-4 4-255 0,-5 0-597 15,-5 0-687-15</inkml:trace>
  <inkml:trace contextRef="#ctx0" brushRef="#br0" timeOffset="7228.368">5409 1123 1626 0,'0'0'383'16,"0"0"358"-16,-79 22-378 0,56-10-86 0,1 7-42 0,4 4-71 16,5 8-6-16,3 5-35 0,9 6-20 15,1 4-6-15,4 0-7 0,9-2 6 16,1-3-44-16,3-7-39 0,1-8 36 0,0-6-6 16,4-6 3-16,0-5 4 0,7-5-7 15,1-4 3-15,6 0-19 0,3-12 0 16,-2-5-27-1,-1-4-15-15,-3-5-34 16,-1-3-25-16,-2-6-19 0,-2 2-5 0,-5-4-14 16,-6 3-21-16,-7 1 24 0,-7 5 71 0,-3 5 35 0,-3 3-28 15,-11 3-7-15,-5 3-10 0,-1 0-2 16,-6 3-9-16,-1 0 2 0,-1 3-75 0,2 2 18 16,3 2-16-16,3 4-16 15,2 0-52-15,4 5-268 0,4 2-295 16,0 8-626-16</inkml:trace>
  <inkml:trace contextRef="#ctx0" brushRef="#br0" timeOffset="8201.754">8796 799 851 0,'0'0'430'16,"0"0"702"-16,0 0-651 0,0 0-145 16,0 0-75-16,0 0-55 0,0 0-20 15,0 0-51-15,-92 71-68 0,59-43-57 0,-6 3-10 16,-3 4-13-16,-4 1-11 0,0 5 23 0,-3 1-11 15,0 3 12-15,3 1 18 0,6-7 25 16,6-4 14-16,6-6 8 0,9-6 3 16,7-8 4-16,3-3-38 0,7-5-19 15,2-2-14-15,0 1 1 0,5-1 27 16,9 3 64-16,6 0-19 16,4 0-9-16,6 0 6 0,2 1-31 0,3-2-7 15,-1 0-5-15,-2 2-16 16,1-2-9-16,-3 5 13 0,-1-4-13 15,-4 3-3-15,-2 0-9 0,-1-3 8 16,-1 1 2-16,-3 0-1 0,0-3 0 0,-2 1 12 16,0-1 3-16,-2-1 7 15,1-1-10-15,-1 0 0 0,0-1 0 0,1-1 4 16,-1 1-4-16,-2 0-12 0,-1-2-1 0,-4 2 0 16,-1-3-2-16,-3 1 0 15,-1-1-9-15,-1 0 12 0,-1 0 3 16,0 0 21-16,0 0 0 0,0 0 13 15,0 0 0-15,0 0-1 0,0 0 4 16,0 0 76-16,0 0-28 0,0 0-27 16,0 0-16-16,0-4-21 0,0-5-24 0,-1-4-56 15,-1-3 19-15,-1-1 16 0,0 2-28 16,2 3-17-16,-1 2-4 0,1 7 15 0,1 0-18 16,-1 3-10-16,1 0-12 0,0 0-6 15,0 0-7-15,0-2-6 0,0 2 3 16,0 0 18-16,0 0 31 0,0-5 37 0,1 0 10 15,3-1 15-15,2-2 0 0,-3 1 15 16,2 1-13-16,-4 0 1 0,3 2 0 16,-1 0-3-16,-2 0-15 0,-1 3-38 0,0 0-47 15,0 1-186-15,0-2-100 0,0 2-119 0,-1-1-201 16,-6-1-375-16,3 1 47 0,-1 0 998 16,-2-6-57-16</inkml:trace>
  <inkml:trace contextRef="#ctx0" brushRef="#br0" timeOffset="8686.676">8701 840 398 0,'0'0'574'0,"0"0"-298"0,0 0 873 0,0 0-733 0,0 0-34 16,0 0-45-16,0 0-11 0,0 0-25 16,0 0-49-16,0 0-23 0,39 75-42 15,-32-52-64-15,-2 8-19 16,-1 3-25-16,0 7-2 0,2 1-23 16,-2 4-2-16,-1-1-9 0,2 2-16 0,-2-2-3 15,-1-1-9-15,0 0-8 0,2-5-7 16,-2-2-13-16,2 1-2 15,-3-4 3-15,2-1-15 0,0-1-25 0,0-1-64 16,1-5-2-16,1-2 7 0,-4-6-5 16,2-5-19-16,-1-4-28 0,-1-4-51 0,-1-2-67 15,0-2-182-15,0-1-188 0,1 0-541 16,-1 0-553-16,0-8 1741 0</inkml:trace>
  <inkml:trace contextRef="#ctx0" brushRef="#br0" timeOffset="9535.994">9021 571 1747 0,'0'0'555'0,"0"0"161"0,0 0-257 0,0 0-89 16,0 0-59-16,74 98-96 0,-60-48-54 15,-1 9-16-15,-7 8-25 0,-1 7-25 0,-5 3-37 16,0-2-55-16,-11 0-3 16,2-4-1-16,2-9-39 0,0-11-6 0,4-12 7 15,3-12-20-15,0-7-61 0,0-10-62 16,6-3-57-16,-2-2-53 0,-1-5-108 0,3 0-92 15,0-5-126-15,1-7-30 0,1-7-75 0,0-1 42 16,-4-1 436-16,0-4 245 16,-1 2 46-16,-1 4 515 0,-1 2 195 0,-1 7-94 15,2 4-77-15,3 3-142 0,2 3-55 16,7-2-44-16,3 1 48 0,3-1-67 16,6 1-49-1,1-2-37-15,1 0-38 0,0-1-31 0,4-2-55 16,1-4-52-16,2-1-26 0,0-5-37 15,2 0-13-15,-3-4-97 0,1-4-108 16,-3 1-89-16,-3-2-126 0,-10 7-327 16,2-6-851-16</inkml:trace>
  <inkml:trace contextRef="#ctx0" brushRef="#br0" timeOffset="9757.403">9635 740 1661 0,'0'0'759'15,"0"0"-256"-15,0 0-88 0,0 0-12 16,0 0-75-16,0 0-23 0,38 76-61 16,-27-44-50-16,2 7-10 0,0 3-56 15,1 3-30-15,1 4-53 16,-1-1-45-16,-1 4-19 0,-2 0-14 16,0-2-19-16,-2-1-34 0,-2-4-51 0,0-3-23 15,-1-5 0-15,-1-4-16 0,1-6-82 16,0-5-178-16,4-7-203 0,-4-5-536 15,7-10-581-15</inkml:trace>
  <inkml:trace contextRef="#ctx0" brushRef="#br0" timeOffset="9889.334">10181 1374 1110 0,'0'0'1586'16,"0"0"-884"-16,0 0-445 0,0 0-81 0,12 66 101 0,-11-48-28 0,-1 1-29 15,2 0-69-15,-1 1-102 0,1 1-49 16,-1-2-73-16,1 0-122 0,-1 1-81 15,-1-1-132-15,1-6-374 0,1 5-1153 0</inkml:trace>
  <inkml:trace contextRef="#ctx0" brushRef="#br0" timeOffset="10438.462">11481 1007 878 0,'0'0'2216'16,"0"0"-1697"-16,0 0-195 0,0 0-104 16,0 0 26-16,0 0-45 15,0 0-13-15,0 0-17 0,0 0-73 0,0 0-83 16,-59 20-15-16,15 5-2 16,-6 5-19-16,-3 4 21 0,0 1 9 0,1 1 22 15,-1 1-30-15,-1-1-1 0,5 0-1 16,5-1 1-16,6-4 0 0,8-5 15 15,8-6-12-15,9-5-2 0,7-5-1 0,3-2-12 16,3 2 12-16,6-2 16 0,7 4-15 0,10 0 11 16,3 4-9-1,9-2 28-15,2-2-4 0,4-3 13 0,3-2-16 16,-3-4-9-16,0-1 7 0,-5 0 20 16,1-2 4-16,-6 0-1 0,-2 0 4 15,-3-3 3-15,-3 0-4 0,-4-2-2 0,-3 0-7 16,-5-1-3-16,-2-1 13 0,2-2 5 0,-6-3 10 0,-1-4-25 15,-1-7-39-15,-3-3-24 0,0-5-73 16,-1-2-39-16,-7-4-22 0,-3 0-18 16,2 0-10-16,-3 4-77 0,1 3-72 15,2 10-299-15,-4-4-725 0</inkml:trace>
  <inkml:trace contextRef="#ctx0" brushRef="#br0" timeOffset="10914.073">11973 856 1816 0,'0'0'771'16,"0"0"-129"-16,0 0-229 0,40 86-82 0,-26-45-37 0,-1 7-27 16,-4 4-61-16,2 3-43 0,-5 1-65 15,0-1-28-15,0 1-48 0,-2 0-22 16,-1-3-3-16,1-4-34 0,-1-7-30 15,4-10-31 1,1-8-28-16,2-8-59 0,4-6-22 0,-4-5-159 16,2-5-329-16,-8 0-716 0,-1-9-478 0</inkml:trace>
  <inkml:trace contextRef="#ctx0" brushRef="#br0" timeOffset="11059.104">12079 1314 1137 0,'0'0'631'0,"0"0"696"0,0 0-894 0,0 0-35 0,0 0 6 15,0 0-3-15,98 1-100 0,-69-1-109 32,2-1-95-32,0-8-57 0,1-4-40 15,5-3-6-15,1-8-150 0,1-4-100 16,0-2-110-16,-2-5-166 0,-12 9-601 0,1-11-728 0</inkml:trace>
  <inkml:trace contextRef="#ctx0" brushRef="#br0" timeOffset="11247.479">12487 830 1949 0,'0'0'722'16,"0"0"-241"-16,0 0-64 0,35 77-10 0,-22-42-4 15,1 2-42-15,0 3-60 0,-2-1-73 16,-2-1-85-16,-3 1-55 0,-4 0-66 16,-3-3-22-16,0 0-19 0,-3 1-35 15,-3-1-77-15,0 0-58 0,-2-1-15 16,2-2-88-16,1-4-173 0,0-4-321 15,2-8-586-15,3-6-6 0</inkml:trace>
  <inkml:trace contextRef="#ctx0" brushRef="#br0" timeOffset="11490.934">12680 1488 1315 0,'0'0'1035'15,"0"0"-506"-15,0 0-34 0,108-19-73 16,-66 9-92-16,0 0-75 0,-2-1-69 0,2-1-75 16,-6 0-43-16,-1 3-32 15,-8 2-32-15,-7 3-4 0,-4 1-3 0,-7 3-27 16,-5 0 30-16,-4 7 6 0,0 4 58 0,-4 4-18 0,-8 7 55 31,-5 6-21-31,-2 3-34 0,-2 0-10 16,-1-2-21-16,6-3-15 0,5-4-16 0,3-8 13 0,7-2-12 0,1-2 15 15,7-4 15-15,6 2 25 0,6-2-16 16,8-1-24-16,1-2-42 0,3-3-32 16,1 0-57-16,1-6-41 15,-2-2-25-15,0-2-66 0,1-1-201 16,-8 3-813-16,14-6-1273 0</inkml:trace>
  <inkml:trace contextRef="#ctx0" brushRef="#br0" timeOffset="11723.065">13812 1252 1918 0,'0'0'1127'16,"0"0"-677"-1,0 0-159-15,0 0 15 0,0 0-14 16,92 15-94-16,-62-15-117 0,0 0-81 16,5 0-108-16,1-3-153 0,1-1-86 0,-9 0-292 15,12 0-1071-15</inkml:trace>
  <inkml:trace contextRef="#ctx0" brushRef="#br0" timeOffset="11827.228">14573 1292 1896 0,'0'0'298'0,"0"0"-298"0,0 0-500 0,0 0-174 16</inkml:trace>
  <inkml:trace contextRef="#ctx0" brushRef="#br0" timeOffset="11970.238">15392 1292 2232 0,'0'0'298'0,"0"0"-298"0,0 0-91 0,0 0 91 16,0 0 129-16,0 0-129 0,81-31-258 16,-65 25-128-16,-4 2-203 0,15-1-189 15</inkml:trace>
  <inkml:trace contextRef="#ctx0" brushRef="#br0" timeOffset="12100.184">16341 1229 2368 0,'0'0'1190'0,"0"0"-944"0,0 0-170 0,0 0-76 16,0 0-92-16,0 0-208 0,0 0-201 15,0 0-885-15</inkml:trace>
  <inkml:trace contextRef="#ctx0" brushRef="#br0" timeOffset="13354.14">19059 1111 1345 0,'0'0'468'16,"0"0"679"-16,0 0-907 0,0 0-84 15,-93 40-51-15,53-22-6 0,-4 1-11 16,-1 3 4-16,0 0 12 0,0-1-10 0,2 3-37 0,1-1-44 16,2 1-13-16,1 0-15 0,3-3 11 0,6-2 4 15,6-2 24-15,6-3 5 0,5-7 16 16,6 0-8-1,4-5 0-15,3 1-2 0,0-2 15 0,0 0-13 16,7 1-21-16,0 5-15 0,4 2 58 0,3 3 18 0,5 1-30 31,2 0-10-31,4 4-16 0,-1-5-20 0,2 2 12 16,2-1-11-16,0 0 19 0,1 2 1 0,2 0 43 0,-1 0-28 16,-1 1-7-16,-1-4-8 0,0 1-1 15,-5-1-2 1,0-2 8-16,-3-3 1 0,-4-1-3 15,-2-3 11-15,-3-1-2 0,-3-1 3 0,1-1-1 0,-1 0 4 16,-2-1 12-16,3-5 15 0,1-5 3 16,-3-5-27-16,3-4-43 0,-3-5-12 15,-1-8-77-15,-3-3-45 0,-3-2-37 16,0-2-7 0,-1 0-14-16,-5 2-25 0,0-1-105 0,0 2-145 0,4 8-137 15,2-10-551-15</inkml:trace>
  <inkml:trace contextRef="#ctx0" brushRef="#br0" timeOffset="13662.912">19441 832 2546 0,'0'0'697'15,"0"0"-275"-15,-9 81-110 0,5-42 7 0,-1 9 13 16,-2 6-25-16,2 3-72 0,-1 3-62 0,-2 2-87 16,3 0-47-16,-4-5-39 0,3-2 0 15,1-6-3-15,2-6-24 0,1-4 8 16,2-7-50-16,0-6-26 0,0-7-14 0,3-3-29 15,1-8-24-15,1-2-29 0,-2-2-99 16,0-3-192-16,1-1-155 0,-3-1-332 16,2-4-1-1,1-8-79-15</inkml:trace>
  <inkml:trace contextRef="#ctx0" brushRef="#br0" timeOffset="13818.064">19394 1485 232 0,'0'0'345'0,"0"0"-45"0,0 0-245 0,0 0 1376 15,-5-69-813-15,5 64-215 0,5 1-105 16,3 1-21-16,3-1 2 0,9 0-9 15,6-2-35-15,6-3-54 0,3-3-84 16,5-3-54-16,3-3-43 0,1-4-25 16,0-4-73-16,-1-1-83 0,-2-2-90 15,-2-2-84-15,-6 0-278 0,-11 7-706 0,1-11-758 16</inkml:trace>
  <inkml:trace contextRef="#ctx0" brushRef="#br0" timeOffset="14024.255">19785 911 1759 0,'0'0'1039'0,"0"0"-571"15,0 0-39-15,20 81-64 0,-14-46-25 16,3 5-13-16,-4 4-72 0,-2 3-60 16,0 3-64-16,-1 2-46 0,-2 1-33 0,0 3-34 15,-5-2-3-15,-2 0-15 0,-3-1-3 0,1-4-24 16,1-5-34-16,2-4-85 15,2-7-86-15,4-5-78 0,5-4-101 16,7-8-283-16,-2-4-639 0,13-6-691 0</inkml:trace>
  <inkml:trace contextRef="#ctx0" brushRef="#br0" timeOffset="14506.559">20049 1489 2786 0,'0'0'414'16,"0"0"-293"-16,0 0-79 0,0 0 196 15,0 0 140-15,43 74-6 0,-41-46-26 0,-2 2-91 16,0 1-53-16,-2 2-32 0,-4-4-42 16,2-2-55-16,-2-4-34 0,5-4-38 15,-1-7-1-15,2-5 0 0,0 0-1 16,0-3-29-16,3-4-25 0,3 0 4 0,1 0 5 15,6-2-12-15,0-7 3 0,4-2 19 16,2-3-7-16,1-3-9 0,0-1-24 0,-4 3 6 16,0 1 21-16,-3 6 24 15,-4 4 5-15,-1 4 20 0,0 1 34 0,0 10 12 16,-2 3 27-16,3 4 3 0,-5 4-12 16,-1 1-18-16,-2 1-12 0,-1 0-10 15,0-2-11-15,0-5-13 0,3-2-36 16,-1-2-95-16,1-3-50 0,3-4-30 15,3 0-58-15,0-6-199 0,0 0-542 16,9-1-892-16</inkml:trace>
  <inkml:trace contextRef="#ctx0" brushRef="#br0" timeOffset="16197.799">20655 1227 1847 0,'0'0'719'0,"0"0"-201"0,0 0-164 0,0 0-25 15,0 0-42-15,0 0-19 0,0 0-39 16,0 0-62-16,0 0-60 0,79-2-2 15,-51 0 2-15,5-1-43 0,4 0-31 0,0-1-31 16,0 1-2-16,1-1-24 0,-4-1-28 16,1 0-89-16,-2 1-83 0,-2 0-60 15,-4-1-125-15,-4 4-306 0,-9-2-650 0,-2 1-524 0</inkml:trace>
  <inkml:trace contextRef="#ctx0" brushRef="#br0" timeOffset="16366.967">20661 1388 1941 0,'0'0'609'0,"0"0"-258"0,0 0-152 0,0 0 44 15,0 0 42-15,0 0-1 0,0 0-51 16,0 0-87-16,115 70-59 0,-65-67-58 16,7-3-29-16,4-2-71 0,4-5-100 15,1-4-75-15,0 0-94 0,-14 2-340 0,24-7-851 16</inkml:trace>
  <inkml:trace contextRef="#ctx0" brushRef="#br0" timeOffset="16830.828">22290 913 2531 0,'0'0'364'16,"0"0"-300"-16,0 0-61 0,0 0 202 0,0 0 133 15,-92 0-28-15,60 20-87 0,-8 10-88 16,-4 8-14-16,-1 10 41 0,-6 5 51 16,0 9-57-16,-1 3-27 0,1 1-3 15,0 1-8-15,8-5-20 0,5-3-22 16,7-6-15-16,8-9-16 0,8-4-2 16,10-7-16-16,5-4 0 0,1-2-15 0,12-3 0 15,4-3 4-15,6-4 2 0,7 1-15 0,5-5-1 16,4-4-2-16,3-3-12 0,0-6-16 15,0 0-32-15,-1-3-31 0,-3-6-9 16,-1-6-13-16,-2-4-24 0,-3-4-59 16,-4-6-25-16,-5-4-17 0,-10-4-76 15,-6-2-123-15,-7-1-37 0,-9 2-81 0,-9 2-206 16,-6 9 173-16,-2 3 112 0,-2 12 476 16,5 3 143-16,2 8 329 0,3 1 152 0,5 0-83 15,6 0-110-15,2 1-67 0,5 3-13 16,0 1 33-16,12 1-11 0,1 3-41 15,9 1-84-15,4 1-41 0,4-2-52 16,2 1-73 0,2-4-40-16,-2-2-27 0,1-3-12 15,-2-1-1-15,-3 0-2 0,-2-5-29 0,-3-2-104 16,-2-4-86-16,-4 1-114 0,-3-2-138 16,-5 4-494-16,-2-3-590 0</inkml:trace>
  <inkml:trace contextRef="#ctx0" brushRef="#br0" timeOffset="17001.018">22287 1495 2172 0,'0'0'726'16,"0"0"-256"-16,0 0-71 0,-6 88-9 0,6-55-70 15,0 4-5-15,4 1-40 0,2 2-77 16,-1-1-58-16,0-1-46 0,-2 0-45 16,-3 0-49-16,0-3-12 0,-4-1-97 15,-6-1-117-15,-3-5-97 0,1-1-161 0,2-8-514 16,0 9-756-16</inkml:trace>
  <inkml:trace contextRef="#ctx0" brushRef="#br0" timeOffset="17149.378">22988 2466 4534 0,'0'0'534'0,"0"0"-534"0,0 0-131 0,0 0-53 0,0 0-20 15,0 0 12-15,0 0-202 0,-103-59-865 0</inkml:trace>
  <inkml:trace contextRef="#ctx0" brushRef="#br0" timeOffset="17919.168">24299 1344 741 0,'0'0'2647'16,"0"0"-2232"-16,0 0-179 0,1 70-89 15,-1-32-3-15,0 4 85 0,0 2 26 16,0 2-68-16,-3-3-80 0,0 0-77 0,3-4-30 15,0-3-24-15,0-6-58 0,0-3-32 0,0-5-24 16,0-7-43-16,3-3-64 0,0-6-133 16,-3-5-286-16,0-1-750 0</inkml:trace>
  <inkml:trace contextRef="#ctx0" brushRef="#br0" timeOffset="18068.59">24243 1141 2737 0,'0'0'1189'0,"0"0"-947"0,0 0-133 0,0 0-60 0,0 0 20 15,0 0 18-15,95-8-57 0,-66 7-30 16,2-3-83-16,4 3-185 0,4-1-109 16,-8 2-364-16,13 0-1095 0</inkml:trace>
  <inkml:trace contextRef="#ctx0" brushRef="#br0" timeOffset="18342.479">25001 1301 2955 0,'0'0'593'0,"0"0"-321"0,0 0-131 0,0 0 70 15,-84 63 127-15,55-44-17 0,-2 0-95 16,3 0-131-16,5-1-77 0,6 0-17 0,3-1-1 16,6 1-2-16,7 1-19 0,1 0-7 15,4 2-2-15,10 1-19 0,2 0 0 16,4-2 12-16,3 3 16 15,-1-3 18-15,1-1-22 0,-1 0 4 16,-5 1 19-16,-1-3-1 0,-6 2-12 16,-1-4 14-16,-7 1 0 15,-2-4 1-15,-1 1 25 0,-12 0-25 0,-6 1-26 16,-7 0-41-16,-8 0-62 0,-6 0-66 16,-4 0-116-16,-4-4-195 0,-2-3-273 0,10-1-755 0,-20-6 385 0</inkml:trace>
  <inkml:trace contextRef="#ctx0" brushRef="#br0" timeOffset="18986.968">25884 1381 886 0,'0'0'404'0,"0"0"725"0,0 0-794 0,-42 70-49 0,26-36-33 16,-2 6 17-16,1 2-8 0,3 4-58 0,4-2-43 16,2-3-49-16,5-3-44 0,3-3-34 15,1-7-34-15,12-4-6 0,3-8-66 16,7-4-21-16,6-6 9 0,3-3-55 0,5-3-43 16,5-8-93-16,1-5-155 0,1-5-291 15,-11 4-590 1,10-10 393-16</inkml:trace>
  <inkml:trace contextRef="#ctx0" brushRef="#br0" timeOffset="19287.038">26247 1560 1026 0,'0'0'160'16,"0"0"1560"-16,0 0-1319 0,0 0-78 16,-66 91 93-16,53-61-32 0,2-2-63 0,6-4-85 15,5-6-93-15,0-6-76 0,8-4-27 16,7-3-40-16,5-5-10 0,5 0-24 15,5-9-24-15,6-6-61 0,0-6-74 16,-1-5 9-16,-4 1 23 16,-2-2 44-16,-6 3 61 0,-7 3 53 0,-6 1 3 15,-4 2 49-15,-6 0 35 0,-6 0 18 0,-4 0 15 0,-1 3 0 32,-2 2-31-32,3 3 6 0,2 6-25 15,1 1-33-15,0 3-19 0,-2 0-13 0,1 6-2 16,-4 4-3-16,1-2-27 0,0 4-13 15,-1 1-37-15,4-3-110 0,-2 2-69 16,3-3-156-16,1-2-347 0,4-2-576 16,2-3 12-16</inkml:trace>
  <inkml:trace contextRef="#ctx0" brushRef="#br0" timeOffset="19671.575">26498 1456 1132 0,'0'0'196'15,"0"0"396"-15,0 0 557 0,0 0-722 16,0 0-82-16,33 74 41 0,-30-56-39 15,-2 1-42-15,1-2-107 0,-1-3-100 0,2-2-64 0,2-3-22 16,0-2-12-16,4-4-27 0,4-1-15 16,2-2-13-16,5 0-22 0,0-8-17 0,1-1 26 15,1-4 13-15,-1 1-7 0,-2 0-5 16,0 2 14-16,-4 3 23 0,-3 2 30 16,-1 3 12-16,-6 2 50 0,-2 0 21 15,0 3 21 1,-2 4 22-16,-1 1-4 0,0 4-28 0,0 0-36 15,2 0-27-15,1-3-10 0,0 2-20 16,2-3-1-16,1-1-2 0,2 0-47 16,1-5-12-16,2-1 13 0,3-1-1 0,0 0 6 0,0-6-3 15,3-2 19-15,1-1-10 0,-3-3 3 0,1 0-24 32,-5 2 18-32,-1-1 16 0,-4 6-10 0,0 1 31 15,-5 4-31-15,-1 0 0 0,0 5 34 0,0 6 49 16,0 5 31-16,0 1 9 0,-1 3-12 15,-1 0-16-15,1 1-34 0,1-2-27 16,0-2-30-16,0 1-108 0,0-5-102 16,0 1-47-16,3-4-82 0,0-3-196 15,0-2-710-15</inkml:trace>
  <inkml:trace contextRef="#ctx0" brushRef="#br0" timeOffset="19936.244">27337 1615 1467 0,'0'0'555'16,"0"0"768"0,0 0-1072-16,0 0 127 0,22 66 103 0,-20-34-4 15,-2 7-108-15,0 7-102 0,-5 8-103 16,-4 7-62-16,-4 6-38 0,-3 1-28 0,-2 4-36 16,1-1-25-16,-3-5 13 0,4 0-27 15,2-6-61-15,2-4-12 0,4-6 24 16,2-6 30-16,3-7 19 0,2-5-10 15,1-5-24-15,0-7-6 0,1-7-24 0,2-6-32 16,1-5-42-16,1-2-35 0,0-5-17 16,1-10-38-16,5-4-168 0,1-6-102 15,-2 1-440-15,10-22-199 0</inkml:trace>
  <inkml:trace contextRef="#ctx0" brushRef="#br0" timeOffset="20172.626">27472 1638 909 0,'0'0'387'0,"0"0"1194"16,22-78-1277-16,-13 63-33 0,1 3 8 16,2 4-6-16,0 6-6 0,2 0-72 15,2 2-47-15,2 3-31 0,1 6-9 0,1 2-1 16,2 2-15-16,-4 3-16 0,-1 0-27 16,-4 3-46-16,-4 4-3 0,-6-2-14 0,-3 4-47 15,-9 2-16-15,-8 2-5 0,-11 5 8 16,-8 1-9-16,-7 2-12 0,-2-1 12 15,-2-4-25-15,7-5-19 0,9-8-7 16,11-7 34-16,10-8 25 0,9-4-20 16,3-16-397-16,7 4-296 0,19-22-916 0</inkml:trace>
  <inkml:trace contextRef="#ctx0" brushRef="#br0" timeOffset="20434.42">27742 1726 1463 0,'0'0'2055'0,"0"0"-1598"0,0 0-247 0,-28 87-23 0,14-59 180 0,2-3-11 15,4-4-70-15,3-6-125 0,5-3-88 16,3-5-40-16,9-2-33 0,6-4 0 16,8-1-40-16,5-6-29 0,3-5-53 15,5-5-103-15,-1-3-25 0,-1-1 29 16,-6-2 36-16,-3 0 77 0,-8 0 27 16,-5 2 28-16,-7-3 53 0,-8 4 41 15,0 1 80-15,-6 4 45 0,-3 4-21 16,0 3-25-16,-1 3-28 0,-1 3-37 15,-1 1-31-15,1 0-12 0,-1 0 1 0,2 0-13 0,1 1-31 16,3 1-85-16,-1-1-59 0,4-1-65 16,0 0-117-16,3 0-267 15,2 0-363-15,19-10-115 0</inkml:trace>
  <inkml:trace contextRef="#ctx0" brushRef="#br0" timeOffset="20720.288">28377 1440 2221 0,'0'0'656'16,"0"0"-387"-16,0 0-14 0,0 0 182 16,-99 61-17-16,72-39-24 0,1-3-113 15,8 0-136-15,5-3-71 0,6 2-76 16,4-5-9-16,3 2-16 0,0 0 24 16,8 2 1-16,1-2 0 0,6 3-12 0,2 3 0 0,1-2 12 15,2 1 1-15,-2 1-1 0,0-2-3 16,-3-1 3-16,-4 1 46 0,-4-2 33 0,-4 1 9 15,-3-3 15-15,0 2-18 0,-5-2 0 16,-3 1-6-16,-3-1-31 0,-1-2-28 16,1-1-20-16,-3-2-31 0,4-1-63 15,1-3-78 1,3-6-56-16,3 0-17 0,3 0-31 0,3-11-110 16,6-4-363-16,1 1-475 0,16-18-225 15</inkml:trace>
  <inkml:trace contextRef="#ctx0" brushRef="#br0" timeOffset="20864.583">28674 1694 1137 0,'0'0'2132'0,"0"0"-1731"0,0 0-260 0,-7 75 105 0,0-54 215 15,-5 0 18-15,4-3-144 0,-3-3-195 16,4-4-119-16,2-5-21 0,-1-2-66 16,4-3-99-16,-2-1-73 0,0-1-62 15,-3-6-179-15,2 1-575 0,-1-13-985 0</inkml:trace>
  <inkml:trace contextRef="#ctx0" brushRef="#br0" timeOffset="20995.931">28746 1348 2391 0,'0'0'708'16,"0"0"-329"-16,0 0-128 0,0 0-145 15,81 0-106-15,-63-2-183 16,3-2-186-16,-5 0-389 0,15-7-1020 0</inkml:trace>
  <inkml:trace contextRef="#ctx0" brushRef="#br0" timeOffset="21236.189">29385 996 1197 0,'0'0'1649'15,"0"0"-962"-15,-8 68-109 0,3-32-54 16,-7 8-64-16,1 6-86 0,-9 5-92 15,-2 6-92-15,-6 3-51 0,0 2-28 16,-6 1-32-16,6-1-26 16,2-6-53-16,9-5-21 0,8-4 9 15,7-8 11-15,2-6-11 0,11-5-36 16,4-6-13-16,3-4-11 0,3-6-6 16,-1-5-40-16,-1-8-18 0,-2-3-12 15,-3 0-40-15,-3-8-68 0,-8-5-151 16,-3-1-234-16,-2-7-155 0,-4 4-282 15,-11-15 341-15</inkml:trace>
  <inkml:trace contextRef="#ctx0" brushRef="#br0" timeOffset="21385.594">28994 1524 2338 0,'0'0'583'15,"0"0"-240"-15,0 0-181 0,0 0 0 0,0 0 157 16,0 0 45-16,0 0-24 16,0 0-100-16,0 0-114 0,82-34-44 0,-28 36-27 15,2-2-39-15,3 0-16 0,-1-3-1 16,-1-3-26-16,-2-3-71 0,-5-2-162 15,-8-1-108-15,-10 1-287 0,1-5-795 0</inkml:trace>
  <inkml:trace contextRef="#ctx0" brushRef="#br0" timeOffset="21567.556">29657 1607 3313 0,'0'0'648'16,"0"0"-300"-16,-19 63-2 0,14-38 123 0,-3 1-89 15,2-2-134-15,1-2-153 0,1-4-93 0,1-1-22 16,1-5-38-16,-1 0-46 0,3-1-55 16,-3-4-39-16,2-3-56 0,-2 0-171 15,-1-3-280-15,-4-1-452 0,3 0-81 16,-7-9-251-16</inkml:trace>
  <inkml:trace contextRef="#ctx0" brushRef="#br0" timeOffset="21706.753">29788 1396 1501 0,'0'0'789'0,"0"0"-298"16,0 0-147-16,84-13 0 0,-64 12-56 0,-3 1-103 15,0 0-163 1,-5 0-22-16,1 0-154 0,-3 0-127 16,0 0-152-16,-2 0-550 0,4 3-558 0</inkml:trace>
  <inkml:trace contextRef="#ctx0" brushRef="#br0" timeOffset="22121.358">30022 1571 199 0,'0'0'2435'0,"0"0"-1832"16,-26 81-212-16,18-52-50 0,3 0 46 16,-2-3-34-16,7-5-71 0,0-5-142 0,1-1-70 15,7-5-21-15,4-2-9 0,4-3-40 16,0-3-22-16,4-2-32 0,0 0-62 0,2-8-95 16,-1-2-1-16,-2-2-1 15,-2-1-11-15,-2 0-11 0,-1-3 15 0,-4-1 8 16,-2 1 19-16,-1-1 180 0,-6-1 13 15,-1 3 149-15,0 6 117 0,-1 2-27 0,-5 4-13 16,-1 3-90-16,-2 0-24 0,-3 3 70 0,1 4-4 16,1-3-22-16,1 1-49 0,5 1-64 15,1-3-43-15,3-1-67 0,3-1 18 0,6-1-22 16,4 0-63-16,5 0-41 0,4 0-73 16,7-5-75-16,1-2-169 0,2-5-140 15,-2 4-19 1,1-4 64-16,-1 1 63 15,-4 4 192-15,-5 6 332 0,-5 1 573 0,-2 0 155 16,-5 6 5-16,-2 1-181 0,-1 5-141 16,-3 2-115-16,-2 3-4 0,-1 1 47 15,0 2-9-15,0 0-44 0,0 0-88 16,0-1-80-16,0 1-58 0,0-2-30 0,6-3-8 16,1 1-22-16,5-3-63 0,-1 0-37 0,0-1-60 15,1 3-65-15,-1-1-83 0,-6 4-209 16,1-5-538-16,-4 11-789 0</inkml:trace>
  <inkml:trace contextRef="#ctx0" brushRef="#br0" timeOffset="22950.017">21889 2551 1429 0,'0'0'2059'0,"0"0"-1790"0,0 0-190 0,0 0-48 15,0 0 85-15,-88 38 163 0,57-24 62 0,-3 2-110 16,0-3-84-16,-1 3-43 0,2-2-10 16,4 1-18-16,3 0-21 0,6 0-12 15,9-2-16-15,2-1-27 0,6-4-26 16,3 1-23-16,2 1-12 0,8 2 0 0,4 2 0 16,5 2 9-16,1 3 22 0,2 2 27 15,-1-2-16-15,-2 4 19 0,-5 1 39 16,-3 0 37-1,-6-1 25-15,-5 1 18 0,0 2-16 16,0-3-42-16,-5 1-4 0,-1-6-11 16,0-2-7-16,1-5-39 0,1-1 0 15,0-5-33-15,4-3-92 0,0-2-45 16,0 0-9-16,0-2-41 0,0-8-91 16,8-4-216-16,-2 2-431 0,13-18-395 0</inkml:trace>
  <inkml:trace contextRef="#ctx0" brushRef="#br0" timeOffset="23291.236">22020 2775 1110 0,'0'0'1946'16,"0"0"-1449"-16,0 0-156 0,0 0 101 15,42 81-4-15,-28-67-52 0,1-4-91 16,10-2-110-16,2-5-88 0,7-3-55 0,6-3-42 16,2-8-67-16,3-6-69 0,0-4-49 0,-5-2-13 15,-1-1 15-15,-5 1-22 0,-6 0-29 16,-6 4-14-16,-8 0 40 0,-7 1 116 15,-5 1 82-15,-2-1 10 0,-10-1 114 0,-5 2-45 16,-2-2-10-16,1 7 25 16,-4 3 3-16,1 7-16 0,-2 4-12 15,-4 11-7-15,-1 7 19 16,-4 6 46-16,0 7 67 0,-2 5 35 0,2 4 6 16,0 1-27-16,2-2-38 15,8 0-36-15,3-5-40 0,6-6-53 16,7-3-22-16,4-4-9 0,4-3-30 0,10-4-7 15,7-3-20-15,6-3 9 0,5-4-37 16,6-6-63-16,6-3-40 0,2-9-37 16,3-3-151-16,-2-5-227 0,-11 4-571 0,11-11-666 0</inkml:trace>
  <inkml:trace contextRef="#ctx0" brushRef="#br0" timeOffset="23638.811">22808 2511 2371 0,'0'0'400'16,"0"0"-194"-16,0 0 117 0,0 0 83 0,0 0-37 16,45 83-51-16,-36-56-59 0,-1 2-44 15,-2 0-28-15,-1 1 2 0,1-1-25 16,-1 0-57-16,0-1-23 0,0 1-17 16,-2-2-25-16,-3-1-14 0,0 4-13 0,0-3-15 0,-3 5-14 0,-5-2-23 15,-2 2-14-15,-1-2-28 16,0-1 0-16,5-7 19 0,3-1 14 15,3-5 33-15,0-4 13 16,5-4 2-16,6-3 19 0,1-5 13 16,2 0 8-16,6-6 1 0,5-7-28 0,2-7-15 15,5-4-15-15,0-7-22 0,2-4-5 16,-1-3-4-16,1-3 13 0,-6-3-7 16,1-2-42-16,-2 0-16 0,-4 6 28 0,2 2 24 0,-3 6 13 15,-1 6-16-15,-2 4-43 0,-2 3-46 16,-4 2-60-16,-3 3-156 0,-4 2-340 0,-6-4-986 15</inkml:trace>
  <inkml:trace contextRef="#ctx0" brushRef="#br0" timeOffset="23823.558">23520 2777 3602 0,'0'0'670'15,"0"0"-475"-15,0 0-127 0,28 67 18 16,-27-41 56-16,-1 4 122 0,0 1-84 16,-7-2-110-16,0-1-68 0,-2-2-2 0,-2 0-49 15,-1-3-82-15,1-4-43 0,-1-5-72 16,4-1-63-16,2-3-195 0,1-6-283 16,-2-4-879-16</inkml:trace>
  <inkml:trace contextRef="#ctx0" brushRef="#br0" timeOffset="24004.264">23503 2667 3037 0,'0'0'959'16,"0"0"-634"-16,0 0 52 0,97-13-12 0,-61 9-81 16,3 2-66-16,-2-1-88 0,-4 0-112 15,1 0-18-15,-4 0-124 0,-3-1-137 16,-1 1-89-16,-4 0-183 0,-6 1-597 15,2-2-1157-15</inkml:trace>
  <inkml:trace contextRef="#ctx0" brushRef="#br0" timeOffset="24338.443">24078 2752 3064 0,'0'0'560'0,"0"0"-267"0,0 0 65 0,0 68 38 0,0-49-34 15,-1-4-137-15,1-3-143 0,1-1-82 16,5-5-27-16,7-1-19 0,3 1-21 15,5-5-54-15,3-1-32 0,3-3-28 16,2-6-23-16,-2-4-47 0,-2-1 24 16,-4 0 18-16,-3-1 65 0,-6 1 144 31,-4-1 15-31,-7-3 89 0,-1 1 50 0,-4-2-6 0,-7-2-70 16,0 6 3-16,-2 1 15 0,-3 6 1 15,0 7-14-15,-7 1 16 0,-2 10 76 16,-3 8 2-16,-2 4 31 0,0 6 56 15,2 1-24-15,4-2-23 0,4 0-78 0,5-4-85 16,8-4-12-16,6-5-16 16,2-1-26-16,13-1-58 0,7-1-23 0,10-4 21 0,9-4-28 15,8-3-84-15,7 0-89 0,4-9-171 16,4-1-313 0,-16 1-640-16,29-4-648 0</inkml:trace>
  <inkml:trace contextRef="#ctx0" brushRef="#br0" timeOffset="24593.804">24950 2821 3071 0,'0'0'1028'0,"0"0"-822"16,0 0-101-16,0 0 68 0,0 0 178 16,0 0 18-16,0 0-47 0,0 0-129 0,0 0-120 15,-78 62-52-15,68-50-21 0,6 0-2 16,3 0-28-16,1 1 30 0,0 3 2 16,4 5-2-16,3 1-3 0,0 3-12 15,2-1 15-15,-2 2 10 0,-2-1-10 0,1 1-25 0,-3 1 4 16,0 0-33-16,0-2-25 0,-1 0 16 15,1 0 14-15,-3-1 19 0,0 0-16 0,0-5-2 16,-8-1 14-16,-4-3 34 0,-2-2 7 16,-6-1 44-16,-7-5-18 0,-8-3-33 15,-9-2-49-15,-11-2-9 0,-7-2-12 16,-6-5-21-16,-7-4-46 0,-6-1-163 0,-8-1-287 16,18 1-812-16,-53-11-1003 0</inkml:trace>
  <inkml:trace contextRef="#ctx0" brushRef="#br0" timeOffset="32634.363">12928 4945 274 0,'0'0'2716'0,"0"0"-2301"0,0 0-152 16,0 0-10-16,0 0 60 0,0 0-92 16,0 0-58-16,0 0-24 0,0 0-44 15,0 0-31 1,15-5 10-16,3 5 21 0,10-1 23 16,2-2-54-16,3 1-39 0,0-1-25 15,0 0-34-15,-1 1-14 0,-2-1-16 0,-1 2-92 0,-3 1-53 16,-2 0-43-16,-5 0-161 0,-6 2-544 15,-6 3-559-15</inkml:trace>
  <inkml:trace contextRef="#ctx0" brushRef="#br0" timeOffset="32818.186">12865 5267 1353 0,'0'0'1143'16,"0"0"-705"-16,0 0-150 0,0 0-80 15,0 0 89-15,0 0-61 0,0 0-41 16,0 0-14-16,112-8-35 0,-61 5-63 16,0 1-25-16,0 1-58 0,2 1-56 15,2 0-3-15,1 0-74 0,7 0-22 0,2 1-247 0,-18 1-759 16,16 3-1195-16</inkml:trace>
  <inkml:trace contextRef="#ctx0" brushRef="#br0" timeOffset="33554.358">14414 4747 163 0,'0'0'2575'16,"0"0"-2193"-16,0 0-63 0,0 0-2 0,0 0 51 16,0 0-125-16,0 0-67 0,89 25-40 0,-74-11-16 15,-1 6-50-15,-2 3-17 0,-1 1-14 0,1 4-14 16,-5 0-7-16,0 2-16 0,-1 1-2 15,-5 0-1-15,-1 0-14 0,0 3-4 16,-10-3-14-16,2 1-19 0,-4-2-3 16,-1-3 2-16,3-3 1 0,1-6 0 15,2-6-10-15,4-4 16 0,1-6-19 0,2-2-12 16,0 0-1-16,0 0-15 0,2-3 21 0,8-8 72 16,3-3 10-16,3-7-8 15,2-4 23-15,2-6-7 0,-3-3 1 0,2 1 9 16,1-3-12-1,-3 0 5-15,3 1 4 0,-1 3 6 16,3 2 9-16,-1 3 29 0,-1 2-11 16,-1 4 22-16,0 4-24 0,-2 1 9 15,-1 4 2-15,-1 2-15 0,0 4 7 16,1 3-4-16,-1-2 6 0,-1 5-12 16,2 0-7-16,-2 6 19 0,2 6 6 15,0 6 12-15,0 5-3 0,-3 4-30 16,0 5-16-16,-5 5-5 0,-2 4-19 0,-1 3-6 15,-2 3-3-15,-2 3-40 0,3 1-60 0,-3-2 54 16,2-5-73-16,2-6-42 0,1-4-38 16,2-6-32-16,4-5-154 0,1-5-317 15,-4-6-728-15,3-7-278 0</inkml:trace>
  <inkml:trace contextRef="#ctx0" brushRef="#br0" timeOffset="34858.358">19423 2144 245 0,'0'0'234'0,"0"0"1539"0,0 0-1311 0,0 0-60 0,0 0-45 15,0 0-126-15,0 0-29 16,0 0-54-16,0 0-4 0,0 0-13 0,22 14-20 16,-8-11-18-16,1-1-16 0,2-2-15 15,3 3-13-15,-1-2-9 0,1 1-6 16,-1-1-7-16,3 2-5 0,1-2-4 16,2 0-15-16,1 1 0 0,-1 0 9 15,5-1-12-15,-2 1-13 0,3 0-8 16,0-1-19-16,0 1-18 15,3-1-7-15,0 0-3 0,3 1-12 16,-2-1-7-16,0 1 4 0,-1 0 2 16,0 1 16-16,-4 1-10 0,0 0 6 15,-3 0-17-15,1 0 5 0,-2 0-4 0,-5-2 0 0,2 0-32 0,-3 0-22 16,-1 0-62-16,-1-2-64 0,-1 0-57 16,-3 0-228-16,2 0-203 0,-4 0-293 15,-4 0 785-15,0 0 257 0</inkml:trace>
  <inkml:trace contextRef="#ctx0" brushRef="#br0" timeOffset="123852.72">16546 8854 965 0,'0'0'1689'0,"0"0"-1335"0,-9-71-88 15,1 47-15-15,0-3 118 0,1 5 11 32,-2 1-89-32,3 4-42 0,0 3-62 0,-2 5-13 15,5 2-19-15,0 6-12 0,2 1-46 16,-4 1-45-16,-1 13-25 0,-2 9-3 15,-4 11 12-15,-4 15-14 0,-4 8 14 16,-1 12-15-16,-2 5-19 0,-2 7 0 0,-1 2-2 16,0 2-15-16,0-6 3 0,5-6-21 0,6-10-13 15,8-14-23-15,7-13-22 0,7-14-16 16,13-6-32-16,7-16-69 0,8 0-64 16,4-17-111-16,6-8-154 0,1-8-254 15,-10 4-494-15,12-23-331 0</inkml:trace>
  <inkml:trace contextRef="#ctx0" brushRef="#br0" timeOffset="124105.664">16711 9206 2100 0,'0'0'750'16,"0"0"-171"-16,0 0-102 0,7 73-64 0,-2-46-73 15,-1-5-69-15,5-3-36 0,4-6-62 16,3-5-103-16,5-7-27 0,6-1-43 0,4-6-6 16,2-6-43-16,0-7 28 0,2 0-52 15,-4-5-6-15,-2-2-37 0,-4 1 21 16,-7 3-12-16,-8 1 12 0,-8 2 31 15,-4 7 11-15,-12-1-14 0,-9 3 5 16,-6 4 52-16,-4 6 10 0,-2 0 21 16,1 11 29-16,2 6 30 0,6 5 6 0,3 4-7 0,3 0-11 15,8-2-13-15,5-1-55 0,5-4-28 16,2-3-63-16,2-4-81 0,8-6-54 16,3-5-3-16,6-1-85 0,2-6-239 15,-6-1-456-15,12-14-284 0</inkml:trace>
  <inkml:trace contextRef="#ctx0" brushRef="#br0" timeOffset="124521.98">17061 9166 1828 0,'0'0'819'15,"0"0"-289"-15,0 0-34 0,0 0-30 0,0 0-131 16,32 85-45 0,-29-61 16-16,-2 0-104 0,2-3-123 0,-1-3-79 15,1-1-13-15,2-3-23 0,0-4-16 16,0-3-27-16,4-6-37 0,2-1 6 15,3-2 24-15,3-9 34 0,0-6 21 16,5-3-18-16,-2-4 18 0,2-1 16 16,-4 0 15-16,0 4 22 0,-3 3 14 0,-4 4-8 15,-6 5-9-15,2 7-19 0,-7 2 12 0,0 5 40 16,0 9 31-16,-4 3-4 0,0 2-57 16,0 3 66-16,1-1-18 0,1-3 0 15,2-1-70-15,0-6-15 0,3-3-9 16,3-4-1-16,5-3 25 0,-1-1 16 0,4-5 5 15,3-7-21-15,1-3-26 16,0-3-14-16,0-1 0 0,-1 2-15 0,-3 3 28 0,-3 5 5 16,1 5 1-16,-4 4-2 0,1 1 23 15,-2 9 49-15,3 4 30 0,-4 0-21 16,1 4-28-16,-1-2-8 0,3 0 5 0,-2 2-11 16,0-5-16-16,-1 0-12 0,1-1-49 31,0-1-82-31,-2-4-111 0,-1-1-110 15,3-5-202-15,1-1-228 0,0 0-409 0,5-14-359 0</inkml:trace>
  <inkml:trace contextRef="#ctx0" brushRef="#br0" timeOffset="124718.57">17821 9200 1501 0,'0'0'1320'16,"0"0"-1012"-16,0 0 11 0,16 76 32 15,-13-39-86-15,-2 7 27 0,-1 4-10 0,2 6-9 0,-2 5-56 16,0 2-25-16,0 7-13 0,-6 3 6 15,-2 5-79-15,-3-2-64 0,-2 0-8 16,1-3-28-16,-3-2-6 0,2-5-58 16,-2-2-75-16,5-4 0 0,1-6-10 15,1-8 25-15,2-10 5 0,3-12-12 16,3-12-62-16,0-10-93 16,2-4-76-16,5-19-106 0,4-9-71 15,2-11-113-15,-3 7-341 0,6-30-485 0</inkml:trace>
  <inkml:trace contextRef="#ctx0" brushRef="#br0" timeOffset="124969.628">17855 9340 1441 0,'0'0'1627'0,"0"0"-1426"0,0 0-102 0,0 0 12 16,64-74 26-16,-33 57-33 0,4-1-6 15,4 6-1-15,3 6-15 0,-2 5-22 16,-4 2-28-16,-5 11 2 0,-6 6-34 15,-9 2 25-15,-6 6-15 0,-8 1-10 16,-2 3-1-16,-10 0 1 0,-5 1 17 0,-5 0-17 0,-2-2-10 16,-2-1-15-16,-2-1-41 0,2-4 22 15,1-2 43-15,2-3-1 0,1-3-79 32,3-3-67-32,1-3-102 0,3-4-154 15,2-2-233-15,0-3-678 0</inkml:trace>
  <inkml:trace contextRef="#ctx0" brushRef="#br0" timeOffset="125963.194">18776 9616 2096 0,'0'0'1451'16,"0"0"-1126"-16,0 0 30 0,0 0-63 16,0 0-46-16,0 0-105 0,0 0-80 15,0 0-16-15,0 0-45 0,0 0-61 16,0 0-52-16,3-1-78 0,-4 1-121 16,1 0-202-16,0 0-486 0,0 0-581 0</inkml:trace>
  <inkml:trace contextRef="#ctx0" brushRef="#br0" timeOffset="126281.375">19057 9237 3026 0,'0'0'811'16,"0"0"-425"-16,0 0-315 16,0 0 47-16,0 0 136 0,0 0 25 15,88 47-59-15,-50-47-101 0,9-12-68 16,8-4-32-16,7-3-19 0,4-6-36 15,5 1 6-15,-2-5-56 0,0 3-75 16,-5-2-103-16,-7 1-84 0,-6-1-190 16,-17 9-271-16,-6-18-644 0</inkml:trace>
  <inkml:trace contextRef="#ctx0" brushRef="#br0" timeOffset="126556.844">19580 8703 1729 0,'0'0'655'0,"0"0"-161"16,0 0-254-16,0 0-55 0,0 0 180 15,-87 96 30-15,78-55-28 0,0 10-83 16,4 7-91-16,0 8-43 16,2 6-58-16,-3 5-19 0,-1 8-3 15,-3-2-31-15,-1 7-5 16,-4-5-32-16,1 5 16 0,-3-5-18 16,2-3-15-16,0-3-3 0,1-6-10 0,4-3 1 15,3-7 15-15,3-5 10 0,4-8-20 16,0-4 1-16,3-7 18 0,7-10 0 15,-2-4-21-15,1-8-13 0,2-5-9 0,-5-5-64 0,0-2-37 16,-2-5-37-16,-1 0-13 0,2-5-39 0,2-8-49 16,1-5-30-16,1-7-233 0,0 3-555 15,8-19-591-15</inkml:trace>
  <inkml:trace contextRef="#ctx0" brushRef="#br0" timeOffset="126909.721">20284 9385 2662 0,'0'0'673'0,"0"0"-314"0,0 0-92 0,0 0 93 16,0 0-10-16,0 0-16 0,0 0-114 15,0 0-62-15,-102 32 0 0,68 6 8 16,-2 6-27-16,5 0-36 16,2-5-36-16,6-3-64 0,8-10-3 15,6-7-25-15,8-6-20 0,1-3-9 16,9-8 5-16,7-2 16 0,7 0 18 0,3-7-42 15,5-7-16-15,-2-3-27 0,1-4-6 16,-2 0-9-16,-2 0 8 16,-4 0 43-16,-2-2 3 0,-2-1 31 15,-3 0 5-15,-4 4 13 0,-1 2-1 0,-5 8 13 0,-1 6 61 16,-3 4-28-16,2 6 25 0,-1 10 61 0,-2 7 9 16,0 3-16-16,-2 7-21 0,-3 0-13 15,-3 2-2-15,2-6-19 16,1-2-40-16,2-5-17 0,3-8-31 15,0-3-14-15,3-5 3 0,8-6-4 0,2 0 1 16,4-3-61 0,5-9-79-16,4-4-105 0,3-3-275 15,-6 2-593-15,16-9-498 0</inkml:trace>
  <inkml:trace contextRef="#ctx0" brushRef="#br0" timeOffset="127117.561">20880 9351 3268 0,'0'0'586'0,"0"0"-324"0,0 0 108 0,-73 86 82 0,44-52-86 16,2-2-63-16,4-3-91 0,4 0-97 16,7-6-61-16,2-4-41 0,4-2-13 15,6-5-18-15,0-4-39 0,5-1 6 16,6-3 11-16,8-4-23 0,1 0-1 16,8-2-39-16,3-8-12 0,3-1 3 15,0-5-95-15,5-3-117 16,-2-2-139-16,2-6-201 0,-8 6-489 15,15-27-507-15</inkml:trace>
  <inkml:trace contextRef="#ctx0" brushRef="#br0" timeOffset="127473.668">21402 8759 1585 0,'0'0'507'15,"-9"65"565"-15,2-26-693 0,2 9 94 16,0 11 62-16,2 3-55 0,0 5-173 0,3 2-118 15,0 1-120-15,0 0 10 0,5 0-43 16,1-7-36-16,3-5-26 16,5-8 14-16,4-10 0 0,4-7-6 0,2-5-19 15,-1-9-29-15,-7-6-31 0,-3-2-43 0,-6-10-34 0,-7-1-43 16,0 0-72-16,-10-9-110 0,-7-8-151 0,-4-5-129 16,-4-5 164-16,-4-3 285 0,-3-3 230 15,-2-4 59-15,-2 0 2 0,1 0 94 16,1 2 84-16,2 7 11 0,3 6-10 15,8 8 154-15,6 6 26 0,8 4-50 16,5 2-61 0,2 2-76-16,11 0-1 0,12 4-71 15,7-1-12-15,12 1 35 0,9-4-45 0,9-4-81 16,4-3-58-16,0-5-36 0,-1-2-64 16,-7-2-51-16,-3 0-89 0,-8 0-138 15,-5 1-356-15,-13 3-738 0,-1-6-931 16</inkml:trace>
  <inkml:trace contextRef="#ctx0" brushRef="#br0" timeOffset="127742.43">21836 9313 2327 0,'0'0'1603'15,"0"0"-1311"-15,-29 74-162 0,16-44 78 0,-3 2 188 16,5 0-91-16,3-6-98 0,3-1-92 16,5-4-69-16,1-6-22 0,9-3-24 0,3-5-14 15,9-2-4 1,2-4-4-16,6-1 4 0,4-4-42 0,0-5-89 15,-1-3-28-15,-2-2-3 0,-1-2-25 16,-4 2-20-16,-6-3-10 0,-3 0 27 16,-8 1 3-16,-6-1 20 0,-3-2 159 0,-9 2 26 15,-8-1 70-15,-5 1 40 0,-4 5-13 16,-2 3-24-16,-3 7 27 0,0 4-16 0,-1 8-37 16,0 5-47-16,2 0-22 15,1 4-46-15,0-2-57 0,4 2-149 0,-1-1-294 16,7-3-632-16,-4-1-850 0</inkml:trace>
  <inkml:trace contextRef="#ctx0" brushRef="#br0" timeOffset="128096.337">22352 9244 813 0,'0'0'2951'16,"0"0"-2677"-16,0 0-255 0,0 0-19 16,0 0 200-16,0 0 57 0,-16 69 54 15,22-45-72-15,4 2-99 0,1 4-51 16,-3 3-4-16,0 3-21 0,-4-2-19 16,-4 1-14-16,0 0-13 0,-2-4-18 15,-7-3-37-15,0-4 16 0,2-4-3 16,3-7 6-16,2-2-13 0,2-5-11 15,0-5-4-15,0-1 16 0,8-7-4 0,3-4-21 0,9-9 10 16,5-4-19-16,8-7-4 0,4-5-5 0,9-5 36 16,4-6-2-1,4-7-26-15,5-1-76 0,0-6-66 0,0 6-23 16,-6 7 4-16,-5 9 22 0,-6 9 65 16,-5 13-10-16,-10 9-179 0,-6 4-99 15,-5 4-128-15,-7 0-428 0</inkml:trace>
  <inkml:trace contextRef="#ctx0" brushRef="#br0" timeOffset="129844.859">24615 8779 1418 0,'0'0'1383'16,"0"0"-972"-16,0 0-1 0,0 0-57 15,0 0 28-15,102-7-41 0,-69 4-88 16,7 1-78-16,4-3-49 0,4 2-43 15,3-2-36-15,-1 1-46 0,1 1 0 0,-3 0-34 0,-3 3-5 16,-6 0 2-16,-7 0 1 0,-4 5-28 16,-10 1-31-16,-8 5-61 0,-7 1 12 15,-3 6 21-15,-16 7 122 0,-10 5-1 16,-8 7-16-16,-12 6-7 0,-6 4 23 16,-5 1-11-16,0 2 13 0,-1 0 10 0,1 0 5 15,3 0 4-15,8-2 58 0,5-2 27 16,7-4-9-16,13-5 21 0,3-5-6 15,13-6-15-15,5-2-16 0,2-4 0 16,10-2-6-16,10 0 15 0,6-6-6 16,9-3 12-16,8-2-22 0,8-4-24 0,4-3-32 31,2 0-16-31,0 0-13 0,-5-8-14 16,-7-2-30-16,-1-2-43 0,-8 3-64 0,-4-6-33 15,-5 1-78-15,-6-3-231 0,-8 6-556 16,-5-8-705-16</inkml:trace>
  <inkml:trace contextRef="#ctx0" brushRef="#br0" timeOffset="130062.563">25318 8891 1076 0,'0'0'800'0,"0"0"245"0,0 0-865 0,0 0 28 31,0 0 141-31,-15 75 117 0,-2-41-87 0,-7 4-154 15,-4 6-108-15,-5 2-50 16,-4 2-2-16,-4 6-65 0,-5-2-7 0,-2 2-14 16,0-2-49-16,-2-2 24 0,4-3-34 15,2-3-68-15,3-7-53 0,8-4-120 0,6-7-183 0,9-9-208 16,7-4-572-16</inkml:trace>
  <inkml:trace contextRef="#ctx0" brushRef="#br0" timeOffset="130316.781">25416 9451 897 0,'0'0'2077'16,"0"0"-1732"-16,-13 67-94 0,8-38 150 15,-2 3-32-15,3-1-106 0,0-1-128 16,1 0-119-16,1-1-16 0,-1-4-43 0,3-2-74 16,0-3-100-16,0-4-75 0,2-4-39 15,2-6-50-15,4-1-205 16,-3-5-612-16</inkml:trace>
  <inkml:trace contextRef="#ctx0" brushRef="#br0" timeOffset="130562.122">25667 9495 2463 0,'0'0'1051'0,"0"0"-835"16,0 0-37-16,0 0 100 0,0 0-5 15,0 0-52-15,0 0-50 0,77-1-92 16,-57 1-80-16,-2 5-17 0,-3 2-10 0,-3 0-22 16,-5 6 0-16,-4 1 39 0,-3 4-2 15,-3 4 11-15,-10 1 1 0,-7 2 16 16,1-2 2-16,1 1-18 0,2-6 25 15,7-6 27-15,6-5-28 0,3 0-21 0,5-2 19 16,10-3 17-16,7 0 23 0,9-2-47 16,7-4-15-16,9-8-119 0,1-3-78 15,6-1-43-15,-4-2-58 0,1-1-168 0,-15 4-513 16,12-11-706-16</inkml:trace>
  <inkml:trace contextRef="#ctx0" brushRef="#br0" timeOffset="135038.963">16244 11281 2861 0,'0'0'1120'16,"0"0"-919"-16,0 0-135 0,0 0-64 15,0 0 79-15,88 22 67 0,-40-22 4 16,5-2 17-16,3-5-83 0,3 2-62 0,3 2-24 15,-4-2-2-15,-2 0-59 16,-9 0-65-16,-6 3-37 0,-9 0-39 0,-8 0-97 0,-8 2-339 16,-6 0-736-16,-10 5-579 0</inkml:trace>
  <inkml:trace contextRef="#ctx0" brushRef="#br0" timeOffset="135195.27">16452 11535 3665 0,'0'0'476'16,"0"0"-184"-16,0 0-187 0,0 0-12 0,0 0-10 15,0 0 12-15,0 0 0 0,114 61-37 16,-58-61-55-16,9-9-3 16,2-4-61-16,3-3-138 0,-4 0-116 15,-4-3-189-15,-16 7-668 0,7-7-1509 0</inkml:trace>
  <inkml:trace contextRef="#ctx0" brushRef="#br0" timeOffset="135971.667">18351 11047 1190 0,'0'0'1129'0,"0"0"-760"0,18-73 19 0,-10 48-141 31,-1-3 57-31,-1 8-70 0,-1 4-29 0,-3 6-15 16,-2 3-63-16,0 4-12 0,0-1-4 16,0 1 3-16,0 1-28 0,0-3-6 15,0 3-7-15,0-4-5 0,0 3-10 0,0 0-13 16,0 3-5-16,-7 0 45 0,-3 5 22 15,-6 4-19-15,-3 10-27 0,-4 8-46 16,-3 12-12-16,-2 7 15 16,2 6 18-16,0 4 4 0,1 1 11 0,1 0-27 15,1 1-2-15,-2-2-22 0,3-2 0 16,-1 0-16-16,3-5 13 0,4-4 1 0,1-9-10 0,4-6 12 16,3-8-15-16,4-8-27 0,2-4-25 15,2-6-54-15,4-3 24 0,6 2-40 0,2 0 97 16,5 7 38-16,2 5 2 0,1 8 43 15,0 11 27-15,-2 5-46 0,-3 9-21 32,-1 6-3-32,0 2-3 0,-4 3-12 0,2-1-13 15,-1-2-36-15,-4-4-33 0,1-2 2 16,-7-4-21-16,-1-5-121 0,0-3 24 0,0-7 15 16,-4-6 6-16,-1-3-147 0,2-8-330 15,-2-3-799-15</inkml:trace>
  <inkml:trace contextRef="#ctx0" brushRef="#br0" timeOffset="136704.958">19016 11319 2111 0,'0'0'1023'0,"0"0"-679"0,0 0-182 0,0 0-29 15,0 0 115-15,0 0 40 0,0 0-31 16,109-7-94-16,-56 0-55 0,6-4-50 16,8-1-15-16,6-5-3 0,4-1-4 15,-1 2-20-15,2 1-4 0,-8 3-12 16,-6 5-15-16,-12 6 12 0,-13 1-15 16,-11 5 17-16,-11 5-1 0,-8 7 2 15,-7 5-46-15,-4 3 25 0,-12 6 2 16,-8 4 19-16,-5 2 19 0,-8 3-18 15,-3 1 14-15,-4 1-12 0,-2 4 0 16,-3 1 13-16,-5 2-1 0,1 1-13 0,-2 2 19 0,2 0 1 16,1-2-19-16,1 4-1 0,9-2-2 15,5-5-1-15,5-3 1 0,9-7 1 0,7-7 0 16,5-6-1-16,7-5-2 16,2-2 2-16,11-3 36 0,6 1-17 0,7-3 5 15,6 1 13-15,8-1 11 0,4-1 50 16,7-1 42-1,2-4-104-15,1-1-21 0,0 0-15 0,-2-4-12 16,-2-1-12-16,-3 0-3 0,-2 0-4 16,-4-6-39-16,0-5-58 0,-5-4-49 15,-5-3 21-15,-2-4-105 16,-6-3-167-16,-4 1-234 0,-7 7-347 0,-1-13-385 0</inkml:trace>
  <inkml:trace contextRef="#ctx0" brushRef="#br0" timeOffset="136917.338">20132 11437 1099 0,'0'0'2029'15,"0"0"-1850"-15,0 0-132 0,0 0 74 16,0 0 129-16,-102 43 24 0,68-20-54 16,-4 7-65-16,-1 5-56 0,-2 5-22 15,-1 2 1-15,0 5-29 0,-3 3-18 16,2 2-28-16,-2 0-3 0,3-2-56 15,0-3-73-15,5-4-23 0,3-1-16 0,6-11-33 16,6-4-88-16,8-9-226 16,5-6-302-16,7-7-506 0</inkml:trace>
  <inkml:trace contextRef="#ctx0" brushRef="#br0" timeOffset="137199.657">20176 11981 2764 0,'0'0'455'0,"0"0"-159"0,0 0 1 0,0 0 15 15,0 0-122-15,82 0-44 0,-71 3-16 16,-2 3-47-16,1 2-49 0,-4 3-10 16,-5 2-5-16,-1 8-16 0,-3 0 12 0,-8 6 7 15,-6 0-19-15,-3 4 0 0,1-2 9 16,-1 1-9-1,2-2 9-15,5-4-11 0,4-2 0 0,5-6 27 16,4-2-25-16,0-4-3 0,7-3-31 16,8-3 16-16,7-3-16 0,6-1-30 0,7-5-31 15,5-6 2-15,8-2-9 0,1-1 37 16,1-3-50-16,1 1-387 0,-14 2-540 16,18-5-262-16</inkml:trace>
  <inkml:trace contextRef="#ctx0" brushRef="#br0" timeOffset="137806.98">21336 12014 3358 0,'0'0'361'0,"0"0"-134"0,0 0-162 0,0 0-27 16,0 0 41-16,-17 69 2 0,3-40 13 15,0 0-26-15,-2 1-66 0,1-1-2 0,4-5-12 16,3-2-35-16,5-2-53 0,3-4-110 16,4-5-139-16,8-4-247 0,2-4-488 15,9-3-219-15</inkml:trace>
  <inkml:trace contextRef="#ctx0" brushRef="#br0" timeOffset="138193.936">22049 11425 3097 0,'0'0'433'0,"0"0"-158"0,0 0-105 0,0 0 109 16,0 0 25-16,98-49-98 0,-65 37-80 16,4-4-77-16,8 2-37 0,2 2-9 15,2-3 0-15,2 6-3 0,-6 4-1 16,-4 1-23-16,-6 4-7 0,-11 5-9 15,-6 7-12-15,-10 4 6 0,-8 7-3 0,-2 4 27 16,-12 8-8-16,-11 4-14 0,-5 5 13 16,-6 1 4-16,-4 3 24 0,1-2 3 15,1-3 0-15,1 2 2 0,3-4 1 16,4-2 25-16,4-1-1 0,8-3 1 16,5-4-6-1,8 0-10-15,5-4 6 0,5-5 1 0,11-2 24 0,8-5 3 16,6-3 18-1,3-3-24-15,6-6-3 0,3-3-6 0,0-6-31 16,0-6-17-16,1-5-16 0,-3-5-35 16,-1-3-21-16,1-4-49 0,-2 0-45 15,-3-2-15-15,-4-1-109 0,-5 1-161 0,-7 8-197 16,-5-13-594-16</inkml:trace>
  <inkml:trace contextRef="#ctx0" brushRef="#br0" timeOffset="138392.362">22784 11365 2561 0,'0'0'409'0,"0"0"-300"0,0 0-106 16,0 0 99-16,-27 72 147 0,10-40 118 15,-4 5-77-15,-2 4-128 0,-3 5-50 16,-2-2-1 0,-3 2 4-16,-2-3-29 0,-2-1-43 15,-1-2-43-15,0-2-2 0,2-2-32 16,-1-4-65-16,5-3-49 0,4-4-38 15,4-6-53-15,5-5-113 0,7-7-208 0,4-5-403 16,6-2-822-16</inkml:trace>
  <inkml:trace contextRef="#ctx0" brushRef="#br0" timeOffset="138718.295">22974 11823 2275 0,'0'0'407'0,"0"0"-143"0,0 0 75 16,0 0 106-16,0 0-200 0,0 0-119 15,0 0-48-15,0 0-44 0,0 0-34 32,0 0-1-32,71 66 1 0,-71-50 1 0,-9 3 34 0,-5 5-20 0,-8 4-12 0,-4 3 29 31,1-1 8-31,-1-3 47 0,5-2 33 15,6-5 108-15,4-7-96 0,5-4-65 0,5-5-49 16,1-2-17-16,0 1-1 0,10 0 21 16,6 1 37-16,7-2-31 0,5-2-27 15,2 0-37-15,2-3-18 0,-1-6-27 16,0-3-44-16,-3 1-22 0,0-3-56 0,-2 1-128 16,-1 2-319-16,-8 3-548 0,7 2-673 0</inkml:trace>
  <inkml:trace contextRef="#ctx0" brushRef="#br0" timeOffset="138944.203">23596 12103 2717 0,'0'0'430'0,"0"0"-54"0,0 0 62 0,-16 98 43 15,4-63-80-15,-1 1-80 16,0 1-111-16,0-1-119 0,2-1-58 0,-5-3-30 16,1-3-3-16,-2-2-69 0,-3 1-56 15,0-4-52-15,-3-4-40 0,0-2-56 16,-2-2-223-16,9-8-468 0,-10-4-669 0</inkml:trace>
  <inkml:trace contextRef="#ctx0" brushRef="#br0" timeOffset="139495.592">24505 11242 2334 0,'0'0'478'0,"0"0"-218"16,88-3-52-16,-41-4-4 0,15-2 62 0,3 0-87 16,2-6-98-16,1 3-40 0,-6 0-5 15,-6 5-5-15,-5 5 6 0,-9 2-34 0,-6 3-3 16,-11 10-18-16,-10 2 2 16,-9 8-6-16,-6 4-45 0,-16 7-17 0,-10 4-39 31,-8 7 73-31,-8 5 49 0,0 0 1 0,-2 4 16 15,0 2 34-15,-1 1 19 0,0 2 3 16,3 1-18-16,-1-1 6 0,5 2-23 16,6-5 35-16,7-1 68 0,8-8 123 0,9-4-78 15,8-7-53-15,16-6-16 16,13-6 3-16,7-7-31 0,11-6-18 0,5-10-21 16,7-1-31-16,5-13-18 0,1-10-40 0,-2-5-58 0,-2-5-88 15,-4-3-19-15,-4-5-127 0,-8-1-380 16,-12 11-638-16,-1-18-866 0</inkml:trace>
  <inkml:trace contextRef="#ctx0" brushRef="#br0" timeOffset="139680.78">25424 11317 2032 0,'0'0'1359'0,"0"0"-1190"16,0 0-128-16,-24 73 148 0,5-37 173 0,-4 6-23 15,-6 8-53-15,-5 2-111 0,-2 2-108 16,-2 0-42-16,1-2-25 0,-3-4-28 16,-2 0-66-16,0-2-23 0,-3-2-9 0,2-1-41 15,2-4-31-15,1-1-118 0,6-5-233 0,9-9-602 16,-1-1-926-16</inkml:trace>
  <inkml:trace contextRef="#ctx0" brushRef="#br0" timeOffset="140044.818">25726 11926 2877 0,'0'0'400'0,"0"0"-251"0,0 0 26 16,0 0 131-16,88 0-61 0,-77 5-126 16,-7 0-45-16,-2 0 4 0,-2 5 52 0,-2 4 14 15,-8 4-76 1,-3 2-34-16,-7-1-22 0,1 3 10 15,-1-2-7-15,3-4-15 0,4-2-1 16,4-2-2-16,3-2-19 0,2-1 1 16,4 1-19-16,0 2 9 0,7-1-12 15,5 1 0-15,4 1-46 0,-2 1 21 16,3 4 48-16,1 4 20 0,-3 3 2 16,-3 4 48-16,-5 2-1 0,-4 4 90 0,-3-5 20 0,-1-1-113 15,-6-6-24-15,-4-1-22 0,-1-3-1 16,-1-2-21-16,-3-5-17 0,1-1 8 15,-2-4 0-15,3-6-67 0,-1-1-22 16,1-12-47-16,4-3-38 0,-2-6-128 0,6 3-451 16,4-16-960-16</inkml:trace>
  <inkml:trace contextRef="#ctx0" brushRef="#br0" timeOffset="146046.463">26582 11047 42 0,'0'0'2101'0,"0"0"-1709"0,0 0 180 0,0 0-332 15,0 0-65-15,0 0 46 0,0 0 6 16,39-72-70-16,-18 53-85 16,4-3-35-16,3 0-24 0,6-1-1 0,0-2-11 0,2 1 1 15,3 2 17-15,1-1-4 0,-5 6-14 0,-3 4 16 16,-5 5 5-16,-6 2 3 0,-4 5 34 15,-9 1-19-15,-2 0 3 0,-3 7 28 16,-3 7-12-16,-9 4 45 0,-4 5-14 16,-10 8-47-16,-3 8 12 0,-5 5-13 31,-5 6-8-31,0 8-6 0,-4 4-7 0,-2 7-21 16,2 0-1-16,4 0-14 0,3-1-1 0,7-8-26 15,9-8-7-15,7-12 6 0,9-5 31 16,1-11 12-16,2-9-1 0,7-4-2 15,4-7-20-15,0-4 23 0,3 0 3 16,1-6-3-16,5-2-46 0,-1 0 31 16,1 2-33-16,0 4 46 0,-1 2 2 0,-2 7-2 15,0 5 1-15,-5 12 1 0,-1 6 27 0,-3 6-26 16,-2 1-1-16,-2 3-12 0,2 0 12 16,-1 1-2-16,0 0-29 0,2 2 16 15,-1 2-10-15,-2-1 10 0,-3 2 12 16,-1 0-22-16,-2-2 0 0,0 0 13 15,-6-3-7-15,-3-2-2 0,-4 0-10 0,-1-4 31 16,-6-4-3-16,-5-2-81 0,-2-2-164 16,-5-4 31-16,-4-3 13 0,0-3-103 15,-1-4-121-15,8-5-265 0,-18-4-740 0</inkml:trace>
  <inkml:trace contextRef="#ctx0" brushRef="#br0" timeOffset="147216.539">19506 12797 1284 0,'0'0'803'0,"0"0"-456"0,0 0-225 0,0 0 36 16,0 0 298-16,0 0-264 0,0 0-62 15,57 75-22-15,-47-44 28 0,-3 2 50 16,2 0-51-16,1 1 40 0,3-1-23 16,0-5-80-16,6-3 11 0,0-5-61 0,4-4-10 31,1-5 10-31,4-3-4 0,3-1-17 16,2-5 1-16,5-1 24 0,3-1-24 0,4 0-4 15,3-1-11-15,0-6-44 0,3-3 55 16,-1-1-24-16,1-2-2 0,-2-2 16 15,-1-2-2-15,-1 1 13 0,0-3-26 16,0 4 24-16,-2 0-38 0,1 6-14 16,-3 0 2-16,2 8-16 0,-2 1-2 0,-1 4 40 15,-1 10-41-15,-6 5 17 0,-3 6-26 0,-8 8 50 16,-5 6 31-16,-5 3 1 0,-3 6 30 16,-4 0-3-16,-3-2 4 0,2-5 15 15,-2-7 4-15,0-7-51 0,-1-7-11 16,2-5-24-16,-2-7-37 0,0-3 9 15,-2-4 3-15,-1-1 32 16,2 0 12-16,-2 0 13 16,0-6 3-16,3-4-1 0,3-6-1 0,2-8-9 15,5-5 11-15,4-8 29 0,4-6-17 0,4-7-10 16,8-4 11-16,3-3 0 0,8 1 21 0,7 3 10 0,5 6-3 16,6 7 15-16,0 12 36 0,0 11-73 15,-3 8-18-15,-4 9 0 16,-4 9 11-16,-4 9 38 0,-5 7-31 15,-6 6 43-15,-3 6-6 0,-4 1 0 16,-3-1-3-16,-2-3 2 0,-2-5-8 0,1-2-4 0,0-10-3 31,7-6-15-31,4-5 18 0,6-6 12 16,8-12-12-16,2-6-22 0,2-2-21 16,-2-5-61-16,-8 0-68 0,-6-2-63 0,-7 3-128 0,-9 0-130 0,-10 5-677 15,-10-8-1408-15</inkml:trace>
  <inkml:trace contextRef="#ctx0" brushRef="#br0" timeOffset="147832.952">19831 14014 2561 0,'0'0'655'16,"0"0"-403"-16,95-15-122 0,-59 12 3 15,2 3-29-15,-5 0-70 0,-8 4-20 16,-8 4-14-16,-6 6-25 0,-8 4 2 0,-3 4 23 16,-1 5 31-16,-11 2-31 0,-6 2-16 0,-3 2 14 15,-5 0 2-15,-1-1 3 0,-2-1 23 16,0-1 8-16,4-2 7 0,5-3-19 15,6-6 50-15,7-3 66 0,7-4-4 16,4-4-50-16,15-2-62 0,6-1-4 0,10-4-18 16,4-1 0-16,6-1-21 0,6-5-7 31,0-3-16-31,2-1-55 0,-2-2 49 0,-2-1-75 16,-3-5-199-16,-14 4-453 0,7-7-875 15</inkml:trace>
  <inkml:trace contextRef="#ctx0" brushRef="#br0" timeOffset="148017.608">20690 14119 3350 0,'0'0'494'16,"0"0"-273"-16,0 0-47 0,0 0 0 15,95 6 80-15,-57-10-82 0,2-8-95 16,6-4-77-16,1-6-61 0,1-3-46 0,-3-5-66 15,-5 3-146 1,-11 4-316-16,-2-6-814 0</inkml:trace>
  <inkml:trace contextRef="#ctx0" brushRef="#br0" timeOffset="148217.569">20847 13918 2857 0,'0'0'541'0,"0"0"-202"0,-10 87-59 16,6-48 45-16,3 10-99 0,-2 2-75 16,1-1-62-16,2-1-55 0,0-3-34 0,3-7 0 15,5-3-40-15,0-9-46 0,1-4-115 16,5-9-25-16,2-7-100 0,5-7-131 16,5-12-147-16,4-12-138 0,-8 2-363 0,18-20 50 0</inkml:trace>
  <inkml:trace contextRef="#ctx0" brushRef="#br0" timeOffset="148519.979">21322 14062 2606 0,'0'0'565'15,"0"0"-224"-15,0 0-28 0,0 0 64 16,0 0-26-16,27 72-71 0,-23-38-78 0,2 3-59 0,-3 1-45 16,0 2-41-16,-1-4-31 0,1-3-26 0,-1-7-28 15,-1-5-20-15,1-5-32 0,-1-8-20 16,-1-4-136-16,0-4 15 0,0 0-125 15,0-11-222 1,0 3-709-16,0-22-707 0</inkml:trace>
  <inkml:trace contextRef="#ctx0" brushRef="#br0" timeOffset="148670.219">21499 13832 2977 0,'0'0'663'0,"0"0"-439"16,0 0-83-16,0 0-15 0,0 0-60 15,0 0-46-15,0 0-20 0,88-10-167 16,-63 6-236-16,1 0-227 0,-7-1-380 16,3 5-498-16</inkml:trace>
  <inkml:trace contextRef="#ctx0" brushRef="#br0" timeOffset="149192.061">21657 14014 2850 0,'0'0'610'15,"0"0"-353"-15,0 0-78 0,0 0-47 0,-29 77-56 16,29-65-35-16,2-4-16 0,8-3-25 15,4-3-10-15,5-2-46 0,1-2 16 16,6-6-15-16,0-3-17 0,1 0 19 16,-2 2 9-16,-3-2 9 0,-2 4 4 15,-2 3 18-15,-6 3 13 0,1 1 9 0,-3 0 95 16,-1 7 63-16,0 2-23 0,-1 1-47 16,-1 0-41-16,1 2-28 0,3-2-10 0,-1 0-18 15,2 2 1-15,3-6 68 0,-3 1-57 16,1-5-12-16,-2-2-11 0,-3 0 11 15,1 0 3-15,-3 0 22 0,0 0-12 16,-3-1-13-16,-1 1-19 0,1-1 4 16,-1 1-13-16,1 0-3 0,0 0 28 0,3 0-19 15,0 0 0-15,-1 0 22 0,3 0 4 0,4-4 17 16,-1 0-21-16,5-7-12 0,4-1-28 16,4-3-10-16,6-2 9 0,4-1 25 15,2 1 16-15,1-1 1 0,-4 1-1 16,-4 2-13-16,-6 2-9 0,-6 1-49 15,-4 6 1 1,-7 2 70-16,-1-1 17 0,-5 4 120 16,0-4 90-16,-2 4-63 0,-4-1-69 0,-1 0-9 0,-2 1 22 15,-5 1 17-15,0 0-88 0,-5 8-37 16,-4 6 1-16,-2 7 17 0,-4 5 22 16,-2 5 6-16,-1 2-10 0,2-1 1 15,2-1-14-15,5-4-23 0,6-6-21 0,7-3-10 16,4-6-17-16,5-5-72 15,1-5-82-15,6-2-22 0,7-1-8 0,5-10-106 16,7-6-147-16,6-5-195 16,6-4-617-16,6-2 747 0,4-3 329 15,4-2 217-15,-1-4-488 0</inkml:trace>
  <inkml:trace contextRef="#ctx0" brushRef="#br0" timeOffset="149403.895">22585 13905 352 0,'0'0'1095'0,"90"-66"-357"0,-59 46-167 0,-8 9-106 15,-7 5-58-15,-9 6-157 0,-7 4-64 16,0 11 66-16,-14 8-44 0,-5 7-88 15,-7 7-49-15,-2 2 24 0,-3 0 31 16,5-5-25-16,3-3-34 0,7-7-38 16,5-5-29-16,7-1-3 0,4-6 3 15,0-2 37-15,10-1 12 0,1-3-25 16,6 0-24-16,2 1-2 0,4-2-13 0,3 2-4 0,4 2 4 16,2-2-3-16,0 2-9 15,-2 0-10-15,0 1 10 0,-1-2 24 16,-2 0-30-16,-6 0-4 0,-5-3-6 0,-8-2-18 15,-5 2-22-15,-3-2-49 0,-6 2-65 16,-14 6-23-16,4-2-204 0,-21 7-819 16</inkml:trace>
  <inkml:trace contextRef="#ctx0" brushRef="#br0" timeOffset="149562.643">23146 14553 4197 0,'0'0'661'0,"0"0"-548"0,-82 38-113 0,57-29-131 31,1 0-131-31,5-3-122 0,5-2-642 16,1-2-1583-16</inkml:trace>
  <inkml:trace contextRef="#ctx0" brushRef="#br0" timeOffset="161157.966">6003 16456 962 0,'0'0'505'16,"0"0"222"-16,0 0-413 0,0 0-85 15,0 0-20-15,77-8 66 0,-51 8-58 0,4 0-8 16,5 0 28-16,5 0-102 0,2 0-72 16,5 0-16-16,2 0 6 15,3-5-15-15,3-1 2 0,1-1-2 16,2 0-1-16,5-3-16 0,-1 2-5 0,4-3-13 15,2 3 9 1,1-1 16-16,4 2 10 0,1 2-4 0,0-1-31 0,1 3-2 16,-2-1 20-16,-5 0-21 0,-3 2 1 15,-3 0 1-15,-3 1-2 0,-1-2-1 16,-2 0-20-16,0 0 21 0,-3-4-2 0,4-2 1 0,-3 0-2 16,-2-2-10-16,-3 0-2 15,-4 1-4-15,-5 2 17 0,-2 1-1 0,-5 3 0 16,0 1 2-16,-3 2 0 0,1-2 1 15,-1 1-1-15,-1 1 0 0,-1-2-21 16,1 1-34-16,-4-3-9 0,1 3 31 0,-4-3 21 31,2 3 13-31,-1-4 13 0,0 0 6 0,-2-1-16 16,0 1-1-16,0-2 13 0,-1 0 1 16,-1 1-16-16,-2-1 15 0,-1 0-12 15,2 2 10-15,-5-1-13 0,2-2 0 16,-2 2-2-16,3 0-35 0,0-4-41 15,1 3-16-15,-2 0-10 0,2-1-47 0,-1 2-54 16,0 0-99-16,-3 3-205 0,0 0-548 16,-6 3-451-16,3-1 1374 0</inkml:trace>
  <inkml:trace contextRef="#ctx0" brushRef="#br0" timeOffset="161950.381">13316 16371 300 0,'0'0'108'16,"0"0"-108"-16,0 0-115 0,-104-31 115 0,68 22 1164 0,-2 2-352 15,-2 1-450-15,3 0-182 0,1-1-29 16,1 2-35-16,5 2 21 0,4 2 67 16,4 1 18-16,5 0-45 0,4 0-8 15,7 0 8-15,5 0-3 0,1 0-22 32,0 0-35-32,1 1-21 0,4 0-20 15,7 0-48-15,6 4 12 0,8-4 9 0,7 2 0 0,7 0 6 16,9-2-15-16,7-1 0 15,9 0-10-15,5-1 7 0,6-2-10 0,0 0-6 16,3 2-20-16,-2-1-1 0,-2 0 0 16,-5 2-30-16,-2 0-22 0,-4 0-15 15,-4 0-49-15,-4 0-68 0,-1 0 14 16,-6 2 3-16,0 0-50 0,-7 0-182 0,-2 3-355 0,-14-1-862 16</inkml:trace>
  <inkml:trace contextRef="#ctx0" brushRef="#br0" timeOffset="162466.854">15594 16277 1193 0,'0'0'127'15,"0"0"1190"-15,0 0-1098 0,0 0-218 0,0 0-1 16,0 0 36-16,0 0 121 0,82-6 79 16,-53 6-64-16,4 0-45 0,5 0-13 15,6 0-26-15,4 0 51 0,10 2-33 16,2 1-45-16,8-2-5 0,4 2-35 16,3-2-20-16,7-1-1 0,3 0 1 15,5 0-1-15,3-5-22 0,6-2-6 0,1 0 3 0,7 1 25 16,4 0 9-16,4 1-9 0,4-2 47 15,4 0 22-15,2-2-10 0,4-1-25 16,0 3-33-16,0-2 11 0,-2 0-11 0,-3 1 0 16,-3 1 0-16,-5-1-1 15,-2 2-19-15,-6-3-40 0,-3 2-25 0,-4-1-83 16,-6 1-25-16,-2-2-101 0,-6 1-157 0,-6 0-181 16,-23 2-707-16,12-3 712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2:43:15.050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25530 2371 385 0,'0'0'1577'16,"0"0"-1311"-16,0 0 453 0,0 0-396 16,0 0-113-16,0 0 3 0,0 0 7 15,0 0-50-15,0 0-7 0,0 0 42 0,28-2 17 16,-12 2-84-16,3 2-46 0,1-2-31 0,0 3-3 0,1 0-30 15,1-1-7-15,3 0 7 0,0 0-7 16,4 0-6-16,2-1-2 0,2-1-1 16,3 0-12-16,2 0 0 0,2 0 63 15,5-1 13-15,4-1-49 0,5 0-15 16,6 0 13-16,-1 0-24 0,3 1 0 16,-5-2 1-16,-2 1-1 0,1 2 1 15,-1 0-2-15,0 0-2 0,2 0 0 0,-2 0-13 16,4 3-4-1,-2 2 4-15,-3-1 3 0,-1 3 0 16,-2-2-6-16,-1 1-28 0,-3-2 28 16,0 0-7-16,1 0-8 0,-2-1 5 15,1 0 10-15,0-1-3 0,3 0-1 16,-1 1 7-16,1-1 0 0,-3 2-7 16,-1-3-24-16,-3 3 28 0,-1-2 3 15,-5 3-13-15,-1 0 10 0,0-2-1 0,0 4-2 0,2 0 6 16,-4 0-31-16,2 0-19 0,2 2-15 15,-1-2 49-15,3 1 19 0,2-1 10 16,0-2 2-16,4 0 0 0,1-1 0 16,1 0 1-16,-3-1 16 0,-2-2 11 0,-4 0-28 15,-3 0 0-15,-1 1 0 0,-3-1 12 16,-1 0 1-16,0 1-1 0,-2-1-12 0,-4-1-1 16,0 2 1-16,-4-1 0 0,-5 0-1 15,1-1-10-15,-5 0 11 0,2 0 15 0,-3 0 10 16,-1 0-22-16,0 0 18 15,-2 0 1-15,-3 0-4 0,1 0 4 0,-5 0-4 16,1 0 1-16,-1 0-4 0,-1 0-12 16,0 0-1-1,0 0-2-15,0 0 0 0,0 0 0 0,0 0-12 16,-1 0-4-16,-1 0-27 0,-1 0-37 16,0 0 34-16,0 0-9 0,0 2-41 15,0-2-9-15,0 0-10 0,-3 0-81 16,0 0-75-16,-3 0-160 0,-3 0-171 15,0-2-493-15,-13 0-491 0,115 4 1486 0</inkml:trace>
  <inkml:trace contextRef="#ctx0" brushRef="#br0" timeOffset="4353.572">8415 5824 627 0,'0'0'509'15,"0"0"-220"-15,37-77-116 0,-20 46-115 0,0-5 1031 0,-2 1-704 16,-3 6-6 0,-3 4-60-16,-1 8-1 0,-2 6-17 15,-2 3-44-15,-3 6-67 0,2 2-49 0,-3 0-22 16,3 2-37-16,0 10-30 0,0 7 30 16,1 9-21-16,3 12 11 0,-1 10 4 15,0 11 36-15,-2 8-30 0,0 7-40 16,-1 8-5-16,-3 6-21 0,0 4-14 0,0 0-2 0,-4 1 0 15,-1-2-3-15,0-5-43 0,2-6 19 16,3-11-30-16,0-15-1 0,3-13-2 16,4-15-19-16,2-12-18 0,1-8-10 15,6-8-5-15,1-11-38 0,5-8-15 16,1-10-16-16,1-7-93 0,-4-5-97 16,0-3-124-1,-3-5-95-15,-5-1-2 0,-6 0 86 0,-4 1 109 0,-2 3 397 0,0 6 56 16,-6 5 207-16,0 3 136 0,-1 8 63 15,6 3-63-15,1 4-42 0,0 3-40 0,12 3-15 16,3-1 16-16,9 1-30 0,7 3-15 16,5-3-72-16,3 1 3 0,4 1-61 15,0 0 45-15,2-1-85 0,-5-1-64 0,2-1-30 32,-1-2-9-32,-2 0-18 0,-2 2-42 15,-6-1-28-15,-3 1-39 0,-4 2-43 0,-4 3-86 16,-5 0-235-16,-5 1-232 0,-2 1-381 15,-3-9-344-15</inkml:trace>
  <inkml:trace contextRef="#ctx0" brushRef="#br0" timeOffset="4571.372">9290 5564 1565 0,'0'0'1127'16,"0"0"-709"-16,0 0-17 0,0 74 6 15,0-37-31-15,0 10-26 0,0 6-95 0,0 8-71 0,0 12 26 0,0 4-92 16,-4 9-66 0,-4 2-35-16,-1 0-17 0,2-2-21 15,2-7-9-15,0-8-37 0,5-10-21 16,0-11-25-16,5-9-15 0,4-10-50 16,6-10-114-16,3-8-212 0,4-8-137 15,-5-2-397-15,14-9-966 0</inkml:trace>
  <inkml:trace contextRef="#ctx0" brushRef="#br0" timeOffset="4821.767">9742 6606 2741 0,'0'0'787'15,"0"0"-569"-15,1 66-117 0,-1-46 107 16,0-3 132-16,0-6-65 0,2-8-112 16,5-1-4-16,4-2-58 0,5-3 2 15,4-8-11-15,8-4-16 0,1-9-61 0,2-6-15 0,1-3-40 0,-3-1-36 16,-5 0-6-16,-5 3 6 0,-2 3-16 15,-9 3 25-15,-7 4-3 0,-1 2 36 16,-12 5 18-16,-5 0 13 0,-2 5 3 0,-4 2 46 16,-3 6-46-16,1 1-43 15,-3 0-3-15,3 0 16 0,1 6 8 16,3 1-5-16,3 0-32 16,1 5-58-16,1 3-187 0,3 0-281 15,4-1-566-15,-3 11-981 0</inkml:trace>
  <inkml:trace contextRef="#ctx0" brushRef="#br0" timeOffset="6609.389">11429 5856 1918 0,'0'0'480'16,"0"0"-122"-16,0 0-52 16,0 0 51-16,0 0-28 0,0 0-49 15,0 0-29-15,0 0-22 0,0 0-99 16,0 0-115-16,-47 17-15 0,15 0-24 0,-7 3 5 0,-3 8 17 0,0-2 2 16,-4 4 1-16,2 2 1 0,-2 2 0 15,-1-1-2-15,1 1 1 0,3-1-1 16,0-1 2-16,3-1 20 15,2-1-10-15,5-2-12 0,3-3 1 16,4-5-1-16,4-1 0 0,6-3-11 0,2-4 8 16,5 0 0-16,3-1 3 0,-2-4 9 15,7-4 10-15,-1 0-19 0,1-2 1 16,1-1 2-16,0 1 9 0,0-1-9 16,0 0 15-16,0 0 7 0,0 0 0 0,0 0 2 15,0 0 4-15,0 0 6 0,0 0 0 0,0 0-10 16,0 0-11-16,0 0-14 0,0 0 1 31,0 0-1-31,0 0-1 0,0 0 10 16,0 0 1-16,0 0 0 0,0 0 1 0,0 0-10 0,0 0 9 0,0 0-11 15,1 0-1-15,-1 0 2 0,0 0 10 16,0 0-10-16,0 0 0 16,0 0 1-16,0 0 0 0,0 0-2 15,0 0 12-15,2 0 5 16,-2 0-6-16,0 0-9 0,0 0 10 15,0 0-11-15,0 0 1 0,0 0 9 16,0 0-10-16,0 0-1 0,0 0 1 0,0 0-1 16,0 0 0-16,0 0-1 0,0 0 0 15,0 0 0-15,0 0 1 0,0 0 2 0,0 0 9 0,0 0-9 16,0 0 12-16,1 0 1 0,-1 0-1 16,0 0-3-16,0 0-10 0,0 0 0 15,0 0 0-15,0 0-1 0,0 0 0 16,0 0-1-16,0 0-2 0,0 0-1 15,4 0-12-15,0 0 13 0,1-1 2 16,2 1 15-16,-1-1 3 16,-2 1-15-16,0 0 0 0,-2 0 9 15,-2 0-9-15,1-2 9 0,-1 2-11 16,0 0 0-16,0 0-1 0,0 0 1 16,0 0-1-16,0 0 0 0,0 0-1 15,0 0-1-15,0 0-1 0,0 0-9 0,0 0 9 16,0 0 1-16,0 0 1 0,0 0 1 15,0 0 1-15,0 0 1 0,0 0 10 0,0 0 0 16,0 0-9-16,0 0 0 0,0 0 0 16,0 0-1-16,0 0 0 0,0 0-2 0,0 0-1 15,0 0-11-15,0 0-9 0,3 0-1 16,4 0 1-16,2 0 21 0,7 3 33 16,1 2-18-16,5 0-14 0,4 2 0 15,5 0 20 1,7 2 10-16,6 1-1 0,6-2 19 0,4 1-16 15,1 0-6-15,4-2-14 0,0 3-10 16,-2-1 42-16,-6-3-43 0,-3 0-2 16,-6 0-12-16,-5-1 9 0,-6-5 1 15,-6 3 1-15,-2 0-1 0,-8-2 1 16,-1-1 1-16,-8 0-2 0,0 1-10 16,-5-1 11-16,-1 0 1 0,2 0 1 0,-2 0 0 15,0 0 0-15,0 0 1 0,0 0 0 16,0 0 1-16,0 0 0 0,0 0-2 0,0 0 0 15,0 0-1-15,0 0 1 0,0 0-1 0,0 0 0 16,0 0 1-16,0 0 0 0,0 0-1 16,0 0 0-16,0 0-1 0,0 0 1 15,0 0-2-15,0 3 0 0,0-3 2 16,0 0 0-16,0 0 15 0,-2 0 15 16,-2 0-5-16,-2-5-25 0,-1-6-42 0,-3-2 42 15,1-5 0-15,3-5 0 0,-3-2-2 16,3-4-22-16,1-2 12 0,1-5-28 15,4-1-17-15,-2-2 23 0,2-1-21 0,0-6-45 32,2 3 2-32,4-3 19 0,0 2 27 0,2 2-65 15,1 4 43-15,-2 3 1 0,0 2 11 16,2 6 28-16,-3 4-12 0,-1 3 6 16,-2 2-16-16,0 4-25 0,-1 2 28 15,-2 3-6-15,0-1-47 0,0 4-114 16,-2 1-48-16,-1 3 17 0,-4-3-132 0,1 5-77 15,-1-1-513-15</inkml:trace>
  <inkml:trace contextRef="#ctx0" brushRef="#br0" timeOffset="7274.471">12434 5453 2433 0,'0'0'400'16,"0"0"-99"-16,0 0-46 0,0 0 40 0,0 0 17 15,0 0-71-15,0 0-30 0,0 0-96 16,0 0-26-16,0 0 90 0,1 108 47 15,4-43-95-15,-3 12-36 0,0 8-28 16,-2 5-19-16,-2 3-37 16,-6 2-11-16,-5 0-2 0,-2-2 2 0,0-5-1 15,0-8-16-15,2-10-7 0,2-8 6 16,3-10-10-16,1-10 4 0,0-11-10 16,6-7-24-16,-1-10-42 0,2-3-25 15,0-5-29-15,2-6-18 0,5 0-53 16,1-4-58-16,1-9-151 0,1-7 27 15,2-10-22-15,-4-8-64 0,0-7-6 0,-4-4-100 0,0 0 133 16,-4 2 261-16,0 5 205 0,0 6 440 16,1 10 240-16,1 5-54 0,-2 10-110 15,4 6-20-15,1 4-131 0,4 1-73 16,6 3 46-16,6 6 14 0,4-1-39 16,6 0-76-16,0-1-75 0,4-3-47 15,1-4-9 1,1 0 3-16,2-7-37 0,3-9-45 0,3-6-27 15,0-5-34-15,-1-6-62 0,1-4-65 16,-5-1-51-16,-2-3-84 0,-7 3-180 0,-6-3-502 16,-11 14-392-16,-5-19-865 0</inkml:trace>
  <inkml:trace contextRef="#ctx0" brushRef="#br0" timeOffset="7462.882">12895 5556 2270 0,'0'0'578'16,"0"0"-251"-16,0 0-88 0,0 0 144 0,0 0-12 15,30 67-27-15,-17-34-79 0,4 3-59 16,2 8-60-16,-2 5 1 0,1 8 77 16,-4 5-115-16,-2 4-60 0,-5 0-47 15,-1 2-2 1,-5-3-14-16,2-2-10 0,-3-6-34 16,3-4-75-16,0-9-83 0,0-3-29 0,4-11-98 15,4-5-188-15,-2-10-430 0,13-7-415 16</inkml:trace>
  <inkml:trace contextRef="#ctx0" brushRef="#br0" timeOffset="7625.96">13386 6391 2199 0,'0'0'1603'15,"0"0"-1285"-15,0 0-116 0,0 0-6 16,21 86 161-16,-18-56-101 0,1 4-85 16,-2 0-74-16,3 0-45 0,-1-1-52 15,-1-3 0-15,3 1-18 0,-2-2-37 16,3-2-76-16,-1 0-49 0,1-4-55 15,2-3-30-15,-3-6-216 0,2 2-908 0</inkml:trace>
  <inkml:trace contextRef="#ctx0" brushRef="#br0" timeOffset="8305.949">15019 5834 661 0,'0'0'824'16,"0"0"-476"-16,0 0 780 15,0 0-763-15,0 0 22 0,0 0-89 0,0 0-65 0,0 0-84 0,0 0-81 16,0 0-19-16,-91 23-18 16,51-5-3-16,-5 4 18 0,-6 7-12 15,-8 2-33-15,-8 6-1 0,-5 5-3 16,-6 6-15-16,2 2 7 0,0 0 11 16,6-2 31-16,8-5 28 0,9-7-1 15,11-5-12-15,6-7-24 0,10-5-10 16,8-6-10-16,6-4 19 0,9-3-8 0,3-3-13 15,10 3-25-15,15 4 25 0,9 1 26 0,14 2-2 16,8-2 1-16,3-1-25 0,4-1 0 0,-1-3-2 16,-1-1-4-16,-6-1 6 0,-3 0 30 15,-5 0-8-15,-5-2-20 0,-1 1 16 16,-5-1 6-16,-5-1-24 0,0-1-1 16,-7 0 1-16,0-1 3 0,-4-5 19 15,-3 0 2 1,-2-4 10-16,-5 2 15 0,-1-6 9 0,-3-3 2 15,1-4-17-15,-6-4-25 16,-1-5-17-16,0-4 1 0,-3-4-2 16,-3-5-60-16,-2-4-56 0,2 2-55 0,1-2-53 15,-1 4-44-15,3 3-102 0,-1 4-289 0,2 11-707 16,2-11-733-16</inkml:trace>
  <inkml:trace contextRef="#ctx0" brushRef="#br0" timeOffset="8583.876">15508 5572 2752 0,'0'0'580'0,"1"66"-152"0,3-24-167 0,-1 13 52 15,2 13 67-15,-4 7-67 0,1 6-118 16,-2 2-80-16,-2 4-42 0,-4 0-15 16,-1-6-28-16,-1-6-30 0,3-6 0 15,5-12-3-15,0-10-21 0,3-10 6 0,8-12-22 16,3-7-60-16,1-8 0 0,4-6-22 0,1-4-68 16,3-3-71-16,1-11-185 0,0-8-305 31,-5 4-554-31,1-21-423 0</inkml:trace>
  <inkml:trace contextRef="#ctx0" brushRef="#br0" timeOffset="8750.696">15645 6104 2088 0,'0'0'1199'0,"0"0"-811"0,0 0-4 0,0 0-13 16,0 0-124-16,0 0 26 0,0 0 75 16,79 39-78-16,-42-26-88 0,4-5-64 15,5-5-43-15,2-3-36 0,3-7-39 16,2-9 0-16,-2-3-81 0,1-6-125 15,-6-5-51-15,-3-1-84 0,-5-2-280 0,-14 8-694 0,1-12-835 0</inkml:trace>
  <inkml:trace contextRef="#ctx0" brushRef="#br0" timeOffset="8935.086">16262 5590 2797 0,'0'0'557'0,"0"0"-38"0,25 83-61 15,-19-43-54-15,2 11-60 0,-4 2-73 0,-3 3-80 16,2 0-73-16,-3 4-48 0,-3-2-19 16,-5 1-51-16,-6-4-15 0,-3-2-52 15,1-6-90-15,-2-4-83 0,6-5-71 0,5-8-184 16,7-5-196-16,0-8-388 0,8-12-636 0</inkml:trace>
  <inkml:trace contextRef="#ctx0" brushRef="#br0" timeOffset="9195.513">16466 6314 1505 0,'0'0'2396'16,"0"0"-2079"-16,0 0-134 0,101-24 150 0,-66 16-136 16,-1 4-81-16,-5 1 30 0,-2 3 40 15,-2 0-101-15,-6 3-46 0,-2 3-5 0,-7 4 11 16,-3 5 1-16,-7 1-13 0,-7 7-12 16,-10 2-3-16,-9 6-6 0,-7 4 4 0,-2-1-15 15,0-3 0-15,9-6 1 0,6-6 0 16,9-3-2-16,6-5-12 15,5-2-4-15,0-1 16 0,6 2 1 0,9-1 12 16,6 1-13 0,7-1-22-16,5-1 11 0,4-4 10 15,-1-1 1-15,3 0-130 16,0-3-43-16,0 0-19 0,0 0-28 0,1 0-213 16,-10 0-650-16,9 0-897 0</inkml:trace>
  <inkml:trace contextRef="#ctx0" brushRef="#br0" timeOffset="9899.089">18076 5765 2910 0,'0'0'556'15,"0"0"-208"-15,0 0-122 0,0 0 34 31,0 0 18-31,0 0-102 0,0 0-53 16,-107 90-53-16,67-63-46 0,-5 2 1 0,-4 4 2 16,0-1-14-16,-1 3-13 0,1-2-3 0,4 1-16 15,5-3-14-15,5-4 17 0,12-2-5 16,4-7 6-16,8-3-13 0,6 0 13 16,5-3-22-16,0 1 37 0,11 0 27 0,6-1 52 15,8 2-24-15,6 1-27 0,5-3 15 16,4-1-19-16,-1-4-12 15,2 0 3-15,-1-3-12 0,-2-2 13 0,-1-1-4 0,-1-1 0 16,-3 0-9-16,-1 0 0 0,-3 0 12 16,-6-2 10-16,-5-2 5 0,-6 0 19 15,-2 0 82-15,-3 0 11 0,-2-1-57 16,0-2-37-16,-2-5-14 0,0-2-10 0,0-8-21 16,0-3-3-16,-3-6-24 15,0-4-4-15,0-6-20 16,0-2-64-16,-1-2-61 0,-2 0-3 15,0 6-29-15,-2 6-13 0,1 8-19 16,1 7-82-16,-2 7-288 0,0 3-397 16,-2 3-511-16</inkml:trace>
  <inkml:trace contextRef="#ctx0" brushRef="#br0" timeOffset="10161.548">18704 6303 2556 0,'0'0'1016'0,"0"0"-886"0,0 0-129 0,0 0 166 15,79-22 119-15,-56 17-9 0,-1 1-89 0,6 1-86 16,3 1-93-16,6-2-9 0,5 0-55 16,6-3-164-16,3-3-262 0,-14 4-519 15,27-6-651-15</inkml:trace>
  <inkml:trace contextRef="#ctx0" brushRef="#br0" timeOffset="10299.205">19945 6197 2990 0,'0'0'956'16,"0"0"-543"-16,0 0-27 0,98-20-215 16,-66 4-171-16,1-2-55 0,2-3-203 15,2-1-186-15,-8 6-642 0,20-12-894 0</inkml:trace>
  <inkml:trace contextRef="#ctx0" brushRef="#br0" timeOffset="10431.75">20942 6068 2544 0,'0'0'508'16,"0"0"-58"-16,0 0-185 0,76-21-265 15,-48 8-44-15,1-1-266 0,4-2-234 16,-5 4-551-16,15-2-356 0</inkml:trace>
  <inkml:trace contextRef="#ctx0" brushRef="#br0" timeOffset="10537.889">21693 5903 836 0,'0'0'208'0,"0"0"-208"0,0 0 0 0,0 0 33 0,0 0-33 16,0 0-580-16</inkml:trace>
  <inkml:trace contextRef="#ctx0" brushRef="#br0" timeOffset="11270.103">24500 5772 1960 0,'0'0'753'0,"0"0"-143"0,0 0-239 0,0 0-129 16,0 0-12-16,0 0 3 0,0 0-66 0,0 0-71 15,0 0-75-15,0 0-20 16,-90 45-1-16,47-23 0 0,-4 5 34 0,0-1 0 16,-1 3 12-16,1-3-15 0,0 3-30 15,-1 2 20-15,0 1-3 0,5 1-3 16,4-4-15-16,4 1-12 0,9-6-25 16,6-4 0-16,7-3 6 0,9-5 3 15,4 0-27-15,4-4 55 16,14 2 3-16,9-2 59 0,6 2 5 0,10-3-11 15,4-2 11-15,0 0-34 0,1-1 23 16,-2 1 44-16,-3-1 4 0,-3-2-43 16,-2 2-19-16,-4-4-2 0,-1 0-1 0,-2 0-8 0,-4 0-1 15,-4-4 3-15,0-2 7 0,-4-3 5 16,-3-1 16-16,0-2 24 0,-3-1-34 16,1-5-18-16,-2-5-15 0,0 0-18 15,-4-4-1-15,0-3-1 0,-3-5-25 0,-2-4-51 16,-2-1-16-16,-1 0-58 0,0 2 28 15,0 7-16-15,0 5-22 0,0 7-15 0,3 5-106 16,0 2-201-16,0 4-536 0,-1 0-709 0</inkml:trace>
  <inkml:trace contextRef="#ctx0" brushRef="#br0" timeOffset="11639.045">25159 5418 2013 0,'0'0'1512'0,"0"0"-1139"0,20 80-141 0,-13-36-8 15,2 6 52 1,-6 6-67-16,0 2-41 0,-3 3-70 0,0 7-52 16,0 2 5-16,-6 6-14 0,-5 0-17 15,-4 1-20-15,-1-5-3 16,-1-2-21-16,3-8 3 0,-1-8-22 0,8-5-85 15,4-9-44-15,3-11-18 0,2-7-8 16,9-7-47-16,5-9-166 0,2-6-227 16,-4-1-407-16,7-23-303 0</inkml:trace>
  <inkml:trace contextRef="#ctx0" brushRef="#br0" timeOffset="11802.064">25289 6070 228 0,'0'0'1479'0,"0"0"117"0,0 0-1196 16,0 0-208-16,0 0-2 0,0 0 173 15,89-9-23-15,-56 9-80 0,5 0-71 0,4 0-89 0,2-5-66 16,4-9-34-16,2-2-31 0,-1-4-57 16,-1-4-122-16,-3-1-84 0,-5-4-207 31,-13 10-778-31,1-18-1288 0</inkml:trace>
  <inkml:trace contextRef="#ctx0" brushRef="#br0" timeOffset="12002.234">25777 5535 1778 0,'0'0'1124'0,"0"0"-730"0,20 67-7 0,-12-30 23 15,-2 10-80-15,-1 8-62 0,-5 1-44 16,0 7-55-16,-2 3-75 0,-9 0-63 16,-4 3-31-16,-1-1-1 0,-1-5-30 15,0-3-24-15,3-9-55 0,5-5-27 0,5-6-57 16,3-5-53-16,1-6-89 15,4-3-153-15,2-11-473 0,3 1-499 0</inkml:trace>
  <inkml:trace contextRef="#ctx0" brushRef="#br0" timeOffset="13907.298">26228 6360 261 0,'0'0'238'0,"0"0"-39"0,0 0-88 0,0 0 459 16,0 0 21-16,0 0-289 0,0 0-127 16,0 0-37-16,0 0 46 0,0 0-4 0,0 0-39 15,5-4-19-15,-5 4-20 0,0 0-35 16,0 0-13-16,0 0 19 0,0 0-3 31,0 0-13-31,0 0-3 0,0 0-1 0,0 0 1 16,0 0 6-16,0 0 15 0,0 0 6 15,0 0-1-15,0 0-2 0,0 0-13 16,0 0-9-16,0 0 0 0,-2 1-9 16,2-1-7-16,0 2-6 0,0-2-6 15,0 0 3-15,0 0-7 0,0 0-20 16,0 0 8-16,0 0-10 0,0 0 0 0,0 1 1 0,0-1 9 16,0 0-12-16,0 0 1 0,0 1 1 15,0 5 1-15,0 2 40 0,0 5 6 16,0 2 19-16,0 2-4 0,0 2-18 15,0 5-3-15,-3-1-15 0,0 2-10 16,0 0-3-16,0 2-12 0,-2-1-3 16,1-2-2-16,-2-2-10 0,0-1 10 0,-1-4-10 0,4-4 9 15,0-2-12-15,0-5 2 0,3-3 1 16,0 0-3-16,0-3-28 0,0 0-28 16,0 0-15-16,6 0 6 0,6-3 52 15,2-4 28-15,5-1 0 0,1-5-15 0,3-4-1 16,2-2-15-16,-2-2 31 0,-2 0 0 15,1 2 3 1,-1-2 1-16,-2 4 8 0,0 2-12 16,-2 3 0-16,-4 1 12 0,0 4-11 15,-4 2 1-15,-2 4 29 0,-1 1 6 16,-2 0-3-16,3 0 3 0,0 5 6 16,1 3 0-16,1 3-6 0,0 1 6 0,0 1-12 15,0 5-13-15,-2-1-6 0,3-1-12 16,-3 3-1-16,-1-2-26 0,0-1-16 0,-1 1-9 15,-2 2-22-15,-3 0-22 0,0 4-58 16,0 1-54-16,-8 0-46 0,-2 0-203 0,2-7-522 16,-9 7-533-16</inkml:trace>
  <inkml:trace contextRef="#ctx0" brushRef="#br0" timeOffset="15979.023">8867 8778 1494 0,'0'0'224'16,"0"0"-3"-16,0 0 744 0,0 0-676 15,0 0 36-15,0 0-22 0,0 0-57 16,0 0-40-16,0 0-70 0,0 0 50 16,0 0 51-16,69 46-100 0,-47-17-17 15,-5 6-29-15,2 6-27 0,-4 4-12 16,-1 6-7-16,-3 3-26 0,2 5 2 0,-4 2-7 0,-2-2-14 15,-1-1-18-15,-2 0 6 0,-4-3-6 32,0-3-1-32,0-7-2 0,-4-3-12 0,1-7-13 15,-1-6-27-15,-1-4-28 16,2-6-27-16,0-4-20 0,2-5-36 0,-2-4-39 0,3-1-57 16,0-5-54-16,0 0-37 0,0 0-44 15,0-3-20-15,0-6-86 0,0 2-84 16,0-11 6-16</inkml:trace>
  <inkml:trace contextRef="#ctx0" brushRef="#br0" timeOffset="16611.151">9688 8816 2282 0,'0'0'400'0,"0"0"-203"0,0 0-114 0,0 0 119 16,0 0 110-16,0 0-49 0,0 0-74 15,0 0-145-15,0 0-42 0,-103 58 17 16,64-29-1-16,-2 7 17 0,-2 1-9 16,3 3-25-16,-1 0-1 0,0 0-26 15,3-1 4-15,5-6 9 0,3-2 1 16,7-5-4-16,5-5 1 0,4-5-14 15,7-2 7-15,2-5-9 0,4 2-26 16,1-1 57-16,0 0 12 0,7 5 16 16,2-2 23-16,5 6 14 0,2 0 15 15,4 4 1-15,3 0 16 0,-2 0 33 0,2 2-25 0,-2-2-9 16,0-3-22-16,0-2-49 0,-1-1-25 16,-1-3-25-16,0-2-3 0,-1-5-46 15,0 2-37-15,-1-6-38 0,-1 1-50 16,3 0-142-16,-3-3-256 0,-1 1-653 15,1-2-574-15</inkml:trace>
  <inkml:trace contextRef="#ctx0" brushRef="#br0" timeOffset="16997.283">9883 9499 2771 0,'0'0'488'16,"0"0"-348"-16,0 0 72 0,0 0 135 0,0 0-61 15,0 0-57-15,0 0-71 0,0 0-72 16,0 0-40-16,0 0 0 0,0 0 0 0,43 67-24 16,-38-62-19-16,-1 0 9 0,-1 0 0 0,-2 1-10 15,3-1 0-15,1 2 1 16,-2 2-2-16,1 3 0 0,1 2 0 16,1 3 1-16,-1 2 11 0,-1 0-12 0,2 2 11 15,0-6-10-15,-2 0 0 0,2-6 0 16,-2-4 0-1,5-2 16-15,0-3 25 0,5-3 3 0,3-8-18 16,3-4-28-16,2-7-3 0,-2-2-56 16,0-5-8-16,0 1-3 15,-4 0 8-15,0 0 13 0,-6 3-28 0,-5 0 41 16,-5 5 4-16,0-1 32 0,-8 6 31 16,-6-1-29-16,-2 6 28 0,-4 2-16 0,1 3-14 0,-2 5-19 15,-2 0-30-15,1 4-10 0,-3 4-9 16,4 2-21-16,-1 1-70 0,3 1-157 15,2-3-276-15,4 0-677 0,-3-2-818 0</inkml:trace>
  <inkml:trace contextRef="#ctx0" brushRef="#br0" timeOffset="17650.022">11567 8729 1547 0,'0'0'1021'15,"0"0"-763"-15,0 0-123 0,0 0 112 16,0 0 23-16,0 0-7 0,0 0-49 16,-86 45-35-16,57-24-32 0,-2 0-23 0,0 3-31 15,0 2-22-15,-3 2-43 0,1 2-25 0,2 0 18 16,-1 3-2-16,0-1-19 0,5-2-21 16,2-4 18-16,8-1 0 0,4-1-12 15,7-3 12-15,3-2 2 0,3 4-2 16,9-3-16-16,7 3 7 0,7 0 11 0,6-1 1 0,6-1 2 15,2-4 26-15,3-1-7 0,2-6 4 16,-1 0 6-16,2-8-4 0,-3-2-2 16,3 0 9-16,-4-8 0 0,0-3 2 15,-1 0 1-15,-4-3 3 0,-2-3 6 16,-5 2-6-16,-5-2 6 0,-9 1 3 16,0-1-1-16,-9-4-17 0,-4-2-13 0,-1-4-18 15,-11-5-26-15,-7-3-17 0,-5-2-52 16,0-3-49-16,-3 1-46 0,1 3 14 15,-1 2 27-15,3 7-9 0,4 2-59 16,5 4-129-16,2 6-180 0,6 3-482 16,3-2-579-16</inkml:trace>
  <inkml:trace contextRef="#ctx0" brushRef="#br0" timeOffset="17933.743">12355 8471 1899 0,'0'0'1548'15,"0"0"-1194"-15,20 67-162 0,-12-25-7 16,-2 8 73-16,0 8-11 15,-2 3-53-15,-3 4-57 0,-1 2-57 16,0 1-35-16,0 2-28 0,-6-2-17 16,-3-2-15-16,-1-7-16 15,2-9-45-15,0-11-22 0,5-8-6 0,3-13-25 16,0-8-60-16,2-7-115 0,3-3-240 16,-1 0-523-16,2-12-657 0</inkml:trace>
  <inkml:trace contextRef="#ctx0" brushRef="#br0" timeOffset="23281.063">12969 8668 1687 0,'0'0'402'16,"0"0"-139"-16,0 0 522 0,0 0-184 15,0 0-293-15,0 0-98 0,0 0-45 16,0 0 29-16,0 0-37 0,21-33-108 0,-41 41-49 16,-3 2-30-16,-6 6-4 0,-4 3 31 15,-2 6 3-15,-1-1 15 0,-3 5-13 16,3-2 0-16,-2 2-2 16,1-4 0-16,4 0-3 0,3-2-21 15,3-2-10-15,6-2-6 0,1-3 0 16,5-4 3-16,4-3 0 0,4-2-3 15,3-2-4-15,2-1-2 0,2-1 27 16,-1 2 19-16,1 0 18 0,0 1 10 0,0 6 9 16,3 1 6-16,2 2 28 0,4 5-6 15,3 0-13-15,-1 3-12 0,2 0-12 0,3 1-1 16,0-3-11-16,3 1-1 0,1-1-13 0,2-2 20 16,1-1-21-16,1-1 1 15,3-2-2-15,-4 1-24 0,-1-1 9 0,-2-2-16 16,-1 0-12-16,-5-2-9 0,1 0-50 15,-2-4-71-15,-2 3-141 0,1-3-174 16,-5-1-494 0,3 0-559-16</inkml:trace>
  <inkml:trace contextRef="#ctx0" brushRef="#br0" timeOffset="23498.375">13229 9183 699 0,'0'0'671'0,"0"0"998"15,0 0-1314-15,0 0-143 0,0 0 78 0,0 0-4 16,0 0-105-16,49 85-64 0,-40-50-15 16,-2 5-37-16,0 3-56 0,-2-1-9 15,-4-1-27-15,1-3 11 0,-1-1-8 0,1-3-66 0,-1-8-96 0,2-2-96 16,2-6-168-16,0-7-664 0,4-5-1140 0</inkml:trace>
  <inkml:trace contextRef="#ctx0" brushRef="#br0" timeOffset="24237.205">15087 8575 2168 0,'0'0'65'16,"0"0"1031"-16,0 0-870 0,0 0-144 15,0 0-6-15,-94 31 12 0,51-3 13 16,-9 6-14-16,-4 5 9 0,-5 7-12 0,-2 0-6 15,0 1 6-15,1 0-16 0,4-3 0 16,3-3-3-16,10-6-6 0,9-5-25 16,9-5-20-16,11-8-14 0,8-6-19 0,6-3-30 0,2-2 3 15,5 1 46-15,8 4 12 0,7 6 25 16,6 0-9-16,2 1-17 0,3-3-11 16,3 1-2-16,-2-2-13 15,3-2 15-15,-1-3 15 0,1-1-12 0,-3-1 10 16,-1-3 14-16,0-3-2 0,-3 1 30 15,-2-2 13-15,0 0 9 0,-3 0-1 16,-2 0-27-16,-3 0-24 0,-2 0-4 16,-3-2 13-16,-4-2 2 0,-2 2 4 0,1-4 6 15,-2 1 8-15,0-2 25 0,3-7 22 0,-1-4-48 16,-1-5-53-16,1-7-1 0,-5-3-75 16,-2-6-18-16,-1-3-76 0,-3-2-69 15,-4-1-16-15,-5 4-135 0,-2 4-36 16,4 5-55-16,-1 10-302 0,-1-4-717 0</inkml:trace>
  <inkml:trace contextRef="#ctx0" brushRef="#br0" timeOffset="29787.595">15935 8432 2024 0,'0'0'554'16,"0"0"-274"-16,0 0 73 0,0 0 281 16,0 0-192-16,0 0-148 0,0 0-14 15,0 0 2-15,77 11-85 0,-54 22-57 0,-2 12 3 16,-3 13-22-16,-6 9-49 0,-4 11-17 0,-5 5-7 16,-3 7-27-16,0 2 0 0,-10 4-21 15,0-1 0-15,-5-3-12 0,-2-2-9 16,-1-8-21-16,2-8-40 0,0-17-15 0,7-11 7 15,6-16-23-15,3-16-23 0,3-11-53 16,14-9-107-16,5-18-135 0,7-15-280 0,-2 6-599 31,19-42-876-31</inkml:trace>
  <inkml:trace contextRef="#ctx0" brushRef="#br0" timeOffset="30072.725">16635 8606 2598 0,'0'0'732'16,"0"0"-519"-16,0 0-185 0,-100 65 121 0,61-35 21 0,-2 4-29 16,-1 0-58-16,1 2-43 0,1-1-27 15,6 0 12-15,0-4-5 0,3-2-20 16,3-2-15-16,3-4 14 0,6-1 1 16,4-3 2-16,7 1-2 0,3-3 34 15,5 6-3-15,0-3 19 0,6 2 6 16,7 3 3-16,3 0 6 0,1 1 31 0,-1-1 101 0,3-1-41 15,0-1-52 1,-1 0-13-16,2-2-14 0,1-2-19 0,-1 2-28 16,1-5-30-16,1 1-13 0,1 0-5 15,4-3-22-15,-1-3-64 0,0 0-73 16,0-4-38-16,0-3-112 0,-6-4-230 16,-4 0-415-16,-4-2-426 0</inkml:trace>
  <inkml:trace contextRef="#ctx0" brushRef="#br0" timeOffset="30346.666">16878 9185 2865 0,'0'0'442'0,"0"0"-90"0,0 0 29 16,91-3-16-16,-65 3-130 0,-5 0-100 16,-4 0-15-16,-3 5-7 0,-4 0-30 15,-1 2-25-15,-5 5-34 0,-1 2-24 0,-3 7-3 16,0 4-9-16,-9 5-10 0,-4 3-2 15,-3 2 12-15,2 0 9 0,-2-4 1 16,6-7 2-16,3-2 12 0,3-8 3 16,4-3-15-1,2-4-18-15,8-2 16 0,10-2 2 16,4-2-1-16,6-1-14 0,6-4-4 0,7-11-27 16,2 0-18-16,2-6-40 0,0-1-43 0,0-1-91 0,-12 5-312 15,12-11-827-15</inkml:trace>
  <inkml:trace contextRef="#ctx0" brushRef="#br0" timeOffset="30890.612">18252 8651 2704 0,'0'0'603'0,"0"0"-93"0,0 0-281 0,0 0 28 0,0 0 58 15,0 0-87-15,0 0-41 0,0 0-71 16,0 0-116 0,0 0-6-16,-104 75-13 0,69-47 7 15,-1 3 11-15,0 1 0 0,0 1 1 16,3-1-1-16,3-1 1 0,5-2 34 0,7-2 17 0,6-3-17 0,9-2-18 16,3-1-16-16,0-2-24 0,13 0 2 15,4 0 7-15,9-3-24 0,2-1-7 0,8-3 3 16,3-2 22-16,4-3-4 15,2-3 25-15,-1-4 2 0,-1 0 14 0,-7 0-14 16,-2-4 19-16,-8 1 22 0,-6-1 12 16,-1-2 9-1,-8 1 12-15,1-2-6 0,-4 0-16 16,1-7-11-16,2 0-28 0,-3-9-15 16,-1-1-2-16,-3-3-25 0,-4-3-16 15,0-3-30-15,-6-1-33 0,-2-1 14 16,-4-2-12-16,1 1 13 0,-1 3-29 15,-1 2-21-15,0 5-17 0,-1 2-133 0,2 2-174 16,2 7-510-16,-3-1-489 0</inkml:trace>
  <inkml:trace contextRef="#ctx0" brushRef="#br0" timeOffset="31375.093">20102 9003 2247 0,'0'0'481'0,"0"0"10"0,0 0-182 16,0 0-15-16,105 7-36 0,-66-7-80 15,4-3-100-15,1-4-78 0,3-5-10 16,2 0-80-16,3 1-56 0,4 0-72 15,0 6-116-15,-11 0-427 0,22 3-1170 0</inkml:trace>
  <inkml:trace contextRef="#ctx0" brushRef="#br0" timeOffset="31475.104">21514 8976 2459 0,'0'0'0'0,"0"0"-39"0,0 0-402 0,0 0 77 16,104-60-666-16</inkml:trace>
  <inkml:trace contextRef="#ctx0" brushRef="#br0" timeOffset="31624.153">22209 8821 1939 0,'0'0'454'0,"0"0"-212"0,0 0 44 0,87-7-16 0,-64 5-47 31,-3 0-4-31,1 1-40 0,0-3-56 0,0-1-79 16,5-4-44-16,2-1-195 0,3-2-217 0,-5 2-270 15,16-6-939-15</inkml:trace>
  <inkml:trace contextRef="#ctx0" brushRef="#br0" timeOffset="32339.627">24902 8544 2194 0,'0'0'533'0,"0"0"-211"0,0 0-134 0,0 0 35 15,0 0 59-15,0 0 10 0,0 0-60 16,0 0-120-16,0 0-37 0,-99 74-35 16,60-45-28-16,-3 3-9 0,-2 2 19 0,-2 7 15 15,0-2 3-15,-1 1-9 0,2 2-13 16,4-4 7-16,3-2-7 0,7-3 1 15,6-5-17-15,5-6 26 0,9-7-7 16,6-6-11-16,4 1-10 16,1-2 0-16,3 1 34 0,5 4-33 0,10 1 1 15,1 0 14-15,6 0 5 0,9-1 16 0,3-1 15 0,9-3 15 32,2-1 16-32,2-5 8 0,3 1 7 15,1-4-19-15,-5-4-19 0,0-3-5 16,-2-3-18-16,-4 1-16 0,-1-2-21 15,-8 0 0-15,-4 2-2 0,-9 1 0 0,-6 3 2 16,-7 1 3-16,-3 1 24 0,-5 1 21 16,0-3-2-16,0-4-1 0,-5-7-5 15,-5-8-22-15,-1-6-18 0,-3-6-41 0,-1-5-40 16,-1-5-59-16,0-5-48 0,2-2-25 16,2-2-69-16,-1 2-128 0,3 3-210 15,0 6-354-15,4 13 149 0,0-1-592 0</inkml:trace>
  <inkml:trace contextRef="#ctx0" brushRef="#br0" timeOffset="32708.849">25453 8190 2549 0,'0'0'671'0,"0"0"-169"0,0 0-206 16,13 82-55-16,-6-39 10 0,2 5-47 0,2 8-20 15,1 4-46-15,-1 8-4 0,-5 5-12 16,-1 4-40-16,-5 4-46 16,0 3-35-16,-9-3-1 0,-4 0-12 15,1-6-15-15,1-6-40 0,5-8-64 16,6-11 15-16,0-8-9 16,6-12-26-16,10-7-12 0,4-15-137 15,3-5-151-15,-3-3-559 0,16-17-651 0</inkml:trace>
  <inkml:trace contextRef="#ctx0" brushRef="#br0" timeOffset="33008.958">26149 8653 2636 0,'0'0'1283'16,"0"0"-1112"-16,0 0-112 0,0 0-6 15,-104 29 53-15,63-18 58 16,-4 3-62-16,-5 3-96 0,2 0-6 15,1-1-40-15,0 1 3 0,6 2-9 0,2-2-29 16,4 2-18-16,3 1 22 0,6-1-14 0,6-2 17 0,4 1 32 16,9-3 17-16,4 2 19 0,3-1 13 15,2 1 3-15,6 2 13 0,8 1 8 16,4 1 29-16,5 1 18 0,5 2 25 16,5-3 15-16,5 0-4 0,3-2-15 0,4-4-50 15,-2-2-55-15,3-4-33 0,-3-1-53 16,-5-3-53-1,-1-2-106-15,-3-1-181 0,-10-2-369 16,10 0-772-16</inkml:trace>
  <inkml:trace contextRef="#ctx0" brushRef="#br0" timeOffset="35430.441">26559 9234 919 0,'0'0'528'16,"0"0"-44"-16,0 0-72 0,0 0-47 0,0 0-88 15,0 0-28-15,0 0-54 0,0 0-8 0,0 0-17 0,0 0-22 0,18-3-38 16,-18 3-37-16,0 0-17 0,0 0-19 31,0 1-9-31,0-1-6 0,0 0-9 0,0 0 2 0,0 0 4 16,0 2-1-16,0-2 1 15,0 0-7-15,0 0-8 0,0 0 17 16,0 0-5-16,0 0-14 0,0 0 13 16,0 0-13-16,0 0 0 0,0 0 0 0,0 0-2 15,0 0-3-15,0 0-12 0,0 0 3 16,0 0-10-16,0 0-3 15,0 0 3-15,0 0 1 0,0 0-1 0,0 0 0 0,0 0-9 16,-1 1 0-16,-1-1-4 0,2 0 7 16,-3 0-1-16,3 0 28 0,0 2 1 15,0-2-3-15,0 0-22 0,0 0-7 0,0 0 10 16,0 0-3-16,0 0-7 0,0 0 4 16,0 0 12-16,0 0 16 0,0 0 1 0,0 0 12 15,0 0 12-15,0 0 13 0,0 0 6 16,0 0-12-16,0 0-4 0,0 0-9 15,0 0-16-15,0 0-3 0,0 0 0 16,0 0-3 0,0 0-13-16,0 0 4 0,0 0 12 15,0 0 12-15,0 0 10 0,0 0 3 16,0 0-9-16,3 1-16 0,0 3 0 16,3 3 27-16,1 4-9 0,3 7 82 15,-2 3-23-15,-4 5 4 0,-1 5 2 16,-2 3 4-16,-1 2-22 0,0-2-25 0,0 1-22 0,3-4-3 15,-1-1-13-15,2-7-2 0,1-3-2 16,-2-3 0-16,0-5 1 0,0-2-1 16,0-4-10-16,0-1 0 0,-1-3 10 15,0-2-17-15,-2 0-30 0,3 0-31 16,1 0 21-16,-1 0 7 0,5-5-38 16,-1-4 59-16,2-2-13 0,3-2-12 0,-1-1-12 15,4-5 5-15,-2-3 4 0,3-1 14 0,2-5 4 16,-1-1 10-16,0-2 6 0,2-3-16 15,-3 0 19-15,0 2-19 0,-3 3 22 16,-2 5-6-16,-4 8 24 0,-2 6 1 16,-2 4 51-16,-2 5 15 0,0 1-32 0,-1 0-24 15,0 0-10 1,0 1 0-16,0 5 12 0,0 4 99 0,0 1-2 16,0 1-53-16,0 2 13 0,-2-1-41 15,-4-2-1-15,1 1-11 0,-1 0-16 16,1-5-1-16,2-1-15 15,0 0-15-15,2-3-3 0,1-2-16 0,0-1-15 16,0 0-16-16,4 0-8 0,6 0 89 16,2-4 6-16,3-3 16 0,1-1-6 15,4-4 4-15,-2 0-4 0,0-3-1 0,1 3 4 0,-1 2-17 16,-1 1 14-16,0 1-1 0,0 4 19 16,-1 1 7-16,3 3 15 0,0 0 3 15,-3 6-16-15,-1 2-2 0,-2 2 18 16,1 4 15-16,-3 2 6 0,-1-1-6 15,0 8 0-15,-1-6-1 0,-1 2 7 16,0-1-10-16,-2 0-18 16,0-1-27-16,0-2-24 0,-1 1-1 15,0-3-19-15,-2 2-54 0,3-2-68 16,0 1-46-16,-1-5-42 0,3 1-147 16,-4-4-361-16,7-2-859 0</inkml:trace>
  <inkml:trace contextRef="#ctx0" brushRef="#br0" timeOffset="37050.068">4463 11667 1763 0,'0'0'259'16,"0"0"-100"-16,0 0 19 0,0 0 319 0,0 0-52 16,0 0-171-16,0 0-69 0,0 0-16 15,0 0 12-15,-88-49-5 0,78 50-14 0,-5 11-27 16,5 7-23-16,-1 10-4 0,-2 13-45 16,7 8-22-16,0 9-18 0,2 4-4 0,2-1 4 15,2-5-28-15,0-10-15 0,0-11 0 16,2-9 0-16,4-12-2 0,1-6-28 31,6-8-47-31,6-1-14 0,5-10-7 16,6-6 15-16,2-11 16 0,1-8-16 0,-1-3-22 15,-3-2-15-15,-5 0 27 0,-5 4 21 16,-2 1 13-16,-7 4 28 16,0 3 31-16,-5 4 2 0,-4 4 36 0,-1 6 21 15,0 6 21-15,0 4-2 0,0 3-32 0,3 1 19 16,0 4 3-16,3 3-25 0,3 9 31 15,5 2-4-15,-1 5 1 0,3 2 11 0,-3 0-11 16,-2-1-23-16,-1-5-48 0,-4-4-3 16,0-3-49-16,2-4-61 0,-3-5-28 0,-1-1-55 15,0-2-77-15,2-7-306 0,-1-1-569 16,-1-10-682-16</inkml:trace>
  <inkml:trace contextRef="#ctx0" brushRef="#br0" timeOffset="37308.951">4807 11612 2312 0,'0'0'516'0,"0"0"-224"16,0 0 65-16,0 0 89 0,90 41-136 0,-68-22-34 15,0 3-57-15,0-1-32 0,-2 4-58 16,-4-1-35-16,1-1-36 0,-4-1-27 16,-3 4-13-16,-4-2-16 0,-2 4 10 0,-4-3-11 15,0 0 0-15,0-6 0 0,-1-3 12 16,-2-7-1-16,1-3 0 0,1-3 6 15,1-3-6-15,0 0 4 0,0 0 5 16,3-7-21-16,6-2-43 0,-1-5 13 16,7-5 5-16,1-3 7 0,2-4-28 15,-2-2-11-15,3-2-17 16,1-4-27-16,-1 0-92 0,4-5-124 0,-6 9-305 16,10-15-913-16</inkml:trace>
  <inkml:trace contextRef="#ctx0" brushRef="#br0" timeOffset="37618.532">5499 11745 1023 0,'0'0'2896'16,"0"0"-2554"-16,0 0-264 0,0 0 77 15,0 0 101-15,0 0 13 0,0 0-43 16,0 0-71-16,0 0-100 0,85 42-55 16,-50-60-1-16,5-5-42 0,0-2-60 0,-2-3-40 15,0 0 33-15,-4 3 15 0,-8 2-12 16,-3 3 9-16,-9 5 33 0,-5 3 4 15,-8 0 5-15,-1 1 56 0,-13 4 40 0,-4-1 16 16,-6 1 30-16,-3 4 9 0,0 3 0 16,0 1-25-16,0 15-21 0,0 7-12 15,2 8-25-15,-1 8-12 0,5 5 1 0,1 6 27 16,8-1 11-16,2-3-20 0,7-6-19 16,2-5-64-16,9-10 0 0,9-5 0 15,8-10-25 1,7-5-6-16,10-5 31 0,5-6-53 15,5-11-56-15,3-6-206 0,-14 3-399 16,26-14-1179-16</inkml:trace>
  <inkml:trace contextRef="#ctx0" brushRef="#br0" timeOffset="38119.489">7890 11501 2493 0,'0'0'1661'15,"0"0"-1387"-15,11 75-154 0,-1-37-64 0,2 10 49 16,2 0 134-16,-2 4-34 0,1-2-59 16,-5-4-67-16,3-7-52 0,-3-5-27 15,4-10-9-15,-4-7-82 0,1-8-64 16,1-6-47-16,0-3-40 0,-2-3-151 15,0-12-269-15,-2 2-659 0,-5-20-954 0</inkml:trace>
  <inkml:trace contextRef="#ctx0" brushRef="#br0" timeOffset="38267.912">7782 11192 2206 0,'0'0'774'15,"0"0"-438"-15,0 0-142 0,0 0 81 16,0 0-20-16,0 0-117 0,85-24-138 0,-51 18-34 15,2 1-202-15,5 2-136 0,-11 0-222 16,19 3-712-16</inkml:trace>
  <inkml:trace contextRef="#ctx0" brushRef="#br0" timeOffset="38519.604">8389 11331 2940 0,'0'0'1066'16,"0"0"-840"-16,0 0-148 0,-22 78 71 15,6-50 199-15,0 1-33 0,-1-2-96 16,1 1-79-16,2-2-79 0,6-2-59 15,4-2-2-15,4-1-15 0,3 1-10 16,10-3-17-16,10-2-10 16,7 2 13-16,5-2 5 0,2-3-17 0,5 1 2 15,-2-3 12-15,-2 0 16 0,0 0-3 16,-4 2 2-16,-8-2 20 0,-4 1-7 16,-8 3 9-16,-5-3 49 0,-8 5 33 15,-1 1-15-15,-7 3-33 0,-10-2-19 16,-3 1-15-16,-4 0-16 0,-2-4-51 15,0-5-40-15,5-6-52 0,5-6-64 0,3-6-169 0,7-13-294 16,3-6-17-16,3 2-448 0,6-26-239 16</inkml:trace>
  <inkml:trace contextRef="#ctx0" brushRef="#br0" timeOffset="38771.66">8900 11676 3019 0,'0'0'624'16,"0"0"-325"-16,0 0-82 0,65 80 171 0,-49-60-34 15,-5-3-3-15,0-3-68 0,1-5-123 16,3-4-96-16,2-5-64 0,2-1-21 0,7-12-70 0,3-7-42 16,2-10-10-16,4-5-25 15,0-1-54-15,-1-3-70 0,-6 4-17 0,-7 2-8 16,-7 1-21-16,-11 5 60 16,-4 0 118-16,-16 2 160 0,-8 3 55 0,-6 9 227 15,-3 3 18-15,-2 10-43 16,3 3-83-16,0 15-68 15,1 4-23-15,2 5-6 0,3 1-9 16,2-2-37-16,6-1-31 0,5-1-71 16,2-6-126-16,4 0-102 0,2-7-220 15,0 8-775-15</inkml:trace>
  <inkml:trace contextRef="#ctx0" brushRef="#br0" timeOffset="39301.149">9629 11811 3339 0,'0'0'570'16,"0"0"-340"-16,0 0-112 0,0 0 146 15,0 0 194-15,83-18-117 0,-77 18-146 16,-1 0-50-16,-4 0-69 0,-1 0-61 0,0 0-15 16,0 0-82-16,0 0-173 0,0 0-131 0,0 1-227 15,0 4-1302 1</inkml:trace>
  <inkml:trace contextRef="#ctx0" brushRef="#br0" timeOffset="39991.56">3042 13891 2549 0,'0'0'979'0,"0"0"-456"0,0 0-148 0,0 0 32 15,0 0-120-15,0 0-16 0,0 0-74 16,0 0-51-16,0 0-35 0,0 0-8 15,-3 0-33-15,4 0-19 0,9 2-24 16,12-1-12-16,14 2 30 0,16-1 1 16,10 5-1-16,9-1 39 0,4 4-9 0,2-2-39 0,0 1-18 15,2-2-18-15,-2-1-1 16,-1-1-17-16,-4-5-15 16,0 0-6-16,-6-4-9 0,-4-1-18 15,-8-2-37-15,-6 0-32 0,-7 1-13 16,-9 0-34-16,-8 5-115 0,-7-1-148 0,-8 2-262 15,-5 0-706-15,-7 3-819 0</inkml:trace>
  <inkml:trace contextRef="#ctx0" brushRef="#br0" timeOffset="40208.244">3303 14066 2689 0,'0'0'453'15,"0"0"-243"-15,0 0-19 0,0 0 52 16,0 0 147-16,102 33-86 0,-54-24-5 16,9 1-69-16,4-3-74 0,-1 0-59 15,-2-4-63-15,-4 1-34 0,-3-4-15 0,-3 1-19 16,-5-1-18-16,-4 0-82 0,0-1-31 16,-6-4-28-16,-3 1-98 0,-8-1-269 0,-4 1-574 31,-2-2-529-31</inkml:trace>
  <inkml:trace contextRef="#ctx0" brushRef="#br0" timeOffset="40649.041">3223 13548 85 0,'0'0'1206'15,"0"0"-881"-15,0 0-55 0,-50 70 29 16,27-42-8-16,-3 4-49 0,-4 4-11 16,-5 1-10-16,-1 2-64 0,-3 4-68 0,0 2-6 15,-4 1-1-15,-2 2-3 16,-2 3-13-16,1 3-31 0,-3-1-3 0,1 0 31 15,2-3 50 1,7-6 32-16,6-7-39 0,4-6-50 0,9-7-3 0,7-6-16 16,6-6-16-16,4-3-8 0,3-5-10 15,7 0 12-15,9 7-15 0,10 1 22 16,11 2 59-16,12 4 30 0,6 2-68 16,3 1-22-16,5 1 1 0,0 3-22 15,-1 0-15-15,2 5-4 0,-2-1 1 16,3 2 15-16,1 3-28 0,2-3 9 0,1-4-15 0,0-3 22 15,-3-4-32-15,1-8-98 0,-2-5-54 16,-5-7-138 0,-2-5-150-16,-18-5-271 0,9-20-700 0</inkml:trace>
  <inkml:trace contextRef="#ctx0" brushRef="#br0" timeOffset="40994.18">3943 13522 2315 0,'0'0'741'0,"0"0"-386"0,0 0 78 0,0 0-81 0,109 31-60 16,-70-15-79-16,3-1-51 0,4 4-45 15,0 0-41-15,3 5-12 0,-1-1-21 16,-2 2 0-16,-3-1-25 0,-3 1-18 15,-4-2-2-15,-4 2-26 0,-5 0-11 16,-5-2-10-16,-2 2-18 0,-8 1 36 16,-1-2 13-16,-8 2 7 0,-3 3 11 0,-1 4 3 0,-12 1-1 15,0 4-2 1,-6 3 0-16,-1-1-16 0,-2-1 13 16,-1 1-33-16,0-2-7 0,0-1-31 15,0-1-15-15,0-4-37 0,4-1-47 16,2-9-76-16,2-3-157 0,3-4-181 15,4-8-382-15,2-4-394 0</inkml:trace>
  <inkml:trace contextRef="#ctx0" brushRef="#br0" timeOffset="41958.272">6785 13441 1987 0,'0'0'789'15,"0"0"-136"-15,0 0-261 0,0 0-49 16,0 0-20-16,0 0-64 0,0 0-36 0,77-58 16 0,-64 58-66 15,4 4-55-15,2 11-36 0,3 5-12 16,1 5-4-16,1 8 49 0,-5 6-21 0,-3 3-46 16,-3 2-20-16,-3 4-13 0,-6 1-14 15,-2 0-1-15,-2-1-2 0,0-3-29 16,0-2 4-16,-6-4-12 0,2-6-9 31,0-3-13-31,1-8 10 0,1-9 8 0,1-4 10 16,1-7-18-16,0-2-37 0,0 0-43 0,0-7 46 15,3-5 56-15,3-8 29 0,0-5 3 16,2-10-3-16,-2-7-12 0,1-4 9 16,-1-1-19-16,2 1 19 0,-1 5 1 15,4 3-19-15,1 6 3 0,0 3-4 16,5 5 1-16,-1 7 18 0,0 4 3 0,0 4 27 0,-2 5 13 16,2 4-3-16,0 0 36 0,1 8-19 15,2 8-11-15,1 3 11 0,3 11 13 16,-1 2 12-16,-1 6-16 0,-2 2-5 15,-3 0-22-15,-1 1-9 0,-4-2-12 16,-2-3-15-16,-1-1-3 0,-2-5-33 0,1-2 9 31,0-4-24-31,-2-2-46 0,-1-4-43 16,0-4-30-16,1-4-28 0,0 0-46 0,-3-4-175 16,1-4-184-16,-2-2-153 0,1 0-484 15,2-1-390-15</inkml:trace>
  <inkml:trace contextRef="#ctx0" brushRef="#br0" timeOffset="42159.26">7832 13746 2624 0,'0'0'1100'0,"0"0"-864"0,0 0-94 0,0 0 213 16,0 0 113-16,79-3-105 0,-50-3-123 15,6 2-95-15,1-3-72 0,7-3-34 16,-3-1-39-1,2 1-12-15,0-2-46 0,-3 0-66 16,-3 0-30-16,-3 3-74 0,-4 2-20 16,-3 1-157-16,-10 6-316 0,-5 0-686 15,-11 8-996-15</inkml:trace>
  <inkml:trace contextRef="#ctx0" brushRef="#br0" timeOffset="42327.566">8004 13941 2872 0,'0'0'480'16,"0"0"-232"-16,0 0-90 0,0 0 210 0,0 0-110 16,0 0 42-16,0 0-18 0,90 33-1 15,-53-29-120-15,2-2-79 0,2-2-51 0,1-3-31 16,0-5-29-16,2-4-116 0,1-4-111 16,0 1-17-16,0-2-211 0,-11 4-796 15,12 0-1446-15</inkml:trace>
  <inkml:trace contextRef="#ctx0" brushRef="#br0" timeOffset="43096.678">8750 13400 1064 0,'0'0'1838'16,"0"0"-1444"-16,0 0-38 0,0 0 5 16,105-5-38-16,-77 24-42 15,-1 6-84-15,-2 11-53 0,-5 7 6 16,-3 7-25-16,-4 3-52 0,-3 0-37 0,-2 0-17 16,-4-3-16-16,0-3-1 0,-4-6-2 15,0-4 0-15,0-10-21 0,0-6-4 16,0-7-2-16,0-9-28 0,0-5-3 15,0 0-55-15,7-5-34 0,3-9 38 16,6-6 108-16,2-4 0 0,2-8-17 16,0-5-10-16,0-4-18 0,0-2 15 15,-1-1 29-15,1 1 2 0,-1 5-1 0,-5 6-17 16,2 8-1-16,-4 7-6 0,-2 8 7 16,-2 6 18-16,0 3 49 0,-3 7 28 15,1 5 6-15,1 6-31 0,-4 7-12 0,0 1-3 16,-2 2 12-16,2 0-3 0,-3-1-7 15,0-8-20-15,0-5-17 0,0-7 0 0,0-3-2 16,0-3 0-16,3-1-1 0,0-1-14 31,3-8-34-31,7-4 30 0,0-7 19 0,5-3 0 16,1-6-18-16,3-6-25 0,2 1-3 16,1-1 22-16,1 2-4 0,4 3 10 0,-2 4-19 15,-1 7 37-15,-3 6 33 0,-1 5 25 16,-1 4-6-16,-2 4 6 0,0 0 3 15,-4 9 0-15,3 6-15 0,-4 5-9 16,0 5-1-16,-3 4 31 0,-1 7-3 0,-4 3 0 16,-1 4 5-16,-4 1-2 0,-2 0-12 0,0 2-25 15,-5-7-13-15,1-2-17 0,3-6-3 16,1-7-24-16,0-6-31 0,0-8-17 16,7-5-117-16,2-2-79 0,2-3 17 15,1 0-132-15,-1-8-205 0,1 2-500 16,1-3-434-16</inkml:trace>
  <inkml:trace contextRef="#ctx0" brushRef="#br0" timeOffset="43285.066">10503 13929 4070 0,'0'0'617'15,"0"0"-436"-15,0 0-141 0,0 0-40 0,-23 82-15 0,11-60-53 0,-1 2-79 16,-1-1-88-16,-1 1-189 0,4-3-535 16,-14 18-782-16</inkml:trace>
  <inkml:trace contextRef="#ctx0" brushRef="#br0" timeOffset="45915.48">12656 13777 1623 0,'0'0'451'0,"0"0"-230"0,0 0 18 0,0 0 109 16,-22-70-25-16,16 63 56 0,1 6-10 15,-3 1-99-15,-2 5-112 0,0 7-34 16,-5 9 3-16,0 7-4 0,-1 8-31 16,0 6 6-16,1 5-3 0,3 2 21 15,0-4-34-15,1-3-45 0,7-9-19 0,1-8-16 16,3-10 1-16,0-6-3 0,4-6-50 15,7-3 5-15,5 0 44 0,4-8-13 16,6-6-19-16,-1-7-28 0,1-6-46 16,-2 0-16-16,-2-4-9 0,-5 5 49 15,0-1 37-15,-2 5 12 0,-2 3-6 16,-4 4 21-16,-2 6 18 0,-3 6-16 0,2 3 17 0,-2 2 0 16,3 6 117-16,4 7 22 0,0 1-23 0,1 3-39 15,-1 3-1-15,1-1-8 16,-1 0-20-16,0-3-8 0,1-3-40 15,0-3-3-15,1-6-15 0,-2-2-71 0,1-4-51 16,4 0-48-16,-2-10-58 0,-4 1-448 16,6-14-812-16</inkml:trace>
  <inkml:trace contextRef="#ctx0" brushRef="#br0" timeOffset="46216.18">13002 13746 2561 0,'0'0'594'0,"0"0"-227"0,0 0-48 0,-5 93 135 16,5-53-33-16,0 0-105 0,0 0-100 16,2-6-61-16,4-5-76 0,-2-4-79 15,4-6-27-15,1-2-46 0,1-6-9 16,3-4-19-16,2-6-14 0,5-1-14 0,3-8 34 16,0-6-15-16,0-4-7 0,1-3 21 0,-5 1 19 15,-2-1 33-15,-1 4 41 16,-6 2 3-1,-1 4 28-15,-3 2 37 0,-1 6 34 16,-3 2 3-16,-1 1-4 0,1 0 15 0,1 6-12 16,1 4 12-16,0 7 28 0,2 2-47 15,3 6-18-15,-2-3-25 0,0-1-17 16,1-5-32-16,4-3-2 0,-1-3-3 16,2-4-22-16,4-1-35 15,0-5-41-15,0 0-32 0,6-8-29 0,0-5-59 0,4-3-186 0,-4 1-616 16,11-7-743-16</inkml:trace>
  <inkml:trace contextRef="#ctx0" brushRef="#br0" timeOffset="46659.811">13803 13995 117 0,'0'0'3534'16,"0"0"-2972"-16,0 0-341 0,0 0 8 0,-23 71 172 0,16-59-66 0,-1-1-122 16,4-6-120-16,1-2-56 0,2-3-25 31,1 0-12-31,0 0-1 0,0 0-42 15,0 0-17-15,0 0 5 0,0 0 1 16,0 0-7-16,0 0 0 0,0 0 1 16,3-1-19-16,1-4-25 0,3 0-18 15,6-4 67-15,6-7 21 0,4-8 4 0,3-5-47 0,3-5-79 16,2-4-63-16,0-4-42 0,0-1 13 16,0-2 15-16,-3 0 88 0,-3 0 94 15,-5-2 51-15,-3 0 35 0,-5 2 28 16,-5 0 67-16,-2 2-33 0,-4-3 16 15,-1 6 14-15,0 1-22 0,-3 6 26 16,0 5-13-16,3 9-7 0,-3 6 0 16,3 4-9-16,0 7-66 0,0 2-36 15,0 0-30-15,0 6 30 0,0 7 74 16,5 8 40-16,2 6 38 0,-3 10-39 16,3 4-28-16,-4 7-9 0,-1 4-9 15,-2 2-27-15,0 3-13 0,0 1-24 16,-5-1-3-16,4-3-11 0,1-5-26 0,0-5-42 15,4-6-12-15,4-4-27 0,3-6-35 16,-2-4-27-16,2-5-5 0,1-4-93 0,1-4-212 16,-3-4-501-16,4-3-680 0</inkml:trace>
  <inkml:trace contextRef="#ctx0" brushRef="#br0" timeOffset="47861.784">15803 13683 1891 0,'0'0'800'15,"0"0"-287"-15,0 0-112 0,0 0-70 0,115 36-114 16,-57-25-21 0,4-4-22-16,1-7-35 0,2-1-69 0,-3-12-67 15,0-6-3-15,-6-7-27 0,-5 0-50 16,-6-4-75-16,-8 5-68 0,-11 0-166 15,-7 8-347-15,-12-5-688 0</inkml:trace>
  <inkml:trace contextRef="#ctx0" brushRef="#br0" timeOffset="48081.628">16244 13191 46 0,'0'0'1388'0,"0"0"-1037"16,0 0 52-16,0 0 406 0,0 0-288 0,-83 111-174 15,74-52-52-15,8 10 4 0,1 9-37 16,0 5-20-16,0 0-40 0,4-3-71 0,-1-7-58 16,0-9-51-16,-1-14-22 0,1-11-64 15,3-11-6-15,2-13-9 0,1-7-61 0,3-8-22 16,7-3 14-16,0-14-43 0,4-11-44 16,1-10-223-16,0-9-173 0,1-5-186 15,-6 9 38-15,10-25-422 0</inkml:trace>
  <inkml:trace contextRef="#ctx0" brushRef="#br0" timeOffset="48450.985">16525 12636 1687 0,'0'0'759'0,"0"0"-344"0,0 0-180 16,0 0 258-16,19 71-99 0,-12-22-77 15,5 11-70-15,-1 13-25 0,-2 7-26 0,2 8-37 16,-3 2-34-16,-5 4-31 0,-3 2-42 15,-3-2-22-15,-8-3-18 0,-3-5-12 16,1-11-2-16,0-11-11 0,3-14 10 0,4-10-15 16,3-15-6-16,3-8-25 0,0-9-51 15,6-6-37-15,6-2 11 0,4-9 35 0,4-7 17 32,0-8 37-32,7-7-6 0,-1-1-3 15,0-4-34-15,-1 6 33 0,-4 4 13 0,-1 10 10 16,-3 11 24-16,-2 5 24 0,0 0 75 15,0 12 49-15,-1 5-50 0,1 4-43 16,-2 2-9-16,-1 2-18 0,-1 2-7 16,0-7-19-16,1 1-2 0,-1-5 0 0,3-4-18 15,-3-4-13-15,4-2-12 0,-1-6-30 0,1 0-22 16,0-8-47-16,-1-3-6 0,1-3-182 16,1-1-177-16,1-1-140 0,-3 2-363 15,6-2-121-15</inkml:trace>
  <inkml:trace contextRef="#ctx0" brushRef="#br0" timeOffset="48719.778">17227 13782 2073 0,'0'0'682'16,"0"0"-281"-16,0 0-152 0,0 0 8 0,0 0-39 15,87 9-23-15,-63-18-20 0,3-7-101 0,2-3-54 16,3-5-20-16,0 0-28 0,-1-2-3 16,-3 2-34-16,-1 1 9 0,-7 0 24 15,-2 4 1-15,-7 3 22 0,-5 0 9 16,-6 3 43-16,0 1 39 0,-12 4 36 15,-1 1 9-15,-7 5-16 0,-1 2 37 0,-3 8-40 16,0 8 11-16,-2 10-27 0,2 5-34 0,-1 7 0 16,5 4 15-16,-2 1-21 0,5-2-35 0,4-3-17 15,7-6-12-15,5-5-3 0,1-5 11 16,11-5-35-16,9-5-50 0,6-1 22 0,9-7 18 16,5-4-45-16,8 0-60 15,3-10-15-15,6-5-60 0,2-4-281 16,-14 5-763-16,22-9-1083 0</inkml:trace>
  <inkml:trace contextRef="#ctx0" brushRef="#br0" timeOffset="49768.475">19037 13403 2312 0,'0'0'426'0,"0"0"-63"0,0 0-53 0,0 0 3 16,78-8-2-16,-55 25 18 0,3 7-54 15,-3 6-91-15,-3 7-61 0,-5 4-28 16,-7 2-37-16,-1-2-25 0,-5-3-11 16,-1-4-7-16,-1-7-15 0,0-7-15 15,0-6-16-15,0-5-8 0,0-6 5 16,2-3 3-16,-2 0-42 0,1-1-50 15,4-7 40-15,0-7 22 0,4-4 59 0,2-6-13 16,1-4-13 0,-1-2-12-16,-2 0-19 0,0 4 16 0,-2 5 18 0,-1 7 25 0,-2 6-1 31,-1 7 1-31,-2 2 28 0,2 5 83 16,0 7 43-16,0 4-44 0,0 5-48 0,-1 2-7 15,-1 0-25-15,-1-5-8 0,2-4-22 16,-1-5-1-16,3-6-30 0,2-3-9 15,3 0-12-15,4-2 52 0,5-8 16 0,2-8-4 0,4-2-12 16,0-3-18-16,0-1 5 0,-1 0-17 16,-1 6 2-16,-2 3 10 0,-3 5-4 15,-3 3-2-15,1 7 24 0,-3 0 30 16,0 9 75-16,0 9 41 16,0 2-39-16,1 3-43 0,-4 4 0 15,-1 1-12-15,-3 0 11 0,-1 0-17 0,0-5-16 0,-3-3-29 0,-1-3-1 16,0-4-11-16,0-2-50 0,0-6-51 15,0-3-49-15,0-1-29 0,0-1-43 16,0-3-119-16,6-7-284 0,0-4-448 16,2 2 264-16,6-16-362 0</inkml:trace>
  <inkml:trace contextRef="#ctx0" brushRef="#br0" timeOffset="50088.757">19867 13501 339 0,'0'0'2215'16,"0"0"-1617"-16,0 0-250 0,0 0-114 0,0 0 33 15,0 0-32-15,11 86 14 0,-11-59-46 16,0 0-43-16,0-3-34 0,0-3-29 16,0-3-39-16,0-6-30 0,3-4-25 15,0-4 10-15,0-1-13 0,2-3-43 0,1 0-42 0,2-3 27 16,5-6 6-16,2-1-28 0,0-4 31 16,1-1 9-16,1-3 0 0,-5 1-24 15,1 0-14-15,-4 4 4 0,-1 3 28 16,-2 3 46-16,-4 5 0 0,-1 2 22 15,-1 0 36-15,0 0 63 0,0 6-14 0,3 2-42 16,-2 3-4 0,1 2-30-16,1 2-13 0,-1 0-3 15,4-2-15-15,-1-1 0 0,3-4-21 0,2 0-13 16,1-4-76-16,-1-2-35 16,2-2 6-16,-1-2 25 0,1-7-79 0,-1-2-199 15,-3 2-297-15,8-12-612 0</inkml:trace>
  <inkml:trace contextRef="#ctx0" brushRef="#br0" timeOffset="50454.646">20635 12799 1228 0,'0'0'1217'15,"0"0"-760"-15,0 0-44 0,-13 94-32 0,13-50 10 16,0 6-46-16,0 6-76 0,0 4-70 15,3 2-55-15,3 1-56 0,-2 0-27 16,2 1-15-16,-1-1-9 0,-2-4-13 16,-1-3-3-16,0-3-19 0,0-8-1 15,0-8-1-15,2-8-18 0,1-8-67 0,3-8-74 0,5-4-52 0,0-5 39 16,6-4-75-16,-2 0-73 0,3-8-223 16,-5 0-515-16,5-6-538 0</inkml:trace>
  <inkml:trace contextRef="#ctx0" brushRef="#br0" timeOffset="50794.553">21225 12803 1816 0,'0'0'683'0,"0"0"-286"0,-15 84-102 0,8-38 118 16,3 12 38-16,0 9-28 0,1 3-130 16,1 0-109-16,2 1-55 0,0-3-35 15,8-2-33-15,1-5-40 16,2-5-19-16,0-7-2 0,3-4-13 0,-2-10-63 0,-1-7-9 15,-2-5 14-15,0-5-20 0,-2-6-23 16,-4-5-9-16,0-1-37 0,-3-5-51 16,-4-1-114-16,-8-3-247 0,0-2-171 0,-12-12-786 15</inkml:trace>
  <inkml:trace contextRef="#ctx0" brushRef="#br0" timeOffset="50940.678">20922 13443 176 0,'0'0'2236'16,"0"0"-1640"-16,0 0-149 0,0 0-197 15,0 0-39-15,0 0 47 0,0 0-12 16,0 0-70-16,0 0-32 0,0 0-27 0,114-46-28 16,-56 34-43-16,1-5-46 0,1-2-29 0,-2-4-96 0,-5-3-54 15,-4-2-164-15,-13 9-392 0,0-12-1178 0</inkml:trace>
  <inkml:trace contextRef="#ctx0" brushRef="#br0" timeOffset="51084.248">21609 13376 2040 0,'0'0'1853'0,"0"0"-1489"0,0 80-187 15,3-51 15-15,-3 5 93 0,3-5-74 0,2-3-98 16,-1-4-110-16,3-4-3 0,0-4-198 0,-4-3 17 16,0-5 6-16,-3-4-106 0,0 0-370 15,-4-2-977-15</inkml:trace>
  <inkml:trace contextRef="#ctx0" brushRef="#br0" timeOffset="51257.293">21471 12920 3838 0,'0'0'563'15,"0"0"-236"-15,0 0-155 16,0 0-22-16,0 0-4 0,94 36-54 15,-75-31-92-15,-2-2-49 0,2-2-174 0,-1-1-56 16,-3 0-197-16,3-1-1128 0</inkml:trace>
  <inkml:trace contextRef="#ctx0" brushRef="#br0" timeOffset="51780.019">22689 13146 372 0,'0'0'2056'16,"0"0"-1383"-16,0 0-268 0,0 0-180 15,-13 68-74-15,2-41-51 0,-7 4-34 0,1 0-31 0,-2 3-13 0,3-3-22 16,5-4 0-16,5-1-2 0,6-4 1 16,6 0 1-16,8-4 13 0,7-1 12 15,5-3-24-15,2-1 0 0,3-1-1 16,2-3-1-16,-2 3-15 0,-2 2 16 16,-1 2 31-16,-7 3 147 0,-5 1 88 15,-5 3-72-15,-5-2-38 16,-4 1-24-16,-2-1-44 0,0 0-15 0,-5-3-33 15,-3 0-16-15,-4-2-21 0,4-8-3 16,-1-2-18-16,0-3-64 0,2-3-34 0,1-1-31 16,2-8-62-16,-1-7-121 0,4-3-192 15,0 2-495-15,1-13-363 0</inkml:trace>
  <inkml:trace contextRef="#ctx0" brushRef="#br0" timeOffset="52117.328">23067 13475 1175 0,'0'0'1814'15,"0"0"-1319"-15,0 0-154 0,79 40 95 16,-56-30-27-16,0-2-118 0,0-4-80 16,0-4-65-16,0-1-64 0,5-10-67 15,2-6-15-15,0-4-124 0,0-7-102 0,-2 0-22 0,-1-3-100 32,-4 4-126-32,-5 3-152 0,-4 2-5 15,-5 2 95-15,-8 3 179 0,-1-1 311 0,-6 6 46 16,-8 0 312-16,-4 4 86 0,-2 4 63 15,-4 4 2-15,1 3-118 0,-2 11-43 16,1 7-99-16,-1 7-32 0,2 7 11 16,1 4 5-16,4 5 19 0,3 1 59 15,6-2-74-15,1 0-70 0,7-7-45 16,1-8-21-16,6-7-55 0,9-7 0 16,4-6-37-16,7-7-8 0,6-1 15 0,2-13-34 0,4-7-57 15,1-10-50-15,0-6-48 16,1-5-97-16,2-1-247 0,-2-4-460 15,-10 12-295-15,9-19-389 0</inkml:trace>
  <inkml:trace contextRef="#ctx0" brushRef="#br0" timeOffset="52327.487">23878 12764 855 0,'0'0'1434'0,"0"0"-908"0,0 0-115 0,0 0-109 16,0 0 39-16,0 0 101 0,0 0-96 15,45 110-81-15,-34-52-21 0,1 6-68 16,-7 6-51-16,0 3-25 0,-5 0-39 15,0 1-19-15,-5 1-12 0,-7-3-15 16,0-5-2-16,2-9-13 0,1-8-19 0,6-9 18 0,3-9-11 16,0-6-21-16,2-7-40 0,4-6-36 0,1-5 9 15,-1-6-25-15,-4-2-39 0,1-2 11 16,0-8-80-16,-3-3-82 16,0-3-186-16,-11-6-286 0,1 5-274 15,-15-15-440-15</inkml:trace>
  <inkml:trace contextRef="#ctx0" brushRef="#br0" timeOffset="52461.05">23725 13397 1277 0,'0'0'1336'0,"0"0"-985"0,0 0-162 0,0 0-115 16,20-66 15-16,6 60 121 0,7 0 96 16,9-1-82-16,4-2-108 0,5 2-48 31,5-5-68-31,3 0-9 0,0-4-22 16,-3 1-113-16,1 1-266 0,-20 1-616 0,12 0-1128 0</inkml:trace>
  <inkml:trace contextRef="#ctx0" brushRef="#br0" timeOffset="53144.988">26197 12552 1588 0,'0'0'585'15,"0"0"-107"-15,0 0-76 0,0 0-6 16,0 0-58-16,0 0-67 0,0 0-74 16,0 0-67-16,0 0 34 0,-25 66-43 15,5-19-4-15,-3 9-10 0,-2 1-21 0,-3 2 18 16,-3-3-16-16,0-2-61 0,0-6-27 15,3-6 0-15,3-6-27 0,7-9 6 16,4-6-10-16,7-8-12 0,4-6-39 16,3-2 5-16,0-4 7 0,0-1 5 0,5 0-27 15,5 5 31-15,5 4 61 0,5 5 11 16,2 8-10-16,4 8 26 0,2 7 37 16,0 8 32-16,-3 7 2 0,3 3-22 15,-1 3-24-15,-3 0-21 0,1-3-31 16,-5-2-3-16,0-6-56 0,0-6-66 15,-4-5-31-15,0-9 17 0,-1-3-47 0,0-9-106 16,-3-6-342-16,4-5-988 0</inkml:trace>
  <inkml:trace contextRef="#ctx0" brushRef="#br0" timeOffset="53792.062">27196 12581 2245 0,'0'0'594'15,"0"0"-9"-15,0 0-139 0,45 79-66 16,-28-36 25-16,-2 7-61 0,-3 5-57 0,-5 3-35 16,-2 4-67-16,-5 0-59 0,-3 0-47 15,-8 1-31-15,-4 0-17 0,-3-4-28 16,0-5-3-16,2-6-1 15,1-11-51-15,7-9-23 0,3-10-13 0,2-7-30 16,3-5-21-16,0-5-37 0,3-1-47 16,5 0-33-16,2-1-169 0,3-8-201 15,0-5-136-15,-1 3-334 0,3-14-28 0</inkml:trace>
  <inkml:trace contextRef="#ctx0" brushRef="#br0" timeOffset="53949.956">27309 13078 1755 0,'0'0'626'16,"0"0"-120"-16,0 0-138 0,0 0-62 15,0 0-6-15,0 0-11 0,0 0 84 16,84-6-115-16,-48 9-64 0,1-3-54 16,5 0-42-16,4-4-40 0,4-6-22 15,3-6-36-15,-2-3-27 16,-3-4-120-16,-5-1-94 0,-7 0-54 16,-4 1-155-16,-10 6-622 0,-1-7-657 0</inkml:trace>
  <inkml:trace contextRef="#ctx0" brushRef="#br0" timeOffset="54148.143">27854 12515 75 0,'0'0'1809'0,"0"0"-1287"0,0 0-148 0,0 0-127 0,0 0-4 16,0 0 85-16,12 66-148 0,-7-25 59 16,1 12 33-16,-3 5-39 0,-1 8-24 15,-2 1-31-15,0 1-52 0,-8 1-23 16,-2-3-42-16,-4-1-42 0,-1-6-19 15,1-6-55-15,2-8-92 16,2-3-39-16,3-9 1 0,4-6-37 16,3-6-159-16,0-7-276 0,7-3-634 15,4-9-757-15</inkml:trace>
  <inkml:trace contextRef="#ctx0" brushRef="#br0" timeOffset="55308.851">28158 13364 1148 0,'0'0'673'31,"0"0"-280"-31,0 0-125 0,0 0 109 0,0 0-40 16,0 0-108-16,0 0-76 0,0 0-49 16,0 0 0-16,79-20-6 0,-71 19-17 15,-2 1-27-15,0 0-16 0,0 4 40 16,-1 6 63-16,-1 2-8 0,-1 5-15 15,-2 2-35-15,-1 3-43 0,0 2-3 0,0-3-18 16,-2 0-16-16,-3-3 12 0,2-4-15 16,2-3-3-16,-1-4-40 0,-1-4-28 15,3-2-9-15,0-1-19 0,0 0-59 0,0-6-100 16,0-6-122-16,0 1-293 0,6-17-842 0</inkml:trace>
  <inkml:trace contextRef="#ctx0" brushRef="#br0" timeOffset="55472.712">28305 13043 1884 0,'0'0'683'15,"0"0"-207"-15,0 0-80 0,0 0-85 0,0 0-132 16,0 0-95-16,0 0-63 0,51 65-21 16,-38-58-65-16,2-2-171 0,1-2-103 15,-1 1-228-15,-1-1-892 0</inkml:trace>
  <inkml:trace contextRef="#ctx0" brushRef="#br0" timeOffset="55644.97">28493 13416 3220 0,'0'0'546'15,"0"0"-341"-15,0 0 33 0,0 0 103 16,90 20-143-16,-59-20-106 0,2-8-92 15,2-4-9-15,-1-4-157 0,0-1-32 0,-3-2-135 16,-9 2-377-16,0-4-883 0</inkml:trace>
  <inkml:trace contextRef="#ctx0" brushRef="#br0" timeOffset="55836.469">28867 13058 2123 0,'0'0'967'0,"0"0"-756"0,0 0-90 0,0 0 120 16,7 93 127-16,-5-57-55 0,-1 2-47 16,-1 3-118-16,2 2-93 15,-1-3-52-15,1-2-3 0,-2-2-1 16,0-3-94-16,0-2-90 0,0-4-72 0,0-4-135 16,0-2-248-16,0-7-503 0,3 0-722 0</inkml:trace>
  <inkml:trace contextRef="#ctx0" brushRef="#br0" timeOffset="56178.899">30128 12346 2545 0,'0'0'979'16,"-42"73"-503"-16,11-19-101 0,-4 12-118 0,-2 1-30 16,-3 8-34-16,2 0-34 0,-3 2-32 15,0 1-48-15,-2 2-45 0,-8 4-34 0,1-1-18 0,-4 3-1 16,-2 1-50-16,2 2 20 0,1-1-15 15,2 2 24-15,2-5-33 0,5-2 12 0,5-10-28 16,6-6 22-16,6-9-65 0,5-11-16 16,8-11-80-16,4-5 1 0,6-7-122 15,4-6 20-15,0-6-156 0,0-5-234 16,7-7-685-16</inkml:trace>
  <inkml:trace contextRef="#ctx0" brushRef="#br0" timeOffset="56986.41">28618 13250 2058 0,'0'0'669'0,"0"0"-191"0,0 0-150 0,-12 68-18 15,9-42-74-15,1 2-77 0,-1 3-53 16,3 1-66-16,0-1-21 0,0 4-18 0,0-3-1 16,4-1-3-16,0 1-31 0,1-3-41 15,1-2-84-15,1-1-20 0,3-2-76 16,-2-4-18-16,1-5-270 0,10-1-776 0</inkml:trace>
  <inkml:trace contextRef="#ctx0" brushRef="#br0" timeOffset="57774.908">29802 13327 2425 0,'0'0'628'16,"0"0"-258"0,0 0-56-16,5 98-6 0,-5-52-42 0,0 5 0 15,-2 5-66-15,-3 0-92 0,-2-1-47 16,2-7-18-16,2-2-22 15,3-8-21-15,0-6-16 0,0-7-88 0,5-5-40 16,2-4 2-16,0-4-25 0,0-5-110 16,1-1-264-16,-6-4-542 0,1-2-782 0</inkml:trace>
  <inkml:trace contextRef="#ctx0" brushRef="#br0" timeOffset="57961.437">29872 13694 2338 0,'0'0'667'16,"0"0"-405"-16,0 0-115 0,0 0 179 16,0 0 61-16,0 0-104 0,99 5-97 15,-63-5-103-15,4-6-61 0,2-6-22 16,-1-5-3-16,0-2-111 0,-5-1-142 16,-5-2-104-16,-10 6-311 0,0-9-796 0</inkml:trace>
  <inkml:trace contextRef="#ctx0" brushRef="#br0" timeOffset="58128.128">30233 13300 1296 0,'0'0'1209'15,"0"0"-736"-15,0 0-198 0,-14 66 53 0,10-30-16 0,-1 9 12 16,2 5-39-16,1 6-29 0,2 0-78 16,0-3-53-16,0-7-18 0,2-7-49 15,1-6-58-15,3-8-40 0,-1-5-131 16,-1-6-62-16,1 0-22 0,-2-5-168 15,-1-2-552-15,-1-4-644 0</inkml:trace>
  <inkml:trace contextRef="#ctx0" brushRef="#br0" timeOffset="58381.512">30410 13752 2714 0,'0'0'501'0,"0"0"-281"0,0 0-39 16,0 0 62-16,77-12-55 0,-57 9-100 15,-2 3-63-15,-3 0 3 0,-3 4-25 16,-5 4 21-16,-1 1-2 0,-3 4 16 16,-3 3 24-16,-6 3-6 0,-3 2-7 15,-1-2-18-15,0 0 19 0,2-4-29 0,3-4-21 0,5-4-23 16,0-3-8-16,3-3 18 0,7-1 13 0,8-1 0 16,0-7-12-16,3-3-56 0,2-4-10 15,-1-2-68-15,0-1-80 0,-2 0-96 31,0 0-152-31,-6 1-140 0,-6 3-473 0,-2-1-363 0</inkml:trace>
  <inkml:trace contextRef="#ctx0" brushRef="#br0" timeOffset="59582.983">31124 12044 942 0,'0'0'2152'15,"0"0"-1557"-15,0 0-303 0,0 0-191 0,0 0-44 16,0 0 21-16,0 0-4 0,0 0-15 15,0 0-38-15,0 0-21 0,0 0-12 16,23-3-13-16,-23 3-13 0,0 0 38 16,0 0 12-16,0 2-12 0,0-1-2 15,0-1-1-15,0 0 2 0,0 0 1 16,2 0 1-16,-1 0 1 16,-1 0 0-16,0 0-2 0,0 0-2 15,0 0-23-15,0 0-6 0,4 0-4 16,-2 0 11-16,4 0-11 0,-4 0 13 15,4 0 7-15,-1 0 15 0,1 0 2 16,-3 0 10-16,3-1-9 0,-3-1 10 16,2 2 6-16,-2 0 2 0,-1-1 11 15,3 1-17-15,-2 0-13 0,1 0-2 0,2 0 0 0,-1 0 0 16,4 6 13-16,2 6 108 0,3 5-81 16,-4 5-15-16,0 12 0 0,-6 12 0 15,-4 10 21-15,-4 14 13 0,-15 10 168 0,-8 8-86 16,-6 2-40-16,-6 1-31 15,-1-7 10-15,3-5-16 0,7-11-22 16,10-10-18 0,5-9 7-16,10-12-17 0,5-7-14 0,1-9-2 15,9-5-22-15,7-5-10 16,6-4-24-16,5-4-6 0,2-3-9 16,2 0-15-16,1-1 30 0,-1-2 0 0,-2 3 9 15,-3 0 24-15,-3 5 23 0,-4 11-1 16,-5 3 3-16,-5 7 2 0,-2 5 29 15,-2 4-4-15,-5 5-27 0,1-1-9 0,0 3-74 0,-2-1 43 16,4 1-9-16,-1-2 9 0,2 0 3 16,-1-1 0-16,0 0 22 0,2 0 2 15,-3 0-5-15,3-3 18 0,-6 0-1 16,0 0-8-16,0 0 8 0,-4-2-46 0,-4-4-15 16,0 0 22-16,-7-5-237 0,5-7-481 0,-7 8-947 0</inkml:trace>
  <inkml:trace contextRef="#ctx0" brushRef="#br0" timeOffset="60315.429">23359 15515 2989 0,'0'0'558'15,"0"0"-198"-15,0 0-165 0,0 0-17 16,79 7 178-16,-35-6-70 0,9 0-60 15,5-1-105-15,1 0-66 0,1-3-30 0,-1-7-25 16,-3 1 0-16,-6-2-40 0,-6 0-103 16,-9 3-83-16,-6-1-29 0,-12 6-147 15,-6 1-236-15,-6 2-437 0,-8 5-432 0</inkml:trace>
  <inkml:trace contextRef="#ctx0" brushRef="#br0" timeOffset="60453.394">23607 15727 2383 0,'0'0'516'15,"0"0"-97"-15,0 0-146 0,0 0-77 16,0 0-4 0,0 0-22-16,0 0 26 0,98 72-22 15,-46-65-32-15,7-2-63 0,3-5-79 0,0 0-12 16,-3-6-93-16,-3-1-98 0,-7-2-105 16,-13 3-241-16,11-3-773 0</inkml:trace>
  <inkml:trace contextRef="#ctx0" brushRef="#br0" timeOffset="61650.202">25965 14886 385 0,'0'0'564'31,"0"0"-95"-31,0 0-59 0,0 0-34 0,0 0-40 16,0 0-1-16,0 0-68 0,0 0-60 0,0 0-32 15,0 0-4-15,0 0-36 0,52-56-40 16,-51 56-33-16,-1 0-18 0,0 0-8 16,0 0 14-16,0 3 37 0,-1 4 13 15,-5 4-10-15,-3 6-59 0,-1 6-28 16,1 8-1-16,-3 9 20 0,1 3 15 15,-3 6-22-15,3-1-15 16,-3 4-21-16,-3-2 17 0,1-2-14 0,2-7 2 16,2 0-12-16,5-9 13 0,0-4-7 15,6-4-37-15,-1-5 16 0,2-2 40 16,0-3 0-16,0 1 3 0,5 1 2 16,2 6-2-16,1 3 15 0,0 8-12 15,0 4 38-15,-1 8-29 0,1 3 3 16,-1 4-14-16,-1-1 0 0,0 1-1 0,0-2-41 15,0-2-30-15,-3-1-41 0,2-2-65 0,-2-3-59 16,-1-5-52-16,1-3-31 0,3-6-89 16,-2-6-154-16,2-9-251 0,3-3-522 0</inkml:trace>
  <inkml:trace contextRef="#ctx0" brushRef="#br0" timeOffset="67811.558">26498 14622 1153 0,'0'0'208'16,"0"0"-208"-16,0 0 209 0,45-70 242 16,-31 43 151-16,3 1-165 0,-3 2-70 15,-2 2-97-15,-2 4 60 0,-1 8 26 16,-2 1-77-16,-3 9-37 0,1 0 0 0,-1 11 22 16,2 9-51-1,0 15-113-15,2 11-46 0,-3 15-18 16,1 12-3-16,-5 11 7 0,0 6-7 15,-1 5 9-15,0 1 49 0,0-3-91 16,0-4 0-16,0-10-48 0,0-6-16 0,5-13-14 16,-1-8-10-16,3-13-9 0,-1-10-27 15,-2-8-43-15,4-12-80 0,-1-9-203 16,3-6-161-16,-2-4-414 0,7-22-496 0</inkml:trace>
  <inkml:trace contextRef="#ctx0" brushRef="#br0" timeOffset="68090.153">27105 14822 3794 0,'0'0'399'0,"0"0"-321"0,0 0-60 0,0 0 116 16,-94 80 39-16,67-52-7 0,-2-1-166 16,-1 1-9-16,2-2-102 0,-2-1-6 15,4 0 8-15,-2-2-2 0,3-2-48 16,2-2-2-16,3-2-30 0,4-2-69 0,1 0 168 15,8-3 92-15,3 1 28 16,4 1 70-16,0 2 23 0,4 1-17 0,7 2-4 16,5 4 7-16,7-1-18 0,3 0-8 15,6 0-41-15,6-2-18 16,2-2 37-16,6-3-22 0,2-3-37 0,1-4-13 16,-2-5-71-16,-1-1-220 0,-4-2-205 15,-12 0-507-15,2 0-413 0</inkml:trace>
  <inkml:trace contextRef="#ctx0" brushRef="#br0" timeOffset="68396.393">27379 15330 3228 0,'0'0'492'0,"0"0"-300"0,0 0-76 0,0 0 110 16,0 0-6-1,0 0-13-15,39 86-47 0,-30-58-84 0,-4 7-39 0,-4-2 0 16,-1 3 12 0,0 0 0-16,0-1-37 0,-4-5 3 0,-2-5-15 15,4-2-21-15,-1-5 6 0,0-6 2 0,0-2 1 16,1-1 9-16,-1-6-34 0,0 0-36 0,1-3-1 0,-1 0-30 15,-3-5-53-15,0-5-22 0,-2-6-54 16,0-3-169-16,-2-4-233 0,5 2-461 16,-3-19-400-1</inkml:trace>
  <inkml:trace contextRef="#ctx0" brushRef="#br0" timeOffset="68544.656">27354 15121 2929 0,'0'0'441'0,"0"0"-222"0,0 0-54 0,0 0 117 15,0 0-81-15,0 0-86 0,92-3-62 16,-70 3-50-16,2 0-3 0,2-3-80 16,0-6-176-16,-6 2-249 0,6-5-961 0</inkml:trace>
  <inkml:trace contextRef="#ctx0" brushRef="#br0" timeOffset="69229.021">27587 15529 2172 0,'0'0'1041'16,"0"0"-780"-16,0 0-80 0,0 0 65 0,0 0 80 15,0 0-56-15,76 5-91 0,-52-5-75 16,2 0-64-16,1-1-27 0,2-6-13 16,1-3 0-16,0-1-80 0,-1-4-34 15,-2-5-53-15,-2-2-91 0,-2-2-181 0,-9 4-360 16,-2-7-929-16</inkml:trace>
  <inkml:trace contextRef="#ctx0" brushRef="#br0" timeOffset="69408.038">27835 15195 1649 0,'0'0'1478'16,"0"0"-1153"-16,0 0-157 0,-12 84 125 15,12-47 43-15,0 6-76 0,0 2-115 16,4 2-43-16,-2 0-32 0,3-4-23 15,-1 0-47-15,-1-1 0 0,3-7-22 16,-2-7-36-16,5-11-74 0,2-10-38 16,3-7-100-16,4-7-183 0,-1-2-566 15,7-18-639-15</inkml:trace>
  <inkml:trace contextRef="#ctx0" brushRef="#br0" timeOffset="69577.564">28135 15224 36 0,'0'0'3231'15,"0"0"-2831"-15,0 0-283 16,0 75-32-16,0-40 158 0,1 6-16 0,4 4-66 16,-1 3-47-16,1-2-37 0,2-1-15 15,1-2-62-15,-2-2 0 0,-2-3-83 16,2-4-75-16,-1-8-49 16,1-6-97-16,3-8-197 0,2-8-158 0,-6-4-116 15,13-12-638-15</inkml:trace>
  <inkml:trace contextRef="#ctx0" brushRef="#br0" timeOffset="69961.642">29179 14572 931 0,'0'0'2309'16,"0"0"-1957"-16,0 0-181 0,0 0 37 0,0 0 83 0,0 0 19 16,-13 65-79-1,4-34-81-15,-2 6-70 0,0 9-28 16,-2 7-16-16,-2 7 4 0,-3 7-4 15,-3 7 10-15,-7 8-9 0,-4 10-36 16,-4 3-1-16,-7 8-2 0,-3 4-1 16,-3 4-10-16,-1 0-8 0,-1 1-37 0,1-7-18 15,4-5-19-15,3-10 16 0,7-4-4 16,5-11-28-16,8-5-27 0,7-10-35 16,5-9-13-16,4-10-62 0,4-7-190 15,1-14-374-15,1-3-668 0</inkml:trace>
  <inkml:trace contextRef="#ctx0" brushRef="#br0" timeOffset="70654.779">29099 15580 2526 0,'0'0'435'16,"0"0"-48"-16,0 0-41 0,25 81-38 15,-14-43-51-15,0 10-99 0,1 6-55 16,-1 4-32-16,-6 6-10 0,2-2 1 15,-2 1-25-15,-5-1-24 0,0-3-13 16,-5-1-43-16,-3-4-46 0,1-8-44 16,1-8-13-16,4-13-43 0,2-9-22 0,0-11-88 0,8-5-172 15,0-5-506-15,9-14-480 0</inkml:trace>
  <inkml:trace contextRef="#ctx0" brushRef="#br0" timeOffset="70962.324">29524 15693 466 0,'0'0'2409'16,"0"0"-2075"-16,0 0-197 0,0 0-10 15,0 0 51-15,0 0-14 0,0 0-64 16,-95 63-47-16,69-38-53 0,0 0 0 0,1 5 0 16,-3-4 53-16,2 3-8 0,0-2-17 15,5-2-12-15,-1-2-14 0,6-2-2 16,3-2 0-16,4 0 0 0,5-1 18 15,4-2 4-15,0 4 3 0,10-1 12 0,5 5-18 16,6 0-3-16,5 1-13 0,5 0 25 16,0-2-13-1,7 0 1-15,2-6-7 0,0-3-9 0,2-6-31 16,1-3-15-16,-2-4-54 0,-1-1-45 16,0-2-50-16,-4-6-99 0,-8 2-271 15,3-6-847-15</inkml:trace>
  <inkml:trace contextRef="#ctx0" brushRef="#br0" timeOffset="71315.823">29844 16209 927 0,'0'0'2301'0,"0"0"-1894"0,0 0-275 0,0 0 13 0,0 0 91 15,0 0-99-15,0 0-50 0,0 0-37 16,0 0-48-16,90 0 22 0,-70-7 1 16,0-2-4-16,0 4-21 0,-1 4 0 15,-3 1 11-15,0 8 5 0,-6 9 45 0,0 7 29 16,-3 11-38-16,-4 7-18 0,-3 8-8 15,0 5-26-15,0 1-3 0,-6 0 3 16,1-1-1-16,-1-4-17 0,3-4-19 0,1-7 19 16,2-8 17-16,0-8-15 0,0-10-45 0,0-8-23 15,5-6-52-15,-1-6-81 0,0-12-47 16,-1-9-239-16,0 4-633 0,-3-23-853 0</inkml:trace>
  <inkml:trace contextRef="#ctx0" brushRef="#br0" timeOffset="71470.817">29873 15919 2315 0,'0'0'1143'0,"0"0"-880"0,0 0-156 0,0 0 113 0,0 0-16 0,0 0-77 16,100-5-55-16,-57-1-60 0,2-6-12 16,0-5-42-16,0-3-266 0,-11 2-308 15,5-12-950-15</inkml:trace>
  <inkml:trace contextRef="#ctx0" brushRef="#br0" timeOffset="72048.245">30924 14754 1725 0,'0'0'1039'16,"0"0"-603"-16,0 0-64 0,0 0-25 16,0 0 17-16,0 0-20 0,0 0-209 15,0 0-18-15,0 0-81 0,0 0-33 16,80 30-3-16,-66-17 0 0,1 8-2 0,-2 8 2 0,-4 12 1 0,-3 14 33 16,-6 9 43-16,-6 13-19 0,-10 4-7 15,-7 4 13-15,-4-1 76 0,-2-5-97 16,-1-5-25-1,6-4-18-15,1-11 31 0,9-9 14 16,5-10 16-16,9-7-55 0,0-9-6 0,6-4-30 16,8-4-28-16,5-1-24 0,4 0-18 15,3 2 33-15,2 4 21 0,-3 5 46 16,0 5 1-16,-2 7-1 0,-4 6 3 16,-3 5 12-16,-3 1-15 0,-2 0-15 15,-3-1 0-15,1-4-34 0,0-2-31 16,1-6 1-16,2-3 9 0,-4-4-20 0,1-3-5 15,2-3-10-15,-3 0 4 16,-1-2 17-16,-3-2-19 0,-1 1-93 0,-3-1-53 0,-3 2-76 16,-7-2 48-16,-5 5 108 0,-4 1-75 15,0-7-422-15,-16 14-833 0</inkml:trace>
  <inkml:trace contextRef="#ctx0" brushRef="#br0" timeOffset="80053.649">17162 3834 267 0,'0'0'548'0,"0"0"-548"0,0 0-23 0,-75 17-332 15,49-7-62-15</inkml:trace>
  <inkml:trace contextRef="#ctx0" brushRef="#br1" timeOffset="90281.819">27348 11865 2308 0,'0'0'811'16,"0"0"-594"-16,0 0-167 0,0 0-49 16,0 0 24-16,0 0 35 0,0 0 57 0,0 0-9 15,0 0 15-15,0 0-38 0,-76-24 66 16,57 36-13-16,-4 5-57 0,-3 6-63 15,-4 6-18-15,-3 5-25 0,-2 1 13 16,-2 7-7-16,1-3 19 0,-1 3 3 16,3-2 16-16,3 2 12 0,-1 1-15 15,2-3 9-15,3 3-13 0,1 1 10 0,1 4-1 0,2-1 0 16,4 1-21-16,-1 5-1 0,2 0-2 0,5 3 1 16,2 0-20-16,1 2-6 0,3 1-9 15,4 2-6-15,0-1 42 0,3 1-21 16,0-3-13-16,3-3-5 0,7-3 2 0,5-3 36 31,4-3 2-31,7-2-2 0,5-2 2 16,3 1-2-16,6-4-10 0,-1 3-13 15,3-1-36-15,0 2 60 0,-2 3-29 16,-4 0 30-16,-2 1 11 0,-3 3-11 0,-3 0 0 16,0-1 0-16,-2-2 0 0,2 2-3 15,0-4-53-15,6-1 3 0,0 0 12 16,5-4-171-16,2-2 162 0,5-1 27 15,-1-2 8-15,3-1 2 0,3-1-2 0,-2-2 15 0,3 1 0 16,-5-4 2-16,4 6 0 0,-1-3 17 16,-1 1-3-16,1 2-16 0,2-1-1 15,-2 0 0-15,3 0 1 0,1 0 3 16,1-1-3-16,5 0 0 0,2-2-3 16,3-3 1-16,3-1-17 0,3-3 19 15,1-1-12 1,4-2 11-16,-1 0 2 0,-1-4-1 0,-1 2 3 15,0 0-3-15,-3-4 2 0,-2 3 17 16,0-3-19-16,-5 0-27 0,0-2 25 16,-1 1 4-16,0-2 8 0,2 3-10 15,-1-4 0-15,2 2 11 0,3-4-10 16,-1 2-1-16,0-3 2 0,1 0-4 16,-4-4-7-16,1 1 7 0,-6-2 1 0,0-1 0 0,-5-1-2 15,-6 0-10-15,0 0 13 0,-5-3 0 16,-2-1-29-16,-2-2-18 0,0-1 47 15,-1-1 0-15,-2-2 1 0,-1 2 18 16,-2 0-16-16,0-2 6 0,-1 1-5 0,-2-2 8 16,-2 1 1-16,-2-3-10 0,-2-1 0 15,-2-4 10-15,-1 0-10 0,-1-3 16 0,-1 0-3 16,2-3-14-16,0 1 27 0,-1-4-13 16,6-1-16-16,-1-2-13 0,4-3-3 15,-1-1 13-15,3-2-19 0,-3 0 22 0,0 0 1 16,-3 0 21-16,0-1 3 0,-5-1 26 15,0-2-23-15,-3 2 32 0,-6-3-6 16,3-5-32 0,0-2-1-16,-2-6-21 0,1-1-22 15,-1-6 6-15,-4-2 4 0,-2 1-23 16,-4 1 7-16,-2 1 10 0,0 2 17 0,-2 6-17 16,-6 1 5-16,-2 4 14 0,-2 2-1 15,-3-1 41-15,-3 5 6 0,-4-4-43 16,2 3 8-16,-4-3 35 0,-1 2-44 15,-1-3-3-15,2-1-13 0,0-4-25 0,2-3-6 16,-1-1-22-16,4-2-10 0,-1-1 0 16,-2-1 31-16,2 3 26 0,-3 2 3 15,1 0 16-15,-2 4 0 0,2 4 61 16,-6 2-23-16,3 2-3 0,-6 3 6 0,-2 1-10 16,-1 1 1-16,-4 0-32 0,2 0-1 15,-1-1 1 1,-1 2 2-16,1 0-2 0,-2-1-1 15,3 1 0-15,1-1-1 0,1 0 0 0,0-2-20 0,3 1-10 0,-1 0 10 16,0-2-13-16,-1 2 22 0,-2 3 13 16,-2 0 12-16,-2 3-11 0,-4 4 23 31,-3 2-23-31,-2 2 21 0,-2 1-6 0,-3 3-16 16,-2 0-2-16,-2 1-17 0,-2 0 18 0,0 0-1 15,-1 0 1-15,1 3-12 0,1-2 1 16,2 1 10-16,2-1 2 0,3 0 22 0,0 5-6 15,4-3-14-15,-1 2 17 0,0 0-17 16,0 2-1-16,-1 0 24 0,0 2-23 16,-2 3 17-16,1 1-16 0,-4 3 13 0,0 2-1 15,-2 1-15-15,-2 0-3 0,-3 4 2 0,1 2-1 16,-3 2-11-16,1 3 13 0,0 1 3 16,3 0 32-16,3-3-1 0,8 4 20 15,4-4 0-15,6 2-26 0,3-3-11 16,5 1-17-16,2-1-13 0,4 3 13 31,-2-3-1-31,4-2 0 0,1 0 1 0,2 0 1 0,-1-1 12 16,1 0-11-16,0-1-2 0,-2 0-17 15,-2 1-8-15,-4 0-10 0,-1 0 13 16,-6 2 6-16,-1-2 4 0,0 0-42 16,0-1 32-16,4-1 0 0,6 0-13 15,3 0 35-15,7 0 26 0,4-3-26 16,3 0-23-16,4 2 11 0,-1-2-4 15,2 1-22-15,1 1-16 0,2-2-9 0,-2 1 28 0,2-1-32 16,0 0-115-16,10 0-145 0,7-6-30 16,12-3-139-16,-3 0-278 0</inkml:trace>
  <inkml:trace contextRef="#ctx0" brushRef="#br1" timeOffset="90835.231">29438 10117 88 0,'0'0'2373'15,"0"0"-2057"-15,0 0-139 0,0 0 12 16,0 0 94-16,0 0-7 0,0 0-52 16,0 0-51-16,0 0-39 0,0 0-16 0,-35-20-40 15,34 37-60-15,-4 12 38 0,-1 13 31 16,-5 11-7-16,0 10-22 0,-4 7-9 15,1 3-15-15,-3 2-15 0,-1 3-7 0,-2-1-12 16,-3-1-12-16,0-1-10 0,-2-1-6 16,0-4-15-16,2-6 13 15,3-7-4-15,5-10 0 0,5-6-25 0,1-11-46 16,6-6-40-16,3-8-2 0,0-6-66 16,0-4-153-16,3-6-175 0,3-2-175 15,-2-7-459-15,5-12 3 0</inkml:trace>
  <inkml:trace contextRef="#ctx0" brushRef="#br1" timeOffset="91035.882">28994 10999 2032 0,'0'0'444'15,"0"0"-93"-15,0 0-142 0,0 0-17 0,0 0-33 16,-81 80-13-16,73-58 22 0,1 2-7 16,5-2-23-16,2-1-21 0,2-2-52 0,10-5-27 15,3 1 27-15,5-5-21 0,4-4 24 16,7-4 6-16,3-2 6 0,5-8-30 15,9-9-22-15,2-5-28 0,4-8-62 16,-1-4-80-16,-2-2-70 0,-7-4-76 16,-6 2-104-16,-7-2-246 15,-11 10-567-15,-4-17-376 0</inkml:trace>
  <inkml:trace contextRef="#ctx0" brushRef="#br1" timeOffset="98798.191">28279 8224 825 0,'0'0'1755'15,"0"0"-1664"-15,0 0 34 0,0 0 126 16,0 0-21-16,54 79-23 0,-46-41-65 0,-2 5-63 0,-2 4-22 0,-4 3-7 15,0 1-2-15,-1-2-25 0,-8-1-21 32,5-6 27-32,0-7 135 0,-1-9-17 0,4-8-66 15,-1-6-53-15,2-6-26 0,0-2-1 16,0-4 0-16,0 0 24 0,2 0-4 16,4-6-21-16,4-6-3 0,3-6 3 15,1-5-1-15,3-3 1 0,-2-5-3 16,1-1-12-16,-6-1 14 0,1-1 1 15,2 2 9-15,-1 1 17 0,1 4-26 16,1 3-22-16,0 5 7 0,2 2-29 16,0 6-46-16,-1 2-13 0,3 3-4 0,-2 1-104 0,1 1-204 15,-3 2-570-15,3 1-593 0</inkml:trace>
  <inkml:trace contextRef="#ctx0" brushRef="#br1" timeOffset="99095.915">28699 8531 688 0,'0'0'1094'0,"0"0"-365"0,0 0-191 0,0 0-149 16,0 0-85-16,0 0-109 0,0 0-53 15,0 0-45-15,82 18-85 0,-56-30-12 0,3-3-160 16,2-3-6-16,0 0 46 0,-3 0-35 16,-3 3-77-16,-8-1 19 0,-10 3 33 15,-7 2 102-15,0 3 78 0,-12-3 35 16,-3 5 49-16,-4 0 92 0,0 6-90 15,-4 0-6-15,1 6-7 0,2 7 35 16,0 5-7-16,2 4 10 0,3 3 18 16,0 2-3-16,2 2 15 0,2 0-31 0,4 1-45 15,4-4-28-15,3-4-6 16,3-2 0-16,7-6-6 0,5-1-25 0,3-5-9 16,1-3-50-16,7-3-41 0,5-2-49 0,0-4-138 15,4-11-150-15,-9 6-612 0,11-19-818 0</inkml:trace>
  <inkml:trace contextRef="#ctx0" brushRef="#br1" timeOffset="99327.409">29223 8296 460 0,'0'0'1254'0,"0"0"-287"15,0 0-588-15,-15 82 20 0,10-44 41 16,-1 5-89-16,0 5-54 0,-2 7 2 15,-4 5-97-15,1 7-101 0,-6 6-43 16,-2 3-58-16,-6 7-19 0,1 2-30 16,-3 2 4-16,-2-2 14 0,1-1-18 0,5-7 6 0,2-9-18 15,3-12-80-15,8-13 6 0,7-14 48 16,3-15-49-16,8-10-56 0,9-8-122 16,6-19-8-16,6-13-358 0,-6 3-535 15,10-34-473-15</inkml:trace>
  <inkml:trace contextRef="#ctx0" brushRef="#br1" timeOffset="99597.288">29099 8401 1570 0,'0'0'542'16,"0"0"-86"-16,0 0-301 0,0 0 25 15,0 0 137-15,92-51-8 0,-66 42-75 0,-2 2-76 16,0 2-30-16,-2 5-39 0,-6 0-30 0,-1 3-9 15,-1 8-16-15,-5 3-15 0,-1 3 9 16,-3 3-16-16,-5 4 3 0,0 2 1 0,-2 4 30 16,-10 0-30-16,-5 4-4 0,-3 0-11 15,-1 0-2-15,0-3-38 0,1-3 2 16,2-8 3 0,4-4 18-16,2-5-9 0,4-5-105 0,0-5-131 0,-2-1-67 0,3 0-121 15,-2-6-214-15,0-6-409 0,3 0-305 16</inkml:trace>
  <inkml:trace contextRef="#ctx0" brushRef="#br1" timeOffset="99981.029">29425 8389 222 0,'0'0'1858'0,"0"0"-1483"0,0 0-84 0,0 0 123 0,0 0-61 16,0 0-147-16,0 0-99 0,0 0-47 15,0 0-19-15,66 67-41 0,-61-49-2 16,-3 1-23-16,-2 2-38 0,-2 2 3 16,-8 0-16-16,-3-1-22 0,-1 0-10 0,0-1 38 15,3-5 70 1,1-6 35-16,5-4 10 0,4-3-7 0,1-2 32 16,0 1-20-16,0-2-12 0,0 0-25 15,0 0 6-15,1 0 41 0,2 0 37 16,3-5-3-16,0 0-44 0,-2 1 5 15,0-2-53-15,1 0 1 0,1 0 25 16,-4 0 6-16,5-1-32 0,-1 1 45 16,3-2 0-16,0 1 6 0,3-3-10 15,5-3-18-15,0-1 15 0,3-2-33 0,-1 0-7 0,1 0-13 16,-1 1-21-16,1-3-13 0,-3 5-46 16,-3-2-32-16,-3 4 12 0,0 2 3 0,-4 2-10 15,1 3-31-15,-4 3-97 16,0 1-245-16,-3 0-253 0,-1 0-400 0</inkml:trace>
  <inkml:trace contextRef="#ctx0" brushRef="#br1" timeOffset="100398.981">29802 8622 795 0,'0'0'1668'15,"0"0"-1294"-15,0 0-191 0,0 0 38 16,0 0 78-16,-17 77-75 0,19-69-104 16,8 0-51-16,0-4 12 0,4-3-4 0,4-1 7 15,3-1-31-15,1-8-53 0,2-4 0 16,4-2-38-16,-1-4-37 0,0-1-82 15,-2-1 50-15,-5 2 32 0,-3 1-51 16,-6 1 18-16,-6 0 48 0,-5 4 15 16,0-3 45-16,-10 3 61 0,-4 1-58 0,-1 3 41 0,-2 4 73 15,0 5-57-15,-3 0 16 0,1 8-16 16,-3 8 18-16,-1 3 10 0,2 6 16 16,0 5 5-16,1 1 25 0,1 4 5 15,2 0-31-15,6 0-53 0,2-8-55 16,8-2-12-16,1-4-10 0,7-7-27 0,4-2-10 31,7-6-12-31,3-2-12 0,4-4-1 16,4-5-112-16,2-9-128 0,-5 2-398 0,13-17-893 0</inkml:trace>
  <inkml:trace contextRef="#ctx0" brushRef="#br1" timeOffset="100667.647">30365 8410 417 0,'0'0'2609'15,"0"0"-2222"-15,0 0-178 0,0 0 119 16,0 0 69-16,0 0-106 0,0 0-79 0,-42 68-77 16,28-49-47-16,2 0-20 0,-2-2-35 15,3 1-33-15,3-1-19 0,1-4 3 16,5-1 16-16,2 1 33 0,2-1-33 16,10 0-9-16,2 2-3 0,3-1 12 0,0 0-1 0,3-1-1 31,0 0-17-31,-4-1 1 0,0 1 15 15,-6-4 2-15,-2 4-17 0,-5-2 4 16,-3 2 14-16,0-2 34 0,-6 2-7 0,-5 0-27 16,-3-1-34-16,-2-1-76 0,1-2-68 0,1-2-25 15,3-2-51-15,2-4-152 16,5 0-278-16,1-11-1008 0</inkml:trace>
  <inkml:trace contextRef="#ctx0" brushRef="#br1" timeOffset="101285.301">30657 8676 1638 0,'0'0'1096'0,"0"0"-471"0,0 0-261 16,0 0 126-16,0 0-99 0,0 0-136 0,0 0-96 15,0 0-24-15,0 0-26 0,84 37-20 16,-63-44-77-16,2-5-12 0,1 0-143 16,-3-1-13-16,-4-2 31 0,-4 4 5 0,-2 0-30 15,-4 1 20-15,-6-1 31 0,-1-1 19 0,0 0 33 16,-8-6 35-16,-3 2 12 0,1 1 2 31,-3 2 35-31,3 4 68 0,0 6 19 16,-3 3-124-16,2 8 0 0,-6 9 65 15,-3 8 79-15,-2 9 49 0,-1 1 15 16,0 5 2-16,2 1-49 0,3-1-88 0,2-6-67 0,3-3-6 16,6-5-15-16,2-8 2 0,5-4-11 0,0-3-27 15,3-4-43-15,7-2-28 16,9-5 3-16,5 0-61 0,8-6-99 15,4-11-228-15,3 0-458 0,2-4-68 16,-4-4 39-16,-3-2 434 0,-5 1-110 0,-4-2 670 16,-6 3 0-1,-4 5 59-15,-3 4 326 0,-5 8-242 0,-2 5 1433 16,-4 1-606-16,-1 2-610 0,0 0-59 16,0 7-27-16,0 0-50 15,0 8 104-15,-4-1-51 0,-1 5-32 0,-1-1 16 16,1 1-73-16,-3-2-76 0,1-1-81 15,3-3-31-15,1-3-14 0,0-4 1 16,2-3-11-16,1-1-24 0,0 0-67 16,0-2-52-16,6 0 18 0,2 0 39 15,7-7 46-15,1-3-28 0,5-3 0 0,2-1-49 16,0 0 2-16,-3 2 28 0,-2 3 52 0,-7 5 23 16,-3 0 36-16,-2 4 71 0,-3 2 53 15,-3 4 24-15,2 4-38 0,-2 4-15 16,0 0-21-16,0 0 2 0,0 0-15 15,1-2-4-15,1-2-57 0,2-2-33 16,3-5 32-16,3 0-70 0,3-3-26 16,6-4-57-16,1-6-110 0,3-7-404 0,-4 3-808 15,6-14-638-15</inkml:trace>
  <inkml:trace contextRef="#ctx0" brushRef="#br1" timeOffset="101632.664">31516 8243 1175 0,'0'0'517'31,"0"0"751"-31,0 0-938 0,0 0 104 0,0 0 0 16,12 85-46-16,-10-48-49 0,4 6-70 15,2 6-111-15,1 1-24 0,2 4-49 16,0-3-58-16,1-3-15 0,-1-2-12 0,1-8-1 16,1-3-23-16,-2-7 6 0,1-9-1 15,-4-1-11-15,0-6-49 0,-2-7-61 16,-4-3 0-16,-2-2 3 0,0 0 30 0,0-4 5 15,-1-8-107-15,-9-2-64 0,-3-5 16 16,-7 0 25-16,-8-2 103 0,-1-3-84 0,-7 0-38 16,0-1-50-1,-4 5 148-15,6-1 153 0,6 4 206 0,6 5 85 0,10 5-96 16,7 5-27-16,5 1-36 0,3 1-21 16,11 0-11-1,12 5 114-15,10-1-27 0,12 1-51 16,10-2-65-16,5-3-37 0,2 0-34 15,-2 0-25-15,-2 0-34 0,-6-3-80 16,-7 2-192-16,-14-2-253 0,2 1-1039 0</inkml:trace>
  <inkml:trace contextRef="#ctx0" brushRef="#br1" timeOffset="102470.765">30207 9587 460 0,'0'0'2135'0,"0"0"-1665"0,0 0-170 0,0 0 1 15,0 0-14-15,0 0-55 0,0 0-39 16,0 0-32-16,0 0-68 0,0 0-41 15,-84-13 16-15,67 35 21 0,-3 4-3 16,3 7-7-16,1-1 4 0,-1-1-7 0,5-2-6 16,2-5-43-16,3-7-27 0,3-5-30 15,3-6 2-15,1-5 26 0,0 1 1 0,4-2-13 16,9 0-28-16,7-2 39 0,7-9-68 16,2-2-17-16,3-6-35 0,-3-2-21 15,0 2 14 1,-7 0 26-16,-5 2 32 0,-2 7 23 0,-5 2 5 15,-4 6 1-15,0 2-27 16,0 1 70-16,-1 9 106 0,3 4 77 0,-1 5-57 16,1 5-46-1,-3 0-21-15,1 1-4 0,1-1 13 0,3-2-25 16,1-3-13-16,3-1-30 0,6-2-6 16,1-4 3-16,3-4-22 0,3-3-100 0,2-1-32 15,2-2-56-15,2-2-95 0,-10 0-368 16,14-4-989-16</inkml:trace>
  <inkml:trace contextRef="#ctx0" brushRef="#br1" timeOffset="103450.296">30615 9593 1292 0,'0'0'13'16,"0"0"1248"-16,0 0-923 0,0 0-123 15,0 0-20-15,0 0-17 0,0 0 0 16,0 0 23-16,-7 81-72 0,3-49-59 15,-1 0 14-15,-1 1-15 0,1-7-22 16,1-2-16-16,1-7-30 0,1-5-1 16,1-5-13-16,1-2-5 15,0-4 7-15,0-1 9 0,1 0 1 16,7-1-105-16,4-10-14 0,4-2 17 16,4-4 27-16,-1-7 10 0,3 2 28 15,-3-3-3-15,-2 3 19 0,-3 1 22 16,-2 5 22-16,-5 4 13 0,-2 7 6 15,-1 0 25-15,-4 5 29 0,0 0-33 0,1 0-8 16,0 7-28-16,1 6 120 0,1 5-56 16,0 3-3-16,0 1-9 0,0 0 2 15,0 2-34-15,0-2-46 0,-1-2-19 0,1 1-52 16,3-2-78-16,0-4-112 0,2-2-83 16,3-3-141-16,-3-5-570 0,7-5-749 0</inkml:trace>
  <inkml:trace contextRef="#ctx0" brushRef="#br1" timeOffset="103650.23">31345 9759 1284 0,'0'0'352'16,"0"0"1081"-16,0 0-926 0,0 79-41 15,0-51-5-15,0-2-144 0,0-2-105 16,0-2-130-16,0-2-82 0,1-3-35 15,0-3-8-15,2-2-74 0,0-1-79 0,-1-6-79 16,-1-4-218-16,1-1-560 16,-2-6-759-16</inkml:trace>
  <inkml:trace contextRef="#ctx0" brushRef="#br1" timeOffset="103796.357">31327 9462 1759 0,'0'0'1047'16,"0"0"-500"-16,0 0-283 0,0 0-65 0,0 0-11 0,0 0-74 16,99-2-114-16,-68 2-47 15,6 0-120-15,-2 0-222 0,-8 2-375 0,9 1-974 16</inkml:trace>
  <inkml:trace contextRef="#ctx0" brushRef="#br1" timeOffset="104073.114">31742 9624 1121 0,'0'0'1984'0,"0"0"-1709"15,0 0-132-15,0 0 258 0,0 0 96 16,0 0-155-16,-69 73-149 0,64-64-98 0,2 2-94 16,1-2 1-16,2 5 16 0,0-1-16 15,2 2-1-15,5 0 11 0,1 2-10 16,3-2-2-16,-3 2-1 0,4 0 1 16,-4-3 0-16,1 2 0 0,-2-2 2 15,0-1 10-15,-2 2 6 0,-2-2-18 0,-1 0 18 16,-2-1-18-16,0 1 16 0,0 1 2 0,-5-4-3 15,-3 1-15-15,-4 1 0 0,-2-2-45 16,-1-2-35-16,2-2-33 0,-2 0-46 16,7-5-75-16,0-1-79 0,5-6-80 31,2-7-161-31,1 1-524 0,3-18-163 0</inkml:trace>
  <inkml:trace contextRef="#ctx0" brushRef="#br1" timeOffset="104305.656">32016 9765 395 0,'0'0'459'0,"0"0"1093"0,0 0-995 16,0 0-55-16,0 0-13 0,49 70-67 16,-46-52-128-16,-3 0-61 0,2-2-98 15,1-4-74-15,1-2-34 0,1-3-11 16,4-2-1-16,3-4 0 0,5-1-15 0,4 0 0 0,1-9-119 16,1-5-34-16,2-1 30 0,-4-3 10 15,-5 1 39-15,-2 0 24 0,-8 3 4 16,-3-3 46-16,-3 1 12 0,0 0 19 15,-9 1 71-15,-3 2-99 0,0 1-3 16,-4 7-62-16,-3 0-27 0,-1 5-20 16,-3 5-34-16,2 7-111 15,0 2-105-15,1 3-108 0,9-3-299 0,-3 6-710 16</inkml:trace>
  <inkml:trace contextRef="#ctx0" brushRef="#br1" timeOffset="104458.462">32524 10118 3973 0,'0'0'617'15,"0"0"-371"-15,0 0 191 0,0 0-119 16,0 0-318-16,0 0 0 0,0 0-185 16,0 0-79-16,0 0-205 0,0 0-1031 0</inkml:trace>
  <inkml:trace contextRef="#ctx0" brushRef="#br1" timeOffset="104974.749">29988 10582 1550 0,'0'0'449'0,"0"0"762"0,0 0-975 15,0 0-46-15,0 0 97 0,0 0-14 16,0 0-28-16,-82 71-56 0,72-31-23 16,0 4-31-16,3 2-34 0,3-1 2 15,2-5-36-15,2-7-18 0,0-6-27 16,9-5-19-16,5-10-3 16,4-5-45-16,8-6-1 0,2-2-3 0,7-12-18 15,3-7-70-15,-1-8-106 0,-3-4-159 16,0-4-229-16,-12 10-471 15,6-16-520-15</inkml:trace>
  <inkml:trace contextRef="#ctx0" brushRef="#br1" timeOffset="105206.459">30336 10242 1178 0,'0'0'241'0,"0"0"1307"0,0 0-1014 0,0 0-124 15,0 0-68-15,0 0-38 0,0 0-86 0,0 71-52 0,0-34 2 16,0 6-37-16,0 1-9 0,-2 4-19 15,-2 1-39 1,-2-1-31-16,-1-4-30 0,-1 2-3 0,-3-5-15 16,1-1-24-16,0-4-13 0,1-3-57 15,4-4-59-15,-2-5-39 0,7-3-42 16,0-6-174-16,2-4-253 0,4-2-629 0,12-9-772 0</inkml:trace>
  <inkml:trace contextRef="#ctx0" brushRef="#br1" timeOffset="105575.3">30695 10717 1623 0,'0'0'480'16,"0"0"611"-16,0 0-782 0,0 0 41 0,0 0 111 15,0 0-111-15,0 0-99 0,0 0-104 16,0 0-49-16,0 0-59 0,0 0-26 16,-74 72-13-16,66-66 0 0,0 3 0 15,-2-1 0-15,3 2 2 0,-2 2 0 16,2 3-1-16,-1 0 14 0,3 3-15 15,2 1-3-15,3 0-9 0,0 0-4 16,0-1-2-16,12-1-55 0,1-2-6 0,4-7-10 0,2-2 0 16,4-6 3-16,1 0 18 0,2-10-24 15,0-2-28-15,0-7-23 0,-1 0 12 16,1-2 7-16,-5 2-37 0,-3 0-6 0,-3 1 47 16,-4 1 88-16,-3-1 32 0,-5 1 54 15,-1 3 22-15,-2 1 50 0,0 2 47 16,0 7 30-1,0 1-22-15,-2 3-73 0,-1 0-37 16,0 3 0-16,-2 6-25 0,-1 5-6 16,-2 3 18-16,0 2 34 0,1 1 31 15,2-1-56-15,2-2-54 0,3-3-13 16,0-1-30-16,0-3-13 0,0-2-64 16,6-1-44-16,2-3-24 0,3-3-76 0,3-1-168 15,-2 0-290-15,13-12-783 0</inkml:trace>
  <inkml:trace contextRef="#ctx0" brushRef="#br1" timeOffset="105891.586">31311 10570 1049 0,'0'0'195'0,"0"0"1070"0,0 0-769 0,0 0-30 16,-74 73 17-16,46-47-73 0,3 4-126 15,0-3-50-15,-3 0-35 0,5 0-47 16,3-6-64-16,4-1-51 0,5-4-37 0,-1-6-12 15,9-4-7-15,0-1-11 0,3-2-52 16,0 0-19-16,3 1 25 0,3 2 24 16,4 0 24-1,-1 3 26-15,2-1 0 0,1 1 2 16,-4 0 1-16,3 2 2 0,-2 2 28 0,-3-3-4 16,0-1 16-16,-1 2-6 15,-1-1-13-15,-1 0-23 0,-2-3-1 0,-1 0-18 0,0-1-43 16,-1-3-52-16,-6 2-47 0,-1-1-68 0,-4-1-179 15,1-3-242-15,3 0-391 16,2-3-56-16,6-13-170 0</inkml:trace>
  <inkml:trace contextRef="#ctx0" brushRef="#br1" timeOffset="106155.179">31487 10726 49 0,'0'0'2036'0,"0"0"-1425"0,0 0-190 0,0 0 120 16,0 0-75-1,0 0-93-15,0 0-102 0,0 0-133 16,0 0-67-16,-24 73-16 0,9-54-3 16,2 0-49-16,4 0-3 0,0-3-3 15,3 1 1-15,2-5-11 0,4 1-2 16,0-2 0-16,0 1-4 0,0 0 17 16,4-4 0-16,0 3-1 0,2-4 0 15,0 4-9-15,-1-4 9 0,-2 3-9 0,-1-1-13 0,-2 0-5 16,0-1-25-16,-5 2-4 0,-1-2-27 15,-3 0-56-15,1-3-65 0,0 0-98 16,1-3-127-16,1-2-131 0,2 0-256 16,2-2-607-16</inkml:trace>
  <inkml:trace contextRef="#ctx0" brushRef="#br1" timeOffset="106515.044">31927 10775 1729 0,'0'0'1815'16,"0"0"-1427"-16,0 0-243 0,0 0 67 0,0 0 92 15,0 0-71-15,-55 64-67 0,46-42-62 0,4-1-22 16,3-2-24-16,2-4-18 0,0-3-16 15,7-1-12-15,1-7-12 0,2-1-21 16,3-3-16-16,4 0 4 0,5-7-34 0,2-4-25 16,1-5-42-16,1 0-26 0,0-2 22 0,-5 1 17 15,-5 3 16-15,-3 1 18 16,-7 1 72-16,-5 2 15 0,-1 1 71 0,-4 0 22 16,-5 2 6-16,-4 0-41 0,2 2-54 15,-5 4-4-15,1 1-13 0,-2 2 7 16,3 5 6-1,-1 0 3-15,4 2-3 0,3-2-62 0,6 1-139 0,-1-3-196 16,-1 1-370-16,4 1-843 0</inkml:trace>
  <inkml:trace contextRef="#ctx0" brushRef="#br1" timeOffset="106634.606">32135 10825 1068 0,'0'0'1673'0,"0"0"-1058"15,0 0-89-15,87 5-13 0,-50-5-115 0,3-2-153 16,2-7-102-16,3-1-82 0,0-4-61 15,3-1-27-15,-5-6-86 0,-2 2-113 16,-4-2-116-16,-6 1-251 16,-12 3-577-16,-2-5-735 0</inkml:trace>
  <inkml:trace contextRef="#ctx0" brushRef="#br1" timeOffset="106876.837">32532 10500 772 0,'0'0'1268'0,"0"0"-760"0,0 0-61 0,0 0 102 15,-34 78 0-15,29-53-111 0,1 4-100 16,1 6-102-16,0 1-56 0,0 2-16 0,-2 4 0 16,0 5-34-16,2 1-58 0,-1 2-26 15,0 1-25-15,-1-1-21 0,1-3-18 16,-2 0-1-16,4-2 4 0,-4-6-9 16,1 0-27-16,-1-3-31 0,-2-1-6 0,-1-4-3 15,1-1 25-15,-3-2-16 0,-1-9-10 16,-3-5-17-16,-2-3-32 0,-1-3-64 15,-6-2-125-15,-2-2-56 0,-3-4-1 16,6 0-282-16,-17-6-1073 0</inkml:trace>
  <inkml:trace contextRef="#ctx0" brushRef="#br1" timeOffset="107729.528">31732 11593 1289 0,'0'0'315'15,"0"0"849"-15,0 0-718 0,0 0-64 16,0 0-39-16,0 0-45 0,0 0-74 0,0 0-30 0,0 0-65 16,0 0-55-16,0 0 12 0,-67 32-13 15,48-7 1-15,3 1-13 0,1 1-6 16,4-2-19-16,2-4-12 0,5-6-24 16,1-3-21-16,3-3-15 0,0-5-13 15,0 0-9-15,4-3-18 0,5-1 33 16,4 0-3-1,-1 0-3-15,2-4-6 0,0-5-10 16,0-1 7-16,0-2 15 0,-1-1-4 0,0 4-11 16,-2-2 11-16,0 2 14 15,-2 2 11-15,-1 4 3 0,-1 1-6 0,0 2-6 16,0 0 0-16,0 9 31 0,-1 2 31 16,3 4 31-16,-2 7-15 0,0 3-4 0,-1 9 3 15,-2 6 32-15,2 7 17 0,-3 5 49 0,0 2-3 16,-1-2-68-16,2 0-36 0,-4-4-19 15,1 1-6-15,0-5-10 0,-1-3-1 16,0-2 1-16,0-6-1 0,0-2-1 16,0-6 2-16,0-3 14 0,0-6-14 15,-2-4 0-15,2-5 10 0,-4-3 5 16,-2-4-17-16,-2-3-64 16,-5-5-40-16,-4-8 34 0,-1-5-31 15,0-4-43-15,0-8-35 0,1-3-28 0,0-2-51 16,3-5-171-16,0 1-63 0,3 0-229 15,5 9-514-15</inkml:trace>
  <inkml:trace contextRef="#ctx0" brushRef="#br1" timeOffset="108182.242">32034 11703 1641 0,'0'0'585'0,"0"0"-204"0,0 0 15 0,0 0 48 0,0 0-106 0,0 0-83 16,82 25-45-16,-68-13-39 0,2 4-69 0,-3 0-25 15,0 2-6-15,-3 3-1 0,-3 3 13 16,-2 0 12-16,-2 6 0 0,-3 0-18 31,0 1-13-31,-2 0-12 0,-5 2-19 0,-3-3-18 16,-2 2-12-16,-2-1-1 0,1 1-2 15,-3-1-2-15,1-1-1 0,3-3-12 16,1-4 0-16,3-3 0 0,2-3-1 0,3-1 1 16,3-3 0-16,0 0 13 0,0-1 2 0,0 0-12 15,3-3 11-15,3-3-18 0,-4-2-11 16,1-1-1-16,0-1 1 0,2 1-4 0,-1 0 0 16,0-3-11-16,5 0 2 15,-3 0-31-15,2 0 19 0,0-2 6 16,-1-2-4-1,1-1-18-15,0-2 16 0,-2 1-7 0,-2-1 3 16,-1-1-3-16,-2 0-9 0,2-1-38 0,-3 0 9 16,0 1-55-16,0 0-50 0,-3-1-45 15,0-1-91-15,0 1-128 0,1-3-101 16,-1 2-47-16,0-9-379 0</inkml:trace>
  <inkml:trace contextRef="#ctx0" brushRef="#br1" timeOffset="108576.104">32100 11703 848 0,'0'0'137'15,"0"0"-56"-15,0 0 53 0,0 0-24 16,0 0 219-16,0 0 71 0,0 0-206 0,0 0-81 16,0 0 55-16,0 0 81 0,78-56 21 15,-67 55-50-15,0 1-25 0,0 0-59 16,0 0-19-16,4 2-19 0,-4 3-19 0,3 2-26 0,0 1-25 16,-1-2-17-16,-1 3-11 15,-1-1-16-15,-2-2 0 0,0 0 16 0,-4-1-1 16,-1-3-20-16,-2 2 21 0,-2-1 23 15,0 1 12-15,-6 0-1 0,-6 2 43 16,-4 0-45-16,-1 2-32 0,-2-2-1 16,-2 0-15-16,3-2-63 0,1-1-103 0,2-3-17 15,3 0 9-15,3 0-46 0,2 0-142 16,1 0-174-16,3 0-211 0,-1 0-329 0</inkml:trace>
  <inkml:trace contextRef="#ctx0" brushRef="#br1" timeOffset="108767.153">32735 11939 2541 0,'0'0'1308'15,"0"0"-838"-15,0 0-53 0,0 0 6 16,0 0-137-16,0 0-110 0,0 0-122 15,0 0-54-15,0 0-91 0,0 0-79 16,0 0-107-16,-10 2-222 0,-8-2-1095 0</inkml:trace>
  <inkml:trace contextRef="#ctx0" brushRef="#br0" timeOffset="212137.558">9654 5542 396 0,'0'0'101'0,"0"0"-101"0,0 0 114 0,0 0 508 16,0 0-299-16,0 0-76 0,0 0-36 0,0 0-1 16,0 0 17-16,-9-33-1 0,6 31 6 15,3 1-5-15,-4-1-7 0,1-1-42 16,2 0-10-16,-2 0 5 0,0-1-41 15,0-1-27-15,0 0-40 0,0-4-37 16,3-2 0-16,0-3 6 0,0-1-31 16,3-2 9-16,4-4 0 0,2 0 23 0,3-1 5 0,2-3 13 15,-1 1-13 1,4-5 3-16,2-1-18 0,1-3-7 0,3-3-17 16,0-3-1-16,-1 1-2 0,5-2-22 0,-4 1-20 15,3-1-36-15,-4 2-128 0,1 3-25 16,-2 6 7-16,-3 3-5 0,-4 8-50 15,-5 6-74 1,-5 6-132-16,-2 3-224 0,-2 3-497 16,0 0 829-16</inkml:trace>
  <inkml:trace contextRef="#ctx0" brushRef="#br0" timeOffset="212954.083">10101 4215 271 0,'0'0'1023'0,"0"0"30"0,0 0-733 0,0 0-62 16,0 0 62-1,0 0-37-15,0 0-46 0,0 0-32 0,0 0-23 0,0 0-45 16,0 0-31-16,-3-6-35 0,3 6-31 16,0 0-40-16,0 0-9 15,0 4-19-15,1 4 6 0,2 10 22 0,4 10 59 16,3 8 6-16,-3 6-6 0,1 5-32 15,-2 7-17-15,-2-4-10 16,4-1-3-16,-5-6-13 0,3-3-9 0,0-8 4 16,3-4-38-16,-1-9 25 0,2-3-12 15,-1-7-41-15,2 0-43 0,0-8-90 16,-3 1-167-16,4-2-282 0,-4-2-414 0,-2-4-338 0</inkml:trace>
  <inkml:trace contextRef="#ctx0" brushRef="#br0" timeOffset="213102.425">10259 4572 166 0,'0'0'1798'16,"0"0"-1286"-16,0 0-187 0,0 0 16 0,0 0 60 0,0 0-79 15,0 0-36-15,0 0-81 16,82-8-118-16,-59-1-60 0,-1-3-27 0,2-2-31 16,1-1-43-16,-1-1-94 0,-3 0-143 15,-1-1-144-15,-6 5-275 0,-1-11-576 0</inkml:trace>
  <inkml:trace contextRef="#ctx0" brushRef="#br0" timeOffset="213316.62">10514 4170 117 0,'0'0'434'0,"0"0"1077"16,0 0-1106-16,0 0-166 0,0 0-24 0,0 0-9 31,0 0 90-31,0 0-45 0,0 0-37 0,10 73-34 0,-7-42-21 0,-3 4-63 15,0 2-40-15,-4 5-56 0,-5 0-3 16,1 0-28-16,-1-1-22 0,0-6-6 0,4-4 0 16,0-3-64-16,5-6-59 0,0-3-26 15,0-4-128-15,5-5-251 0,0-1-543 16</inkml:trace>
  <inkml:trace contextRef="#ctx0" brushRef="#br0" timeOffset="213523.385">10703 4682 85 0,'0'0'427'0,"0"0"986"0,0 0-988 0,0 0-128 15,0 0 2-15,0 0-59 16,0 0-74-16,0 0-58 0,0 0-38 16,0 0-16-16,0 0-13 0,43 24 7 15,-43-16-15-15,0 1-33 0,-3 3-1 0,-4-5-27 16,0 4-20-16,3-5-101 15,-1-4-3-15,1-2-37 0,0 0-83 0,1 0-212 16,-2-2-721-16,1-10 288 0</inkml:trace>
  <inkml:trace contextRef="#ctx0" brushRef="#br0" timeOffset="213655.117">10709 4429 293 0,'0'0'164'0,"0"0"1798"0,0 0-1553 0,0 0-126 0,0 0-3 0,0 0-80 15,0 0-200 1,0 0 0-16,82-51-91 0,-68 48-132 0,-5-1-319 16,8 3-930-16</inkml:trace>
  <inkml:trace contextRef="#ctx0" brushRef="#br0" timeOffset="213904.525">11016 4597 1023 0,'0'0'1017'16,"0"0"-655"-16,0 0-268 0,0 0 19 16,0 0 209-16,0 0-21 0,23 69-68 15,-15-47-91-15,1 3-25 0,-2 4-22 16,-1 1 18-16,-4 2-19 0,-2 3-43 16,0 3-10-16,-6 1 9 15,-3-7-44-15,2-2-6 0,-2-7-13 16,4-7 12-16,0-5-33 0,2-7-25 15,2-1-118-15,-1-3-12 0,-1-4-55 16,2-9-309-16,-2-4-420 0,0-6-181 16,2 2 404-16</inkml:trace>
  <inkml:trace contextRef="#ctx0" brushRef="#br0" timeOffset="214025.979">10984 4473 303 0,'0'0'1543'16,"0"0"-856"-16,0 0-285 0,0 0-158 0,0 0-27 15,92-12-170-15,-70 12-47 0,2 0-108 16,5 0-221-16,0 0-442 0,-6-2-1464 16,10-3 2235-16</inkml:trace>
  <inkml:trace contextRef="#ctx0" brushRef="#br0" timeOffset="-213491.573">11598 4235 463 0,'0'0'170'0,"0"0"-82"0,0 0 482 0,0 0-248 16,0 0-130-16,0 0-72 0,0 0 36 0,0 0-14 16,0 0-15-16,0 0-24 0,63 31-19 15,-45-24 0-15,2 5-23 0,3 1-19 16,-1 0-23-16,2 4-2 0,2 0 8 15,0 4-5-15,0 1-4 0,-1 4 0 16,3 4-14-16,1 4 49 0,4 3 132 16,-1 3-144-16,2 0-39 0,2-1-16 15,-4-2-23-15,4-2-2 0,-3-5 8 16,0-3 11-16,1-4 22 0,-3-2 17 0,-2-2-17 0,-3-6-16 16,-2 1 3-16,-5-3-6 0,-1-1 0 15,-7-2-20-15,-1-2-16 0,-7-2-9 16,1 2 3-16,-4-6-26 0,0 0-39 15,0 0-36-15,-3 0-61 0,-2 0-190 16,-1 0-270-16,-7-12-227 0</inkml:trace>
  <inkml:trace contextRef="#ctx0" brushRef="#br0" timeOffset="-204425.44">13242 5325 2353 0,'0'0'310'16,"0"0"-110"-16,0 0-101 0,0 0-6 15,0 0 236-15,0 0-85 0,22-70-54 16,-3 51-55-16,5-4-47 15,5-4-18-15,6 0-2 0,2-3 10 0,2-1-34 16,0 0-7-16,-2 0-15 16,-2 4-21-16,-2-4 0 0,-3 5 2 0,-1 0-3 15,-6 1-22-15,0 1-18 0,-4 0-35 16,0 0-123-16,-1-2-157 0,1 1-112 16,-6 4-250-16,7-10-591 0</inkml:trace>
  <inkml:trace contextRef="#ctx0" brushRef="#br0" timeOffset="-204042.459">14725 5080 1148 0,'0'0'1303'15,"0"0"-948"-15,0 0-82 0,38 73 8 16,-20-42-53-16,1-2-117 0,4 1-95 16,0-1 69-16,5 1-85 0,3-4-25 15,3 0-73-15,2-1-41 0,1-3 24 16,0-1 13-16,-2-4-67 0,-3-2-319 16,-9-5-302-16,4-2-757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06:02.6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8327 7203 1319 0,'0'0'228'0,"0"0"-98"0,0 0 652 16,0 0-331-16,0 0-131 0,0 0 1 15,0 0-14-15,0 0-96 0,0 0-24 16,66 13-50-16,-59-11-32 0,3 1-16 16,-1-2 1-16,4 1-16 0,0 0-22 0,1 0-15 15,1-2-37-15,0 0-3 0,3 1-16 16,2-1 18-16,1 0 1 16,1 0 0-16,3 0-12 0,0 0 11 0,4 0 1 15,2 3 0-15,3 1 25 16,7 0 2-16,5 1-15 0,1-3-12 0,7 0-21 15,0-1-7-15,2-1 1 0,3 0 11 0,2 2 1 16,-3-2-10-16,4 0 4 0,-2 1 5 16,1 2 14-16,1-1-21 0,-3 3 22 15,3 0-1-15,-3 2-17 16,0-1-8-16,-1 1 27 0,-1-1 0 16,2 0-19-16,-4 1-3 0,0-1 21 0,0 0-17 15,-1 0 6-15,0-1-16 0,-2-1-3 16,1-2 19-16,-3 3 8 0,0-2 4 0,-2 2-12 15,-1-1 12-15,-1 1-2 0,0-2-14 16,0-1 4-16,0 0 10 0,0-2-26 16,2 0 16-16,-1 0-13 0,0 0 24 15,1 0-15-15,-3-2-12 0,1-1 27 0,-1 0-14 16,2-1 12-16,-3 4 0 16,-1-4 0-16,-1 4-13 0,-3-2 14 15,-1 2-26-15,-2 0 27 0,-1 0-18 16,0 0 16-16,-1 2 3 0,1 0 0 15,0 0-3-15,2-2-13 0,0 1 16 0,1 2-2 16,2-3 2-16,0 1-2 0,2 1-17 16,3 1 19-16,-3 0 0 15,1 3 3-15,3 0-1 0,-1 0 13 16,2 2-15-16,3 0 2 0,1-1 1 0,5-1 8 16,1 1-9-16,2 0 10 0,1-2-11 15,4-1 15-15,3-1-16 0,0 1-12 16,2-3 12-16,1 2 0 0,1 0-2 0,-2 0 2 15,1-1 10-15,0 0-8 0,-2 2 10 16,-2 1 4-16,-1-4-1 0,1 1 4 16,1 1-16-16,3-3 15 0,-1 0-17 15,4 0 10-15,1 0-11 0,1-5-17 16,0 4 16-16,-1-5 0 0,-1 2-3 0,-2 1 3 16,-1 0-2-16,-3 0 3 15,-2-1 13-15,-2 4-10 0,-1-1 15 16,0 1-3-16,0-1-14 0,0-1 16 15,3 1-17-15,2-1-11 0,3-2-14 0,2 1-9 16,1-2 16-16,1-2-4 0,-1 1-9 16,-1 0-10-16,0 1 41 0,-2-1 25 15,0 1 0-15,-2 0-25 0,0 0 16 0,-1 1 8 16,1 1 4-16,1-4-28 16,0 2 13-16,-2-2-11 0,1 1-2 0,-1 0-17 15,4-1-7-15,-5 2 21 0,3-2-11 16,-1 2 13-16,1-1 1 0,-3 1-25 15,1-1 22-15,-1 1 3 0,0 2-3 16,-1-1-10-16,-3-1-15 0,2 2 28 16,-1-2 10-16,3 1 2 0,0 0-11 15,-1 0 18-15,3-2-18 0,1 2 1 0,2-2 10 16,-1-1-12-16,0-1-15 0,1 0-7 0,0-2 6 16,0 0 10-1,3 3 3-15,-3-4-28 0,0 3 28 16,-3 1 3-16,1-3-2 0,0 4 2 15,-4-2 0-15,4-1 2 0,-2 2 10 0,1 0-12 16,0-2-2-16,0 1 2 0,1 1 1 16,1 0-1-16,-1 0-25 0,1 0-6 0,-2 0 28 15,1 0-16-15,0 1 17 0,-1 0 2 16,-2 2 3-16,-1 1-3 0,-3-2 16 16,0 2 9-16,0-1-10 0,2 0 17 0,1 2-8 15,2-2 5-15,4 0-11 16,2 0-15-16,5-1 8 0,0 0-11 15,3-1-13-15,0 3-5 0,-1-2 14 16,-1-1-39-16,-1 1 27 0,-2 3 13 16,-3-2 1-16,0 3 2 0,1-1 0 0,-1 1 17 15,2-1-15-15,-1 1-1 0,-1 0-1 0,3 1-2 16,1-3 2-16,2 2 0 0,1-1 0 16,2 2 0-16,2 0 2 0,1-2-1 15,1 0-1 1,-1 2 15-16,1 0-4 0,-1 0-11 0,-1 0-3 15,-1 0 2-15,-1 4-2 0,-4-2 3 0,1 2 0 16,-3 1 3-16,1-1 12 0,-2 1-15 16,4 0 2-16,0-3-2 0,4 2-3 15,0-4-28-15,5 0 12 0,-2 0-40 16,1 0 22-16,-2 0 15 0,0 0 2 16,-1 0 18-16,-5 0 3 0,0 0-1 0,-5 0 32 15,-2 7-10-15,-1-2 0 0,-4 2-22 16,-2 4 0-16,2-4 0 15,0 3 0-15,4 0 0 0,0-2-2 16,1-2-48-16,2 1 14 0,0 0 24 0,2-3 10 16,-1-1-9-16,1-1 11 0,0 1 22 0,-1-1 4 15,-1 0 3-15,-1 1 20 0,-3 1-11 16,2-1 15-16,0 1 3 0,1 2-22 16,1 0-34-16,1-1 3 15,4 0 10-15,0 1-11 0,-2-2-2 16,1 0-2-16,0 0 0 0,-4-1-20 15,-3 0 6-15,-6-2 6 0,-4 0 10 0,-5 0 2 16,-8 3 0-16,-9-3-2 0,-8 4-25 16,-8-4-18-16,-11 1-48 0,-12 1-95 15,-7-3-319-15,-6 2-212 0,-41-2-763 0</inkml:trace>
  <inkml:trace contextRef="#ctx0" brushRef="#br0" timeOffset="2502.424">9095 10010 280 0,'0'0'33'15,"0"0"172"-15,0 0 947 0,0 0-600 16,0 0-209-16,0 0-63 0,0 0 51 0,0 0-38 16,0 0-27-16,0 0-33 0,0 0-4 15,3 14-46-15,-3-14-9 16,0 0-33-16,4 0-52 0,0 0-39 0,3-4-44 0,5 1-6 15,1-4-31-15,3-2-15 16,1 2 12-16,2 1 16 0,1 0 15 0,4 0 0 16,2 1 3-16,2 2 2 0,3-2 1 15,1 1-3-15,4 2 3 0,5 1 15 16,3-2-16-16,5 1-2 0,3 2 1 16,4-1-4-16,3 1 3 15,2-1-43-15,2-1 33 0,2 2 8 0,0-3 4 16,1 1-3-16,1-1 1 0,-1-1-22 15,4 1 21-15,-2-3-2 0,0 1 2 16,1 0-20-16,-2 0-4 0,0 0 13 16,-1-1-7-16,-1 3-24 0,-3-1 21 15,2 0 4-15,-2 2-1 0,0-1 7 0,-2-1-7 16,2 2 4-16,-1-2-7 0,-2-1 21 0,-2 4-2 16,2-4 3-1,-5 3-1-15,2-2-1 0,0 1-20 16,0-1 7-16,0-1-1 0,0 3-31 0,0-3 35 15,-2 0 1-15,0 4 10 0,-4-1-48 0,1-2 33 16,-3 4 15-16,2-1 1 0,-3 0-22 16,2-2 19-16,-3 1-9 0,1 1 11 15,-3 1-21-15,-1 0 6 0,0 0 16 16,-2 0 0-16,-1 0 0 0,3 0-2 0,-4 0 1 16,3 1 1-16,1 1-2 15,-1-2-6-15,2 0 7 0,3 0-20 16,1 0 8-16,2 0 12 0,3-3-1 15,-2-1-10-15,4 2 12 0,1-1 19 16,1 1-18-16,-1 2 23 0,4 0-24 0,0 0-25 16,2 0 21-16,0 0-8 0,0 0 9 15,0 0 0-15,1 6-39 0,-1-4 40 0,0 4-1 16,2-2 1-16,-1 1 0 0,1-2 4 16,1 2 7-16,-2-1 3 0,3-1 0 15,-1 1-12-15,-1 0 0 16,0 0 28-16,0 1-25 0,-1 1 22 15,-1 1 18-15,4 0-42 0,-1 1 20 16,0 1-21-16,2-4 18 0,0 4-18 0,5-2-2 16,0-1-13-16,2 0 15 0,2-3-1 15,1 2 0-15,3-3-15 0,2 2-3 0,-1-3 19 16,4-1 21-16,2 2-19 16,-1-2 14-16,2 0-1 0,-1 0-12 15,3 1 12-15,0 0 3 0,0 4-17 0,3-3 16 16,-1 2-17-16,-1-1-18 0,2 1-26 15,0-3-3-15,0 3-21 0,1-3 4 16,0 2-2-16,2 0 47 0,0-2-6 16,1-1 25-16,1 4 14 0,-1-3-12 0,-1 1 14 15,0 2 43-15,-3 0-6 0,-2 0 2 16,1 5-33-16,-4-1 12 0,1-1-33 16,-4 0-1-16,2 1-3 15,-3-1-8-15,1 0 9 0,-2 1-29 16,-1-3 30-16,0 2 0 0,0-2-17 15,-1-1 18-15,1 1 1 0,0-2 13 0,-1 1-14 16,1-2 0-16,0 0 27 0,2 0-25 0,0 0 0 16,-1-2 14-16,0 1 6 0,0 2-4 15,3-3-6-15,-1 0-12 0,3 2-1 16,-2-2-18-16,4 0 17 16,0 0-14-16,3 0-6 0,1 0-12 15,1 0-3-15,0-2-12 0,4-1 24 0,-3-1-9 16,0 0 14-16,1 1 20 0,0 0 1 15,-4-3 2-15,2 4 16 0,-4-1-19 16,1 0 1-16,-4 3 0 0,-1-2-1 0,-2 2-24 16,-2 0 22-16,-1 0-9 15,-3 0 10-15,1-3-39 0,-1 0 11 16,1 2 10-16,2-2 7 0,0 1-12 0,-1-1 24 0,1 0 22 16,-2 2-22-1,1-1 0-15,1-1-14 0,-4 2 12 16,1-2 0-16,0 0-8 0,-2 3 7 0,0-3 3 15,0 0-15-15,2 0-23 0,-1 0 25 0,1-3-12 16,2 1 0-16,3-2-10 0,1 2 22 16,0-2-22-16,0 2 4 0,1-2-1 15,-1 4-22-15,-1-2 53 0,-3 0 0 16,1 0-36-16,0 3 34 0,-3-2-14 16,0 1 15-16,-2-1 0 0,0 2 2 0,-1-1 26 15,1 1-10-15,0 1-3 16,2-2 15-16,0 0-9 0,3-1-19 15,0 1-14-15,-1-2-24 0,1 1 36 16,0-2-39-16,-1 0 9 0,-2 1 13 16,-2-3 19-16,-1 2 3 0,-4-2 0 0,1-1 0 15,-2 3-1-15,-3-4-1 0,1 3-2 16,-4-1-12-16,0 1-16 0,1-2-28 0,-4 2 25 16,-1-1-35-1,-3-1 32-15,-1 3 12 0,-1-3 23 0,-4 1-3 16,1 0 3-16,-5-1-3 0,0 0 3 15,-7 0 55-15,0 1 19 0,-2 1 15 0,-3 0 16 16,-2 2-22-16,-2 0-20 0,-3 3-22 16,-2-3 10-16,-3 5-10 0,-4-2-19 15,-2-1 3-15,-5 2-23 0,1 1 0 16,-3-1 17-16,-1 1 0 0,-2 0-3 16,1 0-4-16,-3-1 4 0,-2 0 25 15,1-1 6-15,-2 1 10 0,-3 1-4 16,0 0-11-16,0 0 1 0,0 0-11 15,0 0-4-15,0 0-28 0,0 0-18 16,0 0-19-16,0 0-4 0,-6 0-23 0,1 0-27 16,-3 0-12-16,-5 0-17 0,-6 4-108 15,0-2-337-15,-23 4-1133 0</inkml:trace>
  <inkml:trace contextRef="#ctx0" brushRef="#br1" timeOffset="72972.34">30608 13522 395 0,'0'0'78'0,"0"0"56"0,0 0-131 16,0 0 20-1,0 0 22-15,0 0 157 0,0 0 105 0,0 0-119 16,0 0-15-16,0 0-23 0,0 0-50 16,-6-35-6-16,6 35 33 0,0 0 45 0,0 0 32 15,-1 0-1-15,-1 0 7 0,1 0-5 16,-2 0-19-16,1 0-55 0,0 0-23 16,1 0-51-16,1 0-28 15,0 0 6-15,-2 0-4 0,2 0-18 0,0 0-13 0,0 0-20 16,0 0 20-16,0 0 35 15,0 0 6-15,0 0-13 0,0 0 4 16,0 0 18-16,0 0 29 0,0 0 59 16,0 0-27-16,0 0-17 0,0 0-29 15,0 0-18-15,0 0-16 0,0 0-6 0,0 0-13 16,0 0-12-16,0 0-2 0,0 0-14 0,0 0 4 16,0 0-4-1,0 0 1-15,0 0-29 0,0 0-24 0,0 0-26 0,0 0-7 16,0 0-6-16,0-2-31 15,0 0-71-15,-1-3-141 0,-2 4-318 16,-2-7-597-16,14 26-1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09:09.0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3134 2601 1990 0,'0'0'1498'0,"0"0"-1329"0,0 0-167 15,0 0 106-15,0 77 87 0,0-34 10 16,0 13-68-16,0 11-38 0,-3 10-25 16,-1 11-15-16,-6 9 0 0,3 7 5 15,-7 5-5-15,0-3-59 0,0-4 28 16,-2-8-13-16,4-11 25 0,1-12-3 0,7-12-37 15,1-15 0-15,3-9-46 0,0-13-22 16,7-9-37-16,4-10-34 16,1-3-109-16,4-10-94 0,-2-8-186 0,-2 2-78 15,6-25-843-15</inkml:trace>
  <inkml:trace contextRef="#ctx0" brushRef="#br0" timeOffset="163.114">3099 3513 222 0,'0'0'2009'0,"0"0"-1447"0,0 0-244 0,0 0-146 15,0 0 105-15,0 0 16 0,0 0-31 16,97-6-57-16,-60 8-40 0,4 3 11 0,5 1-14 16,2 1-27-16,2 4-74 15,2-4-33-15,-2-1-28 0,4 0-9 16,-4-6-16-16,1 0-76 0,-4 0-95 16,-1-7-45-16,-1-5-113 0,-15 1-334 0,9-13-933 0</inkml:trace>
  <inkml:trace contextRef="#ctx0" brushRef="#br0" timeOffset="449.758">3909 2887 1664 0,'0'0'675'0,"0"0"-37"0,0 0-324 0,0 0-3 15,0 0 11-15,0 0-12 16,0 0-77-16,0 0-69 0,-1 91-41 0,1-53-56 15,4 6 13-15,-4 9-13 0,0 5-18 0,0 9-36 16,-4 7-13-16,-6 3-19 0,-3 5-2 16,0 0-4-1,-1 0 10-15,0-4-16 0,3-11 1 16,4-5 15-16,1-11-16 0,6-8 3 0,0-8-15 16,0-11-37-16,1-5-49 0,5-5-20 0,3-7-93 15,1-4-113-15,2-3-181 0,-1-4-186 16,11-20-969-16</inkml:trace>
  <inkml:trace contextRef="#ctx0" brushRef="#br0" timeOffset="848.965">4506 3582 368 0,'0'0'1858'0,"0"0"-1383"0,0 0-260 15,0 0-22-15,0 0 11 0,0 0-58 0,88 35-13 16,-68-28-57-16,3 4-60 0,-4-1 16 0,1 4 18 16,-5-2-21-16,-1 3 37 0,-5 1 41 15,-5 2-3-15,-1 0-4 0,-3-2-16 16,0 1-16-16,-3-3 1 0,-6-1-4 15,-1 0-7-15,-6-1 1 0,-4 0-9 0,-5-1-22 16,-3 2-28-16,-6-2-27 16,0 0 5-16,3-4-21 15,0-7 12-15,5 0 15 0,2-4-2 0,2-7-7 16,5-3-15-16,1-3 37 0,9 2-11 16,4 1 12-16,3-3 2 0,0 3-52 0,7 0-4 0,6-2 18 15,3 2 1-15,4-3-7 16,2 3-6-16,4-3 7 0,1 0-71 15,0 3-153-15,-1 1-248 0,-7 5-580 16,4 1-644-16</inkml:trace>
  <inkml:trace contextRef="#ctx0" brushRef="#br0" timeOffset="1862.64">7597 2763 893 0,'0'0'603'0,"0"0"911"15,0 0-1006-15,0 0-174 0,0 0-60 0,0 0 22 16,0 0-59-16,0 0-77 16,0 0-68-16,0 0 61 0,16 83 82 0,-6-31-80 15,-3 12-37-15,-4 9-33 0,-3 6-46 16,-3 5-39-16,-9 4-25 0,-3 2-23 16,-4 0 20-16,2-1-44 0,1-8 5 0,5-8 3 15,5-15 9-15,4-11 34 0,2-13-40 16,0-8-61-16,0-9-27 0,3-7-72 15,3-6-140-15,1-4-139 0,2-10-41 0,4-8-123 16,-1-11-103-16,0-6-285 16,-3-8 174-16</inkml:trace>
  <inkml:trace contextRef="#ctx0" brushRef="#br0" timeOffset="1991.979">7623 3582 446 0,'0'0'189'16,"0"0"-101"-16,15-80 1101 0,-11 70-519 0,3 5-155 16,0 2-110-16,3 3-42 15,5 0-11-15,4 0-45 0,5 0-58 0,6 1-37 16,5 3-23-16,4 0-31 0,4-1-39 15,5-3-40-15,2 0-53 0,1-7-26 16,-1-3-36-16,0-3-86 0,-6-2-88 0,-2 1-55 0,-5-2-142 16,-10 4-273-16,2-3-813 0</inkml:trace>
  <inkml:trace contextRef="#ctx0" brushRef="#br0" timeOffset="2243.692">8299 2939 1243 0,'0'0'267'15,"0"0"1037"-15,0 0-877 0,0 0-33 0,0 0-45 16,-1 94-39-16,6-58-49 0,3 6-49 16,-3 8-46-16,1 8-71 0,-3 5-50 15,-1 7-20-15,-2 5-25 0,-3 2-1 16,-7 1-14-16,-2-1-22 0,-2-9-15 15,2-3 3-15,1-9-3 0,5-8-3 16,1-6-19-16,5-13-77 0,2-6-56 0,12-11-135 16,7-11-236-16,6-6-580 0,-4-3-861 15,19-23 1711-15</inkml:trace>
  <inkml:trace contextRef="#ctx0" brushRef="#br0" timeOffset="2424.272">8919 3773 1558 0,'0'0'678'16,"0"0"437"-16,0 0-725 0,-4 69-34 16,-1-38-32-16,1 5-50 0,0 3-80 15,-2 1-72-15,1-2-58 0,1 0-54 0,-1-1-10 16,0-4-49-16,1-1-144 0,1-3-69 16,-3-4-225-16,3-6-683 15,-3 2-1475-15</inkml:trace>
  <inkml:trace contextRef="#ctx0" brushRef="#br0" timeOffset="3577.1">6642 3185 1410 0,'0'0'579'16,"0"0"565"-16,0 0-727 0,0 0-132 16,0 0 41-16,0 0 19 0,0 0-83 0,0 0-66 15,0 0-58-15,0 0-13 0,-20-8-37 16,-9 15-88-16,-13 7-38 0,-13 7-17 16,-8 6 24-16,-5 9-5 0,-1 3 20 0,1 3 13 15,2 4-27-15,1-1 15 16,6 2-16-16,6-5 28 0,6-4 0 15,11-6-15-15,9-7-1 0,7-6-8 0,10-6-4 0,5-6-18 16,5 1-21 0,3-2-4-16,12 4 46 0,9-2 28 0,7 3 20 15,9-3 17-15,6 1-7 0,5-6-17 16,2-1-11-16,0-2 35 0,0 0-16 0,-2 0 0 16,-1 0-20-16,-2 0 2 0,-2-4 18 15,-6-2 3-15,1 0-21 0,-5 0 31 16,-5 0-33-16,-2 1 27 0,-3-2-7 0,-4 1-3 15,-2 2 16-15,-5 1 3 0,-1-2-1 16,-4 0 4-16,-3 3-4 0,0-1 4 16,-2 0 9-16,-4-1 11 0,2 1 10 15,-2-4 6-15,1-4 36 0,-2-7-42 16,0-3-31-16,-5-9-39 16,-3-4-15-16,-6-7 0 0,-4-7-52 0,-5-4-90 15,0 2-44-15,-3-2-64 0,0 7-146 16,3 9-274-16,7 12-612 15,-1 2-732-15</inkml:trace>
  <inkml:trace contextRef="#ctx0" brushRef="#br0" timeOffset="4549.263">10305 3165 68 0,'0'0'2117'16,"0"0"-1691"-16,0 0-78 0,0 0-70 0,0 0 28 16,0 0-60-1,0 0-13-15,-44 83-29 0,6-55-46 16,-12 3-68-16,-9 4-31 0,-8 5-41 0,-6-1 7 16,-5 3 12-16,0-1-6 0,5 0-19 0,4-4 1 15,7-3-1-15,8-5 31 0,12-3 12 16,12-7 16-16,9-3-34 0,7-6-37 15,10-5-27-15,4 1-37 0,0-1-16 16,12 2 49-16,9 3 31 0,11 2 25 16,10-2 9-16,8-1 9 0,2-1-25 15,3-4-3-15,0 2 4 0,-1-1-17 16,1-2-2-16,-3 1-1 0,0 1 1 16,-2-2 12-16,-2 0-12 0,-2 1-19 0,-4-1 0 15,-3-2 4-15,-3 0 14 0,-5 1 1 16,-7-2 2-16,-3 0 1 0,-4 0 21 0,-5 0 10 15,-2-2 3-15,-5 1-12 0,-1-1 20 16,-3-2 26-16,-1 1 23 16,0-7-39-16,0-4-46 0,-5-3-9 0,-3-6-61 15,-5-3-9-15,-4-6-25 16,-2-4-67-16,-4-6-22 0,-3-4-30 0,0-2-122 16,2-5-128-16,5 3 19 0,5 3-311 15,5 6-461-15,8 8 49 0</inkml:trace>
  <inkml:trace contextRef="#ctx0" brushRef="#br0" timeOffset="5066.652">11337 2720 2635 0,'0'0'616'0,"0"0"-288"16,0 0 31-16,33 79-17 0,-21-25-94 0,-4 14-79 16,-5 13-40-16,-3 6-52 15,-1 4-62-15,-9 3-15 0,-2-1-15 16,1-1 0-16,3-8 0 0,0-7-32 16,7-9-8-16,1-14-3 0,1-9 18 15,10-11-25-15,2-10 10 0,6-9-88 16,0-8-171-16,4-7-159 0,1-7-277 0,-6-7-865 15</inkml:trace>
  <inkml:trace contextRef="#ctx0" brushRef="#br0" timeOffset="5235.506">11517 3402 1570 0,'0'0'701'0,"0"0"56"0,0 0-208 16,0 0-256-16,0 0-97 0,0 0-37 15,0 0 46-15,0 0 8 0,82 19-29 0,-43-11-33 16,3-5-41-16,6-1-65 0,-1-2-45 15,4-2-39-15,0-7-10 0,-1-1-34 16,1-2-122-16,0-3-119 0,-5-1-229 0,-10 5-544 16,6-12-686-16</inkml:trace>
  <inkml:trace contextRef="#ctx0" brushRef="#br0" timeOffset="5433.725">12133 2992 365 0,'0'0'1115'0,"0"0"-112"0,0 0-577 0,0 0-157 16,0 0 8-16,0 0 52 16,-3 77-26-16,3-38-67 0,0 11-65 15,0 8-14-15,-2 7-46 0,-4 6-31 16,-6 7-77-16,1 2-3 0,-3 1-37 16,1-1-31-16,1-3 19 0,3-8-34 0,1-5-13 15,5-10-80-15,3-11-58 0,0-11-239 16,0-10-305-16,12-13-921 0</inkml:trace>
  <inkml:trace contextRef="#ctx0" brushRef="#br0" timeOffset="5712.874">12486 3664 2176 0,'0'0'626'0,"0"0"-343"0,0 0-107 15,89-4 145-15,-59 4-21 0,-1 3-42 16,-3 4-47-16,-3 0-90 0,-5 5-78 15,-4 0-15-15,-5 4-28 0,-5 4-2 16,-4 2 2-16,-6 4 13 0,-11 5 5 0,-9 4 1 16,-5 2-7-16,-5 1-11 0,1-2 2 15,4-6 9-15,5-2 10 0,6-9 6 0,11-5 21 16,1-4-3-16,8-3-12 16,0-1-10-16,8 2 50 0,5 0 42 0,6-2 34 15,4-1-44-15,6-4-51 0,4 1-21 16,4-2-34-16,1 0-2 0,3-3-35 15,-1-2-60-15,2-1-169 16,-2 1-149-16,-10 2-653 0,9-3-1280 0</inkml:trace>
  <inkml:trace contextRef="#ctx0" brushRef="#br0" timeOffset="6330.031">14067 3563 1774 0,'0'0'775'16,"0"0"-315"-16,0 0-105 16,0 0-130-16,0 0-57 0,0 0-61 15,79 3-94-15,-56-3-13 0,4 1-54 0,4-1-82 16,3 2-133-16,5-1-185 0,4 0-654 15,-10 2-678-15</inkml:trace>
  <inkml:trace contextRef="#ctx0" brushRef="#br0" timeOffset="6587.482">15462 3686 724 0,'0'0'81'0,"0"0"571"0,0 0 412 16,0 0-565 0,86-10-141-16,-68 7-70 0,-1 1-89 0,3 1-42 15,-1-2-19-15,2 2-32 0,4-1-99 16,0-2-7-16,3 3-106 0,5-6-237 0,3 3-154 15,-7-1-619-15,14-3-1053 0</inkml:trace>
  <inkml:trace contextRef="#ctx0" brushRef="#br0" timeOffset="6715.717">16426 3652 326 0,'0'0'1956'0,"0"0"-1524"0,0 0-136 16,0 0-72-16,0 0-115 0,0 0-87 15,83-31-22-15,-60 23-102 0,0-1-273 0,-5 3-351 0,8-3-1112 16</inkml:trace>
  <inkml:trace contextRef="#ctx0" brushRef="#br0" timeOffset="7618.93">19784 3360 147 0,'0'0'1858'0,"0"0"-1159"16,0 0-119-16,0 0-205 0,0 0-57 16,0 0-83-16,0 0-61 0,0 0-19 0,0 0-50 15,0 0-59-15,0 0-13 0,-48 31-33 16,-1-8 0-16,-8 5-24 0,-4 1-1 15,1 1-9-15,2-2-3 0,4 0 6 0,6 1 16 16,3-5 3-16,6 1 11 0,2-1 1 16,8-5 0-16,5 1-18 0,7-2 5 15,7-4-33-15,6-2 9 16,4 0-22-16,3 0-12 0,11 1 71 0,9 0 14 16,9-1 8-16,5 2 6 0,6 0-25 15,4-1-1-15,4-1-1 0,4 0 11 16,0 3 13-16,3-3-9 0,-1 4 4 0,0-2-19 15,-3-2 1-15,-5 1 45 0,-1-2-1 16,-9-2 0-16,-7-2-5 16,-7 0 5-16,-5-2 12 0,-6-3 4 15,-6 0 14-15,-2-1 25 0,-3-1 74 0,-2 0-35 16,1 0-22-16,-2 0 55 0,1 0-12 0,1-4-59 16,0-5-32-16,3-6-70 15,1-4-33-15,1-10 9 0,3-2-10 0,-1-6-78 16,-1-5 40-16,-2-3-10 0,0-1-24 15,-1-2-10-15,-2-2 1 0,-3 3-38 16,3 1-83-16,-3 3-170 16,3 3-227-16,-1 2-318 0,1 3-159 0</inkml:trace>
  <inkml:trace contextRef="#ctx0" brushRef="#br0" timeOffset="7948.747">20608 3141 342 0,'0'0'1710'0,"0"0"-1093"16,0 0-113-16,0 0-112 0,0 0-48 0,-9 94-68 16,3-50-49-16,0 11-29 0,-2 5-44 15,1 7-7-15,0 1-34 0,-2 1-51 16,1 0-35-16,0-4-27 0,1-6-2 16,1-8-19-16,1-5-1 15,5-8 10-15,0-9-19 0,0-6-42 0,3-10-96 0,3-3-3 16,3-8-69-16,2-2-247 0,4-5-574 15,-2-4-493-15</inkml:trace>
  <inkml:trace contextRef="#ctx0" brushRef="#br0" timeOffset="8121.306">20700 3641 1342 0,'0'0'39'0,"0"0"1337"16,0 0-834-16,0 0-139 0,0 0 44 15,0 0-19-15,87 7-80 0,-50-3-86 16,6-2-70-16,1-2-65 0,4 0-63 15,0-4-64-15,1-5-29 0,-3-3-47 16,2-1-79-16,-5-3-76 0,0 0-119 0,-4-1-333 0,-11 3-690 16,2-10-1036-16</inkml:trace>
  <inkml:trace contextRef="#ctx0" brushRef="#br0" timeOffset="8334.215">21216 3255 1216 0,'0'0'202'16,"0"0"1151"-16,0 0-817 0,-3 66-83 16,3-35-38-16,0 2-101 15,-1 8-49-15,-1 4-63 0,1 4-64 16,-2 4-44-16,-2 3 7 0,-1 4-22 0,0 2-31 16,-1 0-26-16,-1-2-19 0,1-2-3 15,1-4 0-15,2-5-25 0,4-4-2 16,0-7-25-16,3-4-69 0,7-6-151 0,3-4-20 15,2-8-210-15,-1-4-671 0,6-7-976 0</inkml:trace>
  <inkml:trace contextRef="#ctx0" brushRef="#br0" timeOffset="9032.402">21417 3924 3071 0,'0'0'684'15,"0"0"-474"-15,0 0-188 0,0 0-22 16,0 0 117-16,0 0 70 0,0 0 9 0,79 52-24 15,-70-19-18-15,-4 7-40 0,-5 5-32 16,0 3-33-16,-8 3-9 0,-6 1-31 16,-3-4-9-1,-2 0-1-15,-1-3-23 0,0-3 11 0,3-9-5 16,3 1-10-16,3-9 1 0,6-6-13 0,2-4-18 16,3-6-22-16,0-5-15 0,4-4-16 15,6-3 12-15,9-8-9 0,4-6 6 16,7-8-17-16,6-6-19 0,3-7 6 15,5-2 9-15,0-2 4 0,-1 2 33 0,-1 4 86 16,0 6 44-16,-6 7 80 16,-6 7 11-16,-2 8 0 0,-6 2-34 15,-4 5-7-15,-4 1-20 0,-2 0 4 16,-5 3-35-16,-2 5-27 0,-5 2-1 16,0 4 35-16,-8-1 42 0,-6 3-17 15,-6 1-39-15,-5 0-5 0,-1-1-3 0,3-1-25 16,1 0-3-16,4-2-12 0,5-2-7 0,7 1 1 15,4 0 8-15,2 3 10 0,8 1 18 16,6 2 31-16,9 1-6 16,3-1 19-16,4 1-7 0,4-1-6 0,0-2-22 15,-1-2-27-15,2-2-12 0,-2-2-13 16,1-3-69-16,-3-2-131 0,-1 1-212 16,-10-5-652-16,6-1-1270 0</inkml:trace>
  <inkml:trace contextRef="#ctx0" brushRef="#br0" timeOffset="9761.007">20002 3277 641 0,'0'0'0'16,"0"0"-36"-16,0 0 36 0,0 0 577 0,0 0 12 15,0 0-186-15,0 0-170 0,0 0-20 16,0 0-4-16,0 0-55 0,0 0-25 15,-67-31-17-15,51 30 22 0,-1 1-36 16,-2 0-76-16,-4 1-22 0,-4 8-38 0,-4 0-44 16,-2 5-5-16,-4 4-152 0,6-2-283 15,-17 16-785-15</inkml:trace>
  <inkml:trace contextRef="#ctx0" brushRef="#br0" timeOffset="11365.468">955 5797 404 0,'0'0'2031'0,"0"0"-1391"0,0 0-181 16,-23 78-118-16,13-42-70 0,1 10-53 15,-4 6-36-15,2 9-43 16,-2 5-56-16,1 7-34 0,1 0 0 0,-2 1-6 16,3-2-9-16,1-2-22 0,-4-1-11 15,3-2-1-15,-2-4-21 0,1-7-22 0,2-6-31 16,2-13 7-16,4-11 5 15,-1-10-6-15,4-8-6 0,0-7-59 0,0-1-25 16,0-6-29-16,7-12-160 16,3-9-190-16,3-10-429 0,-3 3-438 15</inkml:trace>
  <inkml:trace contextRef="#ctx0" brushRef="#br0" timeOffset="11598.611">975 5923 424 0,'0'0'1625'0,"0"0"-1036"0,0 0-264 15,0 0-50-15,0 0-36 0,0 0-4 16,0 0-46-16,82 65 40 0,-54-23-42 16,1 13-29-16,1 10-25 15,-3 4-7-15,1 2-52 0,-6 0-37 16,-1-3-37-16,0-4-2 0,-2 0-1 0,0-7 0 16,-2-3-19-16,-2-7-2 0,-1-9 11 15,-2-7-17-15,-5-10-7 0,1-6-12 0,-3-7-16 16,-2-5-43-16,-2-3-7 0,-1 0 19 15,0-9-142-15,-7-8-260 0,-9-6-305 16,-3-6-540-16,2 4 26 0</inkml:trace>
  <inkml:trace contextRef="#ctx0" brushRef="#br0" timeOffset="11764.224">976 6428 326 0,'0'0'2539'0,"0"0"-2034"0,0 0-238 0,0 0-119 15,0 0 38-15,0 0 30 0,0 0-54 16,0 0 2-16,0 0-49 15,0 0-5-15,0 0 10 0,37-12 9 0,-12 7-31 16,7-2-37-16,1 0-61 0,2-2 0 16,-2 0-25-16,-1 0-17 0,0 0-102 15,1 1-56-15,1-3-127 0,1 5-255 16,-8 0-662-16,11-1-1070 0</inkml:trace>
  <inkml:trace contextRef="#ctx0" brushRef="#br0" timeOffset="12449.523">2355 6357 638 0,'0'0'1760'0,"0"0"-1254"16,0 0-122-16,0 0-116 0,103 3 28 0,-71 9-56 16,-2 2-75-16,-1 7-44 0,-5 4-46 15,-3 3-10-15,-3 4-25 0,-6 4-9 16,-2 0-28-16,-3 0 21 0,-4 2-22 0,-3-3-2 15,0-4 0-15,0-1-8 0,-3-11 8 16,2-7 3-16,-1-3 0 0,1-6 0 0,1-2 34 16,-2-1 13-16,2 0-20 0,0-6-30 15,0-6-19-15,2-6 7 0,5-9 9 16,3-7 0-16,3-5-18 0,0-3-1 16,0 1 7-16,0 3-34 15,0 3-25-15,1 5-26 0,-2 6-61 16,4 1-80-16,0 3-83 0,2 3-294 0,-6 5-675 15,11-4-488-15</inkml:trace>
  <inkml:trace contextRef="#ctx0" brushRef="#br0" timeOffset="12901.73">3079 6543 1808 0,'0'0'1386'15,"0"0"-1119"-15,0 0-159 0,0 0-16 16,0 0 138-16,0 0 53 0,0 0-87 15,0 0-94-15,0 0-46 0,0 0-22 16,88 29-34-16,-69-38-6 0,3-2-72 16,-1-5-5-16,1 3-1 0,-2-4-28 0,-1 3 34 0,-5 3 2 15,-1-1 1-15,-3 0 9 0,-4 2 6 16,0-1 19-16,-2 2-6 16,-3-2 18-16,-1 1 26 0,2-4-22 0,-2 3 12 15,0-2 12-15,0 4 1 0,0-2 0 16,-3 4-10-16,-4 0-3 15,1 2 13-15,-1 1 82 0,-1 1 28 0,-1 0 10 16,0 3 0-16,2 0-61 0,-1 0-18 16,-3 0 9-16,4 0-13 0,-2 4-35 15,-2 3-2-15,-1-1-28 0,-4 5-9 16,0 3-13-16,-2 4 9 0,-4 6 7 16,-4 5-11-16,0 4 10 0,-1 6 7 0,-1 2 6 15,4 3 20-15,3-1-14 0,4 3 16 0,6-7 40 16,5 0-21-16,2-9 3 15,4-3-6-15,8-8 0 0,7-4 6 0,5-8 41 16,4-6-20-16,7-1 1 0,5-3-10 16,3-11-4-16,1-2-30 15,2-6-15-15,-3-3-38 0,-2 0-69 16,-2-2-95-16,-3 7-70 0,-5-3-178 0,-7 8-600 16,6-5-758-16</inkml:trace>
  <inkml:trace contextRef="#ctx0" brushRef="#br0" timeOffset="13107.383">3679 6535 2062 0,'0'0'1681'0,"0"0"-1269"0,0 0-231 0,0 0-20 16,0 0 24-16,0 0 18 0,0 0 23 15,0 0-40-15,0 0-83 16,85-24-85-16,-56 5-18 0,-2-6-115 15,3 0-46-15,-2-2-63 0,-4 3-74 0,-2-1-293 16,-5 7-637-16,-7-7-798 0</inkml:trace>
  <inkml:trace contextRef="#ctx0" brushRef="#br0" timeOffset="13365.914">3728 6096 368 0,'0'0'1993'16,"0"0"-1647"-16,0 0-208 0,0 0 106 0,-38 85 152 15,34-56-11-15,1 8-74 0,3 0-115 16,0 4-66-16,3 6-9 0,3 1-38 0,0 6-22 16,-2 4-21-1,0 5-37-15,2 3 0 0,-3 5-3 16,0 1-3-16,-2-2-15 0,2 1 17 0,-2 0 0 0,1-5 1 16,2-7-22-16,-1-7 10 15,2-7 9-15,-1-5 0 0,4-8 0 16,-2-7-25-16,-1-3-3 0,0-7-15 0,0-5-12 15,0-3-7-15,0-5-13 0,-3-2-98 0,3-7-34 16,-1-7-114-16,1-12-127 0,-2 4-261 16,2-32-728-16</inkml:trace>
  <inkml:trace contextRef="#ctx0" brushRef="#br0" timeOffset="13540.667">4284 6535 2002 0,'0'0'1073'16,"0"0"-636"-16,0 0-218 0,0 0-75 0,9 71 4 16,-9-45 106-16,-3 3-28 0,-4-1-78 0,-1-2-92 15,1-2-56-15,2-2-20 16,-1-5-32-16,0-2-103 0,0-7-143 16,2-4-173-16,-3-3-562 0,-2-4-534 0</inkml:trace>
  <inkml:trace contextRef="#ctx0" brushRef="#br0" timeOffset="13691.322">4123 6318 2126 0,'0'0'1243'16,"0"0"-771"-16,0 0-278 0,0 0-30 0,0 0 38 16,0 0-35-16,78 3-62 0,-58-3-96 15,0 1-9-15,-1 0-182 0,1-1-178 16,-7 2-331-16,4 3-1107 0</inkml:trace>
  <inkml:trace contextRef="#ctx0" brushRef="#br0" timeOffset="14018.578">4499 6638 893 0,'0'0'1612'0,"0"0"-963"0,0 0-441 16,0 0-11-1,3 82 118-15,-2-68 18 0,-1-2-118 16,2-2-107-16,1-3-80 0,-2-5-25 15,3 0 8-15,0-2-11 0,2 0-40 0,2-4-65 0,3-6-19 16,5-5-7-16,1-6-26 16,2-4-26-16,1-2-47 0,0 0-81 0,2 0-16 15,-3 7 73-15,-5 7 170 0,-1 6 84 16,-3 3 116-16,-4 4 81 0,1 4 11 16,-1 4 6-16,-2 4 43 0,-1 6-2 15,0-1 6-15,1 2-21 0,-2 3-54 16,1-4-38-16,0 0-35 0,1-5-36 15,1 0-19-15,1-4-21 0,-1-3-13 0,2-2-10 16,-1-1-14-16,4-3-40 0,-3 0-98 0,6-3-56 16,1-4-37-1,1-2-188-15,2-3-289 0,0 1-577 16,-2 1-528-16</inkml:trace>
  <inkml:trace contextRef="#ctx0" brushRef="#br0" timeOffset="14313.826">5080 6660 424 0,'0'0'2429'0,"0"0"-1933"0,0 0-337 15,0 0-77-15,0 0 1 0,0 0 21 16,0 0 6-16,0 0-16 0,93-22-94 16,-73 2-113-16,1 1-98 15,-1-2-68-15,-4-2-15 0,-2 3 76 0,-4 2 108 16,-7-1 110-16,-1 5 20 0,-2-3 76 16,-9 3 10-16,-3 0 99 0,-5 4-7 15,0 3-39-15,-3 5-71 0,-2 2 4 16,3 9 31-16,-1 6 34 0,1 6-15 0,0 6-43 15,1 4-8-15,0 3 26 0,1 0 35 16,3 1-20-16,-1-1-36 16,7-6-41-16,3-1-25 0,2-7 4 15,3-2 27-15,3-6 49 0,8-2 24 0,4 1-61 16,3-4-70-16,3 0-3 0,5-3-39 16,4-3-28-16,1-1-46 0,2-2-73 15,4-7-57-15,1-1-215 0,-8 1-825 16,16-9-1498-16</inkml:trace>
  <inkml:trace contextRef="#ctx0" brushRef="#br0" timeOffset="15465.195">5921 6692 886 0,'0'0'319'0,"0"0"769"16,0 0-632-16,0 0-103 0,0 0-47 0,23-75 15 15,-11 58-32-15,5-1-4 0,5 0-96 16,1 1-10-16,4-2-10 0,1 2-31 16,-4 4-41-16,-1 3-72 0,-7 4-23 15,-3 5-2-15,-4 1 0 0,-5 0 0 16,0 8-12-16,-2 8-4 0,-2 10 16 16,0 6 34-16,-2 7-20 0,-6 3-14 15,-1-1-15-15,-1-4 3 0,3-3 9 16,2-8-13-16,1-8 4 0,2-5-6 0,2-6 0 15,0-4-10-15,8-3-24 0,3-6-98 16,8-6 51-16,4-7 41 0,4-4-7 16,1-6-21-16,-2-1 39 15,1 2-12-15,-4 4 7 0,-1 6 5 16,-5 7 13-16,-4 6 34 0,-3 5 12 0,-3 1 72 0,-2 10 0 16,0 4 12-16,-5 5-16 0,0 3-3 15,0 0-9 1,0 2-7-16,-1-2-6 0,-3-4 10 0,4-4-10 15,0-5-22-15,0-6-14 0,0-1-7 0,0-3 3 16,4 0 4-16,2-1 1 0,4-7-20 16,3-4-12-16,4-2-19 0,3-4-12 15,-1-1-39-15,3-2-19 0,-1 2-19 16,1 2 18-16,1 4-18 0,-1 5-26 16,-1 2-22-16,-2 6 20 0,1 2 89 15,-2 8 59-15,0 4 28 0,-1 4 26 0,-1 0 3 16,1 0-4-16,-1-5-13 0,2 0-15 15,-1-4 6-15,2-6 3 0,-2-1 4 0,3-2 8 16,2-7-9-16,1-7-12 0,0-1-25 16,3-7-27-16,1-2-1 0,-1-1-18 15,0-3-19-15,0 0 15 0,-1-2 6 16,-2-1-18-16,-3 0-4 0,-7 0 3 16,-3 2-10-16,-4 4 73 15,-6 4 7-15,0 6 49 0,-7 8 45 0,-5 7 68 16,-4 0-79-16,-1 10-19 0,-5 5-18 15,-1 8 6-15,0 7 27 0,0 2 34 16,2 3 3-16,3 5-22 0,-1-5 3 0,6 1 6 16,2-4-16-16,4-1-42 15,2-7-31-15,5-2-21 0,0-4 0 16,6-6 0-16,7 2 3 0,3-7-3 16,4 2-17-16,7-3-13 0,1-5 5 15,6-1-8-15,1 0-31 0,4-6 3 0,0-4-28 0,2-3-24 16,-1 1-37-16,-4-5-41 15,-2 3-63-15,-2-3-78 0,0 0-109 0,-5 3-204 16,-7 0-571-16,2-8-388 0</inkml:trace>
  <inkml:trace contextRef="#ctx0" brushRef="#br0" timeOffset="15950.552">7956 5614 365 0,'0'0'202'16,"0"0"1483"-16,0 0-1300 0,0 0-208 16,0 0-32-16,-29 97 114 0,16-47 18 0,2 8 49 15,-2 9-18-15,4 10-56 0,0 4-72 16,1 7-20-16,-1 2-16 0,-2-1-46 0,-1-3-55 15,-1-4-43-15,3-6-3 16,2-8-15-16,3-7-4 0,4-11 7 16,1-12 14-16,6-9-14 0,5-7 12 15,2-7-34-15,3-6-107 0,0-2 42 16,1-7 10-16,-1 0-17 0,0-11-21 16,-2-3-88-16,-5-5-81 0,-1-5-72 0,-5 1 27 0,-3-6 87 15,-7-2 96 1,-7-5 161-16,-4-2 42 0,-3-2 90 0,-2-2 25 15,-2 1 48-15,-2 5 9 0,5 4 20 0,1 9 66 16,2 7-5-16,9 6-91 0,1 5-24 16,8 5-20-16,-1 0-22 15,2 0-22-15,0 0-40 0,6 0-6 0,10 4-3 16,8-1 31-16,11 2 17 0,8-3-36 16,3 1-37-16,5-3-39 0,-4 0-3 0,2-2-3 15,-4-5-42-15,-2 1-110 0,-4 0-67 16,-3-2-19-16,-4 3-122 0,-8 3-368 15,10-3-822-15</inkml:trace>
  <inkml:trace contextRef="#ctx0" brushRef="#br0" timeOffset="16562.837">9884 6575 245 0,'0'0'225'15,"0"0"237"-15,0 0 157 0,0 0-420 16,0 0-50-16,0 0 85 0,0 0 76 15,0 0 48-15,0 0-14 0,0 0-25 16,0 0-28-16,-59-20-30 0,51 37-60 0,-4 8-49 16,2 6-3-16,0 7 5 0,-3 0-59 15,6 0-55-15,1-5-39 16,3-4-1-16,3-8-11 0,3-5 10 0,7-4 2 16,6-6-1-16,3-4 0 0,5-2-37 15,5-7-9-15,4-9 12 16,0-5-31-16,2-8-46 0,-2-2-34 0,-3 1 11 15,-2-1 25-15,-7 2 49 0,-6 1 31 16,-4 2 29-16,-8 3-16 0,-3 2-9 16,-10 4-6-16,-9 1 31 0,-5 8 34 0,-3 8 33 15,-2 0-20-15,-1 13-6 16,-1 5 18-16,1 1 13 0,1 2-13 16,4-1-34-16,4 0-25 0,4-3-35 0,7-4-58 15,5-1-133-15,5-2-155 0,5-5-279 16,3-3-748-16,18-2-47 0</inkml:trace>
  <inkml:trace contextRef="#ctx0" brushRef="#br0" timeOffset="16694.267">10469 6572 1425 0,'0'0'2321'0,"0"0"-1881"16,103-20-262-16,-70 4-60 0,4-1-26 0,-1-5-39 16,-5-2-10-16,0-6-43 0,0 0-47 15,0-3-79-15,0 1-100 0,-3 2-176 0,0 0-248 16,-11 9-474-16,0-7-285 0</inkml:trace>
  <inkml:trace contextRef="#ctx0" brushRef="#br0" timeOffset="16931.904">10693 6107 826 0,'0'0'98'0,"0"0"958"0,0 0-706 16,-86 71-124-16,67-43-13 0,0 6 92 16,7 1 11-16,0 1 46 0,4 3-54 0,4 3-52 15,2 5-61-15,2 5-40 16,0 4-20-16,2 4-34 0,2 2-46 0,2 4-36 15,1 4-18-15,-3-2-1 0,2 1-3 16,-4 0-1-16,1-2-14 0,0-3 0 0,-2-3-7 16,2-5-15-1,1-5-9-15,0-7-9 0,1-4 3 16,-1-7-7-16,-2-5-6 0,-1-4-18 0,-1-4-38 16,0-5 0-16,-3-3-23 0,-6-5-114 0,-2-2-237 15,-4-3-201-15,-2-2-432 0,-2 0-197 16,2-2 1156-16</inkml:trace>
  <inkml:trace contextRef="#ctx0" brushRef="#br0" timeOffset="17968.083">12745 6547 291 0,'0'0'2'16,"0"0"1440"-16,0 0-1033 0,0 0-195 0,0 0-72 15,0 0 133-15,0 0 84 0,-79-74 11 16,67 64-45-16,1 2-63 0,-1 0-29 15,4 5-28-15,-1 2-51 0,-1 1-13 0,-2 7-55 16,-2 8-37-16,-2 12-15 0,-4 10 0 16,2 12 11-1,1 4 7-15,1 2 64 0,4 0-25 0,4-8-42 16,5-6-22-16,3-11-25 0,3-10-2 0,6-8-39 16,8-6-28-16,4-6 12 15,6-7 19-15,5-10-10 0,6-8-15 0,1-4-43 16,0-4-37-16,-3-5 0 0,3 1-7 15,-6-1-28-15,-3 4-42 0,-5 2-52 16,-5 3-20-16,-8 5 74 0,-1 6 143 16,-6 7 73-16,-4 9 32 0,-1 2 85 15,0 9-3-15,0 11 70 0,-6 6-8 16,-1 7-25-16,-1 8-23 0,0 5-10 0,1 2 12 16,4-1-6-16,0-4-35 15,3-7-52-15,2-8-37 0,8-7 0 0,3-8 0 16,7-9-27-16,1-4-103 0,5-6 41 15,-1-9-48-15,3-10-157 0,-7 5-359 16,3-21-941-16</inkml:trace>
  <inkml:trace contextRef="#ctx0" brushRef="#br0" timeOffset="18436.782">13349 5784 785 0,'0'0'215'16,"0"0"918"-16,0 0-606 0,0 0 25 15,23 95-142-15,-19-51-29 0,3 11-21 16,-2 5-57-16,-1 6-55 0,-2 4-49 0,-1 3-59 16,-1-2-64-16,0 0-39 0,0-3-37 15,-1-2-10-15,-4-7-15 0,-1-3-5 16,2-8-13-16,0-6 1 0,4-7-1 15,0-10 16-15,1-7-10 0,6-7-45 0,2-4-38 16,1-4 10 0,3-3 36-16,3-3 64 0,4-4 10 0,2-1 0 15,0-1-1-15,-1 2-18 0,-1 3-11 16,-2 1-1-16,0 3 0 0,-3 0 3 16,-1 2 0-16,-2 3-6 0,-4 3 10 0,1 1-14 0,-5-2 14 15,-1 5 24-15,-1-1 12 16,-2 1 13-16,0-1 15 15,0 2 13-15,-6 1 8 0,-4-1-18 0,-3 2-9 0,-4-1-21 16,-2 2-1-16,-3-3-11 16,-1 0-1-16,1-5 0 0,-1 1 0 15,0-8 0-15,-1-1 0 0,3 0-17 16,0-8-54-16,5-5-13 0,3-2-46 0,4-3-34 16,7-2-74-16,2-1-150 0,2-3-268 15,7 10-616-15,14-14-299 0</inkml:trace>
  <inkml:trace contextRef="#ctx0" brushRef="#br0" timeOffset="18765.373">14045 6547 1815 0,'0'0'1516'16,"0"0"-1157"-16,0 0-70 0,-36 83 27 16,14-46-9-16,-2 3-40 0,2 1-83 15,-1-3-59-15,5-1-37 0,4-6-33 0,9-7-30 16,3-5-24-16,2-5 0 0,9-3-1 15,7-3 0-15,8-6-11 0,7-2-46 16,3-6-23-16,3-11-14 0,2-2-28 16,-1-5-4-16,0-6 9 0,-2 1 16 15,-5 0 5-15,-2-3 16 0,-6-1 2 16,-4-1-15-16,-11-3-34 0,-5 4 20 16,-3 2 107-16,-10 0 38 0,-5 7 74 0,-6 6 0 15,0 7 12-15,-4 9-25 0,-1 2-34 16,-1 9-12-16,-2 7-23 0,1 6-2 0,1 2 6 15,1 2 0-15,3-2-22 16,2 1-12-16,3-3-46 0,1-3-10 16,5-1-70-16,1-4-38 0,2-3-13 15,5 1-112-15,3-7-264 0,1-2-440 16,0-2-607-16</inkml:trace>
  <inkml:trace contextRef="#ctx0" brushRef="#br0" timeOffset="19452.882">14514 6578 424 0,'0'0'1137'0,"0"0"-413"0,0 0-256 16,0 0-137-16,0 0 4 0,0 0 20 0,0 0-82 16,0 0-97-16,0 0-8 0,0 0 45 15,11 72-62-15,-7-37-38 0,2 2-15 16,-2-2-30-16,2-6-19 15,3-2-19-15,1-8 7 0,0-4-4 0,1-6 4 16,1-1 24-16,-2-5 106 0,3 1-67 0,-1-4-40 16,3-2-41-16,1-7-19 15,6-4-37-15,1-3 1 0,0-5-28 0,2-5 19 16,0-1-10-16,1-3-3 0,0-1-2 16,-1-4-17-16,-1-1-32 0,-2-4-66 15,-1 0-110-15,-2 0-259 0,-2 0-409 0,1 9-116 16,-2 4-237-16,-8 11 552 0</inkml:trace>
  <inkml:trace contextRef="#ctx0" brushRef="#br0" timeOffset="19748.122">15052 6547 117 0,'0'0'2406'0,"0"0"-2080"16,0 0-182-16,0 0-48 0,19 66 77 0,-7-60 101 0,2 0 0 16,6-6-57-16,6 0-63 15,3-6-32-15,1-2-63 0,3-6-59 0,-1-1-41 16,0-1-71-16,-2-2-28 0,-6 2-2 15,-2 1 25-15,-9 3 73 0,-3 3 44 16,-7 2 40-16,-3 4 36 0,-1-2 34 16,-10 2 6-16,-3 2-19 0,-3 1 3 0,-5 0-17 15,-1 7-11-15,-1 5 11 16,-2 8 38-16,-2 3-14 0,2 5-42 16,1 5-22-16,-1 3 6 0,4 1 0 15,3 0-4-15,4-3-23 0,6-3-20 0,4-6-1 16,5-6 2-16,8-3 24 0,9-4-11 15,5-4-16-15,9-2-22 0,5-3-88 0,8-3-71 16,4-5-53-16,5-7-88 0,6-1-288 16,-15 1-742-16,25-10-910 15</inkml:trace>
  <inkml:trace contextRef="#ctx0" brushRef="#br0" timeOffset="20415.271">17129 6559 2259 0,'0'0'1233'0,"0"0"-986"0,0 0-64 16,0 0-130-16,0 0 32 0,81-17 37 15,-75 17 56-15,-5 0-24 0,-1 5-58 16,0 5-19-16,-4 4 18 0,-5 4 1 15,-2 4-29-15,0 1-12 0,3 0-18 0,2-2-28 16,6-7-9-16,0 0 0 0,11-5 10 16,6-2 11-16,4-1-5 15,5-5-4-15,0-1 0 0,0 0-10 0,-4-2-1 16,-2-3 1-16,-7 5-1 0,-1-2-1 16,-3-1-1-16,-1 3 1 0,0 0-2 15,-4-1 1-15,2 1-2 0,-3 0 2 0,4 0-10 16,-4 0 10-16,0 0 1 0,1 0-1 15,-2 0-1-15,-1 0 0 0,-1 0-1 16,0 0 0-16,0 0 1 16,0 0 0-16,0 0 1 0,0 0-24 15,0 0-24-15,1 4 6 0,1 4 43 16,-1 3 8-16,-1 3-8 0,0 2-1 16,0-1-12-16,0-2-2 0,0 0 14 0,0-1-11 15,0-3 9-15,0 1 3 0,-4-4 0 0,1 2 2 16,-2-3 10-16,-1 2-9 0,-1-1 8 15,-4 0-11-15,-1 1-12 0,-2-2-3 16,-3 1-7-16,1 1-14 0,-5-1 5 16,1 0-9-16,1-1 0 0,2-1-9 15,2-3-13-15,5-1-21 0,4 0-10 16,2 0-28-16,3-1-50 0,1-5-225 16,0-3-117-16,4-1-493 0,2 1-265 15</inkml:trace>
  <inkml:trace contextRef="#ctx0" brushRef="#br0" timeOffset="20881.74">17773 6672 1691 0,'0'0'1619'0,"0"0"-1321"15,0 0-244-15,0 0-10 16,0 0 111-16,0 0 122 0,0 0-38 16,0 0-75-16,0 0-50 0,0 0-6 0,101-24-53 15,-69 4-55-15,2-2-6 0,-1-2-37 16,-4 1-28-16,-4 0-49 0,-3 6-6 0,-7 3 20 15,-6 2 44-15,-5 3 9 0,-4 0 13 16,-3 1 2-16,-11 2 13 0,-5 1-3 16,-8 5-13-1,-5 0 3-15,-4 9 16 0,0 7 22 0,-3 3 41 16,5 4 44-16,-1 4-10 0,3 5-7 0,-1 3 19 16,3 4 6-16,0 2 0 0,5 3 6 15,5-3-10-15,4-1 3 0,10-7 6 16,6-2 0-16,5-6-30 0,9-4-23 15,6-3-11-15,6-5-7 0,3-4-5 0,9-3-22 16,2-6-27-16,6 0-18 0,0-10-47 16,3-5-55-16,-4-6-49 15,2-2-70-15,-2-4-209 0,-14 4-514 16,11-13-605-16</inkml:trace>
  <inkml:trace contextRef="#ctx0" brushRef="#br0" timeOffset="21182.955">18471 6401 676 0,'0'0'2428'0,"0"0"-2020"15,0 0-202-15,0 0 55 0,0 0 6 16,82 46-35-16,-68-26-34 0,-3 4-63 0,-2 2-52 16,-1 4-25-16,-4 4-6 0,-1-2-21 0,-2 3-28 15,-1-4-1-15,0 0-2 16,-4-2-1-16,-2-3-18 0,0-3 7 15,-1-5 10-15,5-7 0 0,0-3 0 0,2-4 2 16,0-4 18-16,0 0 19 0,7-4 0 16,5-5-10-16,2-7-2 15,6-7-7-15,3-4 9 0,-1-7-27 16,3-1 16-16,-1-2-16 0,0 2-41 16,-2 1-72-16,0 6-25 0,-1 3 16 0,-5 4-32 15,1 5-44-15,-2 0-131 0,-1 4-211 0,-1 1-275 16,-3 3-733-16</inkml:trace>
  <inkml:trace contextRef="#ctx0" brushRef="#br0" timeOffset="21390.335">19168 6540 749 0,'0'0'1313'0,"0"0"-730"0,0 0-236 0,10 69-49 16,-10-44 22-16,0 2-1 0,0-2-34 0,0 0-83 15,0 0-90-15,0-1-60 0,0-2-35 16,0-4-17-16,0-2-19 0,3-5-27 0,3-3-53 16,1-7-62-16,3-1-33 15,0 0-96-15,1-9-287 0,-2-1-877 16</inkml:trace>
  <inkml:trace contextRef="#ctx0" brushRef="#br0" timeOffset="21549.671">19109 6372 2130 0,'0'0'1303'16,"0"0"-804"-16,0 0-195 0,0 0-96 0,0 0 45 15,0 0 20-15,0 0-44 16,77 22-128-16,-50-20-101 0,2-2-3 16,2 0-101-16,0 0-100 0,0 0-60 0,1 0-131 15,-6 0-394-15,4 0-882 0</inkml:trace>
  <inkml:trace contextRef="#ctx0" brushRef="#br0" timeOffset="21831.621">19546 6625 805 0,'0'0'2649'0,"0"0"-2326"0,0 0-226 0,0 0-43 16,0 0 2-16,29 72 83 0,-15-66 48 16,6-2-82-16,6-2-58 0,4-2-47 15,3-5-50-15,5-2-205 16,0-5-75-16,-2 0-78 0,0 0-49 0,-6-1-3 15,-5 1 94-15,-7 1 135 0,-6 0 66 0,-8 3 165 16,-4-3 120-16,0 2 276 0,-7 1 34 16,-3 1-26-1,-5 3-11-15,-1 4-74 0,-2 4-67 0,-4 7-52 16,-3 7-32-16,0 5-8 0,-4 3 28 16,1 3-4-16,1-3-10 0,4 2-55 0,4-7-70 15,6 0-49-15,8-6-13 0,3-1-6 16,4-6-35-16,12-3-111 0,6-5 12 0,11-3-62 15,6-9-203-15,-7 0-369 0,22-14-1086 0</inkml:trace>
  <inkml:trace contextRef="#ctx0" brushRef="#br0" timeOffset="22096.918">20432 6517 1835 0,'0'0'1657'0,"0"0"-1297"0,0 0-209 16,0 0-59-16,-69 65 39 0,46-47 127 0,4 0-15 15,1-4-98-15,7-1-93 0,3-1-19 16,5-1 7-16,3 2-13 0,3 2-2 16,8-1-10-16,2 1-15 0,7 2-10 0,0 0-8 15,0-1-4 1,1 2-2-16,-1 0-1 0,-4 0 10 0,1 0-6 16,-4-1-7-16,0 0 10 0,-3-1-10 15,-4-2 13-15,-3 1 13 0,-3-3-17 0,0 0 7 16,-9-1-16-16,-9 2-24 15,-7-2-71-15,-9 1-25 0,-7 0-10 0,-9-3-1 16,-7 1-131-16,9-4-366 0,-39 1-1182 0</inkml:trace>
  <inkml:trace contextRef="#ctx0" brushRef="#br0" timeOffset="23802.651">22317 6742 153 0,'0'0'2980'0,"0"0"-2449"0,0 0-310 15,0 0-130-15,0 0 4 0,0 0 11 16,0 0 31-16,0 0-13 0,0 0 34 0,0 0-7 0,-8 82-44 16,0-47-18-1,-2 0-28-15,-1-1-30 0,2-1-31 16,3-6-1-16,3-4-27 0,2-5-2 16,1-6-32-16,1-7-57 0,5-5-131 0,5 0-7 15,4-12-179-15,-2 0-284 0,12-24-906 0</inkml:trace>
  <inkml:trace contextRef="#ctx0" brushRef="#br0" timeOffset="23971.142">22369 6302 2902 0,'0'0'1353'0,"0"0"-957"15,0 0-297-15,0 0-99 0,0 0 0 16,0 0 3-16,0 0 70 0,82 34-45 0,-38-28-28 15,9-4-175-15,4-2-53 0,4 0-175 0,-18 0-622 16,19 0-1070-16</inkml:trace>
  <inkml:trace contextRef="#ctx0" brushRef="#br0" timeOffset="24232.313">22974 6517 2342 0,'0'0'1651'0,"0"0"-1404"0,0 0-153 0,-98 64 2 16,70-45 65-16,3 0 69 0,5 0-92 15,8-3-102-15,9-1-36 0,3 2-12 16,9 1 10-16,10 1-26 0,8 2-36 16,6-2-1-16,2-1-18 0,1-3 28 15,-3 2 6-15,-2-1 24 0,-6 2 13 16,-3-1 1-16,-8 3 11 0,-2 0 0 16,-6 1 0-16,-5-1 0 0,-1 2-2 15,0-1-1-15,-7 1-12 0,-5-3 0 16,-1-1-1-16,-2-2 16 0,-3 2 0 0,-3-5 0 0,-4-2-18 15,-4-3-10-15,1-2 6 0,-3-5-89 16,-3-1-163-16,9 0-469 16,-9-11-1183-16</inkml:trace>
  <inkml:trace contextRef="#ctx0" brushRef="#br0" timeOffset="24781.309">24441 6805 2285 0,'0'0'1351'0,"0"0"-1168"0,0 0-182 0,0 0-1 0,0 0 0 15,0 0 47-15,0 0 72 16,-93 50 42-16,58-15 26 0,1 7 48 15,-2 6-13-15,3 1-45 0,4 3-18 0,4-6-22 16,9-6-30-16,7-5-59 0,7-12-47 16,4-7 0-16,10-5-1 0,10-6-85 15,6-4-3-15,9-2 24 0,4-12-21 0,7-7-4 16,0-5 28-16,0-3 18 16,-3-2 13-16,-2 0-4 0,-7 1 3 15,-4 0 19-15,-7 5-25 16,-6 4 27-16,-5 3 10 0,-8 7 1 0,-4 8 39 15,-2 2 43-15,0 1-25 0,-2 10-15 0,-6 7 24 16,-2 4-12-16,2 5-9 16,0 2-10-16,5 0-8 0,3 1-26 15,0-5-2-15,9-4 0 0,8-3-13 0,4-1-26 16,3-7-83-16,6-4-123 0,4-3-57 16,3-3-273-16,-7 0-573 0,18-12-836 0</inkml:trace>
  <inkml:trace contextRef="#ctx0" brushRef="#br0" timeOffset="25298.204">26481 7046 2410 0,'0'0'1407'0,"0"0"-1068"0,0 0-272 16,0 0-65-16,0 0 8 0,0 0 68 16,0 0-13-16,0 0-21 0,0 0-42 0,0 0 10 15,-113 67 4-15,74-36 45 16,5 6 51-16,6-4-17 0,8-2-58 16,12-4-37-16,6-2-1 0,4-4 1 0,11 2-3 15,7-3-28-15,6-1-27 0,5-2 33 16,3-1-21-16,2-1 2 0,1-1 17 15,-1 1 5-15,-4 2-15 0,-2-1-19 0,-7 0 10 16,-3 2 18 0,-7-2 12-16,-4-2 15 0,-6-1 1 0,-3-2 50 15,-3-1 27-15,-6 1 16 0,-2-4-10 16,-2-2-30-16,-5 2-10 0,1-7-12 16,3 0-14-16,-3-2-17 0,4-8-68 0,2-6-120 15,1-2-91-15,5-4-164 0,3 4-269 16,2-12-789-16</inkml:trace>
  <inkml:trace contextRef="#ctx0" brushRef="#br0" timeOffset="25629.954">26858 7367 2387 0,'0'0'1543'0,"0"0"-1301"0,0 0-118 16,0 0 4-16,85 0 35 0,-62-9-18 15,4-7-53-15,1-2-92 0,3-4-12 16,0-2-25-16,4 0-70 0,-8 1-41 0,1 2 36 15,-5 3 47-15,-9 1 22 0,-5 2 24 16,-7 2 18-16,-2 1 1 0,-10 1 39 16,-7 0-8-16,-6 7 10 15,-4 4-17-15,-3 0 1 0,-4 10-3 16,1 7 6-16,0 6 15 0,-2 3 0 16,2 5-9-16,1 3 3 0,2 4-6 0,4 2 34 15,3-2-7-15,7-1 9 0,8-6 10 16,2-2-7-16,6-6 25 0,11-2 12 15,4-4-40-15,7-3-28 0,3-2-21 0,4-5-18 16,4-3-27-16,3-4-52 0,3-4-19 0,3-6-48 16,1-4-63-16,1-3-99 0,0-4-314 15,-12 4-633-15,8-11-1078 0</inkml:trace>
  <inkml:trace contextRef="#ctx0" brushRef="#br0" timeOffset="25990.312">27729 7061 1467 0,'0'0'2032'0,"0"0"-1752"0,0 0-280 0,0 0-10 16,0 0 10-16,0 0 32 0,0 0 31 0,44 94 0 15,-48-58-13-15,-7 4 0 0,0 3 17 16,1-1-2-16,-2-2 32 0,-2-2 12 16,-1-3-10-16,2-4-16 15,-2-5-15-15,5-3-25 0,1-6-3 16,5-7-15-16,3-4-7 0,1-3-2 0,0-3 18 16,2 0 12-16,9-5-22 0,9-7-24 15,9-7 0-15,2-4-12 0,5-2 11 16,3-4-24-16,-2 2 25 15,-1-4-18-15,1-2-34 0,-4-2-59 0,-3 0-71 16,-1 4-54-16,-6 5-138 0,-7 9-276 0,-1 4-709 0</inkml:trace>
  <inkml:trace contextRef="#ctx0" brushRef="#br0" timeOffset="26167.867">28210 7385 718 0,'0'0'2350'0,"0"0"-1878"0,0 0-279 0,0 0-39 0,0 78 63 16,-4-62 26-16,1 2-57 15,0-4-97-15,0-1-71 0,0-1-18 0,3-3-19 16,0-1-30-16,0-4-78 0,4-4-99 16,2 0-85-16,-3 0-303 0,2-7-934 0</inkml:trace>
  <inkml:trace contextRef="#ctx0" brushRef="#br0" timeOffset="26324.229">28266 7107 1800 0,'0'0'1558'0,"0"0"-1058"16,0 0-233-16,0 0-52 0,81-30 70 16,-52 23-43-16,0 0-43 0,0 1-153 15,1 0-46-15,-1 1-64 0,-1-2-77 16,1 2-89-16,-4 0-129 0,-6 4-357 0,2 0-749 0</inkml:trace>
  <inkml:trace contextRef="#ctx0" brushRef="#br0" timeOffset="26615.134">28560 7331 2024 0,'0'0'1293'16,"0"0"-988"-16,0 0-194 15,0 0-29-15,0 0 28 0,0 0 163 0,77 65 22 16,-47-65-119-16,5-5-118 15,5-7-58-15,2-4-111 0,-1 0-139 16,-1-2 1-16,-6 0 38 0,-4 6-16 0,-7-2-58 0,-4 3 33 16,-7 0 88-16,-7 4 164 0,-5-2 13 15,0 6 173 1,-2 1 94-16,-9 2-48 0,-7 8-9 0,-3 6-15 0,-8 8-27 16,-1 3 36-16,-2 6-36 15,-1 2 10-15,2-1-20 0,3 0-12 0,5-2-16 16,6-2 27-16,8-4-31 0,9-5-45 15,2-5-55-15,14-5-39 0,3-3-30 16,9-6-67-16,10 0-51 0,8-9-77 0,7-6-92 16,-11 1-436-1,21-11-996-15</inkml:trace>
  <inkml:trace contextRef="#ctx0" brushRef="#br0" timeOffset="26866.125">29521 7304 2985 0,'0'0'1263'0,"0"0"-1046"0,0 0-146 15,0 0 22-15,-87 57 214 0,53-40 41 16,6-1-75-16,2-3-149 0,7 0-84 16,7-1-25-16,5 2-14 0,6 0 11 0,1 0 3 15,4 3-12-15,6 1 0 0,7 2-3 16,-1 3-21-16,2 0 3 16,-2-1-4-16,-1-1 7 0,-2 3 0 15,-5-1 0-15,-1 0 0 0,-4-1-15 16,-3 0 14-16,-3 0-8 0,-9-2-12 0,-2-1 6 15,-8-1-16-15,-7-1-36 0,-7-4-67 0,-10-2-68 16,-6-4-117-16,-10-3-171 0,13-3-236 16,-35-5-973-16</inkml:trace>
  <inkml:trace contextRef="#ctx0" brushRef="#br0" timeOffset="27688.811">24793 6914 801 0,'0'0'20'15,"0"0"-20"-15,0 0 1272 0,0 0-706 16,0 0-197-16,0 0-90 0,0 0-60 16,0 0-51-16,0 0-11 0,0 0-22 15,0 0-30-15,-39-20-12 0,38 20 16 16,1-3 6-16,-3 2-22 0,1-3-47 0,-5 2-9 15,2-4-34-15,-3 2 13 0,-1 1-16 16,-2-2 2-16,0-1 0 0,-4 5 1 16,2-4-3-16,-1-1 0 15,-2 5-25-15,1-3 7 0,-2 2-10 0,-1-3-3 16,2 5-21-16,-3-1-23 0,1 1-21 16,-3 0-38-16,0 3-20 0,-3 6-35 0,-2 3-98 15,-4 1-262-15,-2 3-469 0,-2 3-338 16</inkml:trace>
  <inkml:trace contextRef="#ctx0" brushRef="#br0" timeOffset="53581.476">4064 10293 1342 0,'0'0'462'16,"0"0"244"-16,-29-73-348 0,23 52-28 15,3-3-18-15,0 6 48 0,3 5-117 16,0 3-53-16,0 7-1 0,0 2-4 15,0 1-81-15,0 0-48 0,3 3 2 16,0 9-15-16,1 7 0 0,2 14 9 16,0 12 0-16,-3 14 27 0,-3 19-33 15,0 12-22-15,-7 13 0 0,-5 11-8 0,-1 7-16 16,-1 4-25-16,-2 0 13 0,6-4 0 0,-1-6-16 16,7-17-20-16,4-18 5 15,0-19-9-15,9-22-37 0,3-14-64 16,2-16-44-16,2-9-97 0,1-9-169 0,2-16-570 15,-5 5 32-15,2-32-706 0</inkml:trace>
  <inkml:trace contextRef="#ctx0" brushRef="#br0" timeOffset="53745.268">4072 11024 176 0,'0'0'2695'0,"0"0"-2091"16,0 0-303-16,0 0-81 0,0 0 80 15,0 0-70-15,105-35-45 0,-64 30-47 0,4 2-19 16,2-2 10-16,5 3-44 0,0-2-76 15,4 2-9-15,2-2-33 0,-1-3-7 16,-2 0 13-16,-4-4-37 0,-3 0-31 0,-4-3-65 16,-3-1-74-16,-6-4-166 15,-11 7-365-15,-3-13-871 0</inkml:trace>
  <inkml:trace contextRef="#ctx0" brushRef="#br0" timeOffset="53945.422">4747 10344 1979 0,'0'0'1066'16,"0"0"-883"-16,0 0-142 16,0 0 55-16,0 0 12 0,0 0 22 0,0 0 94 0,1 89 13 15,8-40-35-15,1 9 28 0,0 3-70 16,3 8-61-16,-3 4-16 0,0 2-40 16,-4 6-43-16,1 2-59 0,-4 2-24 15,-2 1-83-15,-1-5-44 0,0-8-109 16,0-8-223-1,0-18-491-15,5-9-282 0</inkml:trace>
  <inkml:trace contextRef="#ctx0" brushRef="#br0" timeOffset="54194.263">5211 11182 398 0,'0'0'2279'0,"0"0"-2035"15,0 0-179-15,0 0 31 0,65 68 112 0,-57-48-8 16,-5 3 6-16,-3 2-58 15,0 0-44-15,-4 4-17 0,-9 0-39 0,1 0-26 16,-3-5 19-16,-3-3 9 16,1-7 9-16,1-6 25 0,-3-4-3 0,2-4 2 0,1-2-46 15,0-10-37-15,3-3-17 16,3-7-11-16,0-3-28 0,4-3 0 0,5 3 16 16,1 0-22-16,4 6-7 0,8 1 32 15,1 2-16-15,1 4-33 0,5 0-11 16,-2 4-63-16,2 2-255 0,-5 1-647 15,7 1-680-15</inkml:trace>
  <inkml:trace contextRef="#ctx0" brushRef="#br0" timeOffset="55382.11">17501 9800 1368 0,'0'0'1354'0,"0"0"-972"16,0 0-44-16,0 0-113 16,0 0 31-16,0 0 17 0,0 0-68 15,0 0-50-15,-1 68-35 0,-4-20 0 16,2 14 9-16,-4 13-7 0,-4 9-34 0,-2 8-17 16,-5 5-17-16,-2 5 1 0,-6-2-6 15,0-3-10-15,0-5-23 0,-1-9-16 0,8-9-69 16,3-11 20-16,5-11 9 15,5-12 1-15,4-9-25 0,2-8-43 0,0-6-43 16,8-8-56-16,0-4-28 0,7-5-68 16,1-7-69-16,5-9-126 0,0-6-135 15,2-4-162-15,-5 1-539 16</inkml:trace>
  <inkml:trace contextRef="#ctx0" brushRef="#br0" timeOffset="55564.98">17492 10549 1990 0,'0'0'1166'15,"0"0"-920"-15,0 0-8 0,0 0-127 16,0 0 96-16,82-6 122 0,-49 9-66 16,2 2-25-16,4 3-67 0,2 1-12 15,4 1-19-15,0-3-42 0,6 1-47 16,0-5-39-16,-1-3-12 0,-2 0-15 0,0-8-12 16,-2-4-34-16,-5-3-36 0,-1 0-65 15,-6-3-43-15,-6-3-66 0,-6 1-261 0,-7 7-538 16,-6-14-600-16</inkml:trace>
  <inkml:trace contextRef="#ctx0" brushRef="#br0" timeOffset="55832.499">18184 9893 2387 0,'0'0'417'0,"0"0"-186"16,0 0 44-16,0 0 90 0,0 0 13 0,0 0-82 15,-32 72-116-15,27-43-38 0,0 6-4 0,2 3-21 16,2 4-32-16,1 5-8 0,0 4-29 16,0 7-11-16,-2 3-13 0,-3 6-2 15,-1 3-10-15,-3 1-10 16,-2 1-2-16,0-4 0 0,0-2-11 0,1-6-11 16,1-4-8-16,2-6-4 0,4-5-27 0,2-7-12 15,1-3-37 1,1-8-31-16,5-3-44 0,4-4-94 0,0-4-182 15,-1-8-501-15,4-2-794 0</inkml:trace>
  <inkml:trace contextRef="#ctx0" brushRef="#br0" timeOffset="56309.05">18766 10991 333 0,'0'0'2237'15,"0"0"-1280"-15,0 0-654 0,0 0-177 16,0 0-51-16,0 0 54 0,0 0 71 16,-16 85-21-16,5-46-46 0,2 10-1 0,-1 3 24 15,1 3-40 1,-2 2-58-16,5-3-21 0,3-5-35 0,3-8-2 16,0-7-58-16,2-8-67 0,5-8-62 15,6-6-41-15,-2-5-138 0,-2-5-592 16,0-4-1243-16</inkml:trace>
  <inkml:trace contextRef="#ctx0" brushRef="#br0" timeOffset="61799.894">6597 10194 739 0,'0'0'170'15,"0"0"1465"-15,0 0-1137 0,0 0-111 16,0 0-127-16,0 0-15 0,0 0-50 16,0 0-17-16,0 0 39 0,30 80-20 15,-15-36-31-15,-2 9-13 0,-1 5-34 16,-3 6-55-16,-1 0-40 0,-4 0-22 15,-4 2 8-15,0-3-10 0,0-2-24 16,-4-4 6-16,-2-5-4 0,0-5-2 16,1-8 6-16,0-5-1 15,1-6-14-15,1-5-47 0,-2-3-42 0,1-8-22 0,3-3-66 16,-1-4-112-16,1-5-175 16,-1 0-135-16,2-6-164 0,0-7-528 15</inkml:trace>
  <inkml:trace contextRef="#ctx0" brushRef="#br0" timeOffset="61955.936">6756 10721 1542 0,'0'0'1097'0,"0"0"-708"0,0 0-187 0,0 0 8 15,0 0 132-15,0 0 17 16,0 0-79-16,76-6-67 0,-53 8-75 0,0-2-33 16,6 0-29-16,3 0-45 0,1-10-31 15,6-4 0-15,1-5-61 0,-1-4-90 16,3-3-43-16,-3-2-106 0,-3-1-243 15,-10 7-605-15,-1-12-706 0</inkml:trace>
  <inkml:trace contextRef="#ctx0" brushRef="#br0" timeOffset="62196.533">7182 10172 2130 0,'0'0'282'0,"0"0"-56"0,0 0 176 15,0 0 26-15,0 0-58 0,0 0-106 16,25 86-89-16,-19-59 5 0,1 6-20 0,1 0-33 16,-3 7-45-16,-1 2-35 0,-1 4-25 15,1 0-22-15,-2 4-3 0,-1-1 0 16,1 1-12-16,-2-2-4 0,0-1-9 16,0 0 10-16,0-4-28 0,0-1-34 15,0-4-40-15,0-3-10 0,7-8-31 16,-2-2-62-16,6-6-91 0,0-4-181 15,1-6-550-15,2-6-785 0</inkml:trace>
  <inkml:trace contextRef="#ctx0" brushRef="#br0" timeOffset="62564.713">7509 11036 2070 0,'0'0'1318'16,"0"0"-1054"-16,0 0-214 0,0 0-15 16,0 0 97-16,0 0 120 0,-7 78-25 15,7-62-137-15,0-4-74 16,4-3-4-16,5-1 31 0,1-2 4 16,6-3-17-16,3-3-30 0,4-3-20 0,4-8 4 15,-1-6-14-15,0-1-45 0,0-4-2 16,-7 1-1-16,1-2 3 0,-8 6 7 0,-4-1 12 15,-5 3 5-15,-3 2 51 0,-7-1 29 16,-3 3-1-16,-6-1-6 0,-3 2 0 16,1-1-22-16,0 7 0 0,-1 1 12 15,2 3-10-15,1 3-2 0,0 8-15 16,1 5-17-16,1 3-5 0,2 0-5 0,0 3 5 16,3-1-14-16,-2-2-118 15,5-1-91-15,2-2-212 0,2-4-266 16,1-4-799-16</inkml:trace>
  <inkml:trace contextRef="#ctx0" brushRef="#br0" timeOffset="62798.266">8021 10859 1565 0,'0'0'1412'16,"0"0"-812"-16,0 0-367 0,0 0-72 15,0 0 115-15,4 72 52 0,-4-50-45 0,2 4-111 16,-1 0-93-16,2 2-33 0,3 1-19 16,-2 2-15-16,1-1-12 0,-2 3-1 0,-2-2-11 15,3 2-6-15,-4-3-7 16,1-4-20-16,2 1-99 0,-1-6-123 16,1-2-2-16,-2-5-140 0,2-4-350 0,-3-5-1070 15</inkml:trace>
  <inkml:trace contextRef="#ctx0" brushRef="#br0" timeOffset="63485.338">9518 10181 951 0,'0'0'414'16,"0"0"590"-16,0 0-639 0,0 0-73 15,0 0-81-15,0 0 44 0,0 0-36 0,0 0-52 16,0 0-23-16,0 0 57 0,0 0 1 16,42 68-17-16,-29-35-40 0,0 9-16 15,-2 6-7-15,-2 2 6 16,0 7-27-16,-3 1-19 0,-1 2-21 0,-2-1-19 16,-1-1-39-16,-1-3-3 0,-1-3-27 15,2-5-6-15,-1-7-1 0,2-5-8 16,3-8 14-16,0-4 10 0,0-6-22 15,2-5-30-15,-2-5-85 0,-2-4-14 0,-1-3 3 16,1 0-19-16,-4-4-157 0,3-6-308 0,-3-1-403 16,0-14-791-16</inkml:trace>
  <inkml:trace contextRef="#ctx0" brushRef="#br0" timeOffset="63678.49">9687 10679 2055 0,'0'0'708'15,"0"0"-393"-15,0 0-207 16,0 0-85-16,0 0 133 0,0 0 107 16,0 0 93-16,84-17-92 0,-48 11-109 0,7-1-59 15,2-4-40-15,2-1-53 0,1-2-3 16,1-2-34-16,-6-4-65 0,0-2-119 16,-4 0-165-16,-12 6-344 0,7-13-1234 0</inkml:trace>
  <inkml:trace contextRef="#ctx0" brushRef="#br0" timeOffset="63880.582">10177 10257 1299 0,'0'0'1600'0,"0"0"-1408"0,0 0-115 16,0 0 92-16,0 0 234 0,0 0 28 15,25 80-130-15,-14-43-122 0,-2 6-28 16,-1 5 27-16,-5 5-10 0,-1 1-80 0,-2 0-42 15,-2 1-34-15,-5-4-12 0,-2 0-34 16,-2-3 4-16,5-4-16 0,0-4-64 16,5-6-122-16,1-8-30 0,6-7-10 0,9-4-286 15,-3-7-485-15,14-8-688 0</inkml:trace>
  <inkml:trace contextRef="#ctx0" brushRef="#br0" timeOffset="64147.795">10491 10950 1694 0,'0'0'1392'0,"0"0"-987"0,0 0-234 0,0 68-73 16,0-43 119-16,3-4 93 0,1-2-71 16,5-5-113-16,2-4-83 15,1 1-12-15,4-10 6 0,3-1-6 0,1 0-31 16,0-5-24-16,2-8-19 16,-1-4-6-16,-3 0 3 0,-3-3 6 0,-4 2 12 15,-3 1 25-15,-4 2 3 0,-4 0 20 16,0 1 14-16,-1 1-6 0,-6-3-6 15,-2 5-19-15,0-2 9 16,-3 5-11-16,3 1 1 0,-1 1 11 0,-2 4 1 16,1 2-14-16,-2 0-34 0,-2 0-12 0,-1 5 2 15,-2 1-14-15,1 2 2 0,-1 0-121 16,1-2-139-16,5 0-224 0,2-3-644 16,5-3-993-16</inkml:trace>
  <inkml:trace contextRef="#ctx0" brushRef="#br0" timeOffset="64418.291">10886 10870 798 0,'0'0'2134'0,"0"0"-1524"0,0 0-395 15,96 2-8-15,-65 1 48 16,-1 0-26-16,-4 3 3 0,-1 0-32 16,-4 3-84-16,1 0-43 0,-6 2-30 0,-1 2-9 15,-6 1-22-15,-6 4 0 0,-3 0-10 16,0 3-2-16,-12 4-2 0,-5 0-1 15,-3-2-15-15,1 1 5 0,2-5 12 0,5-1 0 16,5-5-1-16,2-1-1 16,5-2 1-16,0-2 2 0,5-1 10 0,7 0-6 0,1-2 17 15,7-1-3-15,4-3 3 16,1-1-21-16,1-1-33 0,-3-5-104 16,4-1-78-16,-2-2-59 0,-4 0-154 15,-5 3-664-15,3-6-1201 0</inkml:trace>
  <inkml:trace contextRef="#ctx0" brushRef="#br0" timeOffset="64996.127">12337 10507 1281 0,'0'0'394'0,"0"0"676"15,0 0-679-15,0 0-31 0,0 0-116 16,0 0-112-16,84 32-94 0,-60-28-32 16,2 0-6-16,3-4-255 0,-5 0-379 0,18 0-1096 15</inkml:trace>
  <inkml:trace contextRef="#ctx0" brushRef="#br0" timeOffset="65106.581">13193 10556 564 0,'0'0'39'0,"0"0"-78"16,0 0-320-16</inkml:trace>
  <inkml:trace contextRef="#ctx0" brushRef="#br0" timeOffset="65264.328">13438 10518 143 0,'0'0'144'0,"80"0"101"0,-41 0-43 0,2-5-147 0,-3 1-54 15,-2 1 38-15,-3-3 228 0,-4 1 371 16,-2 2-235-16,0-2-73 0,-5 1-14 0,1 2-46 15,-3 2 5-15,-1 0 11 0,-2 0-2 16,0 4-49-16,-2 1 8 0,1 0-100 16,-3 0-108-16,0-2-35 15,3-2-90-15,1-1-187 0,-3 0-393 16,12-5-1468-16</inkml:trace>
  <inkml:trace contextRef="#ctx0" brushRef="#br0" timeOffset="65716.125">14119 9981 1755 0,'0'0'649'0,"0"0"-47"0,0 0-117 16,0 0-125-16,0 0-20 0,93 74-79 15,-77-36 22-15,-1 7-108 0,-3 9-43 16,-4 5-19-16,-2 8-13 0,-4 2-15 0,-2 6-30 0,0-2-34 16,0-2-21-16,0-3-2 15,-1-8-34-15,1-5-13 0,0-7 4 0,0-9-4 16,8-7-21-16,4-8-101 15,7-6-37-15,-2-10-17 0,3-4-144 0,-2-4-274 16,-3-4-471 0,-6-11-316-16</inkml:trace>
  <inkml:trace contextRef="#ctx0" brushRef="#br0" timeOffset="65892.99">14333 10674 421 0,'0'0'218'16,"0"0"-114"-16,-11-82 1021 0,11 62-532 15,4 5-65-15,10 4-148 0,7 4-91 16,8 3 7-16,5 1 64 0,8 1-69 15,1 2-42-15,4-2-41 0,1-2-16 0,1-2-34 16,-1-3-73-16,-1-1-48 16,-2-7-37-16,-2-1-31 0,-2-2-87 0,-5-6-58 15,-2-1-59-15,-3-2-66 0,-6-1-321 16,-6 10-785-16,-9-10-1059 0</inkml:trace>
  <inkml:trace contextRef="#ctx0" brushRef="#br0" timeOffset="66114.643">14905 9999 130 0,'0'0'2056'0,"0"0"-1613"0,0 0 74 15,0 0-24-15,0 0-84 0,0 0-100 16,54 63 22-16,-43-31-79 0,-2 5-60 0,2 6 0 16,-5 4-19-16,-3 4-67 0,-1 5-54 15,-2 2-40-15,0 1-12 0,-8 0-12 16,2-2-9-16,0-3-16 0,1-6-35 0,5-2-47 15,0-8-51-15,2-2-53 0,4-1-56 16,2-7-172-16,1-3-266 0,-4-7-480 16,8-1-796-16</inkml:trace>
  <inkml:trace contextRef="#ctx0" brushRef="#br0" timeOffset="66855.232">15135 10835 1025 0,'0'0'127'0,"0"0"1050"16,0 0-712-16,0 0 32 0,0 0-116 0,0 0-95 15,-24 66-75-15,16-47-21 0,1 0-17 16,2-1-56-16,2-1-46 0,0-5-28 16,3-1-28-16,0-2-14 0,3 2-1 15,5-4 13-15,0-2-10 0,7 2 9 16,1-2 10-16,2-1-22 0,1-3 0 15,0-1-3-15,1 0 0 0,1-3-12 0,-2-6-10 16,4-1-11-16,0-4-14 0,-2-2 1 16,-1 1-16-16,-3-2-3 15,-4 2 4-15,-4 0-14 0,-1 2 31 0,-5 0 47 16,-3 0 4-16,0 0 20 0,-3 3 20 16,-7-2-26-16,0 3 23 0,-2-3 21 15,0 3-41-15,-3 0 13 0,2 4-31 16,0-2 0-16,-1 6-3 0,2 1-32 15,-1 0-14-15,-1 0-22 0,1 5-22 0,-1 2-72 16,3 0-70-16,1 5-172 0,2 0-279 16,2-2-754-16</inkml:trace>
  <inkml:trace contextRef="#ctx0" brushRef="#br0" timeOffset="70347.946">15593 10811 375 0,'0'0'280'0,"0"0"-244"0,0 0-36 16,0 0 20-16,0 0 690 0,0 0-187 0,0 0-127 15,0 0-105-15,0 0-14 0,0 0-2 0,0 0-23 16,1-21-49-16,-1 21-42 0,0 0 5 16,0 0-36-16,0 0-33 0,0 0-26 15,0 0-18-15,0 0 12 0,2 4-24 16,-1 2-38-16,3 3 25 16,-1 6 18-16,-1 1 6 0,-1 3-36 15,-1 0 9-15,0 0-22 0,0-1 8 0,0-1-11 16,0-3-1-16,0-3-14 0,-1-1 11 15,1-5-14-15,0-2-16 0,0-2-28 16,-2-1-22-16,2 0-2 0,0 0-11 0,0 0-21 16,0-1-31-16,0-4-52 0,5-1 125 15,0-2 0-15,3-4 0 16,2 0 6-16,-2 1 10 0,1-3 30 16,0 1 30-16,1-3 16 0,-2 3 3 0,0-3 3 15,1 2 4-15,0 0 2 0,-1 2 49 16,0 3 14-16,-2 2-2 0,-2 3 2 15,-1-1-12-15,-1 4 6 0,-1 1-29 0,0 0-14 16,2 0-27-16,-1 0-14 0,1 1 1 16,0 5 44-16,1 3 14 0,3-1 8 15,-3 4-34-15,1 1-9 16,-1 2 3-16,-1 0-3 0,1 1 3 16,-1 0 0-16,-1 2 15 0,-1-2 7 0,2 2-10 15,-3-2 6-15,0-3-21 0,0 1-8 16,0-3-17-16,-6-2-12 0,3 0-50 15,-1-1-80-15,1-1-50 0,0-1-66 0,3-2-107 16,0-2-208-16,2-2-471 0,2 0-567 16</inkml:trace>
  <inkml:trace contextRef="#ctx0" brushRef="#br0" timeOffset="70630.372">15896 11018 851 0,'0'0'55'15,"0"0"11"-15,0 0 477 0,0 0 16 0,0 0-80 16,0 0-86-16,0 0-108 0,0 71-84 16,0-64-65-16,1 1-60 0,6-1-28 0,2-4-7 15,2 2 0-15,6-5 0 0,1 0-16 16,3-1-25-16,-1-5-10 16,2-5-128-16,-2 3 17 0,-2-3 42 15,-4 1 9-15,-4 2 29 0,-1 1 41 0,-8-2 39 16,-1 4 25-16,0-5-7 0,-5 1-10 0,-4 2-18 15,-3-1-26-15,0 2 19 16,-2 0-22-16,-1 2-3 0,0 4-26 0,1 0-21 16,2 0-33-16,1 0-28 0,-1 0-164 15,4 0-252-15,2 0-863 16</inkml:trace>
  <inkml:trace contextRef="#ctx0" brushRef="#br0" timeOffset="72161.968">16830 10308 470 0,'0'0'368'16,"0"0"1221"-16,0 0-1105 0,0 0-206 15,0 0-112-15,0 0-7 0,0 0-38 0,0 0-77 16,0 0-44-16,-104 33-2 0,66-18 2 15,-2 3 17-15,-3 1-17 16,-1 2 0-16,3-1-2 0,0 2-1 0,2-2 0 16,3-1-13-16,6-1 16 0,2-1 2 0,5-4 0 15,6 0-1-15,4-3-2 0,4-4 1 16,4 0-32-16,1-6 7 16,4 4-10-16,0-2 35 0,0 3 19 15,2 0 73-15,4 1-42 0,0 0-6 16,0-3-6-16,1 3 0 0,-3-3-16 0,2-1 0 15,-5-2-10-15,1 1 4 0,-1-1 9 16,-1 3 3-16,0-3-3 0,0 0 1 0,0 0 6 16,0 0-4-16,0 0-6 0,0 0-10 15,0 0 4 1,0 0-4-16,0 0 1 0,0 0 9 0,0 0-4 16,0 0-15-16,2 0-1 0,-1 0-2 15,2 1 31-15,1 0-7 0,2 2-23 0,1 0-1 16,2-3 18-16,-2 0-16 0,3 4 17 15,0-3-17-15,2 0 17 0,2 2 18 16,-1-1 3-16,4 1-18 0,2 1 31 16,1 1-38-16,-1 2-14 0,4 0-1 0,2 3-12 15,-1 1-7-15,1-2 4 0,-4 1-1 16,1-1 1-16,-3-1 2 0,-6-1 10 16,-2-2 1-16,-1 0 2 0,-4-3 0 0,-2 0 0 15,-2-2 0 1,-1 0 3-16,-1 0 22 0,0 0 0 0,0 0 3 15,0 0-4-15,0 0-2 0,0 0 0 16,0 0-10-16,0 0 3 0,0 0-13 16,0 0 1-16,0 0 9 0,0 0-10 0,0 0 0 15,0 0 13-15,0 0-2 0,0 0-1 16,0 0 0-16,0 0-8 0,0 0 20 16,0 0-12-16,0 0 1 15,0 0-13-15,0 0-1 0,0 0-18 0,0 0-2 16,0 0-4-16,0 0-3 0,0 0 4 15,0 0 8-15,0 0 14 0,0 0 1 16,0 0 1-16,0 0 16 0,0 0 8 16,0 0-2-16,0 0-7 0,0 0 4 15,0 0-19-15,0 0 0 0,0 0-13 0,0 0-2 16,0 0 0-16,0 0-4 16,0 0-6-16,0 0 1 0,0 0 8 15,0 0-1-15,0 0 17 0,0 0 12 0,0 0 10 0,3-1 5 16,0-7 35-16,6-4-62 15,-1-7-6-15,4-4-18 0,-1-2 23 0,2-2-47 16,-4-4-26-16,2 1-10 0,-2-1-15 16,-2-2-50-16,2 2-15 0,-2-1 1 15,0 2 8-15,-4 4-32 0,0 6 19 0,-3 6 66 16,0 4-4 0,-3 7-64-16,-4 0-142 0,0 3-244 0,-10 0-899 0</inkml:trace>
  <inkml:trace contextRef="#ctx0" brushRef="#br0" timeOffset="73101.369">13971 10279 352 0,'0'0'2016'16,"0"0"-1404"-16,0 0-139 0,0 0-232 15,0 0-36-15,0 0 18 0,0 0 7 16,0 0-25-16,0 0-2 16,0 0-102-16,0 0-39 0,-20-7-62 15,3 13-19-15,-8 4-21 0,-5 3 7 0,-8 5 5 16,-3 1 13-16,-4 5-4 0,-2 0 16 15,-3 0-22-15,2 3 1 0,0-2-1 0,4-2-9 16,3-1 16-16,5-1 3 16,9-2 2-16,5-5-2 0,9-4-1 0,6-5-11 15,4-1-23-15,3-2 4 16,2 3 33-16,10 0 13 0,3 2 34 0,6-1-9 16,8-2 21-16,4 0-9 0,5-1 16 15,1-1-35-15,4-2-14 0,-1 1-4 16,-2-1-3-16,0 0 2 0,-2 0-1 15,-2 0-1-15,-3 0 3 0,-2 0-3 16,-3-1 2-16,-2-2 1 0,-1 0 2 0,-5-1 17 16,-1 2-4-16,-8-3 28 0,1 5 25 0,-8 0-10 15,-1-1 10 1,-2 1-4-16,-1-3 0 0,0 2 6 16,0-5 40-16,0-2-34 0,0-3-76 15,-3-6-52-15,1-2 34 0,-3-3 3 0,-2-3 1 0,0 0 13 16,-2-5-11-16,-5-2-46 0,2-1-55 15,-2 1-49-15,-2 1 6 0,-2 4-94 16,0 7-172-16,5 6-320 16,-15 5-1082-16</inkml:trace>
  <inkml:trace contextRef="#ctx0" brushRef="#br0" timeOffset="74613.87">9050 10504 267 0,'0'0'199'0,"0"0"1899"0,0 0-1545 15,0 0-132-15,0 0-87 0,0 0-29 16,0 0-149-16,0 0-85 0,0 0-58 0,-104 39-13 15,70-23-1-15,-5 7 0 16,-3 0-17-16,-4 4-10 0,1 0 12 0,-2 1 14 16,0 2-16-1,3-3 15-15,6-3 2 0,8-3 1 0,7-6 17 16,9-3 11-16,5-6-28 0,3-2-10 16,3-2-24-16,3 0-10 0,0 0-12 15,0 3 34-15,9 1 22 0,1 0 41 16,5 3-4-16,5-1-24 0,1-2 18 0,3 0-16 15,1-2 22-15,1-2-36 0,-1-1 27 16,-1 1-12-16,-3-2-1 0,-1 0 19 16,-2 0-21-16,0 0-10 0,-1-2 21 0,0-1-8 15,-1-1-1-15,-1 1 1 0,-1 0 5 16,-4-1 7-16,-3 4 25 0,0-3 57 16,-4 2 13-16,0-1-40 0,0 1-19 15,1-3-3-15,-1-2-6 0,2-2-6 16,-1-4-13-16,4-1-33 0,-3-6 0 15,-2-5-3-15,0-5-49 0,-2-3-45 16,-1-4-44-16,-1-4-36 0,-7-4-63 16,-4-1-173-16,1 9-360 0,-12-8-681 0</inkml:trace>
  <inkml:trace contextRef="#ctx0" brushRef="#br0" timeOffset="75630.18">6045 10551 218 0,'0'0'1593'0,"0"0"-864"15,0 0-256-15,0 0-172 0,0 0-47 0,0 0-36 16,0 0-48-16,0 0-47 0,-81 38-45 15,66-27-9-15,-3 1-4 0,-2 2 4 16,-4 3-17-16,-2 2 7 0,-3-2 0 16,-3 3-19-16,1 0-12 0,-4 1-13 0,2 1-2 15,1-3-13-15,-1 1 0 16,6-2-13-16,2 0 11 0,5-4-23 16,4 1 7-16,7-5-7 0,2-2-21 15,4-3-10-15,3 0-18 0,0 1 12 16,4 1 6-16,8 1 46 0,4-1 10 0,4 3 38 15,3-3-23-15,3 0 1 0,0-2 6 16,3-1-21-16,-3-2 20 0,1 3-20 0,2-3 15 16,-2-2-15-16,2 3 14 0,-3-3-13 15,0 0 17-15,0 0-16 16,0 0 22-16,0-2-25 0,-2-1 0 16,1-1-3-16,-1 2 2 0,-2-3-1 15,-2 4 2-15,-3-3 0 0,-2 1 2 0,-3-1 16 16,-4 2 7-16,1-3 12 0,-3-1 7 15,-2 0 20-15,3-3-5 0,-3-2-7 0,2-5-27 16,-3-2-7-16,1-5-18 0,-1-2-31 16,-1-6-58-16,-2-3-43 15,0-5-42-15,-10-3-116 0,-6-2-256 0,3 10-649 0,-19-11-931 0</inkml:trace>
  <inkml:trace contextRef="#ctx0" brushRef="#br0" timeOffset="78905.477">7119 12473 1251 0,'0'0'136'0,"0"0"1233"0,0 0-888 16,0 0-143-16,0 0-76 0,0 0-7 15,0 0-102-15,0 0-54 0,0 0 16 16,1 85 48-16,4-43-12 0,-1 5-40 0,0 2-26 15,-4 4-17-15,0 0-29 0,0 0-21 16,-1 0-18 0,-5-6-25-16,3-2-8 0,-1-6-10 0,4-7 9 15,0-6-2-15,0-7-1 0,6-5-58 16,1-5-102-16,0-4-17 0,2-3-120 16,-1-2-332-16,2-5-759 0,2-11-530 0</inkml:trace>
  <inkml:trace contextRef="#ctx0" brushRef="#br0" timeOffset="79089.261">7240 12799 1580 0,'0'0'685'0,"0"0"-33"0,0 0-332 0,0 0 8 16,0 0 82-16,0 0-72 0,0 0-69 16,94 40-75-16,-66-29-43 0,7-3-47 15,4-2-37-15,4-5-41 0,2-1-26 0,4-4-33 16,-1-6-90-16,-1-6-54 0,-4 2-54 15,-4-3-82-15,-4 2-285 0,-11 4-725 16,-5-8-990-16</inkml:trace>
  <inkml:trace contextRef="#ctx0" brushRef="#br0" timeOffset="79327.557">7661 12449 95 0,'0'0'2138'0,"0"0"-1824"0,0 0-153 15,0 0 74-15,0 0 193 0,0 0-76 0,0 0-131 16,0 0-83-16,0 0 46 0,0 0 21 16,30 65-63-16,-23-39-37 15,0 6-31-15,-1 2-19 0,-3 7 6 0,-3 3-33 0,0 4-13 16,0 2-12-16,0 0-3 0,-7 2-16 16,3-2-21-16,-4 0-12 15,2-2-22-15,2-6-70 0,0-5-82 16,4-5 6-16,0-7-41 0,2-7-123 15,7-6-248-15,-1-5-829 0</inkml:trace>
  <inkml:trace contextRef="#ctx0" brushRef="#br0" timeOffset="80422.731">8165 13132 637 0,'0'0'36'16,"0"0"1451"-16,0 0-960 0,0 0-142 15,0 0-104-15,0 0 2 0,0 0 7 16,0 0-45-16,0 0-62 0,0 0-65 15,0 0-47-15,0 26 25 0,3-12 24 0,-1 5-34 16,-1 2-31-16,0 0-30 0,1 1-25 16,-2 0 0-16,1-2-3 0,-1 1-13 0,0 0-11 15,0-3 5 1,0-2-12-16,0 0-27 0,0-3-53 0,0-1-68 16,0-4-60-16,4-3-116 0,1-1-215 0,2-4-172 15,-3 0-588-15</inkml:trace>
  <inkml:trace contextRef="#ctx0" brushRef="#br0" timeOffset="80801.141">8498 13141 997 0,'0'0'166'0,"0"0"972"0,0 0-692 16,0 0-20-16,0 0-126 0,0 0 10 15,0 0-62-15,6 65-47 0,-5-42-46 0,1 1-40 16,1 0-22-16,0 1-56 16,-2 0-27-16,2 0-10 0,-2-1-3 0,-1 0-28 15,0-3 0-15,0-3-77 0,0-4-100 16,0-1-43-16,0-2-44 16,0-1-156-16,0-3-297 0,0-1-776 15</inkml:trace>
  <inkml:trace contextRef="#ctx0" brushRef="#br0" timeOffset="83264.788">6312 12775 362 0,'0'0'303'0,"0"0"943"16,0 0-805-16,0 0-54 0,0 0-139 0,0 0 8 15,0 0 18-15,0 0-22 0,0 0 3 0,0 0 14 16,0 0-104-16,4-7-73 16,-10 7-55-16,-8 4-37 0,-2 2-37 15,-8 1 7-15,-5 5-1 0,-4 2 6 16,-2 3-3-16,-4 2 6 0,-1 2 4 15,-2 0 15-15,0 1-16 0,1 3-3 0,-1-2 10 16,3 1 9-16,4-4-28 0,5 2 6 16,4-6 23-16,6-2-14 0,7-3 4 0,1-2-10 15,6-3-15-15,4-2-4 0,2-2-6 16,0 2-7-16,1 1 3 0,9-1 51 16,4 4 3-16,4-2-3 0,6-2 0 15,2 1 34-15,3-1-4 0,-2-3-15 16,2 1 1-16,-1 2-15 0,0-2-1 15,3 2-2-15,-1 2-1 0,2-1 3 16,-1-2 0-16,0 2 2 0,0 1-2 16,-2-2 22-16,1-2 9 0,-2-1-29 0,-2-1 48 15,0 0 3-15,-2 0-25 0,-2 0-9 16,-3 0 27-16,-4-1 7 16,-3 0-19-16,-5-1-3 0,0 0 15 15,-4 1 4-15,-1 0 2 0,-1-1 4 0,-1-1-7 16,2 3 18-16,-2-1 32 15,0-4 26-15,0-1-21 0,0-5-58 0,0-3-25 16,-5-5-1-16,-1-3-20 0,-2-5-27 0,-1-5-16 16,-1-3-57-16,-1-5-60 15,-1-2-39-15,2-1-64 16,-1 0-146-16,0 2-242 0,4 10-456 0,0-2-563 0</inkml:trace>
  <inkml:trace contextRef="#ctx0" brushRef="#br0" timeOffset="87011.862">9828 12726 860 0,'0'0'254'0,"0"0"918"0,0 0-736 15,0 0-111-15,0 0-178 0,0 0-55 0,0 0-6 16,0 0 10-16,0 0-20 0,-72 36-48 15,46-20-25-15,-3 3 22 0,-1 0 0 16,-3 5-6-16,-2 1-19 0,-2-1 1 16,-2 3 10-16,0 0-11 0,2 2-13 0,-1-4 12 15,2 4 0-15,3-3-1 0,3-3 1 16,5-2 1-16,2-2 0 16,6-4 0-16,5 1-25 0,2-6-10 15,3-2 3-15,4-3-9 0,3-2-10 0,0 2-3 16,5-2 54-16,6 4 32 0,2-1 3 15,6 1 35-15,0-2-13 0,2-2-19 16,1 0 44-16,1-2-38 0,0 1-3 16,0-2 25-16,1 0-50 0,-1 2-4 0,1 0-12 15,0-1 0-15,2 0 0 16,0-1-3-16,-3 2-9 0,-4 0 12 16,-1-1 0-16,-5 1 1 0,0-2 24 15,-6 0 22-15,-1 0-6 0,-1 0 12 0,-4 0 14 16,1 0 7-16,-2 0 51 0,1 0-29 15,-1 0-25-15,0 0-3 0,0 0-15 0,2-3-10 16,-1-6-43-16,-1-4-28 0,4-7-58 16,-4-8 18-16,3-5-56 0,-3-3-69 15,0-4-43-15,0-2-95 0,-5 3-109 16,-1 0-261-16,1 12-603 0</inkml:trace>
  <inkml:trace contextRef="#ctx0" brushRef="#br0" timeOffset="87579.779">10787 12875 316 0,'0'0'2216'0,"0"0"-1839"0,0 0-252 0,0 0-112 16,0 0 3-16,0 0-16 0,77 12-49 15,-45-10-385-15,-5-2-724 0</inkml:trace>
  <inkml:trace contextRef="#ctx0" brushRef="#br0" timeOffset="87755.865">12094 12908 251 0,'0'0'323'0,"0"0"273"0,0 0 78 16,0 0-483-1,79-11-191-15,-56 1-448 0,-4 2-753 0</inkml:trace>
  <inkml:trace contextRef="#ctx0" brushRef="#br0" timeOffset="87922.999">12904 12839 427 0,'0'0'417'0,"0"0"836"0,0 0-661 0,0 0-159 0,0 0-168 15,86 0-68-15,-62-4-74 0,3 2-53 16,2-3-47-16,-1 2-23 0,3-2-50 0,2 0-131 16,1-1-134-1,-8 1-217-15,14-3-761 0</inkml:trace>
  <inkml:trace contextRef="#ctx0" brushRef="#br0" timeOffset="88896.265">15718 12666 992 0,'0'0'134'0,"0"0"-134"0,87-1 800 0,-61 1-336 16,1 0-129-16,-7 1-10 0,-7 2-41 15,-4-1-30-15,-5-1-33 0,-2 2 28 16,-2-1-43-16,-2 2-63 0,-11 2-28 0,-10 4-44 16,-10 5-37-16,-6 3-34 0,-7-1-13 15,-2 2 13-15,-2-1 0 0,4 0 2 0,-3 1-2 16,1 0-3 0,-1 5-15-16,4 1-7 0,5 0 10 15,6 2 11-15,6-3-14 0,11 0-16 16,3-5-3-16,8-1 12 0,6-4-6 0,1 0 12 15,12-2 19-15,9 0 1 0,7-3 24 16,5-2 0-16,6-2 25 0,2-5-19 0,2 0-1 16,2 0 4-16,-2 0-9 0,2-2-3 15,-1-1-1-15,-2-1 7 0,-2-1 6 16,-4 1 6-16,-1-2 6 0,-2-1 6 16,-3 0 28-16,-6-1 2 0,-4 0-24 15,-2 0-24-15,-6-2-10 0,-3 1-2 16,1-1-7-16,-5-3 0 0,0-1-14 15,-3-2-1-15,-3-3-20 0,0-2-11 16,-10 1-11-16,-4-3-13 0,-5-1-40 16,-4 1-31-16,-3-1 6 0,-2 3-34 0,1 0-29 15,2 2-135-15,2 4-183 0,6 3-486 0,-2-2-642 16</inkml:trace>
  <inkml:trace contextRef="#ctx0" brushRef="#br0" timeOffset="89588.967">13578 12340 1130 0,'0'0'238'0,"0"0"963"0,0 0-808 0,0 0-108 15,0 0-53-15,0 0 126 0,0 0-88 16,0 0-55-16,0 0-66 0,0 0-4 16,16 72 74-16,-12-27-66 15,-3 10-61-15,-1 10-16 0,-1 1-24 16,-6 5-25-16,-2-4-26 0,-2 0-1 0,-2-3-21 16,4-4-16-16,0-5-3 0,1-4 4 0,4-8-13 15,2-6 3-15,2-9-46 0,0-6-46 16,0-8-28-16,3-4-32 0,4-3-60 15,0-7-157-15,2 0-291 0,1-7-470 16,-1-3-249-16</inkml:trace>
  <inkml:trace contextRef="#ctx0" brushRef="#br0" timeOffset="89737.774">13683 12940 241 0,'0'0'2409'0,"0"0"-1889"0,0 0-284 0,0 0 21 0,0 0 127 16,0 0-109-16,0 0-70 0,85 32-73 15,-60-28-55-15,1-4-34 0,4 0-43 0,2-10-13 16,1-1-85-16,-2-5-50 0,1-3-91 16,-3 0-147-16,-10 5-273 0,1-8-851 0</inkml:trace>
  <inkml:trace contextRef="#ctx0" brushRef="#br0" timeOffset="89978.557">14006 12497 457 0,'0'0'225'0,"0"0"888"0,0 0-481 0,0 0-58 15,0 0-127-15,7 77-65 0,-2-48-98 0,-4 2-66 16,2 7-82-16,-3 2-46 0,0 5-26 16,0 2-11-16,-3 4-29 0,-1 2-24 15,-5 0-1-15,3 1-29 0,-2-3-4 16,1-2-6-16,1-6-65 0,3-8-78 15,3-6 21-15,0-7 7 0,1-5-11 16,8-4-134-16,4-7-163 0,-5-2-197 16,10-5-587-16</inkml:trace>
  <inkml:trace contextRef="#ctx0" brushRef="#br0" timeOffset="90166.293">14286 13087 935 0,'0'0'475'15,"0"0"1156"-15,0 0-1334 0,0 0-134 16,0 0-11-16,0 0 75 0,0 0 12 0,1 77-37 16,-1-52-59-16,0-2-100 0,0 2-27 0,0-1-15 15,2-2-1-15,-1-3-28 0,-1 0-25 16,0-3-58 0,0-1-86-16,0-1-16 0,-4 0-84 0,1-5-263 15,-2 1-828-15</inkml:trace>
  <inkml:trace contextRef="#ctx0" brushRef="#br0" timeOffset="90779.764">14421 13127 1024 0,'0'0'143'16,"0"0"433"-16,0 0 5 0,0 0-110 15,0 0-124-15,95 17-25 0,-64-14-66 16,0 3-54-16,1-1-77 0,-2-2-61 16,-7 2-61-16,-3 0-3 0,-6 1-16 15,-6 0-6-15,-5 2-13 0,-3 4 4 16,-6 4 31-16,-7 2 3 0,-5 1-3 16,-4 2-1-16,-3-2 1 15,2 0 0-15,0-1 16 0,4-5-13 0,2 0 20 16,4-3 9-16,3-3 5 0,7 0-6 15,1-4-31-15,2 0-27 0,2 2-4 16,7 0 31-16,5 1 56 0,3 1 31 16,4-1-3-16,3-2 16 0,2-1-4 15,2 0-47-15,0-3-39 0,3 0-10 16,-3 0-40-16,1 0-81 0,0 0-109 16,-3-5-118-16,-6 0-354 0,3-1-1334 0</inkml:trace>
  <inkml:trace contextRef="#ctx0" brushRef="#br0" timeOffset="91846.49">14578 13094 460 0,'0'0'287'0,"0"0"68"0,0 0 817 16,0 0-729-16,0 0-141 0,0 0 5 15,0 0-47-15,0 0 15 0,0 0-20 16,0 0-40-16,0 0-23 0,15 22-17 0,-14-5-24 16,-1 6-29-16,0 5-45 0,-3 8-25 15,-3 4-28-15,-5 0 1 0,4 1-24 0,-4 1-1 16,2-3-1-16,-2-2-1 0,1 0-14 16,0-4 4-1,2-2 0-15,0-5 11 0,4-4-11 0,0-5-3 16,1-6 2-16,2-6 1 0,1-1-3 15,0-4-1-15,1 0-11 0,7-4-86 16,6-6 73-16,3-6-3 0,0-4 6 0,5-4-24 16,-1-6-7-16,0 1 3 0,-1-1 16 15,-3 0 27-15,-3 3 7 0,0 1-4 16,-2 3 10-16,-3 5 9 16,-2 3 0-16,3 0 2 0,-3 2 13 0,1 1 7 15,-1 4 6-15,1 0 18 0,-2 4 13 16,-1 0 5-16,-2 3-11 0,2 1 5 15,0 0 16-15,0 6-1 0,1 1-21 16,3 4-24-16,-3 2-4 0,2 0-6 16,-1 5 7-16,2 0-22 0,-2 1-3 15,2 2 1-15,-2 0-1 0,0-2 0 16,-2 2-2-16,-1-1 2 0,-1-2 0 0,2 0 0 0,-5-2-1 16,0-2-24-16,0-1-27 15,0-2 0-15,0 1-3 0,0-2-24 16,-1 0-20-16,-3-1-21 0,1 1-28 15,0-3-32-15,2-1-124 0,1-4-229 0,0 0-445 16,0-2-610-16</inkml:trace>
  <inkml:trace contextRef="#ctx0" brushRef="#br0" timeOffset="92141.632">15179 13449 1634 0,'0'0'2204'0,"0"0"-1890"0,0 0-276 0,0 0-26 16,0 0 109-16,0 0 186 0,9 66-71 15,-8-47-153-15,2 3-52 0,-1 1-13 16,1 1-17-16,-1 1-1 0,-2 0-11 16,0 2 8-16,0-3-34 0,0 0-67 15,-4-3-111-15,1 1-92 0,-1-4-81 16,1-5-350-16,0 4-773 0</inkml:trace>
  <inkml:trace contextRef="#ctx0" brushRef="#br0" timeOffset="92779.879">17164 12372 1017 0,'0'0'264'0,"0"0"980"0,0 0-738 15,0 0-101-15,0 0 66 0,0 0-92 16,0 0-66-16,74 93-52 0,-60-52-53 15,-2 9-70-15,-6 4-38 0,-4 2-24 0,-2 4-15 16,0-2-41-16,-5-3-20 16,2-5-30-16,-3-5-16 0,3-2-3 15,0-6-8-15,1-5-71 0,2-6-49 16,0-7-13-16,0-6-23 0,0-5-78 16,6-4-208-16,-2-4-232 0,5-2-672 0</inkml:trace>
  <inkml:trace contextRef="#ctx0" brushRef="#br0" timeOffset="92929.811">17452 12814 1155 0,'0'0'2113'0,"0"0"-1558"0,0 0-332 15,0 0 49-15,0 0 105 0,76 17 13 16,-47-14-110-16,7-3-131 16,6-2-137-16,4-10-12 0,4-6-176 15,1-4-120-15,-1-4-75 0,-12 5-323 16,6-9-1035-16</inkml:trace>
  <inkml:trace contextRef="#ctx0" brushRef="#br0" timeOffset="93114.973">17917 12414 590 0,'0'0'2082'0,"0"0"-1716"0,0 0 23 0,-1 75 61 15,1-37 13-15,0 5-37 0,0 5-107 16,0 5-94-16,1-1-49 0,2 3-33 15,2-5-91-15,-2 3-52 0,-3-7-79 16,0-2-127-16,0-6-34 0,0-2-38 16,0-5-178-16,0-10-598 0,15-2-571 0</inkml:trace>
  <inkml:trace contextRef="#ctx0" brushRef="#br0" timeOffset="93314.573">18364 13026 1861 0,'0'0'1210'0,"0"0"-640"0,0 0-202 0,0 0-89 15,0 0-12-15,0 0-61 0,0 0 2 0,0 0-58 16,0 0-71-16,0 0-36 0,49 82-41 16,-58-60-2-1,-3 4-3-15,1 0-15 0,-3 0 3 0,5-2-1 16,2-1 1-16,6-4 3 0,1-2 0 16,8-1-1-16,4-4 13 0,8-1 2 0,5-4-2 15,5-1-64-15,6-6-128 0,6 0-103 16,4-6-49-16,-9 0-377 0,14-3-999 0</inkml:trace>
  <inkml:trace contextRef="#ctx0" brushRef="#br0" timeOffset="110130.386">17596 15152 726 0,'0'0'1869'0,"0"0"-1415"0,0 0-160 16,0 0-135-16,0 0-33 0,0 0 13 0,0 0-13 15,0 0-113-15,0 0-13 0,6 19-35 16,-6 1 20-16,0 10 13 0,1 1-42 0,-1 4-66 16,0 1-248-16,0-1-258 0,0-8-631 15,-4 9-232-15</inkml:trace>
  <inkml:trace contextRef="#ctx0" brushRef="#br0" timeOffset="110346.415">17698 15871 36 0,'0'0'1540'0,"0"0"-1228"0,0 0-231 16,0 0-35-16,0 0-44 0,-3 83-2 0,-5-64-52 16,-1 1-55-16,0 4 0 0,0-1 32 15,0 2 49-15,0 1 26 0,2 0 3 16,-2-1 26-16,5 0 62 16,1-2 7-16,3-4-27 0,0-1-22 15,0-2 0-15,2-3-19 0,1 0-30 0,-1 2-39 16,0 0-78-16,-2 2-13 0,0 1-52 15,0 2-121-15,-4 1-104 0,-1 1-134 0,1-1 190 16</inkml:trace>
  <inkml:trace contextRef="#ctx0" brushRef="#br0" timeOffset="110643.871">17318 16966 2156 0,'0'0'1172'0,"0"0"-899"0,0 0-109 0,0 0-110 15,0 0 34-15,0 0 47 16,0 0 34-16,35 74-50 0,-28-40-70 0,-3 3-27 15,-3 3-9-15,2-1-13 0,-3 0-28 16,2-3 1-16,1-3 5 0,0-4-19 16,0-2-15-16,1-5-68 0,1 0-46 15,0-3-25-15,1-2-49 0,-1-1-100 0,1-4-235 16,-1-2-594-16</inkml:trace>
  <inkml:trace contextRef="#ctx0" brushRef="#br0" timeOffset="110821.944">17514 17234 954 0,'0'0'1705'0,"0"0"-1067"0,0 0-336 15,0 0-210-15,0 0-10 0,0 0 91 0,0 0 62 16,79 40-70-16,-50-34-75 0,4-6-40 16,6 0-20-16,1-9-30 0,2-4-52 15,1-5-78-15,-1-2-26 0,-3-1-45 16,-3-1-89-16,-5 1-173 0,-11 6-325 0,-2-6-908 0</inkml:trace>
  <inkml:trace contextRef="#ctx0" brushRef="#br0" timeOffset="111054.945">17998 16824 2563 0,'0'0'773'0,"0"0"-462"0,0 0-238 0,0 0-60 16,0 0 81-16,0 0 73 0,0 0 43 15,17 73-101-15,-14-46-47 0,-3 5 16 16,3 4-4-16,-1 2 0 0,-1 4-12 0,1 3-26 16,-2 0-5-16,0 4-31 0,0-2-1 15,-2-1-2-15,-2-2-25 0,2-5 4 16,-1-4-22-16,3-6-66 0,0-4-52 16,0-6-16-16,3-3-31 15,5-8-116-15,1-3-192 0,0-3-497 0,4-2-556 16</inkml:trace>
  <inkml:trace contextRef="#ctx0" brushRef="#br0" timeOffset="111961.908">18406 17250 881 0,'0'0'56'0,"0"0"1223"0,0 0-946 16,0 0-37-16,0 0-71 0,0 0-17 0,0 0 11 15,0 0 3-15,0 0-24 0,0 0-62 16,0 0-42-16,-3 12-22 0,4 18-35 16,-1 12-25-16,0 11-12 0,-4 8-21 15,-4 6 5-15,-3 3-6 0,-4-1 4 16,0-5-4-16,-1-1 6 0,3-8-12 16,2-5 13-16,1-9-17 0,4-9-28 15,3-8 3-15,3-9-31 0,4-7-101 16,7-8-125-16,7-1-249 0,4-17-87 0,5-5-126 15,6-6-448-15</inkml:trace>
  <inkml:trace contextRef="#ctx0" brushRef="#br0" timeOffset="112168.291">18713 17592 434 0,'0'0'313'15,"0"0"-167"-15,0 0 1220 0,0 0-808 16,0 0-275-16,0 0-152 0,0 0-64 0,-82-43 6 16,50 52 10-16,-3 4-13 15,2 2-29-15,1 3-19 0,5-2 23 16,4-3-14-16,7-2-31 0,3 0-16 15,8-3-25-15,2 3-19 0,3 2 3 16,1-1 57-16,9 6 6 0,6-2 102 0,2 3 19 16,4 1-5-16,1-1 23 0,3-1-38 15,2-1-35-15,1-4-38 0,4-1-15 16,1-2-19-16,2-7-36 16,3-1-178-16,0-2-19 0,1-7-141 15,-9 0-360-15,9-7-1173 0</inkml:trace>
  <inkml:trace contextRef="#ctx0" brushRef="#br0" timeOffset="112293.246">19242 17788 2146 0,'0'0'2052'15,"0"0"-1575"-15,0 0-232 0,0 0-76 16,0 0-93-16,0 0-76 16,0 0-89-16,0 0-331 0,0 0-280 15,0 0-1035-15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2:47:18.32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2195 5153 457 0,'0'0'430'15,"0"0"-352"-15,0 0-78 0,0 0-75 16,0 0 75 0,0 0 648-16,0 0-190 0,0 0-169 15,0 0-131-15,0 0-61 0,-26 3 13 16,26-3 41-16,-2 0 55 0,2-3 5 0,0 3-42 16,0-3-51-16,0-1-39 0,0 0 3 15,0 1 16-15,0 2 9 0,0-2-9 16,0 2-23-16,0 1 10 0,0 0 3 15,0 0 5-15,0 0-9 0,0 0-32 0,0 0-2 0,2 0 12 16,2 0 2 0,0 0 44-16,2 0-43 0,1 0-35 15,6-2-5-15,0 0-3 0,2 1-10 16,0-1 0-16,1-2-11 0,0 3 11 0,1-1-12 16,-1 1-21-16,3-1 9 0,0 2 12 15,4 0-2-15,0 0-12 16,1 0 12-16,-1 0 1 0,3 0-26 15,2 0 27-15,-1 0 0 0,2 0 0 0,0 0-7 16,-1 0-5-16,0 2 12 0,-2-2 0 0,-3 0-2 0,0 0-13 16,-3 0 12-1,-3 0-25-15,1 0 17 0,-4 0 10 0,2 0-14 16,-3 0 0-16,5 0 15 0,2 0 1 16,1 0-1-16,2 0-2 0,3 0-13 0,-1 0 2 0,2 0 13 0,0-3-15 15,2 2 12-15,0-3-13 16,1 2 16-16,2-1 0 0,-2 0-1 15,2-1-11-15,1 2 11 0,0-3 0 0,-3 4 0 16,1-2-12-16,-1 0 11 0,0 2-9 16,-1-2 9-16,0 1 0 0,1 2 2 15,2-1 1-15,0-2 2 0,1 1-2 16,-2 2 12-16,3 0 6 0,0-3-19 16,-2 1-12-16,2 1 10 0,-2 0 1 15,3 1-1-15,-4 0 3 0,1-1-1 31,3 1 0-31,-4 0-2 0,3 0 0 0,-1 0 1 16,-2 0-1-16,4 1-14 0,0 0 14 16,5 0-10-16,0 1 12 0,4 1-13 0,0-3-2 15,-1 0 3-15,0 0-32 0,-2 0 32 16,-3 2-10-16,-4-2 20 0,-2 0 2 16,0 1 2-16,-4-1 16 0,0 2-18 0,-2-2-3 15,-2 1 3-15,-1-1-3 0,-3 1 2 16,2 0-18-16,1 2 16 0,0-3 0 15,0 1 3-15,0 0 0 0,2-1 15 0,-4 0-11 16,1 0 14-16,-2 0-6 0,-1-1 4 16,-3 0-4-16,-2-2 7 0,-1 2-7 0,-3 1 0 15,-1-1 1-15,-1 1-12 0,-2-1 2 16,-1 1 12-16,-4-2-13 0,2 2 1 16,-2-1-2-16,-1 1-1 0,0 0-3 15,0 0 0-15,0 0 1 16,0 0 0-16,0 0-47 0,0 0 15 15,0 0-22-15,0 0-18 0,0 0-88 16,0 0-54-16,-4 3-89 0,-2-2-88 16,-4 4-191-16,0-4-448 0,-7 6-249 0,64-24 855 15</inkml:trace>
  <inkml:trace contextRef="#ctx0" brushRef="#br0" timeOffset="10789.319">2484 6164 359 0,'0'0'293'15,"0"0"-257"-15,0 0-34 0,0 0-2 16,0 0 20-16,0 0 709 0,0 0-400 16,0 0-167-16,0 0-68 0,0 0 17 0,0 0 31 15,0 0 27-15,0 0 11 16,0 0-31-16,0 0-18 0,0 0-28 16,-3-8-26-16,3 8-23 0,0 0-12 15,0 0 0-15,0 0-7 0,0 0-10 0,0 0-12 16,0 0 0-16,0 0-10 0,6-1 0 15,1-1 26-15,3-1-1 0,6-3 7 16,0 4-6-16,3-4-10 0,1 4-6 16,0-1-11-16,2-3-2 0,-1 3-14 15,1 1 14-15,1 1-1 0,0-2 0 0,1 3-1 16,1-1-20-16,1 0 22 0,0 0-1 0,3-1-18 16,0 1 19-16,1 0 0 0,-1 1-22 15,1-2 21-15,-1 2-10 0,-1 0 8 16,0 0-16-16,-1 0 16 0,-2 0-25 15,1 0 24-15,0 0 4 0,1 3-2 16,-1-2 2-16,1 1 0 16,-2-1-17-16,1-1 17 0,1 0 19 15,2 0 4-15,0 0-11 0,0 0 1 16,1 0 0-16,-1 0-10 0,0-1-1 16,-2-3 1-16,2 2-3 0,-2 1 0 15,-2 1-2-15,1 0-23 0,-2 0 6 16,-2 0 1-16,0 0 17 0,-1 0-2 0,2 1 2 15,-2-1 1-15,0 0 0 0,2 0 0 16,0 2 0-16,-1-2 1 0,1 0-1 0,0 0 11 16,1 0-11-16,-4 0-3 0,2 1-13 0,1 2-3 15,-4-2 4-15,1 1 15 0,0 1 0 16,-1 0-11-16,1-1 11 0,-1 1 35 16,0-1-12-16,2 0-1 0,2-1 3 15,-1 1 14-15,4-2-4 0,-2 0-4 0,2 0 11 16,-3 0-11-16,-4 0 4 0,3 0 6 15,-5 0 13-15,0 0 28 0,-4 0 19 0,0 0-38 16,-1 0-19-16,-1 2-22 0,-2-2 0 16,0 0-10-16,-2 0 10 0,0 2-5 15,-1-2-16-15,-4 1 1 0,3 2-2 16,-4-3 0 0,2 0-1-16,-1 1 0 0,-1-1-2 15,-1 0-14-15,0 0 14 0,0 0 0 16,0 0 0-16,0 0-10 0,2 0 11 0,-2 0-1 15,0 0 1-15,0 0-11 0,0 0 11 16,0 0-1-16,0 0 0 0,0 0 0 16,0 0 1-16,0 0-2 0,0 0-43 15,0 0-44-15,0 0-19 0,0 0 34 0,-3 1-82 16,-6 3-100-16,-4 3-229 0,-1-2-594 16,-18 2-515-16,103-31 1512 0</inkml:trace>
  <inkml:trace contextRef="#ctx0" brushRef="#br0" timeOffset="34868.403">8654 12650 558 0,'0'0'772'16,"0"0"-124"-16,0 0-376 0,0 0-84 0,0 0-7 15,0 0-14-15,0 0 65 0,0 0 14 16,0 0-49-16,0 0 22 0,0 0-68 16,0 0-34-16,20-35-10 0,-20 35 3 15,0 0 2-15,0 1-28 16,-6 2 21-16,3 2-6 0,-1 4-10 15,-3 5 10-15,-1 5-32 0,-1 9-8 16,-2 0-29-16,-3 6 22 0,0-1-12 16,-1 3 15-16,-1 3-3 15,-1 3 21-15,-2 4 22 0,-1 2-60 0,0 2-35 16,-2 3-1-16,-1 2-26 0,1-2 11 16,-1 0-11-16,3-3 9 0,6-5-16 15,0-4-2-15,3-6 14 0,4-9-14 0,2-7 5 0,3-8-18 16,2-5-21-16,0-6-50 0,2 0-61 15,3-4-94-15,4-7-24 0,1-5-70 16,4-7-146-16,2-4-157 0,-3-6-392 16,-1 7-278-16,1-16 1235 0</inkml:trace>
  <inkml:trace contextRef="#ctx0" brushRef="#br0" timeOffset="35206.854">8618 12858 554 0,'0'0'17'0,"0"0"-30"0,0 0 26 15,0 0 456-15,0 0 293 0,0 0-379 16,0 0-79-16,0 0-88 0,0 0-33 0,0 0-32 0,0 0 9 31,22-42 12-31,-16 54 6 0,2 4-1 0,-1 4-38 0,3 3-32 0,-1 2-19 16,-1 3-19-16,1 1-6 16,2-1-7-16,-2 3-3 0,0-1-25 0,1-1-13 15,-2 0-13-15,1 1 1 0,1-4 13 16,-3 0-13-16,1 1-3 0,-1 1 1 15,-1 2 16-15,2-4-16 0,-2-1 8 0,0-1-9 16,-2-4-3-16,2-4 3 0,-1-3 2 16,1-4 13-16,-3-2-12 0,2 0-3 15,-1-2-17-15,-1-4-36 0,0 2-43 16,-2-3-4-16,1 0-20 0,-2 0-56 16,0 0-51-16,0 0-43 0,-5-5-65 0,-3-4-87 15,-6 0-73-15,-1-2-255 0,-5-1-399 16,5 2 1084-1</inkml:trace>
  <inkml:trace contextRef="#ctx0" brushRef="#br0" timeOffset="35397.74">8548 13218 1299 0,'0'0'121'0,"0"0"610"0,0 0-478 0,0 0-127 0,0 0 28 16,0 0 85-16,0 0-47 0,0 0-20 15,0 0-25-15,0 0-42 0,25-68-42 0,-11 52-25 16,1 0-3-16,-2 2 3 0,-2 1-3 15,0 3-35-15,1 0-53 0,0 1-45 16,2-1-4-16,1-1-76 16,0 1-74-16,3-2-295 0,-1 0-612 15,-2 2-129-15,5-1 1226 0</inkml:trace>
  <inkml:trace contextRef="#ctx0" brushRef="#br0" timeOffset="35955.18">9148 13399 183 0,'0'0'52'15,"0"0"551"-15,0 0 782 0,0 0-1129 0,0 0-124 16,0 0 0 0,0 0 23-16,0 0 66 0,0 0-36 15,0 0-38-15,-77-22-58 0,68 3-54 16,1-5-4-16,0-1-9 0,-2-1 35 16,5-1 19-16,-1 0-35 0,4 0 3 0,2 3-12 15,0-2-10-15,0 1 9 0,0-3-31 16,4 4 1-16,2-4 21 0,1 4-13 15,-1-2-6-15,-2 3-3 0,3 2 10 0,-1-1-10 0,0 1-14 0,1 0 14 16,0 3 0-16,-1 0-12 16,3 4 11-16,-1-2-18 0,-1 5 19 15,2 2 10-15,-2 2-6 0,3 0 17 16,-1 2 26-16,0 2-34 0,1 3 85 16,0 0 45-16,-1 4-22 0,0 2-93 0,0 4-28 15,1 0-28-15,-1 4 16 0,1 1 9 0,-1 4-8 16,-2 5 11-16,1 4 0 0,-2 2 1 15,-1 5-1-15,-1 1 0 0,-1 1 2 16,-2 1 13-16,-1 0 1 0,0-1-14 16,0-3 10-16,0-1-11 0,0-3-1 15,0-6 0-15,0-5-15 0,0-3 12 16,0-4-25-16,0-5 0 16,3-1-50-16,-1-3-50 0,1-3-70 15,1 0-181-15,0 0-131 0,0-6-95 16,1-3-482-16,-1 0 148 0,2-11 603 0</inkml:trace>
  <inkml:trace contextRef="#ctx0" brushRef="#br0" timeOffset="36324.786">9792 12875 2382 0,'0'0'313'0,"0"0"-168"15,0 0 9-15,0 0 185 0,0 0-9 0,0 0-46 32,0 0-92-32,0 0-74 0,0 0-34 0,0 0-38 15,-32 3-46-15,21 8 0 0,-6 8 0 16,-3 4 16-16,1 4 34 0,-3 2-4 16,-1 2-12-16,3 3-9 0,0-2 2 15,1-1 23-15,4-3 30 0,5-2 83 0,2-6-75 16,4-1-36-16,2-5-15 0,2-2 6 15,0-2-13-15,9 1 13 0,4-2 9 0,3-1-10 16,5 0-17-16,1-2-7 16,0-1-18-16,1-1 0 0,-1-4-12 0,1 0-3 15,1 0-13-15,-1-4-14 16,3-1-38-16,-2-3-54 0,3-2-31 0,-5 0-29 16,0-1-16-16,-4 3-142 0,-6-1-315 0,-2 1-646 15,-4 5-359-15,-6-4 1323 0</inkml:trace>
  <inkml:trace contextRef="#ctx0" brushRef="#br0" timeOffset="39729.21">22172 1731 150 0,'0'0'1654'0,"0"0"-828"15,0 0-630-15,-79-62-183 0,50 46 9 16,-1 2 33-16,-4 6 70 0,3 1 13 15,0 4 2-15,0 3 3 0,3 3-3 16,1 11-32-16,-1 6-42 16,-1 10-41-16,-1 10 0 0,-3 12 26 15,-3 10 18-15,-3 6-22 0,2 5-4 16,-1 3-10-16,4-2-30 0,0 0 10 16,6-4-10-16,3-5 15 15,9-6 7-15,6-8-25 0,10-5 2 0,0-7 20 16,10-7 28-16,6-5-50 0,3-4-15 15,4-10-32-15,0-3-25 0,0-4-39 0,-3-6-99 0,0-9-126 16,-8 1-276-16,-1-23-813 0</inkml:trace>
  <inkml:trace contextRef="#ctx0" brushRef="#br0" timeOffset="39970.833">21293 2225 1072 0,'0'0'1849'0,"0"0"-1663"0,0 0-141 15,-35 85-26-15,32-47 119 0,3 3 68 16,2 2 35-16,9-4-46 0,4 1-38 0,5-3-51 16,8-3-56-16,6-4-28 15,6-6 6-15,6-3 40 0,5-7 1 0,5-7 11 16,3-7 0-16,1 0-18 0,2-7-22 16,-1-7-29-16,-1-5-11 0,-2-6-18 0,-1-5 2 0,-1-5-15 15,-2-6-33 1,-2-5-44-16,-3-8-44 0,-3-8-76 15,-4-6-178-15,-12 16-317 0,2-29-814 0</inkml:trace>
  <inkml:trace contextRef="#ctx0" brushRef="#br0" timeOffset="51254.377">9082 14057 164 0,'0'0'186'0,"0"0"19"0,0 0 20 0,0 0 4 0,0 0 8 16,0 0 14-16,0 0 3 0,0 0-59 16,0 0-62-16,-2-34-72 0,2 27-9 15,3 3-29-15,-1 0 12 0,-2 1-6 16,1 2 23 0,-1-1 10-16,0 0 2 0,0 1 1 15,1-2 9-15,1 3-3 0,-2 0 3 16,0 0 232-16,0 0-143 0,0 0-55 0,0 0-31 15,0 0-4-15,0 0 9 0,0 0-9 16,0 0 0-16,1 0-23 0,2 1-21 16,0 4 15-16,-1 1 25 0,3 2 16 15,-2 2-13-15,1 4 13 0,-1 4 3 0,0 1-51 16,0 1 13-16,-1 4-19 0,-1-2-3 16,-1 1-25-16,2 0 22 0,-2 0-10 15,1 1-2-15,-1 0-12 0,0 0 17 0,0 3-17 16,0-1 0-16,0 3 2 0,0 1-2 15,0-3 15-15,0 3-14 0,0 0-2 0,0-1 0 16,0 2 0-16,0 0 7 0,0 2-7 16,1 0 0-16,1 0 3 0,-2-1-2 15,4-4-1-15,-3-5 0 0,2-4-2 0,-1-4-47 16,1-1-1-16,1-2 31 0,-1-1 16 31,0-1-14-31,1 0 16 0,-1 1-17 16,0-3 16-16,1 0 2 0,-1 1 0 0,-3-2 0 15,1-2-14-15,-1 0-30 0,0-1-43 0,0-3-36 0,0 1-21 0,0-1-23 32,0-1-36-32,0 0-93 0,0-1-111 0,0-4-226 15,-1-4-425-15</inkml:trace>
  <inkml:trace contextRef="#ctx0" brushRef="#br0" timeOffset="53137.19">8853 15411 143 0,'0'0'278'0,"0"0"-171"0,0 0-77 0,0 0-30 16,0 0-57-16,0 0-31 16,0 0-65-16,0 0-107 0</inkml:trace>
  <inkml:trace contextRef="#ctx0" brushRef="#br0" timeOffset="53220.336">8853 15411 212 0,'30'-71'320'0,"-30"71"-76"16,0 0-110-16,0 0-118 0,0 0-16 0,0 0-143 15,0 0-105-15,1 0-91 0</inkml:trace>
  <inkml:trace contextRef="#ctx0" brushRef="#br0" timeOffset="53504.935">8893 15339 668 0,'0'0'457'15,"0"0"-67"-15,0 0-26 0,0 0-58 0,0 0-64 0,0 0-93 16,0 0-33-16,0 0 0 16,0 0 205-16,0 0-177 0,0 0-71 0,9 0-48 15,-9 2 10-15,-3 0 13 0,0 3 0 16,-2 1-20-16,1 2 64 0,-3 3-48 15,1-1 1 1,-1 4 21-16,0 1-47 0,-3 5 3 16,0 4 3-16,-1 7-9 0,-1 5-16 0,-3 7-2 15,2 5-2-15,-1 3-8 0,-2 0 9 0,1 1 1 16,1-5-1-16,1-2 0 16,4-5 0-16,-2-7 0 0,4-4-22 0,1-6-13 15,3-4 35-15,3-7-29 0,-1-1 7 16,-1-5 3-16,2-2-29 0,0-4-31 15,0 2 6-15,0-2-70 0,0 0-62 16,0-4-71-16,0-4-14 0,-3-10-21 16,2-2-293-16,1 0-61 0,-2-14-287 0</inkml:trace>
  <inkml:trace contextRef="#ctx0" brushRef="#br0" timeOffset="53784.856">8825 15475 254 0,'0'0'467'0,"0"0"-76"16,0 0-23-16,0 0 67 0,0 0 35 16,0 0-105-16,0 0-130 0,84 55-27 0,-67-31-46 15,2 3 1 1,0 4-59-16,-2 0-44 16,-1 3-9-16,-1 1-20 0,-3-1 13 0,-2-1 4 15,-1-2-11-15,-5-1-12 16,2-3 5-16,-3-4-30 0,0-2-13 0,0-3 11 15,-2-4-14-15,1-5-6 0,-2-2-25 16,0-4-10-16,0 0 1 0,0-2 5 16,0-1-22-16,0 0-28 0,-3 0-45 0,-3 0-71 0,-4-4-204 15,-5 0-255-15,2 0-146 0,-8-7-406 0</inkml:trace>
  <inkml:trace contextRef="#ctx0" brushRef="#br0" timeOffset="53944.284">8848 15760 1292 0,'0'0'615'16,"0"0"-392"-16,0 0-67 0,0 0 64 0,0 0 131 0,0 0-91 16,0 0-87-16,0 0-62 0,0 0-32 15,0 0-2-15,45-61-33 0,-35 53-44 16,0 1-32-16,0 0 13 0,0 3-31 16,-1-3-78-16,2 6-149 0,0-1-135 15,-3 2-257-15,1 0-554 0</inkml:trace>
  <inkml:trace contextRef="#ctx0" brushRef="#br0" timeOffset="54359.917">9272 15985 1072 0,'0'0'735'0,"0"0"-475"16,0 0-218-16,0 0 55 0,0 0 101 0,0 0-131 16,0 0-38-16,0 0 13 0,-4-76 4 15,2 51-4-15,-2 0-7 0,-1-3-3 16,0 2 17-16,-1 0 2 0,2-1 46 16,1 2-43-16,1 2-3 0,2-1-51 0,0-1-12 15,0 0 10-15,3-1-16 0,3 2 16 16,0-1 4-16,4 3 12 0,-3 4-10 15,2 2 44-15,1 4 0 0,-2 5 0 16,0 4 19-16,2 1 22 0,0 2 13 16,-2 0 0-16,3 8 3 0,-2 2-14 0,2 5-9 15,-4 0-22-15,4 3-6 0,-5 5-26 0,0 0-15 16,-2 4-13-16,-1 2-22 16,-3 1-45-16,0 3-5 0,0-2-13 15,0 0 22-15,-6-1 9 0,1 1-38 16,-1-4 22-16,-1 0 19 0,1-2 16 0,3-3 32 15,0-7-23 1,3-4-127-16,0-5-17 0,0-2-184 0,0-3-274 16,6-3-455-16</inkml:trace>
  <inkml:trace contextRef="#ctx0" brushRef="#br0" timeOffset="55324.871">8416 15380 935 0,'0'0'547'16,"0"0"-157"-16,0 0-118 0,0 0 7 0,0 0-11 15,-58 93-27-15,51-60-7 0,3 4-23 16,2 6-21-16,2 5-22 0,2 2-8 16,5 5-50-16,6 2-37 0,1-1-51 0,5-2-22 15,0-4-34-15,2-4-14 0,2-6-46 16,0-7-79-16,-2-6-8 0,2-5-86 0,3-6 5 16,1-7-253-16,-5-3-511 15,15-6-297-15</inkml:trace>
  <inkml:trace contextRef="#ctx0" brushRef="#br0" timeOffset="60837.748">9693 15486 1395 0,'0'0'335'0,"0"0"472"0,0 0-597 0,0 0-91 15,0 0 70-15,-12 66 57 0,14-41-14 0,3 2-83 16,1 3-89-16,-3 2-22 0,0-1-15 16,1-1-23-16,-4-2-19 15,2-4-15-15,-2-2-45 0,0-7-29 16,0-2-25-16,0-9-23 0,0-3 12 0,0-1-36 0,0-5-96 31,0-8-232-31,-6-4-272 0,2-3-292 0,-4-7 779 0,1 8 272 0,0-17 21 16</inkml:trace>
  <inkml:trace contextRef="#ctx0" brushRef="#br0" timeOffset="61044.117">9680 15461 440 0,'0'0'1800'15,"0"0"-1364"-15,0 0-224 0,0 0-35 16,0 0 129-16,0 0-45 0,0 0-63 0,92-15-69 16,-67 20-12-16,-1 5-104 15,0 3 18-15,-2 3-28 0,-2 3-1 0,-4 1-2 16,-4 3 13-16,-5-1-10 0,-4 3 22 15,-3 0 6-15,-3 0 16 0,-7 0-13 16,-6 0-9-16,-1-1-25 0,-5-3-27 0,2-3-8 16,1-3-42-16,-1-6-5 0,1-6-56 15,3-3-76-15,-2 0-107 0,2-8-68 0,-1-3-184 0,1-5-202 16,3 2-267-16,-5-11 562 0</inkml:trace>
  <inkml:trace contextRef="#ctx0" brushRef="#br0" timeOffset="61255.806">10001 15386 726 0,'0'0'1707'15,"0"0"-1391"-15,0 0-110 0,0 0 11 16,0 0-60-16,71 77-27 16,-61-54 26-16,1 2-24 0,-2 4-56 15,-2 2-29-15,-4 2-18 0,-3 1-14 16,0 1-15-16,-7 1-2 0,-5-1-20 0,-3 0-12 15,-4-8-20-15,-1-2 19 0,-2-4-9 16,2-8-16-16,-2-5-51 0,2-5-73 16,3-3-122-16,-1-4-177 0,8-4-516 15,-7-10-488-15</inkml:trace>
  <inkml:trace contextRef="#ctx0" brushRef="#br0" timeOffset="61606.166">10393 15339 1064 0,'0'0'638'16,"0"0"172"-16,0 0-375 0,0 0-118 15,0 0 7-15,0 0-21 0,0 0-123 16,0 0-74-16,-33 81 0 0,24-55-13 16,2 2 3-16,1 3-53 0,2 2-12 15,-2 1-31-15,4 0-2 0,0 1-1 16,2 1-25-16,0 0-2 0,0-1-1 16,3-3 0-16,5 0-31 0,4-3-13 15,1-3 47-15,6-2 12 0,1-6-5 0,-1-4-51 0,1-8-79 16,1-6-9-16,-2-2-109 0,1-7-205 0,-8 0-535 15,1-7-936-15</inkml:trace>
  <inkml:trace contextRef="#ctx0" brushRef="#br0" timeOffset="62081.128">10599 15430 355 0,'0'0'1183'15,"0"0"-362"-15,0 0-391 0,0 0-170 16,0 0 21-16,0 0-5 0,0 0-67 16,0 0-74-16,0 0-28 0,-16 84-38 15,16-57 0-15,0 3-19 0,0 3-10 16,0 4-24-16,0 6-15 0,0 3 1 0,0 3-2 15,-3-3-12-15,-4-3 9 0,3-9 3 16,1-5 19-16,0-6-17 0,0-9 11 16,2-5 0-16,-1-3-13 0,2-5-11 0,0-1-41 15,0 0-61-15,0-5 3 0,0-1-22 16,0-5 57-16,0-2-42 0,0-5-66 16,0 1-139-16,0-2-65 0,0-2-52 15,0 1-106-15,0-3-232 0,2 1-192 0</inkml:trace>
  <inkml:trace contextRef="#ctx0" brushRef="#br0" timeOffset="62437.534">10628 15475 836 0,'0'0'39'16,"0"0"-23"-16,0 0 1043 0,0 0-719 0,0 0-20 16,0 0-14-16,0 0 30 0,0 0-52 15,0 0-104-15,88-63-23 0,-68 55-25 16,-1 3-34-16,2 4-32 0,-1 1-23 15,-2 1-30-15,1 8-13 0,-8 3-1 0,-2 2-33 16,-1 3 34-16,-8 4 13 0,0 1 3 16,-8 3-16-16,-1 2-1 0,-7 1-18 15,-1 0-9-15,-3 0-10 0,3-4 1 0,-2-4 37 16,7-3 15-16,-2-4-14 0,7-5-1 16,2 0-25-16,5-3-23 0,0-1-15 0,3 1 19 15,5 0 28-15,4-1 1 0,0 0 13 16,4-2-39-16,-2 0 0 0,2 1 41 15,-3-1 25-15,-1 2 3 0,-2 1 1 16,-6 1 24-16,0 2 3 16,-4 2 8-16,0 2-11 0,-6 2-12 15,-5 1-41-15,-2 3-10 0,-3-2-36 16,-4 1-40-16,0-3-11 0,2-3-7 16,1-3-63-16,1-5-93 0,1-3-149 15,1 0-200-15,2-8-414 0,3 1-224 0</inkml:trace>
  <inkml:trace contextRef="#ctx0" brushRef="#br0" timeOffset="62806.246">11032 15912 1729 0,'0'0'480'15,"0"0"172"-15,0 0-472 0,0 72-42 0,0-63 95 0,0-4 14 16,0-5-121-16,0-1-79 0,1-11-47 15,5-6 32-15,2-7 3 0,1-8-35 16,-2-5-28-16,1-3-19 0,0-2 47 16,-4 2 0-16,-1-1-19 0,-3 4-34 0,2 3 12 15,-1 6 0-15,2 4 9 0,0 3 31 16,3 3 1 0,1 1-1-16,-1 2-1 0,2-2 2 15,4 2 12-15,-1 3 33 0,0 1 24 16,1 5 10-16,-1 1-13 0,-3 5-32 0,2 1 1 15,-1 7 50-15,-2 5 40 0,-1 5-37 0,2 4-42 16,-3 2-44-16,-2 1 0 0,0 2-2 16,-2-1-1-16,1 2-14 0,-2-1-7 15,0 0-53-15,0 0-85 0,-3-2-31 16,-3 0-46-16,1-1-84 0,-3-3-121 16,2-2-216-16,0-6-602 0,-1-1 402 0</inkml:trace>
  <inkml:trace contextRef="#ctx0" brushRef="#br0" timeOffset="63706.402">11569 15548 833 0,'0'0'0'15,"0"0"3"-15,0 0 1235 0,0 0-901 16,0 0-133-16,0 0-43 0,0 0 51 16,0 0 5-16,0 0-6 0,0 0-27 15,0 0-17-15,-7-18-22 0,4 21 13 0,0 2 29 0,-3 3 15 16,-2 4-100-16,-1 2-62 0,-2 5-15 15,2 4-10-15,-2 0 7 0,3 2-4 0,2-3-18 32,5-2-1-32,1 0-24 0,0-5 9 0,12 0 16 0,3-6 15 15,1-1 16-15,7-2 18 0,0-4-33 16,2-2-16-16,-2-5-19 16,1-4-27-16,1-4-102 0,-4-4-59 0,-2-2-75 15,1-1-282-15,-9 3-677 0,1-8-772 16</inkml:trace>
  <inkml:trace contextRef="#ctx0" brushRef="#br0" timeOffset="63911.538">11886 15404 473 0,'0'0'2589'0,"0"0"-2140"0,0 0-224 0,0 0 26 16,0 0 109-16,0 0-72 0,0 0-116 0,88 68-77 15,-70-53-61-15,-3 3-4 0,-2 1-14 16,-1 3-16-16,-5 3 0 0,-4 2-28 15,-3 1 1-15,-3 2-28 0,-11 3-31 0,-2 1-4 32,-6-1-2-32,-1 0-10 0,-2-4-34 15,-2-5-26-15,-2-6-111 0,-1-6-194 16,0-8-499-16,5-3-668 0</inkml:trace>
  <inkml:trace contextRef="#ctx0" brushRef="#br0" timeOffset="66758.989">9138 13977 973 0,'0'0'417'0,"0"0"-76"16,0 0-139-16,0 0-73 0,0 0 105 15,0 0 337-15,0 0-263 0,0 0-123 16,0 0-42-16,0 0-4 0,0 35 9 16,1-19 0-16,2 5-54 0,2 3-18 0,0 4-10 15,3 3-7-15,0 3-9 0,-1 3-7 16,-1 6-28-16,0 2-15 0,2 7-2 0,-5 4 2 15,-1 4 11-15,-1 3-11 16,-1-2-1-16,0-1-17 0,0-4 16 0,0-3-17 16,-1-3 7-16,1-6 8 0,0-6-8 0,0-7-13 15,0-5-22-15,3-8 7 0,0-3 12 16,1-5-13-16,0-3-3 0,-1-3-16 16,0-4-15-16,4 0-1 0,-1-5 7 15,1-8-10-15,1-3 19 0,1-8 41 16,-4-4-10-16,-1-4-12 0,-1-4-89 0,-3-6 22 15,0-3 54-15,-3-4 31 0,-3-2 20 0,-2-3-51 16,-1 1-26-16,2 2 32 0,-3 1 25 16,1 1-47-16,-1 5 69 0,3 0 0 15,-2 1 1-15,4 5-29 0,-1 1 13 16,1 1 16-16,1 2 19 0,1 6 48 0,0 3 81 16,-1 7-46-16,3 4 16 15,-1 4 19-15,2 5-27 16,0 0-18-16,0 1-7 0,0 3-9 15,0-2-13-15,0 3-23 0,0 0-21 16,0 0-19-16,0 0-14 0,0 0-5 16,0 6-6-16,0 2 25 0,0 9 78 15,7 6-20-15,2 11-11 0,0 4-23 16,-2 8 7-16,3 4-30 0,-3 3 13 16,0 3-14-16,-2 1 0 0,-2-1 0 0,1 2-24 0,-3-2 21 15,-1 0-25-15,0-5 16 0,2-2-13 16,-2-6-7-16,1-7-19 0,2-5-21 15,0-7-13-15,0-6-22 0,0-5 3 16,0-5-26-16,1-5-115 0,0-3-165 0,3 0-165 16,-1-2-407-16,-2-11-313 0</inkml:trace>
  <inkml:trace contextRef="#ctx0" brushRef="#br0" timeOffset="69356.115">6490 12303 378 0,'0'0'815'16,"0"0"-437"-16,0 0-144 0,0 0 13 0,0 0 12 16,0 0-98-16,0 0-18 0,0 0 342 15,0 0-252-15,0 0-118 0,51 68-23 16,-35-59 12-16,0 0 10 0,1-1-16 16,1 2-20-16,1-1 0 0,3 0-8 15,-1-1-10-15,1 0-32 0,3 1 19 16,-1 2 2-16,2 0-2 0,0 1-4 15,2 1-8-15,1-1 2 0,1 1-16 16,0-1 4-16,0 2-25 0,-1 0-5 16,1 1 3-16,-1 1 4 0,3 1 21 15,-2 0-8-15,3 1-14 0,-1 1 19 16,1 0-20-16,-1-2-12 0,2 1 12 16,-2 0 25-16,-2 0 28 0,0 0-32 0,-3-3-18 0,-1 2 10 0,-4-1-11 15,0-1 32 1,-3 2-16-16,2 0-1 0,1-3-17 15,-3 1-4-15,1-2 4 0,0 0 1 16,2-1-1-16,-2-2-15 0,0-1 15 16,-1-3 0-16,-2 2-21 0,-1-3 21 15,0 0 2-15,-3-1 13 0,1 0-15 0,-4 0-3 16,-2-1 1-16,0-1 2 0,-4-1-3 0,-1-1-19 16,0 2 4-16,-1-1 5 0,-1-1 1 15,-1 0-3-15,0 0-13 0,0 0-71 16,0 0-19-16,0 0 0 0,0-3 0 15,0-3-53-15,-4 1-122 0,-1-2-302 16,-7-1-725-16</inkml:trace>
  <inkml:trace contextRef="#ctx0" brushRef="#br0" timeOffset="70128.299">3921 11437 1987 0,'0'0'253'0,"0"0"-121"0,0 0 136 0,0 0 134 16,0 0-41-16,0 0-60 0,0 0-71 15,0 0 12-15,-27 77-96 0,21-33-68 16,0 6 18-16,-1 7 9 0,-1 3 9 16,0 0-50-16,-2 1-48 0,-3 1-16 15,-2-5-13-15,2-6-33 0,2-9 0 16,2-13 6-16,3-9-9 15,5-9-34-15,0-4-48 0,1-4-43 0,0-3-39 16,0 0-105-16,0-12-149 0,4-4-140 16,3 1-219-16,3-24-314 0</inkml:trace>
  <inkml:trace contextRef="#ctx0" brushRef="#br0" timeOffset="70486.604">3899 11597 59 0,'0'0'1183'0,"0"0"-809"0,0 0-49 0,0 0-20 16,12-67-4-16,-11 62-2 0,-1 2 3 0,2 3-69 15,1 0-84-15,1 4-79 0,4 5 56 16,4 3 22-16,3 10-53 0,2 2-20 16,0 3-21-16,-1 6-26 0,0 1 10 15,0 1-1-15,-2-1-19 0,-1-3-18 16,0-2-28-16,-3-2 12 0,-1-4 15 16,-3 0-24-16,-2-6-6 0,1-3-16 15,-2-3-14-15,-1-3 14 0,-2-4-6 0,0-1-13 0,0-2-41 16,-2-1-20-16,-6 0-25 15,1-3 9-15,-4-4-10 0,-3-4 38 0,0-1 12 16,-2-5 45-16,-2-2-19 0,0 0 29 16,2-1 19-16,-3-3 29 0,3 4 35 15,2 2 36-15,4 4 41 0,4 4 55 16,2 5-33-16,2 1-16 0,2 3-29 16,0 0 6-1,0 0-15-15,6 0-23 0,0 0-4 0,1-1-21 0,2 0-32 0,4-2-15 16,0 0-23-16,1-3-101 15,-1 2-125-15,4-4-116 16,-8 1-333-16,6-4-658 0</inkml:trace>
  <inkml:trace contextRef="#ctx0" brushRef="#br0" timeOffset="70853.955">4297 11944 1459 0,'0'0'643'16,"0"0"-354"-16,0 0-134 0,0 0 16 16,0 0 86-16,0 0 24 0,0 0-115 15,0 0-70-15,0 0-17 0,0 0-41 16,29-66 0-16,-24 37-13 0,-2-2-24 16,-1 0 15-16,-2-2-16 15,0-2-51-15,-3-1 16 0,-5-4-75 0,-1-2 65 16,2 6 24-16,1-1 21 0,1 6 22 15,1 3 7-15,3 8-1 0,1 4 29 16,0 5 41-16,4 3-3 0,0 4-4 16,2 3-3-16,3 1-31 0,4 0 0 15,1 9 43-15,3 3 52 0,-1 2-62 16,1 3-34-16,0 2-46 0,-3 2-10 0,-3 6-78 0,0 1-49 16,-3-1-152-16,-1 2 263 0,-4-2 4 15,-1-1-48-15,-1 0-69 0,-1-2-32 16,0 0-4-16,0-2-45 0,0-5-133 0,0-1-127 15,-1-4-120-15,1-3 4 0,0-3-170 0</inkml:trace>
  <inkml:trace contextRef="#ctx0" brushRef="#br0" timeOffset="71251.123">4738 11547 1175 0,'0'0'185'15,"0"0"-81"-15,0 0 79 0,0 0-66 16,0 0 408-16,0 0-121 0,0 0-127 16,0 0-124-16,0 0 14 0,0 0 4 15,0 0 20-15,-3-60-56 0,0 60-47 16,0 0-28-16,-1 0-19 0,-2 5-29 0,1 2-12 15,-6 5-87-15,0 5 17 0,-2 6 39 0,1 4 31 16,-2 7 10-16,4 0 9 0,-1 1 22 16,2-1 22-16,3-2 12 15,2-3 14-15,4-5-27 0,0-6 1 0,0-1-7 16,1-5 0-16,5-1-16 0,0-3 7 16,1-2-10-1,4 0-6-15,-1-1-28 0,3-4 18 0,-1 2-21 16,3-1 0-16,-1-2-12 0,-1 0 0 15,4-2-38-15,1-3-37 0,-1-2-50 16,3 1-38-16,-3-4-96 0,2 2-172 16,-2-2-208-16,-4 3-453 0,0-7-467 0</inkml:trace>
  <inkml:trace contextRef="#ctx0" brushRef="#br0" timeOffset="72121.404">3587 11459 1375 0,'0'0'417'16,"0"0"-170"-16,0 0-46 0,0 0 621 0,0 0-389 15,0 0-170-15,-86 69-118 0,75-51-45 16,1 1-24-16,7 5-44 0,2 2-17 16,1 6-15-16,4 5 0 0,8 5 0 15,3 5-21-15,3 3-16 0,0 2-2 16,2-1-20-16,-2 4 2 0,-1-5 4 0,1-4-17 0,-1-4-192 15,1-7-159-15,3-7-235 0,2-10-344 16,-5-9-167-16,14-9 1167 0</inkml:trace>
  <inkml:trace contextRef="#ctx0" brushRef="#br0" timeOffset="72401.795">4829 11425 460 0,'0'0'996'15,"0"0"-850"-15,0 0 20 0,0 0 654 16,90 12-376-16,-70-3-182 0,1 6-52 0,-1 2 21 16,-1 1-55-16,3 2-66 0,-4 3-3 0,-3 0-16 15,-4 4-29-15,-1 1-12 16,-5-1-16-16,-5 5-34 0,0-1 0 0,-9 2-31 15,-7-1-16-15,-3 2-37 0,-4-1-66 16,0-2-26-16,-4-1-64 0,3-4-59 16,0-2-168-1,3-8-279-15,5-4-526 0,-3-4 611 0</inkml:trace>
  <inkml:trace contextRef="#ctx0" brushRef="#br0" timeOffset="72921.868">5234 11365 1990 0,'0'0'492'0,"0"0"-41"0,0 0-214 16,0 0 76-16,31 72 37 0,-22-41-26 15,-3 2-66-15,1 5-75 0,-3-6-78 16,1 5-75-16,-2-5-30 0,0 0-2 0,-3-3-35 0,0-2-61 15,0-5-66-15,0-5-41 16,0-6-5-16,0-6-1 0,0-5-92 0,0 0-128 16,0-10 17-16,7-6 29 0,1-8 165 15,4-6 142-15,0-1 78 0,-1-5 16 16,2-4 33 0,-2 0 61-16,-3-1 55 0,-1 1 23 15,-1 4-20-15,0 7-11 0,-1 9 42 0,-2 8 54 16,0 6 5-16,-2 3-2 15,-1 3-21-15,2 0-40 0,-2 0-65 0,0 3-27 16,0 1-29-16,0 6 3 0,0 4-12 16,0 1 15-16,0 3-19 0,-2-1-21 15,1-1-40-15,1-4-1 0,0-3-23 0,1 0 8 16,4-1 13-16,2 2-9 0,6-1 10 0,-3 3-11 16,5 0 10-16,-1 0 1 15,-1 1 2-15,3 4 40 0,-3-1 9 0,1 1-9 16,-4 0-3-16,-1 0-3 0,-1 1-7 15,-3-1 1-15,-4 1-4 0,-1-1 4 16,0 0-10-16,-10 1-16 0,-1-3-2 16,-7 4-12-16,-5 0-22 15,-6-2-27-15,-2 1-31 0,-7-1-27 16,-5 1-45-16,0-2-18 0,-5-2-73 16,-2 1-216-16,9-5-329 0,-19 4-977 0</inkml:trace>
  <inkml:trace contextRef="#ctx0" brushRef="#br0" timeOffset="75250.556">6361 15198 989 0,'0'0'550'0,"0"0"360"16,0 0-565-16,0 0-104 0,0 0 21 15,0 0 33 1,0 0-33-16,0 0-41 0,0 0-109 16,0 0 13-16,88 13 8 0,-68-6 16 15,0 1-11-15,-1 0-18 0,1 3-25 0,3-1-6 16,-4 3-13-16,4 0-9 0,-2 3-12 16,4-2-15-16,-2 1-16 0,3 0-6 15,3 2-6-15,1-2-9 0,6-1 9 16,2 3-12-16,3-3 4 0,3 4-4 15,2 0-2-15,0 0-2 0,0 0-10 0,-1 2 14 16,1 0 0-16,-3 2-2 0,-1 0 2 16,-2-1-15-16,-4 0 14 0,0-2-14 15,-4 0 12-15,-5-5 1 0,1 1-13 16,-6-2 12-16,-1-3-19 0,-1 2-2 16,0 0 9-16,-5-2 2 15,0-1 1-15,-3 2 0 0,-2-3-3 16,0-1-7-16,-3-1-11 0,1 0-28 0,-3 0-16 15,1-1-11-15,0-1-17 0,-5-1-15 16,1-2-12-16,-2-1-17 0,0 0-35 16,0 0-35-16,0 0-77 0,-6 0-207 15,-1 0-572-15,-14 0-642 0</inkml:trace>
  <inkml:trace contextRef="#ctx0" brushRef="#br0" timeOffset="76352.156">3258 14990 398 0,'0'0'130'0,"0"0"63"0,0 0-40 16,0 0 1122-16,0 0-832 0,0 0-131 15,0 0-33-15,0 0 40 0,0 0-73 16,0 0-76-16,0 0-85 0,-23 5-28 0,17 5-6 16,0 5 2-16,2 5 0 0,-3 6 0 15,4 5 15-15,-1 4 37 0,1 4 7 16,1 1-35-16,-2 4-46 0,1-1-16 0,0-2 3 16,-1-3-18-16,4-3-15 0,0-6-13 15,0-2-40-15,7-8-27 0,2-2-20 0,4-7 3 16,4-5-53-16,3-5-118 0,2-1-68 15,4-12-231-15,-6-1-550 0,4-15-618 16</inkml:trace>
  <inkml:trace contextRef="#ctx0" brushRef="#br0" timeOffset="76773.031">3605 14999 1044 0,'0'0'2030'0,"0"0"-1771"0,0 0-195 0,-43 84 53 16,27-51 99-16,3 3 29 0,-1 0-85 0,4 2-75 16,1-2-57-16,2 0-28 0,3-3-47 15,-1-1-40-15,4-2-43 0,-2-5-39 16,3-6-52-16,0-7-46 0,0-5-59 16,0-5 39-16,-2-2 78 0,2-10-31 15,-1-5-149-15,1-7-326 0,0-4 180 0,3-4 157 16,4-2 159-16,2 0 190 0,-4 0 29 15,3 0 49-15,-1 3-20 0,2 3 154 0,-1 6 205 16,-2 5-147-16,1 5 731 0,-4 5-570 16,2 4-94-16,0 1-80 0,2 0-45 15,2 0-19-15,3 6-4 0,2 4-36 16,2 4-32-16,3 3-19 0,-1 6-13 16,1 0-29-1,1 3-2-15,0-2-4 0,-1 0-6 0,0 0 12 16,-3-1-8-16,1-3-23 0,-4-2 1 15,1-1-1-15,-5-1 1 0,-2-4-1 16,-1 0-19-16,-2-1-98 0,-2 0-92 16,-2-2-94-16,-6-2-114 0,-4 2-333 15,0-4-599-15,-15 0 1056 0</inkml:trace>
  <inkml:trace contextRef="#ctx0" brushRef="#br0" timeOffset="76924.555">3542 15412 395 0,'0'0'140'16,"0"0"-20"-16,0 0 4 0,0 0 1481 15,0 0-1156-15,0 0-238 0,0 0-137 16,0 0 32-16,0 0 59 0,0 0-3 0,0 0-29 16,17-28-63-16,5 14-67 15,5-2-3-15,-1-4-14 0,1 1-55 16,2-3-48-16,0-2-112 0,1-2-197 0,-9 9-650 16,5-11-471-16</inkml:trace>
  <inkml:trace contextRef="#ctx0" brushRef="#br0" timeOffset="77336.879">4127 15415 1327 0,'0'0'221'16,"0"0"951"-16,0 0-1040 0,0 0-52 0,0 0 109 0,0 0 102 15,0 0-60-15,0 0-79 0,0 0-58 16,0 0-94-16,3-18-3 0,-5-8 3 16,1-2 1-16,0-3 12 0,-1 0-13 0,-1 2 2 15,0 4-2-15,0 2 12 16,0 2-12-16,1 3 0 0,-1 2-19 0,3 3 16 0,0-1 1 31,0 1-17-31,0 2 0 0,1 0-6 16,6 1-3-16,1 1 28 0,-1 2 38 15,3 1-1-15,0 3 7 0,2 0-25 16,-2 1-6-16,4 2 12 0,-1 0-6 0,1 4 3 16,1 3-4-16,-1 3 5 15,-1 4-1-15,0 1 0 0,0 3-22 0,-4 1-11 0,1 2-28 16,-4-1-2-16,-2 3-37 0,-1-3-45 16,-3-1-60-16,0-2-61 0,0-2-66 15,0-3-59-15,-3-5-168 0,-1-2-223 0,-1-5-322 16,1 0 916-16,-3-10 166 0</inkml:trace>
  <inkml:trace contextRef="#ctx0" brushRef="#br0" timeOffset="77574.189">4399 14997 1038 0,'0'0'137'0,"0"0"1019"0,0 0-746 16,0 0-140-16,0 0-65 0,15 71 25 0,-12-45 1 0,1 4-51 16,-3 0-52-16,1 0-48 0,-1 1-56 15,-1-3-24-15,2 0-16 0,-2-4-19 16,0-4-69-16,1-5-66 0,-1-5-10 16,0-4-33-16,2-6-93 0,-2 0-209 0,0-7-519 15,0-6-319-15</inkml:trace>
  <inkml:trace contextRef="#ctx0" brushRef="#br0" timeOffset="77805.862">4452 14984 212 0,'0'0'2439'0,"0"0"-2104"0,0 0-310 0,0 0 97 0,0 0 101 16,0 0 28-1,0 0-80-15,0 0-86 0,77 24-38 16,-64-16-25-16,1-1 0 0,-2 1-3 0,-2 2-4 15,-1 3 1-15,-5-1 9 0,-1 7 8 16,-3 2-21-16,0 3-12 0,-9 4-19 16,-5 1-4-16,-5 0-36 0,-5 3-10 15,-4-3-19-15,-3-2-7 0,-1-5-54 16,0-7-35-16,3-5-81 0,2-9-271 0,4-2-706 16,7-7 264-16</inkml:trace>
  <inkml:trace contextRef="#ctx0" brushRef="#br0" timeOffset="78018.981">4620 14900 881 0,'0'0'1272'0,"0"0"-771"0,0 0-253 0,0 0-20 16,0 0 40-16,88 55-5 0,-74-37-58 16,2 2-83-16,0 3-65 0,1 4-25 0,-1 1-1 31,-3 3 4-31,-1 1-1 0,-5 2-33 15,-3 0-1-15,-4-3-2 0,0 4-54 16,-4 1-83-16,-8-3-27 0,-4 1-17 0,-4-3-59 16,-1-4-77-16,-4-7-263 0,2-6-551 15,4-5 174-15,-12-9 562 0</inkml:trace>
  <inkml:trace contextRef="#ctx0" brushRef="#br0" timeOffset="78675.57">5172 14999 1410 0,'0'0'1053'16,"0"0"-647"-16,0 0-316 0,13 86-77 15,-10-55 57-15,1 2 77 0,-4-2 7 0,0 0-68 16,0-2-45-16,-2-7-28 0,0-1-13 16,-1-6-61-16,1-5-73 0,1-6-25 15,1-1 43-15,0-3-15 0,0-3-43 16,0-5-58-16,0-5 93 0,0-4 9 16,0-5 130-16,0-3 104 0,3-4 38 15,5 2-64-15,-2-3-20 0,0 4 13 16,4 2 61-16,0 8 73 0,-1 6 16 0,1 3-58 0,1 3-55 15,-1 2 3-15,2 2-16 0,-1 0-23 16,1 0-21-16,-3 3-10 0,1 3-10 16,-3-1-12-16,-1 2 0 0,-2 2 0 15,-1-1 6-15,0 3 12 0,1-3 1 16,-1 3-12-16,0-1-4 0,0-1-20 0,0 1-2 16,3 1-1-16,-1 0-15 0,5-2 4 15,-1 2-8-15,3 0 4 0,-1 1 1 16,2-2 11-16,-3 2 2 0,0 0 2 0,-1-2 13 15,-5 0 26-15,-1 1 32 0,-3-2 10 0,0 2 50 32,-6 1-1-32,-5 0-68 0,-8-1-31 0,-4-2-31 0,-2 2-34 15,-4-7-31-15,1-4-90 0,-4 0-75 16,2-10-60-16,5-1-230 0,-19-14-763 0</inkml:trace>
  <inkml:trace contextRef="#ctx0" brushRef="#br0" timeOffset="79757.224">4360 12723 1406 0,'0'0'234'16,"0"0"-45"-16,0 0 543 0,0 0-275 15,0 0-131-15,0 0-91 0,0 0-49 0,0 0-16 16,0 0-12-16,0 0-21 0,27 71-47 16,-19-45-43-16,1 2-10 0,-2 5-9 0,4 2 0 15,-2 4 0-15,1 6-25 0,0 2 12 16,0 8-13-16,-4 2-2 15,0 9 0-15,0 4 12 0,-2 4 0 16,-3 3-12-16,1 1-3 16,-1 0 3-16,1-6-2 0,1-2 4 0,1-6 8 15,3-4 24-15,1-6 3 0,0-4 6 16,2-4-9-16,-1-3-9 0,2-5-24 16,-2-3-1-16,1-5-1 0,-2-5-21 15,0-5 4-15,-1-5 5 0,-4-3-5 0,1-5-1 16,-2-4-18-16,-1-2-18 0,1-1-29 0,-2-4-30 15,0-6-5-15,0-8-21 0,0-8-30 16,0-12-82-16,0-10-181 0,0 10-264 16,-9-32-568-16</inkml:trace>
  <inkml:trace contextRef="#ctx0" brushRef="#br0" timeOffset="80174.37">4494 12839 1456 0,'0'0'286'0,"0"0"-140"0,0 0-35 0,0 0-11 15,0 0 353-15,0 0-18 0,0 0-234 16,0 0-92-16,0 0-7 0,0 0 54 15,32 80 2 1,-26-47-23-16,0 5-6 0,2 5-12 0,-2 2-11 0,-2 4-10 16,2 2-21-16,-3 5-25 0,2 1-7 0,0 2-3 15,-2 3-24-15,3 0-1 16,-2 3-13-16,1-2-2 0,-1 1-18 16,4 1 15-16,0 1-15 0,-1-1 3 15,3-3-13-15,1-3 3 0,1-7 10 0,0-4 14 16,-1-7 0-1,2-4-11-15,0-7-13 0,0-2-12 0,-3-6 0 16,0-3-13-16,-4-7-19 0,0-3-27 16,-3-6-18-16,0 0-21 0,-2-3-39 15,-1-3-73-15,0-4-53 0,0-5-95 16,0-7 37-16,-1-5-35 0,-2 1-84 0,-9-21-508 16</inkml:trace>
  <inkml:trace contextRef="#ctx0" brushRef="#br0" timeOffset="80542.604">4434 12799 973 0,'0'0'88'0,"0"0"-88"0,0 0-271 16,0 0 271-16,0 0 261 15,0 0-27-15,0 0-120 0,0 0-19 16,0 0 25-16,0 0-42 0,9 4 7 16,-3 4-14-16,2 4 10 0,1 5 363 15,1 7-192-15,1 6-120 0,1 7-51 16,0 8-4-16,0 5 39 0,-2 5 15 0,3 5 3 15,-3 1-16-15,2 2-39 16,-2-1-38-16,-1 0-41 0,-2-4 13 0,0-2-13 0,2-3-1 16,-5-4-12-16,2-5-66 0,-2-6-74 0,-2-4-22 15,2-8-69-15,-1-4-191 0,1-9-298 16,-1-6-678-16</inkml:trace>
  <inkml:trace contextRef="#ctx0" brushRef="#br0" timeOffset="86858.251">4452 12864 814 0,'0'0'1650'0,"0"0"-1369"0,0 0-92 0,0 0-141 0,0 0 81 16,0 0 46-16,0 0 48 0,0 0-52 16,0 0-51-16,0-65-29 0,0 59-12 15,0-1 2-15,0 2 1 0,2 2 3 16,-2-2 2-16,0 4-13 0,0-2-27 15,0 2-19-15,0 1 6 0,0 0-7 16,0 0-27-16,0 0-12 0,0 0-25 16,0 0-6-16,0 0 2 0,0 0 4 15,0 1-3-15,0 2-7 0,0-2 7 16,0 1 8-16,0-2 20 0,0 3 12 16,0-3 34-16,0 3 1 0,3 2 2 0,3 3-3 15,0 4-9 1,2 4-22-16,5 3-3 0,0 8-3 15,3 1 0-15,1 5-41 0,5 6 23 0,-2 2-1 16,2 2-9-16,2 1 15 0,-4-1 13 16,1-2-16-16,-3-2 7 0,-2-2 10 0,-4-2 2 0,-4-1-25 15,1-5 0-15,-5 0-38 0,-1-5-13 32,-3-1-37-32,0-2-13 0,0-6-16 0,0-3-4 0,0-1 6 0,0-7-49 15,0-1 23 1,0-3 31-16,0 0-1 0,0-7-70 15,-4-5-228-15,-6-4-47 0,1-4-102 16,3 4 111-16,-9-12-11 0</inkml:trace>
  <inkml:trace contextRef="#ctx0" brushRef="#br0" timeOffset="87151.238">4486 12718 284 0,'0'0'65'16,"0"0"0"-16,0 0 66 0,0 0-37 16,0 0 701-16,0 0-229 0,0 0-220 0,0 0-103 15,0 0-27-15,0 0-43 0,0 0-45 16,0-9-29-16,0 9-35 0,0 0-64 15,0 0-22-15,0 0-23 0,-2 2 16 0,2 1 17 16,-4 1-23-16,3 0-58 0,-2 1-45 0,0-1-46 16,0 1-106-16,0-1-76 0,2 0-34 15,-1-1-3-15,-1-3-239 0,28-38 32 0</inkml:trace>
  <inkml:trace contextRef="#ctx0" brushRef="#br1" timeOffset="92473.978">4555 13009 1679 0,'0'0'88'15,"0"0"-88"-15,0 0-13 0,0 0 13 16,0 0 62-16,0 0-33 0,0 0 13 16,-47-75 20-16,42 63 304 0,-1 1-98 15,2-2-74-15,1 1-66 0,2-2 26 0,-1 0-10 16,2 2 13-16,0-3 17 0,0-1-12 16,3 0 2-16,-1 2-32 0,-1 1-22 15,-1 3-26-15,1 2-6 0,-1 3-12 16,0 3 2-16,0-1-9 0,0 3-1 15,0 0-2-15,0 0 40 0,0 0-7 16,0 3-19-16,0 3-14 0,0 2-38 0,0 4 7 0,2 8 27 16,2 8 0-16,2 4-10 0,2 8-29 15,3 4-11 1,-1 6 16-16,6 7 12 0,-3 7-14 0,1 8 2 16,-2 7-16-16,-2 6 13 0,0 2 0 15,-5 1-14-15,0-2 2 0,-1-5 0 16,2-9-3-16,-2-9-3 0,6-7-15 0,-2-12 3 0,0-13-31 15,4-6-18 1,-2-8-6-16,-1-7 27 0,-1-5-27 16,1-5-13-16,-2 0-6 0,0-7-1 0,2-6 47 0,-4-7 28 15,0-8-4-15,1-5-15 0,-5-11-25 16,1-5 0-16,-2-7 19 0,0-3-31 16,-9-2 30-16,0-1-49 0,-2 0-36 15,-2 0-15-15,-1 3 21 0,-1 1 32 16,1 0 27-16,1 2-8 0,1 4-74 15,-1 2 41-15,0 2 41 0,2 4 61 16,1 5 33-16,-1 5-1 0,3 4 38 16,-2 8 26-16,1 2-49 0,3 5 23 0,-1 2-29 15,3 2-41-15,1 2-22 0,0 2-19 16,2 4 19-16,1 0 22 0,-2 3 11 0,1 0 30 16,1 5 32-16,-2 3 0 0,2 7-48 15,0 6 54-15,6 14 43 0,7 9-2 16,0 13 11-1,4 9-6-15,-4 8-38 0,0 11-35 0,-1 1-30 16,-5 4-7-16,-4 2-15 0,-3-1-2 16,0-5-47-16,-3-8-10 0,0-12 12 15,0-10 10-15,3-15 12 0,-1-12-6 16,1-10 6-16,0-7 13 0,0-7-16 16,0-4-10-16,0-1 1 0,0-3-13 15,0-7 5-15,0-8 20 0,0-6 25 16,-5-11-3-16,0-8 3 0,-1-14-28 0,0-7-32 15,-3-8-34-15,-2-6 25 0,-2 0-14 16,0-3-34-16,-3 0-35 0,0 3-49 0,0 5 35 16,3 0 121-16,-1 9 25 0,4 6-31 15,1 5 51-15,2 5 16 0,1 7-13 16,3 4 36-16,2 3 12 0,-2 7 64 16,3 6 4-16,0 6-65 0,0 6-25 0,0 4 12 15,0 4-9-15,0 1-10 0,0 5 10 16,0 8 6-16,0 5 47 0,0 11 7 0,3 11-44 0,3 10 96 31,1 12 10-31,3 13-31 0,2 10-29 16,-1 7-26-16,2 7-21 0,-1 2-13 15,-4 2-6-15,-2-1-26 0,-2-5-2 16,-2-5-12-16,-2-7 11 0,0-9 0 16,0-10-11-16,0-12-13 0,-2-7 6 15,2-11 7-15,0-10-22 0,0-8-7 0,0-8-24 0,0-5-13 16,2-5-7-16,2-2 0 0,-1-8 0 15,3-9 85-15,4-7 22 0,-3-12 13 16,2-10-35-16,-2-11-57 0,-3-6-31 16,-3-6-3-16,-1-3 37 0,-2 0-6 15,-8 0 58-15,-2 3-8 0,2 2 8 16,-1 1 2-16,0 2-11 0,2 2 9 0,0 2-21 0,1 2-21 16,4 0-49-16,0 3-114 0,2 4 34 15,1 4 42-15,-2 4 73 0,2 8 26 16,-2 4 32-16,0 12 20 0,-1 4 80 15,1 9 89-15,1 4 6 0,-1 4-52 16,2 0-45-16,-2 9-37 0,3 8-14 16,0 9 4-16,4 12 50 15,5 15 12-15,5 14-32 16,2 13 52-16,0 10 1 0,-1 7-53 0,-1 5-50 16,-1 5-3-16,-4-1-10 0,-1-3-18 15,-5-10-17-15,3-8 16 0,-3-15-15 16,1-14-2-16,0-13-4 0,1-11 9 0,2-7-2 15,-3-7-1-15,-1-5-5 0,0-6-20 16,0-2-24-16,-2-5-23 0,2 0-16 0,-1-7 0 16,1-5 63-1,0-10 41-15,-1-7 0 0,4-10-3 0,-5-10-66 16,1-8 19-16,-2-7-4 0,0-2 6 0,-3-4 29 16,-4 2 3-16,1 4 16 0,-4 5 26 15,1 8-14-15,-2 3 7 0,2 6 26 16,2 3-4-16,1 5 6 15,1 1-25-15,3 5 19 16,1 2 19-16,1 3 0 0,0 4 5 0,0 6-10 16,0 6-27-16,0 5 0 0,0 2 3 15,4 14-6-15,4 9 34 0,4 14 72 0,5 16-41 16,2 13-32-16,0 12-11 0,-6 6-30 16,1 5-17-16,-4-2-2 0,-4-4-44 15,0-7-22-15,2-10-59 0,0-7-10 0,-1-14-30 16,3-6-119-16,0-9-72 0,0-11-218 15,-1-4-527-15,1-13-485 0</inkml:trace>
  <inkml:trace contextRef="#ctx0" brushRef="#br1" timeOffset="101371.017">9122 13874 1767 0,'0'0'360'16,"0"0"-146"-16,0 0-104 0,0 0-16 0,0 0 115 16,0 0 243-16,10 90-209 0,-6-58-66 15,2 8-16-15,0 8 9 16,3 7-44-16,1 11 2 0,-2 7-28 16,0 7-50-16,-1 5-50 0,0 1-4 15,-3-1-23-15,-2-6-23 0,1-4-6 0,-3-9 12 0,1-9-12 16,-1-5 40-16,3-11 16 0,-3-9 0 15,4-11 0-15,-2-4-3 0,1-13-31 16,4-4-49-16,1-4-45 0,3-14 30 16,3-9 10-16,-1-9-39 0,-1-10-51 0,-3-9-16 15,-1-3 56-15,-4-7 71 0,-4 0 38 16,0-5 29-16,-9-3 14 0,-5 0 27 16,-2-4 4-16,-1 0-6 0,-1 2-36 15,1 0 32-15,0 1-9 0,0 6-4 16,2 4 10-16,1 5-30 0,4 11 65 15,1 9 7 1,2 10 31-16,4 11-13 0,2 7 18 16,1 9 7-16,0 2 6 0,0 2 28 15,0 10-47-15,4 7 48 0,4 14-21 0,1 10-60 16,0 12-37-16,0 9-20 16,-2 5-13-16,-3 2-1 0,-4 0 13 0,0-3-1 15,0-3 9-15,-7-3-20 0,-3-4 1 16,0-4 1-16,-1-6 31 0,2-8-16 0,1-7 4 0,1-9-4 15,1-6-18-15,2-10-21 0,3-4-4 16,-1-4-37-16,2-4-108 0,0-8 15 16,0-8 58-16,0-5 10 0,0-10 55 15,0-8-25-15,0-4 10 0,0-6-22 16,-4-3 12-16,-2 1 26 0,-1 1 15 16,-3 6 16-16,3 4 0 0,-1 6 41 0,1 7-13 0,3 8 7 15,1 4 0-15,-1 7-17 0,4 5-18 16,0 7 0-16,0 0 19 0,0 8 44 31,1 14 7-31,8 13 27 0,-1 13-44 16,1 11-22-16,-3 8-29 0,-1 2 20 0,-3-1-4 15,-2-5 17-15,0-9-35 16,-3-11-24-16,-1-10 8 0,4-10 15 0,0-8 0 0,0-11-24 16,0-4-18-16,0-1-23 0,4-11 16 15,3-7 32-15,2-10-18 0,5-8 34 16,-1-8 2-16,3-6-13 0,-3-5 13 15,-1-5 17-15,-2 1-15 0,-3-5 45 16,-3 1-6-16,-4-1-23 0,0 3 4 16,0 7 3-16,-3 12-12 0,-1 13 30 0,1 17 13 0,3 13-12 15,0 9 15 1,0 22 86-16,4 15-62 0,2 14-52 16,0 12-19-16,0 9-12 0,-1 2 22 0,-3 3-1 15,-2-1 1-15,0-3-22 0,-6-2 0 16,-1-5-58-16,-2-8 8 0,-1-6-42 15,0-10-16-15,2-5-29 0,-1-6-94 16,0-2-299-16,5-13-705 0,-5 13-617 0</inkml:trace>
  <inkml:trace contextRef="#ctx0" brushRef="#br0" timeOffset="106834.696">11602 12986 329 0,'0'0'1126'16,"0"0"-658"-16,0 0-79 0,0 0-69 15,0 0 30-15,0 0-30 0,0 0-43 16,-76 45-6-16,72-43-3 0,2 1-7 16,2-2-57-16,0-1-43 0,0 0-8 15,0 0-9-15,6-4-56 0,4 1-51 0,7-6-22 16,8-6 37-16,11-8-22 0,8-5-3 15,6-5-27-15,6-5-15 0,6 0 15 16,3-4 1-16,7 2-1 0,5-5 0 16,5 1-22-16,5-2-2 0,4-1 23 0,0-1-11 15,-1 0 10-15,-2 3-26 0,-6 1-27 16,-4 4-39-16,-6 1 2 0,-8 3-40 0,-11 5 12 16,-8 5-49-16,-14 4-17 0,-11 9-32 15,-9 5-40-15,-8 3-17 0,-3 1-46 16,-6 3-317-16,-3 0-585 0,-15-1 169 0</inkml:trace>
  <inkml:trace contextRef="#ctx0" brushRef="#br0" timeOffset="129999.348">12819 15587 1608 0,'0'0'305'0,"0"0"-97"0,0 0-147 0,0 0-6 16,0 0 13-16,0 0 26 0,0 0 52 15,0 0-14-15,0 0 135 0,0 0-148 16,0 0-23-16,63-25 22 0,-49 15 63 16,-2-1-25-16,7 3-20 0,-2-3-33 15,6-1-46-15,1 0-1 0,5-3-34 16,1-2-22-16,5-1-39 0,4-1 38 16,6-4-17-16,2-3-4 0,7-2 3 15,2-3 0-15,4-2-15 0,2 2 21 16,-1-2-3-16,-5 2 15 0,-2 4-2 0,-9 2-35 15,-10 6-50-15,-8 5-96 0,-11 4 51 16,-4 3 5-16,-6 5-86 0,-5 0-234 16,2 2-173-1,-2 0-108-15,-1 0-434 0</inkml:trace>
  <inkml:trace contextRef="#ctx0" brushRef="#br0" timeOffset="148809.153">14176 11751 433 0,'0'0'821'15,"0"0"516"-15,0 0-864 0,0 0-148 0,0 0-65 0,0 0-26 16,0 0-23-16,0 0-74 0,0 0-47 16,-59 55-15-16,48-38-4 0,0 3 9 15,-1 1-24-15,4-1-16 0,1 4 6 16,3 1 16-16,2 4-10 0,2 0-12 15,0 6-22-15,3 3-15 0,4 4 31 0,1-1-16 16,-1 1-18-16,3-3-18 0,0-3 0 0,2-3-1 16,3-3-18-16,1-5-12 0,7-5 3 15,6-2-46-15,6-5-44 0,6-2-44 16,3-9-101-16,6-2-239 0,2 0-475 16,-10-2-498-16,18-6 714 0</inkml:trace>
  <inkml:trace contextRef="#ctx0" brushRef="#br0" timeOffset="149327.168">16192 11756 2757 0,'0'0'478'15,"0"0"-172"-15,0 0-66 0,0 0 50 16,64 67 9-16,-48-44-64 0,1 1-35 15,-4 2-65-15,3 2-46 0,-3 1-31 16,-2 4-7-16,-1-1-11 0,-1 2-9 0,-2-1-16 16,-1-2-15-16,-3 0-12 15,-2 0-7-15,-1-1-2 0,0-1 3 16,-6 0-25-16,-3-1-6 0,-5 0-76 16,-3 0-13-16,-2-2-81 0,-2-3-122 15,-1-3-193-15,0 2-198 16,1-2-404-16,4-8-300 0,-7 6 1417 0</inkml:trace>
  <inkml:trace contextRef="#ctx0" brushRef="#br0" timeOffset="153239.607">14506 11757 629 0,'0'0'59'16,"0"0"1007"-16,0 0-553 0,0 0-93 0,0 0-121 15,0 0-15-15,0 0 31 0,0 0-43 16,0 0-42-16,0 0-84 0,-12 35-53 16,10-21-37-16,-2 8-6 0,-1 3-25 15,-1 6-25 1,2 5 2-16,1 2 10 0,-1 1-9 0,-1 4-2 0,-3 0 1 16,4 0 11-16,-4-3-10 0,1 0-3 15,-1-9-2-15,3-6-26 0,2-6-56 16,0-7 4-16,3-5-82 0,0-4-81 15,0-1-28-15,0-2-8 0,6-5 14 16,3-6-137-16,2-6-141 0,1-4-509 16,-2 4 184-16,4-14 728 0</inkml:trace>
  <inkml:trace contextRef="#ctx0" brushRef="#br0" timeOffset="153486.755">14536 11853 778 0,'0'0'88'16,"0"0"378"-16,0 0 508 0,0 0-631 0,0 0-143 15,0 0-5-15,0 0 74 0,0 0-78 0,0 0-42 0,0 0-23 16,0 0 3-16,58 55-41 16,-45-27-21-16,1 1-8 0,0 2-25 15,-3 1-15-15,-2-2-7 0,-1-3-9 16,1 0-3-16,2-4 1 0,-2 0 2 16,-2-3 23-16,2-1-26 15,-3-4-13-15,-5-2-21 0,1-5-105 16,-2-2-49-16,0-4-83 0,-3 0-118 0,-9-1-234 0,-2-1-475 15,-6 0-51-15,-5 0 1097 16,6-1-150-16</inkml:trace>
  <inkml:trace contextRef="#ctx0" brushRef="#br0" timeOffset="153634.25">14447 12170 404 0,'0'0'163'0,"0"0"-127"0,0 0 1240 0,0 0-767 32,0 0-144-32,0 0-175 0,0 0-7 0,0 0 34 0,20-71-14 0,5 59-35 0,2-3-36 15,4 2-50-15,0-1-32 0,0 2-50 31,-1-2-20-31,-1 0-84 0,-1-1-123 0,3-1-122 16,-3 0-228-16,3-1-672 0,-8 2-203 0</inkml:trace>
  <inkml:trace contextRef="#ctx0" brushRef="#br0" timeOffset="153972.29">15111 12239 1121 0,'0'0'1477'0,"0"0"-1084"0,0 0-124 16,0 0-40-16,0 0 49 0,0 0-45 0,0 0-79 15,0 0-67-15,0 0-58 0,0 0-28 16,0 0-1-16,-8-66 2 0,13 30-2 16,-5-4-32-16,0-1-17 0,0-3 27 0,-6 1 6 15,0 6 13-15,0 1-16 0,0 6 19 16,3 7 3-16,3 5 13 0,-1 4 3 15,1 3-4-15,0 4 1 0,0 1 3 0,3 4-1 16,1 2 14-16,2 0 11 0,3 2-6 0,3 5 4 16,1 6 11-16,3 3-18 15,-3 5 3-15,1 4-15 16,-5 2-19-16,0 1-3 0,-3 1-10 16,-1 1-43-16,-2-3-6 0,-3 0-18 15,0 0-13-15,0-4-29 0,0-4-60 16,0-2-124-16,0-3-177 0,2-4-230 15,-1-4-655-15,3-5 271 0</inkml:trace>
  <inkml:trace contextRef="#ctx0" brushRef="#br0" timeOffset="154474.298">15589 11950 891 0,'0'0'375'0,"0"0"691"0,0 0-785 16,0 0-58-16,0 0 37 0,12-68 91 15,-12 58-54-15,0 4-42 0,0 2-45 16,-4 3-36-16,1-1-56 0,-1 2-38 16,-3 0-9-16,-2 0-34 0,-4 10-24 15,-3 3-12-15,-2 6 2 0,-1 6 12 0,-1 7 10 16,0 1 21-16,1 7-3 0,1-2 6 31,5-1 3-31,2-4-6 0,5-2-10 0,5-7-14 16,1-3-19-16,0-4 18 0,7-6-2 0,6-1 5 15,3-1 3-15,2-5 7 0,5-1-4 16,1-3-14-16,2 0-15 0,1-1-1 16,-3-5-30-16,1-3-40 0,-2-3-46 15,-1 0 3-15,1-2-32 0,-4-4-24 16,-1 3-48-16,-1-2-130 0,-4 1-176 0,-4 4-242 15,-2-2-647-15,-3 6 195 0</inkml:trace>
  <inkml:trace contextRef="#ctx0" brushRef="#br0" timeOffset="159184.192">16692 11733 2666 0,'0'0'1132'0,"0"0"-817"0,0 0-116 0,0 0-25 16,0 0 23-16,-21 75 30 0,28-46-62 15,-1 6 15 1,-2 7-19-16,2 6-39 0,-5 6-40 0,-1 6-25 16,-3 1-5-16,-5 2-10 0,-4-1-3 0,-1-2-21 15,3-2-18-15,-1-10-3 16,3-8-39-16,4-11-15 0,4-12-40 0,0-11-12 16,7-6-43-16,8-12-25 0,4-14-95 15,5-12-90-15,2-11-70 0,0-7-129 0,-4-8-203 31,1-2-343-31,-3 3 339 0,-4-2 347 16,-1 0 421-16,-4 4 372 0,-3 2 78 0,-1 3 54 16,-2 8-44-16,0 9-59 0,-2 12 7 15,2 9-64-15,-2 10-27 0,0 6 4 0,3 2 3 16,2 5-34-16,3 7-50 16,5 4-45-16,2 7-58 0,5 6-42 0,2 3-41 15,-2 2-26-15,1 4-7 0,-3-3-6 16,-1 3-3-16,-2-3 3 0,-4-1-12 15,-7 1-1-15,-4-2 0 0,-3-2-2 0,-6 2-1 16,-11-4-24-16,-2 1-29 0,-7 0 2 16,-1-3-3-16,-3-1 16 0,-3-2 5 15,-1-4-5-15,1-3-22 0,0-8 30 16,1-4-11-16,-1-5-17 0,-2-1-87 0,0-12-122 16,-3-10-238-16,8 4-499 0,-19-21-728 0</inkml:trace>
  <inkml:trace contextRef="#ctx0" brushRef="#br0" timeOffset="163724.643">14793 14396 1102 0,'0'0'514'16,"0"0"-101"-16,0 0 185 0,0 0-58 15,0 0-145 1,0 0-136-16,0 0-23 0,0 0-48 15,0 0-42-15,0 0-26 0,0-3-2 0,0 7-29 16,0 2-15-16,-3 7-10 0,0 6-36 16,-3 10-13-16,-1 6-12 0,-3 7 40 15,3 4-9-15,0 4-19 0,-1 3-12 16,4 0 0-16,0-2 0 0,4-4-2 16,4-4-1-16,6-5-18 0,10-5-34 0,1-5-43 15,8-7-7-15,2-9-12 0,4-5-161 0,1-7-63 16,1-11-125-16,-4-13-98 15,-7 4-404-15,-1-26-561 0</inkml:trace>
  <inkml:trace contextRef="#ctx0" brushRef="#br0" timeOffset="164208.883">15150 14421 1220 0,'0'0'2060'15,"0"0"-1796"-15,0 0-153 0,32 78 34 16,-22-41 65-16,3 6-37 0,-3 0-64 15,-2 1-47-15,-3-1-21 0,2-3-23 16,-2-3-15-16,-2-7-3 0,0-5-20 16,-1-4 1-16,-2-7-24 0,0-7-38 15,0-4-28-15,0-3-42 0,0-9-73 16,-5-8-16-16,0-9 56 0,-1-6-27 16,-1-8 57-16,3-6 48 0,1-4 61 15,0 2 28-15,3 2 17 0,0 8 39 16,0 7 105-16,0 8 87 0,8 8-5 15,1 6-7-15,2 4-18 0,2 1 4 0,4 4-5 0,-3 0-33 16,4 4-55-16,-2 3-57 0,-1 5-24 16,-3 1-9-16,-4 3-19 0,-2 3 15 15,-4 3-17-15,-2 2-1 0,-2 3-15 16,-7 1-22-16,-3 2 9 0,0 0 13 16,-1-4 15-16,2-2 0 0,3-6 1 15,4-7 1-15,1-3-2 16,3-3-47-16,4-2-61 0,8 0 83 15,8 2 16-15,2-3 9 0,2 3 2 16,2-1-2-16,0 0-2 0,-4 1-17 16,-5 1 7-16,-3 2 2 0,-5 3 10 15,-6 3 40-15,-2 1 25 0,-1 5 3 0,-4-1 6 0,-9 0-40 0,0 0-15 16,-4 0-16-16,0-3-3 16,-3-1-24-16,1-5-72 0,0-3-37 15,0-3-41-15,3-4-51 0,1-5-125 16,2-8-168-16,5 3-653 0,1-11-645 0</inkml:trace>
  <inkml:trace contextRef="#ctx0" brushRef="#br0" timeOffset="164562.69">15773 14914 2353 0,'0'0'545'16,"0"0"-414"-16,0 0-105 0,0 0 124 15,0 0-3-15,0 0-35 0,0 0-49 16,0 0 0-16,0 0 42 16,0 0-17-16,0 0 0 0,-4-67-50 15,4 36-35-15,-2-3-3 0,-2-2 0 16,1-2-38-16,1-1-18 0,2 3 2 16,0 3 20-16,6 5 2 0,3 2 7 15,4 4 7-15,0 4 18 0,-1 1 60 16,0 7 0-16,-1 2-26 0,-3 5-18 15,2 3-14-15,0 0 30 0,-1 4 37 0,2 10 31 16,1 2-27-16,0 4-32 16,-1 4-16-16,-1 1-13 0,-1 0-9 0,1 1-3 0,-4 2 1 15,-2 1-1-15,0 0 0 0,-4-2-68 16,0 0-12-16,0 0 24 0,0-5-44 0,0-4-86 16,0-6-81-16,0-5-125 0,0-3-252 31,0-4-516-31</inkml:trace>
  <inkml:trace contextRef="#ctx0" brushRef="#br0" timeOffset="164879.032">16374 14482 2277 0,'0'0'385'15,"0"0"-269"-15,0 0-10 0,0 0 173 16,0 0-5-16,16-67-46 0,-16 63-23 16,0 4 16-16,0 0 9 0,-5 0 43 0,-3 5-86 15,-5 9-85-15,-2 5-56 0,-5 9-13 0,1 5 4 0,-1 6-16 16,0 5-2-16,1 2 5 0,4-1-2 16,4-4 5-16,4-5-6 0,6-6-19 15,1-3-2-15,3-8-15 0,7-4 3 16,3-5 9-16,4-1-25 0,5-8-11 31,-2-1-1-31,4-1-40 0,-1-11-15 0,0-6-31 16,-5-3-114-16,-1-5-200 0,-4-2-208 0,-2 5-492 15,-3-12-497-15</inkml:trace>
  <inkml:trace contextRef="#ctx0" brushRef="#br0" timeOffset="165101.32">16496 14309 2902 0,'0'0'540'0,"0"0"-365"0,0 0-39 0,0 0 84 0,0 0 65 16,81-4-18-16,-55 4-88 0,3 3-44 16,0 3-34-16,2 3-12 0,-2 5 33 15,0 3-40-15,-5 3-64 0,-2 5-16 0,-3 4 9 16,-7 4-11-16,-6 3-39 0,-4 3-16 16,-2 1-9-16,-11 2 21 0,-5 1-12 15,-6 0-24 1,-4 0 20-16,-1-3-8 0,-2-5 9 15,0-3-35-15,3-9-43 0,-1-7-112 16,8-7-348-16,-7-9-754 0</inkml:trace>
  <inkml:trace contextRef="#ctx0" brushRef="#br0" timeOffset="166283.193">17221 14297 2017 0,'0'0'91'15,"0"0"899"-15,0 0-709 0,0 0-81 16,0 0 2-16,0 0 113 0,0 0-26 16,59 97-109-16,-43-56-78 0,-3 6-44 15,-3 1-39-15,0 1-2 0,-5-1-17 0,-2-3-18 16,-2-5-7-16,2-6-6 16,-3-10 7-16,0-8-26 0,0-11-5 0,0-5-44 15,1 0-100-15,-1-9-83 0,0-7-14 16,0-6-62-16,0-6-123 0,0-7-87 0,0-3 49 15,-4-3 109-15,1 0 140 0,-1 2 29 0,-2 1 81 0,-1 6 160 16,6 5 248-16,-1 7 396 0,2 9-91 31,0 3 35-31,4 3-170 0,6 1-90 16,3 4-65-16,5 0-27 0,3 0-57 16,2 4-82-16,5 6-38 0,1 4 13 0,-2 6-29 0,-3 2 0 0,-2 6-15 15,-2 3 16-15,-5 3 11 0,-4 2-12 0,-5 2 7 16,-6 2-26-16,0 2-5 0,-7-2-16 15,-8-1 9-15,-1-3-11 0,-4-6-1 16,-1 0-1-16,-1-8 1 0,-1-3-21 16,0-5-75-16,1-6-43 0,-2-4-35 15,-1-4-70-15,-1-1-136 16,3-5-273-16,-16-13-736 0</inkml:trace>
  <inkml:trace contextRef="#ctx0" brushRef="#br1" timeOffset="170640.627">15447 12966 1205 0,'0'0'179'16,"0"0"29"-1,0 0 52-15,0 0 78 0,0 0 40 16,-5-75-20-16,6 67-35 0,3 3-17 16,-2 2-60-16,-1 2-32 0,-1 1-23 0,0 0 14 15,0 0 15-15,1 0-39 0,-1 0-34 16,2 0-31-16,-1 0-12 0,2 5 3 16,2 7 26-16,2 7 37 0,3 10-43 15,-1 6-42-15,-1 9-40 0,-2 4-17 16,1 2-7-16,-3 0-19 0,-1 2-2 0,0-2-3 15,2-4-15-15,-2-5-6 0,0-5 2 16,-1-6-11-16,1-5-3 0,1-6 0 16,-2-7-1-16,1-2-14 0,-2-7-7 0,1 0-15 0,-2-3-18 15,0 0-15-15,1 0-10 0,-1-8 46 16,3-5 15 0,-2-7 9-16,2-9-15 0,-3-8-18 0,0-9-20 15,0-5-48-15,-4-6-4 16,-2-3 2-16,0 0 34 0,-1 0 34 15,2 5 49-15,-1 6 29 0,4 9 3 16,-1 6 22-16,3 7 28 0,0 8 16 0,0 3-20 0,0 6 4 16,0 4-4-16,0 0-5 15,0 5-7-15,0 1 0 0,2 0 15 16,-1 0 10-16,-1 0 18 0,0 2-19 16,2 6 13-16,1 5 36 0,0 8-15 15,0 8-6-15,-1 7-28 0,1 7-13 16,3 6-17-16,-2 1-13 0,2 3-14 0,4-2-1 0,4-1 0 15,0-1 1-15,0-3 17 0,0-2-2 16,-2-6 2-16,1 0 0 0,-3-4 0 16,-3-2-2-16,0-4-15 0,-1-4 0 15,-2-3-1-15,-1-4-1 0,-1-5-24 16,-1-3-23-16,1-4-50 0,-2-3-6 0,1-2 0 16,-1 0 0-1,0 0 40-15,0-6 18 0,0-1-13 16,0-7-8-16,-3-5 8 0,-3-7-9 15,1-6-31-15,-1-5-10 0,-3-4-34 0,1-1-49 16,0 1 63-16,0-1 76 0,-1 2 12 0,3 2 16 0,1 1 22 16,0 1 3-16,2 4-3 0,2 1-13 15,-1 2 13-15,2 2 2 16,0 5 1-16,0 2 20 0,0 5 6 0,0 3 5 16,0 6 26-16,0 1 12 0,0 2 9 15,2 3-9-15,-2 0 20 0,0 0 17 16,0 0-3-16,0 0-38 0,1 3-25 15,2 2 10-15,2 6 2 0,0 3 25 16,4 9 10-16,2 6-17 0,0 5-21 16,-1 5-12-16,0 4-9 0,-2 2-16 0,1 3 0 0,-2-1-10 15,-3 1-1-15,-1-1 2 0,-1 0 13 16,-2-2-16-16,0-4 0 0,-2-4 0 16,-2-5 0-16,-1-6 1 15,2-4 17-15,0-7-16 0,1-4-2 16,2-4 0-16,-1-6-1 0,1-1-20 15,0 0-50-15,0 0-21 0,0-4 15 16,0-9 16-16,0-7 14 0,0-7 17 16,0-11-23-16,0-8-6 0,-2-6-3 15,2-6-28-15,-3 0 9 0,-1-1 0 16,0 1 2-16,-1 4 13 0,-2 4-3 16,2 3 9-16,-1 5 7 0,0 6 12 15,1 9 41-15,-3 3 15 0,2 6 10 16,2 6 0-16,0 5 38 0,-1 2 12 0,2 3 30 0,2 2 10 15,-1 0-27-15,2 0-33 0,-1 1-17 16,-2 2-20-16,3 5-18 0,0 4 0 16,-1 9-2-16,1 10 2 0,0 9 27 15,0 6 23-15,4 5 21 0,0 4 12 0,2 0-18 16,-2-2-7-16,2 2 1 16,-3-5 2-16,0 0 3 15,0-6-2-15,0-3-23 0,-1-3-26 16,1-8-11-16,-1-2-2 0,1-7-2 15,0-4-47-15,0-4-58 0,0-4-16 0,-2-4 6 16,2-2-13-16,-2-2-22 0,2-1-78 16,-3 0-214-16,0 0-668 0,-3 0-798 0</inkml:trace>
  <inkml:trace contextRef="#ctx0" brushRef="#br1" timeOffset="177893.148">7875 12475 68 0,'0'0'470'15,"0"0"-183"-15,0 0-134 0,0 0-133 0,0 0-20 0,0 0-59 16,0 0 20-16,0 0 6 0,0 0-51 16,0 0-63-16,-17-47 0 15,22 38 147-15,-2 4 3 0,-2-1 206 0,0 2-4 16,2-1-6-16,-3 1-10 0,0 2 36 0,-4-1 2 16,0 3-77-16,-1-1-108 0,1-1 3 15,-2 2 36-15,3-4-25 0,0 4-1 0,2-2-20 16,-1-2-22-16,2 3 0 0,0 0-11 15,0-2 11-15,0 2 0 0,3-1 55 16,-1-1-26-16,-1 2 33 0,2 0-7 16,-3 1 38-16,3-2 33 0,-3 2 28 15,0 0 19-15,0 0 2 0,1 0-16 16,1 0-20-16,-2 0-22 16,1 0-23-16,-1 0-29 0,0 0-15 15,0 0-9-15,2 0-10 0,1 0-16 16,0 2 7-16,1-2 52 0,4 2 40 15,-2 4-12-15,0-1-38 0,1 2-15 16,-1 4-4-16,0 1-5 0,-2 0 11 16,2 6 4-16,-2 3-29 0,-1 1-20 15,-1 2-19-15,-1 4 0 0,-1-2 12 16,1 0-12-16,1 0-2 0,-2-2 2 0,0 0-12 0,0-3 9 16,0 2 2-16,0-3 0 0,0 2 0 15,0-1 0-15,-2 0 1 0,-3 1 3 16,-3 1-2-16,-2-1-1 0,-3 0-2 15,0 0-14-15,-4 0 1 0,1-1 3 16,-3-2-7 0,2-1-5-16,-2-1-4 0,2-2-3 0,0-2-5 15,0-2 8-15,2 0 26 0,2-3 2 16,2-2 18-16,-1 0-16 0,2-4 20 16,1 1-7-16,2-1 7 0,1-2 2 0,-1 0 1 15,0 0 3-15,1 0-16 16,0-3-12-16,-3-1-11 0,0-3-11 0,-1-1 1 15,1-2-29-15,-2-2 10 0,2-1 4 0,-4 1-4 0,3-3 9 16,-2 0 28-16,-5-1-25 16,1 1 25-16,0-1-13 0,-3 3 14 0,-1-1-10 15,-3 2 12-15,0-3 3 0,0 2 13 16,-1-1 8-16,-2 2-8 0,-3-4 18 16,2 2 15-16,-2-2-9 0,-1 1-13 15,-1-3-11 1,1-2-1-16,-2 1-14 0,-1-4 19 0,-2-2-20 15,1 2-4-15,-4-2-11 0,2 0 13 16,-1 0 1-16,4-3 1 0,1 4 2 16,2-2 23-16,3 2-10 0,2-1-12 15,0 0 6-15,2 3 7 0,3 0 8 16,1 2-22-16,1 1 20 0,3-2-20 16,-2 5 14-16,5-2-16 0,-3 2 0 0,2 0 0 15,-3-1 0-15,3 2-3 0,-3-2 3 0,0 3 0 16,0 0 0-16,2 3 0 0,-3 0 0 15,1 1-12-15,0 4 12 0,4 0 0 16,2 2 12-16,0 1 6 0,3 1-2 16,3 2-15-16,-1-1-1 0,1 0 1 15,-3 1 0-15,4 0 1 0,0-2 0 0,0 2 10 0,0 0-11 16,0-1-1-16,-1 1 1 0,1-2 0 16,0 1-1-16,-1 0-3 0,1 1-9 0,2 0 11 15,1 0-1-15,-2 0-1 0,2 0-16 16,0 0 7-16,0 0 9 0,0 0 0 15,0 0-12-15,0-1-1 0,0 1-60 16,0 0-35 0,0-2-25-16,-3 1-58 0,-1-3-93 15,0-1-246-15,-1 0-272 0,-6-4-500 0,38 36-157 16</inkml:trace>
  <inkml:trace contextRef="#ctx0" brushRef="#br1" timeOffset="178262.784">6532 11934 336 0,'0'0'2079'0,"0"0"-1704"0,0 0-272 0,0 0-62 16,0 0 152-16,0 0 192 0,0 0-81 16,0 0-147-16,0 0-104 0,0 0-28 15,0 0-11 1,-33 22-12-16,13-10 10 0,0 1-9 15,-5 1 10-15,1-1-10 0,-2 1-1 0,0-2 0 16,1 0-1-16,-2 3 0 0,1 0-1 16,-1 0-18-16,1 1 5 0,-3 0 11 0,3 2-14 0,1 0-4 31,1 1 8-31,-1-1-13 0,7-2 23 0,3-1 2 0,4-3 0 16,4 0 28-16,4 1 1 0,3-2-29 15,0 3 25-15,0 0-24 0,6 5 27 0,2 0-25 16,4 4 18-16,2 3 26 0,2 2-22 15,4 4-25-15,-2 2 1 0,2 2-2 16,-2 0-12-16,0-1-25 0,-1 2-12 16,-4 0-161-16,-3 1-174 0,-3-10-431 15,-6 16-1390-15</inkml:trace>
  <inkml:trace contextRef="#ctx0" brushRef="#br1" timeOffset="194379.275">5364 16846 775 0,'0'0'872'16,"0"0"-638"-16,-18 84 67 0,10-44-19 16,-4 8-188-16,2 6-91 0,-4 5-2 15,-4 5-1-15,1 3-14 0,-6 1 0 0,3 0 14 16,-5-5 158-16,2-5 125 0,3-10-107 15,4-11-86-15,6-12-23 0,2-11-67 16,5-8-10-16,1-6-111 0,2 0-91 0,0-9-132 16,0-8-128-16,5-1-302 0,4-23-601 0</inkml:trace>
  <inkml:trace contextRef="#ctx0" brushRef="#br1" timeOffset="194627.471">5307 16851 1129 0,'0'0'20'0,"0"0"-4"0,0 0 997 0,0 0-618 0,0 0-41 15,0 0-127-15,51 73-29 0,-37-35-32 16,2 6 20-16,3 6-12 0,-5 4-55 0,2 5-59 16,-3 3-41-16,2 2-19 0,-1-1-11 15,-1-1 10-15,3-6 1 0,-2-6 31 16,0-8 34-16,-2-9-65 0,-3-11-17 15,-2-6-52 1,-3-6-95-16,-1-4-75 0,0-5-79 0,-3-1-78 16,0-2-97-16,0-8-58 0,0 3-266 15,-9-16-279-15</inkml:trace>
  <inkml:trace contextRef="#ctx0" brushRef="#br1" timeOffset="194774.38">5302 17423 134 0,'0'0'717'0,"0"0"-7"0,0 0-122 0,0 0-100 16,0 0-150-16,0 0-98 0,0 0-68 0,0 0-41 15,0 0-131-15,0 0-4 0,0 0-116 16,-15-29 81-16,33 24 1 0,3 0-13 16,5 0-6-16,0 2-94 0,-1 3-254 15,-5 0-597-15,7 0-649 0</inkml:trace>
  <inkml:trace contextRef="#ctx0" brushRef="#br1" timeOffset="195175.745">6018 17648 952 0,'0'0'68'0,"0"0"-12"0,0 0 19 0,-36-69 9 15,21 41-67-15,0-3 194 0,-4 0 111 16,-1 0-46-16,-3 0 0 0,2 0 56 15,1 2-55-15,2 2-53 0,3 3-4 0,5 0-32 16,0 3-49 0,7-2-13-16,3-1-10 0,0 1-37 0,0 1 34 0,9-3 6 15,1 1-45-15,1 2-34 0,5 0-12 16,-1 1-9-16,0 4-19 0,1 2-37 0,0 3 9 16,-3 3 6-16,0 3 10 0,0 4-7 31,2 0 16-31,-1 2 3 0,0 4 0 0,3 5-1 0,1 5-15 15,1 6-21-15,-1 5-4 16,0 6 17-16,-1 5-11 0,-4 4-5 0,0 8-49 16,-3 0-30-16,-3 1-23 15,-2-4-22-15,-4-5-46 0,2-6-16 0,1-11 85 16,-1-7 29-16,0-4-123 0,0-6-347 16,0-3-462-16</inkml:trace>
  <inkml:trace contextRef="#ctx0" brushRef="#br1" timeOffset="195431.415">6626 17068 798 0,'0'0'212'16,"0"0"1043"-1,0 0-760-15,0 0-187 0,0 0-56 0,0 0-10 16,0 0-59-16,-97 65-76 0,76-42-31 0,0 4 15 15,3 2 1-15,2 4-36 0,2 2-19 0,2-2-21 16,8-2-13-16,1-2 31 16,3-6 0-16,7-4-21 0,5-3-13 15,8-1 15-15,3-2 16 0,10 0-3 16,1-4 37-16,4-1-34 0,4-4-31 0,2-2-59 16,1-2-77-16,1-2-76 0,-1-4-135 0,-10 0-247 15,15-3-937-15</inkml:trace>
  <inkml:trace contextRef="#ctx0" brushRef="#br1" timeOffset="195978.31">7586 17374 1368 0,'0'0'52'16,"0"0"1594"-16,0 0-1168 0,0 0-162 15,0 0-18-15,0 0-21 0,0 0-132 0,0 0-58 0,0 0-20 0,0 0-8 16,50 5 94-16,-17-5 15 16,12 0-73-16,7 1-22 0,7 2-16 0,3 0 7 15,7-2-12-15,3 3-16 16,5-2-11-16,2-1-22 0,0-1 15 0,0 0-18 16,-4-1-12-16,-3-3 9 0,-5-2-22 15,-8-1 13-15,-7 1-6 0,-8-2-28 16,-9 1-42-16,-9-4-21 0,-6 1-41 15,-7-1-79-15,-4-3-51 0,-8 0-227 16,-1 4-548-16,-3-8-455 0</inkml:trace>
  <inkml:trace contextRef="#ctx0" brushRef="#br1" timeOffset="196234.098">8629 17172 391 0,'0'0'134'0,"0"0"303"0,0 0 822 0,0 0-748 16,0 0-261-16,0 0-26 0,0 0-64 15,0 0 27-15,0 0 113 0,0 0-82 0,64 20-50 16,-40-10-25-16,-1 6 9 0,3 0-10 16,-3 2-35-16,-1 0-36 0,-4-1-34 15,0 2-22-15,-4 0-15 0,-2 0 11 16,-2 2-11-16,0 0-3 0,-4-1-24 16,-5 3-38-16,-1-2-14 0,-4 2 35 15,-9 0 14-15,-3 1-10 16,0 3 0-16,-3-3-4 0,-4-2-8 0,2 1-32 0,-1-4-43 0,-1-2-82 15,4-6-182 1,8-4-265-16,-1-7-600 0</inkml:trace>
  <inkml:trace contextRef="#ctx0" brushRef="#br1" timeOffset="196959.294">9949 16798 697 0,'0'0'169'0,"0"0"1214"0,0 0-879 0,0 0-154 16,0 0-53-16,0 0-107 0,0 0 13 0,-3 81-15 15,-3-44-52-15,1 5-24 16,-4 4-16-16,1 5 1 0,-3 3-20 0,-4 1-15 16,-1 4-16-16,-1-3-18 0,2-2-4 15,-1-6-24-15,5-4-12 0,-1-8-22 32,2-5-40-32,1-8-50 0,3-7-37 0,3-8-52 0,3-8-54 0,0-3-155 15,0-14-148-15,2 2-510 0,7-25-87 16</inkml:trace>
  <inkml:trace contextRef="#ctx0" brushRef="#br1" timeOffset="197177.89">9864 16905 900 0,'0'0'16'16,"0"0"678"-16,0 0 68 0,0 0-288 0,0 0-175 16,0 0-19-16,0 0-26 0,0 0-37 15,0 0-9-15,82-36 54 0,-57 57-117 0,1 7-34 16,-3 8-24-16,0 3-23 0,-3 5-8 15,-4 2-17-15,0 0-5 0,-6-2-20 16,0-1-14-16,-2-3-18 0,0-2-10 0,-2-5 4 16,0-4-7-16,0-4-9 0,0-4 6 0,0-6-15 15,-3-7-52 1,-3-3-32-16,0-4-32 0,0 1-18 0,0-2-32 0,-6 0-50 16,-3 0-103-16,-3-3-4 0,-3-4-24 15</inkml:trace>
  <inkml:trace contextRef="#ctx0" brushRef="#br1" timeOffset="197314.283">10001 17325 101 0,'0'0'545'0,"0"0"-73"16,0 0 302-16,0 0-316 0,0 0-116 16,0 0-56-16,0 0-59 0,0 0-54 15,0 0-110-15,0 0 4 0,10-42-10 16,12 35-25-16,4-1-32 0,-2 1 0 16,5 0-57-16,0-5-128 0,1 1-160 15,-7 3-312-15,9-9-655 0</inkml:trace>
  <inkml:trace contextRef="#ctx0" brushRef="#br1" timeOffset="197747.732">10621 17431 365 0,'0'0'473'15,"0"0"-160"-15,0 0 836 0,0 0-810 16,0 0-133-16,0 0-10 0,0 0-1 16,0 0-118-16,-71-71-1 0,61 41 48 0,3-5 12 15,0-2-19-15,2-2-25 0,2 1-33 16,-1 2-15-16,4 2-6 0,0 3 16 15,0 3-16-15,7 3-4 0,-1 2-3 16,3 4-9-16,0 1 0 0,0 5 6 0,2 2 0 16,0 2-26-16,1 4 17 0,1 2-16 15,2 3 12-15,0 0-2 0,5 9-13 16,-1 6-10-16,3 8-6 16,-2 3 16-16,-3 5 0 0,-1 2 0 0,-6 3 0 15,1-1-2-15,-5 0-11 0,-2-3-33 0,-1-2-76 16,0 0-11-16,-1-5-24 0,1-2-26 0,1-5 60 15,0-3-11-15,2-8-185 0,0-2-93 16,-2-5-209-16,6-6-640 0</inkml:trace>
  <inkml:trace contextRef="#ctx0" brushRef="#br1" timeOffset="198001.612">11137 17026 1049 0,'0'0'120'16,"0"0"-12"-16,0 0 490 0,0 0 60 16,0 0-304-16,0 0-97 0,0 0 46 0,0 0-88 15,0 0-4-15,-66 72-88 0,51-43-38 16,-1 3-13-16,3 2-3 0,-1 4-10 16,1 1-28-16,4-5-12 0,5-4 2 0,4-4 32 15,0-7 3-15,4-4 30 0,5-3-60 16,7 0-26-16,1-3-12 0,5-3 10 15,2-2-51-15,3-4-33 0,-2 0-73 16,4-4-44 0,1-4-162-16,-7 0-339 0,10-7-837 0</inkml:trace>
  <inkml:trace contextRef="#ctx0" brushRef="#br1" timeOffset="198918.774">9381 16873 1257 0,'0'0'88'0,"0"0"520"0,0 0 11 0,0 0-259 16,0 0-94-16,-49 88-52 0,42-57-68 0,3 4-17 15,4 8-40-15,0 4-17 16,7 5-18-16,6 5-20 0,4 6-34 0,6 3-2 16,-1 1-39-16,7-1-34 0,6 0-45 15,3-7-83 1,6-6-163-16,-10-15-252 0,30-1-674 0</inkml:trace>
  <inkml:trace contextRef="#ctx0" brushRef="#br1" timeOffset="199220.045">11725 16898 1223 0,'0'0'134'16,"0"0"308"-16,0 0 204 0,70 67-195 15,-50-39-73-15,-5 3-64 0,-2 1-74 16,-6 4-58-16,-4 1-34 0,-3 1-23 16,0 0-75-16,-13 4-49 0,-1-3-1 15,-3 0-25-15,-1-4-47 0,2-4-84 0,2-7-99 16,1-3-86-1,4-9-170-15,3-4-166 0,2-8-423 0</inkml:trace>
  <inkml:trace contextRef="#ctx0" brushRef="#br1" timeOffset="199788.244">12105 16833 1714 0,'0'0'1140'0,"0"0"-349"0,32 68-346 0,-18-35-153 15,-1 6 42-15,-1 1-55 0,-1 5-84 16,-2-1-82-16,-5-1-70 0,1-4-28 0,-4-5-15 31,-1-4-19-31,0-8-72 0,0-6-55 0,0-7-10 16,0-5-22-16,0-4-10 0,-3-2-59 15,3-10-151-15,-1-7-104 0,1-7-70 16,0-6 26-16,1-7 115 0,2-6-21 0,0-5 32 16,0-4 39-16,-3 0 381 0,0 0 140 15,0 4 189-15,0 10 78 0,1 6 45 16,3 11-92-16,5 7-8 0,-1 8 24 16,4 4-70-16,1 4-39 0,5 0-11 0,-4 4-55 15,3 4-45-15,-5 3 3 0,-2 3-20 16,-1 3-71-16,-4 1-45 0,0 0-23 15,-1 0-34-15,-2-1-56 0,-1-3-25 0,1-2 29 16,-1 0 39-16,3 0 31 0,0-1 16 0,2-3 0 16,0 4-11-16,4-1 11 0,0 0 15 15,0-1-11-15,2 1-2 0,2 0 1 16,1-2 34-16,0 0-15 0,-3 0-12 0,1-3-10 16,-4 1-1-16,-2 0 1 0,-3 3 13 15,-2-1 15-15,-1 3-4 0,-1 0 10 16,0 3-6-1,-3 1 16-15,-7 0-13 0,1 2 6 16,-6 0-13-16,-1 0-24 0,-3-2 3 16,-1-1 0-16,1-3-3 0,-4-1 0 15,2-4-74-15,-1-2-40 0,0-4-48 0,-1-1 13 16,0-5-220-16,6-2-367 0,-8-9-915 0</inkml:trace>
  <inkml:trace contextRef="#ctx0" brushRef="#br1" timeOffset="200321.794">13484 16455 1106 0,'0'0'1127'16,"0"0"-462"-16,0 0-252 0,0 0-181 15,-39 75-14-15,19-47 33 0,-3 7-40 16,-4 2-71-16,0 6-41 0,-7 5 6 16,-2 5-6-16,-6 7 5 0,-8 10 1 0,-7 5-8 15,-8 9-14-15,-9 8-13 0,-8 7-15 16,-3 3-24-1,-2 6-4-15,-1 1-15 0,2 1 3 0,3-2-2 16,3-2-13-16,5-4-17 0,5-5-4 16,6-8-12-16,8-10-19 0,11-10-3 15,5-10 0-15,11-12-28 0,7-9-18 16,5-11-25-16,9-8 0 0,3-12-4 16,5-6-62-16,0-1-127 0,9-12-193 15,3-6-41-15,0 3-248 0,7-21-1072 0</inkml:trace>
  <inkml:trace contextRef="#ctx0" brushRef="#br1" timeOffset="201087.827">12944 17549 33 0,'0'0'316'0,"0"0"2150"0,0 0-1940 0,0 0-215 0,0 0-25 15,0 0-103-15,10 82-77 0,-10-50-34 16,0 7-17-16,-2 7-2 0,-3 4-31 16,1 4 21-16,-1 6-5 0,1 2-38 15,-2 0-21-15,2-2-7 0,-5-4 9 16,1-4 16-16,-1-9-9 16,-1-11-4-16,6-12-21 0,1-10-41 0,3-10-74 15,0-1-138-15,0-13-241 0,3-9-195 16,3 3-401-16,9-27-189 0</inkml:trace>
  <inkml:trace contextRef="#ctx0" brushRef="#br1" timeOffset="201324.266">12941 17686 932 0,'0'0'193'0,"0"0"617"0,0 0-340 0,0 0-119 0,0 0-161 16,0 0-20-16,0 0 12 0,0 0 25 0,0 0-74 15,0 0 6-15,50 31-1 0,-19-2-37 31,3 6-25-31,1 6-1 0,1 3-19 0,-1-1-28 0,-4 0-25 16,-2-3-3-16,-6-3 0 0,-3-4 0 16,-4-2-13-16,-2-4-5 0,-2-4-10 15,-3-4-3-15,-2-2-13 0,-4-6-29 16,0-2-34-16,-3-4-15 0,0-1-61 16,0-3-23-16,-2-1-40 15,-6 0-181-15,-5-8-164 0,-3-1-104 0,-7-4-298 0</inkml:trace>
  <inkml:trace contextRef="#ctx0" brushRef="#br1" timeOffset="201441.75">13101 18073 385 0,'0'0'378'16,"0"0"-52"-16,0 0 990 16,0 0-842-16,0 0-77 0,0 0-86 15,0 0-87-15,0 0-98 0,0 0-89 16,0 0-36-16,-17-19 17 0,40 13 38 16,3-1-6-16,4-5-50 0,-1 0-1 15,-2-4-18-15,-4-1-135 0,-1-3-136 0,-2 3-101 0,-3 3-280 16,6-6-1050-16</inkml:trace>
  <inkml:trace contextRef="#ctx0" brushRef="#br1" timeOffset="201941.274">13636 18059 333 0,'0'0'352'0,"0"0"-241"0,0 0-7 0,0 0-32 0,0 0-30 0,0 0 10 16,0 0 742-16,17 70-372 16,-20-60-190-16,0 1-38 0,0-3 12 15,-1-4-14-15,3-1-41 0,-1-1-18 16,2-2-5-16,0 0-18 0,-1 0 7 15,-1-3 19-15,-1-5-33 0,-4-5 20 0,0-3-35 16,-2-7-38-16,-5-4-16 0,2-4-15 16,-2-3-18-16,0 1 23 0,2-2-21 15,2 0-3-15,4-1-13 0,0 1-2 0,5-2-7 16,1 0 19-16,4 2-22 16,4-1 3-16,4 5 22 0,2 4 6 0,0 5 16 15,0 7 15-15,-1 3-12 0,-1 7-25 0,-2 4 2 16,4 1 14-16,-1 4 9 0,1 7-13 15,3 5-9-15,0 3 13 0,-1 6-1 0,2 1-14 16,-2 5 2 0,0 3-3-16,-3 4 0 0,1 2-12 15,-5 3-1-15,-3 1-5 0,0-1-7 16,-5-2-50-16,1-5-62 0,0-7-27 16,1-8 4-16,-1-7 6 0,1-7-56 15,-1-5-144-15,4-2-164 0,-3-4-259 0,6-17-451 16</inkml:trace>
  <inkml:trace contextRef="#ctx0" brushRef="#br1" timeOffset="202267.031">13968 17554 886 0,'0'0'176'0,"0"0"384"0,0 0 581 16,0 0-718-16,0 0-120 0,0 0-22 16,0 0 9-16,48 77-9 0,-34-49-67 15,0 4-70-15,-1 4-42 0,-1 1-35 16,-1 4-8-16,-5-1-26 0,0-1-33 15,-6-3 0-15,0-4-24 0,0-7-13 0,0-4-73 0,0-7-53 16,-1-4 14-16,-3-8 7 16,1-2-17-16,0-10-152 0,-1-7-275 15,-1-7-172-15,1 0-393 0,1-17-40 0</inkml:trace>
  <inkml:trace contextRef="#ctx0" brushRef="#br1" timeOffset="202443.145">14025 17625 851 0,'0'0'515'0,"0"0"-47"0,0 0 6 0,0 0-61 0,0 0-95 16,0 0-84-16,0 0-94 0,83-54-26 15,-57 54 6-15,0 6 16 0,2 6 9 16,-4 4-13-16,-2 5-50 0,-5 2-32 0,-5 4-22 16,-6 2 0-16,-6 3 0 0,-2 1-10 15,-10 3-18-15,-5 1-15 16,-3 1-32-16,-5-3-21 16,0-3 5-16,-3-5-4 0,-1-7-45 15,-1-3-74-15,-2-4-74 0,7-5-257 0,-20-4-614 16</inkml:trace>
  <inkml:trace contextRef="#ctx0" brushRef="#br1" timeOffset="202926.949">12780 17764 218 0,'0'0'424'0,"0"0"1127"0,0 0-1085 16,0 0-116-16,0 0-36 0,0 0-38 15,0 0-90 1,-67 67-79-16,56-44-38 0,4 3 16 15,2 2 25-15,4 6 2 0,1 3-31 16,0 4-13-16,9 3-37 0,3 2-28 16,6 2-3-16,3 3-4 0,5-2-23 0,3 1-14 0,1-2-5 15,2-3-4-15,1-4-37 0,5-7-121 16,2-9-84-16,5-9-86 0,3-10-183 16,-8-6-440-16,29-12-283 0</inkml:trace>
  <inkml:trace contextRef="#ctx0" brushRef="#br1" timeOffset="203227.548">14674 17443 1030 0,'0'0'306'0,"0"0"1173"0,28 76-1020 0,-13-41-151 15,-1 3-118-15,3 3-55 0,-4-1-54 16,2-2-37-16,-4 2-28 0,-5-2-13 0,-3 2-3 16,-3-1-3-16,-4-1-94 0,-10 1-57 15,-3-3-39-15,-3 0-39 0,-4-7-103 16,-1-7-151-16,5-6-249 15,-9-5-402-15</inkml:trace>
  <inkml:trace contextRef="#ctx0" brushRef="#br1" timeOffset="203830.182">14832 17362 1797 0,'0'0'1009'0,"0"0"-284"0,0 0-264 0,59 74-154 0,-39-41-26 0,2 6-38 15,-1 7-86-15,-2 1-69 0,-2 3-30 16,-2 0-15-16,-4 0-19 16,-2-1-21-16,-3-6-3 0,-5-1-17 15,1-9-62-15,-2-4-50 0,0-10 13 16,0-9 30-16,0-6 0 0,1-4-50 15,1-9-90-15,2-10-165 0,1-10-166 16,1-7 33-16,0-6 30 0,0-5-184 16,-2-5 27-16,-2-2 328 15,-2-1 323-15,0-5 316 0,-2 1 117 0,-3 1 78 0,0 4-109 0,2 9-21 16,3 9-6-16,0 9 5 0,3 8-49 16,4 5-22-16,5 4-76 0,-1 3-47 15,3 1-48-15,3 4-27 0,-1 2-16 16,2 0-24-16,-1 7-13 0,-2 4-22 0,-1 7-14 15,-4 4-19-15,-7 6-1 16,-3 4 10 0,0 4-11-16,-10 3 2 0,0 0-3 0,-1-3 0 15,3-6 0-15,1-6-2 16,6-6-13-16,1-6-10 0,1-2-2 16,11-3 2-16,2-2 7 0,6 1 0 15,3-3 17-15,1 1 1 0,2 2-19 16,-2-2 19-16,0 3 2 0,-2 3 1 0,-3 0 22 15,-2 5-23-15,-4 1 10 0,-2 6-10 0,-2 0 26 0,-4 4-10 16,-3 1 7-16,-2 4 17 0,0 0 16 16,0 1-15-16,-7-1 42 0,-2 0-3 0,-3-2-42 15,-3 0-16-15,-5-2-21 0,-1-1-3 16,-5-4-42-16,-6-1-79 0,-6-1 2 16,-7-4 0-16,-8 1-25 0,-7-2-58 15,-8 0-151 1,-10-2-233-16,16-6-193 0,-39 5-420 0</inkml:trace>
  <inkml:trace contextRef="#ctx0" brushRef="#br1" timeOffset="214034.243">8982 17281 452 0,'0'0'343'0,"0"0"1144"16,0 0-1277-16,0 0-126 0,0 0 38 15,0 0-6-15,0 0 35 0,77 27-10 0,-62-22-22 16,-4 0 11-16,-1 1-15 0,0-1-29 16,-5 0-17-16,3 0-47 0,-4 0-9 15,2 0-13-15,2 2-2 0,-2-1 2 0,-1 0 2 16,-1 0 11-16,-1-1-13 0,-2-4 2 15,-1 2 20-15,0-2-9 0,2-1-10 0,-2 2 16 16,0-2 9-16,0 1-3 0,0 3-6 16,0-1 25-16,0 1-22 0,0 2-22 15,0-4-25-15,0-2 12 0,0 3-5 16,0-3-5-16,0 0-2 0,0 0-19 16,0 0-10-16,0 0 10 0,0 1 22 15,0-1 0-15,0 0-3 0,0 0 21 0,0 0 4 0,0 1 11 16,0 0 5-16,-2 4-4 0,-5 5 23 15,-3 5 44-15,-9 5-79 0,-4 6-9 16,-7 4-108-16,-2 3-23 16,-5 2-48-16,1 0-20 0,1 0-23 0,5-4-276 15,7-7-1002-15,1 2 1202 0</inkml:trace>
  <inkml:trace contextRef="#ctx0" brushRef="#br1" timeOffset="-210651.219">3965 17273 2009 0,'0'0'554'15,"0"0"-213"-15,0 0-145 0,0 0 53 16,0 0 40-16,81 0-56 0,-56 0-50 0,1 0-33 0,-3 0-41 0,1-2-44 16,-2 1-34-1,2-1-12-15,2 1 6 0,0-1-13 16,1-2-9-16,2-2-1 0,2 0-2 0,-1-1-15 16,-2-1-38-16,2-2-25 0,-3 2-9 15,-2-3-34-15,-1 1-6 0,-1-2-42 16,-4-2-144-16,1 0-352 0,-5-1-813 15,-4 4 215-15,-4-6 1169 0</inkml:trace>
  <inkml:trace contextRef="#ctx0" brushRef="#br1" timeOffset="-210387.876">4584 16981 680 0,'0'0'2016'15,"0"0"-1685"-15,0 0-193 16,0 0-33-16,0 0 121 0,0 0-1 0,0 0-80 0,0 0-51 0,0 0-31 15,88 52-38-15,-68-40 7 16,2 1 25-16,-2 2-45 0,-1-1-12 16,-4 1-1-16,-3 0-21 0,-1 1-3 15,-6 1-16-15,-4 1-28 0,-1 2 6 16,0 1-22-16,-10 1 44 0,-3 3 32 16,-4 0 5-16,-5 0-8 0,-4 2-83 15,-4-2-38-15,-3-2 38 0,-5 0-20 16,-3-3-76-16,0-2-294 0,8-6-991 15,-16 1 811-15</inkml:trace>
  <inkml:trace contextRef="#ctx0" brushRef="#br1" timeOffset="29184.263">2571 4009 2005 0,'0'0'178'15,"0"0"-129"-15,0 0-17 16,0 0 230-16,0 0 12 0,-77-28-142 0,53 28 32 16,-5 7-43-16,-1 3-22 0,-2 9 67 15,-3 1 184-15,1 2-161 0,-2 1-94 16,-2 2-45-16,-2 2-1 0,2 3-2 16,-2 2 22-16,-3 4-48 0,1 5-21 15,-3 7-1-15,-2 4-1 0,-2 9-14 0,3 6 15 16,0 6-12-16,1 8 13 0,3 6 1 0,5 7 1 15,5 6 32-15,7 2-3 0,7 2-12 0,7-1-17 16,10-3-4-16,1-3-11 0,13 0-3 16,10-1-33-16,10 0-48 0,9 2 63 0,13 2 32 15,13 2-33-15,11 1-18 0,10-5 22 16,12-4 31-16,4-5-32 0,8-6 13 16,3-8-3-16,4-4 6 0,1-6 10 15,3-11 6-15,1-6 25 0,1-9-6 16,5-8 20-16,5-10 39 0,5-10-28 15,1-11-1-15,-2-11-2 0,0-18 12 16,-9-10-22-16,-4-14 4 0,-6-13-17 16,-7-7-24-16,-9-10-31 0,-5-11 30 15,-5-4-1-15,-7-3-29 16,-5-6 31-16,-8-4-12 0,-6-2 10 16,-8-3-48-16,-9-5-12 0,-5-2-28 15,-6-1 59-15,-8-4-49 0,-7 1 78 16,-11-2-47-16,-15 3-1 0,-11 2-145 15,-25 4-17-15,-19 4-49 0,-20 5 182 16,-20 4 79-16,-22 7 44 0,-18 10-44 0,-26 9-22 16,-21 10-83-16,-21 17-72 0,-18 11-135 0,-14 17 76 15,-11 16 10-15,-9 13 135 0,-9 20-16 16,-4 17 107-16,-3 15 17 0,-6 14-17 0,-1 13-32 16,66-16-352-16,-104 59-634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2:51:15.74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9817 2902 398 0,'0'0'2706'0,"0"0"-2323"16,0 0-241-16,0 0 26 0,0 0 122 0,0 0-16 16,0 0-64-16,0 0-47 0,0 0-89 0,-13 22-16 15,-2 11 77-15,-8 12 24 0,-8 20-53 16,-10 14-66-16,-8 16-40 0,-7 9-27 15,-4 12-13-15,-2 7-12 16,-2 2-15-16,4 0 15 0,6-5 40 16,7-15-25-16,12-19 4 0,11-24 21 15,10-21-22-15,9-18-37 16,5-16-67-16,4-7-130 0,14-15-182 0,6-13-6 16,-1 2-356-16,17-41-793 0</inkml:trace>
  <inkml:trace contextRef="#ctx0" brushRef="#br0" timeOffset="252.684">9596 3059 1585 0,'0'0'484'15,"0"0"124"-15,0 0-303 0,0 0-93 0,0 0 14 16,0 0 28-16,0 0 23 0,62 79-67 16,-39-33-32-16,2 16-70 0,-1 13-43 15,1 13-18-15,-1 9 2 0,-2 7-3 16,4 0-46-1,-3-3-34-15,-3-12 7 0,0-14 8 0,-3-13 19 0,-2-14 12 16,-2-9 4-16,-6-13-4 0,2-3-12 0,-5-7-28 16,-1-4-27-16,-1-6 15 15,-2-3-13-15,0-3-105 0,-5-3-29 0,-8-8-53 16,-4-10-209-16,-9-5-210 0,-6-11-137 0,-7-6-404 16</inkml:trace>
  <inkml:trace contextRef="#ctx0" brushRef="#br0" timeOffset="392.8">9645 3891 10 0,'0'0'629'16,"-78"-68"-287"-16,48 43 1091 0,6 6-1010 0,5 6-23 15,10 3-47-15,5 3-50 0,2 0-39 16,2 4-68-16,0-2-19 0,8-3-41 16,5-2-69-16,4-4-2 0,7 0-16 15,4-3-18-15,0 0-29 0,3 3-2 16,-1 0-49-16,0 2-16 0,2 0-30 0,3 2-78 0,1-1-125 16,-9 1-224-16,15-2-752 0</inkml:trace>
  <inkml:trace contextRef="#ctx0" brushRef="#br0" timeOffset="769.925">10396 4068 3354 0,'0'0'494'0,"0"0"-340"0,0 0-37 0,0 0 113 15,0 0-35-15,0 0-65 0,0 0-38 16,-75-105-40-16,72 55-9 0,3-9-6 0,0-3-9 16,0-7-4-16,0-2-24 0,0-4-18 15,8 7 1-15,3 1 15 0,0 7 4 16,7 4-5 0,-2 7 4-16,4 7-2 0,-3 5 2 15,3 5-1-15,0 7 3 0,-1 4 16 0,-2 5-10 16,-2 6-9-16,1 3-34 0,0 3-21 15,2 4 31-15,4 5 24 0,-2 6 30 16,3 9 13-16,-1 5-18 0,-2 11-25 0,-3 10 3 0,-4 6-3 16,-3 10-34-16,-5 5 3 0,-4 3-18 15,-1 4-18-15,0-4-32 0,-4-3-24 16,1-9-20-16,0-6-46 0,3-9-47 0,0-10-76 16,3-9-78-16,5-8-91 15,4-11-240-15,-1-4-828 0</inkml:trace>
  <inkml:trace contextRef="#ctx0" brushRef="#br0" timeOffset="1055.173">11429 3248 1634 0,'0'0'1928'31,"0"0"-1720"-31,0 0-85 0,0 0 22 0,0 0 90 16,0 0 62-16,0 0-42 15,0 0-98-15,0 0-75 0,0 0-82 0,0 0-30 16,-40 2-50-16,14 36 25 0,-4 14 21 16,-2 10 34-16,-1 7 30 0,0 2 13 15,5-3-43-15,4-8 21 0,11-12 53 0,6-10-1 16,7-10-30-16,4-8-19 0,8-3-12 0,8-4-9 16,4-2 28-1,12-5-7-15,6-4-21 0,11-2-3 0,6-8-91 16,3-3-53-16,2-7-33 0,1 0-79 15,-2-1-138-15,-2-4-293 0,-18 6-659 16</inkml:trace>
  <inkml:trace contextRef="#ctx0" brushRef="#br0" timeOffset="1286.547">12043 3600 108 0,'0'0'3574'0,"0"0"-3089"0,0 0-411 0,107-29 48 16,-48 15 107-16,10-4 1 0,6 2-98 16,9 3-28-16,2 2-34 0,9 5-27 15,6 2 3-15,5 2-43 0,4 2-1 16,4 0-2-16,0 0 1 0,1 4-1 0,-5-2-25 16,-8 1 10-16,-7-3-12 0,-10 0-25 15,-8-3-46-15,-8-5-36 0,-9-2-69 16,-11-2-75-16,-8-7-245 0,-15 5-705 15,-12-17-917-15</inkml:trace>
  <inkml:trace contextRef="#ctx0" brushRef="#br0" timeOffset="1529.671">13564 3189 912 0,'0'0'2453'0,"0"0"-2224"0,0 0-204 0,115 2 54 0,-63-2 66 16,1 0-13-16,1 5 53 0,0 6 24 0,-2 2-73 15,-1 5-49-15,-4 1-20 0,-6 3-14 16,-7 1-32-16,-6 2-21 0,-10 2-24 16,-9 1-50-16,-9 3-10 15,-6 0 44-15,-17 7 40 0,-9 1-1 0,-7 4 1 16,-8 0-27-16,-4-2-4 0,-2 2 0 16,1-4-4-1,2-3-30-15,2-6-128 0,8-3-96 16,12-11-266-16,4-7-795 0</inkml:trace>
  <inkml:trace contextRef="#ctx0" brushRef="#br0" timeOffset="2157.309">16567 2479 745 0,'0'0'2229'16,"0"0"-1760"-16,0 0-54 0,0 0-126 15,0 0-56-15,0 0-53 0,0 0-57 16,0 0-34-16,-71 67 13 15,45-18 29-15,-2 13 61 0,-6 13-15 0,-6 9-44 16,-2 7-63-16,-2 0-43 0,-1 0-24 0,2-7-3 0,4-7-24 16,4-8-12-16,9-15-7 0,6-10-26 15,4-12-13-15,6-10-4 0,4-9-2 16,-1-5-46-16,0-4-50 0,-2-4-111 16,2 0-152-16,-2-7-73 0,3-12-105 15,1-11-192-15,5-11-462 0</inkml:trace>
  <inkml:trace contextRef="#ctx0" brushRef="#br0" timeOffset="2358.016">16244 2627 52 0,'0'0'2520'0,"0"0"-2057"16,0 0-211-16,0 0 28 0,0 0 80 16,0 0-72-16,82 49-67 0,-59-17-39 15,2 8 0-15,2 8-20 0,-1 8-33 0,3 0-53 0,0 5-46 0,0-1-30 16,-3-1-39-16,-5-5-47 0,-3-4-2 15,-3-4 5-15,-4-7 34 0,-3-7 6 32,-1-7 9-32,-4-7-3 0,-3-6-27 0,0-5-19 15,-1-2-41-15,-11-5-47 16,-7 0-154-16,-8-5-320 0,-9-3-592 0,6-1-468 16</inkml:trace>
  <inkml:trace contextRef="#ctx0" brushRef="#br0" timeOffset="2482.981">16104 3152 772 0,'0'0'2199'15,"0"0"-1803"-15,0 0-107 0,0 0-78 0,0 0-45 16,0 0-99-16,0 0 24 0,98-48 14 16,-41 34-89-16,3-1-16 0,4-2-65 15,0 1-129-15,-6 2-210 0,-15 3-306 0,12-4-946 16</inkml:trace>
  <inkml:trace contextRef="#ctx0" brushRef="#br0" timeOffset="2921.992">17051 3453 2209 0,'0'0'1249'0,"0"0"-983"0,0 0-108 0,0 0 18 31,0 0 139-31,0 0-71 0,-55-82-53 16,53 52-68-16,-1-7-53 0,3-8-49 16,0-7-21-16,3-4-27 0,4-1 9 15,3-4-35-15,4 4 51 0,2 4-27 0,4 3-14 0,0 7 26 0,2 7 16 16,-2 5 0-1,0 3 1-15,-1 7 2 0,-2 6 31 0,-2 4-30 16,2 1 10-16,-1 5-13 0,1 3-37 16,-1 2-15-16,4 6 3 0,-1 7 6 15,-1 6 41-15,-1 8 2 0,-3 7 34 0,-1 7-7 16,-6 6-27-16,-2 5-3 16,-4 2-28-16,-1 2-9 0,0-5-9 15,0 1-62-15,0-8-35 0,0-4-25 16,0-9-67-16,0-6 11 0,5-7-20 15,4-7-71-15,2-5-170 0,2-6-643 0,-2 0-144 16,5-13 990-16</inkml:trace>
  <inkml:trace contextRef="#ctx0" brushRef="#br0" timeOffset="3195.558">18026 2787 2058 0,'0'0'1570'15,"0"0"-1254"-15,0 0-187 0,0 0-4 16,0 0 92-16,0 0-28 16,0 0-66-16,0 0-58 0,-78 57-50 15,47-19 25-15,-2 7 24 0,-2 10 10 16,4 5 8-16,0 0-18 0,9-1-15 16,6-6-46-16,9-8 22 0,7-8-4 15,7-9 9-15,11-4 34 0,8-5 18 16,5-4 31-16,5-3-80 0,3-5-33 15,4-4-82-15,0-3-85 0,-1 0-49 0,-3-3-69 0,-8-4-156 16,-9 1-529-16,-8-6-586 0</inkml:trace>
  <inkml:trace contextRef="#ctx0" brushRef="#br0" timeOffset="3709.527">15812 2487 1272 0,'0'0'1333'16,"0"0"-1111"-16,0 0-20 0,0 0 83 16,0 0 55-16,0 0-76 0,0 0-28 15,0 0-74-15,0 0-63 0,0 0-30 16,-32 38 8-16,22 0 34 0,-2 11 30 16,-3 10 6-16,0 10-34 0,-2 5-73 15,1 6-9-15,-1 0-31 0,2 2-19 16,4-1-30-16,7-4-9 0,4-5-21 15,4-6 2-15,15-7-49 0,9-7 0 0,7-8-38 16,11-6-103-16,9-12-148 0,11-6-268 16,-14-11-709-16,37-11-154 0</inkml:trace>
  <inkml:trace contextRef="#ctx0" brushRef="#br0" timeOffset="3977.606">18312 2524 2334 0,'0'0'991'0,"88"-1"-813"0,-45 11-20 0,5 3 79 16,2 8-20-16,-8 6-68 0,-2 5-40 15,-8 8-7-15,-3 4 16 0,-6 9-7 16,-6 1-13-16,-5 6-24 0,-9 1-44 0,-3 3 13 15,-6 3-30-15,-10-4-13 0,-4 1-21 16,-1-5-25 0,-1-5-9-16,0-4-19 0,4-10-43 0,2-2-90 15,1-9-23-15,2-3-197 0,4-7-221 0,1-7-538 0,4-8-518 16,1-5 1625-16</inkml:trace>
  <inkml:trace contextRef="#ctx0" brushRef="#br0" timeOffset="4240.425">19047 2702 1797 0,'0'0'1732'0,"0"0"-1470"0,20 73-89 0,-17-32 32 15,-3 7 50-15,0 4 44 0,-7 1-69 16,-2-1-56-16,0-2-70 0,0 0-61 15,1-5-43-15,1-4-46 0,4-4-18 16,3-11-55-16,0-5-95 0,6-10 35 16,1-6 16-16,4-5-82 0,-2-9-119 0,0-10-273 15,0-9-392-15,-3-7-360 0,-3-8 743 16</inkml:trace>
  <inkml:trace contextRef="#ctx0" brushRef="#br0" timeOffset="4526.858">19078 2888 192 0,'0'-71'268'15,"5"3"-92"1,2 9-42-16,4 7 1073 0,3 15-818 0,0 12-95 15,4 7 40-15,-1 11 27 16,2 2-31-16,1 5-84 0,-3 5-54 0,3 4-55 16,-7 4-34-16,2 3-23 0,-7 3-36 15,0 5-42-15,-4-1-2 0,0 1-15 16,0 2-16-16,2-2 19 0,2 3-13 0,2-3 7 16,4 0 18-16,1 2 16 0,5 0-4 0,0 2-10 15,-3 1-2-15,2 0 28 0,-5-1 31 0,1 0-16 16,-5 1-9-16,-1-4-18 0,-5-2 2 31,-3-2-18-31,-1 0-9 0,-13 0 9 0,-7-1 15 0,-6 1 1 16,-10 1-14-16,-6 0 1 0,-3-1 0 15,-5-5-2-15,-2-2-1 0,3 0 0 0,0-6-14 0,4-3-36 16,4-1-126-16,8-4-57 0,5-1-72 16,11-11-87-16,4-7-270 0,7 3-1139 15,6-22 815-15</inkml:trace>
  <inkml:trace contextRef="#ctx0" brushRef="#br0" timeOffset="4817.842">20591 2405 3469 0,'0'0'505'0,"0"0"-413"0,0 0-67 15,-75 98 3-15,27-50 28 0,-10 8 118 0,-8 8 123 16,-9 9-79-16,-3 7-68 0,-12 10-34 16,-12 9-21-16,-13 8-31 0,-11 7-3 15,-13 6-46-15,-5 3-15 0,-7 0 1 16,2-2-1-16,0 0 0 0,3-4-2 16,5-9-38-16,7-6-33 0,7-7-43 15,7-7 0 1,7-6 3-16,7-6 6 0,8-5-38 0,7-7-68 0,8-6-54 15,9-7 56-15,12-7 38 0,8-7-152 16,12-9-122-16,10-12-211 0,8-9-524 16,9-7 4-16</inkml:trace>
  <inkml:trace contextRef="#ctx0" brushRef="#br0" timeOffset="5411.395">18965 4404 1324 0,'0'0'82'15,"0"0"954"-15,0 0-658 0,0 0-67 0,0 0 55 16,-20 69 20-16,5-38-57 0,-5 7-34 15,-1 5-24-15,-6 8-29 0,-4 8-52 16,-2 7-32-16,-2 9-43 0,-4 2-57 16,-3 0-39-16,1-2-19 0,0-6-12 15,5-5-6-15,3-9 3 0,7-13-10 0,9-9-2 16,7-12-3-16,6-9-31 0,4-10-131 0,0-2-31 16,8-10-47-16,7-9-101 0,4-11 64 15,4-10-42-15,2-13-58 0,-2-10-248 16,-8 12-636-16</inkml:trace>
  <inkml:trace contextRef="#ctx0" brushRef="#br0" timeOffset="5643.521">18693 4609 980 0,'0'0'1060'16,"0"0"-294"-16,0 0-375 15,0 0-181-15,0 0 9 0,0 0 96 0,0 0-23 0,88 19-53 0,-61 5-72 16,0 8-10-16,3 7-22 16,-3 5 8-16,0 4-45 0,-2 2-43 0,-3 1-19 15,-3-1-30-15,2-3-6 0,-4 1-30 31,-3-5 9-31,0 0-1 0,-2-4-32 16,-3-8-23-16,-1-1 10 0,-2-10 21 16,-2-5-18-16,1-6-56 0,-4-5-37 0,1-2 12 0,-2-2 18 15,0 0 55-15,-2-5 16 0,-5-2-65 16,-6-5-112-16,-1-2-77 0,-5-3-142 16,-1-2-189-16,-3-1-492 0,-2-1 36 15,-1 2 957-15,-1 1 140 0</inkml:trace>
  <inkml:trace contextRef="#ctx0" brushRef="#br0" timeOffset="5760.076">18865 5104 446 0,'0'0'199'15,"0"0"1741"-15,0 0-1336 0,0 0-127 0,0 0-178 16,0 0-82-16,0 0-98 0,0 0-54 0,0 0-16 16,0 0 16-16,93-62-3 0,-51 41-32 15,3 1-30-15,3-5-43 0,-1 2-41 16,0-2-68-16,-4 1-82 0,-2-1-160 16,-13 7-246-16,3-7-798 0</inkml:trace>
  <inkml:trace contextRef="#ctx0" brushRef="#br0" timeOffset="6213.312">19665 5232 1375 0,'0'0'2224'0,"0"0"-1808"0,0 0-200 0,0 0-101 16,0 0-16-16,0 0 19 0,0 0 70 15,0 0 2-15,0 0-52 0,0 0-84 16,-12-43-54-16,24-1-12 0,-1-10-9 0,2-7 6 15,-1-2-1-15,-1-1-11 0,-3 2 2 16,-1 5 4-16,-1 7 21 0,-1 6-1 16,0 6-15-16,0 3 0 0,1 6-8 15,2 1 5-15,1 2 4 0,2 5 3 16,4 0-6-16,-1 5 2 0,2 4 16 0,-2 5 23 0,-1 7 10 31,0 2 13-31,3 12-9 0,-3 10 0 0,3 10 9 0,-5 8-22 16,0 6-9-16,-2 2-15 0,-3 2-12 0,-3-2-15 15,-3 0-4-15,2-8-67 0,-1-3-55 16,2-9-32-16,4-7-25 0,2-9-76 16,-1-7-244-16,1-7-538 0,-1-6-764 0</inkml:trace>
  <inkml:trace contextRef="#ctx0" brushRef="#br0" timeOffset="6431.525">20219 4699 1345 0,'0'0'2232'16,"0"0"-1999"-16,22 79-144 0,-13-48 55 15,-3 3 137-15,0 0 41 0,-3-1-79 16,-1-1-102-16,-2 2-96 0,0-3-45 16,-2 0 0-16,-5-3-18 0,-1-3-101 0,0-7-41 0,1-7-18 0,1-3-60 15,2-6-61-15,1-2-200 0,3-8-194 16,0-11-284-1,0-8 222-15</inkml:trace>
  <inkml:trace contextRef="#ctx0" brushRef="#br0" timeOffset="6582.091">20241 4942 46 0,'0'0'251'0,"26"-115"104"0,-15 60-254 0,3 6 1326 16,-3 16-897-16,1 13-7 0,-4 9-69 15,0 11-75-15,0 0-65 16,4 1-11-16,2 7-94 0,3 2-105 16,3 1-64-16,3 4-31 0,2 2-9 15,-3 3-34-15,-3-1 1 0,1 2-13 16,-6 1-25-16,-5 3-18 0,-6 2-9 15,-3 0 5-15,-6 1 10 0,-11 2 43 16,-6 1-22-16,-5 0-10 0,-7-2-52 16,-3 1-121-16,-1-3-152 0,-4-4-219 0,12-6-736 0,-16 0-85 15</inkml:trace>
  <inkml:trace contextRef="#ctx0" brushRef="#br0" timeOffset="7057.761">18623 4492 2040 0,'0'0'1140'16,"0"0"-968"-16,0 0-80 0,-56 93 171 16,42-47 42-16,2 8-1 0,-2 8-22 15,-2 7-51 1,3 7-54-16,-3 4-9 0,3 4-28 16,-1 1-61-16,2-2-12 0,4-1-28 0,2-8-39 0,6-3-21 0,7-8-46 15,12-5-69-15,11-8-26 0,12-8-18 16,9-8-50-16,9-12 23 0,9-12-85 15,3-10-277-15,0-14-672 0,-17-3-885 16,23-23 1947-16</inkml:trace>
  <inkml:trace contextRef="#ctx0" brushRef="#br0" timeOffset="7326.261">20879 4522 2096 0,'0'0'1936'15,"0"0"-1682"-15,0 0-186 0,53 75-18 0,-37-38 74 16,0 5 101-16,-6 7 35 16,-4 7-67-16,-3 6-66 0,-2 4-39 0,-1 3-15 15,0 2-33-15,-8 0-14 0,-1-3-26 16,-5-3-12-1,0-9-18-15,-3-2-46 0,-2-6-101 0,1-6-67 16,2-7-41-16,4-6-64 0,5-14-255 16,7-11-408-16,2-5-437 0,6-11 320 15,12-25 1128-15</inkml:trace>
  <inkml:trace contextRef="#ctx0" brushRef="#br0" timeOffset="7831.44">21447 4632 2017 0,'0'0'2023'16,"5"74"-1689"-16,-5-33-133 0,0 8 42 15,-4 8 36-15,0-4-60 16,-2 0-64-16,0-6-88 0,2-8-67 16,1-4 0-16,0-5-73 0,2-6-85 0,1-7-49 15,0-5-13-15,0-10-11 0,7-2 34 16,2-12 57-16,2-7 6 0,7-12-139 15,2-9 5-15,1-6 49 0,4-8 98 16,1-6 79-16,1-5 30 16,3-3-14-16,-1 0-35 0,1 5-19 0,1 8 16 0,-3 14 64 0,-2 17 144 15,-4 14 48-15,-5 10 5 16,-4 6 43-16,0 10-4 0,-4-1-17 0,-5 6-17 16,-1-2-60-16,-3 4-43 0,0-3-28 15,-3 3-7-15,-2-3 4 0,-4-2-13 16,2-1-35-16,2-3-20 0,3-1-12 15,0 0 9-15,2 0 0 16,2-1 2-16,6 2 1 0,4 3-22 16,1 2 4-16,5 0 16 0,-2 4 0 15,4-1 1-15,-1 3 1 0,-1 0 1 16,-4 2 1-16,-3-2 1 0,-2-2 37 16,-1 1-9-16,-5-2-7 0,-3 0-21 15,-6 2 12-15,-8-4 7 0,-7 4-21 16,-9 1 2-16,-8-1-3 0,-5-1-19 0,-11-1-5 0,-2-3-19 15,-6-3 16-15,-1-7 5 0,-2-3-33 16,-1-6-102-16,-4 0-86 0,-3-9-34 16,17 0-340-16,-35-9-1175 0</inkml:trace>
  <inkml:trace contextRef="#ctx0" brushRef="#br0" timeOffset="9134.234">7234 3863 114 0,'0'0'2794'16,"0"0"-2385"-16,0 0-285 0,0 0 6 15,0 0 148-15,0 0-13 0,0 0-60 16,0 0-62-16,0 0-23 0,0 0-3 16,0 0 22-16,20-3-5 0,22 8-33 0,17 0 3 0,9-4-3 0,10-1-44 15,1-5-57-15,2-7-9 0,-5-3-15 16,-4-1-6-16,-4-3 2 0,-8 0-48 16,-6 0-92-16,-5-2-65 0,-9 1-54 15,-14 4-297-15,-7-7-1004 0</inkml:trace>
  <inkml:trace contextRef="#ctx0" brushRef="#br0" timeOffset="9351.894">8005 3652 1102 0,'0'0'2485'0,"0"0"-2160"0,0 0-259 0,95 19-22 16,-56-12 16-16,4 0-3 0,-5 2-1 15,-5 3 62-15,0 0 71 0,-5 2-78 16,-7 2-102-16,-6 2-9 0,-11 3-89 15,-4 3-35-15,-13 4 40 0,-19 9 50 16,-14 4-56-16,-13 5-95 0,-10 4-133 16,-8 3-98-16,-6-1-39 0,-6 1-132 0,-4-4-242 15,23-12-311-15,-34 9 983 0</inkml:trace>
  <inkml:trace contextRef="#ctx0" brushRef="#br0" timeOffset="9954.069">4002 2889 329 0,'0'0'2253'16,"0"0"-1716"-16,0 0-189 0,0 0-104 16,0 0-30-16,0 0 0 0,0 0 59 0,30 88-59 0,-17-38 35 0,4 13-63 15,-1 12-49 1,3 6-21-16,-1 7-13 0,-2-1 13 16,1 5-1-16,-2-5-58 15,1-2-23-15,-6-3-32 0,2-4 16 0,-4-6-18 16,-1-8-18-16,-1-10-16 0,-1-9-44 0,-1-10-80 15,1-9-15-15,-2-10-34 0,2-7-100 16,-2-6-159-16,-2-3-516 16,2-12-446-16,0 1-465 0,1-22 1878 0</inkml:trace>
  <inkml:trace contextRef="#ctx0" brushRef="#br0" timeOffset="10247.455">4548 3510 1474 0,'0'0'2250'0,"0"0"-1995"0,0 0-234 0,0 0-20 15,-91 86 112-15,59-56 30 0,-1 3 0 16,4-3-13-16,2-1-47 0,2-5-27 16,7 0-19-16,3-6-23 0,4-3-14 15,1-3-22-15,4-2-5 0,3-2-13 16,3 0-28-16,0 1 10 0,9 4 58 16,3 4 40-16,6 2 25 0,5 3 49 15,0-1 95-15,4 0-23 0,-2-2-40 0,1-5-21 16,-2-1-22-16,2-2-12 0,-1-6-39 31,0-1-28-31,0-4-24 0,4-5-12 0,0-8-61 16,4-5-54-16,-1-8-53 0,0-3-30 15,-2-5-44-15,-1 0-97 16,-3 2-284-16,-6 1-459 0,-7 1-138 0,-7 5-190 16</inkml:trace>
  <inkml:trace contextRef="#ctx0" brushRef="#br0" timeOffset="10505.853">4750 3707 781 0,'0'0'62'0,"0"0"1733"0,0 0-1211 0,0 0-215 0,-42 72-88 15,40-57-10-15,2-3-22 0,0-4-61 0,9-5-3 16,7-2-10-16,3-1-68 0,7-3-40 16,1-9-43-16,2-9-24 0,-1-2-79 0,-2-4-52 15,-4-1-10-15,-2 2-1 0,-9 3 16 16,-2 4 33-16,-7 2 15 0,-2 5 13 16,-6 3 53-1,-5 3-10-15,-3 2 22 0,-1 2 71 16,0 2 44-16,1 2-25 0,-1 11-4 15,0 5 10-15,0 8 2 0,0 5 9 16,0 3 0-16,5 4 16 0,0-2 4 16,4 0 13-16,2-3-24 0,1-2-44 0,3-6-35 0,0-5-20 15,0-4-17-15,4-4-27 0,5-6-104 16,2-2-8-16,2-4-32 0,6 0-24 16,0-12-149-16,-2 2-356 0,9-18-994 0</inkml:trace>
  <inkml:trace contextRef="#ctx0" brushRef="#br0" timeOffset="10758.876">5196 3613 1922 0,'0'0'1810'0,"0"0"-1549"0,0 0-188 0,0 0 5 16,51 76 65-16,-38-51 105 0,-5 3 11 16,1 3-54-16,-2-1-65 0,0 1-66 15,-2 1-13-15,-4 2-13 0,-1 0-30 16,0-5 1-16,-1-3-16 0,-4-6 9 0,2-11 3 15,2-4 25-15,1-3-4 16,0-2-3-16,0-4 1 0,0-7-7 0,3-8 15 16,1-10-42-16,4-13-18 0,4-9-3 15,0-5-43-15,3-3-36 0,2 6-49 0,1 4 15 16,0 10 27-16,-1 8-27 0,-1 9-75 16,3 7-110-16,-5 4-276 0,-3 4-523 0,1 3-838 0</inkml:trace>
  <inkml:trace contextRef="#ctx0" brushRef="#br0" timeOffset="11743.268">5710 3871 1729 0,'0'0'2106'16,"0"0"-1792"-16,0 0-245 0,0 0-51 16,0 0 57-16,0 0 68 0,0 0 88 15,0 0-65-15,0 0-68 0,0 0-34 16,83 17-58-16,-50-42-6 0,2-4-88 0,-5-2-38 15,-4 1 34-15,-6 3 18 0,-5 4 3 16,-7 4 25-16,-4 4 27 16,-4-1-6-16,-4 2-12 0,-9 1 13 15,-1 3 24-15,-6 1 28 0,0 3 16 16,-1 6-17-16,0 0 11 0,-1 11-8 0,2 5 20 0,-2 9 21 16,1 8 15-1,2 3 18-15,0 9 0 0,2 2 3 0,4 0-10 16,1-2-14-16,4-5-19 0,5-8-31 0,3-9-6 15,4-6-24-15,10-9-3 0,4-3-45 16,5-5-25-16,6-2 9 0,1-12-27 16,3-7-41-1,2-4-54-15,-3-7-54 0,-1-1-8 0,-5 1-111 0,-4 1-60 16,-5 0 50-16,-4 4 14 0,-6-3-25 16,-2 5-112-16,-5 2 53 0,0 7 436 15,0 8 198-15,-5 8 322 0,2 8-94 16,-4 10 33-16,3 9-33 0,-3 3-116 15,2 3-90-15,1 1 57 0,1-1-8 16,2-5-73-16,1-5-82 0,0-8-78 0,4-6-36 0,5-4-14 16,2-5-29-16,4-1-27 0,3-11-68 15,1-8-50-15,4-10-72 0,0-7-198 0,-3 7-748 16,2-20-997-16</inkml:trace>
  <inkml:trace contextRef="#ctx0" brushRef="#br0" timeOffset="11943.206">6319 3004 1600 0,'0'0'1818'16,"0"0"-1511"-16,0 0-263 0,0 0-15 0,0 0 75 15,0 0 141-15,0 0 91 0,30 87-93 16,-21-46-86-16,1 6-56 0,0 8-22 16,-3 9-27-16,0 1-33 15,-4 4-19-15,-1 1-18 0,-2-2-6 16,0-3-74-16,-2-2-92 15,1-2-56-15,1-4-8 0,0-2-85 16,0-3-175-16,4-9-614 0,1-14-542 0,3 1 1374 16</inkml:trace>
  <inkml:trace contextRef="#ctx0" brushRef="#br0" timeOffset="12693.354">5350 4846 1831 0,'0'0'1771'16,"0"0"-1421"-16,14 94-199 0,-9-52-29 0,4 4 111 15,-5 1 72-15,1-2-57 0,-4-5-62 16,-1-4-125-16,0-3-61 0,1-6-36 15,1-5-74-15,1-3-40 0,1-7-67 16,1-3-83-16,3-7-313 0,-4-2-982 0,5-13-642 0</inkml:trace>
  <inkml:trace contextRef="#ctx0" brushRef="#br0" timeOffset="12853.336">5597 4741 3343 0,'0'0'509'15,"0"0"-392"-15,0 0-117 0,32 87 22 16,-19-39 107-16,1 10 36 0,1 5-22 16,0 1-92-16,-2 4-51 0,3-4-15 15,-1 2-7-15,0-7-148 0,-3 3-169 16,-3-1-227-16,-2-16-745 0,-3 22-677 0</inkml:trace>
  <inkml:trace contextRef="#ctx0" brushRef="#br0" timeOffset="13509.243">4376 6128 1015 0,'0'0'1749'16,"0"0"-1169"-16,0 0-193 0,0 0-155 16,0 0-40-16,0 0 69 0,-4 106-32 0,7-46-41 15,-3 18-35-15,0 7-7 0,0 11-9 0,-6 5 52 16,-3 2-74-16,-6-1-60 15,0-2-19-15,-2-6-1 0,4-9-35 16,0-12-30-16,6-15-15 0,2-16-4 16,4-12-33-16,1-14-15 0,0-8-27 0,0-8-59 15,4 0-87-15,2-12-50 0,3-7-84 16,2-11-56-16,1-10-104 0,1-10-83 0,-2-11-398 0,-2-8-43 16,-3 13 808-16</inkml:trace>
  <inkml:trace contextRef="#ctx0" brushRef="#br0" timeOffset="13841.803">4451 6459 23 0,'0'0'538'0,"0"0"758"0,0 0-542 0,0 0-297 16,0 0-138-16,0 0 36 16,91-43-37-16,-71 59-15 0,3 5-81 15,2 10-25-15,-2 6 9 0,4 8-29 16,1 6-46-16,-2 5-40 0,-2 5-55 16,2 2-14-16,-4 1-21 0,-1 0-1 15,-5-5-14-15,0-5-20 0,-6-8 16 0,0-6 0 16,-3-9-7-16,-2-7 23 0,-2-6-22 15,0-6-25-15,-3-4-57 16,0-4-29-16,0-4-30 0,-2 0-25 0,-8 0 20 0,-9-4 12 16,-4-4-16-16,-6-2 51 0,-4-5 44 0,1-6 57 15,-3-3 21-15,0-4 1 0,0-2-22 16,-1-5 19-16,0-2 3 0,3-3 72 16,3 5-12-16,4 4 4 0,7 6 66 15,7 10 4-15,8 6-16 0,4 5-16 16,0 2-19-16,9 1-9 15,9-3-28-15,7 1-28 0,8-3-18 16,6-3-52-16,2 1-83 0,3 1-69 16,-1-2-51-16,2 1-192 0,-9 1-349 15,12-10-1016-15</inkml:trace>
  <inkml:trace contextRef="#ctx0" brushRef="#br0" timeOffset="14241.844">5356 7256 2613 0,'0'0'1464'16,"0"0"-1233"-16,0 0-141 0,0 0 27 15,0 0 50-15,0 0 42 0,0 0-26 16,0 0-109-16,13-68-74 0,-11 29-10 0,3-5 10 15,-3-7 19-15,-1 0-19 0,-1-5-25 16,0-1 10-16,-3-2-34 0,-4 0-45 16,2 3-26-1,0 6 34-15,2 7 25 0,3 8 30 16,0 6 12-16,3 10 10 16,2 3 9-16,0 9 46 0,2 0 13 15,-1 6-1-15,3 1-12 0,4 0 19 16,6 7-1-16,2 2-9 0,5 7-19 15,0 3-8-15,5 5-16 0,-1 5-11 0,0 3-1 16,-1 7-3-16,0-1-43 0,-3 7-73 0,-4 1-50 0,-4 1-52 16,-5 2-46-16,-6-4-115 0,-4-2-143 15,-3-5-115-15,0-4-120 0,0-9 28 16,0-6-330-16,0-7 1030 0</inkml:trace>
  <inkml:trace contextRef="#ctx0" brushRef="#br0" timeOffset="14580.084">6343 6330 2149 0,'0'0'1943'16,"0"0"-1853"-16,0 0-90 0,-84 27-9 0,55 0 9 16,-2 5 106-16,1 13 37 0,1 5 51 15,5 10-40-15,-1 0-40 0,7 3 5 16,3 0 12-16,2-1-30 0,6-3-19 0,6-9-18 0,1-7-9 31,5-10-37-31,11-3-15 0,6-10-3 0,5 0 1 16,5-6 1-16,7-2-2 0,1-6-1 0,2-5-26 15,2-1-22-15,1-6-88 16,-2-6-82-16,-4 0-97 0,-4-2-180 0,-9 1-581 16,3-8-944-16</inkml:trace>
  <inkml:trace contextRef="#ctx0" brushRef="#br0" timeOffset="16528.057">4036 6066 2273 0,'0'0'455'0,"0"0"-255"0,0 0-24 0,0 0 35 0,-92 41-55 16,69-23-32-16,-3 7-7 15,3 3 6-15,-2 4-4 0,2 3 1 0,3 4-14 16,1 0 16-16,4 5-26 0,2 4-3 15,4 6-19-15,0 5 3 0,5 5-31 16,1 5-9-16,3 8-15 0,0 5-22 16,0 7-2-1,3 8 1-15,5 3-35 0,4 3-14 0,7-1 4 0,6-6 12 16,12-8-65-16,9-12-40 16,13-11-76-16,12-12 1 0,11-13-25 15,9-14-146-15,8-13-76 0,8-13-318 16,-28-5-866-16,44-24 1515 0</inkml:trace>
  <inkml:trace contextRef="#ctx0" brushRef="#br0" timeOffset="16914.795">7109 6216 72 0,'0'0'2531'16,"0"0"-2219"-16,0 0-113 0,0 0 155 0,0 0 28 15,83 53-21-15,-62-27-50 0,0 8-96 16,2 3-70-16,3 6-41 15,0 1-6-15,3 4-25 0,-2 4-24 16,1 4-22-16,-2 3-12 0,-2 7-15 16,-5 1-2-16,-2 4-47 0,-5 1 1 15,-6 1-7-15,-6 1-37 0,-3-4 0 0,-9-3 0 16,-7-9 9-16,-1-9 3 0,-4-6 12 16,-2-10-33-16,-2-8-67 0,0-7-69 15,-3-9-176-15,-2-6-207 0,0-3-799 16,10-6-182-16</inkml:trace>
  <inkml:trace contextRef="#ctx0" brushRef="#br0" timeOffset="17563.596">8050 7286 1289 0,'0'0'1632'15,"0"0"-1219"-15,0 0-111 0,0 0-66 16,0 0 63-16,0 0 12 15,0 0-71-15,0 0-93 0,11-87-55 16,-2 48-43-16,3-11-48 0,3-9-1 16,1-8-36-16,3-7-20 0,0-1-8 15,-3-4-7-15,-1 2 13 0,-3 7 3 16,-2 6 28-16,-2 10 27 0,0 7 34 0,-2 12 31 0,0 4 2 16,-2 3 16-16,3 8 0 0,-1 1-28 15,-2 5-6-15,3 1-13 0,-1 1-36 16,1 4-16-16,3-1 4 0,2 4-7 15,2 2 19-15,4 3 11 0,2 1 25 0,4 11-11 16,2 8-7-16,4 6 12 0,-1 4 13 16,-3 7 24-16,2 5-15 0,-4 6-1 15,-1 2 10-15,0 4-3 0,-3 1-19 16,2 1-18 0,-4-2-21-16,-1-2-24 0,-2-2-6 15,-2-2-37-15,-1-2-30 0,1 0-34 16,-4-5 3-16,-1-3 0 0,2-7 11 0,-1-2 1 15,-2-7-23-15,-1-4-53 0,-1-7-150 16,1-3-223-16,-3-6-581 0,0-2-835 0</inkml:trace>
  <inkml:trace contextRef="#ctx0" brushRef="#br0" timeOffset="18330.297">9681 6197 2144 0,'0'0'398'15,"0"0"-175"-15,0 0 21 0,0 0 73 16,0 0-13-16,0 0-51 0,0 0-48 0,0 0-28 15,0 0-9-15,0 0-10 0,-79 34-29 16,63-20-15-16,3 0-22 0,-4 5-16 0,4 3-12 0,-3 3-18 31,0 4-6-31,-1 8-1 0,4 4-8 16,-3 4-1-16,2 7 22 0,-2 8 9 16,1 0 100-16,1 2-70 0,5 2-70 0,1-3-9 0,3-3-9 0,4-3 0 15,1-4-3-15,4-1-1 0,8-6-32 16,2-3 5-16,5-5-26 15,1-5-10-15,6-5 6 0,0-7-66 16,4-3-44-16,5-4-79 0,-1-7-203 16,-5-3-633-16,7-2-1181 0</inkml:trace>
  <inkml:trace contextRef="#ctx0" brushRef="#br0" timeOffset="18768.206">10335 6309 1679 0,'0'0'1362'15,"0"0"-976"-15,0 0-116 0,0 0-81 0,0 0 31 16,0 0 39-16,0 0-27 0,0 0-48 15,0 0-42-15,-9 87-42 0,1-37-11 16,-2 11-1-16,0 8 19 16,-3 3 5-16,1-1-24 0,-3-2-48 15,0-1-28-15,-2-5-12 0,2-4-3 16,1-9-27-16,4-12-52 0,3-8-15 0,1-13 14 16,5-6-23-16,1-11-62 0,0 0-90 15,1-11-106-15,8-8-336 0,-1-5-547 0,3-10-232 16,-2 8 684-16</inkml:trace>
  <inkml:trace contextRef="#ctx0" brushRef="#br0" timeOffset="19031.888">10357 6434 316 0,'0'0'486'16,"0"0"1525"-16,0 0-1703 0,0 0-212 0,0 0-10 16,0 0 121-16,0 0 156 0,0 0-73 15,79 80-73-15,-56-41-53 0,1 3-40 0,2 2-17 0,-2 2-21 16,0 3-34-16,-1-6-6 0,-1-1-27 15,0-2-19-15,-2-4-11 0,-4-5 8 16,-2-1 2-16,-2-6-11 0,-5-4 9 16,0 2-21-16,-4-8-25 0,-3 3-74 15,0-5-44-15,-6 0-31 0,-7-1-32 16,-5 0-68 0,-4-3-190-16,-6-2-230 0,0-6-530 15,-3 0 164-15,1-7 1031 0,7-3 53 16,-10-14-241-16</inkml:trace>
  <inkml:trace contextRef="#ctx0" brushRef="#br0" timeOffset="19140.932">10350 6936 408 0,'0'0'277'16,"0"0"88"-16,0 0 1200 0,0 0-1183 16,0 0-145-16,0 0-84 0,0 0-83 0,0 0 38 15,36-72-7-15,-9 61-31 0,4-4-56 0,3 0-14 0,4-2-16 16,-1-3-51-16,2 1-104 0,-1-2-83 16,-10 7-285-16,6-11-911 0</inkml:trace>
  <inkml:trace contextRef="#ctx0" brushRef="#br0" timeOffset="19563.183">11024 7077 2035 0,'0'0'1490'0,"0"0"-1278"0,0 0-152 0,0 0 56 0,0 0 64 16,0 0 50-16,0 0 12 0,0 0-76 16,0 0-147-16,0 0 18 0,44-98 33 15,-34 57-30-15,-2-6-24 0,-2-3-16 16,0-5-33-16,2-3-13 0,-3 2-34 16,-1 3-9-16,0 7 5 0,2 8 41 0,0 8 21 15,1 6 19-15,-1 7-15 0,0 4 18 0,0 6 15 16,-1 1 22-16,2 3 19 0,1 2-1 15,-1 1 16-15,6 4-3 0,-2 5-38 16,2 7-14-16,5 3-14 0,-2 5 1 16,2 6 22-16,-1 3-7 15,1 4-15-15,-1 1 0 0,-4 3-3 0,1 2-18 16,-6-1-13-16,-3 1-6 16,0-1-18-16,-4 0-16 0,-1-1-6 15,0-3 6-15,-3-3 16 0,-1-2-11 16,1-5-42-16,2-6-73 0,1-3-96 15,0-7-112-15,0-2-131 0,3-9-457 16,1-1-360-16,0 0 760 0</inkml:trace>
  <inkml:trace contextRef="#ctx0" brushRef="#br0" timeOffset="19849.261">11729 6407 1463 0,'0'0'2125'0,"0"0"-1819"0,0 0-187 0,27 85 23 16,-16-36 188-16,-3 9-19 0,1 4 10 15,-2 4-71-15,2-5-89 16,0-2-80-16,5-6-41 0,-1-4-29 15,1-6-11-15,-2-6-94 0,-1-3-45 0,-4-9-44 16,1-4-21-16,-4-6 8 0,-1-7-41 0,-2-4-147 16,-1-4-268-16,0-1-481 0,-5-6-809 15,-6-14 1446-15</inkml:trace>
  <inkml:trace contextRef="#ctx0" brushRef="#br0" timeOffset="20071.753">11868 6501 2050 0,'0'0'1441'0,"0"0"-1238"0,0 0-61 16,0 0 15-16,86 53 13 0,-60-36-15 0,0 1-9 15,1 2-19-15,0 2-60 0,-5 1-33 0,-2 2 0 16,-5 0-10 0,-2 5-23-16,-9-1 0 0,-4 0-1 0,0 2-25 15,-12 0-9-15,-8 1-37 0,-6 0 31 16,-4-1 19-16,-3-4 20 0,-2 0-30 15,-4-8 15-15,-4-3 16 0,4-7-49 16,-1-3-69-16,1-6-75 0,3-7-140 0,3-7-350 0,9 0-966 16</inkml:trace>
  <inkml:trace contextRef="#ctx0" brushRef="#br0" timeOffset="20902.762">12624 6417 134 0,'0'0'2571'0,"0"0"-1946"0,0 0-349 0,0 0-105 0,0 0 68 16,19 79 58-16,-18-44-34 0,2 5-23 15,-3 5-56-15,0 0-62 0,0 5-21 16,0-2-19-16,-2-3-59 0,0-2-23 16,-4-6-2-16,2-3-74 0,-1-5-49 15,2-2 0-15,2-7-10 0,1-3 16 16,0-3-11-16,0-5-12 0,0-7-16 15,0-2-7-15,1 0-30 0,2-4 35 16,0-6 5-16,2-8 13 0,-2-4 62 16,2-4 26-16,2-8 19 0,-1-6-45 15,3-6-115-15,1-4-165 0,0-6-283 0,3-2-121 0,3-1 102 16,1 5 254-16,0 5 408 0,2 9 0 16,0 11 356-16,1 8-108 0,-1 5 830 15,2 4-576-15,4 4-21 0,-1-4-106 16,2 5-61-16,-1 2-51 0,-2-1-50 15,-3 5-9-15,-2 1-15 0,-6 0-53 16,-3 3-59-16,-3 6-15 16,-3-1-10-16,-3 8-9 0,0 4 9 15,-5 3-12-15,-5 2-3 0,-3 4 3 16,3-2 2-16,0-1 20 0,0-2 17 16,4-2-6-16,2-3-43 0,4-1-27 15,0-1-1-15,9-2-2 0,6 0-12 16,5 1-27-16,2-2-34 0,6 2-13 15,-1 1 13-15,3 1 30 0,-2 1 22 0,-4 1 20 0,-5 4 1 16,-2-1 2-16,-7 1 34 0,-4 1 10 16,-6-1 28-16,0-1 2 0,-6 1 6 15,-5-1 3-15,-5-2 0 0,-3 1 9 0,-2-2-51 16,-5-3-41-16,-2-2-2 16,-3-5-52-16,-3-1-60 0,-2-6-61 0,-3-3-62 15,-7 0-23 1,-1-5-63-16,-7-4-202 0,14 2-456 15,-32-8-552-15</inkml:trace>
  <inkml:trace contextRef="#ctx0" brushRef="#br0" timeOffset="21218.105">12238 6276 398 0,'0'0'2136'16,"0"0"-1743"-16,0 0-143 0,0 0 33 16,94 53 65-1,-74-35-74-15,-2 2-15 0,-2 5-92 0,-3 5-49 16,-3 7-48-16,-4 7-5 0,-4 6-37 0,-2 6-26 15,-6 1-2-15,-6-1-1 0,-4 3-2 16,-4-4-28-16,0-1 3 16,-5-2 4-16,1-2-50 0,-3-1-105 15,1-6-67-15,0-2-52 0,-2-2-116 0,7-12-251 16,-11 8-814-16</inkml:trace>
  <inkml:trace contextRef="#ctx0" brushRef="#br0" timeOffset="22019.716">9089 5854 372 0,'0'0'117'16,"0"0"1194"-16,0 0-659 0,0 0-246 16,0 0 20-16,0 0-38 0,0 0-64 15,0 0-2-15,0 0-96 0,0 0-84 16,0 0-10-16,16 67 37 0,-19-31-41 16,-4 11-43-16,-2 9-33 0,-1 8 0 15,-3 4-16 1,0 3 16-16,-1 4 0 0,-1 4 5 15,-2 5-5-15,1 5 5 0,-1 6-5 16,1 4-22-16,2 2-30 0,3-1-22 0,3-1-17 16,6-5 2-16,2-4-44 0,6-5-4 0,10-7-37 0,8-6-49 15,8-6-55-15,6-5-44 0,5-7-52 16,3 0-57-16,4-6 4 16,4 1-20-16,-1-4-74 0,6-6-148 15,3-1-163-15,-13-11-208 0,29 4 792 0</inkml:trace>
  <inkml:trace contextRef="#ctx0" brushRef="#br0" timeOffset="22482.76">13340 6042 3395 0,'0'0'615'16,"0"0"-193"-16,101 56-231 0,-59-25-74 0,1 7-15 16,-5 1-13-16,-9 7 33 0,-9 4 76 15,-9 8-76-15,-4 7-55 0,-4 8-25 16,-3 8-11-16,-3 6-19 0,-8 3 1 15,-4 1-13-15,-3 0-21 0,-7-2-7 0,-3-3-39 16,-6-6-48-16,-2-4-13 0,-6-3-24 16,-5-7-26-16,-4 0-40 0,-3-8-113 15,-5 0-149-15,-5-1-215 0,-2-1-563 0,14-16-396 16,-30 16 1586-16</inkml:trace>
  <inkml:trace contextRef="#ctx0" brushRef="#br0" timeOffset="24290.112">2145 9760 395 0,'0'0'296'0,"0"0"1313"0,0 0-1341 0,0 0-200 0,-12-69-66 16,7 48 72-16,-2 1 116 0,0-1 102 16,-6 2-44-16,1-1 3 0,-5 1-56 15,-2 1-6-15,-1 2-5 0,-3-2-7 32,1 5-13-32,-2-2-26 0,-1 4-33 15,1 2-38-15,1 1-21 0,2 4-6 16,3 4 0-16,3 0-17 0,3 12-22 0,-2 10 32 0,2 11 150 0,0 19-56 0,2 13-54 15,-3 16-43 1,3 9-11-16,4 7 2 0,0 4 0 16,2-3-3-16,4-2-18 0,3-8 2 15,7-8 0-15,5-17 13 0,5-12-15 16,4-11-15-16,5-14-3 0,4-8-12 16,6-10 3-16,4-8-4 0,8-8 1 0,0-15-4 15,3-14-41-15,-5-10-41 0,0-9-61 16,-6-7-123-16,-5-4-179 0,-5-1-289 15,-9 14-559-15,-2-24-648 0</inkml:trace>
  <inkml:trace contextRef="#ctx0" brushRef="#br0" timeOffset="24521.711">2458 9204 2085 0,'0'0'1474'16,"0"0"-1181"-16,0 0-235 0,0 0-56 0,0 0 131 15,0 0 235-15,0 0-31 0,30 90-55 16,-18-40-84-16,2 11-76 0,1 10-10 16,2 2 30-16,-2 6 16 0,0-1-74 15,-2-2-67-15,-1-2-17 0,-2-4-19 16,-3-2-8-16,-3-2 3 0,1-1-9 16,-5-3-19-16,1-3-63 0,-1-8-21 0,0-5-49 0,2-10-17 15,2-6-132-15,-1-10-213 0,1-6-628 16,-1-13-606-16</inkml:trace>
  <inkml:trace contextRef="#ctx0" brushRef="#br0" timeOffset="24710.876">2886 10121 916 0,'0'0'1935'0,"0"0"-1500"0,0 0-234 0,0 0-33 0,42 92 125 16,-35-61-14-16,0 1-31 0,-1 0-50 15,0-1-38-15,-2-2-78 0,1-6-60 16,-2-2-22-16,-1-5-18 0,4-4-46 15,-3-2-71-15,0-3-59 0,0-1-85 16,0-4-151-16,-2 1-355 16,2-3-755-16</inkml:trace>
  <inkml:trace contextRef="#ctx0" brushRef="#br0" timeOffset="24942.274">2901 9937 1626 0,'0'0'1995'0,"0"0"-1589"0,0 0-202 0,0 0-11 16,0 0-11-16,0 0 9 0,0 0-56 16,0 0-59-16,0 0-76 0,11-69-15 15,-7 60-37 1,2 0-74-16,0 3-74 0,-2 0-60 15,4 1-84-15,-1 2-154 0,-2-1-269 0,0 4-580 16,-2-1 255-16</inkml:trace>
  <inkml:trace contextRef="#ctx0" brushRef="#br0" timeOffset="25691.253">3173 9837 447 0,'0'0'140'0,"0"0"1053"0,0 0-377 0,0 0-356 0,0 0-147 16,0 0-2-16,-79-31-21 0,66 22-42 16,-3 2-90-16,0 2-59 0,3-2-31 31,2 3-21-31,2 1-1 0,0 3 6 0,1 0 25 16,-1 1 46-16,0 10-34 0,-2 3-31 0,-1 10-16 15,1 5-2-15,-5 8 12 0,4 6 24 16,1 2 58-16,1 2-19 0,1-2-39 15,3-5-27-15,2-2-4 0,3-8-9 16,1-6 10-16,1-8-16 0,6-3-24 0,3-6-6 16,2 0-24-16,5-2-3 0,2-1 8 15,1-4-11-15,2 0 0 0,0-4-13 16,-1-4-26-16,0-2-10 0,-2-3 12 16,-1-3 3-16,-1 0 16 0,-4-4 8 0,1 1 25 15,-1-4-16-15,-3-2-8 0,2-1 11 16,-5-4 16-16,0 1 9 0,-2-1-21 15,0 5 11-15,1 6 10 0,-2 5-15 0,1 6 18 16,-2 7 33-16,1 1 82 0,-1 1-14 16,4 8-16-16,0 4-18 0,3 2-6 15,3 8 2 1,-3 2-5-16,2 3-7 0,-2 2-8 16,0-2-16-16,-1 0-12 0,-2-5-15 15,3 0-3-15,-1-8-27 0,-2-1 12 0,4-5-16 16,-2-2-32-16,0-5-19 0,2-2-12 15,-1 0-28-15,-1-4-33 0,5-6-32 16,-2-3-89-16,5-5-89 0,-4-4-231 16,-3 6-549-16,2-13-767 0</inkml:trace>
  <inkml:trace contextRef="#ctx0" brushRef="#br0" timeOffset="25891.285">3689 9771 287 0,'0'0'2913'15,"0"0"-2455"-15,20 74-278 0,-11-37 11 0,-4 9 175 0,3-3-27 16,-2-1-5-16,0-1-93 0,2-7-95 16,-2-4-79-16,1-5-55 0,3-5-12 0,-4-3-91 15,1-4-67-15,-3-3-31 0,1-5-41 16,-4-5-65-16,1 0-80 0,-2-4-277 31,0-13-784-31</inkml:trace>
  <inkml:trace contextRef="#ctx0" brushRef="#br0" timeOffset="26038.067">3572 9584 3168 0,'0'0'770'0,"0"0"-540"0,0 0-149 0,0 0 74 0,0 0 58 16,0 0-16-16,87 15-89 0,-60-11-108 0,5-4-114 15,-1 1-98-15,1-1-54 16,0 0-129-16,-5 3-696 0,-8-2-1242 0,0 4 2079 15</inkml:trace>
  <inkml:trace contextRef="#ctx0" brushRef="#br0" timeOffset="26407.093">3968 9868 1600 0,'0'0'2084'0,"0"67"-1687"0,0-39-294 16,0 3-3-16,0 3 228 0,0-7 77 15,0-4-82-15,2-6-143 0,4-5-83 16,0-5-97-16,2-3-3 0,2-1-19 0,0-3-11 15,5 0-9-15,-1-3-10 16,3-5-18-16,1-2-24 0,-1-2 3 0,0-2 39 16,2 2-3-16,-3-1 6 0,-2 1 0 0,-5 4 20 15,1 4 29-15,-6 3 30 0,-2 1 89 16,-1 0-6-16,-1 0-34 0,0 1-42 16,0 2-34-16,0-3-1 0,3 0-2 15,3 0 2-15,1 0-2 0,4-4-12 16,4-3-16-16,1-3-27 0,1 3 13 0,-1-4 8 15,1 4 31 1,1 0-15-16,-5 2 18 0,-1 3 1 0,0 2 72 16,-3 0 46-16,4 6-4 0,-2 2-24 15,2 3-30-15,0-3-19 0,-1 3-9 16,2 1-14-16,1 0-19 0,0 1-1 16,-3-2-24-16,1 1-63 0,-5 0-36 15,-2 3-49-15,-6 4-80 0,0 6-32 0,-13 7-57 16,-11 5-48-16,-8 8-388 0,5-9-1016 15</inkml:trace>
  <inkml:trace contextRef="#ctx0" brushRef="#br0" timeOffset="26738.987">1364 11184 1937 0,'0'0'2126'16,"0"0"-1803"-16,0 0-233 0,0 0 25 0,0 0 72 16,0 0-15-16,0 0 42 0,0 0 72 15,0 0-50-15,101 24-69 16,-33-26-56-16,10-1-56 0,5-3-22 0,8 2-32 16,6-2 17-16,9-1-16 0,4-1 0 15,11 1 10-15,6-4 12 16,7-1 6-16,6-2-30 0,6-2-3 0,9-2 1 15,5 0 2-15,1-1-1 0,2 1-1 16,-5 1-16-16,-6 1 3 0,-11 3-54 16,-7 1-52-16,-14 0 0 0,-8 0 18 0,-11 1-18 15,-13 2-19-15,-10 0-39 0,-15 0-111 16,-8-1-174-16,-21 4-315 0,0 0-1012 0</inkml:trace>
  <inkml:trace contextRef="#ctx0" brushRef="#br0" timeOffset="27594.008">8051 9665 2096 0,'0'0'1117'0,"0"0"-802"0,0 0-93 16,0 0-15-16,0 0 57 0,0 0-3 15,0 0-42-15,0 0-44 0,-8 64-62 16,-3-17 24-16,-1 17 46 0,-4 12-55 16,-3 9-19-16,0 4 15 0,-2 2 15 15,-1-1-42-15,2-1-40 0,-3 0-39 16,-2-1-2-16,-2-1-16 0,3-6-19 16,-1 1-47-16,2-11-25 0,4-7-33 0,6-7-18 0,2-12 2 15,2-9 13-15,3-7-47 0,2-11-83 16,-1-6-66-16,4-5 13 0,-1-7-51 15,2-8-101-15,0-10-30 0,0-9-134 16,3-9 16-16,3-8 180 0,0-10-108 0,1-7-84 16,2 11 618-16,1-37-28 0</inkml:trace>
  <inkml:trace contextRef="#ctx0" brushRef="#br0" timeOffset="27841.473">7900 10163 209 0,'0'0'329'15,"0"0"1643"-15,48-76-1624 0,-33 61-59 0,0-1-12 16,-2 6 53-16,0 5-38 0,-2 1-51 15,1 4-55-15,2 3 12 0,8 10-23 16,2 5-40-16,6 8-37 0,5 10-34 0,1 10-22 16,2 4-2-16,-1 5-1 0,3 4-17 15,-1 2-20-15,-3-1 0 0,2 1-2 0,-3-1-11 16,-4 1 8-16,-3-4-25 16,-5-3-24-16,-5-8-39 0,-5-5-10 0,-1-5-15 15,-1-2-22-15,-5-9-1 0,-3-2-9 16,-3-4-26-16,0-7-76 0,-4-2-118 15,-8-4-17 1,-4-5 14-16,-4-1-109 0,-3-1 13 0,-6-9-111 16,-3-3-41-16,-2-5 123 0,-5-4 333 15,10 4 150-15,-14-18-86 0</inkml:trace>
  <inkml:trace contextRef="#ctx0" brushRef="#br0" timeOffset="27970.737">8093 10674 772 0,'0'0'1313'0,"0"0"-151"0,0 0-702 0,0 0-186 16,0 0-141-16,0 0-15 0,0 0-56 15,0 0-27-15,0 0-1 0,0 0-6 16,91-23-9-16,-48 11-19 16,3-3-90-16,5-8-87 0,-1-2-125 0,0 0-173 15,-15 4-677-15,14-2-1062 0</inkml:trace>
  <inkml:trace contextRef="#ctx0" brushRef="#br0" timeOffset="28326.616">9086 11126 1239 0,'0'0'2588'16,"0"0"-2236"-16,0 0-230 0,0 0-1 0,0 0 2 16,0 0-27-16,0 0-47 0,0-90-18 15,12 36 3-15,2-6-34 0,-2-1 0 16,0-5-3-16,-4 2 3 0,-4 0 0 15,-1-2 21-15,-3 2-21 0,0 3-6 0,0 6-25 16,0 6 13-16,0 3-10 0,0 9 7 16,3 5 5-16,3 3-2 0,3 2-7 0,3 6 0 15,5 3 8-15,1 5 17 0,3 7 11 16,4 6-11-16,2 2-1 0,3 14-14 16,-1 5-4-16,3 13 6 0,-4 7 13 15,-1 8 0-15,-3 5-22 0,-4 4 7 16,-5 0-47-16,-4 3 28 0,-2-4-7 15,-2-5-64-15,-4-5-92 16,2-4-175-16,-1-7-204 0,-3-7-523 16,0-8-249-16,1 0 743 0</inkml:trace>
  <inkml:trace contextRef="#ctx0" brushRef="#br0" timeOffset="28643.205">10173 10211 995 0,'0'0'2806'16,"0"0"-2326"-16,0 0-353 15,0 0-77-15,0 0 15 0,0 0 30 0,0 0 93 16,0 0 36-16,-94 51-81 0,74-23-64 15,-3 11-33-15,-2 7 3 0,2 11 8 16,-4 10 1-16,5 4 33 0,-1 3 33 16,3 3-57-16,4-8-31 0,9-5 0 15,3-9-33-15,4-8 14 0,14-10-17 0,6-6-21 0,3-8 9 16,5-5-3-16,2-5-18 0,3-4-55 16,2-9-60-16,0 0-29 0,0-12-63 15,1-6-118-15,-9 2-265 0,8-13-791 0</inkml:trace>
  <inkml:trace contextRef="#ctx0" brushRef="#br0" timeOffset="29228.496">7289 9575 851 0,'0'0'0'16,"0"0"0"-16,0 0 1170 0,0 0-561 0,0 0-172 15,0 0-134-15,0 0 33 0,0 0 14 16,6 87-91-16,-6-48-67 0,0 14-44 0,-5 11-9 16,1 10 32-16,-5 9 25 0,4 10-62 15,-3 7-31-15,0 8-24 0,1 6-24 16,2 3-25-16,5 5-6 0,0-1-24 0,12-3-18 15,7-4-58-15,8-9-21 0,9-7-52 0,7-9-18 16,8-10-88-16,3-11-65 0,7-8-131 16,2-7-283-16,4-12-392 0,3-8-145 15,-18-15 560-15,36-8 500 0</inkml:trace>
  <inkml:trace contextRef="#ctx0" brushRef="#br0" timeOffset="29644.907">10670 10222 772 0,'0'0'3001'0,"0"0"-2562"0,47 98-206 0,-19-54-149 0,5 7-67 16,3 6-17-16,2 1 0 0,-1 2 1 15,-3 5 0-15,-3-1 1 0,-3 1 2 16,-3 0-2-16,-6 0-2 16,-9-3-3-16,-7 1-38 0,-3-5-51 0,-13 1-23 15,-9-6-38-15,-8 2-11 16,-2-7-15-16,-1-3 9 0,-3-6 5 16,-2-2 0-16,-2-8-171 0,-3-4-257 15,-5-6-559-15,11-7 357 0,-23-9 514 0</inkml:trace>
  <inkml:trace contextRef="#ctx0" brushRef="#br0" timeOffset="30330.081">12175 11431 1467 0,'0'0'559'0,"0"0"469"15,0 0-750-15,0 0-87 0,0 0-55 0,0 0 0 16,0 0-117-16,0 0 47 0,-28-88 97 0,25 51 25 16,0-4-51-16,3-6-60 0,0-3-52 15,0-4 15-15,2-7-9 0,1-1-9 16,2-8-1-16,-2-2-21 0,1-2-8 15,2-2 7-15,3 1 0 0,2 2-14 0,4 5-16 16,2 9 31-16,5 9 13 0,2 7-10 16,1 8-1-16,-1 9 1 0,2 7 13 0,-3 5-13 15,3 6 9-15,-1 8 10 0,1 0 11 16,2 13-33-16,1 8-13 0,0 12 1 16,-3 9-3-16,-3 13-19 0,-3 9 21 15,-4 9 1-15,-4 6-16 0,-4 5 0 16,-5 5-12-16,-1-1-9 0,-2-3-13 15,0-4-16-15,0-3-22 16,0-11-60-16,-2-8-16 0,2-10-55 16,0-10-65-16,0-10-165 0,3-10-295 15,3-11-653-15</inkml:trace>
  <inkml:trace contextRef="#ctx0" brushRef="#br0" timeOffset="30686.026">13399 10251 2493 0,'0'0'1668'16,"0"0"-1320"-16,0 0-126 0,0 0-102 16,0 0-53-16,0 0-21 0,0 0 43 15,-36 95 97-15,28-36-58 0,2 12-49 16,5 11 15-16,1 3-28 0,7 0-24 0,6 1-42 0,5-8-3 16,0-3-21-1,0-8-34-15,1-6-30 0,0-9-64 0,1-10-88 16,0-11-82-16,3-8-179 0,0-7-251 15,-1-4-746-15,-8-4-238 0,3-5 1504 16</inkml:trace>
  <inkml:trace contextRef="#ctx0" brushRef="#br0" timeOffset="31522.483">14106 10367 1091 0,'0'0'2219'0,"0"0"-1873"0,0 0-195 0,0 0-72 15,0 0 75-15,0 0 158 0,-5 83-61 0,-2-30-23 16,-3 12-60-16,1 8-40 0,1 4 3 16,-4 4 6-16,3-6-40 0,2 0-21 15,-2-9-40-15,1-5-33 0,2-11-3 16,3-8-44-16,0-9-44 0,0-8-27 16,3-8-44-16,0-9-11 0,0-3-26 15,0-5-57-15,0 0-106 0,-1-10-62 16,-2-5 19-16,-1-9-74 0,-3-5 54 15,1-10-22-15,5-4 93 0,1-5-29 16,0-6-67-16,1-1 128 0,6-9 319 0,5 1 202 16,-1 0 209-1,2 2-83-15,0 5-15 0,2 6-12 16,0 7 14-16,0 8-6 0,2 12 32 16,-4 7 22-16,1 12-43 0,1 4-84 15,1 7 34-15,1 12 30 0,5 10-51 0,-1 8-40 16,2 10-42-16,-1 6-42 15,1 4-25-15,1 5-30 0,-3 1-9 0,2-4-28 0,-2-2-15 16,2-2-17-16,-4-6-1 0,1-3 0 16,-4-5-42-16,-1-5-16 0,-4-6 1 15,-1-4-13-15,-1-3-21 0,-5-5-25 16,-1-4-61-16,-1-5-28 0,-2-4-42 0,0-3-63 16,0-2-38-16,-3-8-9 15,-5-7 160-15,0-5-428 0,-7-5 625 0,-5-5 99 16,-3-4-37-16,-1-2 50 0,-7-2 32 0,0-2-35 15,-3-1-61-15,0-1-47 0,2 5 18 0,3 7-16 16,6 10-3-16,6 5 86 0,8 9 79 16,5 4 60-16,4 2-77 0,0 0-48 15,0 0-30-15,10 0-5 0,7 0 35 16,8 2 34-16,5-2-38 0,6-2-96 31,5-6-59-31,5-6-106 0,1-2-98 0,1-5-156 0,-14 8-616 0,11-10-949 0</inkml:trace>
  <inkml:trace contextRef="#ctx0" brushRef="#br0" timeOffset="31917.165">14854 11087 1588 0,'0'0'2272'16,"0"0"-1858"-16,0 0-213 0,0 69-133 15,5-60 28-15,5-5-19 0,-4-2-19 16,4-2 13-16,3-3 58 0,2-9-50 0,3-4-33 16,-2-5-28-16,1-2-18 0,-3-2-36 15,-2-2 34-15,-6 0 0 0,-1-1 2 16,-4-3 13-16,-1-2-10 0,0-3 9 16,0-4-12-16,-1-5 0 0,-1-2-9 15,2 3-19-15,0 3 13 0,0 3-9 16,7 10 2-16,3 4 1 0,0 8-2 0,2 7 23 15,2 3 28-15,1 6 21 0,2 2 9 16,1 8 33-16,2 9-33 0,1 4-18 0,0 6-7 16,-1 5-20-16,0 1-13 0,-3 0-3 0,2 2-12 15,-5-1 0-15,-1-1-6 16,-1 1-59-16,-5-3-51 0,-3 1-22 0,-4-2 9 16,0-3-31-16,0-3-29 0,-7-2-70 15,0-2-186-15,1-8-325 0,2-4-787 16,4-10 741-16</inkml:trace>
  <inkml:trace contextRef="#ctx0" brushRef="#br0" timeOffset="32141.857">15609 10487 1213 0,'0'0'2420'15,"0"0"-2027"-15,0 0-226 0,36 95-46 0,-22-52 80 16,-1 6 86-16,-1 1-2 0,-1 1-42 16,-2-2-103-16,0-2-61 0,-1-2-37 15,-2-1-20-15,-3-4-22 0,-2-6-37 0,-1-4-81 16,0-7-25-16,0-9-15 0,0-4 5 0,0-7-28 16,0-3-59-1,-3-2-150-15,-4-9-323 0,-1-3-369 0,-3-8-488 16</inkml:trace>
  <inkml:trace contextRef="#ctx0" brushRef="#br0" timeOffset="32374.746">15586 10515 215 0,'0'0'271'0,"0"0"2115"0,0 0-1966 0,0 0-144 16,0 0-36-16,0 0 56 0,77 3-44 16,-50 4-10-16,1 5-21 0,1 4-71 15,1 2-43-15,-1 5-30 0,-1 3-19 0,-3 4-4 16,-3 1-34-16,-6 3-20 0,-5 1-43 15,-5 2 19-15,-4-2-25 16,-2 1-30-16,-8-2-22 0,-6-1-19 16,-6-2 4-16,1-1 2 0,-7-4 6 15,0-4 6-15,-3-3 3 16,2-1 5-16,-2-7-24 0,1-6 10 16,0-3-11-16,-1-2-73 0,0-10-119 15,8 2-268-15,-11-18-786 0</inkml:trace>
  <inkml:trace contextRef="#ctx0" brushRef="#br0" timeOffset="33251.447">16322 10443 1831 0,'0'0'1023'16,"0"0"-776"-16,0 0 88 0,0 0 4 15,59 70-34-15,-43-32-3 0,3 11-17 0,-4 2-12 16,-3 8-44-16,-2 2-77 0,-1-1-18 16,-4 3-7-16,-3-6-33 0,-1-1-61 15,-1-6-33-15,0-11-19 0,0-5-81 16,-3-10-30-1,3-9 5-15,0-6-21 0,0-6-55 0,0-3-51 16,0-6-90-16,0-7-8 0,0-9-129 16,-2-6-92-16,0-8 150 0,-2-7-52 15,4-4 175-15,-1-7 285 0,1-2 13 16,0-6 155-16,0-2 89 0,1-2 28 0,5 1-11 16,-1 3-10-16,1 6-21 0,2 12 38 15,1 11 17-15,2 12-15 0,0 8 18 0,1 7-25 16,-2 5-29-16,3 1-41 0,1 0-49 0,-1 8-19 15,4 4-43-15,-2 2-16 16,2 6-11-16,-2 0-25 0,2 4-11 0,-3-1-18 16,-1-2-1-16,-3 0 0 0,1-6-2 15,-2 0-23-15,-1-1 4 0,-4-1-27 16,0 2-1-16,-4 1 9 0,0 5 22 0,0 2 6 16,-5 4-12-16,-1 2 21 0,1 1 2 15,5-2 1-15,0-2 2 0,5-1-2 16,9-2-2-16,8-2-1 0,2-4-10 0,2 0-2 15,-2-6-6-15,-3 1-3 0,-4-5 5 16,-7 4-17-16,-7-4-19 0,-3 3-40 16,-11 4 52-1,-12 0 25-15,-8 3-40 0,-8 3-37 16,-7-4-25-16,-1 0-10 0,-4-5-50 16,1-3-201-16,14-4-392 0,-20-4-1090 0</inkml:trace>
  <inkml:trace contextRef="#ctx0" brushRef="#br0" timeOffset="33704.022">15906 10308 833 0,'0'0'2208'0,"0"0"-2013"16,0 0-134-1,0 0-42-15,35 75 131 0,-23-45 153 0,4 3 22 0,-2 8-60 0,0 3-61 16,1 7-35-16,0 1-12 0,-4 5-26 16,-1-1-60-16,-4 4-42 0,-3-3-29 15,-3-1-15-15,0-2-34 0,-9-4-79 16,-4 1-26-16,-4-5 7 0,-4-1 17 15,-3-5 0-15,-3-3-19 0,-2-5-40 16,-1-4-53-16,-3-3-163 0,8-8-310 16,-15-2-940-1</inkml:trace>
  <inkml:trace contextRef="#ctx0" brushRef="#br0" timeOffset="34421.153">13191 9621 457 0,'0'0'273'16,"0"0"1343"-16,0 0-1106 0,-50 65-148 0,33-38-136 0,3 7 0 16,2 5-9-16,2 6-25 0,4 5-14 15,0 8-10-15,5 4-14 0,-3 11-34 16,4 2-15-16,-1 4 2 0,1 5-42 16,0 7-29-1,0 3-34-15,1 5-2 0,7 2-3 0,4 2-119 16,2-2-62-16,7-2-69 0,3-4-140 15,6-3-369-15,-5-26-978 0</inkml:trace>
  <inkml:trace contextRef="#ctx0" brushRef="#br0" timeOffset="35069.256">17798 9615 861 0,'0'0'283'16,"0"0"928"-16,42 78-914 0,-24-31 2 15,5 9-36-15,1 7-21 0,3 4 2 16,0 3-30-1,1 1-53-15,0-1-17 0,0-3-20 16,-1 0-25-16,0 0-15 0,-5-2-50 0,-2 0-31 0,-3-3-3 16,-6-2-59-16,-4 1-24 0,-4 2 14 15,-3-1 17-15,-3 4 39 0,-9-5 13 16,-5 3 2-16,-3-5 0 0,-5 2 0 16,-1-4 11-16,-2 0-1 0,-3-3-12 15,0-2 0-15,0-4 0 0,0-4-41 0,0-8-90 16,6-7-102-16,0-12-79 0,8-11-105 15,0-6-174-15,5-9-594 0,3-5 429 16,5-24 463-16</inkml:trace>
  <inkml:trace contextRef="#ctx0" brushRef="#br0" timeOffset="35386.274">18820 10542 1479 0,'0'0'2065'0,"0"0"-1743"0,0 0-212 0,0 0-18 0,0 0-20 15,80-12 93-15,-51 7 79 0,1-1-43 16,3 3-85-16,2-1-57 0,3-1-10 16,2 4-13-16,4-2-27 0,3 0-9 0,-1 2-36 15,-4 1-44-15,-2-5-33 0,-1 3-23 16,-6-3-12-16,-4 0-16 0,-3-1-20 16,-6 2-102-16,-4 0-166 0,-6 0-249 15,-6-3-749-15</inkml:trace>
  <inkml:trace contextRef="#ctx0" brushRef="#br0" timeOffset="35685.253">18817 10738 851 0,'0'0'570'16,"0"0"1165"-16,0 0-1403 0,0 0-155 16,0 0-44-16,0 0 37 0,0 0 31 15,83 15 10-15,-53-12-4 0,2-2-37 16,4-1-23-16,3 0-34 16,0 0-48-16,3-1-47 0,0-2-17 15,-2 1-1-15,0 0 0 0,-4-1-2 16,-4 1-50-16,-3-1-49 0,-5 2-46 15,-5-3-25-15,0 1-57 0,-6-2-95 16,-2 3-384-16,-5-6-902 0</inkml:trace>
  <inkml:trace contextRef="#ctx0" brushRef="#br0" timeOffset="37840.962">21447 9712 878 0,'0'0'1976'0,"0"0"-1608"0,0 0-78 0,0 0-84 16,0 0 17-16,0 0 88 0,0 0-48 15,0 0-1-15,8 71-50 0,-6-47-63 0,-2 1-21 16,0 7-12-16,0 7-1 0,-3 5-12 16,-6 8-21-16,1 4-6 0,-3 7-7 15,-1 6-8-15,-3 3-13 0,0 6-12 16,-2 0-11 0,0 6-13-16,-2-5 0 0,-1-1-11 15,-3-3-1-15,4-6-51 0,1-7 12 0,3-6-6 16,2-10 2-16,6-10-11 0,1-7-3 15,3-7-16-15,3-8-18 0,0-4-39 16,0-9-16-16,0-1-46 0,3-4-56 0,-1-9-84 16,2-7-245-16,2-7-178 0,1-6-327 15,2-3-277-15,-2 5 611 0</inkml:trace>
  <inkml:trace contextRef="#ctx0" brushRef="#br0" timeOffset="38141.454">21448 10053 232 0,'0'0'2378'16,"0"0"-2024"-16,0 0-75 0,0 0-63 0,0 0 44 15,0 0 67-15,0 0-24 0,0 0-43 16,0 0-60-16,78 96-53 0,-65-51-37 16,1 7-27-16,-2 2 5 0,1 2-12 0,1 2 6 15,3-3 12-15,2 1-27 0,4-3-37 0,3 0-2 0,-1-3-25 16,1-3-1-16,-3 1 12 15,0-5-14-15,-2 2-1 0,-2-6 0 0,1-2-2 16,-2-3 2-16,-2-5-18 0,-1-3-14 0,-2-4-6 16,-2-4-19-16,1-4-9 0,-6-3-18 15,2-4-30-15,-4-2-23 0,-3-4-36 16,1-1-19 0,-2 0-29-16,0-6-33 0,-7-1-226 15,-7-6-215-15,3 3-973 0</inkml:trace>
  <inkml:trace contextRef="#ctx0" brushRef="#br0" timeOffset="38310.702">21362 10825 2519 0,'0'0'1072'16,"0"0"-813"-16,0 0-149 0,0 0-31 16,0 0 43-16,0 0 62 0,0 0-14 15,0 0-86-15,89-30-67 0,-49 16-17 16,4-2-18-16,2-2-10 0,-4 3-71 15,0-2-19-15,-4 1-84 0,-3-1-248 16,-11 5-767-16,4-7-1227 0</inkml:trace>
  <inkml:trace contextRef="#ctx0" brushRef="#br0" timeOffset="39059.949">22400 11076 2478 0,'0'0'1607'16,"0"0"-1237"-16,0 0-244 0,0 0-12 15,0 0-25-15,-2-83-52 0,4 54 31 0,0-7-7 16,-2-3 9-16,0-7-48 0,2-2-22 16,0-2-25-16,-2-2-2 0,0-2-4 15,0 0 31-15,0 3-1 0,0-1 2 0,-4 2-1 0,-1 1 0 16,-3 3 25 0,1 2-4-16,-3 2-3 0,4 4-16 0,-1 4 17 15,3 4-1-15,1 2 1 0,1 4 2 16,2 5-9-16,0 3 0 0,5 3-11 15,2 5-1-15,0 3-3 0,5 3-9 0,-2 2 12 16,1 6 140-16,5 7-61 0,0 2-27 0,1 7-10 16,3 3 10-16,-2 5-15 0,0 6-13 15,4 1-12-15,-2 7-12 0,3 1 0 16,0 4-3-16,-2 2-15 0,-1-1-7 16,-2 2-14-16,-2-2-22 0,-3-2-18 15,-3-5-9 1,-1-5-3-16,-2-2-44 0,-1-9 13 15,-3-3 8-15,0-5-24 0,-2-6-119 16,2-1-272-16,-2-6-242 0,2-3-538 0</inkml:trace>
  <inkml:trace contextRef="#ctx0" brushRef="#br0" timeOffset="39706.219">23535 10122 1311 0,'0'0'1757'16,"0"0"-1083"-16,0 0-315 0,0 0-175 0,0 0-29 16,0 0 114-16,0 0-21 15,0 0-74-15,0 0-61 0,-91-43-55 0,65 60-28 16,0 8 28-16,-4 10 18 0,-2 8 24 16,-3 7-6-16,1 6-18 0,1 4-31 15,1 1-30-15,4-2-12 0,6-1 27 16,3-7 7-16,10-2-7 0,6-8-19 15,3-4-11-15,11-7-30 0,9-5-4 0,3-1-17 0,7-8-18 16,4-6-50-16,6-5-50 0,2-5-29 16,-1-3-64-16,1-9-163 0,-12 0-724 15,6-10-1151-15</inkml:trace>
  <inkml:trace contextRef="#ctx0" brushRef="#br0" timeOffset="40199.042">20950 9682 355 0,'0'0'353'0,"0"0"1368"16,0 0-1118-16,0 0-112 0,-13 65-169 16,-2-36-51-16,-1 8-32 15,-2 6-31-15,2 5-33 0,0 11-21 16,4 9 2-16,1 11 3 0,4 12 5 16,2 11-34-16,2 8-36 15,-1 2-57-15,0 0-19 0,-1-5-18 0,1-7-3 16,1-7-88-16,3-9 9 0,7-11-12 15,14-10-25-15,10-11-30 0,15-10-31 16,10-11-66-16,9-12-187 0,-11-8-566 0,44-11-810 0</inkml:trace>
  <inkml:trace contextRef="#ctx0" brushRef="#br0" timeOffset="40778.313">24263 10008 1243 0,'0'0'430'0,"0"0"662"0,0 0-848 16,0 0-151-16,0 0 48 0,0 0 139 0,0 0 55 15,83 99-9-15,-65-55-58 0,0 9-83 16,-5 6-50-16,3 9-70 0,-6 1-41 0,1 2-24 16,-6 0-17-16,-1-6-20 0,-2-3 22 15,-2-3-28-15,-3-6-10 0,-10-4 7 0,-1-4-9 16,-6-4-63-16,-3-2-3 0,-5-5-56 16,-1-5-40-16,-2-6-79 0,0-4-184 15,7-7-298-15,-8-6-561 0</inkml:trace>
  <inkml:trace contextRef="#ctx0" brushRef="#br0" timeOffset="41157.16">25505 10100 3443 0,'0'0'506'0,"0"0"-305"0,0 0-173 0,0 0 41 16,0 0 80-16,0 0 129 0,0 0-63 15,0 0-7-15,0 0-62 0,0 0-49 16,-94 63-5-16,74-27-23 0,1 5 10 15,-4 6-3-15,1 4 27 0,0 4-28 0,-4 3-23 32,-2 7-25-32,3 1-15 0,-3 1 0 15,5 1-3-15,4-2-9 0,2 0-18 0,8-3 15 16,6-1-27-16,3-7-16 0,3-6-2 16,9-6 6-16,5-7-16 0,6-9-33 15,6-8-12-15,8-7-18 0,11-8-52 16,8-4-84-16,9-10-176 0,-14-2-355 0,28-12-859 15</inkml:trace>
  <inkml:trace contextRef="#ctx0" brushRef="#br0" timeOffset="42983.666">26207 10247 235 0,'0'0'52'16,"0"0"166"-16,0 0 1142 0,0 0-1087 15,0 0 22-15,0 0 18 0,0 0-24 16,0 0 2-16,0 0-56 0,0 0-27 15,0 0 0-15,0 0-16 0,0 0-2 0,0 0-33 16,43-12 16-16,-40 14 36 0,0 4-74 0,0 2-25 16,0 3-22-16,-1 2-21 15,1 5-3-15,0 6-22 0,0 2-5 0,0 5-16 16,2 2 0-16,-4 1-3 16,0 1-5-16,3 0-12 0,-4-2-1 15,2 1-12-15,-2 0-3 0,0-2 3 0,0 0 9 0,-6 2-27 16,1 0 2-16,0-2-8 0,-2-1-1 15,3-6-32 1,-2-3-14-16,3-6 1 0,0-8-34 0,3-2-62 0,0-5-71 16,0-1-70-16,0-3-121 0,0-5-108 15,0-10-162-15,2-3-354 0,2-7 10 16,-1 4 882-16,2-14 172 16</inkml:trace>
  <inkml:trace contextRef="#ctx0" brushRef="#br0" timeOffset="43362.193">26329 10237 2247 0,'0'0'446'0,"0"0"-64"0,0 0-18 16,0 0 9-16,87-34-45 0,-58 30-52 15,2 2-84-15,2-1-75 0,1 3-34 16,-1 0-40-16,-1 0-15 0,-7 3-28 0,-6-1-1 16,-1 3-27-16,-10 2-15 15,-6 3-6-15,-2 3 9 0,-2 4 15 0,-11 6 24 16,-7 4 1-16,-6 4-3 0,-3 4-12 15,1-3-4-15,1-3 18 0,4-6-11 16,6-2 12 0,6-6-1-16,3-3-2 0,5-5-22 15,3-1 4-15,0 3 5 0,9 1 16 16,6 5 0-16,5 0-18 0,4 2 2 0,4 4 14 16,0-1-16-16,3 0 2 0,-3 3 16 15,-3 2 1-15,-2-2 0 0,-3 0 0 16,-7 0 0-16,-1-3 24 0,-8 4 6 15,-3-5-3-15,-1 2 3 0,-2-2-1 0,-8-2 1 0,-1-1-15 16,-2-1-1-16,-4-2-13 0,-1-5-2 16,-1 1-21-16,-1-7-62 0,1-1-56 15,-1-1-13-15,1 0-41 0,2-1-121 16,-1-7-244-16,-2-3-589 0,9 2-416 16,-11-8 1387-16</inkml:trace>
  <inkml:trace contextRef="#ctx0" brushRef="#br0" timeOffset="48396.617">27145 10871 1918 0,'0'0'722'16,"0"0"-499"-16,0 0-124 0,13-76 68 15,-6 46 88-15,1-3 65 0,1-2-68 0,0-5-73 16,1 1-76-16,5-5 0 0,-4-2-10 15,5 1 28-15,-1 2-4 0,3 0-43 16,0 2-13-16,0 3-15 0,0 1-24 16,2 0-22-16,-2 4 1 0,-2 1-1 15,-1 2 3-15,-2 5-1 0,-2 4 16 0,-1 6-6 16,-1 6 1-16,-2 6 8 16,2 3 6-16,-1 5 10 0,4 9-6 0,2 9 85 15,-3 5-28-15,0 8-30 0,0 4-34 16,-2 4 3-16,-1 3-26 0,1 2 40 15,2 4-4-15,-3 0-34 16,2 1 9-16,-1 0-12 0,-2-4-18 16,1-1-10-16,-3 0 10 0,2-8-15 15,1-2-19-15,-3-4 25 0,0-6-62 0,1-7-5 16,2-4 2-16,-2-6 0 0,1-6-9 16,0-4-53-16,2-2-81 0,1-8-123 15,0-6-197-15,0 2-249 0,2-14-820 0</inkml:trace>
  <inkml:trace contextRef="#ctx0" brushRef="#br0" timeOffset="48713.298">28367 10182 2489 0,'0'0'534'15,"0"0"-192"-15,0 0-66 0,0 0 143 0,0 0 35 16,-88 30-103-16,66-12-85 16,-3 3-101-16,-3 4-38 0,2 5-48 0,-2 2 6 15,-1 6-30-15,0 3 5 0,0 5-14 16,3 3-25-16,3 1-3 0,1 0-6 0,8-5 15 16,6-5 1-16,8-8-16 0,0-4-1 15,15-9-11-15,4 0-31 16,9-7-23-16,2-1-18 0,4-7-22 0,1-2-18 15,4-2-7-15,-2-6-63 16,1-8-66-16,1-3-59 0,-2-5-126 0,-2-2-237 16,-10 7-588-16,9-16-880 0</inkml:trace>
  <inkml:trace contextRef="#ctx0" brushRef="#br0" timeOffset="48998.192">28924 9932 2839 0,'0'0'1059'0,"0"0"-755"0,0 0-111 0,96 56 146 16,-64-31-69-16,-2 5-68 0,-1 1-59 0,0 4-25 15,0 5-12-15,-2 4-18 16,-1 0 0-16,-3 3-4 0,-6 1-14 15,-1 4-19-15,-9 1-21 0,-2 2-24 16,-5-3-6-16,-11 1-27 0,-6-1-15 16,-9-4-18-16,-8 0-28 0,-7-3-6 15,-5 0 6-15,-7-2-15 0,-3-1-27 0,-3-4-62 16,-3-2-98-16,-2-1-135 0,-1-4-128 16,16-8-254-1,-21 8-736-15</inkml:trace>
  <inkml:trace contextRef="#ctx0" brushRef="#br0" timeOffset="54069.825">1320 12881 2831 0,'0'0'776'0,"0"0"-495"0,-2 69-193 0,8-30 10 0,7 13 105 16,6 10 97-1,4 10-72-15,4 8-59 0,5 9-59 0,1 6-43 16,-1 5-31-16,-5 5-5 16,0-2 14-16,-6-2-23 0,-1-5 5 0,-3-10-27 0,-3-13-23 15,0-12 5-15,-2-16-13 0,-1-13-39 16,-4-13-52-16,1-7-28 0,-2-10-19 15,-3-2-59-15,3-8-73 0,-2-10-224 16,2-9-99-16,-1 2-405 0,0-32-319 0</inkml:trace>
  <inkml:trace contextRef="#ctx0" brushRef="#br0" timeOffset="54323.264">1596 13014 1026 0,'0'0'2026'0,"0"0"-1700"0,0 0-126 0,0 0 49 0,0 0 97 16,0 0-23-16,15-66-64 16,3 61-35-16,7 3-117 0,4 2-43 0,2 0-19 15,1 7-23-15,-5 5-19 0,-5 2 7 16,-5 6-9-16,-6 0-2 0,-8 6 0 16,-3 3-2-16,-9 6-25 0,-8 4-14 0,-5 2-71 15,-6 3-55-15,0-6 2 0,-1-2-75 16,2-8 8-1,2-8 29-15,5-6 38 0,0-6-17 0,3-5 15 16,2-3-7-16,3-7-61 0,2-6-59 0,5 2-99 0,3-15-1138 0</inkml:trace>
  <inkml:trace contextRef="#ctx0" brushRef="#br0" timeOffset="54596.736">1951 12986 1603 0,'0'0'1751'15,"0"0"-1408"-15,0 0-76 0,0 0-50 0,85 17 115 16,-65-6-21-16,-3 0-127 0,1 4-101 16,-4 3-50-16,-1 2-33 0,-1 4 0 15,-5 1-21-15,1 0-7 0,-3 1-2 16,-4-2 5-16,1 1 22 0,-2-6-36 16,0-5 14-16,0-6 24 0,1-4 0 15,2-4-1-15,1 0-10 0,1 0 12 0,-1-6 30 16,4-4 13-16,1-5 12 0,0-6-15 0,4-5-40 15,-5-2-21-15,1-3-65 16,0 0-27-16,-2 3-38 16,2 2-145-16,1 4-160 0,4 6-135 15,4 4-123-15,-4 6-432 0,10 3-101 0</inkml:trace>
  <inkml:trace contextRef="#ctx0" brushRef="#br0" timeOffset="55107.469">2476 13046 1220 0,'0'0'816'0,"0"0"-69"0,0 0-352 0,0 0-70 16,0 0-28-16,41 70-20 0,-34-52 0 15,2-5-94-15,-3-1-109 0,1-2-71 16,0-5-3-16,-1-4-18 0,3-1-16 0,2 0 12 16,1-5 10-16,3-7-31 15,0-2-29-15,4-7-24 0,-3 2 31 0,-1-4 21 16,-3 4-21-16,-3 0 33 0,-4 3 32 16,-3 4 49-16,-2 6 48 0,-2 0 2 15,-6 2 19-15,-4 2-7 0,0 1-30 0,-3 1-23 16,3 0-42-16,-2 6-16 0,2 1-21 15,1 3 21-15,2 2 18 0,2 1-18 16,1 0-35-16,3-2-5 0,2-3-72 16,1-3-39-16,0-3-45 0,1-2-27 15,8-2-22-15,3-6 71 0,5-3-151 16,0-6-85-16,6-2-142 0,0-1-159 16,3-2-285-16,1 6 429 0,1 3 567 15,-3 5 0-15,-1 8 476 0,-4 1 235 16,-2 11 1-16,-3 2-80 0,-3 6-162 15,1 0-58-15,-3-1-105 0,-3 0-65 16,3-5 0-16,-3-2-65 0,1-4-81 16,-1-4-68-16,4-4-28 0,1 0-13 0,1-4-27 15,4-9-66-15,3-6-31 0,1-8-6 16,0-3-40-16,-1-2-13 0,-4 1-6 16,-3 3 81-16,-6 5 121 0,-2 4 25 15,-5 3 118-15,-2 3 85 0,-7 5 23 0,-3 1-25 16,-3 2-24-16,1 4-50 0,-1 1-32 15,-2 0-120-15,2 6 0 0,1 2-19 16,0 3 7-16,1 2-34 0,3 1-19 16,1 3-49-16,3 0-147 0,3-2-189 15,3-1-176-15,0-3-156 0,9-5-322 16,1-5 342-16</inkml:trace>
  <inkml:trace contextRef="#ctx0" brushRef="#br0" timeOffset="55239.554">3294 12925 359 0,'0'0'1887'0,"0"0"-1241"0,104 20-176 0,-67-15-46 15,4-2-6-15,-4-3-98 0,-2-1-138 16,-2-10-84-16,-1-6-30 0,-2-6-65 0,0-7-3 31,-4-2-46-31,0-10-71 0,-2-1-118 0,-8-2-188 0,-3 8-368 0,-4-13-897 16</inkml:trace>
  <inkml:trace contextRef="#ctx0" brushRef="#br0" timeOffset="55423.621">3663 12358 1588 0,'0'0'1401'15,"0"0"-1011"-15,0 0-200 0,0 0-13 0,0 0 69 16,0 0 1-16,-66 88-85 0,63-51-17 0,3 8 19 0,0 9 5 0,0 10 5 31,0 6-25-31,1 10-48 0,-1 5-37 16,0 2-13-16,-4 2-35 0,-5-2-16 16,5-4-1-16,3-8-15 0,1-6-47 15,1-5-53-15,8-8-15 0,1-3 30 16,-3-6-64-16,-1-5 8 0,-2-4-65 15,-2-5-206-15,-2-3-155 0,0-11-488 0,-14 6-629 0</inkml:trace>
  <inkml:trace contextRef="#ctx0" brushRef="#br0" timeOffset="55724.381">1235 13894 1365 0,'0'0'0'15,"0"0"16"-15,0 0 984 0,0 0-391 16,99 5-92-16,-47-5-91 16,8 0-81-16,11 0-26 0,11-1-89 15,6-4-40-15,12-2 0 0,5-4-93 16,12-3-36-16,7-1-16 0,4-4-17 15,4 1-28-15,1 2-3 0,-2 0-40 0,1 1 7 16,0 2-4-16,-4 1 38 0,0 1 2 16,-4 1-27-16,-7-1-22 15,-6 1-45-15,-13 2-47 0,-10-2 3 0,-12-1-49 0,-9-2-153 16,-22 5-442-16,6-8-915 0</inkml:trace>
  <inkml:trace contextRef="#ctx0" brushRef="#br0" timeOffset="71716.492">19220 8916 124 0,'0'0'1168'15,"0"0"-1018"-15,0 0 864 0,0 0-723 16,0 0-28 0,0 0-87-16,0 0 38 0,0 0-27 0,0 0-22 0,0 0-14 15,-36-10-45-15,36 10-29 0,-1 0 1 16,1 0 15-16,0 0 44 0,0 0-32 16,0 0-22-16,0 0-18 0,0 0-13 15,0 0-8-15,0 0-14 0,0 0 10 16,0 0-12-16,0-2 3 0,1-1-7 15,6 1-18-15,2-4 6 16,5 0-13-16,1-1 2 0,2 1 14 16,-1 0-12-16,1 0-3 0,0 1 15 15,-1-1-13-15,0 1 19 0,2-1-19 16,-1 1 9-16,-1 1-9 0,-1-1-2 16,0 3 0-16,-1-1-2 0,2 0 2 15,-1 1-22-15,-1 0 22 0,2 0-3 0,0 0-12 0,-1 1 0 0,0 1 2 16,2-2 10-16,-2 2 1 0,0 0-1 15,2 0 1-15,0 0 1 0,-3 0 1 0,2 0 0 32,-3 2 1-32,1-2-1 0,-2 3 0 0,0-1-1 0,0 0 1 15,-1 0-1-15,1 1 1 16,0-2 0-16,0 3 2 0,0-4-2 16,-1 3 1-16,0-1-2 0,3-1 2 15,-3 0 0-15,1 1-1 0,-3 1 0 0,0-3-2 0,-2 2 2 16,0-2 0-1,0 1 1-15,-4 1-1 0,2-1 0 0,-2 0 0 0,0-1-12 16,0 1 10-16,0-1-1 0,0 1 0 16,0 1-16-16,-1-1 1 0,-1 0 18 15,2 1 19-15,-1-1 6 0,-1 1-25 0,1-1 0 16,-1-1-12-16,1 0-1 0,-2 0 13 16,0 2 1-16,1-2 0 0,0 0 2 15,-1 0 9-15,0 0-10 0,0 0 1 16,0 0-1-16,0 0-1 0,0 0 11 15,0 0-9-15,0 0 9 0,0 0-8 16,0 0-1-16,0 0 0 16,0 0 0-16,0 0 0 0,0 0-1 15,0 0 1-15,0 0-1 0,0 0 1 16,0 0 9-16,0 0-10 0,0 0 14 16,0 0-14-16,0 0 10 0,0 0-10 15,0 0-2-15,0 0-1 0,0 0 0 16,0 0-2-16,0 0 1 0,0 0 0 15,0 0 1-15,0 0-12 0,0 0 13 0,0 0 0 0,0 0-1 16,0 0-1-16,0 0-1 0,0 0-9 16,0 0 11-16,0 0 1 0,0 0 1 0,0 0-1 15,0 0 1-15,0 0 2 16,0 0 9-16,0 0-11 0,0 0-1 0,0 0 0 16,0 0-1-16,0 0 0 0,0 0 0 15,0 0-1-15,0 0-1 0,0 0 1 0,0 0 1 0,0 0 1 16,0 0 0-16,0 0 1 0,0 0 1 15,0 0 0-15,0 0 11 0,0 0-10 16,0 0 0-16,0 0 9 16,0 0-10-16,0 0 0 0,0 0-1 0,0 0-1 15,0 0-1-15,0 0-1 0,0 0-1 16,0 0 0 0,0 0-12-16,0 0 13 0,0 0 1 0,0 0 1 15,0 0 0-15,0 0 0 16,0 0 1-16,0 0 3 0,0 0 8 0,0 0-10 15,0 0 0-15,0 0-1 0,0 0-1 16,0 0-2-16,0 0 0 0,0 0-13 16,0 0-4-16,0 0 7 0,0 0-3 15,0 0-1-15,0 0 13 0,0 0-12 0,0 0 3 0,0 0 9 16,0 0 0-16,0 0 0 0,0 0-1 16,0 0 1-16,0 0 3 0,0 0 0 15,0 0 1-15,0 0 0 0,0 0-1 16,0 0 0-16,0 0-3 0,2 2-15 15,-1-1 3-15,1 0 15 0,2 0 27 16,-3 3-5 0,2-3-22-16,0 1-21 0,-1 1 21 0,0-1 13 15,1-2-11-15,-3 0-1 0,2 3-1 16,-2-2 0-16,1-1 2 0,-1 0 0 16,0 0 1-16,0 0 0 0,0 0-1 15,0 0 1-15,0 0-3 0,0 0-1 16,0 0-2-16,0 0-9 0,0 0 9 15,0 0-19-15,0 0 7 0,0 0 12 0,0 1 2 0,0-1 1 16,0 0 12-16,2 0-11 0,-2 0 1 16,0 0-1-1,0 0 2-15,0 0-2 0,0 0-1 0,0 0 0 0,0 0-3 16,0 1-19-16,0 2 1 0,1-1 15 0,-1-1 6 16,2 3 1-16,-2-2-1 0,1 3-16 15,-1-1 16 1,0 0-2-16,0 1 4 0,0 1-3 15,0 0 2-15,0-1-1 0,0-2 2 16,0 3-2-16,0-1 0 0,0 1-2 0,0-4 2 16,0 1 0-16,-1 3-9 0,1-3 8 0,-3 2 2 15,1-1-2-15,1 2 1 0,-2 0-15 16,1-1 15-16,0 0 0 0,-1 0-2 16,0-1-17-16,0 0 18 0,0 2-2 15,0-1 3-15,-2-2 0 0,0 2 12 16,1 1-12-16,-1-1 0 0,-1 1-1 15,1-2-3-15,1 0-8 0,-1 1 12 16,2-1-12-16,-2-1 11 0,-3 2-2 0,1 1 0 16,0-2-19-16,0 0 10 15,-1 1-10-15,-1 1 4 0,0-2 2 0,-1 0 13 0,0 0-9 16,-2 1 11-16,0 1 0 0,0-1-10 16,-1-2 11-16,-2 1 2 0,1-1-1 0,-2 1-1 15,2-1-2-15,-4-1 0 0,2 3 0 16,-1-3-14-16,0 2 15 0,-2-1 0 15,-1 0-11-15,1 2 9 16,-1-3 0-16,1 2-22 0,-2-1 22 16,2 2-16-16,0-1 17 0,0-2-10 15,1 3-1-15,0-2 10 0,1 1-18 16,1 1 5-16,-1-3 16 0,1 3 13 16,-1-1-13-16,2-1-1 0,-2 2 1 15,1-4 0-15,3 4 0 0,0-4 3 16,2 2 0-16,2-1-3 0,3-1-1 0,-1 0 1 15,0 1-2-15,1-1 1 0,1 1-3 0,-1-1 1 16,1 1 0 0,-1 0 0-16,0-1 1 0,0-1 2 0,4 1 1 15,-1-1 2-15,2 2-1 0,-1-2 0 16,2 0-1-16,0 0-1 0,0 0-1 0,0 0-1 16,0 0 0-16,0 0-10 0,0 0-7 15,0 0 18-15,0 0-11 16,0 0-19-16,0 0-25 0,0 0-84 15,0 0 4-15,0 0-27 0,3 0-61 16,0-2 28-16,5 1-88 0,1-4 9 16,2 2-122-16,0-2-72 0,5 0-113 15,-1-1-145-15,-3 3 330 0,-100 33 76 0</inkml:trace>
  <inkml:trace contextRef="#ctx0" brushRef="#br0" timeOffset="72340.291">19977 9326 378 0,'0'0'229'15,"0"0"-141"-15,0 0-66 0,0 0 17 16,0 0 14-16,0 0 942 0,0 0-690 16,0 0-127-16,0 0-55 0,0 0 55 15,0 0 54-15,8-5-17 0,-8 5-46 16,0 0-28-16,0 0-20 0,0 0 15 0,0 0 6 15,-3 0-16-15,-1 0-50 0,-3 0-45 0,-2 0-19 16,-1 0 7-16,-4 0 26 0,1 0-10 16,-3 0 8-16,-1 0-15 0,-2 0-3 15,0 0-23-15,-2 0 11 0,-2 1-12 16,-2 2 0-16,0-2 0 0,-2 2-1 16,-2 0-2-16,-2 2-1 0,-1-2-19 0,-3 3 10 31,0-1 8-31,-1 2-8 0,-1 2 10 15,-2-2 1-15,2 0-1 0,0 0 2 16,2 2 0-16,3-1 3 0,2-1 0 0,1-1-1 0,4 0 0 16,0-1 0-16,0 2-1 0,2-2-1 15,4 1 0-15,-1 0-2 0,5-2 0 16,1 2-14-16,6-4 4 0,-1 2 10 16,5-2 0-16,1-1-1 0,1-1-10 0,1 2 11 15,0-2-1-15,1 1-9 0,0-1 12 16,0 0 0-16,0 0 0 0,0 0-1 15,0 0-44-15,0 0 7 0,0 0 4 0,0 0-39 16,2-4-40-16,7-2-70 0,4 0-78 16,2-4-199-16,-3 2-847 15,-63 42-264-15</inkml:trace>
  <inkml:trace contextRef="#ctx0" brushRef="#br0" timeOffset="88431.252">10341 13373 1709 0,'0'0'484'15,"0"0"-335"-15,0 0 6 0,0 0 437 16,0 0-215-16,-53-78-140 0,41 63-130 15,-3 1-9-15,3 3 60 0,-1 3-30 16,0 2-35-16,1 5-18 0,0 1-7 0,-3 6-28 16,2 8 59-16,0 6 73 0,0 9-86 15,2 6-6-15,0 7-37 0,2 6-43 0,1 3 2 0,4 1-3 16,3-3 1-16,1-8-31 0,0-10 1 16,8-8 12-16,4-9-16 0,2-7 34 0,6-5 9 15,5-3 77-15,2-12-47 0,9-9-39 16,0-10-42-16,3-9-66 0,-1-8-24 15,3-7-59-15,-2-1-10 0,-1-7 32 0,-1-3 21 32,1-8 29-32,-5-6-29 0,-7-3-128 15,-6-4 43-15,-7 3 16 16,-9-1-63-16,-4 5 141 0,0 4 59 0,-3 4-11 16,-7 5 30-16,3 11 61 0,1 5 119 0,-1 14 94 15,3 9 90-15,3 11 84 0,-1 10-48 16,2 4-119-16,0 4-65 0,0 2-89 15,0 8-51-15,0 6 79 0,0 8 8 0,0 9 28 16,0 10-18-16,-1 9-23 0,-4 9-15 16,1 11-22-16,-2 10-21 15,-3 9-13-15,-1 8 19 0,2 5-28 16,-1 0-9-16,-2-1-34 0,2-3 10 16,5-8 23-16,-1-8-21 0,4-10 10 15,1-9-22-15,1-12-15 0,8-13-34 0,1-12-25 0,6-9-34 0,1-10-1 16,6-8-54-16,0-2-169 0,-3-8-248 15,7-16-937-15</inkml:trace>
  <inkml:trace contextRef="#ctx0" brushRef="#br0" timeOffset="89131.759">11236 12858 320 0,'0'0'2561'16,"0"0"-2056"-16,0 0-204 0,0 0-71 16,0 0 97-16,0 0-110 0,0 0-78 15,0 0-10-15,0 0 46 0,22 94-31 16,-18-49-71-16,-3 10-30 0,-1 4-43 16,0 4 0-16,-5 2-28 0,-8 1-5 0,-2-2-1 15,-3-2 1-15,-1-9-35 0,6-10 16 16,4-14 19-16,3-10 11 0,1-7 4 15,5-8-16-15,0-2-6 0,0-2-3 16,5-2 22-16,4-6 21 0,3-6 0 0,5-2 12 16,2-4-11-16,2 2-1 0,2 3-37 15,0 4 0-15,-2 5-3 0,0 6-9 0,-2 0 18 16,-3 7 31 0,1 8 9-16,-4 1 68 0,-4 4-15 15,2 3-22-15,-3 0-28 0,-3 1-10 16,0 1 44-16,-4-4-12 0,-1-2 3 0,0-2-10 15,0-5 1-15,0-1 3 0,-6-3-10 16,1-2-21-16,-6-3-26 0,-4-2 4 16,-5-1-27-16,-2-1-22 0,-4-8 10 15,-3-1 3-15,3-5-44 0,0-4-75 0,2-3-75 16,2-3-154-16,2-1-175 0,8 6-495 16,8-7-326-16</inkml:trace>
  <inkml:trace contextRef="#ctx0" brushRef="#br0" timeOffset="89617.191">12739 12977 1820 0,'0'0'493'0,"0"0"-99"0,0 0-31 0,0 0 52 16,-86 50-55-16,58-22-92 0,1 8-50 16,1 6-48-16,2 4-40 0,2 5-13 15,-1 5 2-15,3 2-11 0,4 0-60 16,-1-1-20-16,7-1-26 0,5-6-2 15,5-7 28-15,2-8-10 0,11-7-17 0,8-8 0 0,4-4 14 16,6-7-13-16,1-6 16 0,4-3-18 16,0-3-2-16,-1-10-31 0,-3-4-65 15,-5-4-64-15,-3-3-41 0,-5-1-113 16,-6-1-229-16,-7 5-419 0,-6-7-556 0</inkml:trace>
  <inkml:trace contextRef="#ctx0" brushRef="#br0" timeOffset="89774.241">12468 13407 957 0,'0'0'2129'0,"0"0"-1749"0,0 0-212 0,0 0 81 0,0 0 59 0,0 0-137 15,0 0-13-15,91 2 20 0,-42-7-79 16,7-2-59-16,2-3-40 0,1 0-26 16,-1-1-38-16,1 0-44 0,-3-1-93 15,-4 0-104-15,-13 3-300 0,4-4-812 0</inkml:trace>
  <inkml:trace contextRef="#ctx0" brushRef="#br0" timeOffset="90718.919">14116 12703 2752 0,'0'0'609'0,"0"0"-144"0,0 0-113 0,0 0-69 0,0 0-82 16,0 0-63-16,-5 69 6 0,1-22 3 16,0 11-50-16,-2 6-24 0,-5 9-21 15,-4 0-15-15,-5 5-22 0,-6 1 6 16,1-1-21-16,-4-1 0 0,1-6-3 15,3-9-15-15,5-14-10 0,7-12-20 0,6-13-4 16,4-10-27-16,3-10-16 0,0-3-79 16,6-3-23-16,5-9-71 0,1-7 97 15,4-7 40 1,-2-8 39-16,3-6 11 0,-4-4-133 0,3-6-100 16,-3-2 62-16,0-4-4 0,-4-2 82 15,-3 0 174-15,-5 1 10 0,1 1 147 16,-2 3-3-16,0 6 73 0,0 9 18 15,0 5-4-15,0 12-3 0,0 7-37 16,0 7-14-16,1 5-54 0,4 2-53 16,1 2-34-16,7 8 22 0,5 6 211 15,2 8-105-15,3 8-58 0,-2 5-31 16,-3 4-27-16,1 5-28 0,-2-1-9 16,-3 2-20-16,3-2-1 0,2 0-24 0,1-2 0 0,-1-5-4 15,1-1-14-15,0-5-46 0,-5-4-16 16,1-2 10-16,-5-5-7 0,-2-3 0 15,-2-4 3-15,-1-3 21 0,-5-3 27 16,-1-5-8-16,0 1-72 0,-6-4-65 16,-5 0-31-16,-5 0-76 0,-7-5 40 0,-4-2 20 15,-5-4 63-15,0 0 70 0,-2-3 83 0,1-1 26 16,2 0 0-16,3-1 113 0,3 2 140 0,6 1-40 16,6 2-39-16,5 2-29 0,6 2 22 15,2 1-4-15,9-2-19 0,10-1-64 16,9-4 7-16,5-2-3 15,8-1-26-15,2-5-58 0,5-1-15 0,-1-4-28 16,-2-1-63 0,2-2-136-16,-3-1-201 0,-10 6-652 0,8-10-1142 15</inkml:trace>
  <inkml:trace contextRef="#ctx0" brushRef="#br0" timeOffset="91050.173">14686 13472 2425 0,'0'0'785'0,"0"0"-569"0,0 0-203 15,0 0 19-15,0 0 66 0,0 0 48 16,0 0-17-16,0 0-47 0,65-72-54 16,-43 38-28-16,-2-5-1 0,0-4-34 15,0-2-62 1,-4-3-10-16,-2 3 6 0,-3-1 18 15,-4 7 61-15,-3 5 22 0,-1 7 38 0,1 8 29 16,-2 7-1-16,-1 4 3 0,1 5-6 16,-1 1-6-16,2 2-16 0,4 4-28 15,2 7 115-15,4 4 54 0,-2 6-70 16,4 5-28-16,-4 3-7 0,0 3 10 16,0 4-26-16,-4 0-36 0,0 0-25 0,-1-2-22 15,0-2-15-15,-2-2-40 0,-1-1-9 0,0-4-54 16,0-6-62-16,1-1-148 0,2-8-225 15,1-2-216-15,8-8-593 0</inkml:trace>
  <inkml:trace contextRef="#ctx0" brushRef="#br0" timeOffset="91288.385">15518 12991 2357 0,'0'0'674'0,"0"0"-221"0,10 89-96 0,-10-53 32 15,0 7-11-15,0 0-101 0,0-2-137 0,0-1-75 16,0-2-62-16,0-2-3 0,0-6-3 16,0-2-49-16,0-7-80 0,4-3-24 15,-2-6 11-15,3-4-19 0,0-7-97 16,1-1-188-16,2-11-284 0,-2 0-595 0,8-19-310 15</inkml:trace>
  <inkml:trace contextRef="#ctx0" brushRef="#br0" timeOffset="91504.508">15583 12983 2028 0,'0'0'769'16,"0"0"-346"-16,0 0-101 0,0 0-28 16,0 0 1-16,0 0-71 0,0 0-53 15,0 0-63-15,0 0-37 0,0 0 30 16,92 7 126-16,-52 11-130 0,6 1-73 15,-4 1-24-15,-1 2-19 0,-6 3-14 16,-8-1-22-16,-6 2-46 0,-11 1-28 0,-6 2-12 16,-5-1 70-16,-16 0 22 0,-8 2-7 15,-8-2 10-15,-4-2 30 0,-4 0 15 16,-2-1-1-16,1-4 1 0,-1-3-24 0,4-4-43 16,5-5-28-16,2-4-162 0,5-5-211 15,8 0-496-15,-3-18-600 0</inkml:trace>
  <inkml:trace contextRef="#ctx0" brushRef="#br0" timeOffset="92338.616">13624 12515 2264 0,'0'0'269'16,"0"0"-163"-16,0 0-51 0,-84 29 32 0,63-15 282 0,1 2-212 15,2 3-52-15,4 6-10 0,3 4 35 16,3 11 28-16,5 9 27 0,3 12-21 16,0 12-5-16,0 10 8 0,5 8-71 0,-2 6-31 15,0 9-16-15,-1 2-6 16,4 3 15-16,0 1 4 0,7-3-25 0,4-7-37 15,6-12-11-15,8-11-25 0,9-13-60 0,13-13-18 16,9-10-96-16,17-15-60 0,12-14-133 16,-17-7-162-16,54-24-579 0</inkml:trace>
  <inkml:trace contextRef="#ctx0" brushRef="#br0" timeOffset="92591.745">16208 12828 3123 0,'0'0'402'0,"0"0"-332"0,82 9-13 0,-46-2 163 16,10 7 13-16,-2 2-92 0,2 8-76 0,-2 9-34 0,1 5-11 15,-5 8-20-15,-6 5-38 0,-10 5-11 16,-12 4-20-16,-12 1 13 0,-5 4-54 15,-18-2-16-15,-10 2 35 0,-4-3 66 16,-6-2 24-16,1-7-34 16,6-5-47-16,4-10-133 0,10-12-300 15,2-2-692-15</inkml:trace>
  <inkml:trace contextRef="#ctx0" brushRef="#br0" timeOffset="92970.145">17453 12756 2880 0,'0'0'467'16,"0"0"-128"-16,0 0-93 0,0 0 71 16,0 79 2-16,0-49-67 0,0 6-77 15,0 3-62-15,0 4-37 0,5 1-12 0,0 2-9 16,-2 2-25-16,-3 1-30 0,0-1-1 15,-3-1-20-15,-5-2-9 0,-4-5-56 16,2-4-26-16,1-6-20 0,2-7-3 16,3-8-22-16,4-4-34 0,0-10-142 15,0-1-250-15,2-2-505 0,3-22-638 0</inkml:trace>
  <inkml:trace contextRef="#ctx0" brushRef="#br0" timeOffset="93308.13">17404 12737 988 0,'0'0'2106'0,"0"0"-1717"0,0 0-196 0,0 0 5 16,64-71 26-16,-31 63 13 0,6 3-51 16,3 0-29-16,2 5-46 0,-1 4-44 15,-2 3-21 1,-8 5-46-16,-6 1-27 0,-7 7 7 16,-11 3 20-16,-9 6 61 0,-6 1-15 15,-12 5-15-15,-8 0-31 0,-4 0-3 16,2-4-9-16,6-1 12 0,5-6 12 0,7-4 6 15,6-2-3-15,4 1-11 0,6 0 8 16,10 2 6-16,7 2-16 16,5-1-2-16,7 1-17 0,1 0-20 0,1-3-3 0,-2-2 1 15,-6 2-4-15,-7-3 9 0,-5-1 3 16,-6 1 13-16,-8-2 16 0,-3 1 2 0,-4 3 40 16,-12 3-37-16,-9-2 12 0,-3 5 7 15,-6-2-19-15,-3 1 15 0,-5-2-15 16,-4 0-3-16,-3-1-1 0,-2-3-11 15,-5-3-28-15,-1-2-111 0,-7-4-192 0,16-3-385 16,-31-2-1221-16</inkml:trace>
  <inkml:trace contextRef="#ctx0" brushRef="#br0" timeOffset="97806.865">20267 13773 2108 0,'0'0'324'15,"0"0"-18"-15,0 0 217 0,0 0-177 0,0 0-52 16,0 0-74-16,0 0-49 0,0 0-47 16,-9 78-49-16,-8-47-20 0,-2 1-27 15,-6 0-28-15,2-1-1 0,0-3-21 16,4-5-15-16,2-4-43 0,4-4-47 15,3-5-35-15,7-5-27 0,3-5-148 16,3 0-346-16,25-16-581 0</inkml:trace>
  <inkml:trace contextRef="#ctx0" brushRef="#br0" timeOffset="98283.502">21151 13520 2944 0,'0'0'352'15,"0"0"-225"-15,0 0-50 0,-102-17 128 0,63 15 56 16,-1 2-87-16,-1 0-78 16,1 5-46-16,1 8 6 0,5 7 46 15,0 5 102-15,3 8-53 0,3 6-56 16,7 2-12-16,6-2-25 0,7-6-46 0,6-5-12 16,4-11-31-16,12-5-11 15,7-9 23-15,6-3 19 0,8-6 0 0,5-12 0 16,1-6-37-16,5-9 1 15,-1-4-16-15,3-4-16 0,-1-4 25 0,-1 0 9 0,-1-4-12 16,0-4 15-16,-3-5-31 0,-2-3-2 16,-3-6 8-16,-4-5-44 0,-5-3-49 0,-8 2-46 15,-6 4 98-15,-6 4 97 16,-5 6 36-16,-3 11 23 0,-2 5 46 0,-4 11 47 16,0 10-9-16,2 7 21 0,2 7-34 15,2 4-29-15,-2 4-36 0,1 0-16 16,-1 2-46-16,1 9-3 0,-2 8-22 0,0 12 22 31,-2 12 31-31,0 10 43 0,-2 7-26 16,-1 8 1-16,-2 4-30 15,-3 3-19-15,-1 0-25 0,-3-3-8 0,4-3 5 16,2-7-9-16,4-8-8 0,7-10-75 0,4-8-18 16,13-10-20-16,5-8-31 0,7-8-73 15,4-8-116-15,-5-2-272 0,21-15-583 0</inkml:trace>
  <inkml:trace contextRef="#ctx0" brushRef="#br0" timeOffset="98488.168">21981 13104 3134 0,'0'0'389'16,"0"0"-199"-16,0 0-64 0,-56 67 132 15,33-33 7-15,-1 7-52 0,0 3-10 16,2 0-40-16,1 5-56 0,5-5-37 15,2 1-27-15,5-3-43 0,4-6 0 0,5-6-34 16,0-5-11-16,8-8 20 0,9-5 1 16,5-5-4-16,4-4 15 0,5-3 11 15,0-8-24-15,1-7-78 0,-2-8-99 16,-4-1-112-16,-4-3-227 0,-8 7-477 16,-4-16-498-16</inkml:trace>
  <inkml:trace contextRef="#ctx0" brushRef="#br0" timeOffset="98651.635">21699 13319 2217 0,'0'0'1041'0,"0"0"-676"0,0 0-138 0,0 0-35 16,0 0 37-16,0 0-84 0,0 0 29 15,0 0 10-15,104 45-89 0,-48-45-58 0,4 0-28 16,4-5-9-16,-1-4-42 0,-1-1-63 16,-3 1-129-16,-3-1-148 0,-9-1-318 15,-13 3-632-15,6-5-788 0</inkml:trace>
  <inkml:trace contextRef="#ctx0" brushRef="#br0" timeOffset="99568.178">23268 12811 1429 0,'0'0'653'16,"0"0"-213"-16,0 0-124 0,0 0 14 0,0 0 14 15,0 0 4-15,0 0-118 0,0 0-84 16,0 0-6-16,-33 76 6 0,14-29-23 0,-2 10-15 0,-6 7-16 16,-2 4-34-16,-4 3-27 0,-3 0-28 15,-3-2-3-15,2-3-20 0,4-7-10 16,7-8-7-1,9-11-18-15,8-11 24 0,7-10-6 0,2-6-18 16,4-5-32-16,8-6 35 0,5-2-38 16,4-7-46-16,4-10-7 15,2-6-37-15,1-5-97 0,1-4-8 0,-2-5-15 16,-1-1 24-16,-3-4-10 0,-3-3 8 16,-3-2-235-16,-1-5-89 0,-4 0 332 15,-2-2 270-15,-3 4 97 16,-2 3 219-16,1 6 88 0,-1 4-15 0,1 8-23 0,-1 8-43 15,3 7-53-15,-1 4 1 0,1 5-33 16,0 5-61-16,3 0-32 0,2 5-4 0,2 8-18 16,0 5-14-16,1 8-15 0,-3 6 11 15,-3 6-28-15,-1 3-40 0,0 5-21 0,-2 0-16 16,-1 1 0-16,2-2-28 0,2-4 25 16,-4-1-19-16,1-7-67 0,1-4-11 15,-1-6 48-15,-2-4 21 0,1-3 18 16,0-6 11-1,-1-1-42-15,-4-5-40 0,-1-1-23 16,0-3-15-16,-4 0-64 0,-7 0-77 0,-9-6-2 16,-6-4-187-16,-2-4 16 15,-4-2-61-15,0-1 260 0,1-3 231 0,0 1 6 16,6 1 188-16,2-2 114 0,6 4 74 16,6-2-41-16,6 4-17 0,5-1-8 15,0 1-15-15,8 1-9 0,6-1-131 0,6 0-52 16,5-3-35-16,3 1-24 0,1-4-44 0,4 1-15 15,-2-5-28-15,-1 3-160 0,-1-5-156 16,-6 8-271-16,8-10-906 0</inkml:trace>
  <inkml:trace contextRef="#ctx0" brushRef="#br0" timeOffset="99921.064">23802 13415 2421 0,'0'0'959'16,"0"0"-832"-16,0 0-42 0,0 0 74 15,0 0 120-15,0 0-31 0,0 0-22 16,0 0-56-16,0 0-118 0,0 0-49 16,0 0 28-16,47-100-22 0,-27 61-9 15,-3-4-31-15,-2-1-2 0,-5 1-23 16,0-1 7-16,-4 4 6 0,-2 3 27 15,-1 3-7-15,0 7 21 0,0 4 2 16,3 2-3-16,-4 6 3 0,4 3-1 0,2 3-11 0,0 6 12 16,5-1 9-16,0 4 19 0,4 2 3 15,-1 8-9-15,4 7 33 0,-3 6 13 16,1 6 9-16,-2 4-44 16,-2 3-5-16,0 3-13 0,-5-2-15 0,2 0-2 15,-3-2-44-15,-2-2-64 0,0-2-38 16,-4-2-35-16,1-6-41 15,0 1-109-15,-1-5-180 0,-1-7-501 16,-1-1-515-16</inkml:trace>
  <inkml:trace contextRef="#ctx0" brushRef="#br0" timeOffset="100521.552">24773 12756 843 0,'0'0'2022'0,"0"0"-1510"0,0 0 47 0,25 66-230 0,-18-30 37 16,-2 0-50-16,-5 4-102 0,0 3-89 16,0-2-64-16,-7-1-34 0,3-1-27 15,0-8-3-15,1-3-18 0,3-6-40 16,0-7-85-16,0-5-41 0,0-3-12 16,4-5-23-16,0-2-85 0,-1-2-265 15,0-5-197-15,1-14-636 0</inkml:trace>
  <inkml:trace contextRef="#ctx0" brushRef="#br0" timeOffset="100738.586">24888 12709 2155 0,'0'0'508'16,"0"0"-225"-16,0 0 75 16,0 0 39-16,94 22-98 0,-61-6-98 15,3 3-70-15,0 4-38 0,-1 2 0 16,-4 1-13-16,-3 4-68 0,-8 0-12 15,-4-1-15-15,-7 1-38 0,-9-2 38 16,0-1-38-16,-15-1 51 0,-7 0 1 16,-9-3-14-16,-8 2-26 0,-10 0-14 0,-7-2-32 15,-5 1 6-15,-4-2-13 0,0-2-7 0,1-4-69 16,-3-1-158-16,4-3-225 0,15-6-545 16,-19 0-692-16</inkml:trace>
  <inkml:trace contextRef="#ctx0" brushRef="#br0" timeOffset="136502.947">5692 12550 1087 0,'0'0'2118'15,"0"0"-1644"-15,0 0-266 0,0 0-83 16,0 0 136-16,18-72 76 0,-26 58 10 0,-5-1-78 15,-5 2-56-15,-5 2-77 0,-5 2-39 16,-9 4-42-16,-7 3-55 0,-9 2-16 0,-6 9-23 16,-6 8-3-16,-3 4 27 0,-1 5 15 15,2 3 9-15,3 4 12 0,6 1 9 16,6 0-9-16,8 1 13 16,8 1-10-16,7-3-3 15,9 0-3-15,7-2 6 0,9-2-24 16,4-3-3-16,18-2-21 0,9 0 0 0,14-4-18 15,12-1 5-15,12-4 22 0,9-2 12 16,8-4-12-16,-1-7-6 0,1-2-4 16,-6 0 23-16,-8-2-28 0,-11-4-30 15,-12 0-28-15,-12 0-37 0,-10 5-6 0,-11 1-58 16,-12 0-174-16,-3 0-240 0,-19 1-160 16,-8 4-429-16,4-3-541 0,-27 5 1639 0</inkml:trace>
  <inkml:trace contextRef="#ctx0" brushRef="#br0" timeOffset="136671.997">4846 13234 909 0,'0'0'71'0,"0"0"1170"0,0 0-618 0,0 0-315 15,0 0-30-15,0 0 54 0,0 0-7 16,102 55-30-16,-44-61-84 0,8-6-79 0,4-3-67 16,0-1-32-16,2 0-33 0,-4 0-6 15,-5 1-52-15,-5 0-93 0,-4 3-41 16,-6 4-53-16,-7 1-54 15,-8 3-245-15,-10 1-708 16,-3 3-697-16</inkml:trace>
  <inkml:trace contextRef="#ctx0" brushRef="#br0" timeOffset="136844.195">6478 13541 2989 0,'0'0'2022'16,"0"0"-2022"-16,0 0-199 0,0 0-851 15,-86-48-2099-15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06T02:53:51.16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4833 10578 924 0,'0'0'2151'0,"0"0"-1657"0,0 0-235 0,0 0-83 16,0 0 38-16,0 0-28 0,0 0-71 15,0 0-32-15,0 0-21 0,0 0 5 16,-24 0 1-16,31 0 18 0,6 2 18 15,6 3 6-15,5 4 3 0,8 0-49 16,4 3-28-16,7-1-33 0,8 1 6 0,6-1-7 16,7-4-2-16,9-1 2 0,5 0 0 15,7-2-1-15,9-2 15 0,5-2-16 0,5 0-1 0,2 0-30 0,4-5-5 16,-5-1-22-16,-2 2-3 0,-6-2-34 31,-6 2-18-31,-10-1-3 0,-5 2-26 16,-9 0-70-16,-11 1-87 0,-11-2-210 15,-14 4-285-15,-9 0-733 0</inkml:trace>
  <inkml:trace contextRef="#ctx0" brushRef="#br0" timeOffset="400.569">4641 12239 1091 0,'0'0'2389'16,"0"0"-2151"-16,0 0-238 0,0 0 0 0,0 0 253 16,97 4 38-16,-58-4-151 0,8 0-35 15,6 0 43-15,9-4 113 16,9-2-62-16,6 0-50 0,9-2-100 0,-1 1-49 16,2 1-36-16,-5 0 35 15,0-1 1-15,-4 3-19 0,3-2-2 0,-1 1 3 0,1 2 15 16,-2 0 1-16,-4 1-53 0,-4-2-95 15,-5 4-150-15,-7 0-25 0,-4 0 39 16,-9 4-225-16,-14-2-663 0,-2-2-510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11:38.6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6797 4316 1812 0,'0'0'1139'16,"0"0"-847"-16,0 0-111 0,0 0-101 0,0 0-48 0,0 0 2 16,0 0 26-16,0 0 23 15,0 0-33-15,51-45 1 0,-37 34-33 0,-2 1-15 16,-1 3-3-16,-2 3-12 0,-3 1-1 16,-2 3-2-16,2 0 15 0,-3 5 36 15,5 4 59-15,-5 2 5 16,0 6-24-16,-1 3-17 0,-2 5-12 15,0 3-19-15,-5-1-26 0,-2-1 20 0,0 2-22 16,4-6 0-16,0-3-15 16,2-6-7-16,1-4 0 0,0-4 3 0,0-4-9 15,0-1 25-15,0 0-19 0,1 0-15 16,2-6-52-16,0-5-112 0,4-9-109 16,-3-6-178-16,1 4-723 0,-4-19-428 15</inkml:trace>
  <inkml:trace contextRef="#ctx0" brushRef="#br0" timeOffset="141.825">6920 3967 2291 0,'0'0'414'0,"0"0"-183"0,0 0-51 16,0 0 75-16,0 0-17 16,0 0-86-16,0 0-152 0,0 0-3 15,0 0-127-15,0 0 13 0,17 0-45 16,-7 0-145-16,-4 0-327 0,-3 0-804 0</inkml:trace>
  <inkml:trace contextRef="#ctx0" brushRef="#br0" timeOffset="489.601">6454 4103 789 0,'0'0'446'0,"0"0"550"16,0 0-644-16,0 0-200 0,0 0-23 15,0 0 50-15,0 0 26 0,0 0-128 0,0 0-77 16,0 0-48-16,-96 79-19 0,64-54-16 16,-1 2 3-16,0-1-4 0,3 0-41 0,-2 2-14 15,6-2 98-15,4-5 37 0,4-2 4 16,6-5 17-16,4-4 40 15,5-3 27-15,3 0-68 0,0 0-13 0,8 0 17 16,2-1 2-16,3 3 91 0,5-3-1 16,-2 1-19-16,1-2-65 15,0 2-28-15,-4-3-22 0,0-1 19 0,-2 0-64 16,-2-1-71-16,-2-1-52 0,-2 0-100 0,0 1-218 16,-5-1-227-16,0-1-531 0</inkml:trace>
  <inkml:trace contextRef="#ctx0" brushRef="#br0" timeOffset="674.421">5989 4660 853 0,'0'0'170'0,"0"0"728"0,0 0-574 0,0 0-33 0,0 0 79 16,0 0 15 0,0 0-99-16,0 0-116 0,0 0-94 0,0 0-35 15,91 58-41-15,-74-58-12 0,3 0-38 16,-2-1-152-16,0-5-78 0,0-2-145 15,-7 2-583-15,-1-5-656 0</inkml:trace>
  <inkml:trace contextRef="#ctx0" brushRef="#br0" timeOffset="1382.606">5407 4286 665 0,'0'0'3'0,"0"0"30"0,0 0 329 16,0 0 406-16,0 0-376 0,0 0-214 15,0 0 0-15,0 0 57 0,0 0-55 16,0 0-52-16,0 0-13 0,39-8-41 16,-37 9-4-16,0 1-16 0,1-1-6 15,1 1 12-15,-1-1-22 0,2 0-6 0,0 3-17 16,2-2-2-16,-2 2 2 0,2 0-14 16,0 0 19-16,0 1-19 15,-1-4-1-15,1 3 13 0,-4-2-1 16,0-1 20-16,-1 2 2 0,-1-3-8 0,-1 1 11 15,0-1 8-15,0 0 11 0,0 0 0 16,0 0 1-16,0 0-25 0,0 0-29 0,0 0-3 16,0 0-2-16,0 0-17 0,0 0-22 15,2 2-9-15,0 1 37 16,1-1 13-16,0 2 25 0,1 0-22 16,-1-1-3-16,-1-1 28 0,-1 1-2 15,-1-2-25-15,2-1 2 0,-2 1 13 0,0 4 3 16,1-3-16-16,0 2-1 0,1 2 11 15,1 2-10-15,-2 3-3 0,2-1 0 16,-3 4-16-16,3-3-2 0,-3 1-8 16,1 0 13-16,-1-4 12 0,0 2 2 15,0-5 0-15,0-2 15 0,2 0 4 0,-2-1-20 16,0-1 2-16,0-1 10 16,0 0-9-16,0 0-3 0,0 0-1 15,0 0-2-15,0 0-9 0,0 0-8 0,1 0-37 16,-1 0-65-16,0 0 5 0,0 0 42 15,0-1-20-15,0-1-20 0,0-2-2 16,-3-1-36-16,-1 1-17 0,3 0 93 0,-2-1-13 16,3 3-3-16,0-2-1 0,0 4 30 15,0-1 19-15,0-2 9 16,-2 0 13-16,1 0-31 0,-2 0 18 16,2-1 34-16,-2 2-60 0,-2-4-22 0,1 2-136 15,1 2-85-15,-4-5-314 0</inkml:trace>
  <inkml:trace contextRef="#ctx0" brushRef="#br0" timeOffset="2015.94">5326 4339 378 0,'0'0'105'0,"0"0"51"16,0 0 626-16,0 0-262 0,0 0-192 0,0 0-144 0,0 0-45 16,0 0-39-16,0 0-7 0,0 0-9 15,0 0 6-15,16-41-16 0,-9 41-20 0,0 0-3 16,2 0 7-16,4 0 38 0,1 0 9 16,2 4 19-16,2-2-20 0,0 3-15 15,0 0-14-15,-1 2-21 16,0-2-1-16,2 1-2 0,-1 3 5 15,0 1-31-15,2 0-3 0,-2 2-18 16,-1 1 2-16,-3 2-6 0,-3 0-2 0,-2 1-43 0,-4 5 33 16,-4-2-13-16,-1 4 12 0,-1 1 13 15,-8 0-2-15,-3 2 2 0,-2-2-12 16,1 0 9-16,-3-1 3 0,0 0-2 16,-1-2-14-16,-2 1-2 0,0-3 17 15,-1-2 1-15,1 1-22 0,1-6-6 16,3-4-1-16,0-2-5 0,1-3-1 15,3-3-28-15,1 0 22 16,1-4-3-16,-2-3 6 0,5-5 10 0,0-5 28 16,0-2 0-16,2-4 0 0,4-2 12 15,0 0 4-15,0 0-14 0,3 0-2 16,4 3-16-16,1 1-25 0,0 3 22 16,4 1-23-16,-1 1-5 0,2 0-36 15,5 3-10-15,2-4-111 0,4 3-134 0,5 2-319 16,-6 0-501-16</inkml:trace>
  <inkml:trace contextRef="#ctx0" brushRef="#br0" timeOffset="2459.949">7867 4407 939 0,'0'0'2371'0,"0"0"-1965"16,0 0-334-16,0 0-72 0,0 0 51 0,0 0 150 0,0 0 34 15,0 0-158-15,0 0-77 0,-108 28-19 16,70-14 6-16,-3 5-27 0,-3 2-13 16,2 3-16-16,1-3-15 0,6 0 36 15,6-3-12-15,6-5 42 0,7-1 18 16,7-7 0-16,4-1 0 0,4-1-19 16,1 0 19-16,0 1 34 0,5 1 90 15,5 1-9-15,2 2-25 0,5 0-34 16,-1 0-12-16,4-1 8 0,0 0-21 15,-2-1 13-15,0 0-20 0,-5 0-24 16,2-1-12-16,-4 1-13 0,-2 0-15 0,1-1-22 16,-4 0-47-16,-3 0-78 0,-3 0-71 15,0 0-143-15,0-1-239 16,-17 4-577-16</inkml:trace>
  <inkml:trace contextRef="#ctx0" brushRef="#br0" timeOffset="2627.098">7489 4772 173 0,'0'0'2145'0,"0"0"-1873"0,0 0-191 16,0 0 105-16,0 0 93 0,0 0-30 0,0 0-39 15,76 26-55-15,-64-21-89 0,1 1-63 16,0-1-3-16,0 0-60 0,1-2-136 16,-1 1-49-16,2-3-142 0,-5 0-620 15,0-1-794-15</inkml:trace>
  <inkml:trace contextRef="#ctx0" brushRef="#br0" timeOffset="3248.377">8135 4345 1116 0,'0'0'16'16,"0"0"1208"-16,0 0-927 0,0 0-55 15,0 0 5-15,35 72-11 0,-34-43-14 16,-1 1-33-16,0 1-38 0,-6 5-34 15,-1 0-26-15,-2-1-29 0,-1-1-59 0,3-4-1 16,0-2-2-16,2-8-2 0,4-4 0 16,1-7-29-1,0-4 19-15,0-1 12 0,1-4-13 0,2 0-2 0,3 0-29 16,4-9 28-16,6-4-35 0,3-7 35 0,4-4-59 16,1-4 12-16,-1-3 45 15,-1-1-1-15,1-1 19 0,-1 4 26 16,-3 2-26-16,-1 6 0 0,-1 5 13 15,-2 5-1-15,-2 6 26 0,-5 4 6 0,1 1-19 16,0 1 19-16,2 8 10 0,1 3 39 16,1 4-8-16,-2 5-11 0,-1 2-12 15,2 2-28-15,-2 0-18 0,0 0-16 0,1 0-25 16,3-1-34-16,1-4-81 16,1-2-54-16,1-2-95 15,1-1-155-15,-1-6-340 0,-1 1-922 0</inkml:trace>
  <inkml:trace contextRef="#ctx0" brushRef="#br0" timeOffset="4031.262">12006 4305 91 0,'0'0'2772'0,"0"0"-2248"16,0 0-435-16,0 0-89 0,0 0 0 16,0 0 91-16,76-57 39 0,-48 37-48 15,2-1-63-15,-1 2-3 0,-2 1 6 0,-3 2-20 0,-3 7-2 16,-4 2-13-16,-4 4 11 0,0 3 1 16,-3 0 1-1,1 11 50-15,-2 4 38 0,-3 8 0 16,1 4-9-16,-4 10-20 0,-1 6-12 0,-1 6-31 15,-1 5 15-15,0 5-28 0,0 2-2 0,-3-2-1 16,0-3 22-16,0-3 0 0,0-6 30 16,3-9 60-16,0-7 5 0,0-6-58 15,2-7-22-15,-1-8-25 16,2-4 6-16,-3-2-15 0,0-4 19 0,0 0 9 16,0 0-31-16,0-2-7 15,-6-9-100-15,1-5-103 0,-3-9-42 16,0-9-8-16,1-4-204 0,2 5-207 0,-6-30-861 0</inkml:trace>
  <inkml:trace contextRef="#ctx0" brushRef="#br0" timeOffset="4186.765">12372 3784 1159 0,'0'0'1950'15,"0"0"-1460"-15,0 0-231 16,0 0-11-16,0 0-54 0,96-13-92 15,-77 10-102-15,-3 2-19 0,1 1-55 16,-2 0-66-16,-1 1-87 0,-1 6-240 0,-4-2-679 16,-9 6-1159-16</inkml:trace>
  <inkml:trace contextRef="#ctx0" brushRef="#br0" timeOffset="4585.851">11745 4089 437 0,'0'0'2128'0,"0"0"-1729"0,0 0-251 16,0 0-24-16,0 0 45 0,0 0 37 16,0 0-60-16,0 0-55 0,0 0-91 0,0 0-41 15,-66 53-28-15,40-29 9 0,0 5 12 16,1-1 10-16,2-1 37 0,5-1-21 16,3-4 21-16,2 1 1 0,6-5 0 15,4-1 3-15,3-3-3 16,0-2 29-16,3 1-4 0,8-2 48 0,-1-1 18 15,4-1-2-15,1-2-67 0,1-3-22 0,-1 2-16 16,-2-4-9-16,-1 1-51 16,-3-3-94-16,-3 1-97 0,-3 0-171 15,-3 3-729-15</inkml:trace>
  <inkml:trace contextRef="#ctx0" brushRef="#br0" timeOffset="4755.925">11402 4603 202 0,'0'0'2330'0,"0"0"-2008"0,0 0-81 16,0 0 170-16,0 0-23 0,0 0-49 16,92 41-66-16,-69-37-100 0,-1 1-90 15,0-1-68-15,-1-2-15 0,-1-2-21 16,-2 0-87-16,-1 0-99 16,-1 0-60-16,-3 0-82 0,-5 0-266 0,-3 0-608 0,-5-2-666 15</inkml:trace>
  <inkml:trace contextRef="#ctx0" brushRef="#br0" timeOffset="5089.905">10875 4321 914 0,'0'0'466'0,"0"0"411"0,0 0-489 0,0 0-179 16,0 0 67-16,0 0 36 0,87-64-121 15,-64 60-71-15,-4 2-57 0,1 2-29 16,0 4 7-16,-1 5-13 0,-3 3-9 16,-1 2-18-16,-3 5-1 0,-4 0-13 15,-7 4 10-15,-1-1-32 0,-4 3 0 16,-8-2-15-16,1-2 31 0,-2-2 19 0,-3-1 34 16,1-4-15-16,0-4-4 0,0 0-11 0,-1-4 8 15,3-1 4-15,1-3-13 16,3-2 44-16,2 0 19 0,1-6-2 15,0-5-64-15,0-3-33 0,2-8 30 16,4-2-16-16,0-2-25 0,1-2-9 16,10 3-70-16,4 1-31 0,7 4-27 15,1 4 6-15,7 4-145 0,8 0-134 16,-10 5-557-16,22-1-476 0</inkml:trace>
  <inkml:trace contextRef="#ctx0" brushRef="#br0" timeOffset="5456.546">13221 4184 2406 0,'0'0'1267'0,"0"0"-1179"15,0 0-88-15,0 0 0 0,0 0 63 16,0 0 205-16,0 0 21 0,0 0-289 16,0 0-40-16,-110 35-10 0,67-13 4 0,-3 4-7 0,-5 5 12 15,4 0-3 1,-1 1-16-16,6-1 0 0,9-6 60 0,9-4 0 0,10-6 32 16,6-3-32-16,8-4-12 15,0 3 12-15,2-4 0 0,9 0 108 0,7 2-46 0,3-2-15 16,6-1-7-16,2 1 16 0,1-2-15 15,-1-1-35 1,-4 1-6-16,-3-3-1 0,-5 3-24 0,-7-3-34 16,-4 1-59-16,-2-1-124 0,-4 2-210 15,0-2-336-15,-13 4-1080 0</inkml:trace>
  <inkml:trace contextRef="#ctx0" brushRef="#br0" timeOffset="5606.948">12732 4657 199 0,'0'0'2533'0,"0"0"-2222"16,0 0-144-16,0 0 202 0,0 0-47 0,0 0-37 16,0 0-61-16,94 45-81 0,-70-38-66 15,4 1-77-15,2-2-10 0,2 0-141 16,2-5-119-16,0 1-47 0,3-2-158 16,-11 0-495-16,13-3-650 0</inkml:trace>
  <inkml:trace contextRef="#ctx0" brushRef="#br0" timeOffset="6213.2">13481 4257 2564 0,'0'0'991'0,"0"0"-764"0,0 0-205 16,0 0 41-16,0 0 34 0,62 78 11 16,-54-50 79-16,-2 7 6 0,-2 1-95 0,-3 6-30 15,-1-1-50-15,0 2-18 0,0-5-25 16,-4-2-9-16,4-7-28 0,0-4 10 0,0-7 12 16,0-7-16-16,4-2-19 0,5-5-52 15,-2-4-43-15,6 0-3 0,1-7-13 16,4-5 24-16,3-7 6 15,1-3-16-15,0-4 28 0,-1-5 57 0,1-3 60 16,-1-4 27-16,-3-2 39 0,0 0 38 16,-3 2 29-16,4 7 18 0,-5 6 1 15,0 9 24-15,-2 6-10 0,-3 8-9 16,-1 2 2-16,-2 5 13 0,1 5 36 0,-2 6-7 16,-4 6-38-16,-1 2-34 15,0 2-19-15,-3 2-37 0,-3-1-17 16,1-4-29-16,2-4-22 0,3-3-2 15,0-4-4-15,3-5-2 0,5-2-26 16,6-5-9-16,4 0 22 0,2-2 9 0,7-8 34 16,-2-6 11-16,4-1 2 0,1-3-13 15,-1-2 1-15,1 0-1 0,1-1 0 0,-3 1-3 16,-2 7-16-16,-4 0 19 16,-5 8 38-16,0 4 5 0,-5 3 4 15,1 0 5-15,-3 9 22 0,2 4 27 16,-4 5 0-16,2 4 25 0,-5 4-23 0,-2 4-17 15,-3-1-35-15,0 2-32 0,0-1-19 16,0 0-31-16,-2-1-2 0,1-3-37 16,1-2-68-16,-2-1-82 0,2-3-75 15,0 1-159-15,0-8-298 0,0 6-631 0</inkml:trace>
  <inkml:trace contextRef="#ctx0" brushRef="#br0" timeOffset="130695.755">10654 8553 241 0,'0'0'0'16</inkml:trace>
  <inkml:trace contextRef="#ctx0" brushRef="#br0" timeOffset="168621.107">17852 7124 293 0,'0'0'144'15,"0"0"-144"-15,0 0 39 0,39-75 17 16,-25 50 595-16,1 0-387 0,1 0-17 16,4-2-68-16,0-1 74 0,-1 3 3 15,0-3 12-15,-2-2 9 0,1 4-11 16,-3 0-30-16,-2 2 24 0,-4 3-34 16,2 4-37-16,-6 5-5 0,-1 5 12 0,-2 2-11 0,-1 4-38 15,-1 1-30-15,0 6-19 0,2 7-13 16,0 10 52-16,1 5-15 0,-1 10-46 15,-2 4-22-15,-3 8-14 16,-9 2-10-16,-5 3-3 0,-2 4-24 0,-4 2-3 16,-1 0-12-1,-1-6-6-15,6-3-33 0,1-10-7 16,5-7-24-16,4-10 15 0,8-8-33 0,1-6-71 16,0-8-56-16,5-1-62 0,5-2-84 0,5-8-156 15,-1-4-220-15,11-18-798 0</inkml:trace>
  <inkml:trace contextRef="#ctx0" brushRef="#br0" timeOffset="168995.19">18170 6751 893 0,'0'0'1878'0,"0"0"-1637"16,0 0-58-16,0 0-17 0,0 0 69 15,27-70 58-15,-14 62-32 0,4 2-71 0,5 2-72 16,0 4-1-16,2 0 10 0,0 5-20 15,1 6-46-15,-3 2-2 16,1 5-17-16,-2 0 1 16,-2 5 37-16,-2 1-7 0,-1 2-21 15,-4 2-13-15,-1 2-11 0,-3 1-25 0,1 0-3 16,-3 0-18-16,-1 2-28 0,-4-1 18 16,-1 1-78-16,0-1 23 0,-4-3 9 0,-7 1 74 15,-3-4 15-15,-2 2-12 0,-7-1-3 16,-3 1 2-16,-7 2-2 0,-1-3-3 15,-3-2-18-15,4-3-7 0,3-4-45 16,1-6 45-16,5-3 25 0,2-3-16 16,0-5 4-16,2-1-34 0,-1-1-37 15,2-7-109-15,0-1-22 0,2-6 92 16,3 1-89-16,2-5-165 0,1-2-68 0,6 3-26 16,4 2-100-16,1 0-132 0,1 3-530 15,12-6 1169-15</inkml:trace>
  <inkml:trace contextRef="#ctx0" brushRef="#br0" timeOffset="169627.146">19403 6906 2367 0,'0'0'397'15,"0"0"-169"-15,0 0-20 0,0 0 88 16,0 0 2-16,0 0-116 0,0 0-126 0,0 0-56 16,-92 0-19-16,57 8-6 15,-7 4 10-15,-3 2-1 0,-4 6-9 0,-2 0 6 16,-1 3 0-16,0-2 4 0,8 1 14 15,3-3 1-15,9-2 22 0,4-2-19 16,8-3 9-16,5-2 13 0,2-4 7 0,7 0-7 16,3-1-6-1,2-5-4-15,1 5 43 0,0-3-43 16,4 4 29-16,7 1 0 0,1 0 21 0,0 2-34 16,4-3-15-16,-2 1 5 0,2-1-9 0,-1 0-11 15,3 4 1-15,1-3 8 0,3 1-10 16,1 1-1-16,2-2-24 0,-3 2 25 15,4 0 0-15,0-4 1 0,1 2 0 16,-2 0-1-16,-2-2-9 0,2 0 9 16,-2-2 1-16,-2 1 1 0,-3-1 20 15,-1 1-3-15,-6-3 5 0,1 2 7 0,-6-2 7 16,-4-1 11-16,1 0-6 16,-3 0 38-16,0 0 26 0,0 0-18 0,0 0 0 15,0 0-3-15,0 0 3 0,0 0 2 16,0 0-18-16,0 0-24 0,0 0-7 15,2-5-2-15,-1-2-40 0,1-6 0 0,-1-5-3 16,2-3-12-16,-1-5 6 16,-1-3-34-16,1-5-3 15,0-4-51-15,2 2-31 0,-1 0-22 0,2 1 12 16,-2 5-19-16,0 7-41 0,-1 2-107 0,-2 7-206 16,0 2-246-16,0 3-479 15,-8 6-330-15</inkml:trace>
  <inkml:trace contextRef="#ctx0" brushRef="#br0" timeOffset="170095.148">20135 6963 863 0,'0'0'1995'15,"0"0"-1700"-15,0 0-129 0,0 0 60 16,0 0 112-16,0 0-58 0,0 0-97 16,0 0-118-16,0 0-65 0,-85-35 3 15,59 51 16-15,-4 6 12 0,0 4 0 0,0 4 3 16,-1 2 9-16,3 5-12 0,-1 3 12 16,0-2-3-16,6 2 25 0,3-7-13 0,6-1 3 15,5-6 22-15,6-2 42 0,3-6-12 16,1 1-37-16,8-2-27 0,2-4-10 15,5-1 0 1,1-2-8-16,3-3-24 0,2-2-1 0,1 1 0 16,2-5-64-16,1 3-43 15,-1-4-27-15,0 0-31 0,1 0-41 0,-3 0-93 0,-3 0-277 16,-7 0-638-16,-2 0-1013 0</inkml:trace>
  <inkml:trace contextRef="#ctx0" brushRef="#br0" timeOffset="201360.663">10180 8897 1413 0,'0'0'384'0,"0"0"235"16,0 0-389-16,0 0-111 0,-78 21 39 16,61-14-27-16,2 2 13 0,-2 3-10 0,0 0-4 0,-6 5 10 15,-2 4-7-15,-3 1-7 0,-4 4-1 16,-3 4 5-1,-1 0-31-15,0 4-11 0,0-1-32 0,-3 3-7 0,3 0-36 16,0 3-13-16,3-1-22 0,1-1 20 16,6 3-20-16,2 1 3 15,6 2-2-15,1 5 9 0,6 4 11 0,3 6-7 16,1 6 5-16,1 2-16 0,5 2 17 16,1-1-20-16,0-2 21 0,11-3-42 15,5-5 9-15,7-2 34 0,6-1-2 16,4-2 0-16,2-1-36 0,4 0 36 15,4-1 2-15,3 0 0 0,2-2-2 0,2 0 4 16,5-1 15-16,1-2-16 0,3 0 64 0,3-3-65 16,3-1-14-1,3-1-1-15,4-4 15 0,4-3-1 16,2-2-10-16,0-4-45 0,0-4 19 0,-2-5 21 16,2-4 16-16,3-6 3 0,2-6 75 0,4-2-50 15,0-13 41-15,3-8-41 16,-1-5-25-16,1-10-3 0,-4-5-6 0,-4-3-13 15,-5-3-12-15,-8-3 28 16,-5-3-16-16,-7-3-3 0,-4-3-24 0,-7-6-20 16,-4-2-16-16,-7-5 25 0,-5-5 55 15,-7 2 2-15,-8-3 12 0,-10 0 19 16,-5-4-3-16,-7 3 0 0,-12-4 20 16,-10 4-16-16,-9-2-32 0,-7 0 0 15,-10 1-37-15,-7 4 34 0,-6 2-64 0,-7 8 20 16,-7 5-9-16,-3 12-7 0,-5 11 63 15,-4 8 0-15,-4 11 0 0,-6 10-13 16,-5 5-43-16,-4 4 8 16,-2 1 48-16,-2 10-22 0,0 1 10 0,5 1-1 15,7 4-28-15,5-2-73 0,9 1-102 16,8 0-175-16,12 1-86 0,18-7-227 16,-7 8-295-16</inkml:trace>
  <inkml:trace contextRef="#ctx0" brushRef="#br0" timeOffset="201829.14">11049 8078 2636 0,'0'0'543'0,"0"0"-288"0,0 0-27 16,0 0 68-16,0 0 21 0,0 0 5 15,0 0-67-15,0 0-80 0,0 0-90 0,0 0-73 16,0 0-12-16,-2-13 0 0,-9 49 0 16,-2 17 70-16,-10 17-15 0,-6 12-31 15,-7 11-24-15,-4 5-19 0,-8 4-26 0,0-1-19 16,1-4-49-16,4-9-4 15,8-16 25-15,11-16 9 0,8-18 40 16,12-15-34-16,4-10-49 0,4-9-197 16,10-4 21-16,2-10-125 0,6-9-196 15,-5 0-624-15</inkml:trace>
  <inkml:trace contextRef="#ctx0" brushRef="#br0" timeOffset="202062.487">10954 8243 863 0,'0'0'316'0,"0"0"889"16,0 0-911-16,0 0-62 0,0 0 8 0,0 0-36 0,0 0-13 16,82-34 59-16,-58 54 11 0,5 7-39 15,0 6-61-15,3 8-37 0,1 7-25 16,-3 5-41-16,-1 2-9 0,0 3-43 16,-2-2-6-16,-2 1-40 0,-5-4-43 15,3-4 28-15,-6-8-29 0,-1-6 32 0,-2-8 33 16,-5-9-21-16,-2-6 12 0,-4-7-74 15,-3-5-95-15,0 0-11 0,-7-12 9 0,-9-5-316 16,-3-8-515-16,-8-5-37 0,6 7 337 16</inkml:trace>
  <inkml:trace contextRef="#ctx0" brushRef="#br0" timeOffset="202210.68">10877 8526 988 0,'0'0'472'0,"0"0"38"0,0 0-37 15,0 0 43-15,0 0-136 0,0 0-198 16,0 0-135-16,0 0 45 0,0 0 104 15,0 0-2-15,93-12-83 0,-39 15-111 16,2-2-43-16,5 2-24 0,4-2-61 16,-2 3-213-16,-15-2-275 0,18 3-758 0</inkml:trace>
  <inkml:trace contextRef="#ctx0" brushRef="#br0" timeOffset="203260.481">9928 10903 992 0,'0'0'345'15,"0"0"-198"-15,0 0 477 16,-84-14 42-16,61 14-297 0,0 0-156 0,-1 8-22 16,-1 4-39-16,-4 7-26 0,-3 4 0 15,-2 5-6-15,-2 5 8 0,-2 6-4 16,2 3-12-16,2 4-19 0,3 4-56 15,4 5-22-15,4 6-2 0,7 6-13 0,2 7-12 16,5 5 12-16,5 1 16 0,4-1-14 16,1-1 13-16,12-6-14 0,7-5-2 15,9-2-14-15,7-6 13 0,12-7-14 16,8-6 16-16,13-5 22 0,8-11-20 16,7-5 20-16,7-10-12 0,1-6-10 0,2-6-19 15,0-3-33-15,-3-5-38 0,-5-5 19 16,-2-6-28-16,-5-2 30 15,-4-2 10-15,-5-4 6 0,-5-1 19 16,-3-1-30-16,-7-3 14 0,-6 0-19 0,-3-5 3 16,-5 0 3-16,-2-1 63 0,-2-3 19 15,0 0 6-15,-2-4-6 0,0-1 3 16,-4-3 0-16,1 1 9 0,-2-4 48 16,-4-2-3-16,-4 1-10 0,-2-2-17 15,-4 4-21-15,-7 2-15 0,-8 3-11 0,-1 5 23 16,-9 2-13-16,-11 4-11 0,-6 2 12 15,-7-2 24-15,-6 4 0 0,-7 0-9 16,-4 3-28-16,-10 0 0 16,-3 2-12-16,-5 3 2 0,-5 1 8 0,1 4 0 15,-3 2 0-15,0 2-22 0,-1 8-14 0,1 3-15 16,-2 4-9-16,1 13 15 0,4 2-31 16,0 5-54-16,3 4-98 0,4 3-138 15,1 2-197-15,18-8-454 16,-9 15-372-16</inkml:trace>
  <inkml:trace contextRef="#ctx0" brushRef="#br0" timeOffset="203921.697">11095 12383 2419 0,'0'0'579'15,"0"0"-189"-15,0 0-32 16,0 0 17-16,0 0-92 0,0 0-8 16,0 0-45-16,0 0-89 0,0 0-53 15,0 0-24-15,0 0-6 0,-84-30-36 0,70 35-19 16,-1 2 12-16,-2 4-15 0,-3 3-12 15,1 4 9-15,-4 2-25 0,0 5 4 16,0 0 12-16,1 5-10 0,2-5-8 16,6 0 30-16,1-1 16 15,6-3-16-15,2-2-21 0,5-2 6 16,0-3 15-16,8 1 0 0,7 0 1 0,3-2 11 16,6-1 6-16,7-2 16 0,3-3 2 15,9-5-34-15,2-2-2 0,5 0-2 16,0-6-53-16,0-4-76 0,-2-5-95 15,-4 0-57-15,-3-1-74 0,-4-1-209 16,-11 5-577-16,6-9-845 0</inkml:trace>
  <inkml:trace contextRef="#ctx0" brushRef="#br0" timeOffset="205061.395">13531 8915 1398 0,'0'0'673'0,"0"0"-146"15,0 0-140-15,0 0-26 0,0 0-31 16,0 0-125-16,0 0-39 0,-84 7-71 15,59 6 8-15,-2 1 15 0,-2 6 15 0,2 0-25 16,0 4-16-16,-1 1-6 0,1 5-15 0,-1 5-7 16,-1 2-12-1,1 6-12-15,-1 5-9 0,-3 5-30 16,2 6-1-16,-2 3-16 0,3 4-8 16,-1 0-10-16,6-2 34 0,4-2 0 0,6-3 1 0,6-5-1 15,6-5-3 1,2-3 2-16,9-1-14 0,4-3-9 0,7 0-1 0,5-4 7 15,2 0-16-15,2 0 31 16,4-1-19-16,0-1 4 0,3-3-7 0,0-2 24 16,5 0 1-16,2-7-2 0,0-4-28 15,6-3 11-15,-1-7 18 0,2-7-1 16,3-3-10-16,-1 0 11 0,-1-6-14 16,-1-6-15-16,-4-2 11 0,-1-4-6 0,-3-3 24 15,-2-1 1-15,2-4-15 16,-3-3-13-16,-2-3-18 0,2 0 46 15,-2-5 0-15,1-2 0 0,0-1-1 16,-1-4 1-16,1-2 0 0,0-5-31 16,-2-4-28-16,-1-1-15 0,-2-3 24 0,-3-2 37 15,-4 2 13-15,-6 0 25 0,-9 6 18 16,-9 0-28-16,-2 2-15 0,-13 1 22 16,-10-1-34-16,-10 3 24 0,-7 3-12 0,-8-1 0 15,-8 5-22-15,-6 4-2 0,-3 3-29 16,-2 5 28-16,0 5-12 0,1 6-4 15,4 7-34-15,0 6-107 0,-1 5-206 16,-2 1-218-16,17 7-386 16,-24 9-136-16</inkml:trace>
  <inkml:trace contextRef="#ctx0" brushRef="#br0" timeOffset="206588.745">13904 7907 1108 0,'0'0'209'0,"0"0"-27"0,0 0 179 0,0 0 368 15,0 0-205-15,0 0-180 0,0 0-53 16,0 0-27-16,0 0-13 0,0 0-58 16,0 0-67-16,20-10-58 0,-10 26-12 0,4 9 195 15,4 11-80-15,1 10-58 0,-4 8-67 16,-2 4-22-16,-4 4-12 0,-2 0-12 15,-4 0 0-15,-2-1-27 0,-1-4-16 16,0-8-9-16,0-8-12 16,0-6-36-16,0-11-13 0,2-6-47 15,-1-6-59-15,1-7-228 0,-1-5-232 16,-1 0-619-16,2-16-685 0</inkml:trace>
  <inkml:trace contextRef="#ctx0" brushRef="#br0" timeOffset="206855.952">14087 7941 2323 0,'0'0'529'0,"0"0"-138"0,0 0-86 15,0 0-14-15,0 0-36 0,0 0-40 0,0 0-23 16,102-38-4-16,-63 38-46 0,2 1-47 16,1 8-22-16,2 3-12 0,-2 5 6 15,-1 2-3-15,-6 1-9 0,-3 3-15 16,-6 2-40-16,-10 3 0 0,-7 1-15 0,-6 2 15 15,-3 3 1 1,-14 1 20-16,-6 1-6 0,-8 2 0 0,-6-2 7 16,-8-3-7-16,-4 1 3 0,-6-3-18 0,-4-1-17 15,0-1-2-15,-1-6-47 16,-2 0-56-16,2-3-71 0,1-2-46 0,4-4-113 16,14-2-294-16,-7-1-1020 0</inkml:trace>
  <inkml:trace contextRef="#ctx0" brushRef="#br0" timeOffset="207694.455">13213 10792 842 0,'0'0'277'0,"0"0"62"15,0 0 32-15,-64-75-27 0,44 58 2 0,-1 5 21 16,1 5-24-16,0 5-44 0,1 2-74 16,-4 7-52-16,-1 8-48 0,-4 8-18 0,0 9 2 15,-3 7 28-15,0 6 30 0,0 7-50 16,0 3-34-16,0 3-18 0,3 2-4 15,1 5-27-15,1 1 2 0,2 2-8 16,5 1 6-16,6-1-22 0,7 2 6 16,2-2-3-16,4-2-2 0,10-4-13 15,6-4-10-15,7-3-11 0,8-5 9 16,3-4-16-16,6-4 13 0,4-7 3 0,4-5 9 16,5-5 3-16,4-7 6 15,5-7-6-15,3-7-18 0,4-4-16 0,2-5-18 16,1-9-10-16,-1-5-8 0,-4-3 33 0,-1-4 6 15,-8-5-15-15,-3-3 3 0,-5-2 0 16,-6-3 2 0,-4-3 8-16,-7 2 5 0,-3-3 3 15,-4-3 9-15,-5 2-18 0,-6-5-3 0,-6 1-16 0,-6-4-31 16,-3-2 74-16,-9 0 10 0,-8-7 25 16,-5 4 3-16,-5-2 12 0,-8 0 38 15,-5 5 55-15,-3 1-28 0,-5 9-10 16,-2 6-73-16,-1 9-7 0,0 8-15 15,1 7-15-15,-4 9-28 0,-1 5-53 16,1 5 28-16,0 9-21 0,3 7-32 16,4 2-133-16,2 4-228 0,13-4-304 15,-4 12-800-15</inkml:trace>
  <inkml:trace contextRef="#ctx0" brushRef="#br0" timeOffset="208660.934">13399 12471 473 0,'0'0'375'0,"0"0"-176"0,0 0-173 16,0 0 19-16,0 0 37 0,0 0 893 15,0 0-603-15,0 0-76 0,0 0-55 16,0 0-11-16,0 0-1 0,0 0-2 15,0 0-25-15,0 0-57 0,0 0-30 16,0 7-37-16,3 6 9 0,0 10 61 0,2 7-15 16,-1 7-53-1,-2 3-19-15,0 3-39 0,-2 0-21 0,0 0-1 16,0 0-1-16,0-2-24 0,0-4-5 16,-3 0 5-16,2-5-12 0,-2-6 6 0,3-5-15 15,0-5-37-15,0-5-41 0,4-7-15 16,3-3-58-16,1-1-127 0,3-5-69 0,2-10-96 15,-3 3-492-15,2-15-439 0</inkml:trace>
  <inkml:trace contextRef="#ctx0" brushRef="#br0" timeOffset="209256.951">13441 12527 1759 0,'0'0'555'0,"0"0"-300"0,0 0-158 16,0 0 87-16,0 0 79 0,0 0-11 0,0 0-61 15,0 0-33-15,0 0 24 0,0 0-5 16,93-68-71-16,-69 59-9 0,3 0-7 16,2 3-22-1,0-1-22-15,-2 4-15 0,2 0-18 0,-6 3-13 16,-1 0-13-16,-5 1-14 0,-5 6 5 0,-5 0 22 16,0 5 22-16,-6 1-10 0,-1 5-9 15,-8 4 6-15,-4 1-6 0,-4 3-2 16,-2 0-1-16,-4-3 1 0,2-1 24 15,-2-3-6-15,5-3-6 0,4-5-13 0,3-2-1 16,3-2-1-16,4-1-38 0,3 0-25 16,0 1-10-16,4 2 57 15,6 0 12-15,5 1 6 0,2 2 28 16,2 1-25-16,2-3 28 0,1 2 0 0,-2 0-16 0,2-3-12 16,-1 3 25-16,-2-3-9 0,1-1-16 15,-3 3 15-15,-2 0 1 0,1-3 27 16,-5 2-3-1,-2-1 10-15,-3 0-17 0,-1-1-2 0,-3 4 15 16,-2 0-3-16,0 2-12 0,-7 1-12 0,-2-1 2 0,-2 3-12 16,-4-4 4-1,1 2-4-15,-3-5 0 0,-1 1 9 16,0-2 16-16,-3-1-12 0,1-2-13 0,-1-2-9 16,-4 0 9-16,3-1-10 0,-1-2-1 15,0-1-1-15,3 0-14 0,3-1-44 16,1-3 0-16,6 0 0 0,3 1 21 15,2 0-3-15,2 1-9 0,3 2-25 16,0-1 13-16,0 1-10 0,0-1 21 16,0 1 13-16,0 0-3 0,0-2 6 15,0 2 0-15,0 0-7 0,0 0-17 0,0-1-27 16,0-2-17-16,3-1-3 0,2 1 24 16,0-2-45-16,3-2-159 0,3-1-206 0,-4 4-215 15,1-5-644-15,-55 55 382 16</inkml:trace>
  <inkml:trace contextRef="#ctx0" brushRef="#br0" timeOffset="213644.313">18197 8105 1964 0,'0'0'382'0,"0"0"382"0,0 0-341 0,0 0-132 16,0 0-36-16,0 0 26 0,0 0 12 0,0 0-47 15,0 0-87-15,4-24-64 0,1 42-50 16,-2 9 120-16,-2 14 11 0,-1 10-73 16,-6 10-34-16,-10 2-23 15,-7 5-43-15,-3-2-3 0,-2-2-27 16,0-5-25-16,5-9-24 0,6-8 31 16,5-9-19-16,8-14-36 0,4-5-73 0,0-5-68 15,4-7-78-15,8-2-106 0,1-8-200 16,-2-1-579-16,10-18-351 0</inkml:trace>
  <inkml:trace contextRef="#ctx0" brushRef="#br0" timeOffset="214028.375">18237 8197 1649 0,'0'0'756'16,"0"0"-199"-16,0 0-237 0,0 0-72 16,37-72 96-16,-25 65-26 0,3 5-110 0,2-1-90 15,3 3-51-15,2 3 7 0,-1 5-15 16,1 4-1-16,-6 3-15 0,-6 6-24 0,-3 2-17 15,-6 3-2-15,-1 3-25 0,-2 3 7 16,-10-1-19-16,1-2 0 16,-1-2 35-16,2-3-10 0,1-4 10 15,1-4-26-15,-1-2-15 0,6-1 3 0,0-1 12 16,3-1-9-16,0 0 3 0,5 2 32 16,6 0 2-16,5 2 9 0,6-2-9 15,2 0-12-15,5 2-13 0,-4-2 23 16,-1-1-14-16,-4-1 3 0,-5 1 13 15,-7-2 40-15,-5 2 4 0,-3 0-7 0,-3 3 9 16,-8-2-3-16,-4 6-6 16,-5-2-12-16,-1-3-1 0,-1 3 1 15,-3-4 9-15,-1-3-7 0,2-3-26 0,1-1-1 16,0-4-12-16,1-1-31 0,-1-1-12 16,3-3-35-16,-2-6-27 0,-1-3-10 15,4-2 0-15,1-1 14 0,1-1-50 0,5 2 43 16,6 2-78-16,3 1-113 0,3 0-363 15,2 3-392-15,14-6-512 0</inkml:trace>
  <inkml:trace contextRef="#ctx0" brushRef="#br0" timeOffset="214563.365">19411 8332 222 0,'0'0'1797'0,"0"0"-1314"0,0 0-148 0,0 0 72 16,0 0 19-16,0 0-58 15,0 0-152-15,0 0-104 0,0 0-87 0,-83 44-25 16,50-24 0-16,-4 1-22 0,-1-1-43 15,1 0-29-15,2-1-9 0,3 0 40 0,4-5 16 16,5 1 47-16,5-6 13 0,5 1 19 16,6-6-12-1,3-2-5-15,2-1 1 0,2-1 5 0,0 3-21 0,0 0-16 16,2-2 16-16,3 5 62 0,4 0-5 16,1 1-17-16,5 2 35 0,-1-1-26 15,2-1-36-15,0 1-13 0,1 0 15 16,2-2 13-16,1 0-12 0,3-2 2 15,1-1-5-15,2 0 5 0,-2-2-6 16,0 1-11-16,-1-2 24 0,-3 0 0 16,-4 0-13-16,-6 0 13 0,-1 0 0 15,-6 0 33-15,-2 0 65 0,-1-2 33 16,0 2-52-16,2-2-21 0,-2 0-4 16,1-3-21-16,1-3-58 0,-1-3-9 15,2-6-37-15,-2 2 25 0,2-3-22 0,-3-1 12 16,0-2-36-16,0 1-61 15,0-2 45-15,-3 0-67 0,0 1-17 0,-2 1-12 0,-1 0-86 16,1 2-211 0,-1 5-611-16,-3-6-562 0</inkml:trace>
  <inkml:trace contextRef="#ctx0" brushRef="#br0" timeOffset="-214559.842">19873 8099 2179 0,'0'0'656'0,"0"0"-243"0,0 0-98 15,0 0 57-15,-20 77-55 0,7-42-50 16,-2 5-39-16,-5 8-84 0,-6 4-31 0,-1 2-18 16,-5 3-28-16,-4-2-52 0,2-1-15 15,3-5-49-15,6-6 10 0,8-10-1 16,6-5 12-16,8-9-2 0,3-7-28 15,0-1-89-15,0-6-7 0,6-2-28 0,2-3-79 16,1-6-97-16,1-6-187 16,0 2-461-16,9-16-585 0</inkml:trace>
  <inkml:trace contextRef="#ctx0" brushRef="#br0" timeOffset="-214202.993">19913 8219 1858 0,'0'0'502'0,"0"0"-191"15,0 0-96-15,0 0 185 0,0 0 10 16,0 0-118-16,61 73-34 0,-47-43-94 16,3 2-28-16,0 3-15 0,0 1 5 15,0 1-53-15,0-4-27 0,-1-2-40 0,1-1-6 16,-2-5-24-16,-1-2 6 16,-1-3-10-16,-1-3 26 0,-4-5-10 15,1 0 9-15,-3-5-40 0,-2 0 3 16,0-4-34-16,-4-3-28 0,0 0-15 0,-5 0 2 15,-7 0-22-15,-6 0-67 0,-3-4-139 16,-6-3-115-16,-2 1 47 0,3-6 112 16,-1 0 82-16,1-4 55 0,4-2 162 15,2-1 107-15,4 0 71 0,3 6 112 16,6 0-10-16,4 3-24 0,2 5-45 16,1 3-43-16,0-2-13 0,8 1 15 15,6-2-148-15,6 0-22 0,4 0-19 0,3 1-19 16,4 1-37-16,-3 3-55 0,0 0-228 15,-9 0-384-15,5 2-1096 0</inkml:trace>
  <inkml:trace contextRef="#ctx0" brushRef="#br0" timeOffset="-189528.988">16991 9801 2043 0,'0'0'321'0,"0"0"-144"15,0 0 197-15,0 0 42 0,0 0 40 16,0 0-75-16,0 0-114 0,0 0-91 16,0 0-43-16,0 0-51 0,-26 60 35 0,13-31-1 15,1 10-27-15,-2 8-1 0,-6 8-27 16,-3 4-31-16,-5 5-28 0,-5 4-1 15,-1 3-1-15,-4-2-18 0,6-5-21 0,6-9-13 16,6-11-12-16,9-15-9 16,6-9-65-16,4-12-15 0,1-8-54 0,7-2-3 15,6-12-338-15,7-9-141 16,-3 2-489-16,11-25-524 0</inkml:trace>
  <inkml:trace contextRef="#ctx0" brushRef="#br0" timeOffset="-189284.834">16927 9912 1694 0,'0'0'575'0,"0"0"-94"0,0 0-195 16,0 0 56-1,0 0-3-15,0 0-62 0,80 39-26 16,-62-15-90-16,-2 7-37 0,-2 6-50 16,-2 4-43-16,-1 7 3 0,-5 0-11 0,-3 1-23 15,0-2-1-15,0-3 0 0,1-2-2 16,2-8-18-16,0-4-7 0,2-3 12 15,1-6-2-15,-3-7-4 0,4-2 4 16,-4-5-41-16,0-2-28 0,-1-2-55 16,1-3-58-16,-4 0-68 0,-2-3-70 0,0-3-167 15,-5-5-224-15,-2 4-420 0</inkml:trace>
  <inkml:trace contextRef="#ctx0" brushRef="#br0" timeOffset="-189145.115">16929 10293 840 0,'0'0'710'0,"0"0"-90"0,0 0-218 15,0 0-77-15,0 0-30 16,0 0-50-16,0 0-52 0,0 0-32 16,0 0-38-16,0 0-29 0,0 0-74 15,90-22-20-15,-69 16-31 0,0-2-148 0,-1-2-102 16,-4-2-201-16,-1 5-607 0,-2-5-849 0</inkml:trace>
  <inkml:trace contextRef="#ctx0" brushRef="#br0" timeOffset="-188735.01">17492 10542 1790 0,'0'0'451'0,"0"0"-93"0,0 0-122 0,0 0-63 15,0 0-67-15,0 0 47 16,-9-67-22-16,11 37-36 0,2-6-60 0,-1-5 0 16,-3-2-32-16,0 0 13 15,0-4 22-15,0 5-10 0,0 2-12 0,0 4 10 16,0 3 27-16,0 4 39 0,0 5-20 16,3 1 3-16,3 4 8 0,4 5-24 15,-1 1-9-15,2 2-10 16,2 4-11-16,0 1-1 0,4 2-25 0,-1 2 25 15,1 2-28-15,1 0 0 0,1 6 1 16,1 7-1-16,-1 5 14 0,-1 2-14 16,-3 8-2-16,0 1-10 0,-4 3 10 0,-3 0-48 15,-1 2 3-15,-5-2 0 0,-2 0-15 16,0-3-2-16,0-4-33 0,-2-3-32 16,-2-5-13-16,4-3-7 15,-1-4-41-15,1-3-98 0,0-7-114 0,0 2-155 16,4-2-452-16</inkml:trace>
  <inkml:trace contextRef="#ctx0" brushRef="#br0" timeOffset="-188434.536">18299 9942 2085 0,'0'0'553'16,"0"0"-212"-16,0 0-94 0,0 0 20 0,0 0-26 16,-85 46-52-16,69-29-92 0,-4 6-62 0,1 4-10 15,-4 6-25-15,3 5-2 0,1-1 2 16,1 0 41-16,5 0 40 0,4-5 31 16,2-5 65-16,7-4-29 0,0-1-31 15,4-4-47-15,8-3-14 0,1 1-17 16,4-3-11-16,3-6-14 0,3-2-14 0,5-2-36 15,2-3-16-15,2-3-81 0,1-5-17 16,0-2-33 0,-3 0-100-16,-1-1-259 0,-9 3-712 0,-1-1-853 0</inkml:trace>
  <inkml:trace contextRef="#ctx0" brushRef="#br0" timeOffset="-187352.469">16721 9896 775 0,'0'0'573'0,"0"0"136"0,0 0-211 16,0 0-169-16,-77 46 14 0,55-31-85 0,-1-1-87 15,-2 3-45-15,2 0-47 0,1 0 6 16,-1 2-7-16,5 2 4 0,2 3-4 16,2 5 13-16,5 6-20 0,3 5 16 15,3 8 0-15,3 4-26 0,2 7-21 16,8 1-6-16,5-1-15 0,6-2-19 16,6-6 0-16,4-7-43 0,9-5 15 15,4-8-114-15,8-11-38 0,7-4-35 16,6-10-113-16,-16-5-314 0,41-8-1087 0</inkml:trace>
  <inkml:trace contextRef="#ctx0" brushRef="#br0" timeOffset="-187018.146">18873 9934 1869 0,'0'0'780'0,"0"0"-330"0,0 0-176 16,0 0 9-16,88 52-28 0,-72-37-25 0,-4 4-25 15,-1 4-28-15,-5 5-20 0,-4 4-31 16,-2 2-22-16,-2 5-39 0,-9 3-20 15,-7 2-5-15,-4 1-12 0,-3 2-16 0,-2-4-12 16,0 0-3-16,2-7-15 16,2-1-13-16,6-9-24 0,3-6-80 15,3-5-46-15,6-3-38 0,2-3-73 0,3-3-218 16,0-4-569-16,0-2-421 0</inkml:trace>
  <inkml:trace contextRef="#ctx0" brushRef="#br0" timeOffset="-186783.697">19243 9928 2846 0,'0'0'573'15,"0"0"-159"-15,10 78-174 0,-5-43 65 16,-2 5 4-16,-3 1-14 0,0 1-146 15,-2 1-79-15,-5-3-45 0,-5 0-25 0,-2-7-2 16,2-2-50-16,1-8-52 0,2-4 3 16,6-11-18-16,3-5-50 0,0-3-100 0,3-3-168 15,9-12-237-15,-4 3-316 16,15-21-334-16</inkml:trace>
  <inkml:trace contextRef="#ctx0" brushRef="#br0" timeOffset="-186466.515">19405 9881 1699 0,'0'0'532'0,"0"0"-147"0,0 0-170 0,0 0 10 16,0 0 50-16,0 0 8 0,0 0 32 16,0 0-107-16,0 0-93 15,0 0 9-15,62 88-18 0,-75-56-54 0,-5 4-18 16,-3-1-34-16,0-4 2 0,3-4-2 16,5-7 3-16,4-7 18 0,5-7-21 15,4 0-22-15,0-1-20 0,11 0 42 16,4-2 9-16,6 2-9 0,7 1-40 15,1-5-16-15,-1 3 0 0,-1 0 22 16,-3 0 13-16,-5 2-4 0,-6 0 6 0,-3 0 8 0,-6 4 11 16,-4 1 80-1,-2 3 10-15,-10 3-22 0,-4 2 7 16,-7 4-17-16,-5 0-2 0,-5 4 11 0,-1 0-15 16,-7 3 1-16,-3-2-32 0,-3 1-21 15,-2 1-10-15,-4-1-15 0,-2-4-42 0,-1 2-146 16,0-5-168-16,11-4-344 15,-18 3-905-15</inkml:trace>
  <inkml:trace contextRef="#ctx0" brushRef="#br0" timeOffset="-185986.35">16109 10940 1497 0,'0'0'1390'15,"0"0"-878"-15,0 0-189 0,92 18 58 16,-54-9 11-16,2-2-103 16,0 1-65-16,4-1-74 0,3-2-37 0,2 2-22 15,4-2-28-15,3 1-11 0,4-4-15 16,0 1-7-16,6-2-9 0,5-1-18 16,5 0-3-16,9 0-2 0,9-4-1 15,8-4-9-15,12 2-6 0,9-3 6 0,5 0 10 16,3 1-11-16,3-4-8 0,0 1-33 15,-4 4 26-15,-5-1 10 0,-2 0 15 16,-5 1-33-16,-3 0 8 0,-7-1 1 16,-1 1 12-16,-8 0-1 0,-6 2-17 15,-10-2-56-15,-8 1-8 0,-10 0 11 16,-15 2-15-16,-12-1-40 0,-14 2-66 0,-11 3-78 16,-13 0-23-16,0 0-128 0,-16 2-161 15,-1 2-227-15,-25 4-1095 0</inkml:trace>
  <inkml:trace contextRef="#ctx0" brushRef="#br0" timeOffset="-185452.723">16681 11383 189 0,'0'0'1911'15,"0"0"-1487"-15,0 0-185 0,0 0 47 0,0 0 87 16,0 0-50-16,0 0-56 0,-10 81-13 16,0-52-30-16,-6 8-33 0,1 5-16 15,-5 5-59-15,1 6-51 16,-5 1-19-16,-2 5-16 0,0 0-18 16,-3-2-11-16,5 1 1 0,-1-8 0 0,5-6-2 15,7-8-1-15,6-9-11 0,6-9-28 16,1-8-97-16,5-7-23 0,8-3-6 0,4-16 6 15,5-9-104-15,4-10-217 0,-6 4-223 16,10-28-571-16</inkml:trace>
  <inkml:trace contextRef="#ctx0" brushRef="#br0" timeOffset="-185245.882">16799 11515 1562 0,'0'0'585'15,"0"0"-242"-15,0 0-24 0,0 0 24 16,0 0-34-16,0 0-24 0,71 72-24 0,-57-40-35 15,3 4-36-15,-1 2-36 0,-1 0-46 16,-1-1-56-16,0-2-27 0,-2-5-25 16,-3-4 0-16,-1-4-1 0,-3-6-17 15,0-5 14-15,-3-1-8 0,-1-6-22 16,-1-2-37-16,0-2-64 0,0 0-54 16,0-3-75-16,-4-6-154 0,-3-3-278 15,0 1-417-15,-5-13-61 0</inkml:trace>
  <inkml:trace contextRef="#ctx0" brushRef="#br0" timeOffset="-185095.472">16766 11709 668 0,'0'0'1144'16,"0"0"-767"-16,0 0 17 0,0 0 37 15,0 0 1-15,0 0-122 0,0 0-109 0,0 0-28 0,0 0-11 16,0 0 68-16,88-14-36 0,-53 3-96 16,0-1-61-1,0 0-37-15,-2-2-11 0,0 1-69 16,-4 0-99-16,0 3-65 0,-2 0-135 0,-8 3-378 0,7-3-955 0</inkml:trace>
  <inkml:trace contextRef="#ctx0" brushRef="#br0" timeOffset="-184702.856">17498 11878 2126 0,'0'0'595'0,"0"0"-287"15,0 0-103-15,0 0 66 0,0 0 23 16,0 0-55-16,0 0-135 0,0 0-104 0,0 0-69 0,0 0 67 16,0 0-21-16,-69-66-8 0,67 37-20 15,1-5 17-15,-1-1 3 0,2 0-13 16,0 3 6-16,0 4 25 0,5 3-3 15,2 2-6-15,3 3-9 0,5 1-7 16,2 1 25-16,0 1-12 0,3 4 3 16,-1 1 3-16,1 4-3 0,0 5 6 15,-1 1 4-15,1 2 12 0,-1 7 13 16,-3 5-11-16,0 3 17 0,-5 3-3 0,-2 3 9 16,-2 3 45-16,-3 2 2 0,-2 0 16 15,-2 2-31-15,0-2-54 16,0-4-3-16,0-3-28 0,0-1-54 15,1-6-88-15,2-5-65 0,0-3-94 0,0-2-237 16,4-3-661-16</inkml:trace>
  <inkml:trace contextRef="#ctx0" brushRef="#br0" timeOffset="-184385.635">17920 11493 965 0,'0'0'1392'0,"0"0"-953"0,0 0-169 15,0 0-5-15,0 0 103 0,0 0 7 16,0 0-129-16,3 85-119 0,-1-60-40 15,-2 5 2-15,0 4 1 0,0 2-20 0,0 1-17 16,-2-1-16-16,-1 0-35 0,2-4-2 16,-1-4-25-16,2-6-12 15,-1-4-27-15,1-5-19 0,0-5-35 16,0-2-80-16,0-6-85 0,1 0-140 0,2-3-535 16,7-14-439-16</inkml:trace>
  <inkml:trace contextRef="#ctx0" brushRef="#br0" timeOffset="-184180.951">18044 11578 2357 0,'0'0'657'16,"0"0"-295"-16,0 0-188 0,0 0-34 15,0 0 8-15,0 0 49 16,0 0-61-16,0 0-86 0,94 16-49 0,-78-9-1 16,0 4-22-16,-5-3 20 0,-1 4 1 15,-6-1 1-15,-4 2-1 0,0 3 0 16,-11 3 0-16,-3 0 1 0,-5 4-25 15,-4 2 3-15,-3 0-19 0,-2-1 7 16,-2-1-20-16,-2 0-34 0,2-1-73 16,1-4-91-16,1-3-144 0,6-5-318 15,-7-4-693-15</inkml:trace>
  <inkml:trace contextRef="#ctx0" brushRef="#br0" timeOffset="-182415.464">16363 11293 284 0,'0'0'736'0,"0"0"-237"16,0 0-415-16,0 0 17 0,0 0 318 15,0 0 195-15,0 0-200 0,0 0-133 16,-71 69-75-16,63-55-39 0,-4 5-32 16,-1 4-34-16,-5 2-35 0,2 1-3 15,-2 4-1-15,0-1 22 0,-2 2 9 16,0 0-15-16,1 1-14 0,1-1-11 16,2 2-4-16,1 2 1 0,2 1-1 0,3 4-15 15,5 2-7-15,3 3-11 0,2 3-14 16,3 3-2-16,8-1-12 15,3 0-3-15,4-5-40 0,4-2-38 0,8-6-8 16,7-6-14-16,2-5-18 0,8-7-88 16,4-7-98-16,6-5-204 0,-14-5-552 15,25-2-633-15</inkml:trace>
  <inkml:trace contextRef="#ctx0" brushRef="#br0" timeOffset="-181815.985">18626 11235 163 0,'0'0'974'16,"0"0"-675"-16,0 0 791 0,0 0-677 15,0 0 53-15,0 0-98 0,100 51-63 16,-73-30-80-16,3 8-30 0,-1 2 9 16,-3 5-51-16,1 5-61 0,-5 2-34 0,-2 0-21 15,-6 5-13-15,-2-1-5 0,-6 2-1 16,-3 3-17-16,-3-2 1 0,0 0-2 16,-6-2-2-16,-3-3-10 0,-2-5-13 0,0-4-5 15,-1-9-4-15,1-3-15 0,0-6-37 16,0-6-12-16,2-7 3 0,-1-3-53 15,0-2-88-15,3-12-184 0,0-6-185 16,2 2-393-16,5-20-946 0</inkml:trace>
  <inkml:trace contextRef="#ctx0" brushRef="#br0" timeOffset="-181510.659">19501 11364 1299 0,'0'0'1959'0,"0"0"-1588"0,0 0-175 0,0 0-70 15,0 0 47-15,31 73 104 0,-26-49-30 16,1 2-121-16,-2 7-74 15,1 0-18-15,-2 3 6 0,-1 1-20 0,-2 2-20 16,0-1-2-16,0-4-13 0,-1-4-12 16,-3-4-38-16,-1-7-36 0,2-6-1 15,-1-4-9-15,3-4-63 0,-1-4-72 16,1-1-151-16,0-3-269 0,1-4-502 16,-2-12-108-16</inkml:trace>
  <inkml:trace contextRef="#ctx0" brushRef="#br0" timeOffset="-181153.138">19575 11348 1246 0,'0'0'768'16,"0"0"43"-16,0 0-382 0,0 0-130 15,0 0 1-15,103-27-7 0,-74 24-85 0,-1 2-43 16,0 1-45-16,-2 0-19 0,-7 0-15 16,0 5-61-16,-9 2-25 0,-3 5 0 15,-7 4-2-15,-3 5-13 0,-10 10-1 16,-10 4-21-16,-5 5 4 0,-4 4 33 15,-1-2 3-15,2-4 0 0,4-3 34 16,10-7 18-16,5-9 3 16,6-6-33-16,6-4-25 0,2 0-31 0,8-2 10 15,7 2 20-15,5-1 1 0,1-2 0 16,4 1-34-16,-1-1 9 0,0-2 7 16,-3 1-4-16,-4-2 19 0,0 4-9 0,-8 0 9 0,1 0 2 15,-4 3 1-15,-5 1 12 0,0 4 7 16,-3-1 14-16,0 3-8 0,-9 1-7 15,1-2-15-15,-4 1-1 0,-1 0-2 16,-2 1-49-16,-3-3 12 0,0-2 16 16,-5-1-7-16,-1-4-58 0,-2-1-65 15,-4-4-57-15,-2-3-74 16,-2 0-146-16,6-5-384 0,-15-8-944 0</inkml:trace>
  <inkml:trace contextRef="#ctx0" brushRef="#br0" timeOffset="-174302.427">20480 10842 1683 0,'0'0'247'0,"0"0"414"0,0 0-442 0,0 0-132 15,0 0-42-15,95-55 22 0,-68 39-19 16,1 4-48-16,-3 0-12 0,-4 6 12 16,-1 1 33-16,-2 5 43 0,-1 0-50 15,1 5 15-15,-2 7 62 0,0 0 14 16,-3 4-2-16,0-2-14 0,-2 3 9 0,4-3-37 16,4 0-4-16,1-1 3 0,5-4 7 15,3 1-16-15,1-4-10 0,3 0-12 0,-2-1-10 16,0-5-30-16,-7 1 1 15,-1 1-1-15,-5-2-2 0,-3 0-1 0,-5 0-45 16,-1 0-53-16,-2 0-76 0,-6 0-105 16,0-3-189-16,0-2-686 15,-4-3-481-15</inkml:trace>
  <inkml:trace contextRef="#ctx0" brushRef="#br0" timeOffset="-174087.979">20610 11064 1334 0,'0'0'754'0,"0"0"15"16,0 0-320-16,0 0-170 0,0 0-17 0,0 0 34 15,0 0-103 1,86 31-66-16,-56-25-44 0,3 0-9 16,2-2-21-16,0-1-29 0,3-3-24 15,0 0-30-15,-1 0-14 0,2 0-42 0,1 0-69 16,2-2-31-16,-1 2-53 0,0 0-187 0,-10 0-606 15,11 2-742-15</inkml:trace>
  <inkml:trace contextRef="#ctx0" brushRef="#br0" timeOffset="-173557.887">22566 9753 1512 0,'0'0'614'0,"0"0"155"0,0 0-427 15,0 0-87-15,-17 80 46 16,9-44 23-16,-3 6-72 0,-3 5-97 16,0 7-60-16,-4 1-42 0,-2 3-26 0,-2 1-5 15,0-1-22-15,-1-3-19 0,5-6 3 16,5-11-5-16,6-9-7 0,4-11-6 15,3-8-6-15,0-6-99 0,3-4-60 16,4-1-33-16,5-11-70 0,1-7-329 0,-2 1-586 16,8-21-559-16</inkml:trace>
  <inkml:trace contextRef="#ctx0" brushRef="#br0" timeOffset="-173336.139">22545 9944 1213 0,'0'0'58'16,"0"0"993"-16,0 0-722 0,0 0-68 15,0 0-43-15,0 0-7 0,0 0-33 0,0 0 90 0,0 0-70 16,0 0-62-16,86 80 1 16,-72-50-13-16,0 2-34 0,0 3-28 15,0 1-31-15,-3-1-13 0,0-3-18 0,1 0-2 16,-5-4-22-16,-1-2 23 0,-3-4-24 16,0 0-6-16,-2-2-12 0,1-7 18 15,0-3-12-15,0-2-66 0,-2-3-59 16,0-5-55-16,0 0-86 0,-7-3-177 15,-1-7-296-15,0 3-673 0,-12-12 603 0</inkml:trace>
  <inkml:trace contextRef="#ctx0" brushRef="#br0" timeOffset="-173187.649">22471 10187 980 0,'0'0'209'0,"0"0"852"0,0 0-502 16,0 0-66-16,0 0-121 0,0 0-54 0,0 0-99 15,0 0-88-15,0 0-78 0,0 0-25 0,0 0-26 16,62-37-2-16,-37 31-13 0,2-1-33 15,-2 1-166-15,-1-3-77 0,-8 2-182 16,9-2-727-16</inkml:trace>
  <inkml:trace contextRef="#ctx0" brushRef="#br0" timeOffset="-172803.233">23142 10395 1034 0,'0'0'120'0,"0"0"1732"15,0 0-1434-15,0 0-170 16,0 0-110-16,0 0-15 0,0 0-13 0,0 0-12 16,0 0-83-16,0 0-15 0,-19-26-65 15,17 0-21-15,2-4-8 0,0-2-7 0,0-5 69 16,0 1 32-16,0 2 44 0,0 3 22 0,0 1-3 15,0 5 9-15,0 4 1 0,2 0-17 16,2 3-31-16,2 0-16 0,1 2-9 16,3 3-1-1,0 0-11-15,2 2 11 0,2 1-1 16,-1 5-17-16,4 2-12 0,-3 3 0 0,3 0 31 0,0 8 1 16,0 4 11-16,-1 7 10 0,-1 4 22 15,-1 1-10 1,-3 6 22-16,-3 1-28 0,-2 1-28 0,-3 1-2 0,-3 1-35 15,0-1 5-15,0-2-58 0,0-4-77 16,0-2-34-16,0-6-59 0,0-2-84 16,2-5-131-16,4-5-237 0,-2-3-632 15</inkml:trace>
  <inkml:trace contextRef="#ctx0" brushRef="#br0" timeOffset="-172552.542">23894 9978 1329 0,'0'0'1'0,"0"0"1623"15,0 0-1104-15,0 0-235 0,0 0-106 16,-87 78 10-16,62-50-5 0,-3 3-44 16,2 3-60-16,1 4-43 0,0-1-22 0,5-2 7 15,3-1 3-15,6-3 15 16,5-5 6-16,6-2-15 0,0-5-19 0,8 0-12 15,6-5-2-15,2-2-20 0,4-3-33 16,4-3-41-16,2-2-30 0,1-4-113 16,1 0-201-16,-5-4-542 0,6-4-804 0</inkml:trace>
  <inkml:trace contextRef="#ctx0" brushRef="#br0" timeOffset="-172168.995">22338 10789 1038 0,'0'0'3'0,"0"0"1663"16,0 0-1156-16,0 0-204 0,0 0-53 15,0 0 118-15,0 0-119 0,93 12-64 16,-68-9-67-16,6 0-32 0,5 1 3 0,7 1 58 16,7-2-37-16,7 3-62 0,5-3-23 15,9-1-28-15,2-1-2 0,4-1-16 16,2 0-10-16,1 0 1 0,-1 0-7 15,2-3-21-15,3-1-49 0,4-2-6 0,0 2-22 16,1-3 37-16,-4 0-47 0,-7 1-94 16,-10 1-242-16,-8-1-272 0,-10 3-441 15,-16-1-379-15,6 3 1415 0</inkml:trace>
  <inkml:trace contextRef="#ctx0" brushRef="#br0" timeOffset="-165168.477">22414 11247 1820 0,'0'0'806'15,"0"0"419"-15,0 0-842 0,0 0-187 0,0 0-57 16,0 0 18-16,-20 81 55 16,9-47-53-16,-3 5-77 0,-2 5-30 0,-2 5-6 15,-1 3-7-15,-4 2-5 0,1-4-22 16,3-3-11-16,2-5-1 0,5-12-22 0,4-6-2 15,4-9-3-15,2-5-46 0,2-5-46 16,0-2-37 0,2-3-31-16,6-3-88 0,7-8-41 0,3-7-172 15,-2 2-576-15,7-18-493 0</inkml:trace>
  <inkml:trace contextRef="#ctx0" brushRef="#br0" timeOffset="-164833.082">22440 11333 404 0,'0'0'1039'15,"0"0"-13"-15,0 0-735 0,0 0-124 0,0 0 159 16,0 0 8-16,0 0-81 0,0 0-33 0,78 51-76 16,-70-21-13-16,-2 0-20 0,-3 4-2 15,-2 2-45-15,1-3-14 0,-2-1-32 16,0-3-18-16,1-1-24 0,1-5-1 0,-1-4-6 16,0-2 0-16,2-4-15 0,-1-6 18 15,-1 0-65-15,-1-4-65 0,-1-3 2 16,-6 0-52-16,-4 0-98 0,-4-3-86 15,-1-4-83-15,-1 0 111 0,-1-5 98 0,2-3 68 16,-1-2 182-16,-2-1 16 0,1-3 272 16,2 4 42-1,1 3 41-15,4 3 23 0,5 3 20 0,0 3-85 0,6 3-65 16,0 0-64-16,0 1-23 0,4-2-47 16,7-1-65-16,3-3-24 0,6-2-22 15,3-3-3-15,-2 2-29 16,2-2-131-16,-2 1-63 0,1 1-69 0,-3-1-222 15,-4 3-716-15,1-3-988 0</inkml:trace>
  <inkml:trace contextRef="#ctx0" brushRef="#br0" timeOffset="-164384.067">22794 11689 1653 0,'0'0'396'0,"0"0"-234"0,0 0-3 16,0 0 112-16,0 0-13 0,0 0-75 15,0 0-62-15,0 0-38 0,0 0-6 16,0 0-4-16,0 0 0 0,20 60 0 16,-20-60 12-16,-1-3-34 0,-2-3-51 15,-1-3-3-15,-3-3 1 0,1-2 2 0,-1 0 28 16,-1-3-15-16,0 1 9 0,1-1 12 15,1 0 33-15,1 1-42 0,4-3 6 0,1-1 6 16,0-3-37-16,0-1-4 0,6-1-14 16,1-3-1-16,2 4-31 15,1 0-86-15,0 2 54 0,0 4 60 16,0 4-10-16,-3 4 4 0,1 4-1 16,-3 2 17-16,1 3 12 0,0 1 31 0,-1 0 4 0,3 5-3 15,-2 4-4-15,3 3 20 16,-3 0-23-16,0 5 6 15,1 0-2-15,2 0-14 0,-2-1-13 0,0 1-2 16,1-1-2-16,-1-1-1 0,-2 2-12 16,-2 0 2-16,-1 1-12 0,-2 1-41 15,0 0-45-15,-2-2 12 0,-4-1-31 0,-2 1-65 16,2-3-135-16,2-2-141 0,1-5-210 16,1 0-372-16,2-3 433 0</inkml:trace>
  <inkml:trace contextRef="#ctx0" brushRef="#br0" timeOffset="-162437.544">23198 11303 215 0,'0'0'147'0,"0"0"189"15,0 0 1216-15,0 0-1045 0,0 0-109 16,0 0-63-16,0 0-35 0,0 0 3 16,0 0-88-16,0 0-79 0,-16 88-18 15,11-58 33-15,-3 0 27 0,2 6-40 16,0-2-38-16,-1-1-20 0,0 2-20 0,3-4-11 16,-1-1-18-16,3-2-20 0,-1-3-11 15,0-3-3-15,1-6-13 0,2-3 4 16,-1-3-12-16,1-7-13 15,0-1-30-15,0-2-64 0,0 0-52 0,1 0-54 0,4-5-112 16,3-3-84-16,2-8-277 0,-3 4-434 16,5-11-479-16</inkml:trace>
  <inkml:trace contextRef="#ctx0" brushRef="#br0" timeOffset="-161606.653">22526 11267 323 0,'0'0'39'0,"0"0"46"15,0 0 19-15,0 0 466 0,0 0 117 16,0 0-252-16,0 0-138 0,-79-3 26 16,63 11-22-16,-1 2 18 15,-2 2-25-15,0 1-52 0,-2 4-57 0,1 0-36 0,2 2-31 16,0 4-41-16,0 3-9 15,5 4-25-15,2 0 1 0,-1 5-20 0,2 1-5 16,1 2 5-16,0 2-21 0,0 1 6 16,3 0 4-16,2 0-13 0,-1 1-1 15,5-2-21-15,0 1 21 16,0-4-26-16,5 1-1 0,3-6 13 0,3-5-22 16,3-3-7-16,3-1-64 15,3-9-16-15,2-2-62 0,2-8-118 0,2-4-117 16,-6 0-318-16,17-16-992 0</inkml:trace>
  <inkml:trace contextRef="#ctx0" brushRef="#br0" timeOffset="-160549.018">24255 11447 36 0,'0'0'1707'0,"0"0"-1023"0,0 0-342 0,0 0-85 16,0 0 47-16,0 0 26 15,0 0-21-15,0 0-90 0,0 0-47 0,0 0-27 16,-40 43 28-16,37-15-7 0,-1 4-28 16,1 5-34-16,0 1-19 0,3 5-6 15,0-2-15-15,0-1-9 0,0-2-31 0,3-5-22 16,2-2-2-16,-3-4-18 0,4-5-3 15,0-4 5-15,1-5-23 0,0-5-37 16,4-3-135-16,1-5-40 0,1 0-42 16,2-8-153-16,-2-2-568 0,5-11-781 15</inkml:trace>
  <inkml:trace contextRef="#ctx0" brushRef="#br0" timeOffset="-160320.917">24433 11472 931 0,'0'0'658'0,"0"0"341"0,0 0-620 16,0 0-49-16,32 68-31 0,-24-37-15 15,-4 3-17-15,-1 0-31 0,-3-1-69 16,0 2-52-16,0-5-32 0,0-5-45 16,-3 0-38-16,2-4-22 0,0-3 1 0,-2-4-7 15,3-3-18-15,-2-8-50 0,2 1-90 16,0-4-56-16,0 0-114 0,5-7-94 15,0-4-242-15,1-6-333 0,2 0-47 16,0-5 527-16,-2-1 540 16</inkml:trace>
  <inkml:trace contextRef="#ctx0" brushRef="#br0" timeOffset="-159998.733">24522 11653 354 0,'0'0'242'0,"0"0"-115"16,9-75 1160-16,-4 59-856 0,1 5-95 16,2 6-86-16,2 1-19 0,3 1 23 0,3-1 9 15,1 4-62-15,1 0-65 0,-2 0-46 16,-1 0-25-16,-4 5-40 0,-3 2-4 15,-3-1-21-15,-5 5 0 0,0 1 3 0,-7 5 41 16,-6 2-13-16,-6 3-31 0,-2-1-31 16,2 0-4-16,2-2 17 0,5-6 2 0,6-2-5 15,3-4-8-15,3 4-14 16,0-4 12-16,3 2 6 16,8 0 0-16,-3-2-42 0,6 2-14 0,-2-2 43 15,1 0 25-15,-1 0 10 0,-2 0 1 16,0-1 2-16,-5 3 37 0,1 0 51 0,-3 1 9 0,-1 1-15 15,-2 0-20-15,0-1 6 0,0 2-21 16,-8 0-10-16,-3-2-22 16,1-1-13-16,-3 1 11 0,-1-3-13 15,0 0-22-15,-3-2-37 0,3-2-43 16,0-2-29-16,0-1-45 0,0-1-48 0,2-7-108 16,4-5-151-16,2-1-301 0,4-5-613 0,0 4 646 15</inkml:trace>
  <inkml:trace contextRef="#ctx0" brushRef="#br0" timeOffset="-159537.329">24940 11916 82 0,'0'0'120'0,"0"0"174"0,0 0-69 16,0 0 579-16,0 0-336 0,0 0-166 15,0 0-5-15,0 0 9 0,0 0-5 16,0 0-17-16,-16 23-78 0,16-30-62 16,0-4-21-16,0-2-45 0,0-6-36 0,0-4-18 15,0-2-24-15,7-2-12 0,-1-2 11 16,1-2-18-16,1 3-4 0,-1-1-27 15,1 4 3-15,1 6 22 0,-2 2 24 16,3 3-12-16,-2 4 13 0,-1-1-13 16,0 6 1-16,2 2-13 0,-2-1 6 0,0 4 19 15,2 0 3 1,1 0 7-16,-2 7-10 0,3 3-12 0,-2 3 11 16,0 4 1-16,-1 2 12 0,-3 2-8 15,4 3 14-15,-5-2 1 0,1 2 10 16,-3-1-28-16,1-2 0 0,0-2-1 0,-3-2-1 15,2-3-34-15,-2-1 13 0,1-2 9 16,-1-4-40-16,2-2-95 0,-2 0-68 16,0-3-106-16,1-2-160 0,4 0-240 15,1-5-623-15,0 2 993 0,7-13 139 16</inkml:trace>
  <inkml:trace contextRef="#ctx0" brushRef="#br0" timeOffset="-159280.075">25583 11575 565 0,'0'0'362'0,"0"0"1127"0,0 0-934 16,0 0-156-16,0 0-69 16,-92 57-72-16,74-36-82 0,-2 4-38 15,6 0-51-15,-1 0-44 0,2 1-3 16,2-2 1-16,2-2-29 0,7-4 13 0,2-1 27 15,0-3 10-15,6-2-1 0,3-2-11 16,3-3-17-16,3-1-5 0,2-6-16 16,3 0-12-16,3-2-34 0,2-10-73 15,-3 0-118-15,3-6-108 0,-7 6-228 16,3-10-742-16</inkml:trace>
  <inkml:trace contextRef="#ctx0" brushRef="#br0" timeOffset="-159071.073">25950 11610 98 0,'0'0'2274'16,"0"0"-1655"-16,0 0-312 0,0 0 8 0,49 73-3 16,-37-48 48-16,-3 4-10 0,-4 2-160 15,-3 0-119-15,-2 3-28 0,-9 2-16 0,-10 1-25 16,-6 1-2-16,-6 1-39 0,-5-3-66 15,-4 1-150-15,-5-4-155 0,0-4-658 16,9-8-1486-16,-26 1 2300 0</inkml:trace>
  <inkml:trace contextRef="#ctx0" brushRef="#br0" timeOffset="-153267.874">23142 11276 2360 0,'0'0'168'16,"0"0"491"-16,0 0-470 0,0 0-46 0,0 0 62 0,100-14 16 15,-67 14-48-15,2 0-70 0,-2 0-53 16,-1 6-26-16,-3-3-6 16,-3 5-18-16,-6-1-19 0,-1 0 4 15,-8-2-10-15,1 2 6 0,-6-2 7 16,-2 0-16-16,-3 2 28 0,-1 2 9 16,-5 3-6-16,-9 4 10 0,-6 3-11 0,-6 6-2 15,-5-2-1-15,-2 5-12 0,-1-4 10 16,4-3 3-16,7-2 0 0,6-7 0 15,7-3-3-15,5-1-50 0,5-4-25 0,0 4 39 16,6 1 39-16,6 1 1 0,1 1 25 16,5-2-22-16,1 1-3 0,3 2-1 0,-1 1 1 15,-3 2 1 1,0 1 23-16,-3-1-25 0,-2 2 0 0,-3-3 16 16,-3 2 34-16,-4-3 16 0,0-1-16 15,-3 1-4-15,0-1 29 0,-6 1-44 16,-1-1 15-16,-3 3-27 0,-4-1-17 0,0 0-2 15,-3 1-11-15,-2 0-17 0,-2 0 26 16,-1-3-23-16,2-1-3 0,0-1-25 16,1-3-21-16,3-4-7 0,1-2-29 15,1-1-32-15,-3 0 20 16,1-7-93-16,-1-4-138 0,5 4-434 0,-5-14-1023 0</inkml:trace>
  <inkml:trace contextRef="#ctx0" brushRef="#br0" timeOffset="-152937.339">23839 11442 2232 0,'0'0'526'16,"0"0"-243"-16,0 0-104 0,0 0 89 15,52 86 1-15,-40-55-49 0,-2 4-38 0,1 3-57 16,-4 2-23-16,-2 3-18 0,-4 1-22 16,-1 3-47-16,0-2-15 15,-9 0-18-15,-2 0 2 0,-6-2-5 0,-5-1-10 16,0-4-13-16,-4-5-21 0,0-2-6 15,-1-3 15-15,3-6-16 0,-1-4-41 16,5-6-98-16,-2-2-143 0,8-7-288 16,-8-2-655-16</inkml:trace>
  <inkml:trace contextRef="#ctx0" brushRef="#br0" timeOffset="-126170.731">24619 6475 111 0,'0'0'254'0,"0"0"-123"0,0 0-89 15,0 0-42-15,0 0 0 0,0 0 1 0,0 0 18 16,0 0-19 0,0 0-20-16,0 0-26 0,-15 4-97 0,15-4 12 15,0 0 56-15,0 0 75 0,0 0 66 16,0 0 2-16,0 0-19 0,0 0 16 15,0 0 10-15,0 0-13 0,0 0-6 0,0 0-1 16,0 0-16-16,0 0 7 0,0 0-14 16,0 0-12-16,0 0-20 0,0 0-1 0,2 0 1 15,1 0 20-15,0-2-7 0,0 0-10 16,-1 1 16-16,1 0 11 0,1-2 110 16,-1 2-98-16,-1-1-40 0,-1 0 24 15,1 2 66-15,-2-1 12 16,1 1-26-16,-1 0-42 0,0 0-34 15,0 0-2-15,0 0-1 0,0 0-19 0,0 0-15 16,2 0-44-16,-1 0-119 0,0 0-4 16,2 0 13-16,0 0-1 0,-1 0 34 15,-1 0-63-15</inkml:trace>
  <inkml:trace contextRef="#ctx0" brushRef="#br0" timeOffset="-125172.374">24686 6447 701 0,'0'0'95'0,"0"0"-17"0,0 0 29 16,0 0 515-16,0 0-222 0,0 0-24 15,0 0-57-15,0 0-84 0,0 0-55 16,0 0-14-16,0 0 3 0,2 0 11 16,-2 0-15-16,0 0-27 0,0 0-15 15,0 0-29-15,0 0-16 0,0 0-10 16,0 0-2-16,0 0-4 0,0 0-7 0,0 6-21 16,0 2 10-16,0 5 8 0,-2 4 10 15,-2 2-10-15,1 5 59 0,1-1-23 0,-1 2-26 16,-2 2-26-1,2 2 7-15,0 1-12 0,-2 5-7 0,-1-3-12 16,0 5 10-16,0-2-19 0,1 5 12 16,-3-3-15-16,1 0 2 0,2 1 1 0,-1-5 7 15,1 2-8-15,-1-6-1 0,4-1 2 16,-4-3 9-16,3-3-12 0,0-3 0 16,2-2-1-16,-1-5-11 0,1 0 10 15,-1-4-16-15,2-2 6 16,0-2-16-16,0-2-36 0,0 0-21 0,0-2-10 15,0 0-10-15,0 0 4 0,0 0-1 16,0-3-9-16,0-2-25 0,0-5-73 16,0-7-40-16,2-4-178 0,-1 3-299 0,-1-14-572 15</inkml:trace>
  <inkml:trace contextRef="#ctx0" brushRef="#br0" timeOffset="-124870.258">24587 6876 1232 0,'0'0'29'16,"0"0"336"0,0 0 12-16,0 0-92 0,0 0-49 0,0 0 16 0,0 0 17 15,0 0 22-15,0 0-37 0,0 0-51 16,0 0-27-16,16-3-44 16,-10 3-20-16,2 0 13 0,2 0-14 15,-1 0-27-15,1 0-32 0,4 0-5 0,3 0-16 16,0 0-28-16,2-1 12 0,2 0-12 15,4-3 9-15,-3 3-12 0,3-1-15 16,0-2 14-16,-1 3 0 0,1-4-30 16,-3 1 13-16,-1 1-1 0,0 3-15 0,-3-5-6 15,-2 3-34-15,-1-2-53 0,-2 0 2 16,-4 1-24-16,0-2-19 16,-4 1-30-16,-2 1-21 0,0-4-71 15,-1 2-130-15,-2 0-187 0,0-4-471 0</inkml:trace>
  <inkml:trace contextRef="#ctx0" brushRef="#br0" timeOffset="-124405.968">25038 6416 1083 0,'0'0'33'16,"0"0"71"-16,0 0 241 0,0 0 149 15,0 0-125-15,0 0-72 0,0 0-78 0,0 0-20 0,0 0 5 16,0 0-4-16,0 20-26 16,0-8-10-16,0 3-36 0,0 0-17 15,0 1-14-15,-4 6-13 0,-1-2-4 16,-3 4-14-16,-1 0-14 0,2 1-2 0,-3 0-4 15,1 2-3-15,1 4-6 16,0-1-15-16,1 1 14 0,-1 2-36 0,3-2 25 16,-1 2-25-16,1-1 15 0,0-3 16 15,2 2-31-15,-4-4 18 0,5 3-5 16,-1-7 5-16,1 1-6 16,1-3-8-16,-1-2 23 0,2-2-26 15,0-3 14-15,0-2-15 0,0-3 1 16,0 0-1-16,0-2 0 0,0-2-1 15,0-1-2-15,0 0-15 0,0-4 3 0,0 2-19 0,0-2-24 16,2 0-1-16,-2 0-15 16,0 0-24-16,1 0-20 0,-1 0-15 0,0 0-26 15,2 0-49-15,1 0-139 0,-1-2-210 16,0-2-442-16,-2-8-889 0,-12 28 1740 0</inkml:trace>
  <inkml:trace contextRef="#ctx0" brushRef="#br0" timeOffset="-122995.454">25228 7156 1072 0,'0'0'201'15,"0"0"815"-15,0 0-728 0,0 0-85 16,0 0-78-16,0 0 52 0,0 0 11 16,0 0-28-16,0 0-49 0,0 0-48 0,0 0-44 15,23 0-17-15,-12-1 14 0,-2-1 19 16,-1 0 15-16,-2 1-12 16,-3 1-3-16,-1 0-7 0,-2 0-6 15,2 0 13-15,-1 3-1 0,2 3 23 0,-3 2 41 16,2 7 27-16,-2 0-35 0,0 5-34 15,0 1-9-15,-5-2-29 0,0 2 19 16,-1 0-21-16,1-3 9 0,-1-3-23 16,2 0-2-16,3-4 0 0,1-3-13 0,0-2-2 15,0-3 12-15,0-1-13 0,0-2 4 16,0 0-69-16,0-5-81 0,0-2-83 16,0-9-142-16,0-4-152 15,0 2-509-15,4-12-316 0</inkml:trace>
  <inkml:trace contextRef="#ctx0" brushRef="#br0" timeOffset="-122822.49">25254 6982 653 0,'0'0'1983'16,"0"0"-1571"-16,0 0-96 0,0 0-43 15,0 0-21-15,0 0-44 0,0 0-24 0,0 0-75 16,0 0-82-16,0 0-27 0,88-22-46 0,-72 15-78 15,1-1-159-15,-1 1-95 16,-3 3-234-16,2-2-592 0</inkml:trace>
  <inkml:trace contextRef="#ctx0" brushRef="#br0" timeOffset="-122338.568">25550 7342 855 0,'0'0'1751'0,"0"0"-1448"0,0 0-194 0,0 0-39 15,0 0 36-15,0 0 63 16,0 0 78-16,0 0-63 0,0 0-90 0,0 0-50 15,0 0 9-15,36 9-3 0,-30-7 14 16,1-1-2-16,-1 3-12 0,2 1-15 16,-1-1-20-16,-1 1 4 0,0 1 9 15,-2 1 3-15,3 1-6 0,-2 0 3 0,1 4 12 16,-4 0-18-16,1 5-4 0,-1-2 16 0,-2 3-12 16,0 0-4-16,0 0-2 0,0 0-4 15,-2 0 0 1,-1-2-8-16,1 1 17 0,-3-3-5 15,1-1 8-15,-1-1-2 0,-2-1-4 0,5 1 4 16,-4-4 2-16,1 2-2 0,2-2-4 0,-2-2-2 16,2 0 2-16,-3-1-6 0,3-1-10 15,0-1-1-15,0-1-1 0,2 0 0 16,0-2-11-16,-4 0-38 0,2 0-9 16,-1 0 5-1,-2 0-2-15,-1-4-13 0,1-4-22 0,-1-2-43 16,3-4-23-16,-3-4-61 0,2-6-19 0,2-4-135 15,-2-3-264-15,0 7-549 0</inkml:trace>
  <inkml:trace contextRef="#ctx0" brushRef="#br0" timeOffset="-122127.62">25612 7089 359 0,'0'0'2789'0,"0"0"-2305"0,0 0-327 0,0 0-87 0,0 0 68 16,0 0 85-16,0 0 13 0,0 0-122 15,0 0-82-15,0 0-32 0,67-11-22 16,-53 7-9-16,-2 0-18 0,-2-1-87 0,1 1-141 16,1 0-143-1,-6 0-358-15,3-3-969 0</inkml:trace>
  <inkml:trace contextRef="#ctx0" brushRef="#br0" timeOffset="-116055.324">25842 7347 1232 0,'0'0'95'16,"0"0"891"-16,0 0-705 0,0 0 9 15,0 0-46-15,0 0 11 0,0 0-14 0,0 0-42 16,0 0-48-16,0 0-15 0,0 0 1 16,13 20 6-16,3-15-41 0,6 3-10 15,0-2-11-15,1 0-41 16,-2-2-22-16,0 1-18 0,-4-3 0 0,-2-2-18 15,-2 3 17-15,-1-3-2 0,-1 0-78 16,0 0-57-16,-1-3-21 0,0-3-43 16,-5 0-113-16,1-1-249 0,-1-5-745 0</inkml:trace>
  <inkml:trace contextRef="#ctx0" brushRef="#br0" timeOffset="-115784.982">25974 7247 779 0,'0'0'450'0,"0"0"-76"0,0 0 311 15,0 0-352-15,0 0-153 16,0 0 13-16,0 0 54 0,0 0 23 16,0 0-83-16,0 0-58 0,0 0-56 15,20 78-11-15,-15-54-18 0,-2-1-12 0,-3 4 9 16,0-1-38-16,0 0-2 0,-5 1-1 15,-3-1-18-15,-1-1-12 0,0 0 27 16,1-3-59-16,3-4-45 0,2-5-44 16,3-1-55-16,0-5-46 0,3-2-87 0,2-5-203 15,0 0-201-15,7-3-511 0</inkml:trace>
  <inkml:trace contextRef="#ctx0" brushRef="#br0" timeOffset="-115553.095">26253 7231 1299 0,'0'0'140'0,"0"0"925"16,0 0-827-16,0 0-16 0,0 0-17 0,0 0 85 15,-9 82-27-15,9-60-71 0,-2 3-53 16,2-1-101-16,-5 2-38 0,2-2-22 15,-3-2 20-15,0 0-18 0,1-3-55 0,-1-5-114 16,2 1-76-16,0-3-86 0,1-3-208 0,-2-4-550 16</inkml:trace>
  <inkml:trace contextRef="#ctx0" brushRef="#br0" timeOffset="-115048.409">25511 7249 897 0,'0'0'211'0,"0"0"-155"16,0 0 12-16,0 0 27 0,0 0 2 0,0 0 371 15,0 0-172-15,0 0-99 0,0 0-35 16,0 0-14-16,-38 69 32 0,33-56 48 0,-1 3-23 16,1 0-43-1,-2 1-23-15,5 4-22 0,-1 0-10 16,1 3-22-16,2 2-3 0,0-1-15 0,0-1-27 15,7-1-18-15,3-3-19 0,1-1-3 16,4-2-43-16,3-4-68 0,5-2-106 16,2-6-30-16,3-4-122 0,-8-1-297 0,13-6-763 0</inkml:trace>
  <inkml:trace contextRef="#ctx0" brushRef="#br0" timeOffset="-114797.601">26557 7191 2511 0,'0'0'589'0,"0"0"-359"0,0 0-198 16,0 0 98-16,0 0 101 0,0 0 87 15,0 0-108-15,20 84-117 0,-28-55-53 0,-5 9-37 0,-3 2-2 16,-6 2-1-16,1 1-57 0,0-1-40 15,1-1-84-15,2-3-43 0,2-2-57 16,0-4-47-16,-2-4-243 16,4-8-180-16,-11 4-708 0</inkml:trace>
  <inkml:trace contextRef="#ctx0" brushRef="#br0" timeOffset="-114186.911">24016 7769 1251 0,'0'0'234'0,"0"0"36"0,0 0 769 16,0 0-686-16,0 0-63 0,0 0-36 15,0 0-9-15,0 0-34 0,97 45-37 16,-70-42-25-16,3-2-25 0,2-1-41 16,0 0-40-16,0 1 21 0,2-1-27 0,-1 2-9 15,4-2 9-15,3 1 0 0,2-1-16 16,2 0 19-16,5 0-37 0,6 0 12 16,3 0-15-16,1 0 10 15,3 0-10-15,2 0-21 0,1 0 6 16,5-1 2-16,0-1-17 0,2 1 14 15,-1 1-5-15,-3 0-10 0,0 0 29 0,-4 0-31 16,2 3 32-16,-2 0-18 0,1-1 19 16,3 0 11-16,-1-1-9 0,3 2 1 0,1 0-2 15,2-2 1-15,1 3-2 0,1-3 1 16,1 2 14-16,0 0-15 0,-3-3-10 16,-1 2 7-16,-4 1 2 0,-5-2 1 15,-4 0 0-15,-8-1-17 0,-3 1 17 16,-9-1-1-16,-6 0-10 0,-7 0 8 15,-8 0-28-15,-5 0-55 0,-7 0-56 16,-4 0-47-16,-2 0-44 0,-9 0-139 0,-1-1-353 16,-21-1-1241-16</inkml:trace>
  <inkml:trace contextRef="#ctx0" brushRef="#br0" timeOffset="-113455.471">24518 8141 1456 0,'0'0'591'0,"0"0"17"16,0 0-273-16,0 0-73 0,0 0 15 0,0 0 26 15,0 0-44-15,0 0-32 0,0 0-53 16,42 80-57-16,-37-51-9 0,-3 6 12 16,-1 2 2-16,-1 4-33 0,0 1-25 15,0 0-27-15,-3-1-34 0,-5-1-1 16,1 0-2-16,1-4-11 0,1-5-5 16,1-5-5-16,3-5-6 0,1-4-7 15,0-8-55-15,0-2-49 0,0-3-43 16,4-4-1-16,0 0-42 0,5 0-90 15,2-6-153-15,-3-2-295 0,6-13-628 0</inkml:trace>
  <inkml:trace contextRef="#ctx0" brushRef="#br0" timeOffset="-113289.148">24719 8474 954 0,'0'0'1339'0,"0"0"-803"16,0 0-231-16,0 0-66 0,0 0 53 0,0 0-24 15,0 0-70-15,94-2-85 16,-72-2-76-16,4 0-27 0,0-1-10 0,-2-1-21 16,-1-4-32-16,-2 3-136 0,-3 0-87 15,-5-2-137-15,-3 2-215 0,-4 0-620 0</inkml:trace>
  <inkml:trace contextRef="#ctx0" brushRef="#br0" timeOffset="-113030.529">24970 8154 676 0,'0'0'1862'15,"0"0"-1533"-15,0 0-185 16,0 0-32-16,0 0 93 0,0 0 103 16,0 0-25-16,0 0-78 0,0 0-86 15,11 72-17-15,-11-44-6 0,0 3-3 0,0 4-10 16,0 1-36-16,0 1-16 0,-3 1-31 15,-2-2-2-15,2 1-13 0,0-3 0 0,0-1-7 16,1-3 0-16,2-1-27 0,0-5-28 16,0 0-44-16,0-2-56 0,1-5-78 15,5-5-104-15,1-2-212 0,-1-3-534 16,5-6-726-16</inkml:trace>
  <inkml:trace contextRef="#ctx0" brushRef="#br0" timeOffset="-111605.786">25341 8846 1182 0,'0'0'49'0,"0"0"-39"16,0 0 722-16,0 0-227 0,0 0-244 16,0 0-100-16,0 0-26 0,0 0-36 15,0 0-22-15,0 0-7 0,0 0-22 16,0 0-16-16,1 0-1 0,2 0 27 16,0 0 12-16,0 0 25 0,0 0 0 0,-2 0-14 15,2 0-27-15,1 0-13 0,1 0-13 16,-3 0-25-16,1-1-3 0,0 1-12 0,-1 0 11 15,-1 0-12-15,2 0-6 0,-1 0-6 16,1 0 13-16,0 0-1 0,-2 0 0 16,0 0 10-16,3 0 1 0,-1-1 2 15,-1 1 1-15,1 0 2 0,0-1 16 0,-2 1-6 16,1 0-12-16,-2 0 2 0,0 0 13 16,0 0-1-16,0 0 14 0,0 0-4 0,0 0-22 15,0 0-1 1,1 0-2-16,-1 0-3 0,1 0-13 15,-1 0 1-15,3 0 15 0,0 0 27 0,0 0-15 16,1 0-9-16,1 0 10 0,-5 0 6 16,2 0 3-16,-2 1-10 0,2-1-9 15,-1 0-1-15,-1 1-2 0,0-1-2 0,3 2 2 16,-3 2 1-16,2 1 34 0,-1 1-9 16,-1 0 2-16,0 2-6 15,0 3-22-15,0 1-3 0,-3 0 0 16,-3 2 0-16,-1 2 1 0,0 0 2 0,-1 1 0 15,0 0 1-15,2-1 1 0,0-2 1 16,0 1 0-16,3-4-1 16,1-2 20-16,2 1-20 0,0-4 10 0,0-3-11 15,5 3 15-15,3-4 21 0,1 0-5 0,2-2 8 16,0 0 25-16,1-3-12 0,2-5-19 16,-2-3-34-16,-1-2-74 0,-1-5-110 15,0-1-23-15,-5-2-64 16,-2-2-122-16,-1 5-297 0,-2-15-746 0</inkml:trace>
  <inkml:trace contextRef="#ctx0" brushRef="#br0" timeOffset="-111438.09">25404 8612 1479 0,'0'0'91'16,"0"0"975"-16,0 0-686 0,0 0-153 15,0 0-106-15,0 0-19 0,0 0-48 0,0 0-54 16,0 0-150-16,0 0-221 16,84-55-241-16,-73 43-658 0</inkml:trace>
  <inkml:trace contextRef="#ctx0" brushRef="#br0" timeOffset="-110549.668">25959 8810 39 0,'0'0'747'0,"0"0"-415"0,0 0 481 16,0 0-317-16,0 0-212 0,0 0-113 16,0 0-8-16,0 0-25 0,0 0 3 0,0 0-1 15,0 0-52-15,-3 3-59 0,5-3-16 16,0 0 18-16,1 0 10 0,0 0 4 16,2-1-20-16,2 1-16 0,-5 0-9 15,4 0-25-15,-1 4 9 16,1 4 14-16,-1 1 2 0,2 5 32 0,-2 2-32 15,-2 3 0-15,0 0 2 16,-1 2 14-16,0 0-16 0,-1 1-1 0,-1 0 0 16,0-1 1-16,0 2 31 0,0 0 45 15,0-2-20-15,-1 3 10 0,-5-2 45 0,-1 0-5 16,-2-1-28-16,4-3-22 0,-3 0-22 0,1 0-13 16,3-6 7-1,-3-2 13-15,4-1 2 0,1-4-18 16,-1 1-4-16,3-5-5 0,0 0-14 15,0-1 16-15,-3 0-18 0,2 0-15 0,-3-5-69 16,-5-3-92-16,2-7-55 0,-3-3-68 0,-1-5-101 16,2 2-240-16,-3-13-681 0</inkml:trace>
  <inkml:trace contextRef="#ctx0" brushRef="#br0" timeOffset="-110397.721">25986 8630 938 0,'0'0'1840'0,"0"0"-1577"0,0 0-211 0,0 0-8 15,0 0-12-15,0 0-32 0,78-22-96 16,-59 13-435-16,8-8-1129 0</inkml:trace>
  <inkml:trace contextRef="#ctx0" brushRef="#br0" timeOffset="-109247.412">27247 7720 1164 0,'0'0'3'15,"0"0"56"-15,0 0 526 0,0 0-215 16,0 0-176-16,0 0-25 0,0 0-11 0,0 0-20 16,0 0 0-16,81-59-29 0,-58 51-23 15,2-1-22-15,-2 3-3 0,-1 0 3 0,0 3 6 16,0-1 22-16,-2 1 0 0,0 0-26 16,-2 2-22-1,-2 1-13-15,-1 0-30 0,-5 0 1 0,1 7 26 16,-1 2-15-16,-3 1 0 0,0 4 21 15,0 0-21-15,2 2 12 0,0-1-9 0,-1 1-13 16,4-4-3-16,-1 0 12 16,0-5 10-16,1 0 13 0,-2-1 12 15,2-1-12-15,1-4 3 0,-1-1 6 16,0 0-26-16,1 0 1 0,-1-4-19 16,2-4-11-16,-1 0-137 0,2-5-135 0,-4 1-60 15,-5 1-194-15,0 1-747 0</inkml:trace>
  <inkml:trace contextRef="#ctx0" brushRef="#br0" timeOffset="-109006.235">27289 7968 1018 0,'0'0'235'0,"0"0"-40"0,0 0 611 16,0 0-264-16,0 0-154 0,0 0-114 15,0 0-65-15,0 0-23 0,0 0-7 0,91 45-12 16,-72-42-52-16,-2 0-25 0,2-2-31 16,1 1-40-16,2-2-4 0,1 2-15 15,1-1 0-15,-1-1-34 0,3 0 0 0,2 0-3 16,-3 0-112-16,1-3-196 0,-6 1-225 16,8-2-795-16</inkml:trace>
  <inkml:trace contextRef="#ctx0" brushRef="#br0" timeOffset="-103306.027">28874 6751 95 0,'0'0'824'0,"0"0"-667"0,0 0-157 0,0 0 1089 15,0 0-678-15,0 0-70 0,0 0-100 16,0 0-66-16,0 0 48 0,9 12 7 0,-9-6-63 16,-3 6-73-16,-3 1-9 0,-3 6-29 15,-2 6 29-15,1 4-11 0,-1 4-18 16,1 2-16-16,-1 1-18 0,-1 2 0 16,1-3-22-16,-1-1-3 15,1-1-16-15,0-3 16 0,1-4-19 16,3-5-9-16,2-6-6 0,2-4-22 0,3-4-22 15,0-6-50-15,0-1-61 0,0 0-82 16,6-1 1-16,3-6 1 0,1-4-184 0,-1-1-331 16,2-13-425-16</inkml:trace>
  <inkml:trace contextRef="#ctx0" brushRef="#br0" timeOffset="-103059.02">28895 6841 946 0,'0'0'88'0,"0"0"-85"0,0 0 404 15,0 0-108-15,0 0-52 0,0 0 67 16,0 0 26-16,0 0-48 0,0 0-48 16,0 0-34-16,63 81-22 0,-53-55-36 15,-1 0-49-15,-2-1-27 0,0 1-26 16,2-4-22-16,-3 0-12 0,-1-6-13 0,1-1-3 16,0-2 0-16,0-2-1 15,-1-4-2-15,-2-2-10 0,0 0-8 16,0-2-26-16,-1 0-73 0,-2-1-32 15,0-2-28-15,0 1-34 0,0-1-61 0,-5 0-98 16,-2 0-132-16,-4-1-262 0,0-6 77 16,-2 1 103-16</inkml:trace>
  <inkml:trace contextRef="#ctx0" brushRef="#br0" timeOffset="-102922.631">28938 7111 263 0,'0'0'385'16,"0"0"78"-16,0 0 74 0,0 0-31 0,0 0-69 16,0 0-89-16,0 0-79 0,0 0-69 15,0 0-22-15,0 0-29 16,-48-30-61-16,59 18-87 0,4-4-1 0,1-1-19 15,7-2-6-15,-3 1-19 0,-1-3-79 16,1 3-138-16,-4 0-55 0,-3 4-147 16,-3 5-357-16,2-1-815 0</inkml:trace>
  <inkml:trace contextRef="#ctx0" brushRef="#br0" timeOffset="-102313.293">29285 7059 1093 0,'0'0'3'16,"0"0"-3"-16,0 0 33 0,0 0 13 16,0 0 422-16,0 0-120 15,0 0-95-15,0 0-120 0,0 0-72 16,0 0-45-16,0 0-16 0,-32 61-12 15,32-59-81-15,0-2-105 0,0 0-32 0,0 0-8 16,0-2-45-16,0-1 95 0,0-1 148 0,-2-3 40 16,2 2 56-16,-3 1 64 0,0 1 33 15,-1 0-36-15,2 0-19 0,-1 1-33 16,2 1-23-16,-1 0-40 0,2 1 11 16,0-2-9-16,0 2 38 15,0-1-3-15,0 1-3 0,0-3 6 0,0 3 10 16,0-1 71-16,0 1 48 0,0 0 10 15,0-3-13-15,0 1-20 0,0-1-6 16,-2-3-14-16,-1 3-20 0,0-3-21 0,-2 3-30 16,2-2-35-16,0 0-12 15,1-2-10-15,-2 0-26 0,4-4-18 0,0 1-26 0,0 0-7 16,0-4 19-16,1 1 26 0,3 0-22 16,0-1-7-16,-1 3-10 0,2-1 43 15,-2 3 11 1,1 2 5-16,0 1-1 0,-1 3 12 0,1-1-3 15,1 2-18-15,-2-2 6 0,-1 2 15 16,4-1-15-16,-3 2-1 0,3 1 1 0,1 0 4 16,-1 0 8-16,1 0-12 0,0 0 16 15,3 8 24-15,0 3 34 0,-2 1 13 16,1 1 6-16,-3 3-10 16,0 3-12-16,0 0 2 0,-2-1-15 0,-1-1-10 15,0 1 3-15,-1-3-19 0,-1 0-3 16,-1-2-1-16,0-1-12 0,0-2-16 15,0 1 13-15,3-3-29 0,-3-2-70 16,1-1-119-16,1-1-130 0,1-1-265 0,-1-3-553 0</inkml:trace>
  <inkml:trace contextRef="#ctx0" brushRef="#br0" timeOffset="-102064.35">29681 6902 1015 0,'0'0'192'16,"0"0"794"-16,0 0-588 15,0 0-83-15,-74 72-49 0,58-52-17 0,0 2-46 0,3-2-26 16,3 1-42-16,1-1-47 0,5-3-24 16,4 2-5-16,0-1-3 0,4-5-3 15,5 3 0-15,4-4-16 16,4-2-9-16,2-1-9 0,4-3-19 15,1-1-19-15,4-3-40 0,-2-1-78 0,-2-1-73 16,-1 0-102-16,-7-1-207 0,-4 0-637 16,-12 1-825-16</inkml:trace>
  <inkml:trace contextRef="#ctx0" brushRef="#br0" timeOffset="-101272.049">28699 7528 414 0,'0'0'470'0,"0"0"-106"0,0 0 446 16,0 0-405-16,0 0-160 0,0 0-10 0,0 0 21 16,0 0-49-16,0 0-51 0,0 0-14 15,-8 1-25-15,19 2-13 16,0-2-7-16,5 4 1 0,1-3-1 0,5 2-29 15,2-3-9-15,7-1-9 0,3 2-13 16,7-2-25-16,3 0-9 0,2 0-3 16,5 0-9-16,0 0 7 15,2 0 2-15,3 0-15 0,0 0 12 0,2 0-12 0,1 0 15 16,0 0 2-16,3-3-1 0,-3-1 1 16,-1-1-1-16,-1-1 0 15,-4 1 0-15,-2 0-1 0,-9 2 0 16,-8-2-1-16,-6 3 1 0,-8 2-3 15,-9-2-16-15,-3 2 19 0,-4 0-1 16,-1 0-2-16,-3 0 3 0,0 0 2 0,0 0-2 16,0 0-13-16,0 0-74 0,-4 0-13 15,-2 0-38-15,0 0-3 0,-3 0-67 16,-4 0-233-16,5 0-694 0,-14 0-898 0</inkml:trace>
  <inkml:trace contextRef="#ctx0" brushRef="#br0" timeOffset="-100544.999">28805 8124 865 0,'0'0'130'0,"0"0"-94"15,0 0 78-15,0 0 888 0,0 0-672 0,0 0-37 16,0 0-36-16,82-11-30 0,-73 11-42 15,2-2-55-15,-5 2-57 0,2-1-41 0,-3 1-31 16,1-1-1-16,3-1-26 0,-2 0-78 16,0 0-182-16,5-1-166 0,-5 0-311 15,6-1-566-15</inkml:trace>
  <inkml:trace contextRef="#ctx0" brushRef="#br0" timeOffset="-100375.936">29411 8082 365 0,'0'0'255'0,"0"0"942"16,0 0-889-16,0 0-308 0,0 0-364 16,0 0 82-16,0 0 21 0,79-8-110 0,-59 3-409 0</inkml:trace>
  <inkml:trace contextRef="#ctx0" brushRef="#br0" timeOffset="-100239.149">29831 8019 1106 0,'0'0'59'0,"0"0"-40"15,0 0 30-15,0 0 579 0,0 0-222 0,0 0-161 16,0 0-80-16,0 0-46 0,80-4-55 16,-74 4 4-16,-1 1-30 15,1 2-38-15,0-3-107 0,-2 1-289 0,-1-1-695 16</inkml:trace>
  <inkml:trace contextRef="#ctx0" brushRef="#br0" timeOffset="-96381.898">27311 9574 763 0,'0'0'62'0,"0"0"-62"0,0 0 391 0,0 0 71 15,0 0-251-15,0 0-120 0,0 0 0 16,0 0 71-16,0 0 68 0,-14 0 2 16,14 0-45-16,1 0-20 15,1 0 5-15,1 0-19 0,-1 0 6 16,-1 0-22-16,1 0-33 0,1-3-13 15,1 0-31-15,3-4-38 0,6-4-22 0,2-1-3 16,3 0-1-16,0-1-14 0,3 0 2 0,-1 3-9 16,1 1 24-16,-1 3-2 0,-3 0-20 15,1 2 8-15,-1 3 13 16,-3 1 2-16,-1 0-1 0,2 0-24 0,-4 3 25 16,1 5 21-16,-2 2 30 0,-1 1-4 15,0 4-13-15,-3 0 4 0,1-1 26 0,-1-1 85 16,0-1-71-1,2-3-34-15,1-1-16 0,2 0 21 0,1-2-5 16,1-1 5-16,3-3-9 0,-1 1-3 16,0-2-12-16,1-1-6 0,1 0-17 0,-3-4-2 15,1 0-39-15,-3 1-60 0,-3-1-38 16,0-1-24-16,-4 2-28 0,-4 1-43 0,-1 0-110 16,0 2-237-16,-8 0-523 0,-1 0-160 15</inkml:trace>
  <inkml:trace contextRef="#ctx0" brushRef="#br0" timeOffset="-96131.945">27404 9786 627 0,'0'0'225'0,"0"0"1024"16,0 0-789-16,0 0-209 0,0 0-116 0,0 0 70 15,0 0 44-15,0 0 11 16,0 0-36-16,0 0-35 0,0 0-33 15,68 21-50-15,-43-17-22 0,1-2-22 16,-2-1-22-16,4 0-16 0,-2 2 1 0,-1-2-25 0,1 1-1 16,-3-2-1-1,1 3 1-15,-3-2-18 0,4 0 16 0,-2-1-43 0,-3 0-121 16,3 0-76 0,-2 0-113-16,-4 0-303 0,7-1-710 0</inkml:trace>
  <inkml:trace contextRef="#ctx0" brushRef="#br0" timeOffset="-73515.809">19766 13566 1015 0,'0'0'1681'0,"0"0"-1330"16,0 0-108-16,0 0-94 0,0 0-22 0,95-52 44 16,-69 40 11-16,2 1-66 15,0 3-64-15,0 2-37 0,3 0 13 16,-1 4 32-16,1 2-7 0,-2 1 6 0,-3 6-16 0,-1 3-21 16,-3 3-4-16,-2 2 13 0,-3 2-9 15,-3-1 22-15,0 4-1 16,0-2-19-16,1 1-22 0,1-2 11 15,4 1 6-15,2-5-19 0,1 0-3 16,3-3 3-16,1-3 0 0,2-4-1 0,1-3-1 16,1 0-19-16,-1-3-38 15,-1-3-46-15,0-5-38 0,-1 2-48 0,-3-3-55 16,-6 0-98-16,-5 0-174 0,-7 2-643 0,-7 2-628 0</inkml:trace>
  <inkml:trace contextRef="#ctx0" brushRef="#br0" timeOffset="-73264.001">19833 13877 871 0,'0'0'263'0,"0"0"125"0,0 0 275 16,0 0-327-16,0 0-14 0,0 0-36 15,0 0-25-15,82 17-51 16,-52-12-43-16,2-1-28 0,2 3-48 0,2-2-28 15,1 2-12-15,-1-1-17 0,0 0-31 16,2 0 13-16,-2-2-16 0,1-2-16 0,-1 0 0 16,0 0-9-16,-1 0-9 0,1-1-5 15,-1-1-42-15,0 4-161 0,1-3-40 16,-1 0-60-16,-2 0-140 0,-2 1-282 0,-6 0-609 16,2-2 938-16</inkml:trace>
  <inkml:trace contextRef="#ctx0" brushRef="#br0" timeOffset="-65248.721">21733 12922 1744 0,'0'0'584'0,"0"0"-7"0,0 0-327 15,0 0-7-15,0 0 11 0,0 0 60 16,-51 75-59-16,43-51-91 0,-3 2-86 15,1 5-38-15,0 5 0 16,-3 1-6-16,0 1-31 0,-3 1 10 0,4-2-11 16,-1-5-2-16,4-4-28 0,3-8 26 0,1-4-14 15,4-8-5-15,-1-2 2 0,2-4 1 16,0-2-57-16,-3 0-39 0,3 0-58 16,-2-6-35-16,2-4-93 0,-2-6-148 15,2-3-66-15,0-5-91 0,7-4 69 16,4 0-145-16,3-4 130 0,-1 0 263 15,3-3 288-15,-2 4 13 0,2 1-12 16,-2 2 57-16,0 3 294 0,0 1-121 0,-3 6 317 16,-1 5 180-16,-2 4-300 0,-1 1-163 15,0 5-94-15,2 0 47 16,-1 3 3-16,3 0-14 0,-2 9-58 0,2 1 63 16,0 6-17-16,3 4-57 0,-3 5-66 15,0 4-28-15,2 1-13 0,-3 3-12 16,-1-2-16-16,1 0 18 0,-1-2-4 0,-1-6-17 15,4 1-1-15,-4-5-11 16,3-3 11-16,-2-2-12 0,0-6 1 16,-1 1-4-16,-3-3-40 0,-2-3-12 0,1-2-23 15,-2 1-42-15,-2-2-84 0,0 0-81 16,-6 0-114-16,-2-2-145 0,-6-2-107 0,-3 0-147 16,0-3 133-1,-5-1 463-15,-1-2 215 0,4 0 3 0,-2 1 10 16,2-1 193-16,2 2 22 0,3-2-78 15,3 4-46-15,3-2 531 0,-1 2-290 16,6 4-75-16,0-1-14 0,3 3 54 0,0-2-7 16,3 0-111-16,7 0-54 0,2-1-14 15,4-4 51-15,2 1-46 0,2-2-78 16,-1-2-51-16,1 1-29 0,3-1-41 0,-4-2-238 16,1 0-195-16,0-1-528 0,-5 3-464 15,4-4 1283-15</inkml:trace>
  <inkml:trace contextRef="#ctx0" brushRef="#br0" timeOffset="-64832.526">22242 13428 1386 0,'0'0'20'15,"0"0"1194"-15,0 0-1030 0,0 0-78 16,0 0-4-16,0 0 138 0,0 0 2 16,0 0-71-16,0 0-89 0,0 0-82 15,0 0-28-15,-13-19 28 0,19-1 0 16,1-3-16-16,-1-2 13 0,1-1 3 0,0 1-1 16,-1-3 1-16,0 3-3 15,1-2 3-15,3 1 0 0,0 0-15 16,3-2 14-16,0 3-1 0,0 4-20 15,5 1-4-15,-1 5 1 0,-1 3 6 16,2 5-6-16,-2 2-10 0,1 5 35 0,0 0 6 16,-2 0 26-16,0 8-4 0,-2 2-9 15,-2 4 13-15,-1 2 31 0,0 4-6 0,-5 3 9 16,-1 1-18-16,-3 1-11 0,-1 0-2 16,0-1-16-16,-1-2-19 15,-3-5 0-15,1-2-3 0,1-4-50 16,2-4-16-16,0-3-19 0,0-3-45 0,5-1-83 15,6-5-119-15,-2-2-393 0,13-13-923 0</inkml:trace>
  <inkml:trace contextRef="#ctx0" brushRef="#br0" timeOffset="-64579.793">23013 12983 492 0,'0'0'2417'0,"0"0"-1998"0,0 0-168 15,0 0-18-15,-60 66 104 0,42-44-29 0,0 1-34 16,0 1-123-16,3 1-66 0,-1 0-23 16,1 0-26-16,2 1-11 0,2-2-4 0,5-2 3 15,3-3 16-15,3-1 6 0,0-5 15 16,8-1-1-16,3-2-20 0,3-2-13 16,3-1-24-16,4-2-3 0,3-4-10 15,4-1-26-15,0 0-13 16,-2-6-33-16,-1-1-119 0,-5-2-23 15,-3 0-75-15,-4 1-190 0,-7 3-525 0,-6 0-785 0</inkml:trace>
  <inkml:trace contextRef="#ctx0" brushRef="#br0" timeOffset="-62581.775">21490 12850 140 0,'0'0'33'0,"0"0"952"0,0 0-318 15,0 0-306-15,0 0-106 0,0 0-29 16,-84 39 22-16,73-31-14 0,-2 1-55 16,1 1-39-16,1 2-17 0,-1 3-12 0,4 6 12 15,2 1-22-15,1 4 8 16,1 3-4-16,4 3-49 0,4 3 9 0,8 3-65 16,4 0 31-16,4 0-34 0,3 1 3 15,4-2-31-15,1-2-3 16,2-2-63-16,2-2-45 0,2-1-49 15,7-6-43-15,2-3-132 0,-6-8-306 16,25-1-859-16</inkml:trace>
  <inkml:trace contextRef="#ctx0" brushRef="#br0" timeOffset="-62215.904">23449 12968 764 0,'0'0'1537'0,"0"0"-1033"0,0 0-212 15,0 0-94-15,0 0-20 0,77 67 22 16,-64-52-52-16,0 1-60 0,-3 2-32 16,-1 0-21-16,0 0 9 0,-7 2-9 15,-2 1 9-15,0 1 0 0,-4 3-19 0,-9-1-11 16,-3 0-14-16,-5 3-12 0,-4-5-1 16,0 1-46-16,-3-2-61 0,3-4-18 15,-1 0-20-15,-1-5-22 0,1 0-103 0,-1-1-234 16,0-2-594-1,8-3-292-15,-9-3 1191 0</inkml:trace>
  <inkml:trace contextRef="#ctx0" brushRef="#br0" timeOffset="-61186.461">24005 12941 591 0,'0'0'242'0,"0"0"210"0,0 0 306 0,0 0-253 16,0 0-215-16,0 0-59 0,0 0 25 16,0 0-21-16,0 0-17 0,0 0-17 0,50 56-25 15,-44-27-32-15,-1 6-20 0,-4 4-13 16,-1 2-37-16,0 4-28 0,-7-3-20 16,-1-4-26-16,3-2-22 0,-3-7-2 0,3-8 8 15,2-5-8-15,1-8 8 0,2-3-24 16,0-5-130-16,0 0-73 15,0-1-12-15,0-6-35 0,5-5-188 16,0-4-250-16,0-7-496 0,-1 8 74 16</inkml:trace>
  <inkml:trace contextRef="#ctx0" brushRef="#br0" timeOffset="-60933.017">24103 13007 736 0,'0'0'81'15,"0"0"121"-15,0 0 831 0,0 0-664 16,0 0-92-16,0 0-71 0,96-64 12 15,-75 62-10-15,2 0-11 0,0 2-54 0,3 0-2 16,-5 4 26-16,2 5-34 0,0-1-40 0,0 4-18 16,-5 3-29-16,-1 1 1 0,-5 2-4 15,-4 0-2-15,-1 0-29 0,-7 3 16 16,0 0-26-16,-3 1-2 0,-6 1-9 16,-6 2 8-16,-2-1-1 0,-4-1 1 0,-2 2 1 15,-1-2-3-15,-2-3-16 16,0-1-18-16,1 0-4 0,1-4-52 15,-2-2-22-15,0-1-49 0,0-3-52 16,1 1-47-16,-2-2-164 0,0 0-378 0,5-2-869 16,-12 2 1306-16</inkml:trace>
  <inkml:trace contextRef="#ctx0" brushRef="#br0" timeOffset="-58023.953">21499 13796 359 0,'0'0'169'0,"0"0"-48"0,0 0 674 15,0 0-142-15,0 0-194 16,0 0-117-16,0 0-86 0,0 0-36 15,0 0-7-15,0 0-17 0,-9-2-35 0,9 2-10 0,1 0-58 16,5 0-40-16,3 0 7 16,2 0 2-16,2 0 18 0,2 2-12 0,-1-1-24 15,3 3-1-15,-1-2-9 0,4 3-13 16,2 1-18-16,6-1-3 0,2-3 1 0,6 2 12 16,3-2-13-1,4-2-1-15,4 0-21 0,1 0 19 0,2 0-15 16,2-3 15-16,0-2-21 0,2 0 2 15,0-1 19-15,-2 0-22 0,-1 0 10 16,0 0-13-16,-6 1 7 0,1 0-20 16,-4 2-2-16,0-1 3 0,3 1 24 0,-1-1 1 15,4 2 14-15,-2-1-2 0,4 0 0 16,1 0-21-16,-1 2 21 0,4 0-15 0,0 0 16 16,4-2-14-16,-1 1 13 0,2-1-16 15,1 0-2-15,1 2 2 0,-4-2-25 16,4 1 13-1,-2 0-19-15,3-1 8 0,-2 0 11 0,1-1 6 16,-2 0-6-16,0 1 5 0,-2-1 11 0,-1 1 13 16,-5 1 0-16,1 2-1 0,-6 0 1 15,0 0 2-15,-5 0-2 0,0 1-1 16,-3 2 3-16,-1 0 16 0,-1-1-4 16,1 0 3-16,-3 1-14 0,0-1-1 0,0-2 3 15,-1 0 13-15,0 0-16 16,-1 0 1-16,-1 0-1 0,0 0 0 15,-3-2 0-15,0-1 3 0,-5 1 0 16,2 0 16-16,-4-3-19 0,-5 1-3 16,0 2-35-16,-6-1-62 0,-3 0-36 0,-4 1-51 15,-3 1-51-15,0 0-98 0,-9 1-161 0,2-2-122 16,-14 0-794-16</inkml:trace>
  <inkml:trace contextRef="#ctx0" brushRef="#br0" timeOffset="-48248.396">21719 14189 661 0,'0'0'2163'0,"0"0"-1759"0,0 0-197 16,0 0-71 0,0 0 67-16,0 0 67 0,0 0-88 15,-34 94-83-15,23-59-18 0,0 2-41 0,2 1-9 0,2-4-3 16,0-2-28-16,1-2-12 0,0-8-19 16,4-4-16-16,-1-6-15 0,1-4-3 15,2-4 0-15,-1-4-19 0,-1 0-49 16,2-10-52-16,-1-5-147 15,-1-7-112-15,2-7-12 0,0-4-143 0,2-3 63 16,1-1 57-16,0 1 290 0,1 1 36 16,0 6 153-16,2 1 378 0,0 6-27 15,0 3-2-15,2 3 125 0,4 1-67 0,1 2-14 16,0 3-67-16,2 1-62 0,0 4-69 16,2 1-59-16,0 4-42 0,1 0-24 15,-1 2-17-15,-2 5-19 0,-3 2-34 16,-1 4-10-16,-7 3 10 0,-3 4 1 15,-1 4 1-15,-7 1-2 0,-6 3-1 16,-3 0-2-16,1-3 0 0,0-2 3 16,3-5 0-16,3-5-3 0,1 0-16 0,5-4-31 15,3 2-4-15,0-3 0 0,9 4 29 16,4 1 10-16,1-2 15 16,3 2 15-16,0-1-13 0,-2-1 11 15,-2 0 9-15,-1-1-20 0,-2-1 61 0,-4 0 22 16,-2 1-10-16,-1 0-7 15,-3 3-5-15,0 0-20 0,-3-1-21 0,-6 5-19 16,-3-3 12-16,-2-1 4 0,1-1-17 16,-2-2-2-16,1-3-26 0,-1-5-58 0,2-2-31 15,-1-2-45-15,3-7 0 0,0-5-98 16,2-1-12-16,6-4-104 0,3 1-251 16,0 1-775-16,12-3 858 0</inkml:trace>
  <inkml:trace contextRef="#ctx0" brushRef="#br0" timeOffset="-47899.648">22113 14693 1045 0,'0'0'1553'16,"0"0"-1070"-16,0 0-276 0,0 0-114 16,0 0 15-16,0 0 85 15,0 0 37-15,0 0-60 0,0 0-70 0,0 0-50 16,0 0-37-1,-54 11-26-15,63-41 4 0,2-4-13 0,1-2 3 16,2-2-15-16,-2 1 33 0,1 1-24 0,0 4 10 16,-1 5 14-16,0 4-1 0,-2 5 0 15,1 2 2-15,1 5-22 16,-3 2 4-16,1 2-2 0,2 0 4 0,-2 3 16 0,-1 2 20 16,2 2 2-16,-2 0-22 0,0 0 0 15,0 6 0-15,0 5 34 16,-2 4 16-16,-2 3-12 0,-2 4-38 15,-3 3 0-15,0 2-16 0,0-1-12 16,-5-1-53-16,2-3-8 0,0-3-24 16,1-4 15-16,2-4 4 0,0-3-30 0,0-4-47 15,0 0-66-15,2-4-138 0,4 0-207 0,-1 0-651 16,10-12 401-16</inkml:trace>
  <inkml:trace contextRef="#ctx0" brushRef="#br0" timeOffset="-47666.315">22761 14337 957 0,'0'0'1912'0,"0"0"-1521"0,0 0-165 15,0 0-58-15,0 0 78 0,0 0 14 16,0 0-39-16,-80 85-78 0,66-58-75 0,3 1-38 16,2 0-29-16,4-3-1 0,5-2-24 15,0-2-7-15,3-4 9 16,8-4-5-16,2-2 23 0,4-4-110 15,-1 0 15-15,4-6-17 0,-2-1-19 16,0 0-37-16,-3-3-81 0,-2-3-160 0,-6-1-246 16,-3 2-727-16,-4-2 244 0</inkml:trace>
  <inkml:trace contextRef="#ctx0" brushRef="#br0" timeOffset="-47250.035">21525 14165 346 0,'0'0'218'16,"0"0"-127"-16,0 0 229 0,0 0 898 16,0 0-781-16,-61 72-109 0,49-54-85 0,0 1-64 15,1 1-52-15,-1 0-32 0,1-1-63 16,1 1-20-16,0-1 7 0,2 0 7 15,0 2 27-15,4 0-24 0,1 2 8 16,3 4-2-16,0 2 0 0,7 5 9 0,4 3 3 16,6 2-38-16,0 0-6 0,5-1-3 15,2-2 0-15,2-5-27 0,1-3-70 16,5-7-127-16,3-4-62 0,5-8-34 16,6-6-117-16,5-3-269 0,-12-3-1012 15,27-18 1696-15</inkml:trace>
  <inkml:trace contextRef="#ctx0" brushRef="#br0" timeOffset="-46978.815">23078 14307 504 0,'0'0'385'16,"0"0"1097"-16,0 0-937 0,82 33-158 0,-54-18-104 15,0 1-15-15,1 2-76 0,-3 1-47 16,-1 1-68-16,-2 3-27 0,-2 0-9 16,-6 1 8-16,-4 0-27 0,-8 3-20 15,-3 1 0-15,-3-1 12 0,-11 2-14 16,-3 0-71-16,-6-2-25 0,0-4-69 16,2-3-27-16,1-6-29 0,5-6-35 15,3-3-150-15,3-5-325 0,2 0-848 16,4-3 1074-16</inkml:trace>
  <inkml:trace contextRef="#ctx0" brushRef="#br0" timeOffset="-46746.204">23686 14272 632 0,'0'0'322'15,"0"0"1002"-15,0 0-727 0,0 0-120 0,0 0-125 0,0 0-53 16,59 83-57-16,-45-58-69 0,-2 0-27 16,-1 3-51-16,-3-2-45 0,-2 2-29 15,-3-3-21-15,-3 0-12 0,0-3-25 0,0-4-105 16,0-4-68-16,-2-3-24 0,2-5-53 16,0-5-156-16,0-1-288 15,0-5-628-15,2 0 191 0</inkml:trace>
  <inkml:trace contextRef="#ctx0" brushRef="#br0" timeOffset="-46501.9">23877 14265 775 0,'0'0'1295'15,"0"0"-684"-15,0 0-309 16,0 0-119-16,0 0 75 0,0 0 37 16,0 0-34-16,82-24-82 0,-56 24-57 0,-2 7-26 15,-1 2-15-15,0 0-29 0,-4 3-18 16,-5 1 3-16,-1 4 10 0,-5 1-7 15,-6 1-6-15,-2 5-10 0,-4 3-15 16,-12-1-9-16,-1 3 0 0,-8-3-2 16,-2 2-1-16,-2-4-21 0,1-1 5 15,-3-3 16-15,2-3-15 0,1-2-38 0,-1-3-64 16,-1-1-48-16,1-3-72 0,-3-3-138 16,9-2-306-16,-17-3-823 0</inkml:trace>
  <inkml:trace contextRef="#ctx0" brushRef="#br0" timeOffset="-25025.198">28671 8719 699 0,'0'0'2607'0,"0"0"-2201"0,0 0-375 16,0 0-28-16,0 0 130 15,0 0 115-15,0 0 4 0,0 0-94 0,0 0-75 16,0 0-18-16,16 84 0 0,-12-61 8 16,-4 8 7-16,2 4-3 0,-2 1-10 15,0 2-18-15,0 4-10 0,-3 1-8 0,-5 5-16 16,-3-2 3-16,0 1-17 15,-7-1-1-15,1 0-1 0,1-4-23 16,-1-5 6-16,3-3-16 0,5-7-21 16,2-10-18-16,4-1-34 0,3-6-47 0,0-2-40 15,1-5-23-15,11-3-93 0,2-2-219 16,1-5-644-16,15-19-809 0</inkml:trace>
  <inkml:trace contextRef="#ctx0" brushRef="#br0" timeOffset="-24705.826">29171 8991 3053 0,'0'0'690'0,"0"0"-514"16,0 0-50-16,0 0 22 0,-78-3-5 0,51 3-100 16,-3 6-43-16,-3 1-65 15,-1 5 12-15,0 4-12 0,-2-1-13 16,4 4-23-16,4-3 13 0,6 1 66 15,5-4 22-15,3 0 30 0,9-4 2 16,-2 0 2-16,5-3-21 0,1 2-11 0,1 2 1 16,0 1 51-16,6 1-4 0,3 1-16 15,5 5 7-15,1-1-4 0,4 1-2 0,3 1-4 16,2 3 12-16,2-1-12 16,0 1-28-16,2 1 31 0,0-2 7 0,-2-1-7 15,-1 0-31-15,-5-5-3 0,-3 0-3 16,0-3-22-16,-3-1 0 15,-4-3-62-15,0-2-90 0,-5 1-140 0,1-3-152 16,-4-4-698-16,1-3-910 0</inkml:trace>
  <inkml:trace contextRef="#ctx0" brushRef="#br0" timeOffset="-22954.975">29332 9488 238 0,'0'0'1691'15,"0"0"-998"-15,0 0-326 0,0 0-121 16,0 0-7-16,0 0 21 0,0 0-46 16,0 0-94-16,0 0-67 0,0 0-25 0,56-25-16 15,-47 19-8-15,-3 2-2 16,-1 1 0-16,-1 0-2 0,-1 2-16 15,0-1 4-15,0 1-7 0,-2 1 3 16,2-2 4-16,3 2 9 0,-3 0-13 16,-1-1 16-16,1 1-16 0,0 0 3 15,0 0-6-15,-3 0 18 0,3 1 1 16,-1 3 54-16,1 2-4 0,-1 2-6 16,2 5-41-16,-4 3-1 0,3 2 17 0,-3 2-4 0,0 1 4 15,0 0-17-15,0-2 20 16,0 2-20-16,0-1 14 0,0-2-13 15,0-1 9-15,0 1 4 0,0-5 15 16,-1 0-28-16,1-1 0 0,-2-3 16 16,2-2-7-16,0-2 7 0,0-2-17 15,0-3 16-15,0 3-5 0,-2-3 8 0,0 1 4 16,2-1 6-16,-1 0-9 0,0 0-1 16,-2 0-5-16,0 0-16 0,-2 0-30 0,-1-1-26 15,1-2-15-15,-5 1 28 0,0-3-29 0,2 0-59 16,-1-2-29-16,-2 0-44 0,2-4-46 15,1-2-62-15,-1-4-166 0,4 6-256 16,-3-15-561-16</inkml:trace>
  <inkml:trace contextRef="#ctx0" brushRef="#br0" timeOffset="-22774.848">29517 9218 673 0,'0'0'1454'0,"0"0"-904"16,0 0-318-16,0 0-85 0,0 0 16 0,0 0-51 15,0 0-102-15,0 0-10 0,0 0-170 0,0 0-276 16,80-5-298-16,-78 10-844 0</inkml:trace>
  <inkml:trace contextRef="#ctx0" brushRef="#br0" timeOffset="-22502.416">29836 9303 1292 0,'0'0'579'16,"0"0"646"-16,0 0-951 0,0 0-89 0,0 0 20 15,0 0 65-15,-35 84-35 0,24-61-129 16,-1 2-29-16,-1 0-58 0,0 3 21 0,1-3-6 15,1 0-34-15,2 2 13 16,2-5 8-16,3-2 4 0,4-1 15 0,0-1-12 16,0 0-7-16,6-4-2 0,2 3-19 15,5-6-1-15,0-3-12 0,7 2-33 16,-1-7-99-16,9 0-25 0,0-3-83 16,3-4-160-16,-8-3-563 0,11-11-880 0</inkml:trace>
  <inkml:trace contextRef="#ctx0" brushRef="#br0" timeOffset="-22215.358">30023 9500 1611 0,'0'0'785'0,"0"0"29"0,0 0-467 0,0 0-218 0,0 0 13 16,0 0 34-1,0 0-109-15,0 0-67 0,80-43-42 16,-66 40-8-16,-4 3 50 0,-3 3 6 0,2 5 54 16,-4 3-15-16,-2 6-14 0,0-3-15 15,-3 5 21-15,0-1 13 0,0 1 12 16,0-1 0-16,0 0 6 0,0-2 31 16,0-3 53-16,0-1-36 0,0-1-82 0,0-4-20 15,0 0-14-15,0-3-19 0,2-2-24 0,1 1-58 16,0-3-57-16,2 0-65 0,1-9-118 15,-2 2-241 1,2-12-692-16</inkml:trace>
  <inkml:trace contextRef="#ctx0" brushRef="#br0" timeOffset="-22040.337">30167 9282 293 0,'0'0'2306'15,"0"0"-1775"-15,0 0-241 0,0 0 8 0,0 0 19 16,0 0-106-16,0 0-112 0,0 0-99 0,0 0-12 16,85 42-7-16,-70-34-127 0,1 3-93 15,-1-3-118-15,-4-2-217 0,6 4-728 0</inkml:trace>
  <inkml:trace contextRef="#ctx0" brushRef="#br0" timeOffset="-21837.525">30404 9535 3 0,'0'0'509'0,"0"0"1629"0,0 0-1554 0,0 0-209 0,0 0-19 16,0 0 1-16,93 23-143 0,-70-23-106 16,3 0-74-16,1-4-34 0,2-1-34 15,2-6-80-15,-3 3-109 0,3-3-109 0,-7-1-151 16,-4 4-678-16,-2-8-752 15</inkml:trace>
  <inkml:trace contextRef="#ctx0" brushRef="#br0" timeOffset="-21599.292">30512 9337 1133 0,'0'0'4'15,"0"0"1477"-15,0 0-1044 0,0 0-16 0,0 0-95 16,28 67-33-16,-20-47-38 0,-3 5-35 0,-2 1-72 16,0-1-77-16,0 1-31 0,-3 1-16 15,0-1-15-15,0-4-9 0,0-3-21 16,0-4-13-16,2-1-9 16,2-5-52-16,1 1-69 0,1-4-87 0,2-6-91 15,4 0-164-15,-1 0-615 0,12-17-701 0</inkml:trace>
  <inkml:trace contextRef="#ctx0" brushRef="#br0" timeOffset="-21420.858">30964 9360 627 0,'0'0'287'0,"0"0"1090"0,0 0-831 16,0 0-187-16,0 0-111 15,0 0-45-15,2 78-48 0,-2-62-57 16,-3-1-92-16,0-1-6 0,0-1-154 0,0 0-99 16,0-3-149-16,0 0-181 15,3-4-243-15,-1-3-345 0</inkml:trace>
  <inkml:trace contextRef="#ctx0" brushRef="#br0" timeOffset="-20816.564">31327 9297 947 0,'0'0'1346'16,"0"0"-707"-16,0 0-300 0,0 0-2 0,0 0-24 15,0 0-31-15,39 88-64 0,-32-61-58 16,-2 2-52-16,-2 1-6 0,-2 2-19 16,-1-2-16-16,0 0-24 0,-3-3-16 0,-4-1-11 15,-3-4-13-15,-2-3 17 0,-5 0-20 16,0-1-34-16,-8 0-2 15,-2-2-10-15,-5-1-52 0,-4 2-133 16,-4-3-172-16,9-5-268 0,-23 3-700 0</inkml:trace>
  <inkml:trace contextRef="#ctx0" brushRef="#br0" timeOffset="-20016.217">28679 10012 954 0,'0'0'49'0,"0"0"91"0,0 0 994 16,0 0-710-16,0 0-145 0,0 0 60 0,0 0-59 16,0 0-43-16,0 0-24 0,0 0 0 15,0 0-51-15,89 19-20 0,-65-19-28 0,7 0-13 16,2 0-27-16,4 0-22 0,2 0-3 16,7 0-15-16,1 0-13 0,1 0-9 15,6 0-11-15,0 0-1 0,8-2-2 16,5 1 2-16,3-3 0 15,5 0 0-15,2 2-27 0,-2-4-4 0,2 2-33 16,-1 1 0-16,-5-1-4 0,0-1 13 16,-3 2-1-16,-3-2 7 0,-3-1 6 15,1 3 24-15,1-1-12 0,0-1 4 16,2 0-14-16,2-2-8 0,4 2-54 0,2 2-27 16,-2-3-18-16,2 2 32 0,-3 2 31 15,-1-2 15-15,-6 2-53 16,-2 2-45-16,-4-2 60 0,-5 2 54 0,-3 0 22 15,-5 0-13-15,-6 2 14 0,-4 0 31 16,-6 2 13-16,-6-2 0 0,-6 0 0 16,-5 2-10-16,-4-3-2 0,-3-1-1 15,-4 0-19-15,-1 2-17 0,0-2-69 0,0 0-165 16,0 0-101-16,-3 0-170 0,-3 0-240 0</inkml:trace>
  <inkml:trace contextRef="#ctx0" brushRef="#br0" timeOffset="-17408.319">29006 10313 88 0,'0'0'2142'0,"0"0"-1732"0,0 0-130 16,0 0 5-16,0 0 66 0,0 0-4 15,0 0-21-15,0 0-68 0,0 0-79 0,28 73-63 16,-25-50-14-16,0 1-10 0,-1 6-13 16,-1 0-3-16,-1 2-18 0,0 1-18 15,-6 3-10-15,0 1-2 0,-5 0-13 0,-1 0-6 16,-2 3-9-16,0-2-18 0,-2-2-13 15,1-1 29-15,4-7-19 16,1-4-6-16,6-8-25 0,1-4-55 16,3-2-31-16,0-4-37 0,3-5-31 0,5-1-73 15,4 0-179-15,-4-5-347 0,12-13-816 16</inkml:trace>
  <inkml:trace contextRef="#ctx0" brushRef="#br0" timeOffset="-17116.657">29402 10608 3081 0,'0'0'547'16,"0"0"-398"-16,0 0-61 0,0 0 158 0,0 0 52 15,0 0-57-15,-82 12-130 0,56-4-111 16,-1 2-9-16,-1 2-10 0,1 0-2 0,-2 1-16 16,1 2 3-16,3-2-15 0,0 1-53 15,2-2 3-15,6 2 15 0,2-4 40 16,5 1 44-16,7-4 12 15,3 2 90-15,0 1-21 0,0 1-10 16,11 2 21-16,1 3-5 0,4-2-4 0,4 3-10 16,1-3-8-16,2 1-4 0,0-2-21 15,-2-1-16-15,0-1-21 0,-3-3-3 16,-2 1-21-16,-2-2-28 0,-5-4-64 16,0 1-75-16,-1-4-84 0,-3 0-109 15,1 0-196-15,-1-4-475 0,1-6-526 16</inkml:trace>
  <inkml:trace contextRef="#ctx0" brushRef="#br0" timeOffset="-16766.47">29509 10951 1051 0,'0'0'104'15,"0"0"365"-15,0 0 109 0,0 0-245 16,0 0-123-16,0 0 50 0,0 0 18 0,85 0-46 0,-74 0-70 16,1 0-83-16,-4 0-38 15,0 0 12-15,0 0-2 0,-1 5-4 0,-2 1 9 16,-1 1 14-16,0 2 21 0,-4 4 2 16,2 2-15-16,-2 3-29 15,0 4-11-15,-5 1 5 0,-2 3 6 16,1-2-11-16,-1 4 5 0,0-3-6 0,1 0-9 15,0-1-4-15,1-2-21 0,-1-1 16 16,3-3-17-16,0-2 0 0,0-2-1 16,3-5-1-16,0-4 0 0,0 0-3 15,-1-4-22-15,1-1-55 0,-1 0-44 0,-2-3-71 16,1-5-84-16,1-8-114 0,-1 4-219 16,2-19-732-16</inkml:trace>
  <inkml:trace contextRef="#ctx0" brushRef="#br0" timeOffset="-16612.619">29695 10753 2005 0,'0'0'1260'16,"0"0"-1002"-16,0 0-236 0,0 0-6 16,0 0 76-16,0 0-32 15,0 0-60-15,83-21-76 0,-54 15-274 0,-6 4-195 16,11-5-570-16</inkml:trace>
  <inkml:trace contextRef="#ctx0" brushRef="#br0" timeOffset="-11708.17">30244 11036 526 0,'0'0'284'0,"0"0"-33"0,0 0 997 15,0 0-755-15,0 0-172 0,0 0-78 16,0 0-27-16,86-27-52 0,-71 23-38 16,2-1-50-16,0-2-20 0,0 4-25 0,-2 0 2 15,1 2-2-15,-5-1 7 16,1 2 5-16,-4 0 16 0,0 0 28 15,-4 3-15-15,-1 4 5 0,-1 5 25 0,-2 3-6 0,0 1-44 16,-6 4-33 0,-3 1-4-16,-1 1 0 0,-2-3-12 15,2 2-2-15,1-4 0 0,5-2 0 0,0-2 0 16,4-4 1-16,0 0 23 0,0-3 12 16,5-1 0-16,1-1-1 0,3-2-4 0,1-2-32 15,4 0-18-15,2-4-50 0,5-6-51 16,-1-4-79-16,1-5-99 0,2-3-155 15,-6 4-279-15,1-11-760 0</inkml:trace>
  <inkml:trace contextRef="#ctx0" brushRef="#br0" timeOffset="-11557.851">30593 10722 228 0,'0'0'2224'0,"0"0"-1536"0,0 0-188 15,0 0-241-15,0 0-118 0,0 0-141 16,0 0-4-16,0 0-52 0,86-62-142 0,-70 53-176 16,-6 2-266-16,1-1-888 0</inkml:trace>
  <inkml:trace contextRef="#ctx0" brushRef="#br0" timeOffset="5440.082">32144 11889 1598 0,'0'0'0'0</inkml:trace>
  <inkml:trace contextRef="#ctx0" brushRef="#br0" timeOffset="31415.099">29555 11039 241 0,'0'0'454'0,"0"0"-145"0,0 0-309 15,0 0 39-15,0 0 280 0,0 0 309 0,0 0-259 16,0 0-184-16,0 0-24 0,0 0 61 0,8-18-1 15,-5 15-33-15,-1 2-51 16,-1-1-26-16,-1 2 3 16,2-1 9-16,-1-1-16 0,1 2-16 0,-2 0-21 0,1 0-5 15,1-2-6-15,-1 1-46 0,0-2-13 16,3 0-34-16,1 0 6 0,1-3 6 16,-1 5-6-16,1-3-7 0,-1 1 10 15,0-1 2-15,-1 4 4 0,-1-1 16 16,0-1 2-16,0 1 1 0,-1-1 16 15,-2 2-15-15,1-1 0 0,1 1-1 16,-2 0-2-16,0 0-11 0,0 0-12 16,1 0-6-16,1 0-13 0,-1 0-3 15,2 0 6-15,2 0 19 0,1 0 19 16,0 0 3-16,-2 0 2 0,2 0 20 16,-4 0-19-16,-1 0 13 0,-1 0-13 0,0 0 25 15,0 1 13-15,0 1 22 0,0-1 0 0,0 1-15 16,-1-1-17-16,1 3 0 0,0-1-9 15,0 1-10-15,0 2-9 0,0-2-2 16,0 3-1-16,0 0-2 0,1 0-1 16,1 0 1-1,-2 2-1-15,0-1 2 0,0 4 1 0,0 0 19 0,-5-1-1 16,-1 3 14-16,-1 1-31 0,-2-1 8 16,1-1-9-16,-1 2 0 0,-2-1 9 15,-1 5 19-15,2-2-28 0,1 2-12 0,0 4 12 16,0-1-1-16,1-1-15 0,3 2-2 15,-2-2 18-15,1-1 0 0,0-1-1 16,0 2 2-16,0-2 0 16,-1-1-1-16,2-1 17 0,-3 2-16 0,1-1 29 15,0-1 5-15,-2 2 8 16,3 0-28-16,-1-2 5 0,1 2-18 0,-2 2 9 0,2 0 4 16,0-1 1-1,3 2-15-15,-1-3 11 0,3 0 1 0,-2-2-11 0,1-5 12 16,1 2 4-16,1-3 13 0,0 0 0 15,0-4 68-15,0 0 18 16,0-2-68-16,0-1-34 0,0-2-13 16,-3-2 13-16,3 0 1 0,-1 0 5 0,-1 0 10 15,-1 0-4-15,-2 0-26 0,-4-6-1 16,-2-3 0-16,-3-1 0 0,-3-3-1 16,-5-3 0-16,-1 1-35 0,-5-3-35 15,0 1-9-15,-1-2-49 0,4 2-72 16,3 2-122-16,-1 1-130 0,3-1-146 0,1 1-565 15,2 6-381-15,-8-8 1193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22:36.8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2203 867 2277 0,'0'0'1006'16,"0"0"-511"-16,0 0-190 0,0 0-183 16,0 0 71-16,0 0 88 0,0 0-29 0,108 10-51 15,-66-1-109-15,7-1-13 0,8 1-6 16,4 1-28-16,2 0-42 0,1 0 16 16,-2 1 5-16,-3-4-3 15,-3-2-21-15,-4-3-2 0,-6-2-16 0,-4 0 15 16,-6-2-12-16,-4-5-79 15,-5-1-46-15,-4 0-144 0,-9-2-165 0,-5 4-340 16,-9-6-700-16</inkml:trace>
  <inkml:trace contextRef="#ctx0" brushRef="#br0" timeOffset="260">2617 996 1694 0,'0'0'150'0,"0"0"918"0,0 0-758 16,0 0-128-16,0 0 18 0,0 0 68 15,0 0-35-15,0 0-39 0,57 67-58 0,-48-41-34 16,1 6-34-16,-1 4-37 16,-2 3-3-16,0 6-13 0,-2 1-13 15,-1 1-2-15,0 1 0 0,0 1-34 0,-2-3 31 16,1 0-25-16,0-6 1 0,0-5-14 15,-1-2-95-15,1-6-44 0,-1-3-36 0,2-6-52 16,-1-4-169-16,0-5-295 0,0-5-620 0</inkml:trace>
  <inkml:trace contextRef="#ctx0" brushRef="#br0" timeOffset="2012.702">2668 1469 1026 0,'0'0'208'16,"0"0"-123"-16,0 0 29 0,0 0 662 0,0 0-404 15,0 0-146-15,0 0-50 0,0 0 58 16,0 0-27-16,0 0-35 0,31 0-11 16,-31 0-19-16,0 0-30 15,1 0-4-15,2 0-49 0,3 0-28 0,6 0-6 16,5 0 13-16,4 0-20 0,4 0-18 16,7 0 0-16,2 0-16 0,1-3 3 0,2-4-2 15,1 0-1-15,1 0-3 16,-1-2-6-16,0 0-93 0,-3-1-71 15,-4 1-57-15,-2-1-78 0,-3 0-131 0,-3 2-213 16,-7 1-384-16</inkml:trace>
  <inkml:trace contextRef="#ctx0" brushRef="#br0" timeOffset="2467.71">3333 1308 889 0,'0'0'391'0,"0"0"1134"16,0 0-1214-16,0 0-107 0,0 0-22 15,0 0 20-15,0 70 41 0,0-46-76 16,0 7-64-16,0 5-50 0,3 0-13 15,5 0-15-15,0-3-22 0,0-5-3 16,3-4 0-16,0-8 2 0,-1-5 13 0,0-4-15 16,3-5-49-16,2-2-23 0,2-7 32 15,0-10-4-15,5-7-63 0,-1-7-78 0,-1-8-46 16,-1-4-48-16,1 0-63 16,-5 4 56-16,-2 2 79 0,-6 6 91 15,0 7 64-15,-4 4 52 0,-1 7 20 16,-2 3 122-16,0 8 81 0,0 2-11 0,0 0 63 15,0 2-39-15,0 8-43 0,1 1 9 16,-1 7-14-16,2 5-21 0,-1 2-21 16,0 4-25-16,2 1-10 0,0-1-15 15,-2-1-41-15,2-4-55 0,0-2-6 0,0-6 3 16,0-2-18 0,0-8-29-16,0-2-95 0,1-4-72 0,3 0-55 15,-1-7-93-15,0 1-362 0,1-13-842 0</inkml:trace>
  <inkml:trace contextRef="#ctx0" brushRef="#br0" timeOffset="2776.247">3833 1388 1030 0,'0'0'411'0,"0"0"984"16,0 0-1020-16,0 0-63 0,0 0-6 16,14 66-10-16,-12-54-121 0,-2-3-107 15,0-1-44-15,0-2-24 16,1-1 0-16,-1-4-19 0,0-1-12 0,2 0 9 15,1 0-21-15,0 0-1 0,1-5 10 16,3-2 33-16,2-2-21 0,-2-2 3 16,3 0-3-16,1 0-2 0,0 3-17 0,0 2-10 15,-1 3 1-15,2 3 50 0,1 0 50 16,0 9 57-16,1-1 12 0,-2 3-4 0,-1 4-13 16,1 0-13-16,-2-2-18 15,-1 0-12-15,-1 2-13 0,-2-4-15 0,0-1-30 16,-2-1-1-16,2-1-34 0,-2-2-80 15,0 1-56-15,0-4-47 16,2 3-75-16,3-3-194 0,-3-1-563 0,11-2-856 0</inkml:trace>
  <inkml:trace contextRef="#ctx0" brushRef="#br0" timeOffset="3192.133">4567 1302 893 0,'0'0'1984'0,"0"0"-1425"0,0 0-198 0,-58 67 7 16,38-40-39-16,-2 3-67 0,4 0-93 16,3-3-62-16,6 0-52 15,1-7-55-15,5-5 0 0,3-4-28 0,0-6-6 16,3-3-42-16,5-2-16 0,1 0 6 16,8-7 46-16,2-8 25 0,5-9-81 15,2-6-70-15,2-8-39 0,-1-6-74 16,1 0-8-16,1-7-33 0,-4 1 0 15,0-4-24-15,-5 0 15 0,-4-3 44 0,-5 0 181 16,-5 2 104-16,-3 4 62 0,-3 3 32 16,0 8 78-16,0 7 70 0,0 10 35 15,-2 8-23-15,1 6 59 16,-2 7-22-16,2 2-73 0,-2 0-32 0,0 0-62 0,0 4-5 16,2 4-57-1,-1 8-62-15,1 5 0 0,1 5 1 0,0 6 42 16,0 5-3-16,0 3-6 0,3 2-8 0,1 5-25 15,-4-1-2-15,4 0 2 0,-1 1 1 16,0-4 35-16,1 0-6 0,2-3-12 16,-1-2-7-16,1-7-11 0,-1-2-1 0,2-6-12 15,1-3-1-15,-3-4-64 16,5-4-137-16,0-4-57 0,2-2-101 0,-2-4-165 16,3-2-600-16</inkml:trace>
  <inkml:trace contextRef="#ctx0" brushRef="#br0" timeOffset="3985.763">5459 1651 1140 0,'0'0'2251'16,"0"0"-1773"-16,0 0-308 0,0 0-122 16,0 0 33-16,0 0 46 15,0 0-27-15,0 0-100 0,0 0-56 16,0 0-193-16,0 0-79 0,17 4-132 15,-5-10-928-15</inkml:trace>
  <inkml:trace contextRef="#ctx0" brushRef="#br0" timeOffset="4267.665">6424 1402 3064 0,'0'0'608'16,"0"0"-608"-16,0 0 75 0,0 0-62 15,95 17 176-15,-60-13 81 0,-1 0-53 16,4-1-78-16,0-3-89 0,3 0-14 0,1-9-36 15,0-1-3-15,2-7-98 0,-2-3-66 16,0-5-120-16,-3-4-230 0,-6-2-586 16,-10 8-649-16,-2-9 1061 0</inkml:trace>
  <inkml:trace contextRef="#ctx0" brushRef="#br0" timeOffset="4674.924">6750 1374 232 0,'0'0'466'16,"0"0"1722"-16,0 0-1810 0,0 0-190 15,0 0 8-15,0 0 72 0,43 82-51 16,-31-50-14-16,-1 5-20 0,5 4-66 15,-1 1-59-15,2 0-21 0,0-4-6 16,2-3-17-16,-2-6-14 0,2-5-12 0,-2-6-16 16,1-7-61-16,0-5-7 0,-3-4-30 15,2-2-82-15,-4-7-169 0,0-9-376 0,-6 2-786 16</inkml:trace>
  <inkml:trace contextRef="#ctx0" brushRef="#br0" timeOffset="5076.49">7364 867 680 0,'0'0'2212'0,"0"0"-1851"16,0 0-163-16,9 72 150 0,-4-34 94 0,-2 11-30 0,0 5-83 16,1 4-103-16,-2 2-65 0,1 0-58 15,-3 1-57-15,0-2-34 0,0-1-12 16,0-5 2-16,0-8-2 0,0-9-12 15,0-10 11-15,4-9-2 16,0-7-22-16,3-6-87 0,1 0-1 0,-1-4 25 16,5-4-9-16,3-8 41 0,1-8-11 15,4-8 0-15,2-1-19 0,-2-2-3 0,-1 4 21 16,-2 6 28-16,-4 7 22 0,0 8 18 16,-3 3 58-16,-1 3 28 0,0 4 25 15,-1 7 33-15,2 2-22 16,-1 6-21-16,-2 6-25 0,2 3-3 15,-4 2-6-15,3 0-19 0,-2 1-2 0,-1-3-10 16,1-2-3-16,-2-5-2 0,1-2-16 16,-2-2-13-16,-1-6-2 0,0-5-2 15,1-3-22-15,-2-2-49 0,-1-1-61 0,0-1-39 16,0-6-28-16,3-5-20 0,4-6-139 16,2-7-275-16,-2 3-614 15,6-18-684-15</inkml:trace>
  <inkml:trace contextRef="#ctx0" brushRef="#br0" timeOffset="5459.624">7929 1478 2077 0,'0'0'1732'16,"0"0"-1358"-16,0 0-187 0,11 66 48 15,-8-44 109-15,-3 1-17 0,0-4-87 16,0-1-119-16,2-6-79 0,-2-6-40 16,1-4-2-16,1-2-18 15,2 0-43-15,2 0-45 0,4-5-9 0,3-3 24 16,5-2-13-16,1-3 49 0,1-1-9 15,0 4 18-15,-4 3 22 0,1 5 14 16,-2 2 10-16,-1 9 61 0,-2 7 67 16,1 6-15-16,-3 5-4 0,0 4-21 15,-4 0-18-15,2-3-25 0,0-3-23 0,-1-8-4 16,2-4-17-16,2-3 14 0,2-7-3 0,6-3-12 16,0 0 0-1,4-8-48-15,4-8-19 0,2-6-3 16,1-2-18-16,2-3-6 0,-2 3 0 0,0 5 17 15,-1 2 19-15,0 9 19 0,-3 5 39 16,-3 3 71-16,-1 4 2 0,-4 6 15 0,-3 4 4 16,-5 2-19-16,0-1-7 0,-6 1-8 15,-1-1-15-15,-1-1-43 0,-2-2-42 16,0-2-61-16,0 0-86 16,0 0-64-16,0-2-41 0,1 2-289 15,-1-4-533-15,6 3-756 0</inkml:trace>
  <inkml:trace contextRef="#ctx0" brushRef="#br0" timeOffset="5976.638">9432 1957 1782 0,'0'0'1565'15,"0"0"-1229"-15,0 0-229 0,0 0 7 16,0 0-8-16,0 0-20 0,0 0 8 16,0 0-20-16,0 0-36 15,0 0-38-15,0 0-110 0,6 34-91 16,-4-25-101-16,0-2-239 0,1 0-698 0</inkml:trace>
  <inkml:trace contextRef="#ctx0" brushRef="#br0" timeOffset="6410.307">10060 1596 2156 0,'0'0'1576'0,"0"0"-1220"0,0 0-244 15,0 0-84-15,2 92 9 0,3-61 63 16,0-4 76-16,2-3 12 0,4-9-83 15,2-6-23-15,6-8-58 0,4-1-24 16,5-10-15-16,2-9-25 0,0-6-22 0,-1-4-24 16,-3-2-6-16,-5 0 6 0,-2 1 21 15,-3 4 0-15,-4-1-22 16,-4 4-9-16,-5 3 24 0,-3 2 22 0,-8 2-19 16,-5 3-45-16,-6 5 114 0,-3 2 51 15,-1 6 5-15,-3 6 8 0,0 8-5 16,-2 14 37-16,0 6 38 0,-1 8-13 0,5 2-23 15,-1-1-42-15,5-3-56 16,7-8-37-16,3-7-133 0,7-9-63 0,3-12-58 16,12-4-180-16,7-9 8 0,-1-3-588 15,17-22-773-15</inkml:trace>
  <inkml:trace contextRef="#ctx0" brushRef="#br0" timeOffset="6562.976">10690 1502 352 0,'0'0'3187'16,"0"0"-2607"-16,92 28-313 15,-60-22 138-15,1-1-99 0,-3-5-120 16,-2 0-68-16,1-14-54 0,-1-3-64 16,4-10-36-16,1-5-116 0,-1-6-108 0,0-4-68 0,-2 1-192 15,-3-1-237-15,-4 2-523 0,-8 12-540 16,-8-9 1536-16</inkml:trace>
  <inkml:trace contextRef="#ctx0" brushRef="#br0" timeOffset="6800.208">11076 1032 810 0,'0'0'91'16,"0"0"1093"-16,0 0-441 0,-100 30-345 15,71-9-185-15,4 5 69 0,0 4 62 0,4 2-21 16,6 7-38-16,0 3-27 0,4 7-38 16,6 4-25-16,2 5-31 0,3 5-65 15,0 4-59-15,3 4-28 0,2 1-11 16,4 2 0-16,0-1-1 0,1-4 2 16,-1-4-2-16,2-4-1 0,-1-6-14 15,-1-5-9-15,-2-3 2 0,-1-3-11 16,1-2-24-16,-4-2-19 0,-3-1-46 15,0-5-3-15,-2-4 22 0,-7-6 11 16,-3-10 25-16,-4-4-16 0,-1-5-34 0,-6-5-12 16,-6-3 8-16,-4-10 0 0,-6-5 3 15,-6-7-28-15,-1-6-438 0,0-8 99 0,10 9-2119 16,-13-15 2463-16</inkml:trace>
  <inkml:trace contextRef="#ctx0" brushRef="#br0" timeOffset="7323.358">12095 1589 1284 0,'0'0'270'0,"0"0"1030"0,0 0-801 16,0 0-159-16,0 0-101 0,0 0-19 15,0 0-58-15,0 0-47 0,0 0-35 16,0 0 53-16,113 3 21 0,-67 0-32 0,-2-2-54 16,-2 1-51-16,-3-2-17 0,-6 0-3 15,0 0-15-15,-4-4 5 0,0-7-26 16,0-5-93-16,0-5-77 0,-5-2-120 16,-1-8-268-16,-8 8-678 0,-1-13-1048 0</inkml:trace>
  <inkml:trace contextRef="#ctx0" brushRef="#br0" timeOffset="7693.455">12484 1076 1281 0,'0'0'680'0,"0"0"364"0,0 0-708 16,0 0-139-16,0 0-36 0,0 0 19 15,-69 81-14-15,60-55-56 0,-2 6-41 16,2 4-26-16,2 4 1 0,3 5-13 15,-1 4 3-15,2 2 13 0,3 3 5 16,0 1 13-16,0 2 15 0,3-1-6 0,5 3-34 16,0-3-15-16,4 0-13 0,-1-1-12 0,1-1-1 15,4-1 1 1,-2-2 1-16,3-2 0 0,-2-1 27 16,2-2-10-16,-1-2 4 0,0-2-20 0,-2 0 0 15,-1-7-1-15,-3-5 0 0,-4-4 20 16,-1-7 10-16,-3-4-28 0,-2-4 9 15,0-4-11-15,0-2-1 0,-7-3-20 0,0-1 2 16,-5-1 17-16,-3 0-21 0,-4-5-39 16,-3-5-47-16,1-4 6 0,-2-4-27 15,4-1-5-15,3-2-15 0,6-1-68 0,5-2-168 16,5 0-282-16,0 5-712 0,5-8 7 0</inkml:trace>
  <inkml:trace contextRef="#ctx0" brushRef="#br0" timeOffset="7867.84">12974 2020 2903 0,'0'0'607'16,"0"0"-278"-16,0 0-71 0,0 0 53 0,0 0-94 16,0 0-88-16,0 0-90 0,0 0-39 15,0 0-46-15,0 0-118 0,0 0-65 16,46 7-177-16,-37-18-562 0,-3 0-896 0,-5-8 748 0</inkml:trace>
  <inkml:trace contextRef="#ctx0" brushRef="#br0" timeOffset="8696.092">13886 1785 395 0,'0'0'267'16,"0"0"192"-16,0 0 524 0,0 0-681 0,-36-64 24 15,21 45-92-15,0 3-13 0,-3 0 6 16,-4 1 4-16,2 2-38 0,-2 3-55 16,1 4-6-16,3 3 52 0,2 3-16 0,2 3-66 15,-3 9-34-15,2 10-22 16,-3 9-12-16,0 6 12 0,2 8-9 15,0 3-4-15,2-2-18 0,5-5-15 16,2-5-12-16,2-11-10 0,3-12-39 16,2-6 5-16,0-2-12 0,6-5-33 0,4 0 39 15,3-3-13-15,4-7 7 0,6-6-47 16,0-4-4-16,0-4 21 0,0-1-18 16,-3 4 50-16,-1 3-3 0,1 5 25 15,-4 6 21-15,-1 5 20 0,-2 2 3 16,2 13 7-16,-1 5 93 0,0 8-5 0,-1 3-26 15,-1 7 3-15,0 2 17 0,-2 3 11 16,2 3-10-16,-5 1 3 0,0 3-6 16,-4-1 6-16,-3 2 12 0,0-1-1 15,0-1-3-15,-3-1-24 0,-7-2-22 0,0-2-18 16,-3-3-22-16,-1-3 0 0,2-2-13 16,1-7 14-16,-1-4-1 15,2-5-3-15,1-6-9 0,1-6 12 16,2-3-15-16,-1-3-12 0,-3-3-24 0,-3-9-16 15,-2-5-22-15,-2-7 13 0,1-7-3 16,-1-3 2-16,5-4-15 0,1 1 28 16,5 0-19-16,3 1 34 0,3 1-12 15,3 3-10-15,8 1-15 0,3 3-25 16,3-2-140-16,0 0-182 0,3-1-258 0,3-2-388 16,-7 7-554-16</inkml:trace>
  <inkml:trace contextRef="#ctx0" brushRef="#br0" timeOffset="9034.348">14128 1913 2621 0,'0'0'661'0,"0"0"-213"16,0 0-209-16,0 0-101 0,0 0-63 0,0 0-3 15,0 0 21-15,80 37-3 16,-56-55-90-16,2-6-74 0,2-4-76 15,0-3-51-15,1-1-28 0,-3 2 5 16,-4 1 4-16,-2 4-38 0,-7 2 11 16,-4 4 2-16,-9 4 80 0,0-1 165 0,-10 2 45 15,-6 3 204-15,-6 2-11 0,-2 2-68 16,0 4 2-16,1 3-32 0,-1 15-38 0,3 5 21 16,0 11 79-1,1 8-13-15,4 9-11 0,-1 3-1 0,1 4-31 16,3 2 8-16,3-7 5 0,3-8-67 15,4-8-75-15,3-10-17 0,3-8-16 16,8-7-14-16,2-3-28 0,3-6-25 16,6-9-28-16,5-9-83 0,1-9-126 0,-4 3-368 15,11-23-961-15</inkml:trace>
  <inkml:trace contextRef="#ctx0" brushRef="#br0" timeOffset="9322.929">14612 1739 264 0,'0'0'2499'0,"0"0"-1938"16,2 74-152-16,-2-45-47 0,0 2 23 0,0-5-49 16,0-2-152-16,2-8-123 0,2-4-61 15,0-6-1-15,5-1-2 0,1-5-27 0,6 0-10 16,2-11-18-16,4-2-13 0,1-6-6 16,0-4-30-16,0 0-10 0,-2-1 15 15,0 2 9-15,1 4 15 0,-3 3 3 16,-2 4 7-16,-3 5 18 0,-1 6 50 15,-3 0 31-15,1 6 112 0,1 5 0 16,-4 4-50-16,0 3-16 0,1 3 0 16,-2 1 16-16,-1 0-7 0,-2 0-13 15,-1-2-21-15,0 1-34 16,-1-3-18-16,-2-2-135 0,1 0-96 0,-1-2-32 16,2-3-81-16,1-5-409 0,3-1-1140 0</inkml:trace>
  <inkml:trace contextRef="#ctx0" brushRef="#br0" timeOffset="10017.863">15648 2324 823 0,'0'0'260'0,"0"0"941"16,0 0-691-16,0 0-183 0,0 0-100 0,0 0-58 15,0 0-40-15,0 0-31 16,0 0-32-16,0 0-31 0,0 0-35 15,-3 47-70-15,1-40-129 0,-1-2-100 0,3-2-172 16,0-3-331-16,0 0-980 0,2-7 1580 0,4-48 182 16</inkml:trace>
  <inkml:trace contextRef="#ctx0" brushRef="#br0" timeOffset="10475.663">16600 1819 699 0,'0'0'319'0,"0"0"907"16,0 0-700-16,-85 5-54 0,55 4-107 0,-2 3-74 16,1 6-68-16,0 2-42 15,3 4-32-15,2 7-1 0,2 4-3 16,1 5-20-16,5 5-30 0,3 3-37 0,5-3-9 15,3-4-21-15,6-6-15 0,1-10-13 16,5-6-27-16,7-7-38 0,2-6-23 16,3-4 36-16,6-2-4 0,-1-9-5 15,6-7-22-15,2-5 15 0,0-9-58 0,3-3-17 16,-1-3-34-16,1 0-6 0,-3 2 39 16,-2 2-30-16,-5 4 57 0,-3 3 35 15,-7 4-7-15,-4 2 89 16,-2 6 0-16,-5 2 76 0,-2 4 38 15,0 4 32-15,0 3 8 0,0 0-47 16,0 4-35-16,0 8-8 0,-1 6-8 0,0 5 12 16,1 5 19-16,0 3 22 0,0 3 5 15,5-2-18-15,3-3-44 0,-2-2-49 0,2-7-3 16,1-3-2-16,-1-6-1 0,3 0-65 16,1-5-6-16,3-3-37 0,2-3-85 15,2 0-111-15,3-6-198 16,1-6-620-16,-6 1-914 0</inkml:trace>
  <inkml:trace contextRef="#ctx0" brushRef="#br0" timeOffset="10967.604">17047 1333 673 0,'0'0'2537'16,"0"0"-2029"-16,23 93-219 0,-12-48-103 0,0 11 78 15,-3 4-45-15,-3-1-7 0,-4 2-47 0,-1-2-70 16,0-1-53-16,0-5-17 0,-4 2-22 15,-1-7-1-15,0-9-2 16,2-6-14-16,3-8-5 0,0-8 7 16,0-7-15-16,4-4-77 0,3-3-15 0,2-3 14 15,2 0 25-15,4-4 31 0,5-4 34 16,3-3 0-16,0-1-7 0,0 3 6 0,0-1 1 16,-3 5-28-1,1 3 3-15,0 2-3 0,-1 0 21 16,-4 7 22-16,1 4 3 0,-3 1 31 15,-2 0 9-15,-1 3-9 0,-4 2 19 0,-3 1 5 16,-2 1-21-16,-2 0 12 0,0 1 3 16,-2-2-2-16,-7 1-20 0,-1-1 4 0,-2-1 3 15,-2-2 5-15,-1-2-8 0,0-3 3 16,1-3-34-16,2-6-3 0,3-1-49 0,0-3-34 16,3-10-67-16,3-8-78 0,3-5-50 15,1-7-284-15,5 5-658 16,13-10-635-16</inkml:trace>
  <inkml:trace contextRef="#ctx0" brushRef="#br0" timeOffset="11295.8">17599 2035 1451 0,'0'0'660'0,"0"0"385"0,0 0-609 16,0 0-89 0,0 0 69-16,0 0-100 0,82 51-104 0,-63-51-90 15,3 0-48-15,2-9-74 0,3-5-25 16,2-5-21-16,1-5-82 0,-1-1-41 15,-2-1-29-15,-1 2-28 0,-8 3-59 0,-4 3-55 16,-7 4-9-16,-4 2 96 0,-3 5 99 16,-6-1 154-16,-8 3 122 0,-5 2 166 15,-2 3-126-15,-7 3-63 0,0 10-14 16,-1 8 89-16,-1 6 23 0,1 9-18 16,3 3-11-16,-2 5-41 0,2 1 3 15,3 2-1-15,6-5-12 0,3-3-22 16,8-8-13-16,6-9 16 0,4-6 15 15,12-3-47-15,4-6-53 0,8-1-13 0,3-4-40 16,5-4-51-16,1-10-56 0,3-10 4 16,0-10-78-16,-1-4-200 15,-7 6-554-15,12-18-826 0</inkml:trace>
  <inkml:trace contextRef="#ctx0" brushRef="#br0" timeOffset="11544.58">18175 1239 1102 0,'0'0'319'0,"0"0"1518"15,0 0-1358-15,18 99-139 16,-10-54-7-16,0 8-30 0,-1 6-33 0,-2 6-26 0,-2 6-56 16,-3 2-66-16,0 5-25 15,0 0-22-15,-6 0-35 0,0-4-22 16,1-4-18-16,5-8-18 0,0-10 6 0,5-10-13 15,7-9-41-15,1-9-49 0,2-9-46 16,2-6 6-16,3-9-38 0,5-2-55 16,2-16-190-16,2-7-326 0,5-7-580 0,-9 6-529 15</inkml:trace>
  <inkml:trace contextRef="#ctx0" brushRef="#br0" timeOffset="11680.536">18637 2113 1516 0,'0'0'1113'15,"0"0"-36"1,0 0-850-16,12 78-152 0,-10-49-43 0,-2 2 72 15,0 1 169-15,0-2 30 0,0-5-110 0,0-5-128 16,0-7-65-16,0-6-40 0,0-4-77 16,-2-3-52-16,0 0 3 0,-3-10-101 15,-2-3-375-15,0-9-435 0,-2 5-956 16,-4-18 1981-16</inkml:trace>
  <inkml:trace contextRef="#ctx0" brushRef="#br0" timeOffset="11818.442">18471 1883 346 0,'0'0'2673'16,"0"0"-2147"-16,0 0-213 0,0 0-33 16,78 25-32-16,-51-16-68 0,0 1-29 0,-1-3-71 15,-1 1-80-15,1-2-72 0,-2-1-134 0,2 0-99 16,0 0-200-16,4-2-299 0,-8 0-613 16</inkml:trace>
  <inkml:trace contextRef="#ctx0" brushRef="#br0" timeOffset="12157.683">19065 2031 362 0,'0'0'170'0,"0"0"2152"0,0 0-1702 0,0 0-272 16,0 0-153-16,0 0 68 0,25 73 99 0,-25-56-12 16,-5 7-100-1,-5 2-64-15,0 1-41 0,2 0-21 16,-2-1-39-16,5-1-43 0,0-2-24 0,5-5-17 16,0-4 0-16,0-3-1 0,2-2-3 0,2-5-30 15,4-1-61-15,0-3-27 16,0-3 0-16,5-7 9 0,2-4 20 15,-1-5-2-15,4-5-19 0,-1-1-24 0,-3-3 17 16,0 1 62-16,-5 1 51 16,-1 0 7-16,-3 2 31 0,-2 5-3 0,-1 7-4 15,-1 6 68-15,2 5 15 0,-3 1-33 16,0 1 29-16,0 6-8 0,0 5-4 0,0 4 6 16,0 2 9-16,0 3 24 15,0-2-3-15,-3-2-27 0,3-5-49 16,0-2-35-16,0-2-16 0,0-4-22 15,0-1-41-15,0-1-28 0,4-2-51 0,-1 0-21 16,3-6-26-16,1-2-2 0,3-3-103 16,3-5-212-16,0 0-441 0,2-2-329 15,-5 4-600-15,7-11 1625 0</inkml:trace>
  <inkml:trace contextRef="#ctx0" brushRef="#br0" timeOffset="12427.984">19390 2041 737 0,'0'0'121'15,"0"0"1169"-15,0 0-499 0,0 0-347 16,0 0-212-16,0 0-15 0,21 83 110 15,-21-56 58-15,-2-1-16 0,-1-1-103 0,2-4-120 16,-1-5-73-16,2-4-49 0,0-3-22 16,0-4-2-16,3-4-1 0,3-1-41 15,2 0-43-15,3-2-43 0,2-5 0 16,2-5-1-16,4-4-30 0,0-2-26 16,-1 1-10-16,-1 3-1 0,-2 3 36 15,-2 5 72-15,-2 3 88 0,-2 3 31 0,-3 3 105 16,2 7 54-16,-3 2-19 0,4 5-14 15,-2 0-40-15,0-1-18 0,-1 1-35 16,3 0-30-16,-2-5-22 0,0-1-12 16,3-2-24-16,0-2-95 0,0-1-60 15,-1-1-59-15,2-1-168 0,-2-1-884 0,-1-2-1251 16,6 1 2399-16</inkml:trace>
  <inkml:trace contextRef="#ctx0" brushRef="#br0" timeOffset="13043.35">21479 2089 2265 0,'0'0'488'0,"0"0"-173"0,0 0-158 15,0 0 34-15,0 0 63 0,0 0-37 0,0 0-15 16,0 0-78-16,0 0-36 0,0 0 20 16,0 0 13-16,-41 86-35 0,15-27-9 15,0 3 34-15,5-6 76 0,3-9-102 16,8-13-78-16,6-11-7 0,4-10-65 16,0-8-48-16,11-5 0 0,7-3 39 0,6-10 15 15,7-7-42-15,4-9-70 0,1-3-46 16,-1-4-104-16,-2 0 31 15,-4 5 48-15,-2 3 35 0,-6 9-11 0,-3 5-37 16,-4 4 29-16,-2 9 181 0,-3 1 45 16,-2 6 219-16,2 6 84 0,-2 7-59 15,0 6-65-15,-2 6-30 0,3 9-12 0,-4 3-11 16,2 11 51-16,-4 2 9 0,-2 2-68 16,0 4-28-16,0 1 19 0,-3-2 49 15,-4-4 36-15,-6-4-35 0,-2-6-24 16,-2-5-37-16,0-9-31 15,-1-6-25-15,1-8-23 0,0-8-19 0,0-5 0 16,1-6-55-16,-1-6-55 0,0-13-9 16,0-5-31-16,6-10-81 0,-1-8 39 0,7-8-144 15,2-10-130-15,1 12-637 0,2-42-500 0</inkml:trace>
  <inkml:trace contextRef="#ctx0" brushRef="#br0" timeOffset="13276.567">22124 2124 1721 0,'0'0'607'0,"7"84"477"0,-7-35-698 15,0 9 16-15,-4 12 53 0,-2 6-114 16,-2 5-88-16,0 1-101 0,-1 4-61 16,-2-2-54-16,2-1-25 15,-2-10-11-15,5-7-1 0,3-12-37 16,2-7 7-16,1-10 15 0,1-4-3 0,2-7-107 15,3-8 0-15,1-10-6 0,0-8-58 16,1-5-8-16,1-16-143 0,3-12-297 0,1-10-336 16,-3-11-21-16,-1 11-472 0,-6-35 1404 0</inkml:trace>
  <inkml:trace contextRef="#ctx0" brushRef="#br0" timeOffset="13492.796">22091 2277 153 0,'0'0'643'0,"0"-69"-503"0,3 49-91 0,5 1 631 16,4-2-102-16,4 5-90 0,1 1-145 15,5 4-30-15,2 0-68 0,2 5-69 16,0 0-59-16,3 5-20 0,-2 1-2 16,-1 1-11-16,-3 7-6 0,-7 5-25 0,-3 3 27 0,-9 6 10 15,-4 3-10 1,-5 6-40-16,-14 5-3 0,-7 4-15 0,-6 1 18 0,-4 1-3 16,-3-3-13-16,-1 0-24 0,1-4-15 15,2-4-74 1,3-3-127-16,7-5-58 0,9-2-194 0,10-6-824 15,7-8-1058-15</inkml:trace>
  <inkml:trace contextRef="#ctx0" brushRef="#br0" timeOffset="13621.46">22850 2565 1421 0,'0'0'1643'0,"0"0"-868"0,0 0-395 0,0 0-70 0,0 0 10 15,0 0-81-15,0 0-53 16,0 0-186-16,0 0-52 0,0 0-232 15,-79 8-277-15,34-12-1062 0</inkml:trace>
  <inkml:trace contextRef="#ctx0" brushRef="#br0" timeOffset="16376.171">1426 3941 866 0,'0'0'1479'16,"0"0"-844"-16,0 0-146 0,0 0-163 0,0 0 1 15,0 0-32-15,0 0-69 0,0 0-60 16,0 0-83-16,-4-3-77 0,10 3-6 0,8 0-21 16,8 0 21-16,9-2 33 0,8-2-33 15,6 1 0-15,4-3-24 0,-1 0 21 16,1 1-10-16,-2-2 10 0,-2-2-24 16,-2 1 24-16,-1 2-19 0,-6 0 19 0,-4 0-37 15,-7 5 3-15,-4-1-6 16,-5 2 3-16,-5 0 0 0,-1 6-22 15,0 5 16-15,-1 5 46 0,2 8 9 16,-3 7 19-16,-1 9 12 0,-3 9-14 0,-1 5-25 16,-3 7-1-16,0 6 0 0,0 3-1 15,-7 5-17-15,0 0 16 0,-2-6 1 0,-2-5-15 16,3-8 14-16,1-9-8 0,4-6-3 16,2-11 10-16,-1-8-21 0,1-5 5 15,-2-2 0-15,2-8-2 0,-1-1-113 16,-2-4-65-16,-3-2-131 15,-5 0-219-15,-7-5-715 16,5-1-703-16,-19-13 1966 0</inkml:trace>
  <inkml:trace contextRef="#ctx0" brushRef="#br0" timeOffset="16550.945">1575 4573 1193 0,'0'0'1773'15,"0"0"-1526"-15,0 0-202 0,0 0 82 16,0 0 171-16,0 0 32 0,0 0-63 15,82-12-81-15,-52 12-78 0,2-1-43 16,-1-2-40-16,1 3-25 0,-3-2-19 0,0 1-9 16,-3 0-24-16,-6 1-143 0,0 0-73 0,-5 6-40 15,-4 5-190-15,-5 0-588 0,-9 17-706 0</inkml:trace>
  <inkml:trace contextRef="#ctx0" brushRef="#br0" timeOffset="16730.06">1608 5054 52 0,'0'0'2210'0,"0"0"-1806"16,0 0-214-16,0 0-1 0,0 0 172 16,0 0 22-16,0 0-49 0,98 16-91 15,-59-16-91-15,1-7-38 0,4-2-34 0,1-5-40 16,3-1-25-16,4-4-15 0,0-5-49 16,0 1-87-16,1-7-90 0,-1 2-96 0,-13 8-255 15,10-11-906-15</inkml:trace>
  <inkml:trace contextRef="#ctx0" brushRef="#br0" timeOffset="16951.007">2725 4056 2799 0,'0'0'513'15,"0"0"-421"-15,0 0-60 0,0 0 123 0,0 0 164 16,0 0-15-16,20 90-139 0,-16-58-143 16,-1 4-22-16,0 4-50 0,-3 4 7 0,0 4-44 15,0 4-139-15,-7 3-98 0,-2-1-352 16,3-15-762-16,-12 18-96 0</inkml:trace>
  <inkml:trace contextRef="#ctx0" brushRef="#br0" timeOffset="17085.26">2745 4960 1110 0,'0'0'2021'16,"0"0"-1626"-16,0 0-205 0,0 0 2 15,0 0 134-15,0 0-28 0,0 0-79 16,0 0-219-16,0 0-13 0,39 68-39 16,-25-66-28-16,2-2-140 0,-5 0-227 0,7 0-971 0</inkml:trace>
  <inkml:trace contextRef="#ctx0" brushRef="#br0" timeOffset="18260.258">3963 4257 1596 0,'0'0'681'0,"0"0"70"0,0 0-367 16,0 0-197-16,0 0 28 0,0 0 87 15,0 0-63-15,0 0-146 0,0 0-93 16,-87 59 1-16,61-33-1 0,3 2 16 16,4-3 3-16,5-4-4 15,4-5-3-15,4-2-12 0,5-7-9 16,1-1-28-16,0 0-22 0,7 1 9 0,5 1 26 15,5 1 24-15,0 0 12 0,3 2-9 16,-1-4 10-16,0 3-11 0,-2-2 29 16,-4 1-29-16,0 2-1 0,-3 2 17 15,-4 1 13-15,1 3-6 0,-1 2 3 0,-3 3 3 16,-3-2-16-16,0 3-13 0,0-6 17 16,-3 1 24-16,-4-1-9 0,-2-3-9 15,3-2-25-15,-3-4 0 16,1-1-47-16,2-3-24 0,-1-3-34 0,0-1-31 15,-5 0-32-15,2-8-166 0,-2-7-170 16,4-7-295-16,2 4-520 0,6-19 135 0</inkml:trace>
  <inkml:trace contextRef="#ctx0" brushRef="#br0" timeOffset="18592.763">4192 4411 401 0,'0'0'1759'0,"0"0"-1313"16,0 0-82-16,0 0 22 0,0 0-37 0,0 0-125 15,0 0-95-15,0 0-57 0,0 0-44 16,0 0-25-16,29 2 22 0,-23-8-4 16,1-3-21-16,4-5-153 0,-2-2-42 15,1 1-4-15,-2 1-17 0,0 3 22 0,-5 0 6 16,-2 5 21-16,-1 4 67 0,-1 2 16 0,-8 0 84 16,-2 0 10-16,-1 0 80 0,-3 5 19 15,1 2 10-15,1 7 22 0,0 2-20 16,2 3-25-1,0 3 6-15,2 6 5 0,3 0 17 16,0 2 11-16,3-1-19 0,0 2-21 0,3-2-32 16,0-3-4-16,0-2-16 0,6-6-2 0,0-2-41 15,1-8-3-15,4 1-35 0,-2-4 10 16,3 0-3-16,2-1-6 0,2-4-13 16,3 0-89-16,2 0-28 0,-2-6-38 15,4-2-126-15,-7-1-307 16,7-6-904-16</inkml:trace>
  <inkml:trace contextRef="#ctx0" brushRef="#br0" timeOffset="19542.404">4555 4292 408 0,'0'0'133'0,"0"0"210"16,0 0 795-16,0 0-733 0,0 0-153 0,0 0-17 15,0 0-27-15,0 0-38 0,0 0-18 16,0 0 36-16,77 28-12 0,-59-9-31 16,-1 3-60-16,-5 6-19 0,0 1-13 0,-4 2-22 15,-1 2 7-15,-2-2-38 0,-2-2 0 16,-2-4 0-16,2-7 9 0,-3-5-8 0,0-7-1 16,1-1 2-16,-1-5 20 0,0 0 0 15,0 0 18 1,0 0 10-16,2 0-7 0,-2-11-24 0,4-3-19 15,3-10-3-15,0-5-25 0,5-6-9 16,2-1 3-16,1-1 12 0,2 4-15 16,2 2-32-16,0 1-21 0,-1 6-77 0,0 1-95 15,-1 4-160-15,-7 4-378 0,3 3-880 0</inkml:trace>
  <inkml:trace contextRef="#ctx0" brushRef="#br0" timeOffset="19722.075">5022 4334 1641 0,'0'0'688'0,"0"0"-207"0,0 0-282 16,0 0 73-16,7 70 134 0,-5-53 10 15,-1-2-123-15,3 2-145 0,-2-4-80 0,1 1-68 16,-2 1-16-16,2-3-24 0,-3 3-7 16,0-3-80-1,0 0-106-15,0-1-138 0,-2-1-316 0,0-4-844 16,-8-3 137-16</inkml:trace>
  <inkml:trace contextRef="#ctx0" brushRef="#br0" timeOffset="19867.444">4986 4282 1000 0,'0'0'1418'16,"0"0"-990"-16,0 0-168 0,0 0 37 0,0 0 93 0,0 0-97 0,0 0-138 15,0 0-151 1,0 0-4-16,0 0-66 0,0 0-34 15,86-50-180-15,-71 47-231 0,-2 1-642 16,1 2-952-16</inkml:trace>
  <inkml:trace contextRef="#ctx0" brushRef="#br0" timeOffset="20167.458">5280 4386 307 0,'0'0'1675'0,"0"0"-1315"16,0 0-30-16,0 0 103 0,0 0-18 0,0 0-150 15,0 0-158-15,0 0-13 0,0 0-24 0,84 40 5 16,-61-59-75-16,-1-6-145 0,0-1-122 16,0-4-31-16,-2 0-5 0,-4 3 11 15,-2 6 109-15,-5 4 8 0,-3 3 98 0,-5 6 77 0,-1 2 99 16,-3 3 88-16,-5-1 99 16,-4 4-39-16,1 0 27 0,-3 0-94 15,2 0-35-15,0 11-47 0,3 1-20 16,-3 7-18-16,1 6 0 0,-1 5 21 0,0 5 59 0,3 0 3 15,-2 1-50-15,2-1-93 0,2-4-48 16,1-7-41-16,6-6-126 0,0-6 2 16,0-7-51-16,10-5-28 0,7-8-315 15,-5-1-777-15,15-25 19 0</inkml:trace>
  <inkml:trace contextRef="#ctx0" brushRef="#br0" timeOffset="20423.847">5809 4142 1474 0,'0'0'299'15,"0"0"733"-15,0 0-798 16,0 0 114-16,0 0 105 0,0 0-14 0,-26 67-148 16,15-45-115-16,0-5-72 0,3 2-43 15,3-5-15-15,4-2-46 0,1 0-15 0,0-1-16 16,8-1 10-16,6-1 9 0,4 0 9 16,4 1 1-16,0-1-11 0,2-1 10 15,3 1-31-15,-4 1 10 0,-1-1 2 0,0 2 1 16,-5-3-1-16,-4 3 1 15,-3-1 20-15,-2 2-15 0,-3-2-11 0,-5 2 27 16,0 3-2-16,0 0-23 16,-9-2-61-16,-4 2-50 0,0-1-54 0,-4-2-64 15,-2 1-165-15,2-4-358 0,-13 4-827 0</inkml:trace>
  <inkml:trace contextRef="#ctx0" brushRef="#br0" timeOffset="26984.183">7480 3881 2312 0,'0'0'381'0,"0"0"368"0,0 0-221 0,0 0-75 15,0 0-126-15,-1 76 7 0,1-35-88 0,0 13-100 16,0 10-31-16,0 8-33 0,3 6-33 16,0 0-19-16,3 3-18 0,0-3 10 15,-1 0-22-15,-2-4-21 0,1-4 3 16,-4-3-6-16,0-6-4 16,0-9-2-16,0-5-58 0,0-11-30 0,0-11-43 15,0-10-10-15,0-11-6 0,0-4-105 16,0-12-199-16,0-13-323 0,0 3-609 15,-4-30-557-15</inkml:trace>
  <inkml:trace contextRef="#ctx0" brushRef="#br0" timeOffset="27241.866">7424 3891 2108 0,'0'0'627'0,"0"0"-367"16,0 0-77-16,0 0 183 0,94-41-16 0,-62 36-95 15,4 1-56-15,4 4-38 0,2 1-31 0,1 10 27 16,2 3-10-16,-6 7-58 0,-6 0-56 16,-6 5 28-16,-7 5-49 0,-8 1 62 15,-9 8-35-15,-3 2 4 0,-9 6-43 16,-11 6-15-16,-6 0 12 0,-4 3-28 0,-6 2-2 16,1-2-31-16,-1-5-31 15,0-4-3-15,4-9-15 0,2-5-38 16,4-7-55-16,6-8-177 0,3-7-216 0,5-4-570 15,7 1-900-15</inkml:trace>
  <inkml:trace contextRef="#ctx0" brushRef="#br0" timeOffset="27490.942">8028 4682 1732 0,'0'0'1615'0,"0"0"-1358"15,0 0-159-15,0 0 98 0,0 0 77 0,0 0-18 16,91-18-95-16,-75 14-132 0,1 4-26 16,-4 0 11-16,0 6-3 0,-6 8-8 0,-2 5 27 15,-4 5 45-15,-1 6-13 0,-4 1-15 16,-8 2-15-16,1 0-7 0,-1-2-12 0,1-6-10 16,2-3 13-16,2-9-15 0,1-6-19 15,-1-7-11 1,4 0-93-16,-1-8-53 0,-1-10-127 15,-2-9-127-15,3 5-580 0,-5-25-1069 0</inkml:trace>
  <inkml:trace contextRef="#ctx0" brushRef="#br0" timeOffset="27641.9">8007 4289 2924 0,'0'0'470'15,"0"0"-163"-15,0 0 274 16,0 0-173-16,90-22-153 0,-61 10-127 15,4-4-128-15,0 1-18 0,2-2-77 16,1-2-166-16,-4 2-125 0,-8 6-220 0,5-3-803 0</inkml:trace>
  <inkml:trace contextRef="#ctx0" brushRef="#br0" timeOffset="28644.484">9062 4628 653 0,'0'0'2178'0,"0"0"-1611"0,0 0-105 16,0 0-79-16,0 0-18 0,0 0-88 15,15 76-88-15,-26-51-61 0,-1 2-21 16,-1 1-49-16,-1-5-25 0,4-3-33 15,-2-4-33-15,5-6-43 0,1-2-101 16,0-5-74-16,2-3-109 0,1 0-349 0,-2-3-903 16</inkml:trace>
  <inkml:trace contextRef="#ctx0" brushRef="#br0" timeOffset="29150.715">9426 3948 1850 0,'0'0'522'0,"0"0"295"0,0 0-403 0,0 0-117 15,0 0 44-15,0 0 71 0,0 0-68 16,71 78-60-16,-66-37-69 0,-2 7-54 15,-3 6-64-15,0 1-22 0,0 0-23 0,0-2-24 16,0-7-28-16,-1-7-33 0,-1-9-16 16,2-5-8-16,0-12-37 0,0-2 18 15,0-7 16-15,3-4 5 0,2-2 1 0,2-7-28 16,3-7 12-16,4-4-7 0,-1-5 1 16,5-8-21-16,-2-2-23 0,1-2 13 15,0-1 36-15,0-2 7 0,2 2 33 16,-1 1-6-16,2 1 37 15,-1 4 3-15,-1 3 9 0,-1 7 10 16,-1 3 15-16,0 7 21 0,-4 4 22 16,-2 5 0-16,-2 3-28 0,-1 1-9 0,-1 12 30 15,0 6-3-15,-3 6 10 0,0 6-4 16,1 6 24-16,-1 5 3 0,-2 0-12 16,2 3-9-16,-3 1-31 0,0 1 1 15,0-3-23-15,-3-3-29 0,0-1-24 16,2-8-34-16,1-4 4 0,0-6 5 0,6-5-2 15,1-5-16-15,2-2-24 0,2-4-27 16,2-6-26-16,3 0-76 0,-1-9-146 16,3-3-251-16,-5 2-531 0,7-11-620 0</inkml:trace>
  <inkml:trace contextRef="#ctx0" brushRef="#br0" timeOffset="29362.264">10268 4468 2872 0,'0'0'665'0,"0"0"-403"16,0 0-133-16,0 0 29 0,-4 80 81 0,-1-58 34 15,4-1-85-15,1-7-99 16,0-2-89-16,1-6-3 0,5-1-50 16,2-5 20-16,1 0 31 0,0-4-10 0,0-3-31 0,0-3-31 15,0-4-43-15,-1 0-62 16,0-1-36-16,-5-1-115 0,0 2-331 15,-3-6-900-15</inkml:trace>
  <inkml:trace contextRef="#ctx0" brushRef="#br0" timeOffset="29509.234">10233 4228 3320 0,'0'0'630'0,"0"0"-398"0,0 0-79 0,0 0-45 16,0 0-40-16,0 0-68 15,0 0-86-15,87-35-232 0,-76 27-170 16,2-1-950-16</inkml:trace>
  <inkml:trace contextRef="#ctx0" brushRef="#br0" timeOffset="30143.401">7175 3846 1254 0,'0'0'787'0,"0"0"-405"0,0 0-188 15,0 0 365-15,0 0 16 0,-17 74-185 16,7-46-138-16,-3 8-17 0,-3 1-54 0,3 6-37 0,-1 4 24 16,3 1-55-16,3-4-70 0,5 1-40 15,3-2-3 1,0 1-26-16,10 1-26 0,6 4-42 15,7-1-1-15,9 3-39 0,5-1-115 0,6-4-154 16,3 0-223-16,-7-15-405 0,22 4-511 16</inkml:trace>
  <inkml:trace contextRef="#ctx0" brushRef="#br0" timeOffset="30625.476">11131 3825 274 0,'0'0'1049'0,"0"0"-840"0,0 0-34 15,0 0 632-15,0 0-17 16,0 0-270-16,0 0-177 0,56 80-39 0,-40-54-14 16,0 3-57-16,4 2-38 0,-1 4-27 0,1 0-77 15,0 2-43 1,2 2-20-16,-3 2-28 0,-4 0-2 0,-3 3-20 0,-5 0-8 16,-4 0-9-16,-3 0-13 0,-9 3-30 15,-7 0-37-15,-7-2 0 0,-5 3-6 16,-3-2-10-1,-5-3-59-15,2-3-150 0,-5-3-224 0,14-12-491 0,-15 5-699 16</inkml:trace>
  <inkml:trace contextRef="#ctx0" brushRef="#br0" timeOffset="34234.231">12480 4742 630 0,'0'0'496'16,"0"0"-226"-16,0 0-143 0,0 0-7 16,0 0 43-16,0 0-36 0,0 0 12 0,0 0 172 0,0 0 131 15,0 0-92-15,-15 23-114 0,11-9-43 16,-3 6 38-16,-2 5-84 0,-2 2-61 16,-3 3-46-16,-3-1-40 0,0 1-13 0,3-3-28 15,-2-3-54 1,4-4-150-16,4-3-66 0,1-7-278 0,2-4-665 15</inkml:trace>
  <inkml:trace contextRef="#ctx0" brushRef="#br0" timeOffset="35930.024">13352 3686 1083 0,'0'0'681'16,"0"0"-227"-16,0 0-163 0,0 0-146 0,0 0 171 15,0 0 147-15,0 0-150 0,0 0-124 16,0 0-62-16,0 0-3 0,0 0 23 0,8 44 2 16,0-20-66-16,-1 9-31 0,4 3-18 15,1 8 9-15,-2 3-41 0,0 5 5 16,-1 0-7-16,-5 5-1 0,-1 2-12 0,-3 2-5 16,0-1-13-16,-7 1-18 0,-2-4 18 15,-1-2-13-15,1-7 20 0,1-5-10 16,2-7 3-16,0-6-3 15,2-6-28-15,4-9-7 0,0-3-12 16,0-7 0-16,0-4-26 0,0-1 6 0,4-3-15 16,3-8 84-16,-2-7-25 0,-1-4-60 15,3-3 0-15,-4-4-42 0,0-2-94 0,0 0 90 16,1-2 15-16,-1 1 31 0,4 0 76 16,-1 1 11-16,1 1-3 0,5 2 33 15,-1 5 19 1,1 2 36-16,2 3 68 0,-1 5 6 15,3 2 2-15,0 4 10 0,1 3-22 0,3 3 8 0,-4 1-6 16,4 0-23-16,-5 3-53 0,2 2 5 16,-4 2-34-16,1 3-13 0,-6 0 1 15,-1 3 59-15,-3 1-32 0,-4 3-18 16,0 2-13-16,-4 2-14 0,-5 0 11 16,-5 3-38-16,-2-1 0 0,-1-4 9 0,-1-2-18 15,0-5 31-15,0-1 19 16,1-4 0-16,1-2-1 0,-1-3-15 15,1-2 0-15,5 0-12 0,0 0-1 16,2-4 13-16,4 1 16 0,2-3 6 16,3 3 7-16,0 1-10 0,0 1 10 0,0 1 16 15,3 0 5-15,2 0 1 0,4 0 13 0,0 3-1 16,1 4 32-16,3 1 69 0,0 2-31 16,3 0-33-16,-1 1-19 0,0 0 1 15,3 1 21-15,0 0 0 16,1-1-7-16,3 1-6 0,1 2-6 15,1 0-4-15,1 0-39 0,-2-1 3 0,0-1-15 16,-2-1-13-16,-2-2-55 0,0 0-16 16,-1-2 19-16,0-1-4 0,4 0-68 15,-5-3-31-15,2 0-82 0,-1-1-185 0,-6-2-290 16,1 0-814-16</inkml:trace>
  <inkml:trace contextRef="#ctx0" brushRef="#br0" timeOffset="37081.143">15893 4103 1903 0,'0'0'793'16,"0"0"-59"-16,0 0-361 0,0 0-153 16,0 0 9-16,0 0 75 0,0 0-12 15,0 0-63-15,0 0-67 0,-91 25-59 16,59-5-39-16,-3 8-27 0,2 3-10 0,-3 3 31 15,3-1 36-15,3 2-46 0,5-6-35 16,4-6-13-16,6-2-21 0,5-4 9 16,8-5 10-16,2 0-19 0,0-5-4 15,9 1 4-15,3 0 0 0,8-1-6 16,3 1 2-16,5 1 10 0,1-1 14 0,2-1-32 16,0 3-1-16,-3-2 19 15,-2 3-9-15,-3 1 24 0,-4 0 13 16,-3 3-10-16,-6-1 0 0,-3 1 22 15,-3 1 17-15,-4 2 10 0,0 0-31 0,-4 0-6 16,-4 2-13-16,-4 0 1 0,-4 1 18 16,2 0-6-16,-2-4-2 0,3-2-13 0,0-6-2 15,4-4-38 1,3-5-51-16,4 0-49 0,2-8-9 0,0-10-89 16,0-4-115-16,7-4-194 0,5-5-225 0,0 4-594 0,16-14-420 15</inkml:trace>
  <inkml:trace contextRef="#ctx0" brushRef="#br0" timeOffset="37425.12">16208 4321 2974 0,'0'0'590'0,"0"0"-293"15,0 0-8-15,0 0 28 0,0 0-18 16,-7 90 1-16,-2-55-62 0,-1 1-104 16,0-1-52-16,4-1-7 0,3-4-23 0,3-6-49 15,6-5-3-15,6-7-36 0,7-6-13 16,6-6 1-1,6-3-37-15,3-14-25 0,4-7-30 0,1-7-37 16,-1-5-44-16,-1 0-90 0,-6 0 10 16,-3 0 6-16,-5 5 156 0,-7 3 57 0,-5 3 41 15,-4 0 41-15,-4 3 85 16,-3 4 10-16,0 7 46 0,0 3 23 0,0 7 1 16,-3 1-37-16,2 3-32 0,-1 7 21 0,-2 7 12 15,-1 4 10-15,0 8-2 16,1 4 16-16,-1 2-10 0,0-1-18 15,2 2-50-15,0-7-44 0,3-3-31 16,0-5-13-16,4-2-24 0,3-5-57 16,2-4-64-16,5-4-56 0,1-6-34 15,6 0-97-15,1-13-322 0,-2 1-718 0,14-15-943 0</inkml:trace>
  <inkml:trace contextRef="#ctx0" brushRef="#br0" timeOffset="37642.348">16999 4317 1656 0,'0'0'2079'0,"0"0"-1611"16,0 0-266-16,0 0-26 0,0 0 74 16,-43 72 16-16,21-44-16 0,2 2-120 15,4 0-57-15,2-4-22 0,5-1-8 16,1-3-43-16,3 0-1 0,3-3-23 0,2-6 21 16,0-1-25-16,4-5-29 0,3-2-7 15,5-4 12-15,2-1-2 16,1 0-34-16,2-6-43 0,2-4-37 15,1-5-44-15,0-4-78 0,0-3-194 16,2-1-208-16,-5 3-447 0,5-10-231 0</inkml:trace>
  <inkml:trace contextRef="#ctx0" brushRef="#br0" timeOffset="38009.744">17289 3690 1891 0,'0'0'1515'0,"0"0"-1128"15,0 0-202-15,0 0-31 0,14 69 33 16,-11-36 135-16,0 9 9 0,0 3-92 16,0 5-69-16,-1 5-21 0,-2 3-16 15,0 2-36-15,0 2-37 0,-6 0-30 16,0-2-30-16,-1-2-2 0,0-7-1 16,4-5-18-16,3-11-12 0,0-10 9 15,7-10-3-15,1-4-49 0,6-6-21 0,1-5 21 16,4-5 3-16,6-9 1 0,0-8-11 15,4-4 4-15,0-3-37 0,-2 4-6 16,-1 2 12-16,-7 6 57 0,1 6 29 16,-7 8 24-16,0 3 18 0,-3 2 38 15,-2 9 29-15,0 3 38 0,-1 6 8 0,-4 4-30 16,2 1-28-16,-1 4-10 0,0-1-5 16,3-2 0-16,-2 1-4 0,1-5-36 15,2-2-18-15,1-3-3 0,2-3-39 16,2-3-37-16,3-3-9 15,-3-4-34-15,4-3-51 0,-3-1-63 0,0 0-164 16,-3-3-314-16,1-6-861 0</inkml:trace>
  <inkml:trace contextRef="#ctx0" brushRef="#br0" timeOffset="38452.281">18413 4250 1668 0,'0'0'1'0,"0"0"1238"0,0 0-827 15,0 0-28-15,0 0-2 0,0 0-3 0,91 82-31 16,-65-63-45-16,5-2-117 0,3-3-89 0,5-4-45 16,3-7-22-16,4-3-12 0,0-7-18 15,1-10 0-15,3-9-88 0,0-5-76 16,1-7-77-16,-3-4-72 0,-5-4-182 16,-12 12-702-16,-4-10-1096 0</inkml:trace>
  <inkml:trace contextRef="#ctx0" brushRef="#br0" timeOffset="38675.597">18840 3761 2594 0,'0'0'511'0,"0"0"-284"0,0 0 116 0,-19 66 123 16,15-28-60-16,-1 12-52 0,-1 9-122 15,0 9-49-15,1 6 12 0,-1 3-47 16,2 1-82-16,-2-1-66 0,0-4-16 15,2-6-5-15,1-9-3 0,3-9-31 16,0-12-44-16,10-10-20 0,3-11-21 0,4-9 18 16,5-7-9-16,1-11-68 0,6-13-134 15,1-13-151-15,1-10-317 0,-8 7-555 16,8-35-255-16</inkml:trace>
  <inkml:trace contextRef="#ctx0" brushRef="#br0" timeOffset="39675.528">19138 3701 1907 0,'0'0'654'0,"0"0"-233"0,0 0 4 16,0 0-23-16,0 0-50 0,46 81-50 16,-39-36-12-16,-1 9 4 0,-4 7-47 15,-1 6-59-15,-1-1-64 0,0 1-48 16,0-2-43-16,-3-1-33 0,-1-7-2 16,0-5-16-16,-2-7-6 0,3-9 0 0,1-6-22 0,2-10-2 15,0-7-13-15,6-6-24 0,3-7 15 16,5 0-15-1,4-9 6-15,7-6 36 0,1-8 10 0,3-2 11 16,0-2-2-16,-5 2 3 0,-2 6 11 16,-2 6 10-16,-5 5 43 0,1 4 18 15,-5 4 22-15,3 3 14 0,0 7-9 16,-2 3-6-16,1 4-12 0,-2 2-31 0,1 2 10 16,-1-2-13-16,-1 0-12 0,1-3-23 15,2-3-1-15,-1-2 0 0,1-4 0 16,2-2-2-16,-2-5-46 0,-1 0-22 15,2 0-57-15,0-10-37 0,1-2-53 16,0-4-61-16,0 0-108 0,4 0-77 16,-1 3-112-16,2 2-124 0,0 3-26 15,0 4 153-15,-2 3 360 0,0 1 212 0,-2 0 365 16,0 0 174-16,-1 0 37 0,-3 0-132 0,0 0-122 16,-1 1-87-16,-1 1-65 0,-2 1-66 15,0 0-51-15,-1 1 4 16,-2 1 35-16,-1 1 32 0,0-3 4 15,-2 2-54-15,-1-1-27 0,2-3-13 16,-3 0 6-16,0 2 0 0,0-3 0 0,0 0 0 16,0 0-3-16,0 0 3 0,0 0 24 15,-1 0 83-15,-4 0-55 0,0 0-61 16,0 0-28-16,1 0-2 0,-1 0 2 16,-3 2 9-16,2 4-9 0,-2 4 6 15,-1 3 49-15,-2 2 24 0,2 1 0 16,1-2-9-16,2-1-21 0,3-5-22 15,1-2-24-15,2-3-6 0,0-1-24 16,2-1-18-16,4-1-10 0,5 2 22 16,3-1 14-16,3-1 1 0,3 0-15 0,2-1-7 15,4-6 1-15,2-1-13 0,2-5 3 16,0-4-42-16,0 0-16 0,4-6-7 0,-3-1-21 16,2-6-40-16,2-1-14 0,-2 0 21 15,0-5 29-15,2-3 27 0,-4-5 21 16,0-2-1-16,-4-4 17 15,-1-2 72-15,-3-2 25 0,-3 4 85 0,-4 5 32 16,-2 10-13-16,-3 15 2 0,-5 9 6 16,-2 8-13-16,-3 3 28 0,-1 1-17 15,0 10 6-15,0 6 21 0,0 7-9 16,-2 6-7-16,-1 2-28 0,1 7-6 16,2 4 3-16,2-1-18 0,6 1-12 15,4 0-28-15,-1-2-54 0,3 2-3 16,-2-2-2-16,0 0-13 0,1-4 12 15,-3 0-9-15,-1-4-9 0,0-3-12 0,-3-5-4 16,0-4 1-16,-2-4-15 0,-1-5-7 16,-1-3-21-16,-2-5-5 0,0-1-4 15,-5-3-7-15,-8-1-2 0,-10-8 24 0,-7-4 0 16,-7-5-77-16,-7-7-123 0,-3-3-133 16,-4-7-64-16,2-1 55 0,3-2-142 15,4 3 92-15,11 4 203 16,11 7 262-16,12 8 81 0,8 9 200 15,6 5-90-15,14 2 50 0,6 0 210 0,9 4 94 16,7 1-104-16,5-1-162 0,2-2-116 0,4 1-92 16,-2-3-47-16,-3 0-24 0,-5-4-57 15,-6-1-180-15,-4-2-113 0,-2 1-103 16,-9 0-619-16,-1-1-883 0</inkml:trace>
  <inkml:trace contextRef="#ctx0" brushRef="#br0" timeOffset="41060.276">3987 7042 447 0,'0'0'1379'0,"0"0"200"0,-11-79-1161 16,-5 48-163-16,-9-6-43 0,-5 1 18 16,-5 2-33-16,-2 5-40 0,0 7-66 15,2 7-8-15,2 7 2 0,1 8-24 16,2 0 34-16,0 12 11 0,-2 6-45 16,-4 6-40-16,-5 9-19 0,-3 8 0 0,-4 10 32 15,-2 7 5-15,-1 8 34 0,5 9-13 0,5 5-17 16,5 3 17-16,7 2 43 0,8-1-13 15,3 4-90-15,9-3-1 0,5-4 1 16,4-5 52-16,1-10 2 0,12-9-30 16,6-10-9-16,1-5-6 0,8-6-9 15,2-3-12-15,1-6 12 0,4-5 0 16,2-7 3-16,-2-1-2 0,1-5 0 16,2-5-1-16,-2-4-1 0,-3 0-38 15,-3-6-18-15,-4-4-22 0,-3-2-2 0,-3-5-25 16,-5-1-36-16,-1-6-13 0,-5-1-24 15,-5-1-53-15,-4-2-47 16,-2 1-41-16,-12-1-25 0,-6-3-169 0,-10 0 91 16,-8-4-201-16,-5 0 32 0,1-1 163 15,1 6 429-15,6 6 3 0,10 10 501 16,11 7 36-16,8 5-70 0,6 2-81 16,0 0-28-16,3 6 10 0,7 1-5 15,3 5-3-15,6 2-112 0,4 1-56 16,4 2-13-16,2 0-28 0,3-5-39 15,-2-4-36-15,2-3-31 0,-4-4-37 16,3-1-11-16,-2-4-33 0,-4-6-34 0,0-6-51 16,-3-5-51-16,-2-5-47 0,-7 0-79 15,-3-2-123-15,-7 4-261 0,-3 2-464 16,-7 4-40-16,-6 2-430 0</inkml:trace>
  <inkml:trace contextRef="#ctx0" brushRef="#br0" timeOffset="41191.565">3699 7576 434 0,'0'0'280'0,"0"0"469"0,0 0 852 16,0 0-1025-16,0 0-223 0,-12 89-93 15,17-60-55-15,1 5 2 0,-1 1 29 16,5 3-37-16,-1 1-77 0,1 2-37 0,6 2-9 16,-2 1 33-16,4 4 64 0,-2-1-58 15,-2 0-106-15,-4-3-9 0,0-4-69 0,-1-3-83 16,-4 0-69-16,1-4-87 0,-3-2-156 16,0-9-313-16,-3 5-887 0</inkml:trace>
  <inkml:trace contextRef="#ctx0" brushRef="#br0" timeOffset="44542.096">23624 1644 1357 0,'0'0'2'0,"0"0"1439"0,0 0-976 0,0 0-134 15,81 23-50-15,-41-16-33 0,11-1-55 16,6-3-66-16,5-1-52 15,0-2-54-15,2-2-21 0,-2-3-28 16,-6 0 7-16,-5-1-38 0,-6-3-84 16,-6 3-56-16,-8 3-41 0,-8-2-91 15,-9 2-183-15,-6 1-587 0,-8 1-727 0</inkml:trace>
  <inkml:trace contextRef="#ctx0" brushRef="#br0" timeOffset="44722.865">23903 1817 1373 0,'0'0'744'0,"0"0"-307"0,-14 79-79 0,11-40 20 16,1 6-10-16,-1-2-41 0,2 4-60 0,-1-1-65 15,1 1-76-15,-1-2-52 0,-1-2-50 16,0-3-24-16,-1-4-40 0,1-3-84 0,0-4-43 16,0-5-32-16,2-5-46 0,-3-5-49 15,-1-2-74-15,-2-6-307 16,1-1-741-16,-9-5 266 0</inkml:trace>
  <inkml:trace contextRef="#ctx0" brushRef="#br0" timeOffset="44884.466">23627 2489 1873 0,'0'0'1426'0,"0"0"-1048"0,0 0-183 16,0 0-144-16,0 0 39 0,0 0 171 16,0 0-13-16,0 0-42 0,101 45-52 15,-59-38-72-15,3-3-36 0,6-4-18 16,1 0-28-16,3-6-1 0,-1-6-94 15,-3-2-117-15,-1-3-78 0,-5-4-93 16,-11 4-303-16,3-13-893 0</inkml:trace>
  <inkml:trace contextRef="#ctx0" brushRef="#br0" timeOffset="45050.452">24341 2312 1038 0,'0'0'2576'0,"0"0"-2035"0,0 0-289 0,0 0-79 15,0 0 77-15,92 64-73 0,-65-59-52 16,1-5-88-16,6 0-37 0,6-10-58 16,2-9-18-16,2-5-62 0,2-5-105 0,-4-5-116 15,-3-1-193-15,-12 7-438 16,-3-8-391-16</inkml:trace>
  <inkml:trace contextRef="#ctx0" brushRef="#br0" timeOffset="45310.26">24711 1919 85 0,'0'0'2617'15,"0"0"-2190"-15,0 0-178 0,0 0-103 0,0 0 72 16,0 0 71-16,-79 50-16 0,64-25-41 0,2 7-22 16,2 6-45-16,-4 7-27 0,2 4-34 15,-2 6-43-15,1 1-19 0,0 1-11 16,1 0-20-16,4 1-10 0,0 0-1 16,3 1 3-16,1 2 12 15,2-6 0-15,1 0-2 0,-1-1-11 0,0-2-1 16,-1-3-1-16,-1-4 0 0,2-4-2 15,-2-3-14-15,-1-6-8 0,1-3 0 16,-3-9-7-16,1-5-2 0,1-5-13 16,-1-3-21-16,-2-5-9 0,0-2-19 15,-4-4-62-15,-5-8-43 0,-4-6-51 0,-4-7-65 16,-7-8-156-16,8 4-497 0,-25-25-1230 0</inkml:trace>
  <inkml:trace contextRef="#ctx0" brushRef="#br0" timeOffset="45708.29">23039 2090 1711 0,'0'0'1016'0,"0"0"-550"0,0 0-126 16,0 0-40-16,0 0-26 0,0 0-31 15,0 0-38-15,0 0-79 0,0 0-75 16,0 0-51-16,31 42-86 0,-26-42-65 0,4 5-69 16,-1-4-44-16,1 3-148 0,-1-1-264 0,-2 4-627 15</inkml:trace>
  <inkml:trace contextRef="#ctx0" brushRef="#br0" timeOffset="46730.126">26461 2024 729 0,'0'0'222'0,"0"0"1110"16,0 0-944-16,-11-72-9 0,8 58-44 16,-1 2 7-16,-3 2-40 0,1 2-60 0,-1 3-62 15,-2 1-60-15,-3 1-6 0,-2 3-49 16,-3-2-22-16,-2 2-13 0,-4 4 20 0,-5 11 14 16,-6 6 67-16,-3 14-12 0,-5 8-33 15,-3 14-7-15,-2 11-7 0,-1 6 7 0,1 7-15 31,4 0 3-31,6-2-4 0,12-7-17 0,7-8-1 16,11-13-34-16,7-7-11 0,9-8-42 0,8-9-16 16,4-3 1-16,1-7 27 0,4-6 11 15,5-5-20-15,-1-6-31 0,3-8-45 16,0-8-74-16,-1-6-67 0,-5-4-33 0,-5-4-55 16,-8 2-79-16,-7-1-26 0,-7-1 104 15,-1 3-34-15,-11-1-15 0,-4 2 37 16,-1 5 357-16,0 2 265 0,0 7 46 15,2 4 40-15,8 4-21 0,3 3 11 16,2 1-13-16,2 0 14 0,3 0-34 16,5 2-96-16,6 4-9 0,6 4 8 15,6-1-47-15,6 1-67 0,5-3-57 16,3-4-30-16,-1-3-10 0,4 0-49 16,-4-5-5-16,-4-3-62 0,-5-1-52 0,-4-3-64 15,-7 1-48-15,-5 1-55 16,-6 1-124-16,-5 1-100 0,-3-1-61 15,-5 4-79-15,-6 2 322 0,-4 3 299 0,-2 1 78 16,-2 10 130-16,-1 4 244 0,1 7 96 16,-1 5-32-16,4 4-34 0,0 5 3 15,3 4-55-15,4 4-95 0,1 0-67 0,5-1-24 16,0-2 53-16,3-6-39 0,5-6-70 16,6-5-110-16,9-6-61 0,5-10-49 15,5-3-18-15,6-5-26 0,6-13-84 16,7-11-180-16,-11 1-683 15,16-20-1330-15</inkml:trace>
  <inkml:trace contextRef="#ctx0" brushRef="#br0" timeOffset="46923.93">27214 2527 186 0,'0'0'3343'16,"0"0"-2791"-16,0 67-386 0,-1-37-5 15,-5 5 148-15,3 0 13 0,0-2-78 0,2-2-144 0,1-4-100 16,0-4-50-16,1-4-53 0,4-2-37 16,0-5-68-16,0-4-41 0,-2-5-110 15,1-3-169-15,-3 0-522 0,1-11-547 16</inkml:trace>
  <inkml:trace contextRef="#ctx0" brushRef="#br0" timeOffset="47083.782">27203 2257 1342 0,'0'0'2153'0,"0"0"-1559"0,0 0-311 0,0 0-134 15,0 0 33-15,0 0-4 0,0 0-31 16,0 0-92-16,89 50-55 0,-59-47-141 0,7-3-62 16,3 0-114-16,2-3-224 0,-11-3-830 15,15-3-1107-15</inkml:trace>
  <inkml:trace contextRef="#ctx0" brushRef="#br0" timeOffset="47342.118">27742 2428 2292 0,'0'0'1645'0,"0"0"-1257"15,0 0-279-15,0 0-66 0,-100 75 155 0,74-57 155 16,2-2-113-16,5-1-148 0,9-2-92 16,4-1 2-1,5 0-5-15,1 1 0 0,4 2-49 0,6 0-18 0,6 1 33 16,2 2 19-1,2-3 0-15,0 0-10 0,-1 1 10 0,-4-1-3 16,-2 2 6-16,-1-3-4 0,-4 2 16 0,-2-1-21 16,-4-1-1-16,1-1 1 0,-3-2 8 15,0 3 4-15,-5-6-21 0,-5 3-38 16,-4-1-21-16,-4 2-3 0,-2-2 2 16,-1 0-21-16,-4-2-104 0,2-2-168 0,-4-2-283 15,5-3-721-15</inkml:trace>
  <inkml:trace contextRef="#ctx0" brushRef="#br0" timeOffset="48000.737">29011 2596 738 0,'0'0'349'0,"0"0"468"15,0 0-133-15,0 0-202 16,0 0-185-16,0 0-40 0,0 0 43 0,0 0-43 15,0 0-42-15,0 0-39 0,0 0-34 16,3-59-29-16,-9 59-5 0,1 0-26 16,-4 8-8-16,-4 4-38 0,-5 8 1 0,-3 10 2 15,-3 7 35-15,2 2 44 16,5-1-6-16,3-5-112 0,3-7-12 0,8-8-54 16,2-6-4-16,1-8-3 0,1-2-22 15,10-2-11-15,4-2 2 0,4-8 9 16,7-5-22-16,1-5 13 0,-1-4-32 15,-1 0-38-15,-5 2-3 0,-1 2-18 16,-5 4 16-16,-1 2-1 0,-4 3 82 16,-3 2 98-16,-2 4 3 0,-2 4 70 0,0 1 47 15,-2 4-22-15,1 7 31 0,-1 2-12 16,3 5-20-16,0 3 8 0,-1 3 35 16,1 0 24-16,3-1 12 0,2-2-54 15,5-2-73-15,2-4-49 16,5-4-79-16,3-1-32 0,4-6-46 0,1-4-56 15,2-2-21-15,0-8-118 0,-1-3-415 16,-7 3-849-16</inkml:trace>
  <inkml:trace contextRef="#ctx0" brushRef="#br0" timeOffset="48678.365">30066 2577 699 0,'0'0'2297'0,"0"0"-1862"15,0 0-261-15,0 0 12 0,0 0 195 0,0 0-9 16,0 0-36-16,0 0-125 0,0 0-83 15,0 0-13-15,0 0-8 0,96 52-13 16,-56-43-31-16,0-5-44 0,1-2-19 16,2-2-76-16,-1-6-61 0,1-8-33 0,0-2-41 15,-3-3-74-15,-1-3-141 0,-11 4-544 16,1-10-732-16</inkml:trace>
  <inkml:trace contextRef="#ctx0" brushRef="#br0" timeOffset="48941.495">30452 2246 1538 0,'0'0'221'16,"0"0"347"-16,0 0-216 0,0 0-27 15,0 0 144-15,-59 68 30 0,45-44-115 0,0 7-142 16,-1 2-58-16,2 9-30 0,2 1-35 16,-4 4-37-16,2 7-54 0,2-3-26 0,2 6-2 15,-1-1-12-15,3 2 9 0,-2-3 0 16,5-1-10-1,3-4-5-15,-2-2-12 0,3-5 5 0,0-2-8 16,0-7-41-16,1-3-12 0,2-5 0 16,0-3 19-16,-2-4 5 0,2-5 7 0,1 0-1 15,-2-7-5-15,1-3-32 0,-3-4-63 16,3 0-117-16,1-4-203 16,-1-6-584-16,6-11-978 0</inkml:trace>
  <inkml:trace contextRef="#ctx0" brushRef="#br0" timeOffset="49074.743">30572 3040 1175 0,'0'0'2645'0,"0"0"-2193"0,0 0-307 15,0 0-64-15,0 0-35 0,0 0-46 16,0 0-65-16,0 0-199 0,0 0-100 16,0 0-283-16,0 0-1026 0</inkml:trace>
  <inkml:trace contextRef="#ctx0" brushRef="#br0" timeOffset="50173.615">31043 2644 212 0,'0'0'127'0,"0"0"-127"15,0 0 375-15,0 0 189 0,0 0-245 16,0 0-127-16,0 0 22 0,0 0 26 16,0 0 28-16,0 0-42 0,0 0-36 15,-14-25-20-15,14 23-1 0,0 0 3 0,0 0-10 16,0 1-7-16,0-3-7 15,0 3-10-15,-3 1-12 0,3 0-8 16,-3-2-6-16,0 0-13 0,2 0-28 16,-2 1-28-16,0-3-9 0,0 4-19 0,2-1 4 15,-1 1-19-15,-1 0-2 16,3-1-17-16,0 1-5 0,-1 0-1 0,1 0 3 16,-2 0 7-16,2 0 12 0,0 0 3 0,0 0 10 15,0 0 3-15,0 0-1 0,0 0 0 16,0 0-10-16,0 0 1 15,0 0 0-15,0 0 1 0,0 0-1 16,0 0-1-16,0 0-1 0,0 0 0 16,0 0-1-16,0 0 0 0,0 0 0 0,0 0 0 15,-1 0-1-15,-3 0-15 0,0 0 1 16,-4 0-10-16,0 0 1 0,-5 6 21 16,-2 2 3-16,-2 7 28 0,-2 1-3 0,-1 5-10 15,-1 2 22-15,2 2-15 16,2 0-19-16,3 0 9 0,2-3-10 15,6-6 1-15,3-1-3 0,3-6-16 16,0-2-46-16,4 0-9 0,8-4 19 0,2-2-13 16,8-1-34-16,2-3 5 0,4-5 7 15,2-6 9-15,0-1-11 0,-2-3-77 16,-2 1-14-16,-2 0-1 0,-3 3 35 16,-6 1 56-16,-5 3 75 0,-1 3 15 0,-4 7 74 15,-3 0 34-15,-2 0 19 16,0 0 13-16,0 6-8 0,0 3 13 15,0 6 3-15,0 5 8 0,0 8-13 16,-6 5-28-16,0 6-29 0,-4 4-24 16,5 4 3-16,-3 1 8 0,4 1 7 0,0-1-46 15,0-3-13-15,2 0-20 0,1-3-1 16,-1-4 0-16,2-1-3 16,-1-3 0-16,-1-3-9 0,-1-2 11 15,0-4 1-15,-2-3 0 0,0-4 0 0,-2-3 0 16,-1-3-21-16,0-3-16 0,-3-4-31 0,-4-3-6 15,1-2-3-15,-5 0-6 0,-2-7-10 16,0-5 3-16,1-2 16 0,3-5-10 16,4-2 0-16,3-3-71 0,5-4-46 15,3 2-129-15,2-3-297 0,2 7-901 16,7-10 665-16</inkml:trace>
  <inkml:trace contextRef="#ctx0" brushRef="#br0" timeOffset="50334.035">31426 3106 2262 0,'0'0'1506'0,"0"0"-1229"0,0 0-164 15,0 0 37-15,0 0 82 0,0 0-65 16,0 0-158-16,0 0-9 0,0 0-219 16,0 0 8-16,44 31-77 0,-35-31-287 15,9-10-973-15</inkml:trace>
  <inkml:trace contextRef="#ctx0" brushRef="#br0" timeOffset="51017.234">32178 2612 297 0,'0'0'156'16,"0"0"11"-16,0 0 1212 0,0 0-929 0,0 0-83 15,0 0-33-15,0 0-34 0,0 0-44 0,0 0-54 16,0 0-7-16,0 0-48 16,-51-12 45-16,42 20-31 0,-5 8-38 0,-2 5-6 15,1 3 18-15,-4 6 33 0,1 0-25 16,-1 2-70-16,2-1-43 0,4-4-28 16,1-2 0-16,3-5-2 0,3-7-12 15,3-2 0-15,2-4-15 0,1-2-31 0,0-5-21 16,1 0-1-16,5 0-8 15,3 0-16-15,6-6 24 0,3-4-6 0,3-1 12 16,1-2 19-16,-2-1-13 0,-1 0 0 16,-5 3-12-16,-2 3 15 0,-4 2 30 15,-2 3 8-15,-1 3 27 0,-2 0 22 16,1 0-22-16,0 6 0 0,2 0 18 16,0 4 28-16,-1 1 10 0,5 0 9 0,-2 2-15 15,0-1-10-15,3-1-9 0,-2 1-28 16,2-5-2-16,-1 2 2 15,3-5-3-15,0-1-22 0,2-3-107 16,1 0-61-16,4-5-63 0,0-2-296 0,-3-2-567 16,1-4-758-16</inkml:trace>
  <inkml:trace contextRef="#ctx0" brushRef="#br0" timeOffset="51184.831">32512 2948 2594 0,'0'0'1472'0,"0"0"-1052"0,0 0-214 0,0 0 12 16,0 0-22-16,0 0-38 16,0 0-79-16,0 0-79 0,0 0-152 15,0 0-68-15,0 0 3 0,34 9-92 0,-20-14-263 16,-3 1-738-16,6-6-1035 0</inkml:trace>
  <inkml:trace contextRef="#ctx0" brushRef="#br0" timeOffset="51767.545">33073 2546 355 0,'0'0'2453'0,"0"0"-1391"0,0 0-832 16,0 0-205-16,0 0 47 0,-85 7 139 0,56 10 43 15,-6 8-46-15,-2 4-55 0,0 6-18 16,0 4-19-16,4-4-43 16,7 1-73-16,4-7-10 0,10-6-26 0,6-7 9 0,6-5-4 15,0-5-27-15,13-2-24 0,3-1-16 0,8-3 0 16,6 0-18-16,3-9-4 0,4-5-28 16,-1-3-16-16,1-1 8 0,-4 2 16 15,-3 0 35-15,-6 8 17 16,-1-1 13-16,-6 7 27 0,-7 2 48 15,-3 0 70-15,-2 4 24 0,-1 3-9 0,-2 4-9 16,0 4-7-16,-2 3-1 0,0 2-12 16,0 6-28-16,0 4-6 0,0 6 0 15,-2 2-19-15,0 7 16 0,-2 5 15 16,-2 2 6-16,1 2 3 16,0 1-24-16,-1 1 2 0,-4-4 13 0,1 2-6 0,-1-4-25 15,-1-2 0-15,0-4-2 0,1-4 15 16,-3-4-1-16,3-5 4 15,-1-3-4-15,-2-4 7 0,0-6 12 16,-2-3 12-16,-1-4-3 0,-1-5-9 16,-2-2-31-16,-4-4-1 0,0 0 0 15,0-5 25-15,2-4 10 0,-2-5 21 16,3-2-30-16,2-3 18 0,5-2-10 0,5-1-36 0,5 0-36 16,3 1 34-1,0-1-47-15,5 1 33 0,4 2-69 0,2-1 8 16,6 3 28-16,3-2 9 0,5 1-12 15,7 0-1-15,3-2-6 0,-1 1-39 16,3-2-82-16,-1 0-84 0,-6 2-406 16,-9 4-872-16,2-5 95 0</inkml:trace>
  <inkml:trace contextRef="#ctx0" brushRef="#br0" timeOffset="53526.456">5072 7526 515 0,'0'0'261'15,"0"0"871"1,0 0-624-16,0 0-82 0,77-60-124 0,-56 47-41 15,2 1-10-15,-2 2-43 0,0 1-23 0,1 0-43 16,-2 3-43-16,0 2-37 0,-1 0-31 16,-2 2-3-16,2 2-13 0,-3 0-14 15,4 8 1-15,0 3 1 0,-1 5 16 16,1 3 2-16,3 4-19 0,0 5 1 0,5-2 10 16,-1 0-10-16,2-2 18 0,0-3-21 15,-1-4 2-15,3-3 1 16,-1-3 15-16,2-5-15 0,-2-4 8 15,0-2-11-15,-1 0-105 0,0-5-59 0,-5-3-58 16,-3 0-74-16,-4-2-125 0,-7 2-227 16,-3-3-653-16</inkml:trace>
  <inkml:trace contextRef="#ctx0" brushRef="#br0" timeOffset="53742.214">5240 7907 1195 0,'0'0'124'0,"0"0"1085"0,0 0-870 0,0 0-83 0,0 0 51 16,0 0 41-16,0 0-64 0,15 67-23 15,14-61-62-15,7-1-60 0,6-4-20 16,4-1-14-16,3 0-13 0,0 0-34 16,3-5-31-16,-1-1-27 0,2-1-18 0,-4 0 6 15,1 2-25-15,-1-1-92 0,-4 3-120 0,4 0-69 16,-3 3-112-16,-11 0-376 15,14 0-1220-15</inkml:trace>
  <inkml:trace contextRef="#ctx0" brushRef="#br0" timeOffset="55408.527">7845 6900 771 0,'0'0'39'0,"0"0"374"0,0 0 676 16,0 0-676-16,0 0-95 0,0 0-49 15,0 0 4-15,0 0-20 0,0 0-36 16,0 0-39-16,0 0-44 0,18 14-26 0,-15-11-30 16,2-1-17-16,4 1-2 0,5 1 5 0,5-2 4 15,5 2-10-15,7-1-9 0,3 0-18 16,4-3 0-16,5 0 2 15,3 0-11-15,-1 0-22 0,7 0-11 16,-2 0 11-16,4 0 1 0,2 0 11 16,0-2-12-16,-1 2-2 0,-2-1-23 15,-4 1 13-15,0 0-10 0,-7 0 4 0,-5 0-31 16,-6 1-12-16,-7 1-1 0,-4 0 26 16,-8 0 5-16,-6 0 6 0,-4-1 1 15,-2 2-26-15,0-1-1 0,-1 4 51 16,-5 1 40-16,-4 5-6 0,-4 1-19 15,-2 5-14-15,-3 0 0 0,2 4 0 16,-5-1 12-16,-1 5-13 0,-4 1 0 16,-5 6-18-16,-4 0 3 0,-6 7 13 0,-2 1-20 15,-6 3-9-15,-3 1-12 0,-2 2 18 16,2 0 4-16,-3 0 19 0,1 1 2 16,5-1 0-16,2-1 24 0,2-2 35 0,7-1-6 15,3-5 11-15,6-2-2 16,5-7-7-16,5-7-3 0,7-5-15 15,6-6-16-15,5-3 10 0,2-6 27 16,0 0-18-16,2-1-16 0,8 1-24 0,6 0 28 16,3 0 78-16,7-2-23 0,4 0-29 15,3 0-8-15,5 0-10 0,0-2 7 16,1 1-16-16,3-3-24 0,1 2 19 16,2-1-10-16,1 0-12 0,-1-1-1 0,1 1-1 15,-3-3-1-15,-1 1 0 0,1-2-10 16,-3 0 10-16,-2 0-45 15,-5-1-25-15,-4 1-9 0,-5-2-9 0,-2 1-1 16,-8 3-42-16,1-2-32 16,-7 1-40-16,0-2-100 0,-4-3-155 0,-1 4-231 15,-3-10-580-15</inkml:trace>
  <inkml:trace contextRef="#ctx0" brushRef="#br0" timeOffset="55701.017">9017 7174 1881 0,'0'0'1142'0,"0"0"-670"0,0 0-307 16,0 0-121-16,0 0 76 0,0 0 132 16,-78 17 32-16,61-5-77 0,-3 3-87 0,-2 5-37 15,-1 3-6 1,-3 4-13-16,-3 7 7 0,-3 2-10 0,-1 5-6 15,-3 2-43-15,-1 1-9 0,-4 5 10 16,1-1-13-16,-5 4-1 0,4-3-1 16,-1-1 2-16,0-3-1 0,6-5 0 15,4-5-29-15,3-9-28 0,6-4-56 16,6-4 1-16,7-10-47 0,4-4-31 16,5-4-92-16,1-1-154 0,0-6-523 0,4-15-516 15</inkml:trace>
  <inkml:trace contextRef="#ctx0" brushRef="#br0" timeOffset="56443.532">9243 7749 91 0,'0'0'815'0,"0"0"834"0,0 0-1073 16,0 0-159-16,3 77-29 0,-1-46-43 16,-1 5-51-16,3 5-17 0,2 7-63 0,-2 9-89 15,1 8-64-15,-4 5-21 0,-1 6-13 16,0 6-25-1,0-1-2-15,0-4 0 0,0-6-1 16,-1-10-20-16,-1-11 9 0,-1-9-16 0,2-13-11 16,1-10 5-16,-2-9-33 0,2-3-40 0,0-6-58 15,-1 0-41-15,1-8-66 0,-2-7-63 16,-2-5-210-16,0-10-233 16,1 5-535-16</inkml:trace>
  <inkml:trace contextRef="#ctx0" brushRef="#br0" timeOffset="56711.16">9124 7895 965 0,'0'0'150'15,"0"0"897"-15,0 0-633 0,0 0-66 16,0 0-22-16,0 0-1 0,0 0-107 16,90-59-52-16,-64 52-27 0,3 2-14 0,4 2-4 0,-3 0-12 15,1 3-20-15,-4 0-12 0,-3 3-30 16,-5 4-14-16,-1 1-14 15,-7 3-19-15,-1 3 1 0,-6 5 1 16,-2 1 0-16,-2 5-2 0,-3 3-1 16,-8 3-2-16,-4 3-12 0,-5 1-13 15,-3 3-12-15,0-1-16 0,-2-2-30 0,-2-3-29 16,4-6-18-16,4-3-23 0,2-6-33 16,4-3-73-16,2-2-119 0,5 0-184 15,3-5-251-15,1-1-665 16</inkml:trace>
  <inkml:trace contextRef="#ctx0" brushRef="#br0" timeOffset="56964.769">9608 8485 717 0,'0'0'245'0,"0"0"843"0,0 0-560 0,0 0-177 16,0 0-111-16,28 81 44 0,-22-62 14 16,-1 2-38-16,-2 1-99 0,0-1-89 15,-2 1-44-15,-1 0-10 0,0-2-18 16,2-1-12-16,-2-2-69 16,0-4-70-16,2-4-53 0,-2-6-77 0,0-3-155 0,0 0-588 15,1-17-631-15</inkml:trace>
  <inkml:trace contextRef="#ctx0" brushRef="#br0" timeOffset="57750.031">9603 7509 910 0,'0'0'124'15,"0"0"1061"-15,0 0-652 0,0 0-167 0,0 0-107 16,0 0 36-16,0 0-81 16,0 0-28-16,0 0-36 0,0 0-57 0,29 0 6 15,-25 7 28-15,4 5 12 16,-2 5-16-16,-2 4-28 0,3 5-25 0,-4 1-24 15,-2 3-24-15,-1 0-22 0,0-2 0 16,0-3-1-16,0-2-24 0,0-6-5 16,0-7-28-16,0-2-16 0,0-5-21 15,0-3-28-15,0 0-7 0,0 0 18 0,5-8 44 16,1-3 67-16,1-3-30 0,1-3 29 16,-1-6-20-16,2 2 7 0,0-1 15 0,2-1 0 15,-3 5-12-15,0 0 12 0,2 3 11 16,-3 2 23-16,1 4 9 0,-4 2 10 15,3 1-13 1,-4 2 4-16,0 3 2 0,-2-1-6 0,1 2-12 0,-1 0 15 16,2 2 4-16,2 4-23 0,-1 6 56 15,2 2-25-15,1 5-2 0,-3 3-32 16,-1 2-9-16,1 0-12 0,-1 0-1 16,-1 0-14-16,-1-1-43 0,1-4-16 15,1 0-71-15,-3-8-43 0,1-1-5 16,-1-3-23-16,0-4-83 0,0 1-129 0,1-4-149 15,2 1-180-15,-3-1-402 16,4 0 501-16</inkml:trace>
  <inkml:trace contextRef="#ctx0" brushRef="#br0" timeOffset="58034.84">10047 7720 1095 0,'0'0'166'0,"0"0"977"0,0 0-766 0,0 0-165 15,0 0 3-15,0 0 55 0,0 0 6 16,6 71-109-16,-3-53-95 15,0 1-56-15,-2-2-16 0,2 2-25 0,0 0-44 16,0 2-35-16,-2-1-41 0,1-2-102 16,-1-4-75-16,1-2-212 0,-1-6-545 15,1-2-405-15</inkml:trace>
  <inkml:trace contextRef="#ctx0" brushRef="#br0" timeOffset="58591.673">10723 7397 787 0,'0'0'1552'0,"0"0"-853"0,0 0-179 0,101 82-189 16,-64-45-61-16,1 4 1 0,-3 1-46 15,-4-3-65-15,-5-2-83 0,-1-5-77 16,-6-5-12-16,-2-6-25 0,-3-6-95 0,-1-4-87 16,-1-6-33-16,-2-5-58 0,4 0-151 15,-4-4-557-15,3-15-650 0</inkml:trace>
  <inkml:trace contextRef="#ctx0" brushRef="#br0" timeOffset="58767.233">11184 7419 1247 0,'0'0'52'0,"0"0"40"16,0 0 509-16,-57 72-199 0,36-35-73 15,-5 3 5-15,2 8-43 0,-2 2-15 16,0 3-27-16,-1-2-66 0,4 0-52 15,0-6-53-15,3-5-78 0,5-10-6 16,4-5-143-16,5-7-129 0,3-9-152 16,2-4-333-16,1-6-934 0</inkml:trace>
  <inkml:trace contextRef="#ctx0" brushRef="#br0" timeOffset="59241.139">11891 7174 1342 0,'0'0'68'0,"0"0"1211"0,0 0-747 15,0 0-55-15,102 11-30 0,-70-10-115 16,3-1-128-16,4 0-106 0,2-1-58 15,5-5-40-15,0 1 1 0,4-2-2 16,1 3-13-16,1 0-11 0,-5 1-5 16,-3 3-16-16,-10 0 12 0,-5 3 12 0,-7 5-12 15,-9 3 10-15,-5 4 24 0,-8 3 40 16,0 6 15-16,-14 4-18 0,-8 8-34 0,-6 0 16 16,-4 7-19-16,-6 3-12 0,-2 4 0 15,-5 0 1-15,2 4 11 16,-3 0 15-16,1 3 25 0,3-2 3 15,5-2 12-15,4-3-6 0,10-7-21 0,5-4-13 16,10-8-13-16,6-6 13 0,2-4 13 16,13-5 15-16,6-4-19 0,5 0 13 15,8-2-4-15,4-3-8 0,5-1-13 16,5-1-9-16,-3-1-3 0,4 0 0 16,-5-4 14-16,-3 3-1 0,-4-2-13 0,-2-1-33 15,-1 0-62-15,-5 0-51 0,-2-7-42 16,-4-2-46-16,-3-3-51 15,-1-3-79-15,-3-6-334 0,-2 2-845 0,1-12 324 0</inkml:trace>
  <inkml:trace contextRef="#ctx0" brushRef="#br0" timeOffset="59459.215">12869 7439 1284 0,'0'0'2007'15,"0"0"-1718"-15,0 0-201 0,-75 83-24 0,45-51 106 16,2 4 184-16,-6 4 21 0,-1 2-102 16,1 1-120-16,-2 5-52 0,-3-1-16 15,-3 2-30-15,0 1-25 0,0-1-30 16,-1-4-3-16,1-4-64 0,5-6-55 16,4-7-43-16,2-6-55 0,4-4-48 0,4-10-105 0,8-3-252 15,-2-5-677-15</inkml:trace>
  <inkml:trace contextRef="#ctx0" brushRef="#br0" timeOffset="59950.319">12960 8149 1357 0,'0'0'140'0,"0"0"513"0,0 0-255 0,0 0-76 16,0 0 2-16,37 64 54 0,-28-32-9 15,2 8-36-15,1 9-76 0,4 6-26 16,-2 6-23-16,2 2-73 15,-3 3-50-15,0-2-54 0,-3 0-28 16,0-3-3-16,-5-3-75 0,-1-8-11 16,-1-2-9-16,1-10 1 0,-3-8-29 0,2-9-7 15,0-8-15-15,0-7-41 0,0-6-149 16,0-11-164-16,1-10-73 0,-2-11-77 16,-1-8-88-16,-1 5-411 0,0-27 912 0</inkml:trace>
  <inkml:trace contextRef="#ctx0" brushRef="#br0" timeOffset="60199.785">13065 8124 1846 0,'0'0'1497'15,"0"0"-1174"-15,0 0-200 16,0 0-3-16,0 0 44 0,85-69 45 16,-55 52-29-16,2 3-63 0,3 3-21 0,-1 2 15 15,1 6-7-15,-3 3-40 0,-5 0-42 0,-6 3-22 16,-6 8-16-16,-7 6 4 0,-8 6 10 15,-1 4 2-15,-16 9-37 0,-9 3-27 0,-6 4-7 16,-2 0-2-16,-4-5-14 16,2-3-27-16,3-9-16 0,3-8-16 0,5-6-30 15,5-9-47-15,7-3-179 16,2-6-238-16,6-7-558 0,2 1-285 0,3-10 1457 16</inkml:trace>
  <inkml:trace contextRef="#ctx0" brushRef="#br0" timeOffset="61124.319">13538 7631 176 0,'0'0'313'15,"0"0"-189"-15,0 0-91 0,0 0-30 16,0 0-3-16,0 0-21 0,0 0-73 0,0 0-14 16,0 0 108-16,0 0 111 0,0 0-26 15,-15 29-53-15,18-29 50 0,0 0 12 16,-1 0 245-16,-2 0 227 0,1 0-140 0,-1 0-103 16,0 0-26-16,0 0-62 0,2 0-27 15,-2 1-33-15,2 3-67 16,1 1-10-16,0 0 7 0,1 2 5 0,1 4-19 15,2 2-9-15,3 3 6 0,-1 1 3 16,-1 5 24-16,0 2 6 0,0 0-19 16,-2 0-43-16,-3 0-22 0,0-3-18 15,-2-2-16-15,1-3-3 0,-1-3-1 16,-1-3-3-16,2-3 1 0,-2-1-12 16,0-6-47-16,1 0-77 0,-1 0-35 0,3-2 27 15,0-7 34-15,2 0 62 16,1-7-11-16,1-2-61 0,1-1 44 15,0-4 19-15,1 2 44 0,-2-1 16 16,0 5 3-16,2-1 32 0,-2 6 22 0,0 0 25 16,1 4-7-16,0 1 1 0,-1 2-10 0,2 1-7 15,-2 2-1-15,3 2 1 16,-4 0 6-16,3 0 10 0,-3 6 3 16,2 1 9-16,-1 5-7 0,-2 3-9 0,1 1-22 15,-1 2-15-15,-2 1-24 0,3-1-10 0,-2 3-43 16,-2-2-99-16,0-1-37 15,1-1-61-15,-1 1-56 0,-1-3-179 16,2-3-497-16,-3 2-542 0</inkml:trace>
  <inkml:trace contextRef="#ctx0" brushRef="#br0" timeOffset="61376.575">14010 7944 346 0,'0'0'1266'0,"0"0"339"0,0 0-1315 15,0 0-129-15,0 0 16 16,0 0 27-16,0 0-41 0,0 0-47 0,0 0-58 16,0 0-20-16,0 0 27 0,68 47-22 15,-68-28-21-15,0 3-22 0,0-1-1 16,0 0 1-16,0-2-2 0,2-7 0 16,4-4-16-16,5 0 18 0,2-5 49 0,4-1-12 15,2-2-37-15,4 0-6 0,-2-2-105 16,1-5-41-16,1-4-50 15,-4 2-50-15,-4-2-70 0,-1 4-236 16,-7 2-607-16,-6 0-684 0</inkml:trace>
  <inkml:trace contextRef="#ctx0" brushRef="#br0" timeOffset="61808.502">13441 8895 1261 0,'0'0'75'0,"0"0"423"16,0 0 328-16,0 0-300 15,0 0-169-15,0 0-16 0,0 0-43 16,0 0-77-16,23 66-73 0,-21-45-27 0,-1 4-17 16,-1 0-42-16,0-1-38 0,0 1-24 15,0-2-3-15,0-1-80 0,0-3-80 16,0-4-78-16,0-4-109 0,2-2-224 0,-1-7-966 0</inkml:trace>
  <inkml:trace contextRef="#ctx0" brushRef="#br0" timeOffset="62323.216">14928 7436 1019 0,'0'0'26'0,"0"0"1351"0,0 0-759 15,29 78-82-15,-19-43-155 0,1 2-95 16,1 1-51-16,0-4-43 0,1-3-69 16,1-5-80-16,3-3-43 0,0-5-18 0,3-4-77 15,0-2-22-15,4-3-53 0,-1-7-60 16,2-2-65-16,-1 0-125 0,-6 0-319 16,3-16-698-16</inkml:trace>
  <inkml:trace contextRef="#ctx0" brushRef="#br0" timeOffset="62479.022">15342 7467 1618 0,'0'0'1202'0,"0"0"-846"0,0 0-171 15,0 0-103-15,-76 80 48 0,50-47 129 16,0 5 75-16,-2 2-67 0,3 1-94 16,4-2-87-16,3-3-86 0,3-6-24 0,4-2-137 15,3-6-90-15,3-1-63 0,0-3-194 16,4-7-598-16,-3 3-887 0</inkml:trace>
  <inkml:trace contextRef="#ctx0" brushRef="#br0" timeOffset="62662.741">15834 7699 3067 0,'0'0'753'0,"0"0"-467"0,0 0-286 0,0 0-53 0,83-5-83 16,-64 0 70-16,1 0 47 0,2-2-132 16,3-2-220-16,-7 2-695 0,12-5-951 0</inkml:trace>
  <inkml:trace contextRef="#ctx0" brushRef="#br0" timeOffset="62798.588">16529 7672 1891 0,'0'0'1511'0,"0"0"-1134"0,0 0-226 16,0 0-104-16,81-12-22 0,-58 5-24 0,0-4-1 15,-1-1-103-15,0 1-134 0,2-1-71 0,-5 4-152 16,9-9-756-16</inkml:trace>
  <inkml:trace contextRef="#ctx0" brushRef="#br0" timeOffset="63662.407">17958 7024 821 0,'0'0'628'0,"0"0"658"15,0 0-751-15,0 0-93 0,0 0-83 16,0 0-57-16,101 36-73 0,-55-36-75 0,8 0-56 16,5-9-58-16,5-4-29 0,2-1-10 15,3 0-2-15,-1 1-8 0,-4 4-15 16,-7 3-1-16,-5 6 22 0,-10 2-12 16,-9 8-13-16,-8 7-34 0,-10 6-64 15,-13 6 52-15,-2 8 31 0,-16 5 29 16,-10 7 14-16,-3 4 0 0,-7 2 27 0,-4 3-8 0,-5 2 9 15,-2 4-4 1,-4 2-23-16,-1 5 21 0,0-3 12 0,2 0 34 16,8-5-10-16,6-8 3 0,9-6-11 15,8-9 14-15,10-10-3 0,9-6-9 0,6-7 6 16,13-2-24-16,7-4-7 0,5-1 13 16,10-4-7-16,4-6-18 0,6 0-15 15,4-2-14-15,3-7-1 0,-1 1 3 16,-3-3-34-16,-2-1-49 0,-3 2-18 15,-8-4-12-15,-6 2 11 16,-5-3-25-16,-4 2-37 0,-4-6-73 0,-5 1-163 16,-3-2-239-16,-3-3-562 0,-4 6-671 15</inkml:trace>
  <inkml:trace contextRef="#ctx0" brushRef="#br0" timeOffset="63875.818">19006 7269 2546 0,'0'0'1087'0,"0"0"-926"0,0 0-117 15,0 0 84-15,-107 89 183 0,73-56 69 0,-6 4-79 16,1 2-166-16,-3 0-114 0,-2 2-21 16,4 2-3-16,-1 2-9 0,0-2-34 15,3-2-43-15,3-4-55 0,4 0 0 0,3-8-17 16,5-4-15-16,4-6-64 15,4-3-217-15,4-4-527 0,0-6-908 16</inkml:trace>
  <inkml:trace contextRef="#ctx0" brushRef="#br0" timeOffset="64631.853">19265 8101 1072 0,'0'0'296'0,"0"0"930"0,0 0-785 16,0 0-109-16,0 0 7 0,0 0 18 15,0 0-30-15,0 0-31 0,0 0-81 16,0 0-74-16,47 60-31 0,-32-22 2 0,-2 10 19 16,-3 8-25-16,1 11-30 0,0 6-24 15,-3 3-22-15,1 4-30 0,-2 0 0 16,-3 0 0-16,2-6-2 0,-1-1-10 16,0-9-15-16,-1-8-16 0,1-7 4 15,1-10-55-15,-4-10-3 0,1-12-40 16,0-6-31-16,-1-10-43 0,-2-1-97 15,0-3-175-15,0-9-321 0,0 0-638 16,-8-17-350-16</inkml:trace>
  <inkml:trace contextRef="#ctx0" brushRef="#br0" timeOffset="64883.269">19352 8257 2665 0,'0'0'312'0,"0"0"-196"15,0 0 15-15,0 0 114 0,0 0 77 0,0 0-44 0,0 0-82 16,0 0-78-16,77-51-53 0,-62 45-34 16,2 3-20-16,-3 3-11 0,-1 0-19 15,-3 3 17-15,-1 6-35 0,-1 4-13 16,-5 3-9-16,-3 3 25 16,0 3 9-16,-11 2 10 0,-2 5-7 0,-6-1-12 15,-1 0 9-15,-4 2 9 16,-1-4 13-16,-1-1-19 0,4-4-47 0,-1-4-48 15,2-6-49-15,3-4-106 0,1-6-258 0,4-1-788 16,-3-1 129-16</inkml:trace>
  <inkml:trace contextRef="#ctx0" brushRef="#br0" timeOffset="67833.636">8723 5547 121 0,'0'0'1687'15,"0"0"-1320"-15,0 0-82 0,0 0-59 16,0 0-27-16,0 0 0 0,0 0 5 15,0 0-28-15,0 0-53 0,30 70-34 16,-24-48-23-16,-2 0 29 0,0 5-20 16,-4-2-15-16,0 3-7 0,0-4-18 0,-4 0-20 15,-1 0-15-15,-1-6-19 0,1-3-19 16,-2-5-9-16,3-3-101 0,-2-3-51 0,-1-4-55 16,1 0-49-16,-3-11-186 0,2 2-295 15,-4-16-824-15</inkml:trace>
  <inkml:trace contextRef="#ctx0" brushRef="#br0" timeOffset="67997.736">8634 5232 1448 0,'0'0'608'0,"0"0"-142"0,0 0-63 15,0 0-141-15,0 0-176 0,0 0-86 0,0 0-138 16,0 0-122-1,0 0-201-15,0 0-242 0,65 74-769 0</inkml:trace>
  <inkml:trace contextRef="#ctx0" brushRef="#br0" timeOffset="68365.964">8446 5595 2115 0,'0'0'579'0,"0"0"-286"0,0 0-111 16,0 0 191-16,0 0-20 0,0 0-114 0,0 0-129 15,0 0-110-15,0 0-56 16,0 0 32-16,-107 45-29 0,77-24-1 0,1 3 3 15,2-2-30-15,4 0-33 0,4-3-24 0,6-3-8 16,6-3 9-16,4-5 48 0,3 2 54 16,0-2 35-16,4 2 3 0,7-1 45 15,4 0 60-15,3-1-28 0,2 1 2 16,3-2-18-16,0-2-4 0,-3 1-13 16,2-5-25-16,-1 1-22 15,-5-1-25-15,0-1-7 0,-3 0-88 0,-3 0-70 16,-1 0-94-16,-6 0-234 15,-2 0-223-15,-1 0-677 0</inkml:trace>
  <inkml:trace contextRef="#ctx0" brushRef="#br0" timeOffset="68527.355">8174 5986 1668 0,'0'0'504'0,"0"0"-61"16,0 0-73-16,0 0-22 0,0 0-91 15,96 24-99-15,-78-23-129 0,-1-1-29 16,-4 0-51-16,3 0-164 0,-3 0-107 16,-3-4-181-16,0 1-526 0,-4-3-628 0</inkml:trace>
  <inkml:trace contextRef="#ctx0" brushRef="#br0" timeOffset="68782.91">7819 5542 2187 0,'0'0'716'15,"0"0"-389"-15,0 0-82 0,0 0 12 16,0 0-43-16,18 67-69 0,-14-32-42 15,0 5-44-15,0 3-12 0,2 0-41 16,3 1-6-16,4 1-28 0,4-1-31 16,3 0-111-16,6-2-47 0,3-2-133 0,-7-12-290 15,21 4-596-15</inkml:trace>
  <inkml:trace contextRef="#ctx0" brushRef="#br0" timeOffset="69225.162">9491 5439 1967 0,'0'0'544'16,"0"0"-308"-16,0 0-143 0,0 0 52 0,-94 54 88 15,61-30 6-15,-1 4-87 0,-7 5-54 16,1 2-98-16,-2 2-31 0,2 2-74 15,1-3-34-15,7-2 11 0,7-9-9 16,8-6 51-16,9-5 54 0,5-7 32 16,3 0-2-16,4-2-24 0,6 0 24 15,7 2 2-15,-1 0 38 0,7 1 23 0,0-4-7 16,5 1 10-16,-2-4-3 0,4 0-35 16,-2-1-26-16,-1 0-4 15,-4-1-53-15,-6-3-100 0,-1 2-99 0,-7-2-131 0,-5 2-154 16,-4 2-530-16</inkml:trace>
  <inkml:trace contextRef="#ctx0" brushRef="#br0" timeOffset="69401.544">9083 6073 1873 0,'0'0'402'0,"0"0"-214"0,0 0 121 0,0 0 57 16,84 5-88-16,-57-5-113 15,-1-1-108-15,3-6-57 0,3 1-16 16,-1-2-76-16,3 0-137 0,-3-1-107 16,-6 2-331-16,5-2-676 0</inkml:trace>
  <inkml:trace contextRef="#ctx0" brushRef="#br0" timeOffset="69783.1">9651 6163 3458 0,'0'0'666'0,"0"0"-417"15,0 0-221-15,0 0 9 0,0 0 44 0,76-59 14 16,-47 22-41-16,6-8-54 0,2-5-37 16,2-2-16-16,1-1-27 0,-4 1-19 15,-2 2-19-15,-6 1-7 0,-3 0-45 0,-8 2-34 16,-7 1-20-16,-5 8 4 0,-5 3 99 15,-3 7 121-15,-9 6 3 16,1 5 42-16,-2 5 38 0,3 1 47 0,1 10 10 16,3 1-26-16,-1 0-45 0,0 5-22 15,-2 3-12-15,-4 8 6 0,2 4 18 16,-2 7 11-16,0 4-23 0,1 8 19 0,2 7 18 16,2 4 6-16,0 4-3 15,1 4-7-15,1 0-9 0,-1 1-15 0,3 0-13 16,1-4-43-16,3-4-25 0,4-6-43 15,8-2-30-15,2-3-54 16,6-1-19-16,-1 0 29 0,7-5-28 0,3-6 16 16,7-7-326-16,-6-9-591 0,23-11-653 0</inkml:trace>
  <inkml:trace contextRef="#ctx0" brushRef="#br0" timeOffset="71624.375">19591 9135 2141 0,'0'0'227'0,"0"0"494"16,0 0-405-16,0 0-75 0,0 0-55 0,0 0 6 15,0 0-38-15,0 0-42 16,0 0-19-16,0 0-12 0,83-32-22 15,-71 11-16-15,2-1-18 0,-1-6-25 16,3 1 0-16,0-3-31 0,-1-1-13 16,-1 0-14-16,-3-1-41 0,-1 2-41 0,-4 1 6 15,-3 0 10-15,-2 2-20 0,-1 4 18 0,0 5 43 16,0 6 83-16,0 5 10 0,0 4 50 16,0 3-3-16,-3 0-16 0,0 0-41 15,-4 3-10-15,-1 3 10 16,-2 1 1-16,-1 5 2 0,-3 3 16 15,1 5 16-15,-3 0 6 0,3 7-6 16,-2 4 9-16,1 1 12 0,4 4 4 0,0 3 15 16,5-1 0-16,2 4-3 0,3-3-19 15,0 1-25-15,6 1-7 0,5-2 4 16,3-1 9-16,5-4-9 0,0-4-6 0,4-4-4 16,1-6-13-16,4-4-2 0,3-7-12 0,0-2-47 15,2-7-50-15,1-1-24 0,0-11-12 16,-3-8-24-16,1-6-93 0,-2-6-216 15,-10 6-323 1,2-17-625-16</inkml:trace>
  <inkml:trace contextRef="#ctx0" brushRef="#br0" timeOffset="72296.597">19746 7756 775 0,'0'0'995'0,"0"0"-518"16,0 0-50-16,0 0-26 0,0 0-27 0,0 0-33 15,0 0-38-15,0 0-94 0,0 0-91 16,0 0-23-16,0 0-8 0,29-13-25 15,-19 24 21-15,4 4 3 0,0 6-34 16,0 5-19-16,-4 3-11 0,-3 4-19 16,-4 0 0-16,0 5-3 0,-3-5-3 15,0 1-74-15,0-3-27 0,-4-4-16 0,2-5 24 16,-1-7 41-16,3-2-7 0,-1-8-22 0,1-1-25 16,0-1 0-16,0-3 30 0,0 0 23 15,0-3-42-15,3-6-91 0,5-5 110 16,2-5-47-1,-1-4 11-15,2-2-9 0,-2-2-39 0,-1 0-1 16,-1-1 55-16,0 3 61 0,-1 0 48 16,-1 2 25-16,0 1 24 0,-2 5 31 15,1 3 29-15,1 3-26 0,-2 5 26 0,0 2-7 16,0 0 6-16,-1 3 7 0,-1 1-11 16,1 0-3-16,2 0-28 0,0 1-17 15,2 6 29-15,3 4 32 0,-2 2-2 0,0 5-56 16,-1 4-3-16,1 0-15 15,-3 4-38-15,1-2-3 0,-2 1-1 16,0-2-40-16,-2 2-61 0,2-1-17 16,-2 0-60-16,1-4-57 0,-1 3-82 15,2-4-88-15,-1-5-642 0,2 3-780 0</inkml:trace>
  <inkml:trace contextRef="#ctx0" brushRef="#br0" timeOffset="73354.98">20220 8249 615 0,'0'0'619'15,"0"0"-251"-15,0 0-147 0,0 0 49 16,0 0 60-16,0 0-17 0,0 0-110 16,0 0-75-16,0 0-29 0,0 0 16 0,0 0 3 0,38-12 3 15,-29 1-23-15,2-2-67 16,3-3-31-16,0-3-50 0,1 0-67 15,1-4-55-15,-2 3-26 0,0-3 12 0,-2 4 15 16,-4-2 20-16,-4 3 2 0,-3 2 101 16,-1 0 48-16,0 4 45 0,-2 1 23 15,-4 3 32-15,0 1 3 16,-2 0 19-16,2 2-19 0,1 1-39 0,-1 4-3 0,3-2 19 16,2 0-13-16,0 2-25 15,-1 0-7-15,1 0-16 0,-2 0-3 0,2 0 0 0,-1 0 9 16,-1 0-25-1,0 4-22-15,-2 3 22 0,-1 5 0 16,1 4 92-16,-2 3-34 0,2 3-23 16,-1 3-16-16,3 0-8 0,1 3-11 0,-1 0-13 15,3 0 10-15,0 1-9 16,0 1-4-16,6-4 14 0,-1-1-1 0,3-1-14 0,2-2 17 16,0-5 34-16,-1 1-8 15,2-5-26-15,-2-2 0 0,-1-3-19 0,1-2-45 16,0-3-203-16,1-3-179 0,-4 0-574 15,5-4-527-15</inkml:trace>
  <inkml:trace contextRef="#ctx0" brushRef="#br0" timeOffset="75056.83">21390 7217 1956 0,'0'0'1276'16,"0"0"-970"-16,0 0-120 0,0 0-50 0,0 0 59 15,0 0 33-15,0 0 100 16,42 71-66-16,-19-37-85 0,2 5-61 0,2 1-37 15,1 0-30-15,-2 0-19 0,-3 0-18 16,0-4-12-16,-6-1-12 0,2-5-15 0,-3-6-22 16,1-5-54-16,-3-5-56 0,4-2-74 15,-2-7-69-15,2-4-132 0,-5-1-316 0,4-6-687 0</inkml:trace>
  <inkml:trace contextRef="#ctx0" brushRef="#br0" timeOffset="75240.431">21783 7317 2229 0,'0'0'623'16,"0"0"-382"-16,0 0-194 0,-81 32 94 15,53-7 189-15,-5 7 55 0,0 5-85 16,-3 6-89-16,0 3-66 0,2 0-31 0,0 0-31 16,4-4-49-16,1-1-34 0,5-5-80 15,4-5-52-15,2-4-44 0,5-4-75 16,7-2-145-16,4-7-222 15,2-6-510-15,11-8-547 0</inkml:trace>
  <inkml:trace contextRef="#ctx0" brushRef="#br0" timeOffset="75723.456">22861 7294 3695 0,'0'0'346'16,"0"0"-227"-16,77-3-94 0,-41-2-3 0,6-1 84 15,4 1 65-15,-1-1 17 0,8 1-62 0,3 2-40 16,3 0-13-16,5 1-36 0,-2-1-37 16,-2 2-2-16,-3-1 0 15,-8 2-23-15,-5 0 13 0,-9 0 10 0,-6 7-22 16,-9-1 5-16,-6 2-5 0,-5 2-22 15,-6 3 9-15,-3 3 37 0,-6 1 20 16,-8 3 17-16,-6 5-9 0,-9 2-10 16,-4 3-18-16,-6 2-23 0,-7 6-2 0,-4 1 4 15,-3 3 2-15,0 2-8 0,1-2 9 16,6 0 18-16,7-1 16 0,6-5 39 16,8-4 3-16,5-4 12 0,7-2 1 15,3-4 26-15,6-4 10 0,2 0-46 0,2-3-28 16,3-1 10-1,3 0 3-15,5-2-1 0,1 0-12 0,5-1-5 16,-1-2-7-16,7 3-3 0,5-1-6 16,5 1-9-16,1 2 9 0,5 0 28 15,-1-2-13-15,1-3-12 0,-2-4-15 0,2 0-14 16,0-4-13-16,-5-1-46 0,0 0-33 16,-6 0-19-16,-2-2-5 0,-4-4-23 0,-3-4-55 15,-2-1-72-15,-2-8-130 0,-2 0-284 16,-4 1-603-16,-3-11-644 0</inkml:trace>
  <inkml:trace contextRef="#ctx0" brushRef="#br0" timeOffset="75983.696">23861 7524 1486 0,'0'0'1742'0,"0"0"-1506"0,0 0-198 0,0 0-38 16,0 0 41-16,-91 47 149 0,61-28 58 16,-2 4-112-16,-3 2-68 0,-3 5-8 15,-4 2 5-15,-2 4-19 0,-5 3-46 0,-1 3-6 16,2 0-19-16,0-1-21 0,3 1-1 16,0-5-3-16,6-3 19 0,3-3-56 15,6-5-55-15,5-3-32 0,6-7-85 16,5-6-130-16,8-4-358 15,6-6-744-15</inkml:trace>
  <inkml:trace contextRef="#ctx0" brushRef="#br0" timeOffset="81906.634">24697 7526 1479 0,'0'0'1738'0,"0"0"-1372"0,0 0-142 16,0 0-60-16,0 0 77 0,40 85 2 15,-24-53-46-15,1 4-61 16,3 3-44-16,3-1-40 0,1-1-22 0,1-2-30 15,1-4-3-15,0-8-21 0,-1-3-56 16,0-8-30-16,0-4-85 0,0-5-46 16,-1-3-122-16,-5-4-398 0,0-17-1110 0</inkml:trace>
  <inkml:trace contextRef="#ctx0" brushRef="#br0" timeOffset="82084.976">25038 7553 2168 0,'0'0'1131'0,"0"0"-972"0,0 0-83 16,-80 89 86-16,46-52 219 0,-5 4-66 0,0 2-84 15,-2 0-150-15,0 3-54 0,2-3-27 16,0-2-32-16,2-1-66 0,4-3-88 16,4-3-37-16,7-6-126 0,7-10-321 15,7-4-826-15</inkml:trace>
  <inkml:trace contextRef="#ctx0" brushRef="#br0" timeOffset="82524.644">25972 7782 202 0,'0'0'2975'0,"0"0"-2422"0,0 0-299 16,0 0-137-16,0 0 55 15,0 0 4-15,76 4-49 0,-51-4-127 0,1 0-83 16,7-5-162-16,1-2-236 0,1-4-327 16,-8 3-798-16,15-4 256 0</inkml:trace>
  <inkml:trace contextRef="#ctx0" brushRef="#br0" timeOffset="82674.18">26830 7728 784 0,'0'0'3'0,"0"0"121"0,0 0 890 16,0 0-703-16,0 0-207 0,84-1-75 15,-59-4-29-15,-8 2-245 0,17-6-730 0</inkml:trace>
  <inkml:trace contextRef="#ctx0" brushRef="#br0" timeOffset="82798.346">27436 7715 936 0,'0'0'52'0,"0"0"1122"0,0 0-851 0,0 0-210 16,0 0-76-16,0 0-37 0,0 0-200 0,82 7-176 15,-49-10-381-15</inkml:trace>
  <inkml:trace contextRef="#ctx0" brushRef="#br0" timeOffset="83109.93">28073 7461 2126 0,'0'0'1436'0,"0"0"-1017"0,46 67-149 15,-21-36-158-15,4 5-29 0,2 0-2 0,-3 1 14 16,0-2-11-16,1-4-35 16,-2-2-38-16,4 1-11 0,-1-7-3 0,1-4-28 15,0-4-55-15,1-5-74 0,2-4-107 16,-3-6-145-16,-9 0-296 15,9-14-1120-15</inkml:trace>
  <inkml:trace contextRef="#ctx0" brushRef="#br0" timeOffset="83283.695">28567 7509 1494 0,'0'0'179'15,"0"0"408"-15,0 0-331 0,-90 55 72 16,58-25 73-16,2 6-36 0,-4 2-87 0,4 5-54 15,-2 2-56-15,2 3-35 0,-2 1-52 16,0-2-66-16,-1 0-15 0,2-3-65 16,6-6-174-16,4-6-150 0,8-11-249 15,12-4-775-15</inkml:trace>
  <inkml:trace contextRef="#ctx0" brushRef="#br0" timeOffset="83740.992">29262 7341 2990 0,'0'0'498'0,"0"0"-333"16,82-24-102-16,-40 11 94 0,3 1 33 0,-1 0-28 15,2 0-69-15,-4 5-56 0,0 3-6 16,-7 3 28-16,-6 1-3 0,-5 0 30 15,-7 5 29-15,-7 3 14 16,-4 3-86-16,-3 1-7 0,-3 0-5 0,-4 6 61 16,-6 1-25-16,-7 0-53 0,0 3-14 15,-3 3-3-15,0 0 0 0,-2 6-18 16,-2 3 8-16,-2 1-11 0,2 4 3 16,0 3 19-16,1 3-2 0,3 0 4 0,4-4 24 15,1 1 67-15,6-6-17 0,2-3-20 0,0-3-17 16,2-4-7-16,2-2-17 15,1-5 2-15,0-1-12 0,1-2-3 16,1-3-2-16,0-1-1 0,0 1-13 16,4-1 16-16,0-1-12 0,2-3-9 15,0 2-18-15,-1-3 11 0,-2-2 25 16,3-2 3-16,-1 1 0 0,-2-2 3 0,3 1-3 16,2-1-20-16,3-2-20 0,5 0-42 15,5 0 18-15,4 0-10 0,4-7-17 16,4 3-45-16,1-2-82 0,-1-1-165 15,1-2-263-15,1-2-587 0,-13 1-635 16</inkml:trace>
  <inkml:trace contextRef="#ctx0" brushRef="#br0" timeOffset="83999.263">29853 7405 52 0,'0'0'1594'0,"0"0"-932"15,0 0-268-15,0 0 14 0,0 0 28 0,0 0-64 16,-63 85-52-16,44-54-65 0,-3 4-33 0,-7 3 2 16,-2 3-47-16,-5 2-55 0,-9 3-61 15,0-1-50-15,-6 2-11 16,-2-4-30-16,2 0-80 0,3-3-101 0,6-4-65 15,6-6-160-15,13-9-600 16,3 0-999-16</inkml:trace>
  <inkml:trace contextRef="#ctx0" brushRef="#br0" timeOffset="84640.851">23712 8322 969 0,'0'0'40'0,"0"0"1110"0,0 0-662 16,0 0-141-16,0 0-193 15,0 0-84-15,0 0-68 0,0 0-2 0,0 0 0 16,0 0-19-16,-57 65-32 15,52-61-48-15,-1 4-126 0,-3 0-29 0,-2 3-67 16,3-4-230-16,0 0-100 0,3-2-323 0</inkml:trace>
  <inkml:trace contextRef="#ctx0" brushRef="#br0" timeOffset="85633.098">23738 8344 1439 0,'0'0'66'0,"0"0"1237"16,0 0-864-16,0 0-168 0,0 0 54 16,0 0-48-16,0 0 28 0,0 0-40 0,61 93-62 15,-47-45-38-15,-1 5-37 16,-1 8-42-16,3-3-23 16,3-2-5-16,3-2-12 0,5-8-13 0,4-6-9 0,1-5-5 15,3-7-19-15,0-5 0 0,-1-4-1 16,-4-5-12-16,-4-2-5 0,-4-3-15 15,-3-2-10-15,2-4-17 16,-2 0-26-16,5-3-11 0,3 0 2 16,6-10 1-16,1-6-23 0,6-3-9 0,5-5 3 15,2-3 18-15,3-3 9 0,4-5 6 0,1 0 6 16,4-1 37-16,4-1 32 0,3 1 15 16,2 1 3-16,4 4 13 0,2 3-4 15,0 5 25-15,1 5 32 0,1 3-1 16,2 8-9-16,-1 1-31 0,2 6 49 15,-5 0 31-15,-3 9-37 0,-7 5-22 16,-4 1 9-16,-6 6-27 0,-5 3 0 16,-6 4 42-16,-5 5 13 0,-6 4-1 15,-6 4-27-15,-7 3-15 0,-7 1-3 0,-8 3-10 16,-3 1-3-16,-1 1-8 0,-7-2-4 16,-3 1-3-16,2-4-12 0,2-3 0 15,3-9 0-15,1-3 2 0,3-8-2 16,0-7 1-16,0-5 11 0,0-3-9 0,1-5-3 15,4-2-1 1,0-5-17-16,3-5-9 0,6-8 5 0,3-5-48 16,6-8 3-16,5-9-6 0,3-6-37 15,7-6 6-15,3 2-28 0,4-3 31 0,3 6 21 16,4 4 27-16,3 7 16 0,2 7 15 16,5 6 10-16,5 4-7 0,-1 7 19 15,2 3 16-15,-2 5-1 0,-1 2 1 16,-3 2 9-16,0 4 5 0,-4 5-11 15,5 3 33-15,-1 1-18 0,2 3-6 16,1 1 18-16,2 2 9 0,0-2 1 16,1 0-26-16,3-1-5 0,-1-4 15 15,3-5-4-15,-2-2 7 0,3-5-31 16,0-1-8-16,2-12-4 0,-1-5-35 0,3-5-48 16,-5-7-30-16,3-5-1 0,-3-5-25 0,-6-5-22 15,-2-4-25 1,-9-2-94-16,-5-1-13 0,-9 2 39 0,-11 6-4 15,-12 9-173-15,-12 11-604 0,-18 9-471 16</inkml:trace>
  <inkml:trace contextRef="#ctx0" brushRef="#br0" timeOffset="86424.031">25612 9469 688 0,'0'0'2053'0,"0"0"-1751"0,0 0-174 16,0 0-6-16,0 0 129 0,-28 80 103 0,28-47-6 16,0 6-100-16,2 10-112 0,6 6-22 15,-2 8-1-15,0 5 0 0,0 2-27 16,-6 1-46-16,0-1-22 0,0 0-17 0,-7-8 0 16,2-2-1-16,-3-1-3 15,2-8 1-15,0-3 1 0,0-8-44 16,2-7-22-16,3-11 64 0,1-9 0 15,0-10-43-15,5-3-74 0,5-16-24 16,3-8-13-16,3-7 55 0,2-8 12 0,2-7 40 16,0-7-37-16,2-5 21 0,-2-4 1 15,1 0 13-15,0-1 37 0,-1 2 13 16,2 7 0-16,0 13-33 0,-2 8 35 0,2 11 13 16,-5 13 34-16,1 5 29 0,-4 4 14 15,2 9 4-15,-4 6-32 16,0 3 15-16,-2 5-49 0,-1 4 0 0,0 5 0 0,-7 0 12 15,-2 5-6-15,0-2-3 16,-11 1-21-16,-2-1-10 0,-5-2-15 0,-5 1-19 16,-1-4 31-16,-2-2-19 15,-2-2-6-15,-1-2 1 0,3-5-66 0,1-6 18 16,6-4 75-16,2-5 19 0,6-4 27 16,6 0 29-16,2-4 21 0,3-4-13 15,3 1-12-15,9-2-56 0,4 0-15 16,1-2-12-16,9 3-28 15,4 1 9-15,3 2-15 0,8 5 6 16,3 0 21-16,0 9 19 0,5 5 27 0,-3 5-24 16,1 0-3-16,-3 5-49 0,-4-3-78 15,-3 3-122-15,-6-2-154 0,-10-6-640 0,2 9-1170 0</inkml:trace>
  <inkml:trace contextRef="#ctx0" brushRef="#br0" timeOffset="89055.688">25814 10999 313 0,'0'0'157'0,"0"0"1710"0,0 0-1271 0,0 0-205 0,0 0-121 15,0 0-8-15,-35 77-11 0,33-35 17 16,1 5-48-16,1 7-45 0,0 6-46 16,0 4-37-16,0 1-31 0,-1 0-15 15,-7-1-10-15,-3-5-11 0,-1-5-25 16,1-7 0-16,1-11-18 0,4-7-4 15,2-10-24-15,2-8-55 0,2-6-36 16,0-5-35-16,0 0-32 0,4-7-42 16,4-7-108-16,2-6-146 0,0-10-25 15,2-3-215-15,0-5-243 0,0-5-6 16,-2-4 989-16,-2 10-80 0,0-22 80 0</inkml:trace>
  <inkml:trace contextRef="#ctx0" brushRef="#br0" timeOffset="89182.962">25789 11161 316 0,'0'0'131'0,"0"0"-30"0,0 0 1206 0,0 0-918 15,-79-2 5-15,48 21-139 0,-3 7-95 16,-5 4-29-16,-3 1-25 0,2 1-36 16,2-1-70-16,5-6-32 0,10-6-153 15,7-8-59-15,13-7-36 0,3-4-24 0,3-3-202 16,17-16-311-16</inkml:trace>
  <inkml:trace contextRef="#ctx0" brushRef="#br0" timeOffset="89299.636">25764 11209 329 0,'0'0'359'0,"0"0"1295"0,0 0-1128 15,89 26-71-15,-61-11-81 16,-2-1-82-16,0 0-59 0,-1 1-72 16,-1-2-83-16,-2 0-78 0,1-1-9 15,1 0-147-15,1 0-176 0,-6-3-233 0,7-1-885 0</inkml:trace>
  <inkml:trace contextRef="#ctx0" brushRef="#br0" timeOffset="89964.927">23402 12294 783 0,'0'0'176'0,"0"0"1113"0,0 0-804 0,0 0-10 16,0 0-87-16,0 0-35 0,0 0-24 16,0 0-41-16,0 0-54 0,0 0-20 0,0 0-31 15,56 108-55-15,-41-49-34 0,-2 8-24 16,-7 5-9-1,-6 6-4-15,0 1 1 0,-8-2-22 16,-6-1-20-16,-2-3-16 0,-2-4-15 16,-4-5 3-16,2-2-3 0,0-11-15 0,2-8-46 15,5-12-24-15,6-8 6 0,4-10-37 0,3-12-15 16,0-1-65-16,7-14-47 0,4-9-120 16,1-8-140-16,4-9-160 0,-5 8-437 15,7-29-503-15</inkml:trace>
  <inkml:trace contextRef="#ctx0" brushRef="#br0" timeOffset="90343.262">23585 12333 196 0,'0'0'2507'15,"0"0"-1956"-15,0 0-131 16,0 0 11-16,88-33-33 0,-55 30-81 16,1 2-81-16,3 1-50 0,-1 1-73 0,0 7-56 15,-4 2-29-15,-5 4-28 0,-4 4-1 16,-7 6-21-16,-9 2-2 0,-7 8-21 15,-3 7 2-15,-17 6-12 0,-13 6-9 0,-7 6-6 16,-11 1-3-16,0-2 45 16,3-6 28-16,3-9 18 0,11-10-6 0,9-10 22 15,9-9-4-15,8-6-30 0,8-1-9 16,0 0-43-16,10 3-12 0,11 4-7 16,7 3 41-16,3 2-10 0,2 0 0 15,2 2-9-15,-2 0 15 0,-1 0 16 0,-5 4 18 16,-4 0 0-16,-7 1 24 0,-7 2 34 15,-6-2 10-15,-3 3 3 16,-4-1 5-16,-7 1 4 0,-6-1-26 16,0 2-26-16,-5 1-10 0,1-2-16 15,-1-2 10-15,0-5-11 0,2-6 2 0,4-3-3 16,2-6-21-16,5-3-64 0,-1-4-47 0,4 0-49 16,-1-5-77-1,7-7-121-15,0-2-173 0,0 2-403 0,20-10-469 0</inkml:trace>
  <inkml:trace contextRef="#ctx0" brushRef="#br0" timeOffset="90866.166">24393 13182 2463 0,'0'0'682'0,"0"0"-363"0,0 0-25 16,0 0 90-16,0 0-80 0,-91 19-44 15,63-6-110-15,-2 2-79 0,3 3-29 16,0 3 20-16,5 1 2 0,2 2-3 15,1-1 6-15,7-2-6 0,4-4-25 16,2-5-15-16,4-4 7 0,2-4-7 0,0-3-21 16,5-1 0-16,3 0-9 0,1 0 9 15,5 0 6-15,-1-1-6 0,2-5-24 16,1-4 9-16,2-2-13 0,0-2-5 0,0 0-43 16,1-2 9-16,-2-1 18 0,-1 3 3 15,0-3 0-15,1 0 0 0,-1-2 3 16,1-2-15-16,0-3-3 0,-2 0-38 15,1-3-8-15,-2 0-20 0,-3 0-10 16,-3 0 19-16,-1 1-19 0,-5 0-5 16,-2 2 32-16,0 2 56 0,-6 1 26 15,-2 2 28-15,-3 5 16 0,-4 1 25 16,2 5 15-16,-4 4 35 0,-1 4-28 0,-2 0-22 16,-4 14-15-16,0 5-14 0,-2 7 13 15,-3 5 0-15,4 8 47 0,-3 1 28 0,4 2-4 16,0 4-19-16,2-1-15 0,1 3-9 15,5-1-10-15,2 1-6 16,3 3 9-16,5-3 6 0,3-1 13 16,3-3-25-16,4-4 2 0,11-6-5 15,5 1 0-15,7-9-16 0,6-2 1 0,3-5-7 16,5-6 0-16,3-7 0 0,-2-6-15 16,0-5-37-16,3-9 6 0,0-11-33 15,-2-6-43-15,-2-6-41 0,-1-4-68 16,-3-3-73-16,-4-2-138 0,-4 3-231 15,-10 10-582-15,4-17-512 0</inkml:trace>
  <inkml:trace contextRef="#ctx0" brushRef="#br0" timeOffset="91158.704">25063 12375 1463 0,'0'0'183'16,"0"0"987"-16,-25 103-552 0,13-50-122 0,-2 10-108 15,-2 9-29-15,-4 6-104 0,-1 5-57 16,-3 2-45-16,-3 5-74 0,-3-2-37 16,1 0-21-16,4-7-18 0,7-7 0 0,9-10 9 15,9-7 33-15,6-10-8 0,11-9-21 16,6-8-16-16,3-9 0 15,6-8-18-15,5-7-19 0,2-6-17 16,5-7-25-16,-1-15-37 0,-1-3-70 16,-5-10-71-16,-5-3-129 0,-8-4-208 0,-10 10-640 15,-11-15-863-15</inkml:trace>
  <inkml:trace contextRef="#ctx0" brushRef="#br0" timeOffset="91342.311">24642 13158 3067 0,'0'0'500'0,"0"0"-150"0,0 0-170 16,0 0 137-16,0 0 35 0,0 74-24 0,30-60-103 16,15-2-73-16,5-5-43 0,12-6-9 15,5-2-18-15,3-14-52 0,-4-5-30 16,-4-2-54-16,-6-4-34 0,-8-2-21 0,-6 2-37 16,-8 1-67-16,-6 0-99 0,-9 2-243 15,-4 5-527-15,-4-7-679 0</inkml:trace>
  <inkml:trace contextRef="#ctx0" brushRef="#br0" timeOffset="91565.057">25265 12691 2386 0,'0'0'481'16,"0"0"-189"-16,-24 78-25 0,14-35 119 0,5 6 48 15,-1 4-19-15,1 4-167 0,-1 3-119 16,0 0-59-16,-2 3-18 15,-1-1-31-15,-2-2-20 0,0-5 1 0,2-5 0 16,3-8-2-16,4-4-1 0,2-9 0 16,3-4-19-16,6-4-5 0,4-6 1 15,4-6-37-15,3-4-58 0,2-5-56 16,6-5-31-16,3-11-86 0,1-1-175 0,-7 1-252 16,11-17-653-16</inkml:trace>
  <inkml:trace contextRef="#ctx0" brushRef="#br0" timeOffset="91782.516">25682 13202 1273 0,'0'0'2052'16,"0"0"-1640"-16,-21 78-211 0,15-44-27 0,-1 2 196 15,1 0-26-15,0-1-74 0,3-5-164 0,1-4-106 16,0-9-42-16,2-3-44 0,0-7-39 15,0-4-28 1,0-3-44-16,0 0-85 0,0-10-301 0,2 2-724 16,-2-17-670-16</inkml:trace>
  <inkml:trace contextRef="#ctx0" brushRef="#br0" timeOffset="91923.794">25623 12847 658 0,'0'0'2555'0,"0"0"-2003"0,0 0-316 0,0 0-29 16,0 0 113-16,0 0-9 0,85 18-91 16,-59-15-171-16,-1-3-49 0,1 0-168 15,-3 0-44-15,-2-4-81 0,-5-1-235 16,-4 4-669-16,-7-2-1070 0</inkml:trace>
  <inkml:trace contextRef="#ctx0" brushRef="#br0" timeOffset="92764.975">26903 13165 1975 0,'0'0'1268'0,"0"0"-849"15,0 0-25-15,53 67-144 0,-40-37-15 0,-6 5 39 16,-2 1-66-16,-5 2-67 0,0 0-65 16,-5-1-39-16,-2-6-37 0,3-2 0 15,-2-8-2-15,5-7-23 0,-1-4-27 0,2-6-18 16,0-4-6-16,3 0-22 0,6-5-12 16,1-8-10-16,5-6 25 0,0-6-16 15,4-7 2-15,-2-2-18 0,0-2-10 16,1 2 46-1,0-1 59-15,-1 4 15 0,-2 2 17 0,0 4 16 16,-1 4 48-16,-2 6 42 0,0 4 3 0,0 8-23 16,-2 3-11-16,3 0 36 0,-3 10 3 15,1 7-28-15,-3 6-31 0,-2 4 7 16,-3 5-7-16,-2 2-3 0,-1 0 0 0,0-3-9 16,-6-1-22-16,0-2-18 0,1-6-1 0,1-3-2 15,1-5-1-15,1-7-17 0,1-1-92 16,-1-3-68-16,2-3-62 0,0 0-76 15,0 0-278-15,5-2-563 16,4-8-397-16</inkml:trace>
  <inkml:trace contextRef="#ctx0" brushRef="#br0" timeOffset="93148.759">27491 13086 1132 0,'0'0'0'16,"0"0"788"-16,0 0-309 15,0 0-5-15,0 0-35 0,0 0-14 16,-11 78-50-16,11-44-58 0,0 4-49 16,3 0-77-16,-1 2-14 0,4-4-30 0,-3-3-35 15,1-4-57-15,-1-6-34 0,1-6-21 16,-1-4 0-16,0-6-18 0,2-2-22 16,3-5-14-16,2 0-41 0,3-5-39 0,4-6 3 15,6-7 11-15,-1-7-18 0,4-2-32 16,-1-3 18-16,1-1 18 15,-4 1 13-15,-4 2 57 0,-2-1 48 16,-5 5 16-16,-3 1 13 0,-1 2 23 0,-3 5 32 16,-3 7 23-16,1 3 14 0,-2 5-24 15,0 1-6-15,0 7 8 0,0 7-15 16,0 5-4-16,0 8 4 0,-2 4 24 16,-2 4-3-16,-3 1 21 0,-2-2-6 0,3-2-49 15,-2-3-55-15,3-8-29 0,1-2-13 16,1-7 11-16,3-5 1 0,0-1-68 0,0-3-80 15,0-1-50 1,3-2-38-16,3 0-110 0,0-3-199 0,2-1-153 16,-2 0-404-16,6-4-358 0</inkml:trace>
  <inkml:trace contextRef="#ctx0" brushRef="#br0" timeOffset="93899.163">28089 13072 290 0,'0'0'730'0,"0"0"730"0,0 0-906 16,0 0-82-16,0 0-27 0,-6 80-113 15,8-42-50-15,2 8-30 0,0 2-50 16,1 1-22-16,-1-1-21 0,2-7-71 16,-2-4-55-16,0-7-31 0,2-7-2 15,-1-6-3-15,2-5-18 0,-2-5-61 0,1-4-43 16,4-3-58-16,3-5-25 0,3-8-41 16,4-6-104-16,1-6-102 0,2-2 2 15,0-1 56-15,1-2 11 0,-3 2 79 16,0 1 125-16,-2 0 182 0,-5 5 30 0,0 0 229 15,-6 5 109-15,-1 4 11 16,-3 6-9-16,-4 6-57 0,0 1-55 16,0 1-24-16,0 8 23 0,-3 5-47 0,-2 5-38 15,-3 5 42-15,-2-1-50 0,0-1-91 16,3-3-49-16,3-5-24 0,2-5-18 16,2-4-12-16,2-4-40 0,9-1 39 15,5 0-18-15,4-7-21 0,3-6-3 0,6-3-12 16,0-3-19-16,1 0-1 15,0 2 10-15,-1 4 15 0,0 6 30 16,-6 4 50-16,-1 3 13 0,-5 5 51 0,-5 6 63 16,-4 3 26-16,-1 4 9 0,-5 2 9 15,-1 1-43-15,-1 1-34 0,0-3 0 16,0 1 42-16,0-3 0 0,-1-4-75 16,1-4-49-16,0-6-12 0,0 1-24 15,1-4-31-15,4 0-29 0,3 0-7 0,0-8-15 16,3-1-10-16,1-5-39 0,0-3-64 15,2-2-118-15,-3-1-115 16,3 0-151-16,0-1-195 0,-5 7-407 16,2-10 68-16</inkml:trace>
  <inkml:trace contextRef="#ctx0" brushRef="#br0" timeOffset="94674.217">29132 12671 1699 0,'0'0'68'16,"0"0"1042"-1,32 70-765-15,-25-33 135 0,-1 7 26 16,-4 8-60-16,-2 3-90 0,-5 5-97 0,-6 0-91 16,-1 0-56-16,-2-3-36 0,1-4-38 15,0-8-38-15,3-6-24 0,4-6-31 16,4-7 1-16,2-7 14 0,0-3 7 0,5-6-19 16,4-1-12-16,1-3 10 0,3 0 2 15,3-1 0-15,1 1 3 0,1-2 19 0,3 0 6 16,0 0-10-16,1-1-12 0,-2 2 15 15,-1 1 17-15,-2-1 14 16,-3 2 1-16,0-2 11 0,-3 2 34 16,-2-2 34-16,-4 2-28 0,-2 0-4 15,-1 3-8-15,-2-1 3 0,0 3 11 16,-7 4 13-16,-4 1-6 0,-4 0-25 16,-1-1-2-16,-4 1-13 0,2-5-3 0,2-1-18 15,6-4-2-15,0-2-10 0,6-5-3 0,3 0-34 16,1-5-87-16,5-8-62 0,11-7-10 15,4-4-10 1,11-6-69-16,6 1-266 0,3-1-476 0,2 2-39 16,1 4 336-16,-2 4 207 0,-7 2 179 15,-2 5 188-15,-5 3 158 0,-5 2 466 0,-7 3 342 16,-3 1 280-16,-4 4-473 0,-6 0-51 16,-2 0-94-16,2 0-80 15,-1 0-57-15,4 0-39 0,3 0-87 0,2-3-76 16,6-4-64-16,4-1-58 0,6-5-9 0,0-1-64 15,4-3-51-15,-2-1-34 16,-3 1-38-16,-2 2 6 0,-3 1 46 16,-9 5 39-16,-3 0 25 0,-4 4 71 15,-4 0 19-15,-7 2 80 0,-6 0 39 0,-3-1-43 16,-2 2-27-16,-5 0-22 0,0 2-25 16,-1 4 37-16,1 8 10 0,0 5 8 15,0 6-3-15,1 4 15 16,-1 4 61-16,-2 5 0 0,5-3-43 15,3-1-49-15,4-4-39 0,7-4-16 0,6-6 28 16,5-3 25-16,10-5-33 0,4-4-22 16,9-5-54-16,5-1-52 0,5-6-49 15,3-10-45-15,-1-3-77 0,3-4-244 0,-11 5-664 16,9-9-679-16</inkml:trace>
  <inkml:trace contextRef="#ctx0" brushRef="#br0" timeOffset="94940.609">30148 13123 2055 0,'0'0'498'0,"0"0"-256"0,0 0 63 0,0 0 166 0,0 0-92 16,0 0-31-16,0 0-91 0,90 85-63 15,-79-61-75-15,1 3-48 0,-4 0-25 16,-2 2-28-16,-4 1-3 0,-2 0-15 0,-2 0 0 16,-5 1-36-16,-6-1-44 0,2 0-6 15,-3-5 49-15,0-2 37 0,3-2 1 16,1-7 0-16,5-3 15 15,5-6 48-15,0-4 7 0,6-1 27 16,7-9-25-16,6-6 6 0,5-7-21 0,10-9-34 16,6-10-24-16,4-2-18 0,5-5-110 15,1 1-52-15,-2 4-41 0,-1 7 24 16,-4 8-2-16,-6 7-129 0,-9 9-457 16,-1 1-1547-16</inkml:trace>
  <inkml:trace contextRef="#ctx0" brushRef="#br0" timeOffset="95090.049">31131 13491 4281 0,'0'0'1008'0,"0"0"-1008"16,0 0-262-16,0 0-230 0,0 0-280 0,0 0 82 15,0 0-573-15</inkml:trace>
  <inkml:trace contextRef="#ctx0" brushRef="#br0" timeOffset="114048.294">8004 10017 274 0,'0'0'375'0,"0"0"-173"0,0 0-202 16,0 0 117-16,0 0 144 0,0 0 341 16,0 0-158-16,0 0-143 0,0 0-53 15,0 0-46-15,0 0-42 0,0 0-16 0,-3-28 18 16,3 28 19-16,0 0 2 0,0 0-23 0,0 0-34 16,0 0-36-16,0 1-12 15,0 2-10-15,0-3-15 0,0 0-25 0,0 1-26 16,0 5-2-16,-2 1-2 0,2 8-1 15,-3 6-25 1,3 7 9-16,0 4 4 0,0 3 15 16,8 3 24-16,0 1 23 0,5-3-10 0,0 1 6 15,-1-4-12-15,4 1 11 0,-2-2-41 16,0 2 38-16,1-2-21 0,2 0-17 16,-2-2-2-16,3-2 0 0,1-2-1 0,1-3-8 15,3-2-5-15,3-2 15 0,7-1 0 16,2-1-37-16,5-2 16 0,6-1-23 0,2-3-11 15,2-1 21 1,2-3-7-16,-4-2-11 0,-1 0 8 0,-6 1-18 0,-5-1 25 16,-3 0 34-16,-1-2-25 15,-3 1 9-15,-2-4 6 0,0 0 10 16,4 0 1-16,2-10-23 0,1-3-37 0,9-3-11 16,1-3 16-16,5-2 20 0,1-1 5 15,2 4 16-15,-2 4-3 16,-2 2-3-16,-2 5 16 0,-3 3 6 15,-1 3 60-15,3 0-7 0,-3 1-15 0,2 0-4 16,1 0 13-16,-1 2-8 0,4-2 14 16,1 2 3-16,3 3 13 0,4 5-10 15,2 3 3-15,3 6 34 0,-5 5-25 0,-2 5-52 16,-1 6 2-16,-5 3 4 0,-1 4-23 16,-1-1-1-16,-4 1 11 15,-1 0-11-15,-2-3-1 0,-1-3 0 0,-4-3 1 16,-1-3-1-16,-2-4-12 0,-4-5 11 15,-4-2-11-15,-3-4-7 0,-7 1 1 16,-4-4 16-16,-1-1-1 0,-8 3 3 16,0-3-22-16,0 2-27 0,-4-5 46 15,0 1-13-15,1-3 1 0,0-3 2 0,2-3 13 16,1 0-34-16,0-8-40 0,0-6-48 16,0-8 19-16,0-7 2 0,0-4 7 0,0-1 19 15,4-1 56-15,3 2 18 0,6 0 1 16,3 3 25-16,6 4 35 15,6-3 2-15,4-1-8 0,4 3 9 16,3-4 6-16,4 2-16 0,2 0-16 16,1 0-5-16,3 1 23 0,0 2 26 15,1 0-16-15,1 4 3 0,-1 1 15 0,-3 4 4 16,-1 2-29-16,-4 7-46 0,0 3 10 16,0 2 33-16,3 3 19 0,0 0 8 15,4 3-11-15,-2 2-26 0,5 2 1 16,0 1 0-16,1 0-13 0,2-1 10 0,1-1 15 15,-1 0-16-15,-1-2 1 0,0 0-25 16,-1 1-16-16,2 1-1 16,-1 1-1-16,0 0 1 0,4 3 0 15,3-3 0-15,1 3-1 0,4-1-1 0,3-2 1 16,4 0-15-16,3 0 3 0,1-2 9 16,3-2-19-16,0 0 7 0,0-2 3 0,0-1-15 15,-1 0-16-15,-4 0-3 16,3-1 1-16,-3-2-1 0,0 3 9 15,-1 0 34-15,-4 0 0 0,0 6 0 16,-2 4-15-16,0 0-19 0,-3 1 7 0,2 0 28 16,0 0 2-16,4 0 2 0,-2-4 13 15,2 0 4-15,-1-2-18 0,2-1 1 16,0-4-2-16,2 0 0 0,2-3-16 16,2-3-8-16,1-1 2 0,0 1 19 15,-2 1-15-15,-1 1 18 0,-4 1 0 0,-4 2-10 16,0-3 9-16,-2 3-2 0,0 0 2 15,-1-3 2-15,0-1-1 0,0 1 1 16,1-4 11-16,2 0-2 0,4 0-10 16,0-2-2-16,5 1-1 0,2 0 2 15,1 3 1-15,-2-1 2 0,0 4 19 0,-1 1 31 16,-3 2 25-16,-1 0-7 0,-3 0-25 16,1 0-2-16,-4 0-13 0,0 0 13 15,-1 0-16-15,0 0-5 0,2 0-19 16,0 0 9-16,-1-3-10 15,1 1 10-15,0-3 15 0,1 2 4 0,-3-1-10 16,-1 2 6-16,-4 1-25 0,-4-2 13 16,-3 3-3-16,-4 0-9 0,1 0-3 15,-5 0-2-15,0 0-10 0,-1-1 10 0,0-3-13 16,2 1-3-16,0-2-12 0,0 0 5 16,0-2-8-16,1-4 9 0,1 3 8 0,0-3 15 15,0-1 0-15,-2 0 0 0,1 1-2 16,-3-1-42-16,1-1 8 15,-2 2-14-15,-1-3-22 0,-4-1-7 16,-4 1 7-16,-5-1-9 0,-4-1-35 16,-6 3-24-16,-7-4-29 0,-8 4-49 0,-5-5-170 15,-5 6-294-15,-25-7-1055 0</inkml:trace>
  <inkml:trace contextRef="#ctx0" brushRef="#br0" timeOffset="114859.805">9060 12010 726 0,'0'0'424'0,"0"0"615"15,0 0-483-15,0 0-152 0,0 0-57 16,0 0 32-16,0 0-15 0,0 0-7 0,0 0-10 0,0 0-60 15,0 0-32 1,76 54-58-16,-29-38-73 0,10 1-27 0,5 0-37 16,5 0-14-16,-1-2-19 0,-1-2-16 15,-5-2-11-15,-5-3-12 0,-5-3-9 16,-8-3 2-16,-3 0-41 0,-3-2-31 0,-6 0-20 16,-5 0-35-16,-5-2-33 0,-7 0-153 15,-4-3-118-15,-9-1-160 0,0 0-22 16,-6 4-470-16,-16-8-81 0</inkml:trace>
  <inkml:trace contextRef="#ctx0" brushRef="#br0" timeOffset="115348.39">9608 11792 1944 0,'0'0'308'16,"0"0"-68"-16,0 0-134 0,0 0 43 16,0 0 85-16,0 0 70 0,0 0-2 0,0 0-103 15,0 0-57-15,0 0-89 0,0 0-50 16,-52 33-3-16,45 7 63 0,-1 10 32 15,0 9 85-15,-2 7-25 0,0 5-71 16,-1 2-16-16,-3 1-28 0,1 2-19 16,0-2-10-16,0-4-11 0,-1-4-25 15,4-10-43-15,4-9-49 0,1-11 21 16,5-13 12-16,3-11-31 0,8-9-39 0,7-3-28 16,7-13-39-16,6-11-58 0,4-7-179 15,-6 2-223-15,16-23-616 16</inkml:trace>
  <inkml:trace contextRef="#ctx0" brushRef="#br0" timeOffset="115615.105">9895 12333 1721 0,'0'0'1298'0,"0"0"-820"0,0 0-190 15,0 0-55-15,12 86 58 0,-10-62-16 16,-1-2-50-16,1-5-78 0,2-3-61 0,2-6-53 16,1-3-33-16,6-2-15 15,2-3-25-15,3-1-2 0,4-8-17 16,1-4-33-16,0-5-12 0,1-3 6 15,-1-1-17-15,-4 2-15 0,-3 1 22 16,-4 2 33-16,-5 2 28 0,-2 2 13 16,-5 0 34-16,0 1 51 0,-9 2 8 0,-5-1 40 15,-3 3-2-15,-2 2-8 0,-1 4 10 16,0 2-13-16,0 2-49 0,0 7-9 0,0 3-28 16,2 2-26-16,1 3-7 0,4-3-20 15,0 0-76-15,2-1-79 0,2-6-89 16,0-1-271-16,5-3-240 15,1-5-589-15</inkml:trace>
  <inkml:trace contextRef="#ctx0" brushRef="#br0" timeOffset="115864.917">10219 12121 2168 0,'0'0'527'16,"0"0"-109"-16,0 0-255 0,0 0-39 0,53 82 63 15,-47-53 75-15,-2 1-67 0,-2 1-72 16,-2 2-58-16,0-2-37 0,-2-5-3 15,-1-2-9-15,0-6-16 0,2-7 12 16,-1-4 50-16,2-3-6 0,0-4 0 16,0 0 21-16,3-7-6 0,2-2-59 15,0-8 6-15,6-4-18 0,0-8-19 16,-1-6 4-16,3-1-84 0,0-1-53 16,-1 3-13-1,2 6 19-15,-1 4 13 0,3 6-34 0,-3 3-127 0,1 3-156 16,-4 5-275-16,-1 3-804 0</inkml:trace>
  <inkml:trace contextRef="#ctx0" brushRef="#br0" timeOffset="116348.386">10731 12290 962 0,'0'0'2087'0,"0"0"-1555"15,0 0-226-15,0 0-165 0,0 0-18 16,0 0 30-16,0 0-4 0,-18 69-84 0,14-56-47 15,-2 2-18-15,-4 1 0 0,1 4-49 0,-5 4 2 16,-2 1 10 0,-1 0-6-16,-1 3-7 0,1-5 3 15,6-3-3-15,3-7 32 0,5-8 18 16,3-5 26-16,5 0-26 0,6-5 0 16,5-6 1-16,6-1 24 0,2 0-8 0,4-3-17 0,-1 2-15 15,3 3-10-15,1 3-9 16,-3 3 30-16,0 4-14 0,-5 3 5 15,0 5-7-15,-4 4 20 0,-6 2 19 0,-2 4 37 16,-4 0 50-16,-2 1 0 16,-4 2 2-16,-1 0-19 0,0 1-33 0,-6-3-22 15,0 2-16-15,0-6-2 0,0-2-4 0,0-4-12 16,0-3-37-16,2-3-59 16,-3-3-5-16,2 0-23 0,-3-2-47 15,0-7-39-15,1-5-39 0,0-5-144 0,3 2-386 16,-1-20-895-16</inkml:trace>
  <inkml:trace contextRef="#ctx0" brushRef="#br0" timeOffset="116540.154">11180 12300 3104 0,'0'0'582'0,"0"0"-248"0,0 0-93 16,0 87 91-16,0-58-3 0,-4-2-45 0,1-4-141 15,1-4-98-15,1-3-45 16,-1-8-21-16,2 1-61 0,0-6-77 0,0-3-48 16,0 0-39-16,0-1-141 0,-1-8-352 15,-1 1-666-15,-4-10-743 0</inkml:trace>
  <inkml:trace contextRef="#ctx0" brushRef="#br0" timeOffset="116681.873">11114 12147 2955 0,'0'0'606'0,"0"0"-137"16,0 0-265-16,0 0-83 0,0 0-18 0,0 0-17 16,0 0-27-16,0 0-59 0,0 0-105 15,0 0-125-15,76-25-193 0,-65 19-253 16,3-1-782-16</inkml:trace>
  <inkml:trace contextRef="#ctx0" brushRef="#br0" timeOffset="116948.089">11366 12300 3089 0,'0'0'541'15,"0"0"-266"-15,13 80-127 16,-6-58 142-16,2-1 16 0,-2-5-14 0,6-6-139 16,-2-5-120-16,3-3-33 15,3-2-48-15,1-7-72 0,1-7-21 0,1-5 6 16,3-7-62-16,-4 0-70 0,1-4-50 16,-4 2 4-16,-1 1 75 0,-7 3 101 15,-3 2 137-15,-4 1 47 0,-1 2 118 0,-4 4 16 16,-5 3-20-16,0 5 37 0,-2 7-34 15,1 0 23-15,-2 10-13 0,-1 5-91 16,0 7 10-16,-1 3-29 0,1 2 1 16,-1-1-25-16,2-2-40 0,0-6-116 15,4-4-152-15,4-7-81 0,4-4 3 0,0-3 10 16,4-4-224-16,6-3-241 16,10-13-406-16</inkml:trace>
  <inkml:trace contextRef="#ctx0" brushRef="#br0" timeOffset="117191.432">11810 12156 2255 0,'0'0'777'0,"0"0"-223"0,0 0-154 0,0 0-18 0,23 80-27 16,-23-52-3-16,-4 1-50 0,-4-4-129 15,2-4-91-15,0-8-61 0,4-7-21 16,2-5-27-16,0-1-43 0,2-2-27 16,7-7-31-16,3 0 13 0,7-8 17 0,1-2 34 15,3-3 6-15,1-1-49 0,-1-2 24 16,1 4 31-16,0 3 30 0,1 2 19 0,-4 9-12 15,0 2 15 1,-3 5 67-16,-5 0-8 0,0 12-16 16,-4 1 0-16,-2 4 2 0,1 3-14 15,-2 3-19-15,-1-2-12 0,-4 3-76 16,2-2-44-16,0-1-160 0,1-2-391 0,-1-5-624 0,3 3-887 16</inkml:trace>
  <inkml:trace contextRef="#ctx0" brushRef="#br0" timeOffset="117639.945">13185 12206 1190 0,'0'0'1541'0,"0"0"-1130"0,26 84-144 15,-16-43-89-15,1 11 65 0,2 9 109 16,-4 7-26-16,1 7-88 0,-1 3-48 0,-2 6-46 16,-1 2-62-16,1-1-9 15,-3-2-55-15,-1-5-18 0,-2-7-13 0,4-12-60 16,-1-11-40-16,2-13-6 0,4-11 24 15,0-9 6-15,-1-8-34 16,2-7-47-16,2 0-13 0,1-13-99 0,-2-6-175 16,0 0-275-16,2-22-915 0</inkml:trace>
  <inkml:trace contextRef="#ctx0" brushRef="#br0" timeOffset="117898.896">13326 12184 2549 0,'0'0'576'0,"0"0"-67"0,0 0-238 16,0 0-107 0,95 59 1-16,-62-38 28 0,3 1-26 15,-3 0-47-15,-2-1-53 0,-7 3-39 16,-4-2-26-16,-7 0-2 0,-10 2-31 0,-3 2-30 16,-9 5-4-16,-12 2 25 0,-6 2 9 15,-7 1 7-15,0-4 5 0,-2-5 1 16,1-4-26-16,8-9-5 0,2-9-13 0,8-5-91 15,4-5-76-15,10-9-104 16,3-7-106-16,9-4-113 0,4 5-235 16,21-14-425-16</inkml:trace>
  <inkml:trace contextRef="#ctx0" brushRef="#br0" timeOffset="118240.386">13962 12200 836 0,'0'0'1638'0,"0"0"-928"0,0 0-163 16,0 0-70-16,0 0-99 0,0 0-95 0,0 0 14 0,0 0-90 15,-96 68-16 1,66-30-24-16,3 9-92 0,2 2-14 0,6-1-19 16,4-4-3-16,6-5-21 0,8-10-17 15,1-7-1-15,1-6-30 0,13-8 6 16,2-5-18-16,10-3-7 0,4-8-23 16,5-11 2-16,3-7-12 0,0-5-24 0,0-7-27 15,-4-1 29-15,-2 1 13 0,-2-1 21 16,-5 2 18-16,-6 4 15 0,-4 4 22 15,-6 3-10-15,-3 6 25 0,-3 7 13 16,-3 6 8-16,1 4 34 0,-1 3 67 16,0 10-3-16,0 9-16 0,0 9-69 15,-1 10 20-15,-3 6-11 0,-2 2 38 0,-2 1 7 16,4-6-36-16,0-8-52 0,1-10-47 16,3-10-71-16,0-8-9 0,3-2-7 15,4-3-12-15,3-9-13 0,4-9-18 16,1-6-153-16,2-8-253 0,-4 6-516 15,7-17-478-15</inkml:trace>
  <inkml:trace contextRef="#ctx0" brushRef="#br0" timeOffset="118459.899">14345 12100 1618 0,'0'0'821'0,"0"0"-193"0,0 0-122 16,0 0-83-16,0 0-132 0,26 96-92 16,-26-60 10-16,0 4 0 0,0 0-38 15,-7 0-18-15,2-5-53 0,-2-6-51 16,3-5-49-16,-1-6 0 0,2-6-3 0,2-4-9 15,-1-3 12-15,2-4 1 16,0-1-1-16,0 0-31 0,0-4-26 16,3-4-10-16,5-2-4 0,3-5 68 0,5-2 3 15,0-5 0-15,3-3-33 0,1 1-28 16,-1-2-10-16,2-4-48 16,2 1-13-16,-2-2-87 0,1-3-70 15,3-2-217-15,-8 10-489 0,11-19-602 0</inkml:trace>
  <inkml:trace contextRef="#ctx0" brushRef="#br0" timeOffset="118825.291">14919 11578 1820 0,'0'0'1199'16,"0"0"-787"-16,-31 91-168 0,21-45-55 0,-2 11 106 16,0 8 44-16,1 4 37 15,1 4-117-15,0 5-73 0,3-2-80 16,4-3-54-16,3-5-15 15,6-9 2-15,10-9-6 0,6-10 22 16,6-9-10-16,3-7-30 0,0-5-15 0,3-8-30 16,0-7-21-16,0-4-28 0,-3-3-18 0,0-10-22 15,-3-5-24-15,-3-6-22 0,-5-5 3 16,-5-3-84-16,-6-4-79 0,-9-5-79 16,-4 0-157-16,-16-2-32 0,-8 0-86 15,-8 1 159-15,-7 4 306 0,-8 7 60 16,-3 9 154-16,-4 9 378 0,3 9-17 15,6 4 86-15,9 7-114 0,8 6 1 16,11 1-1-16,6 2-51 0,11-2 33 16,4-1 24-16,7-1-20 0,15-3-95 15,9-2-92-15,11-4-37 0,7-3-25 0,7 0-12 16,-1-7-58-16,-3-2-102 0,1 0-161 0,-4 3-88 16,-13 1-675-1,15 1-1296-15</inkml:trace>
  <inkml:trace contextRef="#ctx0" brushRef="#br0" timeOffset="118950.881">16014 12189 2047 0,'0'0'0'16</inkml:trace>
  <inkml:trace contextRef="#ctx0" brushRef="#br1" timeOffset="128412.308">5433 8488 1349 0,'0'0'339'0,"0"0"-193"0,0 0 573 15,0 0-307-15,0 0-76 0,0 0-24 16,0 0-13-16,0 0-29 0,0 0 35 0,37 0-25 16,-34 2-62-16,1 5-47 0,-1 3-28 0,3 4-31 15,0 8-36-15,1 7-18 0,-3 9-13 16,-1 8-28-16,-3 10-17 0,2 7-3 16,-2 9-15-1,0 6 3-15,0 5 0 0,-6 4-6 0,0 1-31 0,-1 0-18 16,3-3 10-16,2-8 23 0,1-10 37 15,1-11-1-15,0-11 1 0,0-12-33 16,1-10-80-16,1-10-24 0,-2-7-44 16,1-6-59-16,-1-2-172 15,0-15-294-15,0 4-512 0,0-27-581 0</inkml:trace>
  <inkml:trace contextRef="#ctx0" brushRef="#br1" timeOffset="128620.212">5366 8466 1770 0,'0'0'1368'0,"0"0"-960"0,0 0-190 15,0 0-98-15,-67 94-10 0,45-61-3 16,2 2-35-16,-2 0-35 0,2-5-37 16,4-5-25-16,5-8-144 0,4-9-111 0,4-8-62 15,3-2-119-15,1-14-58 0,8-4-64 0,7-9-6 16,4-3-24-16,3-2 176 0,6-2 245 15</inkml:trace>
  <inkml:trace contextRef="#ctx0" brushRef="#br1" timeOffset="128716.181">5366 8466 222 0,'38'-15'600'0,"-4"-5"113"0,1 2-28 16,0 9-136-16,-2 1-113 0,-3 6-92 15,0 2-47-15,-1 6-67 0,0 7-43 16,-2 3-19-16,-3 8-66 0,-2 4-68 16,-1 4-34-16,-7 2-107 0,0 1-82 15,-8 1-122-15,-1-7-337 0,-5 12-1138 0</inkml:trace>
  <inkml:trace contextRef="#ctx0" brushRef="#br1" timeOffset="129181.795">2958 11574 1463 0,'0'0'1627'0,"0"0"-1079"15,0 0-195-15,88 27-165 16,-47-16-51-16,6-4 71 0,2-2-8 0,1-3-62 0,1-2-61 15,-5 0-47 1,0-7-8-16,-4-7-22 0,-2-4-43 0,-1-7-49 16,-7-4-65-16,-6-7-12 0,-3-7-120 15,-7-3-222-15,-8 10-547 0,-6-19-624 0</inkml:trace>
  <inkml:trace contextRef="#ctx0" brushRef="#br1" timeOffset="129354.005">3287 10972 2134 0,'0'0'1131'0,"-10"69"-785"0,8-20-241 0,2 11-83 15,0 16 98-15,0 7 169 0,7 3 0 0,-4 0-97 16,2-5-85-16,-2-9-85 0,1-13-22 16,2-15-62-16,0-17-79 15,0-15 26-15,3-12 19 0,3-5-47 0,5-17-93 16,4-13-53-16,3-14-115 0,-4 6-163 15,7-44-788-15</inkml:trace>
  <inkml:trace contextRef="#ctx0" brushRef="#br1" timeOffset="129705.451">3594 10543 2869 0,'0'0'521'16,"0"0"-163"-16,0 0-172 0,0 0 68 15,1 110 1-15,-2-46-26 0,1 13-5 0,1 9-28 16,5 9-65-16,1 5-34 0,-1 0-33 15,1 0-44-15,0-6-20 16,-2-9-12-16,-1-16-3 0,2-14 13 16,1-15-1-16,-1-15 3 0,-1-12-40 0,1-4-17 15,2-6-47-15,0-3-27 0,5-6 2 16,3-6 22-16,1-6 46 16,2-9 11-16,-2-7 26 0,2-4-4 0,1-2-6 0,-4 1 6 15,0 6 10 1,-3 9 15-16,-3 11 3 0,0 7 18 0,-1 6 96 15,-1 4 58-15,5 9-34 0,-3 6-37 0,2 6-37 16,-1 5-21-16,-3 5-25 0,-4 0-15 16,2-4 18-16,-2-5-21 0,0-7 0 15,-1-6-61-15,0-5-104 0,0-7-27 16,0-1 7-16,4-1 12 0,2-10-190 16,5-4-205-16,-4 1-430 0,9-13-495 0</inkml:trace>
  <inkml:trace contextRef="#ctx0" brushRef="#br1" timeOffset="129987.175">4248 11475 2564 0,'0'0'805'16,"0"0"-321"-16,0 0-185 16,0 0 37-16,0 0-65 0,0 0-14 15,0 0-58-15,86 9-102 0,-71-21-88 16,2-1-9-16,-2-4-39 0,-1-3-25 0,-1-1-22 16,-4 2-14-16,1 1 5 0,-6 1 18 15,-1 6 16-15,-3 1 30 0,0 6 31 16,-6 3 19-16,-5 1 24 0,-2 0 6 0,-4 4 3 15,-1 10-46-15,-1 2 21 16,2 5-11-16,0 6 13 0,1 7-29 16,-1 1-49-16,5 5 22 0,1-1 8 15,2-4-2-15,6-7 21 0,3-8 46 16,0-6 15-16,3-4-33 0,7-4-28 16,7-2 0-16,3-4-28 0,7 0-33 15,7-6-68-15,2-10 6 0,6-5-25 0,-3-3-243 16,-7 6-703-16,15-9-936 0</inkml:trace>
  <inkml:trace contextRef="#ctx0" brushRef="#br1" timeOffset="130431.549">4990 11289 2319 0,'0'0'983'16,"0"0"-706"-16,0 0 19 0,0 0-136 15,53 79 23-15,-39-39 93 0,-2 3-23 16,-3 3-60-16,-2-1-71 0,-1-8-76 16,-3-6-46-16,-1-10-23 0,0-9-91 0,0-5-69 15,-2-4 13-15,0-3-9 0,0-5-113 16,0 0-297-16,-13-18-719 0</inkml:trace>
  <inkml:trace contextRef="#ctx0" brushRef="#br1" timeOffset="130569.158">4969 10982 699 0,'0'0'2469'0,"0"0"-1821"15,0 0-498-15,0 0-150 0,0 0-28 0,0 0 25 16,0 0-47-16,95-8-234 0,-75 4-392 16,16-2-995-16</inkml:trace>
  <inkml:trace contextRef="#ctx0" brushRef="#br1" timeOffset="130831.669">5506 11123 2485 0,'0'0'981'16,"0"0"-605"-16,-44 78-185 0,25-47 4 15,-3 6 63-15,2-3-33 0,4-4-96 16,6-6-84-16,3-5-45 0,5-6-2 0,2-5 0 16,6 1-29-16,9-1-15 0,2-1 6 15,7 2 22-15,5-2 2 0,2 2 13 16,0 1 0-16,-2 0 3 0,1-1 0 15,-4 3 2-15,-3 0 17 0,-4 4 11 16,-3-3 50-16,-6 6 15 0,-3-1-9 0,-5 1-16 16,-2 0-9-16,0 0 0 15,-5 2-6-15,-2-5-28 0,0-3-27 16,-2-1-57-16,-1-5-98 0,1-7-44 0,2-2-81 16,-3-11-135-16,4-7-15 15,4-5-273-15,-1 2-518 0,3-20 13 0</inkml:trace>
  <inkml:trace contextRef="#ctx0" brushRef="#br1" timeOffset="131073.375">5796 11293 665 0,'0'0'1908'0,"0"0"-1256"0,0 0-230 0,0 0-66 15,80 55-15-15,-65-35 36 0,-1-1-40 0,-5 0-96 16,3-6-101-16,-2-6-89 0,0 0-51 16,4-7-14-16,1-3-47 0,3-12-21 15,3-4-21-15,3-6-16 0,0-7 6 0,2-4 9 16,-5-2-7-16,-1 1-2 0,-3 5 29 15,-7 2 29-15,-4 3 55 0,-6 6 3 16,0 0 34-16,-10 7 28 16,-9 3 0-16,-5 7-16 0,-5 4-48 0,-3 10-1 15,-2 11-40-15,-1 8-34 0,3 7-102 16,2 1-200-16,4 5-126 16,9-11-136-16,-11 14-1029 0</inkml:trace>
  <inkml:trace contextRef="#ctx0" brushRef="#br1" timeOffset="132250.595">3262 12658 969 0,'0'0'290'0,"0"0"59"15,0 0 864-15,0 0-717 0,0 0-134 16,31 64-163-16,-18-28-105 0,1 8-2 0,0 4 17 16,2-1-47-16,-3-3-62 0,-2-6-9 15,0-8-19-15,-2-8-22 0,-2-9-57 16,-2-5-75-16,0-5-30 0,-4-3-67 15,-1 0-191-15,0-3-530 16,-4-16-425-16</inkml:trace>
  <inkml:trace contextRef="#ctx0" brushRef="#br1" timeOffset="132415.076">3170 12369 1884 0,'0'0'1026'0,"0"0"-524"15,0 0-204-15,0 0-3 0,0 0-32 0,0 0-141 16,0 0-122-16,0 0-4 0,0 0-98 0,88 64-126 16,-64-56-112-16,-6-2-242 15,6 3-582-15</inkml:trace>
  <inkml:trace contextRef="#ctx0" brushRef="#br1" timeOffset="132686.953">3700 12677 2474 0,'0'0'476'0,"0"0"-207"16,-30 68-132-16,17-41-6 0,-1 3 40 0,4-4-23 15,1-1-53-15,6-8-39 0,-1-6-12 0,4-5-44 0,4-4-32 16,8 0-41-16,5 1 29 16,3 0 41-16,3-2-22 0,3 1 23 15,0-1-1-15,-3 1 0 0,0 3-16 16,-1-2-6-16,-5 5 22 0,-1 1 1 15,-1 2 1-15,-4 2 2 0,-4 1 9 0,-1 3 37 16,-5 0-18-16,-1 1-29 0,0 0-103 16,-4 0-52-16,-2-1 9 15,-4-2-17-15,-3-2-70 0,0-1-182 16,-1-7-404-16,-4-3-926 0</inkml:trace>
  <inkml:trace contextRef="#ctx0" brushRef="#br1" timeOffset="133231.223">4458 12703 3194 0,'0'0'416'0,"0"0"-138"15,0 0-165-15,0 0 91 16,0 0 38-16,0 0 2 0,88 84-29 16,-76-50-62-16,-2 3-40 0,-3 2-43 15,0-2-43-15,-4-3-24 0,0-7-3 0,-1-8-18 16,1-7-52-16,-3-8-30 0,1-3-23 0,2-1-36 16,0-6-10-16,5-7 27 0,1-4 49 15,1-6 43-15,3-1 38 0,-3-4-4 16,-1 1 14-16,4 2 0 0,-5 1-13 15,1 7 15-15,1 1 0 0,-1 8 27 16,-2 4 53-16,-1 4 35 16,4 0 33-16,-3 2 67 0,0 5-47 0,2 4-55 15,2 3-28-15,-3 0-9 0,-1 4-9 16,3-1-12-16,-6-3-13 0,-1-1-42 16,-2-3-79-16,1-4-100 0,-2-3-22 15,0-3 5-15,0 0-13 0,1-9-157 0,1-2-341 16,2-1-446-16,1-13-497 0</inkml:trace>
  <inkml:trace contextRef="#ctx0" brushRef="#br1" timeOffset="133492.239">4977 12678 2805 0,'0'0'963'0,"0"0"-654"0,0 0-165 0,0 0 39 0,16 81 138 16,-13-65 35-16,0-5-116 0,0-3-153 15,1-5-87-15,0-3-39 0,2-3-74 16,3-6 13-16,7-4 17 0,0-6 13 15,1-4-9-15,-1-4-13 0,-2 1 6 0,-2 1 3 16,-2 4 9-16,-3 6 36 0,-4 5 38 16,-2 5 18-16,-1 4 38 15,0 1 57-15,-4 0 32 0,-3 6-20 16,-2 6-39-16,-1 1-41 0,1 3-17 16,-4 2 3-16,2 1-31 0,-1 3-27 0,4-5-13 15,-1-1-18-15,5-6-91 16,-1-5-85-16,3-5-103 0,2-4-91 0,0-11 52 15,0 1-172-15,8-23-598 0</inkml:trace>
  <inkml:trace contextRef="#ctx0" brushRef="#br1" timeOffset="133720.508">5319 12068 1425 0,'0'0'2115'15,"0"0"-1664"-15,0 0-366 0,6 81-16 16,-4-40 217-16,4 8 69 15,2 8-40-15,3 0-154 0,2 4-60 16,3-2-28-16,0 0-22 0,1-7-23 0,-1-3-13 16,1-7-14-16,-1-8 14 0,1-7-12 0,-1-7-3 15,-2-7-39-15,0-2-50 0,-3-6-29 16,1-4-4-16,-2-1-18 0,0 0-28 16,-5-6-1-16,0-3-131 0,-4-5-269 15,-1 0-223-15,-4-4-350 0,-3 4 361 16,-12-6-219-16</inkml:trace>
  <inkml:trace contextRef="#ctx0" brushRef="#br1" timeOffset="133849.277">5421 12610 636 0,'0'0'564'16,"0"0"-291"-16,0 0 104 0,0 0 58 0,-76-44 4 16,73 42-50-16,3 0-108 15,4 2-119-15,6-1-102 0,2-2-59 16,9-3 81-16,7-5 79 0,2-2 44 0,5-1-118 16,-1-4-34-16,1-1-40 0,-2-2-13 15,-1-1-130-15,-2 0-201 0,-7 5-308 16,4-6-938-16</inkml:trace>
  <inkml:trace contextRef="#ctx0" brushRef="#br1" timeOffset="134664.503">3741 13821 3 0,'0'0'206'16,"0"0"-206"-16,0 0-43 0,0 0-123 15</inkml:trace>
  <inkml:trace contextRef="#ctx0" brushRef="#br1" timeOffset="135056.364">3741 13821 391 0,'-26'-49'463'16,"26"48"-368"-16,0 1 12 0,0 0 27 0,0-1 481 15,0 1-151-15,0 0-99 0,1 0-124 16,-1 0-54-16,2 0-24 0,-1 0 31 0,0 0 9 16,2 7-10-16,5 3-27 0,2 9 66 15,6 9-82-15,5 10-48 0,1 9-46 16,2 6-26-16,1 1-2 16,-5-3-27-16,-3-9-1 0,-1-9 0 15,-4-10-15-15,-2-7-13 0,0-8-12 0,-1-6 18 16,1-2-27-16,1-7 11 0,2-9-8 15,0-9 9-15,0-8-16 0,-3-9-13 0,-1-3-24 16,-4-5-68-16,0 0-59 0,-4-1-87 16,1 5-2-16,-2 1 52 0,0 7 26 15,-2 3 73-15,-2 6 22 0,-2 4 133 16,-1 2 58-16,1 9 107 0,2 3 9 16,4 9 3-16,-2 2-17 0,2 0 35 15,0 4-13-15,0 6 8 0,5 7-13 16,1 6-39-16,4 8 20 0,0 6-65 0,3 5 7 15,0 2-13-15,-3 2-22 16,-1-3-13-16,-1-2-24 0,-1-2-28 0,-4-4 0 16,0-6-25-16,-1-4 22 15,-2-8-27-15,1-3-54 0,-1-7-71 16,0-7-106-16,0 0-231 0,0-7-253 0,0-11-594 0</inkml:trace>
  <inkml:trace contextRef="#ctx0" brushRef="#br1" timeOffset="135390.27">4140 13736 2504 0,'0'0'550'0,"0"0"-253"0,0 0-119 15,32 67 12-15,-17-31 27 0,3 4 3 0,-2 3-17 16,1-1-58-16,-3-4-52 0,2-5-51 16,-4-3-42-16,-2-9-16 0,0-4 1 15,-3-6-13-15,0-7-55 0,1-4-35 0,0-2 41 16,4-10-1-16,-1-3 34 0,4-8 16 15,-2-3 13 1,-1-6-7-16,2-4-28 0,-4 0 8 0,3 2 1 16,-3 0 29-16,-3 5-1 0,1 5 13 0,-2 6 0 15,-3 5 1-15,0 6-1 0,0 5 16 16,0 2 98-16,0 2 29 0,1 6-37 16,2 4-10-16,1 6-16 0,2 4-6 15,2 3-36-15,-1 3-29 0,-2-3-9 16,-3-1-25-16,1-6-12 0,-2-4-90 0,-1-4-71 15,0-4-78-15,1-6-153 16,2 0-326-16,-1-4-542 0,3-15-91 0</inkml:trace>
  <inkml:trace contextRef="#ctx0" brushRef="#br1" timeOffset="135531.94">4774 13766 2103 0,'0'0'983'0,"0"0"-635"0,0 0-152 0,29 78 25 16,-23-50 69-16,-3-1-10 0,-2 0-30 15,-1-7-97-15,0-4-101 0,0-6-52 16,0-5-105-16,0-2-64 0,-3-2-45 0,-4-1-123 16,1-1-316-16,-10-14-616 0</inkml:trace>
  <inkml:trace contextRef="#ctx0" brushRef="#br1" timeOffset="135673.394">4594 13541 1577 0,'0'0'1866'0,"0"0"-1395"0,0 0-402 16,0 0 17-16,0 0-24 0,0 0 4 0,98 23-60 16,-65-21-6-16,3-2-229 0,3 0-96 15,-10 0-376-15,13-5-974 0</inkml:trace>
  <inkml:trace contextRef="#ctx0" brushRef="#br1" timeOffset="136098.607">5181 13459 2647 0,'0'0'654'0,"0"0"-210"0,0 0-211 0,0 0 90 16,-74 87-42-16,54-46-41 0,1 9-38 16,5 6-89-16,2-2-15 0,4 1 5 15,5-8-27-15,3-5-45 0,0-12-31 16,1-10-25-16,6-8 4 0,-1-5-15 16,4-7-34-16,4 0-43 0,4-12 22 15,2-7 23-15,0-8-2 0,2-6-43 0,-5-4-47 16,-1-4-118-16,-2 3-84 0,-4 1-44 15,-1 4 69-15,-2 2 39 0,-4 6 122 16,-3 6 176-16,0 6 131 16,0 5 158-16,0 8 13 0,0 0-8 15,0 3-2-15,0 3-105 0,0 3-32 0,0 5-75 16,0 7 1-16,0 5-17 0,7 10 10 16,1 5 31-16,4 6 32 0,3 6-21 0,2 3-49 15,2 9-36-15,3 5-28 0,-1 4 24 16,-2 4 1-16,-2-3-1 0,-2 0-9 15,-1-3 16-15,-2-3-13 0,-2-5 0 16,3-5-18-16,-2-5-3 0,-2-8-39 16,2-7-13-16,0-8 0 0,-3-10-2 15,1-4-41-15,-2-10-36 0,-3-4 14 16,1-3 13-16,-2 0 6 0,0-10-23 16,-1-4-21-16,-2-5-38 0,0-9-68 0,0-3-102 15,-5 4-319-15,-9-23-657 0</inkml:trace>
  <inkml:trace contextRef="#ctx0" brushRef="#br1" timeOffset="136932.69">5544 13558 2655 0,'0'0'769'15,"0"0"-420"-15,0 0-158 0,0 0-8 16,0 0 60-16,0 0 13 0,0 0-65 16,39 87-47-16,-27-51-10 0,2 4-27 15,0 0-13-15,-4-4-9 16,2-3-24-16,-4-7-37 0,1-5-24 16,-5-8-11-16,2-6-1 0,-3-5 0 0,3-2-9 15,2 0-40-15,2-8-15 0,2-8-9 0,5-4-4 16,0-8-15-16,-1-8-3 0,-2-1-6 15,1-1-19 1,-2 2 2-16,-3 6 43 0,0 5 32 0,-5 7 37 0,-1 6 18 16,-1 6 1-16,1 6 55 0,0 0 89 15,1 7 15-15,1 6 40 0,2 3-47 0,1 3-41 16,-1 2-48-16,3 0-6 16,-4-3-21-16,3-3-10 0,-3-3-27 15,0-3-12-15,3-5-3 0,-3-4 13 16,4 0-29-16,1-8-39 0,2-6-36 15,0-6-1-15,-1-4-16 0,1-2-11 16,2-5-54-16,-1-3-47 0,0 2-81 0,0 1-42 16,2 1 53-16,-1 6 174 0,0 3 131 0,-3 7 0 15,0 6 147 1,-2 4 97-16,0 3 52 0,0 1-16 0,-2 0-47 0,-2 0-48 16,3-1-59-16,-3-2-34 15,0 0-15-15,1-5-13 0,0-2-21 0,2-2-43 16,-1-2-9-16,-1-5-40 0,1 3-16 15,-3-2 4-15,1 2 15 0,-5 4 12 16,-1 1 34-16,-1 4 23 0,-1 3 23 16,-8 1 24-16,-3 3 13 0,-3 0-16 15,-1 6-9-15,-3 2 12 0,0 4 10 16,2 7-50-16,1 4-18 0,0 2 9 0,3 6 4 16,3 5 63-16,3 3-34 15,1 5-44-15,-1-1-10 0,6 2-13 0,-1-5 13 16,2-4 0-16,3-8 46 15,6-6-4-15,2-7-42 0,6-3-9 0,-1-2-24 16,6-4 6-16,4-5-13 0,1-1-39 16,3-2-67-16,4-9-6 0,-1-2-38 0,1-5 0 15,4-1-156-15,-2-1-299 0,-6 6-609 16,9-3-970-16</inkml:trace>
  <inkml:trace contextRef="#ctx0" brushRef="#br1" timeOffset="137075.448">7086 13539 3417 0,'0'0'1282'0,"0"0"-731"0,0 0-311 15,0 0-240-15,0 0 0 0,0 0-45 16,0 0-62-16,0 0-121 0,0 0-133 16,-82-6-363-16,58 6-1231 0</inkml:trace>
  <inkml:trace contextRef="#ctx0" brushRef="#br1" timeOffset="138644.609">2160 16044 1706 0,'0'0'68'0,"0"0"964"0,0 0-587 0,0 0-54 16,0 0-114-16,0 0-88 0,0 0-33 16,0 0 34-16,0 0-70 0,0 0 22 0,88 12-13 15,-35-10-16-15,9-1-64 0,4-1-49 16,-1 0-31-16,-4-5-89 0,-8-3-12 15,-4-3-13-15,-6-1 25 16,-4-2-41-16,-6-2-80 0,-4 0-210 0,-9 4-296 16,-8-8-686-16</inkml:trace>
  <inkml:trace contextRef="#ctx0" brushRef="#br1" timeOffset="138887.483">2481 15545 307 0,'0'0'762'15,"0"0"-150"-15,-16 71-222 0,13-31 356 0,3 10-275 0,0 7-96 16,9 9-73-16,1 9-38 0,2 5-19 16,-4 2-56-16,2 0-73 0,-4-6-106 15,-2-10-10-15,1-14-65 16,-1-17 13-16,-1-14-25 0,2-13-34 15,0-6-51-15,4-4-68 0,1-11-151 0,6-9 83 16,0-10-79-16,-2 4-296 16,5-33-715-16</inkml:trace>
  <inkml:trace contextRef="#ctx0" brushRef="#br1" timeOffset="139469.498">2797 15393 1380 0,'0'0'705'0,"0"0"-239"0,0 0-92 0,0 0 112 15,7 75-173-15,-3-29-39 0,2 11-51 16,3 12-65-16,-2 9-12 16,0 8 2-16,-1 5-7 0,-3 1-46 15,-3 0-24-15,0-4-62 0,0-10-9 16,0-10-61-16,-1-15-7 0,1-14 28 16,0-15 22-16,0-11 16 0,0-7-20 15,5-6-67-15,2 0-62 0,3-11-10 16,6-4 56-16,2-8 58 0,3-2 34 0,1-6 11 0,-2 0-29 15,0 0 0-15,-4 8 29 0,-3 3-1 16,-1 9-32-16,-5 6 1 0,3 5 34 16,-2 0 0-16,3 9 122 15,3 3 2-15,-1 4-28 0,4 1 7 16,-2 0-54-16,2-5-27 0,-1 0-22 0,1-6-15 16,2-3 0-16,0-3-69 0,1 0 7 15,3-8-26-15,-3-2-62 0,3-1-55 16,0-2-80-16,-1 0-91 0,2 1-67 0,-2 2-117 15,1 1-3-15,-4 4 226 16,1 1 352-16,-6 2 280 0,1 0 97 0,-5 2 67 16,-3 0-21-16,0 0-60 15,-1-1-45-15,-2-2-67 0,1-1-34 16,-1-1-47-16,2-4-76 0,-1-3-85 0,1-2-9 16,-2-5-37-16,1-1-41 0,-4 0-39 0,-1 2-18 15,0 0 31-15,0 4 34 0,-7 0 61 16,-3 4 9-16,-3 3 41 0,3 3 38 15,-4 4 40-15,0 2-15 0,3 7-34 16,-2 3-67-16,3 7 38 0,-1 5 58 16,3 5 16-16,1 6-74 0,3 5-20 15,2 0 7-15,2-4-9 0,0 0-19 16,10-6-19-16,6-7-36 0,6-6-23 16,5-6-3-16,5-5 44 0,3-5-38 15,3-1-74-15,-2-9-153 0,0-6-287 16,-8 2-519-16,8-9-583 0</inkml:trace>
  <inkml:trace contextRef="#ctx0" brushRef="#br1" timeOffset="140785.977">5003 16148 2088 0,'0'0'734'0,"0"0"-117"0,0 0-316 16,0 0-115-16,0 0-10 0,0 0 45 0,0 0-1 15,0 0-109-15,0 0-83 0,95 24-28 16,-71-24 3-16,-3-4-3 16,2-5-1-16,-1-4-20 0,-2-3-7 0,0-2-31 15,-5-1-30-15,-1-3-11 0,-4 0-14 16,-3 0-77-16,-4-1-73 0,-3 0-65 0,0 1-15 15,-6 1 23-15,-4 2 24 16,-7 2 168-16,-2 2 113 0,-4 4 16 0,-4 3 116 16,-2 5 139-16,2 3-207 15,-2 6 23-15,3 6-68 0,3 7 97 16,3 8 54-16,5 2 76 0,4 6-14 0,3 7-49 16,5 2-25-16,3 2-26 0,0 1-21 15,8-4 36-15,6-4 43 0,3-9-13 16,5-5-76-16,5-5-85 0,-1-7-31 15,-1-7-58-15,4-5-13 0,0-1 46 0,1-12-37 16,-1-5-60-16,-1-7-115 0,-2-6-162 16,-6 6-306-16,-1-19-885 0</inkml:trace>
  <inkml:trace contextRef="#ctx0" brushRef="#br1" timeOffset="140934.493">5423 15904 2493 0,'0'0'643'15,"0"0"-365"-15,0 0-231 0,50 70 20 0,-27-40 180 16,3 0 130-16,0-1-137 0,0-3-138 16,1-5-102-16,-1-6-37 15,1-6-125-15,0-3-71 0,0-6-10 0,-1-3-61 16,-6-3-225-16,7-15-736 0</inkml:trace>
  <inkml:trace contextRef="#ctx0" brushRef="#br1" timeOffset="141098.946">5650 15858 2869 0,'0'0'680'0,"0"0"-427"15,-61 89-137-15,39-46-9 0,-4 11 122 0,1 6 41 16,-2 5-88-16,4 4-106 0,3 1-29 16,-2-2-27-16,5-4-20 0,1-9-34 15,4-9-119-15,4-10-104 16,2-8-234-16,3-10-660 0,3-12-1059 0</inkml:trace>
  <inkml:trace contextRef="#ctx0" brushRef="#br1" timeOffset="141352.81">5822 16013 1304 0,'0'0'1550'16,"0"0"-1255"-16,21 85-167 0,-13-42 34 0,-1 9 189 15,0 9 27-15,0 5-83 0,-1 6-128 0,-2 4-72 16,1 6-18-16,-1 2-31 16,0 0-44-16,0-1-2 0,-2-3-46 15,1-2 21-15,-2-10-36 0,2-8-44 0,3-9 19 16,0-10-19-16,5-14 2 16,-2-7 10-16,3-10-16 0,-3-10-30 15,2-2-109-15,0-14-69 0,-1-10-214 16,-1 2-548-16,0-26-548 0</inkml:trace>
  <inkml:trace contextRef="#ctx0" brushRef="#br1" timeOffset="141587.829">5858 16062 2854 0,'0'0'400'0,"0"0"-278"0,0 0-121 0,0 0 11 0,0 0 169 16,86-49 100-16,-55 40-44 0,2 3-81 15,0 1-17-15,2 5-27 0,-4 0-10 16,-6 0-47-16,-7 6-55 0,-6 6-21 16,-5 4-41-16,-7 5 28 0,-3 8 9 15,-10 6-46-15,-8 7-40 0,-8 4 8 16,0 0-22-16,-1-4-4 0,1-6-54 0,6-11-108 16,6-12-101-16,6-12 26 0,7-8 102 15,1-15-86-15,3 0-773 0,7-28 121 0</inkml:trace>
  <inkml:trace contextRef="#ctx0" brushRef="#br1" timeOffset="141864.692">6233 15917 2579 0,'0'0'745'0,"0"0"-264"0,0 0-232 0,24 82 4 16,-20-50 78-16,1-2-30 0,0-2-84 16,0-5-95-16,-1-6-68 0,2-5-38 15,3-8-16-15,2-3-37 0,4-1-33 0,0-9 12 16,3-1 22-1,0-6-16-15,-3-4-46 0,1-1 0 0,-3-2 12 0,-2 3 6 16,-4-1 10-16,-2 5-11 0,-2 3 4 16,-3 2 37-16,0 3 18 0,-2 4 22 15,-5 4 28-15,-2 1 3 0,-2 9-9 0,1 2-1 16,-2 3-8-16,-2 5-13 0,2 2-10 16,-1 3-48-16,-1 3 17 15,-2-2 14-15,0 1-48 0,0-3-202 16,-1-4-393-16,3-5-568 0,-5 1-498 0</inkml:trace>
  <inkml:trace contextRef="#ctx0" brushRef="#br1" timeOffset="142237.588">6611 15852 2463 0,'0'0'723'0,"0"0"-265"16,5 71-221-16,-5-38-1 0,1 9 84 0,-1 0-8 16,0-1-89-16,0-2-103 15,0-4-68-15,0-4-52 0,-1-7-36 0,1-5-80 16,0-10 6-16,0-4 5 0,4-5 22 16,5 0-28-16,5-12-25 0,2-5 22 15,6-5 36-15,1-5 0 0,-1-2-31 16,0-3-11-16,1 2 47 0,-1 0 73 0,-6 3 32 15,1 3 71-15,-5 5-8 16,-3 7-23-16,-1 4-3 0,-4 8 21 16,1 0 37-16,-4 8 27 0,2 9 3 0,-1 5-46 15,-2 4-35-15,0 5-21 0,0 3 10 16,-2 3 11-16,1-5 61 0,1-2-43 16,0-7-61-16,0-8-32 0,0-8-1 0,3-6-69 15,1-1-62-15,3-6-12 0,4-4 11 16,3-7-15-16,1-4-124 0,1-4-356 15,-1 3-717-15,6-8-484 0</inkml:trace>
  <inkml:trace contextRef="#ctx0" brushRef="#br1" timeOffset="142530.938">7149 16033 2684 0,'0'0'1132'0,"0"0"-771"0,0 0-255 16,0 0-4-16,0 0 47 0,0 0 27 15,0 0-41-15,0 0-135 0,87 26-40 16,-67-37 9-16,-1-4 4 0,2-3-59 15,-1-4-66-15,1 0-40 0,-1 0-10 16,-4 2-12-16,-2 0 31 0,-4 4 47 16,-4 2 126-16,-5 2 10 0,-1 3 76 15,-3-1 57-15,-7 4 31 0,-3 2-38 0,-3 2 11 16,2 2-46-16,-3 2-73 0,4 8 75 16,-3 7-15-16,4 5 2 0,-2 8-31 15,1 5 25-15,-4 3-6 0,2 2-4 16,0-2-36-16,4-7-28 0,1-6-43 15,5-7 9-15,3-8 0 0,2-4-5 16,0-6-29-16,6-2-65 0,2-8-37 0,4-6-95 16,4-5-256-16,-6 1-722 15,10-13-913-15</inkml:trace>
  <inkml:trace contextRef="#ctx0" brushRef="#br1" timeOffset="142819.889">7419 15893 3156 0,'0'0'972'0,"0"0"-726"0,0 0-172 0,-5 81-24 15,1-49 70-15,-3 1 132 0,3-2-4 16,1-5-138-16,3-7-101 16,0-5-9-16,0-6-122 0,3-3 15 15,2-2 55-15,4-3 37 0,-1 0 12 0,4-8-46 16,4-5-9-16,-3-5-7 0,4-1 10 16,-2 0 2-16,-1 2 16 0,-2 0 3 15,0 3 13-15,-3 3-7 0,-2 7 6 16,-2 4 22-16,1 4 38 0,-1 8 94 15,-1 4 46-15,2 5-92 0,2 2-49 0,-3 0 21 16,2-2 0-16,1-3-18 0,-3-5-38 16,3-2-2-16,0-7-95 0,2-3-30 15,-1-1-1-15,5-8 3 0,-1-4-38 16,3-6-99-16,2-4-201 0,-4 6-267 16,5-12-637-16</inkml:trace>
  <inkml:trace contextRef="#ctx0" brushRef="#br1" timeOffset="143448.891">8142 15359 440 0,'0'0'1732'16,"0"0"-1183"-16,0 0-241 0,0 0 15 16,0 0-72-16,-7 89 5 0,4-50-55 15,3 14-29-15,0 6-7 16,3 5 27-16,7 3 20 0,4-1-25 0,-2-6-41 15,4-5-36-15,-2-10-46 0,2-5-64 16,-1-9-12-16,2-10-110 16,-3-4-6-16,-1-8 33 0,0-4 0 0,-3-5-12 15,-3 0-4-15,1-5-53 0,-6-6-44 16,0-5-77-16,-2-4-102 0,-4-3-123 0,-12-2-105 16,-6 0-192-16,2 6 32 0</inkml:trace>
  <inkml:trace contextRef="#ctx0" brushRef="#br1" timeOffset="143582.728">8024 15791 896 0,'0'0'569'0,"0"0"55"15,0 0-193-15,-87-58-122 0,70 50 63 0,10 4 48 16,4 4 37-16,3 0-149 16,7 0-125-16,10 0-47 0,11 0-20 15,9 0-21-15,5-5-33 0,4 0-13 0,0-2-49 16,0-4-25-16,-2-2-103 0,-4-1-63 16,0-2-75-16,-5 1-180 0,-8 3-648 15,2-3-1049-15</inkml:trace>
  <inkml:trace contextRef="#ctx0" brushRef="#br1" timeOffset="143873.719">8655 15637 2546 0,'0'0'1016'0,"0"0"-540"0,0 0-238 0,0 0-145 16,0 0-68-16,0 0-14 0,-79 64-11 15,63-49-56-15,0 2 16 0,5-2 6 16,2 2-16-16,3-3-9 0,6-2 3 0,0 2 12 15,4-5-7-15,5 0-3 0,1-2 32 16,3 0 20-16,0-2 1 0,3-1 1 16,1-2 15-16,2 0 4 0,0 0-7 15,-2-2-12-15,0 0 0 16,-4 0-31-16,-1 0 12 0,-2 0-9 16,-6 0 3-16,-1 0-16 0,-1 4-16 0,-2 0-57 15,-2 4-25-15,-5 3-4 0,-4 3-16 16,-1 5-65-16,-1-1-211 0,0-5-621 15,-7 6-455-15</inkml:trace>
  <inkml:trace contextRef="#ctx0" brushRef="#br1" timeOffset="144803.866">8422 15868 111 0,'0'0'2741'0,"0"0"-1978"0,0 0-464 15,0 0-258-15,0 0-40 0,0 0 49 16,0 0 33-16,76-31 4 16,-53 15-37-16,4-7-19 0,0-2-31 0,4-2-25 15,0-1-19-15,0 1 29 0,-2 2 2 16,-3 2-24-16,-2 4-16 0,-5 3 5 15,-7 3 20-15,-4 2 28 0,-3 6 28 16,-4 0 23-16,-1 2-10 0,0 0 15 16,-4-1-53-16,-5 2 31 0,-3 0 25 15,0 2-37-15,-3 0 22 0,-1 0 15 16,2 4-59-16,-3 4-28 0,-1 2 12 0,0 4 16 16,-1 4 2-16,0 4 26 15,2 1 3-15,2 3-6 0,1 1-10 0,1 2-2 16,3 3 9-16,0-1 24 0,6-2 16 0,-1-3 12 15,5-4-28-15,0-5-27 0,5-3-19 16,7-3-3-16,3-5-58 0,5-4-23 16,2-2-42-16,5-2-8 0,3-15-31 15,4-2-99-15,0-9-111 0,2-3-194 16,-13 7-396-16,9-12-254 0</inkml:trace>
  <inkml:trace contextRef="#ctx0" brushRef="#br1" timeOffset="145113.726">8933 15579 2255 0,'0'0'741'0,"0"0"-246"0,0 0-311 0,0 0-58 16,0 0 91-16,0 0 27 0,0 0-64 16,0 0-44-16,28 86-43 15,-25-60-1-15,-2-1-24 0,0-4-43 16,1-2-25-16,1-7-46 0,0-1-52 16,1-6-7-16,2-2 25 0,2-3-1 15,5-7-30-15,5-5-54 0,3-7-58 0,0-3-48 16,1-1-72-16,0 2 52 0,-3 1 121 15,0 6 128-15,-8 5 23 0,-1 5 19 16,-3 4 121-16,-4 7 190 16,-1 8 61-16,-2 7 12 0,0 4-77 15,-3 2-78-15,-3 3-53 0,0 0-7 0,1-3-4 16,2-2-46-16,1-7-61 0,2-7-58 16,0-7-6-16,6-5-61 0,5-3-65 15,4-11-2-15,5-7 26 0,3-9-12 0,4-7-108 16,2-7-184-16,3-4-341 0,-10 13-598 15,12-23-435-15</inkml:trace>
  <inkml:trace contextRef="#ctx0" brushRef="#br1" timeOffset="145445.046">9585 15089 2606 0,'0'0'696'0,"0"0"-321"16,-5 66-252-16,-2-28 9 0,1 12 69 15,-2 7 132-15,1 8-31 0,1 4-81 0,0 2-78 16,-1 0-39-16,0-4-49 0,2-6-41 15,2-9-14 1,3-10-91-16,3-10-31 0,6-10-31 0,5-7 9 0,-2-8 30 16,5-4 34-16,-2-3 3 0,0-8-41 15,-4-5-53-15,-3-3-70 0,-5-6-93 0,-3 0-114 16,-9-1-127 0,-4 1-166-16,-10 0 253 0,-1 2 371 0,-6 2 101 15,-2 1 16-15,2 1 81 0,-2 1 130 16,5 2 228-16,3 1 57 0,6 0-68 15,5 5-41-15,6 3 76 0,5 2-173 16,2 2-59-16,9-2-18 0,4 1-98 16,7-2-5-16,7-3-14 0,8-1 20 15,2-3 13-15,2-2-81 16,-1-2-48-16,-1-1-125 0,-4-2-53 0,0 1-68 16,-5-2-188-16,-8 4-548 0,5-3-586 0</inkml:trace>
  <inkml:trace contextRef="#ctx0" brushRef="#br1" timeOffset="145703.403">9960 15509 3213 0,'0'0'703'0,"0"0"-383"15,0 0-192-15,0 0 20 0,-34 82 120 0,15-55-23 16,-2-2-132-16,-1 0-89 0,5-4-24 16,3-4-1-16,6-5-21 0,7 0-8 15,1-3-10-15,7-1-42 0,9 0 14 16,4-3-5-16,3 0 45 0,6 0 10 0,3 2 6 15,1 0-35-15,-1 3 8 0,-1 2 39 16,-3 5 24-16,-7-2-23 0,-5 3-1 0,-5-1 0 16,-5 3-9-16,-6-1-19 0,-4 2-9 15,-12 1-31-15,-3 0-49 16,-8 2-47-16,-3-2-206 0,5-6-333 16,-25 7-800-16</inkml:trace>
  <inkml:trace contextRef="#ctx0" brushRef="#br1" timeOffset="146355.781">4104 15474 1152 0,'0'0'1912'0,"0"0"-1717"0,0 0-189 16,0 0 7-16,33 67 108 0,-23-46 145 16,-1-1-7-16,0-2-134 0,3-4-125 0,0-4-56 15,5-3-183-15,-1-7-116 16,3 0-224-16,-6-4-410 0,11-12-406 0</inkml:trace>
  <inkml:trace contextRef="#ctx0" brushRef="#br1" timeOffset="146481.038">4493 15415 3192 0,'0'0'716'0,"0"0"-713"0,0 0-3 15,-16 90-75-15,12-58 75 0,1 3 41 0,3-3-41 0,0-5-272 16,6-8-513-16,8 1-1378 0</inkml:trace>
  <inkml:trace contextRef="#ctx0" brushRef="#br1" timeOffset="147154.949">10880 15087 2300 0,'0'0'471'0,"0"0"-15"0,0 0-189 15,25 79 37-15,-22-43 11 0,-3 3-94 0,-2 0-103 16,-5-3-103-16,0-9-15 0,-2-5-68 16,6-10-78-16,3-7-92 15,0-5-105-15,10-3-134 0,6-8-8 16,6-3 204-16,2-5 136 0,1-4 12 0,2-3 23 16,-1-1 69-16,2 1 41 15,-4 0 126-15,-3 2 10 0,-3 4 100 0,-2 5 32 16,-5 6-21-16,-5 7-45 0,-3 2-1 15,-1 4-4-15,-2 11-62 0,0 4-135 0,-2 5-9 16,-7 10-86-16,-4 2-3 0,-4 4-26 16,-4 3-144-16,3-11-346 15,-12 11-1213-15</inkml:trace>
  <inkml:trace contextRef="#ctx0" brushRef="#br1" timeOffset="148907.117">13115 15451 1050 0,'0'0'277'0,"0"0"-137"15,0 0-105-15,0 0 722 0,0 0-302 0,-83 65-104 16,60-40-73-16,1 8 4 0,-1 5-70 16,0 8-49-16,6 4-21 0,2 3-30 15,7 2-37-15,5 1-45 0,3-2-30 16,1-3-19-16,9-5 7 0,6-8-13 15,2-8 3-15,3-10-40 0,5-8-32 0,3-10-23 0,1-2-103 16,5-13-93 0,1-7-153-16,-9 3-146 0,11-19-620 0</inkml:trace>
  <inkml:trace contextRef="#ctx0" brushRef="#br1" timeOffset="149132.95">13473 15540 1152 0,'0'0'1409'0,"0"0"-815"0,0 0-269 0,0 0-11 16,-19 68-34-16,10-28-40 0,1 11-39 16,1 10-40-16,-1 8-7 0,1 7-23 15,-3 5-15-15,0 4-24 0,1 3-28 16,-6-1-34-16,0-2-30 16,-1-5-13-16,2-7-57 0,0-7 15 0,3-10-6 15,4-8-46-15,0-12 3 16,4-8-71-16,3-7-10 0,0-9-104 0,0-8-113 15,7-4-102-15,0-7-118 0,2-7 62 0,-3 1-128 16,7-18-339-16</inkml:trace>
  <inkml:trace contextRef="#ctx0" brushRef="#br1" timeOffset="149366.995">13313 15784 368 0,'0'0'1815'0,"0"0"-1294"0,0 0-280 0,0 0-49 15,0 0 156-15,0 0-19 16,0 0-116-16,91-68-96 0,-68 64-46 0,1 3-8 16,2 1 5-16,-1 0 10 0,-1 5-10 15,-4 9-10-15,-4 4-42 0,-3 7-15 16,-4 6 1-16,-5 6 1 0,-4 5-3 0,0 2-13 16,-6 0-34-16,-5-2-11 0,-2-1-26 15,-2-6-65-15,-2-2-80 16,1-6-83-16,-1-3-149 0,7-7-236 0,-6 2-743 15</inkml:trace>
  <inkml:trace contextRef="#ctx0" brushRef="#br1" timeOffset="149589.278">13752 16381 391 0,'0'0'1782'16,"0"0"-1530"-16,0 0-171 15,0 0 61-15,81 18 93 0,-65-11-46 0,-4 4-42 16,-2 1-83-16,-2 0 0 0,-2 2 22 16,-2 4-13-16,-4 1 3 0,0 1 0 0,-4 2 9 15,-5-2-25-15,-1-1-60 0,-1-6-13 16,0-2-78-16,2-8-51 0,0-3-39 16,0-5-78-16,1-10-59 0,2 1-480 15,0-19-848-15</inkml:trace>
  <inkml:trace contextRef="#ctx0" brushRef="#br1" timeOffset="149717.253">13819 16083 821 0,'0'0'1796'0,"0"0"-1279"0,0 0-376 0,0 0-30 0,0 0 45 16,0 0-36-16,85-22-72 0,-59 16-48 16,1-3-99-16,2-2-174 0,-5 3-168 15,10-4-832-15</inkml:trace>
  <inkml:trace contextRef="#ctx0" brushRef="#br1" timeOffset="150223.392">14518 16141 1835 0,'0'0'1385'15,"0"0"-1000"-15,0 0-299 0,0 0-85 16,-2 68 49-16,-2-47 95 0,-3-1-51 0,-1 1-94 16,0-2-103-16,-1-1-86 0,2-3-65 15,0 1-119-15,-2-3-178 0,2-4-475 16,-2-2-145-16</inkml:trace>
  <inkml:trace contextRef="#ctx0" brushRef="#br1" timeOffset="150637.335">14863 15659 3276 0,'0'0'658'16,"0"0"-357"-16,0 0-220 0,0 0 52 0,35 74 176 0,-28-47 19 16,-2 2-124-16,-1 0-116 15,-2-4-71-15,-2-1-17 0,0-4-15 16,0-2-12-16,-3 0-19 0,-2-3-24 0,1-1-24 16,0-4-4-16,1-3 21 0,1-3 10 15,2-3-10-15,0-1-6 0,0-1-37 16,3-5-34-16,7-6 2 0,2-5 84 0,7-3 49 15,1-5-31-15,0-1-15 16,0-1 15-16,-1-1 40 0,-5 3 10 16,0 4 53-16,-3 4 19 0,-4 5 25 0,-3 5 21 15,-1 4-32-15,0 3-18 0,0 0 13 0,0 0 11 16,1 6-12 0,3 2-10-16,1 7-8 0,1 3-10 0,-1 6-25 15,-1 2-8-15,0 2-1 0,-1 3-15 0,-2 0-3 16,-4-2-12-16,0 1-92 0,0-5-62 15,-4 0-59-15,-2-4-97 0,2-3-361 16,1-6-749-16,3-3-517 0</inkml:trace>
  <inkml:trace contextRef="#ctx0" brushRef="#br1" timeOffset="150810.799">15424 16046 2564 0,'0'0'460'0,"0"0"-361"0,0 0-31 0,0 0 132 16,0 83 190-16,0-60-63 16,0-3-174-16,0-5-147 0,0-2-6 0,0-7-140 15,2-3-96-15,3-3 22 16,3-3-8-16,-1-8-90 0,-2 0-451 0,3-15-1317 0</inkml:trace>
  <inkml:trace contextRef="#ctx0" brushRef="#br1" timeOffset="150949.022">15524 15727 3258 0,'0'0'983'0,"0"0"-806"15,0 0-149-15,0 0 6 0,0 0 22 0,89-26-25 16,-62 14-31-16,-1-3-192 0,-2 2-136 16,-6 1-345-16,1 0-1437 0</inkml:trace>
  <inkml:trace contextRef="#ctx0" brushRef="#br1" timeOffset="152225.804">16166 15716 1322 0,'0'0'111'0,"0"0"58"16,0 0 571-16,0 0-333 0,0 0-80 0,91 13-65 15,-71 2-1-15,-1 7 13 0,3 8-81 0,-5 7-75 16,-3 7-55-16,-8 2-29 0,-4 0-34 16,-2 2-28-16,-8 0 6 0,-4-3-43 15,-4 0-86-15,-6 0-60 0,0-2-64 16,-7 0-72-16,6-13-134 0,-17 8-836 15</inkml:trace>
  <inkml:trace contextRef="#ctx0" brushRef="#br1" timeOffset="153490.28">12605 14874 1159 0,'0'0'385'15,"0"0"-99"-15,0 0 12 0,0 0-26 16,-57 83 0-16,32-45-18 0,-2 10-46 16,-4 6-80-16,-2 7-42 0,0 5 0 15,0 5 0-15,-1 0 9 0,2-1-45 0,3-4-50 16,4-9-35-16,2-8 32 16,6-9 1-16,4-8 2 0,7-8 38 0,3-5 6 15,3-9-6 1,0-3-16-16,0-4-19 0,8-2-3 0,3-1-19 15,2 0 19-15,3 0 40 0,3 0 20 0,0 3 35 16,2 5-30-16,2 5 2 0,0 5 33 16,-1 6 34-16,-2 8-19 15,-1 5-32-15,-5 7-21 0,-4 2-19 0,-1 6-15 16,-3 2-13-16,-5 0-15 0,-1 1-49 0,0-1-10 16,-1 0-12-16,-5-4 16 0,0-5-23 15,2-3-15-15,4-7-7 0,0-6-32 16,0-7-63-16,8-6-191 15,-2-6-405-15,7-5-1359 0</inkml:trace>
  <inkml:trace contextRef="#ctx0" brushRef="#br1" timeOffset="154387.919">16770 15021 764 0,'0'0'2097'16,"0"0"-1725"-16,0 0-69 0,0 0-51 15,78 37-13-15,-55-20 9 0,-1 2 0 16,-5 3-8-16,-3 3-50 0,-4 8-31 0,-4 4-22 16,-3 9-49-16,-3 6-57 15,-3 5-19-15,-8 1-12 0,-4-3-11 0,-2-1-17 0,-2-7-5 16,5-4 0 0,0-5-19-16,3-5 27 0,0-3 4 0,4-3 9 15,-1-3 11-15,4-3 1 0,3-3-2 0,1-2-1 16,0-3-25-16,5 0 7 0,6 0-46 15,3-1 12-15,-1 0-25 0,4-1-18 16,-1 0 24-16,3 3 28 0,0 0 3 16,-1 1 0-16,1 4 43 0,-6 1 3 15,1 1 28-15,-4 5-16 0,-2 1 1 0,-2 4-13 16,-3 3-3-16,-3 2-13 16,0 2 11-16,0 3-50 0,-6 1-22 0,-2-1-16 15,-2-1 44-15,-3-2 8 0,3-1 17 0,-3-5-41 16,5-3-38-1,0-8-95-15,3-3-113 0,2-6-256 16,0-5-603-16,3-4-773 0</inkml:trace>
  <inkml:trace contextRef="#ctx0" brushRef="#br1" timeOffset="154549.418">17866 16368 3783 0,'0'0'161'0,"0"0"-161"0,0 0-474 15,0 0-336-15,-109 63-587 0</inkml:trace>
  <inkml:trace contextRef="#ctx0" brushRef="#br1" timeOffset="155497.627">18750 15121 675 0,'0'0'1677'0,"0"0"-1129"0,0 0-100 0,0 0-124 15,0 0-60-15,94 95-6 0,-73-49-50 0,-4 13-50 16,0 7-26-16,-4 9-15 0,-3 4-43 15,-2 6-7-15,-3 0-21 0,-5-2-3 16,0-3 12-16,0-6-25 0,-5-7-3 16,-4-11-27-16,1-9-58 15,0-10-34-15,2-11-9 0,0-8-3 16,3-11 18-16,3-5-7 0,0-2-42 0,0-9-24 16,10-9-3-16,2-3 59 0,3-9 8 15,4-7 17-15,1-5-10 0,-1-5 3 0,4-5 28 16,-3-1 40-16,-1-1 17 0,-1 0 19 15,0 3 38-15,0 7-19 0,-1 4-23 16,-1 11 58-16,-1 10-20 0,-4 10 4 16,-4 6-16-16,1 3 41 15,-2 12 46-15,-1 7-25 0,-2 4-38 0,-3 6-28 16,0 3-21-16,-2 1 8 0,-7 3 7 16,-2-1-15-16,-1 0-14 0,-5-2-2 15,3-4-39-15,-2-3-33 0,1-3-18 16,2-5 3-16,2-7 9 0,2-3 13 15,3-2-2-15,3-6 35 0,3 0 30 0,0 0 1 16,0 0-1-16,0 0-17 16,9 0 19-16,4 0 47 0,4 2 58 0,8 4-40 15,4-1 10-15,2 1-19 0,5 2-28 16,2 3-25-16,1 1-3 0,1 0 1 16,-4 3 12-16,0 2-13 0,-4 2-59 15,-2-3-57-15,-2 3-38 0,-3-3-85 0,-3-1-166 16,0-2-243-16,-6-4-486 0,5 3-363 0</inkml:trace>
  <inkml:trace contextRef="#ctx0" brushRef="#br1" timeOffset="156128.223">21718 16086 271 0,'0'0'508'16,"0"0"-263"-16,0 0 19 15,0 0-72-15,37-69 422 0,-33 60-219 16,-4 3-2-16,0 1-38 0,0 1-2 0,-7 3-18 15,-1-1-84-15,-1 2-27 0,-2 0-35 0,-3 8-5 16,0 6-21-16,-6 11-71 0,-5 8-31 16,-2 12-41-16,0 8-20 0,-1 3 0 15,7-1 11-15,0-7-11 0,10-7-13 16,4-13-21-16,7-11-11 16,1-7-23-16,11-7-11 0,5-3 23 0,6-8 29 15,4-8 24-15,5-9-13 0,1-5 1 16,1-5-43-16,-3-4 5 0,-2 1 7 0,-5 2 18 15,-4 1 11-15,-5 4 17 0,-3 4 0 16,-4 8 1-16,-2 6 16 0,-2 7 11 16,-1 4 25-16,-1 2 112 0,4 11-63 0,3 5-11 15,2 9-48 1,4 5-24-16,1 8-7 0,1 0-10 16,0 0 1-16,1-4-3 0,0-7-14 15,2-7-54-15,0-4-88 0,0-7 3 0,0-3-1 0,-1-6 5 16,-2 0-16-16,0-9-57 15,-3-8-131-15,0-7-220 0,-6 5-500 16,3-15-633-16</inkml:trace>
  <inkml:trace contextRef="#ctx0" brushRef="#br1" timeOffset="156413.42">22136 15931 215 0,'0'0'2488'0,"0"0"-1819"0,0 0-361 16,0 0-150-16,0 0-55 0,64 71 36 15,-45-43 86-15,3 4-83 0,-4 4-64 0,-1-3-35 16,-5 5-9 0,-4-1-6-16,-4 2-16 0,-4-3 3 0,0-1-11 15,-4-3-4-15,-4-6-19 0,-1-4-24 16,3-6-10-16,1-4 22 0,4-7 13 16,1-5-1-16,0 0-46 0,7-9-28 0,7-6 93 15,2-6 27-15,7-5 20 0,0-5 8 16,5-3-14-16,-4-1-23 0,2 0 7 15,-3 2 7-15,-1 2-32 16,-5 1-93-16,3 2-18 0,2 2-51 0,-2 3-86 16,0 0-175-16,-7 6-312 0,9-3-889 0</inkml:trace>
  <inkml:trace contextRef="#ctx0" brushRef="#br1" timeOffset="156702.982">22790 16087 2659 0,'0'0'772'0,"0"0"-345"0,0 0-175 0,0 0-100 16,0 0-46-16,0 0-41 0,0 0-65 0,89-48-62 16,-69 27-50-16,-1 1 16 0,1 1 14 15,-2 2 31-15,-3 2 51 0,-3 1 19 16,-2 4 42-16,-6 1-8 0,-4 6 15 16,-3 3 16-16,-11 0-3 0,-3 12 27 15,-6 1-43-15,-3 6 52 0,-4 5-37 16,-1 2-77-16,0 3-3 0,0 2-21 15,6 2-7-15,-1-2 16 0,7 4 10 0,3-1-14 16,4-1 14-16,4-2 0 0,2-5 1 16,6-3 1-16,4-7 34 15,9-3-15-15,6-2-19 0,6-6-49 16,9-2-22-16,6-3-43 0,4 0-13 0,3-8-106 16,2-4-110-16,-14 3-343 0,17-6-948 0</inkml:trace>
  <inkml:trace contextRef="#ctx0" brushRef="#br1" timeOffset="157876.636">24309 15716 1565 0,'0'0'49'0,"0"0"1130"16,0 0-855-16,0 0 1 0,0 0-147 15,0 0 2-15,11 85 40 0,-11-44-50 0,-3 5-86 16,-6 6-10-16,1 1-15 0,0-2 12 0,-1-3 25 16,3-6-34-16,3-8-19 0,3-9-12 15,0-6-31-15,12-10-12 0,5-6 11 0,6-3 0 16,9-6-2-16,5-13-15 0,5-8-25 16,3-8-34-16,0-6-22 15,1-3 6-15,-4 1 3 0,-6 2 46 16,-6 3 22-16,-6 4 0 0,-7 6-6 0,-8 8 26 15,-1 6 2-15,-8 10 30 0,0 5 104 16,0 14 3-16,-6 8-45 16,1 6-24-16,-1 4-40 0,3 5-16 15,3-2 4-15,0-1-14 0,3-4-1 0,5-4-1 16,5-7 40-16,5-4 18 16,2-7-2-16,4-7-23 0,3-2-17 15,5-12-13-15,1-9 15 0,1-5-18 0,-1-8-49 16,1-5-22-16,-3-3-21 0,-3-3-40 15,-2-2-51-15,-2-3-85 0,-4 0-122 0,-3 2-250 16,-5 15-638-16</inkml:trace>
  <inkml:trace contextRef="#ctx0" brushRef="#br1" timeOffset="158196.53">25077 15980 1383 0,'0'0'1852'16,"0"0"-1391"-16,0 0-244 0,0 0-95 15,0 0-27-15,0 0-20 0,0 0-22 16,97 43-53-16,-62-61-44 0,4-6-46 0,1-3-39 16,1-4-44-16,-3 1-7 0,-5 2 18 15,-7 3 23-15,-7 1 52 0,-7 4 87 16,-9 3 13-16,-3 4 73 0,-4 3 57 0,-10 9 6 16,-2 1 15-16,-4 6 0 0,-3 8-79 15,0 9 43-15,1 2-25 0,-1 7-10 16,1 4-18-16,0 4-23 0,2 2-49 15,0-2 0-15,4 1 19 16,2-3-10-16,5-3-10 0,6-7 11 0,3-6 8 16,6-7-21-16,8-7-1 0,4-6-45 0,6-2-13 15,4-12-21-15,6-6-26 16,4-6-62-16,2-9-103 0,3-3-178 16,-9 8-284-16,14-19-668 0</inkml:trace>
  <inkml:trace contextRef="#ctx0" brushRef="#br1" timeOffset="158433.432">25883 15358 303 0,'0'0'2791'0,"0"0"-2089"0,-24 91-344 0,13-46-180 16,0 13 20-16,-5 1 76 0,-2 3-57 15,0-4-101-15,0-3-82 0,0-8-34 16,2-8-55-16,1-9-30 0,5-8-47 16,4-6 3-16,6-8 28 0,0-7-17 15,5-1-42-15,8-12-108 0,5-4-204 16,4-10-194-16,-2 4-367 0,14-22-182 0</inkml:trace>
  <inkml:trace contextRef="#ctx0" brushRef="#br1" timeOffset="158624.526">26184 15179 1630 0,'0'0'1550'0,"0"0"-1083"0,-27 73-224 15,13-37-142-15,-3 12 25 0,3 6 151 16,-3 4-2-16,3 3-79 16,0 1-73-16,1-2-41 0,4 0 1 0,0 0-48 15,3-5-35-15,1-1-1 0,0-5 1 16,-1-8-49-16,3-6-97 0,3-8-69 15,0-6-37-15,9-8-112 0,-2-5-269 16,7-7-776-16</inkml:trace>
  <inkml:trace contextRef="#ctx0" brushRef="#br1" timeOffset="159540.284">27433 15837 1937 0,'0'0'984'0,"0"0"-718"0,0 0-97 16,0 0-3-16,-85-3 58 0,62 17-13 15,-2 10 6-15,0 9-40 0,0 9-53 16,-1 4-34-16,3 3-44 0,7-4-6 0,2-3-23 15,8-10-17-15,6-9-15 0,2-7 15 16,9-8 1-16,7-8 0 0,5 0 1 16,2-12-2-16,9-8 0 15,2-8-2-15,4-11-56 0,5-8-1 16,1-7-27-16,1-5-23 0,-2-4-37 0,0-1-33 0,-6-2 3 16,-5-3-10-1,-1 3 69-15,-7 0-7 0,-3 4-103 0,-4 5 80 16,-6 7 147-16,-6 11 125 0,-7 7 98 0,0 7 47 15,-6 8-37-15,-3 5-15 0,1 3-38 16,0 3-31-16,5 3 9 0,0 3-10 16,3 0-26-16,0 0 1 0,0 5 2 15,0 9 40-15,1 11-13 16,-1 12-49-16,0 14-37 0,0 11-29 16,-6 7-1-16,-6 7 6 0,-2 4-8 0,-6 2-10 15,-2-2-24-15,-4-4 0 0,-1-7-18 16,1-4-12-16,3-10-10 0,1-4-29 0,5-10-41 15,5-8 28-15,7-10-12 0,5-10 3 16,6-9-52-16,16-4-10 0,8-12-40 16,8-12-168-16,6-7-269 0,-9 4-387 0,19-22-470 15</inkml:trace>
  <inkml:trace contextRef="#ctx0" brushRef="#br1" timeOffset="159822.882">27971 15905 1365 0,'0'0'1695'0,"0"0"-992"16,0 0-247-16,3 68-214 0,-2-48-45 0,2-1-6 15,4-2-1-15,0-6-68 0,7-4-61 16,4-6-61-16,8-2-28 0,4-11-39 16,6-6-27-16,1-6 17 15,-1-1-2-15,-2-3-23 0,-5 2-2 0,-5 0 42 16,-2 2 37-16,-7 1 13 0,-4 0-3 0,-8 1 15 16,-3 0 23-16,-5 2 30 15,-10 3 24-15,-3 7-28 0,-3 6 18 0,-2 4 19 16,-2 2-61-16,-1 13 8 0,0 7-31 15,-1 7 20-15,-2 9 2 16,-1 5-21-16,0 6 16 0,-2 3-1 16,2 0 34-16,2 0-12 0,7-5 5 15,8-9-42-15,5-8-3 0,8-10-17 0,3-8-71 16,13-6-87-16,12-6-21 0,5-8 2 16,7-8-120-16,-6 1-413 0,17-16-1082 0</inkml:trace>
  <inkml:trace contextRef="#ctx0" brushRef="#br1" timeOffset="159995.599">28452 15992 3621 0,'0'0'703'0,"0"0"-313"0,0 0-237 0,0 0-39 16,0 0-72-16,111 0 23 0,-65-15-1 16,7-6-64-16,4-4-16 0,-4-2-26 0,3-4-44 15,-5 0-42-15,-6-2-78 16,-5-2-69-16,-6 0-229 0,-15 8-475 15,1-12-370-15</inkml:trace>
  <inkml:trace contextRef="#ctx0" brushRef="#br1" timeOffset="160236.809">28961 15437 1410 0,'0'0'1060'0,"0"0"-737"0,0 0-85 16,0 0-40-16,0 0 44 0,0 0 81 16,-82 69-52-16,70-42-81 0,-1 5-10 0,2 5-4 15,-4 8-37-15,4 4-20 16,-3 2 13-16,2 6-34 0,-4-1-55 0,2 2-43 0,-6 1-16 15,1 1-2-15,-4 1-19 0,0 2-27 16,-2 2 0-16,5 1-31 0,0-2 34 16,3-2 39-1,4-3-3-15,4-6-14 0,3-4-1 0,0-5-75 16,4-4 23-16,-1-2 26 0,1-5 35 0,2-5-18 16,-1-4-32-16,-1-5-53 0,1-6-18 15,-1-5-43-15,-1-5-105 0,0-1-160 16,3-2-221-16,-2-2-354 0,2-15-235 0</inkml:trace>
  <inkml:trace contextRef="#ctx0" brushRef="#br1" timeOffset="160443.744">29152 16181 2801 0,'0'0'510'16,"0"0"-269"-16,0 0-152 0,0 0 0 16,0 0 18-16,0 0 31 0,-6 67-138 15,-3-57-85-15,-1-1-98 0,-2 0-38 16,1-4-101-16,0 1-340 0,-1-3-691 16</inkml:trace>
  <inkml:trace contextRef="#ctx0" brushRef="#br1" timeOffset="160614.918">29161 15801 3358 0,'0'0'708'0,"0"0"-273"0,0 0-259 16,0 0 30-16,0 0-59 0,0 0-28 15,90 54-119-15,-66-53-13 0,-1-1-130 0,2 0-59 16,-2-4-88-16,-9 0-357 0,3-3-788 15</inkml:trace>
  <inkml:trace contextRef="#ctx0" brushRef="#br1" timeOffset="160981.118">29405 16029 2782 0,'0'0'647'0,"0"0"-283"0,0 0-188 0,-8 84 15 15,2-57 95-15,0-3-54 0,1-5-112 16,4-2-88-16,1-5-32 16,0-3-22-16,4-4-27 0,5-4-3 0,5-1-22 15,4-4-53-15,5-7-34 0,5-6-69 16,1-2-69-16,2-2-2 0,-3 0 76 16,-2 2 225-16,-1 2 70 0,-6-1 63 15,-1 4-28-15,-3 0-29 0,-2 2 18 16,-6 3 7-16,-1 5-7 0,-3 2 20 0,0 2 45 15,-3 4 31-15,1 6 29 0,-1 3-19 16,0 3-65-16,-1 2-50 0,-5 1-8 0,0 1 29 16,-1 1 52-16,-2-2-79 15,3-1-56-15,2-2-23 0,0-3-15 0,1-4-24 16,3-3-10-16,0-2-8 16,0-4-38-16,3 0-42 0,2 0-22 0,8 0 9 15,2-2-62-15,3-5-123 0,-3 2-338 16,12-3-788-16</inkml:trace>
  <inkml:trace contextRef="#ctx0" brushRef="#br1" timeOffset="161686.203">29602 16136 1884 0,'0'0'966'0,"0"0"-819"0,0 0-147 0,0 0-192 15,0 0 192-15,0 0 135 0,0 0 9 16,93 48-32-16,-54-53-42 0,7-6-38 16,5-5 1-16,0-5-31 0,1 0 7 15,-3-3-9-15,-5-1 0 0,-3-2-35 0,-6-1-13 16,-5 3 19-16,-7-1 29 0,-5 2 6 15,-7 4 26-15,-9 2 32 0,-2 4 25 0,0 3 57 16,-7 4 110-16,-2 5-93 16,-3 2-61-16,0 0-59 0,-1 1 29 15,-1 4 3-15,-3 2-4 0,-1 4-37 0,-2 4-6 16,0 1 3-16,-1 5 19 0,1 0 27 16,1 4-34-16,2-1-30 15,4 0 11-15,1-2 7 0,3-2-9 16,4 0 2-16,-1-2 4 0,5-3-13 0,1 1-13 15,0-4 11-15,1-3-13 0,8 1-49 0,2-4-28 16,4-2-3 0,3-2-22-16,5-2-15 0,1 0-14 0,3-2-48 15,5-5-53-15,1-2-148 0,-1 0-173 16,0 1-180-16,-6 1-27 0,4-1-347 0</inkml:trace>
  <inkml:trace contextRef="#ctx0" brushRef="#br1" timeOffset="162185.217">30573 15985 2262 0,'0'0'472'0,"0"0"-273"0,0 0-122 16,0 0 86-16,0 0 140 0,0 0 77 15,-76 54-88-15,54-30-105 16,1 4-51-16,-1-1-12 0,3 1 2 0,2-2-25 0,6-3-55 15,1-6-46-15,4-2-39 0,5-7-29 16,1-3 22-16,0-3 21 16,5-2-2-16,10 0-44 0,1-9 49 15,8-3 20-15,3-5-38 0,4-6-31 16,0-3-19-16,1-2 18 0,-2-1 29 0,-2-3 2 16,-1 0 16-16,-1-3-6 0,-3-3 19 15,-1-4-7-15,1-3-40 0,-4-2-52 0,1-5 7 16,-2 1 22-16,0 0 54 0,-3 1-13 15,-1 8 41-15,-2 4 68 16,-4 10-14-16,-4 6 75 0,-1 8 16 0,-2 5 1 16,2 5-6-16,-3 3-7 0,0 1-12 15,0 0-7-15,0 3-13 0,2 2-18 16,-2 2-22-16,1 4 3 0,-1 8 0 0,0 5-9 16,0 7 0-1,0 6 6-15,-7 8 12 0,-3 4-46 16,-4 3-13-16,-4 4-14 0,-2-1-3 0,0-2-15 15,1 0-9-15,0-6 15 0,6-4-16 16,1-5 13-16,3-2-28 0,4-7-39 0,5-6-49 16,0 1-10-16,8-6 0 0,3-1-22 15,5-3-91-15,3-6-181 16,-6-2-326-16,10-1-781 0</inkml:trace>
  <inkml:trace contextRef="#ctx0" brushRef="#br1" timeOffset="162332.845">31234 16299 3577 0,'0'0'997'0,"0"0"-997"0,0 0-74 0,0 0-375 16,0 0-516-16,0 0-286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21:30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11830 2286 430 0,'0'0'1054'16,"0"0"-745"-16,0 0-143 0,0 0-43 0,0 0-23 15,0 0 301-15,0 0 82 0,0 0-224 16,0 0-135-16,0 0-23 0,-1-5 1 15,1 5 11-15,0 0 1 0,0 0-14 16,1 0-17-16,5 0-30 0,2 0 18 16,1 0 10-16,4 3-18 0,4 1-20 15,-1 2-9-15,4-1-15 0,0-2-4 16,1 2 7-16,2-2-10 0,1 4-9 0,2-4 13 16,1 3-13-16,2-1 28 15,-1-1-29-15,5 1 13 0,-4-1-14 16,1 1 2-16,2-2-3 0,1 3-10 15,-2-2 9-15,4 1 2 0,0-1-1 0,1 2 0 0,0-4 0 16,0 1-2-16,1 1 0 0,-1-1-10 16,-3-2 11-16,1 0-2 15,-3-1-16-15,-1 0 1 0,1 0 18 16,-1 0 2-16,0 0 0 0,-1 0 0 16,1 1-2-16,-1 2-13 0,1 0 11 0,-1 1 2 15,0 1 0-15,3 1 1 0,-2 0 0 16,-1 0-1-16,0 1 3 0,3-4-2 15,-2 3-1-15,2-2 0 0,-4 2-1 16,1-5 1-16,0 4 2 0,-2-4-2 16,-1 2-2-16,0-1 0 0,-1-2-16 15,-1 4 17-15,2-2 1 0,-1-1-19 0,2 2 19 0,0-1-1 16,1-1 1 0,-1 2 2-16,3-2 1 0,-1 1 0 15,3-2 19-15,-2 0-10 0,0 0 4 16,-3 0-13-16,1 0 11 0,-2 0-14 0,0 0-15 15,-1 0 13-15,-3 0-20 0,0 0 19 16,-3 0-15-16,0 0 18 0,0 0-16 0,-1 0 15 16,0 0 1-16,0 0 1 0,0 1 11 15,3-1-9-15,-1 0-2 16,-1 0 14-16,4 0-15 0,-1 0 1 0,-2 0 1 16,2-1-1-16,-4 1-1 0,0 0-11 15,0 0-17-15,-2 0 16 0,-3 0-4 16,0 0 13-16,-1 3 1 0,-2 0-10 15,-1 0 12-15,0-2 4 0,-1 1 23 0,0-1-8 16,-2 0 9-16,4-1 0 0,-3 0-7 16,1 0 4-16,0 0-13 0,-1 0 1 0,-1 0-1 15,-1 0-11-15,-4 0-1 0,2 0-21 16,-2 0-4-16,-1 0 0 0,0 0-3 16,0 0 1-16,0 0-1 0,0 0 0 15,0 0 9 1,0 0-6-16,0 0 10 0,0 0 2 0,0 0-5 15,0 0-63-15,0 0-66 0,0 0-70 16,-5 2-80-16,-1-1-139 0,1 1-344 16,-12 0-1026-16,50-9 1265 0</inkml:trace>
  <inkml:trace contextRef="#ctx0" brushRef="#br0" timeOffset="6923.721">8311 3324 638 0,'0'0'798'0,"0"0"-512"0,0 0-208 0,0 0 10 16,0 0 683-16,79 16-376 0,-60-16-165 16,2 0-112-16,0 0 22 0,2 0 21 0,0 0-16 15,1 0-44-15,-4-2-48 0,5-1 14 16,-2 0 5-16,1 0-1 0,0 1-8 15,3-1-17-15,0 2-15 0,2-1-15 16,1 2-1-16,2-2-15 0,3 0 2 16,1-1-2-16,2-1-1 0,1 1 0 15,2 1 1-15,0-2-3 0,-3 1-12 16,1 3-1-16,0-3-2 0,0 3 16 16,-3 0-2-16,0 0-30 0,-3 3 6 15,2 0 3-15,-2 3 10 0,0-1-1 16,-3 0 14-16,2-1-13 0,-3 1-1 15,-1-2 13-15,1 3-16 0,-1-2-6 16,-1-1-15-16,0 1 11 0,2 2 16 0,1-4 10 16,2 3-7-16,1-2 8 0,2 1 2 0,1 0-41 15,2 1 16-15,3 2 25 0,1-1 13 16,0 1-13-16,5 0-13 16,-5 0 12-16,3 1 0 0,-3-2-2 0,1 3-16 15,-3-3 18-15,1 0 1 0,2-1 1 16,-1 0 1-16,1 1 14 0,1-3-15 15,-2-3 15-15,1 2-15 0,-4-2 15 0,2 0-15 16,-4 0-1-16,2 0-1 16,0-2 0-16,-1-1 1 0,2 0-3 15,2 0 3-15,0 2 0 0,-2 1 0 16,3 0 0-16,-4 0 1 0,-1 4 21 16,-2 2-6-16,-1-2-1 0,-3 2-14 0,-2-2 1 15,-1 3 11-15,-1-2-13 0,-1 2-11 16,2-4 11-16,1 1 2 0,-2 0-2 15,0-2 4-15,1-1-1 0,0 0-3 0,1-1 16 16,0 0 0-16,2 0-13 0,1-2-2 16,-1-3-1-16,0 3 0 0,-2-2 0 15,0 2-3-15,-1-1 2 0,0 1-12 0,-2 0 13 16,1 1 1-16,0 0 0 16,-3-2 1-16,4 3 0 0,0-4 0 15,0 1 11-15,-1-1-12 0,3-1 0 16,-1 2-1-16,0-2 0 0,-1 1 0 0,1 0 2 15,0 0 0-15,2-1-2 0,-2 1-3 16,4 2 2-16,-3-3-1 0,3 3 0 16,0-1 0-16,2 1-8 0,-3 0 10 15,2 2 0-15,-1-2 1 0,-3 2 12 16,-3 0-10-16,1 0 13 0,-3 0-15 16,-1 0 33-16,1 0-3 0,0 0-15 15,-1 0-4-15,4 0 1 0,-1-3-11 0,2 1-1 16,0-1-1-16,3-1 2 15,-1-1-2-15,3 2 0 0,-1 1 1 0,1-2 36 16,-2 3 4-16,0-3 8 0,-1 2 51 0,0-1 2 16,-5 0-28-1,-1 3-53-15,-2-3-19 0,-1 2 13 16,-1 0-14-16,0 0 0 0,1 0 2 0,0-1 0 16,0 2 22-16,0-2 8 0,0 2 7 15,1 0 6-15,-3 0 49 0,0 0 68 0,-1 0-54 16,-2-1-26-16,-3 1-23 0,-1 0-23 15,-3 0-22-15,1 0-13 0,-4 0 1 16,0 0 9-16,0 0-11 0,-4 0-1 16,1 0 0-16,-2 0-2 0,-2 0-13 0,1 0-3 15,-2 0-7-15,0 0-20 0,0 0-98 16,-6 0-59-16,-3 0-40 0,-7 0-207 16,3 0-701-16,-20 0-1028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28:02.44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2928 3884 450 0,'0'0'727'0,"0"0"-431"16,0 0 428-16,0 0-436 0,0 0-26 0,0 0-2 16,0 0 25-16,0 0-25 0,0 0-60 15,0 0-52-15,6-17-45 0,-2 31 1 16,2 3 68-16,-2 6-17 0,2 7-44 16,-2 4-52-16,-1 2-16 0,-1 2-24 0,-2-2-19 15,1-1-2-15,2-4-35 0,0-4-4 16,4-8-2-16,-1-6-3 0,4-5-19 15,1-4 15-15,2-4 10 0,2 0 21 0,1 0 8 16,1-6 10 0,-3-5-17-16,1-4-63 0,2-4-37 15,-1-8-43-15,-2 1 13 0,-1-4-35 0,0 0 72 0,-4 4 41 16,0 5-13-16,-1 9 45 0,-1 6-51 16,2 5 15-16,4 2 74 15,-3 10 35-15,3 7 36 0,0 6 9 0,-4 4-20 16,-2 4 39-16,0 5 30 0,-3-4-34 15,-1 1 19-15,0-3-10 0,0-8-4 16,1-5-14-16,2-7-12 0,3-5 1 16,-2-6 6-16,3 0 0 0,3-4 14 15,0-8 10-15,4-5-28 0,1-8-9 16,2-5-28-16,-4-3-40 0,1-6-22 16,-6 0-134-16,2-1-89 0,-4-2-57 15,-3 4-171-15,0 8-222 0,2-13-756 0</inkml:trace>
  <inkml:trace contextRef="#ctx0" brushRef="#br0" timeOffset="385.179">3788 3503 427 0,'0'0'2485'16,"0"0"-2206"-16,0 0-206 0,0 0 137 15,0 0 191-15,-11 66-33 0,1-37-96 16,1 7-160-16,2 6-111 0,-5 7-1 15,2 8-3-15,-1 7 3 0,-2 7 0 16,1-3 0-16,0-2-35 0,3-7-15 16,3-10 13-16,1-10-6 0,4-10-13 0,1-8 34 15,0-5 4-15,0-6 5 16,4 0 12-16,1-8-30 0,-1 2-15 16,2-4-32-16,2 0 3 0,3-5 44 15,3-6 9-15,2-4-23 0,1-6-27 16,0 0 44-16,1 0 28 0,-5 3 25 0,-2 4-22 0,-2 4 12 15,-3 9-15-15,-1 1 47 0,1 0-2 16,1 8 43-16,-1 7 21 0,0 0-3 16,-2 3 11-16,-1 4 13 0,0-3-28 15,-1 2-35-15,-1-6-51 0,3 2-16 16,-1-4-28-16,1-3-37 0,1-2-55 16,0-3-109-16,3-4-77 0,0-1-170 15,1 0-197-15,0-8-54 0,-4-3-365 16</inkml:trace>
  <inkml:trace contextRef="#ctx0" brushRef="#br0" timeOffset="652.351">4022 4217 1656 0,'0'0'627'0,"0"0"-243"15,0 0-104-15,0 0 110 0,0 0-28 0,0 0-98 0,83 15-87 16,-62-27-62-16,3-5-34 0,0-4-69 16,1-5-12-16,1-2-37 15,-3-2-75-15,-4 3-13 0,-5 2 14 16,-5 5-17-16,-1 3-43 0,-8 3 7 15,-1 4 40-15,-12 3 28 0,-2 5 16 0,-3 2 80 16,-2 2 121-16,1 6-117 0,-1 8 75 16,2 2 89-16,1 6 0 0,0 2 43 15,1 5-66-15,0 2-30 0,3 2 22 16,3 3-19-16,0-6 2 0,7 0-64 0,3-5-56 16,0-4-25-16,10-6-24 15,-1-9-13-15,4-1 7 0,1-3 11 0,2-4-37 16,3-4-93-16,2-9-84 0,1-6-156 15,-3 7-344-15,7-19-718 0</inkml:trace>
  <inkml:trace contextRef="#ctx0" brushRef="#br0" timeOffset="925.802">4430 4164 615 0,'0'0'2340'0,"0"0"-2004"0,0 0-254 15,1 72 103-15,-5-45 243 0,-1 0-6 0,0-6-132 16,5-3-184-16,0-3-106 0,0-6-46 15,0-3 21-15,8-4 4 0,1-2-22 16,4 0 27-16,3-9 16 0,1-4-18 16,5-5-59-16,-1-3-22 0,2-1-19 0,-2-1 34 15,2 4 28-15,-2 0 37 0,-2 3-6 16,1 4 0-16,-3 5 25 16,-2 3 12-16,-3 4 47 0,-1 0 13 15,-4 6 5-15,2 2-2 0,-1 3-23 16,-2 0-15-16,-3 1-3 0,0 1 0 15,1 2-34-15,-4-2-12 0,0 2-68 0,0-1-162 16,0 0-172-16,0-3-394 0,-1 7-972 0</inkml:trace>
  <inkml:trace contextRef="#ctx0" brushRef="#br0" timeOffset="1516.369">6489 3776 1603 0,'0'0'176'0,"0"0"-30"0,0 0-32 15,0 0 436-15,0 0-183 0,0 0-50 16,0 0-123-16,-82-31-29 0,67 37 18 16,-2 3 21-16,-1 4-38 0,0 5-41 15,-2 4-35-15,1 6-25 0,-2 7-37 0,1 6 3 16,1 5-7-16,0 4-11 15,3 4 21-15,3 2-13 0,3-2 1 0,6-4 9 16,0-4 3-16,4-6 58 0,8-7 18 16,7-3-36-16,5-5-56 15,3-6-3-15,3-3 7 0,3-4 2 16,1-6-22-16,0-4 17 0,-1-2-19 0,-2-3-3 16,-5-6-18-16,-5-1-55 0,-1-1-74 15,-7-1-35-15,-5-1-78 0,-2-1-200 16,-2-2-278-16,-6 5-506 0,-12-7-211 0</inkml:trace>
  <inkml:trace contextRef="#ctx0" brushRef="#br0" timeOffset="1666.349">6266 4232 696 0,'0'0'1839'16,"0"0"-1356"-16,0 0-132 0,0 0 42 0,0 0 6 16,86 10-45-16,-58-10-116 0,-1-3-128 0,0-2-55 15,1-5-55-15,-4 0-16 0,-2-1-104 16,-2 1-111-16,-3-1-66 0,-1 0-136 15,-4 4-291-15,-4 0-448 0,-6 3 44 0</inkml:trace>
  <inkml:trace contextRef="#ctx0" brushRef="#br0" timeOffset="1797.221">6505 4257 2002 0,'0'0'531'0,"0"0"-283"0,0 0-97 0,-18 77 64 16,16-52 78-16,2 1-42 15,0-1-147-15,0-3-76 0,1-1-28 0,8-2-9 16,1-2-29-16,3-3-92 0,1-3-174 15,0-1-112-15,-2-5-333 0,1 0-789 0</inkml:trace>
  <inkml:trace contextRef="#ctx0" brushRef="#br0" timeOffset="2231.276">7416 4243 2723 0,'0'0'427'15,"0"0"-261"-15,0 0 28 0,5 78 147 0,-5-50-36 16,0-2-53-16,-2-2-131 16,-1-3-121-16,0-6-6 0,1-2-28 15,2-4-38-15,0-5-73 0,0 0-68 0,0-4-80 16,0-4-243-16,0-1-467 0,0-15-500 0</inkml:trace>
  <inkml:trace contextRef="#ctx0" brushRef="#br0" timeOffset="2349.773">7367 4044 13 0,'0'0'2675'0,"0"0"-2235"0,0 0-338 0,0 0 22 0,0 0 51 0,0 0-74 16,0 0-101-16,80-18-147 0,-67 18-335 16,-1 0-589-16,1 0-513 0</inkml:trace>
  <inkml:trace contextRef="#ctx0" brushRef="#br0" timeOffset="3069.407">7286 4203 2292 0,'0'0'523'0,"0"0"-256"0,0 0-72 16,0 0 186-16,0 0-66 0,0 0-64 0,0 0-28 15,0 0-16-15,75-19-31 0,-43 12 7 16,-2-3-85-16,0 3-49 0,-1 0-22 15,-2 0-25-15,-4-2-2 0,-2 0-20 16,-1-1-23-16,0 2-15 0,-4-4-61 16,-2 1-108-16,-1-3-103 0,-3 0-202 0,-1 3-561 15,-5-9-805-15</inkml:trace>
  <inkml:trace contextRef="#ctx0" brushRef="#br0" timeOffset="3449.095">7541 3804 2936 0,'0'0'499'16,"0"0"-271"-16,0 0-35 0,0 0 121 15,0 0-66-15,0 0-22 0,0 0-81 0,0 0-84 16,0 0-18-16,-83 69 3 0,69-41 15 16,0 6-3-16,1 2-18 0,-1 3-4 15,1 3 1-15,2 0-19 16,2 1 19-16,3-1-1 0,0-1 7 15,3 0-41-15,2 1-1 0,1-4 14 0,0 1 36 16,1-3-50-16,5 1 13 16,1-4 16-16,-1 1-10 0,4 0-20 0,-1-3 0 15,1 1 2-15,1-1 16 0,2-1-15 16,-1 1-3-16,-1-4-16 0,1-2-9 0,1-1 22 16,-6-6-18-16,2-1 18 0,-3-5-21 15,-2-2 3-15,-3-2 2 0,-1-2-2 16,0-1-9-16,-10-1-28 15,-3 1-18-15,-4-1 15 0,-1 0 21 0,0-3-18 16,0-1-22-16,-2-5-30 0,2-5-69 16,2-6-102-16,0-4-63 0,4-5-88 15,2-3-114-15,5-3-156 0,2 8-19 0,3-10-586 16</inkml:trace>
  <inkml:trace contextRef="#ctx0" brushRef="#br0" timeOffset="3686.617">7825 4279 2645 0,'0'0'478'0,"0"0"-229"16,0 0 103-16,0 0 54 16,3 89 4-16,-5-65-87 0,-2 2-130 15,1-2-98-15,0-5-56 0,0 4-30 16,-1-9-9-16,-3 2-33 0,3-3-28 0,-1-4-34 15,1-2-73-15,1-5-60 0,0-2-38 16,2-2-100-16,1-5-272 0,-3-9-798 0</inkml:trace>
  <inkml:trace contextRef="#ctx0" brushRef="#br0" timeOffset="3836.181">7819 4110 2368 0,'0'0'599'0,"0"0"-282"0,0 0-37 16,0 0 83-16,0 0-96 0,0 0-127 16,0 0-140-16,78 24-16 0,-67-24-99 0,1 1-127 15,-3 1-187-15,-1-1-697 0,-3 2-703 16</inkml:trace>
  <inkml:trace contextRef="#ctx0" brushRef="#br0" timeOffset="4120.042">8018 4316 2737 0,'0'0'446'16,"0"0"-305"-16,0 0 100 0,0 70 228 0,-6-50 24 16,2-3-109-16,3-5-158 0,1-1-164 0,0-6-62 15,1-3-33-15,6-2-19 16,3 0 22-16,3-7 14 0,3-5-17 0,-1-4-99 0,2 0-27 16,-1-1 23-16,1 0 6 0,-4 5 47 15,-1 1 8 1,-1 5 22-16,-1 2 22 0,-3 4 0 0,2 0 31 0,-5 4 25 15,2 3 112-15,-3 4 11 0,3 0-21 16,-3 1-32-16,0 0-9 0,-1 2 3 16,0-2-18-16,-1 0 14 0,-1-1-33 0,3-4-15 15,-3-1-37-15,0 0-6 0,1-5-64 16,1-1-47-16,1 0-116 0,0 0-88 16,4-5-185-1,3-4-160-15,-3 3-533 0,6-12-488 0</inkml:trace>
  <inkml:trace contextRef="#ctx0" brushRef="#br0" timeOffset="4257.838">8422 4388 2779 0,'0'0'535'0,"0"0"-376"15,0 0-83-15,0 0 190 0,-13 77 83 0,7-62-14 16,0 0-166-16,-1-3-169 0,4-8-77 16,3-2-28-16,0-2-50 0,0 0-63 15,0-10-141-15,0 2-306 0,0-10-904 0</inkml:trace>
  <inkml:trace contextRef="#ctx0" brushRef="#br0" timeOffset="4417.984">8498 4115 2360 0,'0'0'1012'0,"0"0"-707"0,0 0-110 15,0 0 163-15,0 0-91 0,0 0-113 0,0 0-129 16,82-12-25-16,-64 1-148 0,2-1-122 15,0-2-204-15,-1 2-572 0,9-10-677 0</inkml:trace>
  <inkml:trace contextRef="#ctx0" brushRef="#br0" timeOffset="4622.627">8953 3881 2598 0,'0'0'419'0,"0"0"-355"16,0 0 118-16,-36 90 225 0,22-48 71 15,5 4-37-15,2 2-100 0,7 2-140 0,0 0-15 16,6 0-13-16,4-3-64 0,4-3-58 16,2-6-51-16,1-3-2 0,5-7-22 15,1-4 23-15,2-2-24 0,1-8 23 0,-3-4 1 16,0-6-11-16,-2-4-103 0,-1-9-86 16,-5-8-79-16,-3-2-110 0,-5-5-261 15,-7 2-395-15,0 3-341 0</inkml:trace>
  <inkml:trace contextRef="#ctx0" brushRef="#br0" timeOffset="4784.598">8792 4226 1580 0,'0'0'1157'0,"0"0"-909"15,0 0-120-15,0 0 76 0,0 0 104 0,0 0 114 16,0 0-44-16,0 0-79 0,0 0-99 16,111 40-44-16,-73-40-53 0,0-9-63 15,-2 0-40-15,-4-3-38 0,0-3-124 16,-5 1-135-16,-5 2-52 0,-2 1-98 0,-7 0-247 15,-3 3-479-15,-4 4-262 0</inkml:trace>
  <inkml:trace contextRef="#ctx0" brushRef="#br0" timeOffset="5030.103">9157 4232 1403 0,'0'0'1290'0,"0"0"-783"0,0 0-179 16,0 0-31-16,4 66-48 0,6-55-15 16,5-4-20-16,2-3-69 15,3-4-75-15,6 0-70 0,1-11-6 0,5-3-89 16,3-3-32-16,-1-4 13 0,-1 0 24 15,-3 2 3-15,-8 2 6 0,-6 2-11 16,-9 6 64-16,-7 2 28 0,0 3 31 16,-10 3 36-16,-7 1-49 0,-1 1 17 0,-5 10 15 15,2 2 37-15,-2 5 24 16,1 6-33-16,-1 0-13 0,0 5-1 0,2-3 17 16,5 2-17-16,0-5-55 15,10-2-9-15,3-4-30 0,3-5-38 0,5 0-21 16,6-3 2-16,6-2-9 0,3-4-31 0,3 1-35 15,6-4-46-15,0-2-260 16,-4-1-761-16,16-6-984 0</inkml:trace>
  <inkml:trace contextRef="#ctx0" brushRef="#br0" timeOffset="14303.495">10415 4205 1899 0,'0'0'1202'0,"0"0"-947"0,0 0-61 15,0 0 141-15,0 0 4 16,0 0-66-16,0 0-20 0,0 0-45 16,0 0-46-16,0 0-25 0,46-44-33 15,-46 44-44-15,-3 2-29 0,-6 2-19 0,-2 6-12 0,-8 6-30 16,-3 5-22-16,-5 1-3 0,1 5 10 16,2-4 8-1,5-4 24-15,4-3 13 0,7-5 0 0,3-1-13 16,5 0-36-16,0-1-18 0,5 5 15 15,5 0 3-15,7 1 25 0,2 2 24 16,4-3-22-16,0 0 8 0,-3-2 13 0,-1-1 2 16,-2-3 10-16,-7 1 4 0,-2-2-15 15,-4 0 34-15,-1-1 3 0,-3 1 6 16,0 3-7-16,-4 0 1 0,-5 4-22 16,-1 0-15-16,-2-1-1 15,-2-2-42-15,-2 1-24 0,4-2-6 0,-5-1 12 16,3 0-1-16,-2-3-14 0,4-4-4 0,-2 1-19 15,5-3-31-15,2 0-112 0,3-3-122 0,4-5-257 16,0 1-551 0,1-16-656-16</inkml:trace>
  <inkml:trace contextRef="#ctx0" brushRef="#br0" timeOffset="14586.838">10678 4380 1395 0,'0'0'1271'0,"0"0"-946"0,0 0-59 0,-40 73 207 0,32-53-46 16,0-1-166-16,7-4-149 0,1-7-95 16,0 1-17-16,9-5-24 0,5-1 8 15,2-3 16-15,5 0-1 0,1-9-38 16,1-3-17-16,2-5-24 0,-1-3-20 16,-4 1-12-16,-2 0 1 0,-4 2 30 15,-7 3-1-15,-1 2-16 0,-6 2 32 16,0 3 19-16,-7-2 45 0,-8 2 2 15,-1 2 22-15,-2 3 29 0,-4 2-49 16,-1 0 25-16,-3 7-11 0,3 0 12 0,2 3-10 0,2 0-18 16,1-2-48-1,5 2-27-15,1-3-52 0,1 3-265 0,3-3-267 16,-4-1-522-16</inkml:trace>
  <inkml:trace contextRef="#ctx0" brushRef="#br0" timeOffset="14863.32">10914 3979 1117 0,'0'0'1954'0,"0"0"-1539"0,0 0-124 0,0 0 21 16,0 0-63-16,0 0-66 0,0 0-48 0,0 0 28 15,0 0-31-15,18 78-25 0,-18-43-31 16,0 3-18-1,-3 5-39-15,-4 3 13 0,-4 2-32 0,0 1 0 0,0-2 11 16,1 0 8-16,3-8-16 0,1-3-3 16,4-4-22-16,2-4-20 0,0-6-16 15,3-3 0-15,6-7-13 16,4-1-5-16,-2-6-68 0,4-3-4 0,1-2-12 16,0-7-54-16,-1-4-269 15,-6-1-638-15,-6-7-1226 0</inkml:trace>
  <inkml:trace contextRef="#ctx0" brushRef="#br0" timeOffset="15416.126">11203 4336 1759 0,'0'0'1039'16,"0"0"-763"-16,0 0-199 0,0 0 92 16,0 0 174-16,0 0-19 0,19 68-76 15,-14-46-108-15,0 0-53 0,-1 2-19 0,-2-1-16 16,-1-2-5-16,1 1-10 0,-2-3-10 15,0-2-12-15,0-1-15 0,0-6-2 16,1-3 0-16,-1-4-13 0,0-2 15 16,1-1 22-16,1 0 39 0,-1 0 31 15,2-1 15-15,3-6-15 0,5-5-19 0,0-5-27 16,4-2-43-16,-2-2-3 0,3-4-2 16,-3 0-44-16,0-2-54 15,-1 0-38-15,-1 3-6 0,-3 0-35 0,0 2-22 16,-4 6-57-16,1 1-202 0,-1 7-222 15,-1 3-480-15,-2 2-446 0</inkml:trace>
  <inkml:trace contextRef="#ctx0" brushRef="#br0" timeOffset="15786.597">11656 4432 1505 0,'0'0'1127'15,"0"0"-517"-15,0 0-349 0,0 0-49 0,0 0 43 16,0 0-35-16,0 0-80 0,0 0-38 16,0 0-46-16,0 0-1 15,-78 27 10-15,59-8 9 0,2 6 18 16,-2 0 46-16,3 2-21 0,3-3-26 0,2-5-39 16,5-3-52-16,0-8 0 0,6-2-30 15,0-6-44-15,0 0-14 0,10 0-32 16,3-4 34-16,4-6 19 0,2-6-26 15,4-3-30-15,-1-3-35 0,-1 1 5 16,-2 1-10-16,-2 7-4 16,-5 2-41-16,-3 5 34 0,-4 4 27 0,0 2 61 15,-4 2 86-15,1 7 163 0,-2-1 40 0,0 4-54 16,0 2-1-16,0 0-4 0,-2 0 19 0,-1 2-7 16,2-4-5-16,-1 0-43 15,0-6-108-15,0 0-18 0,2-5-38 16,0 0 4-16,0-1-63 0,4 0-78 0,4-4-17 15,0-5-124-15,0-1-277 0,7-9-774 0</inkml:trace>
  <inkml:trace contextRef="#ctx0" brushRef="#br0" timeOffset="16156.549">12046 3953 1235 0,'0'0'1623'15,"0"0"-1257"-15,0 0-89 16,0 0 149-16,0 0-19 0,-26 86-33 0,15-55-98 16,-4 3-124-16,-1 4-63 0,-4 4-31 15,0 3-58-15,-5 2-3 0,1-2-34 0,1 1-33 0,4-6 9 16,2-6-70-16,7-10-1 0,4-7 49 16,2-8 0-16,4-5-9 0,8-3-16 15,4-1 52-15,8 0 37 16,4-3 18-16,1-1 1 0,1 1-3 15,-1 3-28-15,-5 0-3 0,-3 5 31 16,-3 4 3-16,-2 2 62 0,-5 2 40 16,-4-1 3-16,-1 3-13 0,-2 1 1 15,-2 2-1-15,-5-3 3 0,0 2-31 0,-1-2-24 16,-3-2-13-16,2-1-9 0,-1-2 10 16,2-4-26-16,0-1-2 0,4-3-3 15,1 0-40-15,0-2-64 0,0 0-12 16,0 0-16-16,-1 0-118 0,-1-4-48 15,3-6-247-15,2-3-233 0,0 0-675 16</inkml:trace>
  <inkml:trace contextRef="#ctx0" brushRef="#br0" timeOffset="17141.092">12324 4146 2503 0,'0'0'396'0,"0"0"-293"15,0 0 28-15,0 0 86 0,0 0 28 16,0 0-97-16,0 0-91 0,0 0-54 16,0 0 35-16,0 0 15 0,0 0 16 0,-16 43 30 15,9-27-9-15,2-2-18 0,0 1-13 16,1-4 3-16,-1 1 9 0,1-3 10 16,3-4 15-16,1-2-13 15,-2-1-37-15,2 0-31 0,0-2-13 16,0 0-1-16,0 0 3 0,0 0 17 0,0 0 1 15,0 0-21-15,0 0-1 0,0 0 1 16,0 0 1-16,0 0-2 0,0 0-2 16,0 0-14-16,0 0 15 0,0 0-1 0,0 0 0 15,0 0 2-15,0 0 11 0,0 0-11 16,0 0 0-16,0 0-2 0,0 0-10 16,0 0 0-16,0 0-10 0,0 0 1 15,0 0-7-15,0 0-3 0,0 0 10 16,0 1-4-16,-1 5 15 0,-2-1 10 15,2 3 3-15,-1 3 15 0,1 0-15 16,-1 1 10-16,2 2-1 0,-3 6-9 16,0 2 25-16,1 1 9 0,-3 2 6 15,1 3-41-15,-1-3 14 0,-3 1-16 16,4 0 0-16,-1-3-1 0,-1-2-1 16,3-3 1-16,2-4 0 0,0-3 1 0,1 0 0 15,0-3 0-15,0-2 0 0,0 0 0 16,1-4 3-16,2 1-1 0,1 0-2 15,-1 0 0-15,-1-2 0 0,-1 0 0 16,1 0-3-16,-1 1 2 0,-1-2 1 0,0 0 0 16,0 0 1-16,0 0 15 0,0 0 5 15,0 0-9-15,0 0-9 0,0 0 10 16,0 0-11-16,0 0 0 16,0 0 1-16,0 0-3 0,0 0 0 15,0 0-2-15,0 0 0 0,0 0 2 0,0 0-2 16,0 0 2-16,0 0 0 0,0 0 3 0,0 0 8 15,0 0-11-15,0 0-12 0,0 0-34 16,0 0-7-16,0 0 13 0,0 0 4 16,-1 0 8-16,1 0-6 0,0 0-6 15,-2 0 6-15,2 1 18 0,-1 1 15 16,-1-2-11-16,2 2 9 0,0-2 0 16,0 0 0-16,0 0-19 0,0 0-3 15,0 0-15-15,0 0 31 0,0-4 9 16,0-1 0-16,3-3-16 0,2-1-1 0,-1 0 16 15,3 0 1-15,-3 1-3 0,1 1 3 16,-1 0 0-16,2 2 13 0,0-2 15 16,2 2 21-16,-2-1-15 0,-2 1-6 15,1 4-3-15,-1-2-23 0,-3 2-2 16,1 1-22-16,2 0-5 0,-3 0-11 16,2 5 38-16,0 6 7 0,2-1 11 15,-4 0 25-15,2 5 7 0,-3-2-22 0,0-1-19 16,0 1-8-16,0-1-2 0,0 1 0 15,0-1 1-15,-3 1-2 16,0 1-1-16,-1 0-13 0,-1-1 15 16,-3 4-17-16,4-4 16 0,-1-1-23 0,-1-5-52 15,1-2 30-15,-1-1-9 0,0-3-9 16,0-1 15-16,-1 0 19 0,-2 0 16 16,-2 0-51-16,2-3 29 0,2-4-46 15,0 0-64-15,4-7-84 0,3 0-92 16,0-2-103-16,2-2-236 0,5 2-602 15</inkml:trace>
  <inkml:trace contextRef="#ctx0" brushRef="#br0" timeOffset="17550.453">12624 4238 764 0,'0'0'818'16,"0"0"410"-16,0 0-824 0,0 0-127 0,0 0-30 15,0 0-14-15,0 0 40 0,0 0-53 16,6 79-75-16,-6-44-19 0,0 5 3 0,0 2-12 16,0 1-35-16,1-1-27 0,-1 0-30 15,2-1-23-15,1-7-2 0,0 0-19 16,2-6-20-16,1-3-10 0,1-6-120 15,2-5-67-15,5-4-40 0,-1-3-105 16,4-5-289-16,-3-2-639 0,-2 0-415 16</inkml:trace>
  <inkml:trace contextRef="#ctx0" brushRef="#br0" timeOffset="17828.22">12842 4742 1119 0,'0'0'192'16,"0"0"1082"-16,0 0-948 0,0 0-60 15,0 0 100-15,0 0-6 16,0 0-37-16,0 0-65 0,0 0-73 0,0 0-87 15,79 2-52-15,-56-16-46 0,3-5-24 16,1 2-35-16,-2-1 4 0,-2 1 24 0,-6 3-24 16,-4 4-54-16,-7 3 1 0,-5 0 12 15,-1 3 8-15,-10 3-14 0,-3 1 54 16,-8 0 48-16,-7 1 3 0,-2 10 38 16,-4 2 19-16,-3 3 18 0,3 2 15 15,1-1-28-15,4 2 10 0,3 0-48 0,10-1-27 16,2 1-36-16,9 0-13 15,4-1 2-15,1 1 16 16,12-4 0-16,5-2-41 0,7-3 35 0,6-4-60 16,2 0-64-16,3-1-138 0,1 1-63 0,-3 1-116 15,-6-3-334-15,-1-1-1057 16</inkml:trace>
  <inkml:trace contextRef="#ctx0" brushRef="#br0" timeOffset="19879.736">3049 4785 1319 0,'0'0'182'0,"0"0"-94"0,0 0 503 0,0 0-119 16,0 0-163-16,0 0-107 0,0 0-30 15,0 0 60-15,0 0-93 0,0 0-31 16,0 0-5-16,26 42 20 0,1-37 6 16,2-1-36-16,3 2-68 0,1-1-24 15,2 3-1-15,1-2-22 0,1 2 1 0,3 1 17 0,1-1 1 16,1 1 1-16,4 0-10 0,3-3 12 16,3 0 9-1,2-1-9-15,1-2 0 0,0 1-2 16,6 2 2-16,1-1 0 0,1-1 0 0,3 1-3 15,2 2-31-15,1 1 6 0,0 0 9 16,3-1 19-16,2 0 0 0,1-1 1 0,8 0-1 16,-1-2 0-16,5-2 2 0,0 1-2 15,-1-2 0-15,2 1-40 0,0 2 15 16,-2 0-17-16,0 2-21 0,-2 1-6 16,1-1 22-16,0 0 9 0,-4 4 13 15,1-1 3-15,-1 2-3 0,-2-3 3 0,0 4-19 16,-1-1 28-16,0 0 13 0,-2-2-38 0,2 2-16 15,-1-4-25 1,3-1 6-16,-1 0-16 0,2-3 3 16,1 0-7-16,-1-2 58 0,-2 2 6 0,-4-2 13 15,0 0 10-15,-4 1-7 0,-2 1-3 16,-1 4 16-16,-2 0 38 0,-1 1-12 16,-2 0 9-16,-2 2-9 0,-1-1-25 0,-4 0-1 15,1-1-7-15,-4-1-5 16,3 0-1-16,-1-2 10 0,3-1-20 0,-1-2 22 15,2 1-18-15,-1-1 16 16,-3 2 3-16,1-2 0 0,-4 4 0 0,-6 1-17 16,0 2 17-16,-4 1 12 0,-3 4-12 15,1-1 0-15,1 0 20 0,-2-1 2 16,3-1-9-16,2 1-13 0,3-6 2 0,3 1-2 16,1-3 1-16,-1-2 1 15,1-1-1-15,1-1 15 0,-1 2-16 0,-1-2-15 0,0 0 15 16,-5 2 15-16,1-2-12 15,-4 4-3-15,-1-1-2 0,0 2-1 16,0-2 3-16,-1 2 22 0,3-5-4 16,0 0-16-16,5 0-4 0,0 0 2 15,3-7-31-15,0 1-78 0,1-3 35 16,1 0 3-16,0 2 4 0,-1 1 19 0,2 0 48 16,-1 0 0-16,0 0 19 0,-1 4 10 15,1-1 10-15,-2-2-4 0,-1 2 19 16,1-1-18-16,-2 0 9 0,1 0-10 15,3-1-10-15,-2-1-12 0,2 1 11 16,-1-2-24-16,0 0 0 0,-3-1 0 0,1 2 3 16,-5 2 48-16,0 0-19 0,-2 1 6 15,-2 1 1-15,-1 1 24 0,-1 1-2 16,-3 0-17-16,-2 0-12 0,1 0-13 16,1 0-3-16,1 0-13 0,2-4 0 15,2 2 13-15,6-3-4 0,3-1 17 16,4 1-10-16,2-1-19 0,2 1 0 0,-1 1-38 15,-2-1 36-15,-1 4 2 16,0 1 0-16,-3-1 24 0,-5 1 20 16,3 0-2-16,-6 0 2 0,2 0 12 15,-2 0 1-15,-2 1-10 0,0 0-19 0,-3 1-2 16,-4 1-11-16,-2-2 1 0,-5 2 6 0,-4 0-10 16,-5-1-12-16,-3 1 13 0,-6-2-13 15,-3 1 0-15,2 1 3 0,-5-2 33 16,3 0 1-16,-3 2-18 0,4-1-7 15,2-1 1-15,-2 3 8 0,2-3-2 16,1 0-6-16,1 0 5 0,1 1 4 16,-2-2-3-16,0 0 3 0,2 0 2 15,0 0-8-15,-1-2 18 0,0-1 13 16,2-2 2-16,-1-1-3 0,-2 0-24 0,4 0-10 16,-1 0-12-16,0 0 0 15,-1 2-3-15,-1 0-9 0,4 0 9 16,-4 2-13-16,2-1-5 0,0 1-1 15,1 2 1-15,-2 0-4 0,0 0 9 16,0 2 1-16,-3 2 2 0,-2 1-8 0,3 1-1 0,-5-4 3 16,-1 3 7-1,0-1-1-15,2-1-5 0,-3-1-13 16,0 1-16-16,3-3-6 0,-1 1 16 0,-2 0-10 0,3-1-1 16,-1 0-15-16,-1 0-12 0,0 0-58 15,-1 0-63-15,-2 0-77 0,-1 0-160 16,0 0-265-16,0-3-741 0</inkml:trace>
  <inkml:trace contextRef="#ctx0" brushRef="#br0" timeOffset="40578.067">13722 4388 2368 0,'0'0'1105'0,"0"0"-915"0,0 0-20 15,0 0-41-15,0 0-5 0,0 0 35 16,0 0 42-16,0 0-52 0,0 0-29 0,0 0-28 16,100 7 25-16,-63-4-4 15,5 0-46-15,1-2-37 0,3-1 4 16,2 2-10-16,-3-2-22 0,-1 3 0 15,-2 0-2-15,-4-2-12 0,-5 4-30 16,-3-1-38-16,-3-1-76 0,-4 3-28 16,-4-1-29-16,-6-1-50 0,-4 0-186 0,-6 1-218 15,-2-3-477-15,-7 3-414 0</inkml:trace>
  <inkml:trace contextRef="#ctx0" brushRef="#br0" timeOffset="40782.913">13904 4574 209 0,'0'0'2130'16,"0"0"-1604"-16,0 0-225 0,0 0-5 0,0 0 15 16,0 0-76-16,0 0-71 0,0 0-58 15,0 0-19-15,0 0 21 0,86 33 47 16,-51-26-51-16,2 0-45 0,1-2-29 16,-2-3-30-16,0-1 0 0,-1-1-43 15,-2 0-107-15,0-1-17 0,-3-8-60 0,0-1-118 16,-4-1-336-16,-6 1-622 0,-4-6-586 15</inkml:trace>
  <inkml:trace contextRef="#ctx0" brushRef="#br0" timeOffset="41047.188">14172 4191 2123 0,'0'0'375'0,"0"0"-91"0,0 0-81 15,0 0 72-15,94 2-17 0,-66 5-18 16,1 0-36-16,0 1-74 0,-2 4-62 0,-2 2-30 16,-3 2-36-16,-1 5-2 0,-4 3-31 15,-2 2 9-15,-5 3-37 16,-2 6 4-16,-5 1 8 0,-3 1 29 16,0 1-20-16,-7 2 35 0,-3-4-10 0,0 1 13 15,-2-1-12-15,-3-4-1 16,-1 2 11-16,-3-1-17 0,-2 0-22 0,2-6 0 15,0 0 7-15,4-4-26 0,0-3-64 16,7-3-85-16,3-6-159 16,2-3-303-16,3-8-625 0</inkml:trace>
  <inkml:trace contextRef="#ctx0" brushRef="#br0" timeOffset="42582.86">15817 4021 1391 0,'0'0'182'0,"0"0"-78"16,0 0 936-16,0 0-639 0,0 0-85 15,0 0-91-15,0 0-30 0,0 0-34 16,0 0-17-16,0 0-19 0,0 0-38 0,-5 0-51 16,-4 11-36-16,-4 8-25 0,-5 6 10 15,-4 8-16-15,0 4-10 16,1 1 1-16,-1-1 12 0,5-1-19 15,1-3 32-15,6-6-1 0,5-5 16 16,1-7 2-16,3-3-2 0,1-3 0 16,0-4-34-16,2-1-23 0,6 0 0 0,2 0 7 15,1 2 28-15,-1 0 21 0,2 3-40 16,-1 3 16-16,0 4 6 0,-3 2 7 0,1 1 11 16,-3 4 2-1,-2 3 19-15,0-2 56 0,-1 3-45 0,-1-2 13 16,-1 0-22-16,1-5-20 0,-2 2 11 15,0-3 2-15,0-1-14 0,0-2 0 16,0-1 17-16,0 0-18 0,0-5-19 16,0 0-4-16,0-3 21 0,0-2-32 15,0-1-107-15,3-2-80 0,2-2-84 0,4-2-207 16,-3-3-297-16,1-11-938 0</inkml:trace>
  <inkml:trace contextRef="#ctx0" brushRef="#br0" timeOffset="43057.467">16195 4309 1387 0,'0'0'124'15,"0"0"535"-15,0 0-119 0,0 0-186 16,0 0-185-16,0 0-13 0,0 0-25 16,0 0 30-16,0 0 22 0,-52 89-42 15,47-57-30-15,2-1-5 0,1 3-32 16,2-5-18-16,0-3-34 0,0-6-22 15,2-4-25-15,3-4 0 0,4-3-99 16,0-6-27-16,2-3-21 0,2 0-62 16,3-7-106-16,3-6-237 0,-5 1-450 0,6-13-468 15</inkml:trace>
  <inkml:trace contextRef="#ctx0" brushRef="#br0" timeOffset="43321.613">16331 4432 1076 0,'0'0'205'16,"0"0"962"-16,0 0-767 0,0 0-64 15,-5 65-5-15,4-48 42 0,-1-3-31 0,2-4-94 16,0-3-118-16,9-4-71 0,4-3-56 16,2 0-3-16,3-5 0 0,1-6-2 0,1-2-35 15,0-3-44-15,-2-3-33 0,-3 2-4 16,-1 3-9-16,-2-1-1 0,-6 2-5 16,-3 2 13-16,-3 1 32 0,0 4 28 0,-3 0 21 15,-6 0 39-15,-2 5 13 0,-1 1 60 16,0 0-4-16,0 7-6 15,0 3-3-15,-2 1-1 0,2 4 13 16,0-1-5-16,1-2-36 0,3 1-31 16,-1-2-34-16,4-3-136 0,2 1-89 15,0-6-83-15,1 2-325 0,2-5-594 0</inkml:trace>
  <inkml:trace contextRef="#ctx0" brushRef="#br0" timeOffset="43784.871">16672 4326 790 0,'0'0'2000'0,"0"0"-1638"0,0 0-65 0,0 0 63 0,0 0 24 16,0 69-34-16,0-53-113 0,0 2-132 16,0-3-79-16,0 1-26 0,0-3-21 0,2-2-47 15,-1-3-61-15,3-2-19 0,1-3-3 16,0-1-2-16,4-2 10 15,1-2 10-15,0-7 39 0,2 1 3 0,1-6-7 0,-2 1 35 16,1 2 47-16,-1 0 16 16,-3 5 0-16,-4 2 16 0,2 4 60 15,-3 0 31-15,-2 4 50 0,2 3 4 0,-3 4-24 16,0 3-22-16,0 2-13 0,0-2-6 16,0-2-28-16,0 0-51 0,0-3-17 15,0-2-30-15,0-4-1 0,3-3-6 16,4 0 24-16,0 0 13 0,6-8-15 15,2-5-19-15,2-3-16 0,2-2-21 16,2 0-3-16,1 4 18 16,-2 2-4-16,0 5 7 0,-2 2-9 0,-1 5 8 15,-2 2 54-15,-4 7 58 0,-4 3 45 16,0 3 19-16,-1 4-8 0,-5 2-5 16,-1 0-4-16,0 0-1 0,0-3-5 15,-4 0-32-15,1-4-67 0,3-2-15 0,-3-3-123 16,3-4-97-16,0-3-32 0,0-2-87 15,0-2-270-15,5-3-674 0,2-11-667 0</inkml:trace>
  <inkml:trace contextRef="#ctx0" brushRef="#br0" timeOffset="43983.383">17211 4442 1767 0,'0'0'318'0,"0"0"650"0,0 0-731 16,0 0-5-16,2 86 150 0,-2-57-9 15,0 5-54-15,0 3-101 0,0 5-101 0,4 5-38 16,3 4 10-16,-1 7 85 0,1 0-44 16,-3 0-112-16,2 1-18 0,-1-4-9 0,2-2-64 15,1-5-57-15,0-4-32 16,0-7-55-16,0-8-42 0,1-6-91 0,-3-10-68 16,-1-9-210-16,-2-4-452 15,-3-17-325-15</inkml:trace>
  <inkml:trace contextRef="#ctx0" brushRef="#br0" timeOffset="44243.527">17373 4480 855 0,'0'0'453'0,"0"0"597"0,0 0-743 16,82-44-69-16,-58 33-32 0,-2 2-8 15,-2 3-43-15,-4 2-25 0,-2 4-57 0,-6 0-28 16,-4 5 5-16,-3 5-9 0,-1 4 3 0,-4 5-22 16,-8 5-9-16,-5 5-1 0,-2 0 0 15,-4 2-12-15,0 0-13 0,0-1-31 16,7-7-35-16,-1-4-41 0,7-5-28 0,3-6-40 16,2-1-74-16,4-4-137 15,-2-3-209-15,3 0-546 0</inkml:trace>
  <inkml:trace contextRef="#ctx0" brushRef="#br0" timeOffset="44875.98">17759 4701 1975 0,'0'0'1036'15,"0"0"-437"-15,0 0-199 0,0 0-87 0,0 0-80 16,0 0-110-16,0 0-46 0,0 0-77 16,0 0-37-16,0 0-157 0,0 0-29 15,10 0-87-15,-9-4-370 16,2-7-1220-16</inkml:trace>
  <inkml:trace contextRef="#ctx0" brushRef="#br0" timeOffset="45235.182">18128 4567 1038 0,'0'0'2402'15,"0"0"-1815"-15,0 0-333 0,0 0-139 0,0 0-41 16,104 0-12-16,-70-7 40 0,1-5 45 16,-2 0-91-16,2 2-47 0,-1-3-9 15,-1-3-22-15,-1 3-100 0,-1-4-125 16,-2 1-49-16,-4-3-103 0,0 0-211 16,-8 4-440-16,-1-7-313 0</inkml:trace>
  <inkml:trace contextRef="#ctx0" brushRef="#br0" timeOffset="45484.779">18499 4166 274 0,'0'0'1061'0,"0"0"-755"16,0 0-202-16,0 0 20 0,0 0 598 0,0 0-185 15,0 0-85-15,0 0-146 0,0 0-95 0,-80 41 10 16,73-17 18-16,1 2-42 0,-1 8-71 16,1 3-44-16,0 5-24 15,0 2-6-15,1 3-6 0,-1 6-43 16,2 0-3-16,1 2-15 0,1 5 0 0,-1-3 14 15,3 2 1-15,0-1 15 16,0-5-15-16,0-3-11 0,2-7-11 0,2-3-20 16,2-9-47-16,2-1-6 0,-2-6 3 15,-3-5 12-15,3-6-13 0,-2-5 1 16,-2-5-29-16,2-3-38 0,-1-3-54 16,1-8-45-16,5-11-209 0,-2 4-249 15,9-31-617-15</inkml:trace>
  <inkml:trace contextRef="#ctx0" brushRef="#br0" timeOffset="45831.873">18865 4614 1759 0,'0'0'1992'16,"0"0"-1633"-16,0 0-76 0,0 0 59 16,0 0-38-16,-92 8-69 0,68 4-38 0,-1 1-79 15,1 4-69-15,4 3-28 0,1 0-21 16,3 2-13-16,3 0-5 0,4-4-13 0,5 0-14 15,0-10-25-15,4 3-9 0,0-7-9 16,4-2 15-16,6-1 9 16,3-1 0-16,3 0-9 0,2-1-22 15,5-9-129-15,0-3 27 0,1-3 17 16,-2-3-4-16,-1 0 33 0,-2 3 35 16,-4 3 9-16,-4 5-9 0,-5 5 43 0,-2 3 73 0,-3 2 133 15,-1 10 96-15,0 0-15 0,0 6-18 16,-4 3-10-1,-2 1 35-15,-1 0-28 0,2-3-79 0,0-5-83 0,5-2-31 16,0-5-33 0,7-4-65-16,8-3-25 0,1-1-15 15,7-9-25-15,3-6-29 0,2-3-110 0,4-3-203 16,-2-1-252-16,-1 0-437 0,-8 7-388 0</inkml:trace>
  <inkml:trace contextRef="#ctx0" brushRef="#br0" timeOffset="46041.161">19240 4613 1148 0,'0'0'13'0,"0"0"2141"16,0 0-1688-16,0 0-221 0,0 0 9 16,0 0 56-16,0 0-21 0,0 0-26 15,-91 34-96-15,71-17-58 0,4 5-33 16,2-2-24-16,5 0-52 0,2-2-18 0,6-1-31 0,-1-3 7 16,2-1-4-16,0-4 10 0,6-2-37 15,1-1-34-15,2-2-6 0,5-4 15 16,1 0 0-16,3-8-49 0,5-6-100 15,1-5-129-15,2-5-236 0,-5 5-413 16,11-12-271-16</inkml:trace>
  <inkml:trace contextRef="#ctx0" brushRef="#br0" timeOffset="46282.802">19627 4084 942 0,'0'0'1543'16,"0"0"-992"-16,0 0-289 0,0 0-106 15,-18 65 91-15,7-32 102 0,1 5-15 16,-1 5-120-16,2 3-103 0,0-1-50 0,0 2-18 16,2 0-26-16,-3 0-17 0,4-4-16 15,0 0 1-15,0-3-13 0,5-6-39 0,0-4-10 16,1-6 15-16,2-7-9 0,4-2 3 16,2-8-28-16,0-4-26 15,4-3-41-15,-2 0-47 0,0-7-68 16,0-2-44-16,-3-6-82 0,-5-3-83 15,-2-2-45-15,0 4-125 0,-15-14-423 0</inkml:trace>
  <inkml:trace contextRef="#ctx0" brushRef="#br0" timeOffset="46416.084">19416 4459 382 0,'0'0'378'0,"0"0"-163"0,0 0 1519 16,0 0-1275-16,0 0-229 0,0 0-62 16,0 0-32-16,0 0 15 0,0 0 123 15,0 0-28-15,0 0-54 0,105-3-72 0,-66-2-46 16,4-5-43-16,-4-6-31 0,0 2-1 0,-5-5-61 15,-3 0-169-15,-5-1-89 0,-7 5-202 16,0-13-794-16</inkml:trace>
  <inkml:trace contextRef="#ctx0" brushRef="#br0" timeOffset="47312.545">19940 4467 688 0,'0'0'52'16,"0"0"-22"-16,0 0-24 0,0 0 82 16,0 0-23-16,0 0 1070 0,0 0-723 15,0 0-103-15,0 0-16 0,0 0-16 16,0 0 22-16,-53 76-9 0,45-55-27 15,-1 1-55-15,3-3-65 0,1-1-75 16,0-2-47-16,5-4-21 0,0-6-28 0,0-2-27 16,9-2-38-16,4-2-25 0,7-6 0 15,3-6-6-15,4-5-3 0,-2-6 2 16,3 2-39-16,-5-2-48 0,-3 3 56 16,-7 2 31-16,-6 2-12 0,-6 4-17 0,-1 1 131 15,-2 4 23-15,-9 0 68 0,-6 3-4 16,1 4 22-16,-2 0 45 15,-1 6-25-15,0 6-33 0,1 0 3 0,1 1 7 16,3 0-39-16,1-3-44 0,4-3-152 16,5-3-142-16,1-1-290 0,3-3-909 15</inkml:trace>
  <inkml:trace contextRef="#ctx0" brushRef="#br0" timeOffset="47567.758">20174 4373 1694 0,'0'0'20'16,"0"0"1082"-16,0 0-848 0,0 0-30 16,32 68 62-16,-26-49 29 0,-2 1-38 0,3 1-106 15,-3 0-103-15,-1-1-52 0,0-1-16 16,0 1-16-16,-3-1 15 0,0-2-11 16,0 1-13-16,-4-2-12 0,-1-4 6 0,0-4 31 15,2-3 17-15,0-3 33 0,3-2 0 16,0 0 2-16,0-2-15 0,0-8-37 0,4-8-34 15,6-6-28-15,2-3 3 16,5-9-3-16,1 3-25 0,2 3-53 16,-2 4-43-16,-2 5-54 0,-1 4-125 15,-5 6-321-15,2-5-764 0</inkml:trace>
  <inkml:trace contextRef="#ctx0" brushRef="#br0" timeOffset="48218.787">20894 4117 1330 0,'0'0'3'0,"0"0"1394"0,0 0-1051 0,0 0-138 15,0 0-26-15,0 0 55 0,0 0 21 16,0 0-50-16,0 0-84 0,0 0-37 0,0 0-15 16,59-14 2-16,-50 14-19 15,-3 0-15-15,-1 7-27 0,-2 3-13 16,-3 4 0-16,0 5 2 0,-9 4 19 15,-8 4-21-15,-2 6-2 0,-4-2-16 0,0 5-38 16,4-1 13-16,3-5 21 16,9-3 4-16,5-2 3 0,2-3 11 0,0 1-45 15,8-4 21-15,0 0 6 0,2-2 7 0,0 1 12 16,-1 1 1-16,-3 2-11 0,4-1-2 16,-3 5 12-16,1 3-1 0,0 1 4 15,1 4 4-15,1 5 30 0,-1 2 9 16,0-2-21-16,0 2-20 0,-2-3 0 0,-1 0 20 15,0-2 24 1,-3-2 19-16,-2-2-13 0,1-1-5 16,-2-5-26-16,0 1-21 0,0-4-21 0,-2-7-100 15,1-5-83-15,1-6-39 0,0-4-37 16,0-14-199-16,0 0-692 0,0-26-732 0</inkml:trace>
  <inkml:trace contextRef="#ctx0" brushRef="#br0" timeOffset="48391.569">21369 4585 2229 0,'0'0'1481'0,"0"0"-1161"16,0 0-35-16,0 0-13 0,0 0-22 16,0 0 10-16,83 12-102 0,-55-16-146 0,6-4-12 0,2-3-91 15,-1 0-114 1,-2 1-108-16,-1 0-158 0,-11 3-689 0,-7 5-1243 0</inkml:trace>
  <inkml:trace contextRef="#ctx0" brushRef="#br0" timeOffset="48534.552">21426 4742 836 0,'0'0'2659'0,"0"0"-2012"16,0 0-389-16,0 0-85 0,0 0 24 0,0 0 9 15,0 0 19-15,0 0-54 0,94 19-104 16,-58-23-67-16,5-5-25 0,0-3-81 15,3 1-119-15,-1-3-211 0,-9 6-540 16,10-6-1173-16</inkml:trace>
  <inkml:trace contextRef="#ctx0" brushRef="#br0" timeOffset="49068.62">22930 3981 1489 0,'0'0'137'0,"0"0"619"16,0 0-250-16,0 0-115 0,0 0-80 0,0 0-27 15,0 0-41-15,0 0-53 0,0 0-23 16,-28 72 0-16,8-33-19 0,-4 3-29 15,-4 3-45-15,-2 2-74 0,-2-4-6 16,5-3-28-16,2-4-9 0,5-3-9 16,3-7-37-16,5-2-13 0,7-5 19 0,5-5 24 15,0 2 7-15,3-5-23 16,7 1-14-16,5 1 20 0,0 2 41 0,2 3 27 0,-2 5 1 16,0 6 37-16,-3 2 50 0,-2 7 41 0,-4 1 20 15,-2-1-25-15,-4 2-22 0,0-4-27 16,0 0-19-16,0-4-24 15,0-3-29-15,-1 1-2 16,1-5-2-16,0-2-23 0,3-4-57 16,8-2-140-16,3-4-99 0,7-6-114 0,3-7-202 15,1-3-623-15,-5-7-742 0</inkml:trace>
  <inkml:trace contextRef="#ctx0" brushRef="#br0" timeOffset="49498.518">23219 4384 1110 0,'0'0'1661'15,"0"0"-1400"-15,0 0-89 16,0 0-3-16,96-35 126 0,-55 27-17 0,5 3-90 15,6 1-47-15,0 0-36 0,4 4-33 16,3-2-35-16,-2 2-22 0,-3 0-15 16,-7 0-15-16,-10 0-1 0,-8 6-5 0,-10 2-35 15,-12 3-44-15,-7 4 26 16,-5 5 30-16,-15 5 22 0,-8 3 7 0,-8 5 12 16,-9 2 0-16,-4 1 3 0,-3 2 0 15,1-2 41-15,1 4 31 0,7-5 24 16,4-1 16-16,4 0 45 0,9-6 28 15,6-2-105-15,6-2-47 0,7-3 4 0,5-3 9 16,2 0 18-16,10 0-3 16,10 0-21-16,5-1-4 0,5 1-8 0,6-2-10 15,5-1-15-15,0-5 12 0,0-3-2 16,-2-3-13-16,-1-4-37 0,-5 0-64 16,-1-11-57-16,-2-5-51 0,-1-4-65 15,0-6-71-15,-8 3-368 0,1-14-923 0</inkml:trace>
  <inkml:trace contextRef="#ctx0" brushRef="#br0" timeOffset="49708.232">23911 4410 391 0,'0'0'1175'16,"0"0"122"-1,0 0-974-15,0 0-87 0,0 0-52 0,-58 85 50 16,38-56 12-16,-4 4-53 0,-3 2-63 15,-2 4-62-15,-4 2-27 0,-4 4-1 16,-2-1-23-16,-1 4-17 0,0-4-31 16,2-5-49-16,5-3-38 0,4-9-37 0,8-4-81 15,6-7-139-15,4-8-225 0,7-8-682 0</inkml:trace>
  <inkml:trace contextRef="#ctx0" brushRef="#br0" timeOffset="50215.368">24277 4832 866 0,'0'0'254'16,"0"0"1546"-16,0 0-1422 0,0 0-105 16,-10 68 30-16,6-37 8 0,-2 5-6 15,-1 6-37-15,0 6-63 16,1 4-61-16,-1-1-25 0,-3 3-34 0,0 3-24 15,-2 0-37-15,-4 0-24 0,2-1-2 0,-1-4-10 16,5-7-40-16,4-5-15 16,2-8-12-16,2-4-40 0,2-7 24 15,0-5-21-15,0-9-34 0,2-3-23 16,2-4-112-16,2-11-246 0,-1-3-275 16,0-21-482-16</inkml:trace>
  <inkml:trace contextRef="#ctx0" brushRef="#br0" timeOffset="50476.258">24137 4959 1041 0,'0'0'1448'15,"0"0"-1033"-15,0 0-222 0,0 0-59 16,0 0 108-16,0 0 24 0,0 0-61 16,95-37-63-16,-73 36-58 0,-2-1-9 15,0 2-10-15,-3 0-15 0,-3 4-16 0,-3 2-19 16,-1 1-15-16,-3 4-23 15,-4-3 2-15,0 4 21 0,-3 3 10 0,-1 1-7 16,-8 0 0-16,-5 5 0 16,-4 0-2-16,-2 2-1 0,-3 1-31 15,-1-4-28-15,2 2-22 0,1-4-21 0,4-3-56 16,3-2-62-16,3-3-100 0,2 0-198 16,3-4-251-16,-1 1-624 0</inkml:trace>
  <inkml:trace contextRef="#ctx0" brushRef="#br0" timeOffset="51039.136">24441 5584 603 0,'0'0'1848'0,"0"0"-1445"0,0 0-159 15,0 0-59-15,0 0 57 0,0 0-2 16,0 0-48-16,0 0-56 0,90-6-55 16,-77 6-22-16,-1 0-3 0,-1 8-12 0,-4 1 8 15,-3 5-21-15,-2-1-3 16,-2 4 25-16,0 3 18 0,-6 1 3 16,-3-1-12-16,0 2-38 0,-2-8-12 15,5-2-12-15,2-3-12 0,3-6 0 16,1-2 10-16,0-1-20 0,0 0-76 15,0-4-44-15,0-6-4 0,0-3-10 0,2-6-124 16,0-4-159-16,-1 4-298 0,-1-13-625 0</inkml:trace>
  <inkml:trace contextRef="#ctx0" brushRef="#br0" timeOffset="51167.868">24627 5339 1091 0,'0'0'2152'0,"0"0"-1859"0,0 0-218 0,0 0 11 15,0 0 46-15,0 0-72 0,0 0-60 16,78-44-312-16,-65 35-346 0,3-5-1564 0</inkml:trace>
  <inkml:trace contextRef="#ctx0" brushRef="#br0" timeOffset="52501.431">25540 4323 1395 0,'0'0'202'0,"0"0"-95"16,0 0 629-16,0 0-256 15,0 0-86-15,0 0-70 0,1 76-72 16,-1-46-22-16,0 2-28 0,0 10-28 16,-3 3-51-16,0 4-58 0,-2 1-13 0,-1 2-21 15,-2-2-28-15,2 0-3 0,-3-2-17 0,3-2-14 16,2-3-52-16,-3-3-25 0,2-5 0 16,4-4-1-16,1-7-31 15,0-5-58-15,1-6-136 0,6-5-258 0,3-5-656 0</inkml:trace>
  <inkml:trace contextRef="#ctx0" brushRef="#br0" timeOffset="52881.823">25791 4817 787 0,'0'0'1184'15,"0"0"-643"-15,0 0-302 0,0 0-94 0,0 0 41 16,0 0 12-16,90-79-115 0,-70 64-83 0,3 1-37 16,-1-1-14-16,1 5-23 0,-1 2 29 15,-4 4 10-15,-5 3 0 0,-4 1-10 16,0 4 45-16,-5 5 48 16,-3 6 58-16,-1 3 37 0,-1 6-19 15,-9 1-35-15,1 5 16 0,1-2-29 0,-4 1-20 16,4 0-15-16,0-1 10 15,4-2 15-15,-1 2 51 0,4-4 95 0,0-5-85 16,1-5-56-16,0-3-3 16,1-1-12-16,3-5-13 0,-1-1-15 0,0-1-13 15,2-3-15-15,0 0-30 0,3 0-38 16,2-3-43-16,-2-4-44 0,3 1 9 16,0-1 7-16,-2 1-17 0,-1-1-46 0,1 0-55 0,-1 3-27 15,-2-1-30-15,-1-2-73 0,-1 1-99 16,-1-1-174-1,-3-2-129-15</inkml:trace>
  <inkml:trace contextRef="#ctx0" brushRef="#br0" timeOffset="53402.56">25870 4699 1261 0,'0'0'761'0,"0"0"-275"0,0 0-144 0,0 0-44 16,0 0 14-16,0 0-14 0,0 0-28 15,0 0-50-15,0 0-53 16,0 0-21-16,0 81-14 0,0-52 4 15,-2 1-11-15,1 5-24 0,-1 2-34 0,-1 5-3 16,0 0-15-16,-1 5-16 0,-3-1-5 16,1 2-13-16,-2 2 9 0,-4-4-24 15,4 0-2-15,0-4-16 16,2-5 0-16,1-3 0 0,1-9-28 0,2-5-9 16,2-3-9-16,0-9-37 0,0-3-3 15,7-2-31-15,0-3-31 0,1-5-44 0,3-11-45 16,1-3-123-16,-1-7-206 0,-5 4-431 15,2-17-378-15</inkml:trace>
  <inkml:trace contextRef="#ctx0" brushRef="#br0" timeOffset="53815.013">25894 4648 1423 0,'0'0'481'0,"0"0"-195"0,0 0-14 15,0 0 63-15,0 0 18 0,0 0-72 0,0 0-94 16,0 0-48-16,0 0-26 0,0 0-15 16,0 0-20-16,72 4-14 0,-60-4-15 15,-2 1-21-15,-1 0 0 0,-1 2-3 16,4-1-24-16,-5 3 3 0,0 2 17 15,2 4 11-15,-5-1 11 16,0 4-3-16,-2 3-9 0,-2 1 10 16,0 1-17-16,0 1 4 0,-3 1-9 15,-4-2 5-15,-3 2-2 0,0 1-3 0,-5-1-1 0,1-1-6 16,-2 0-9-16,1 1 13 0,-2-2-15 16,1-1 2-16,-1 1 7 0,3-3-10 15,-1-2-12-15,4-1 9 0,0-3-13 16,2-3-2-16,4-1-69 0,1-3 1 0,1 0-13 15,2-3-38-15,1 0-36 16,0 0-22-16,0-1-20 0,0-5-70 0,0-1-231 16,0-1-120-16,5-5-666 0</inkml:trace>
  <inkml:trace contextRef="#ctx0" brushRef="#br0" timeOffset="54615.433">26262 5403 2410 0,'0'0'628'16,"0"0"-283"-16,0 0-126 0,0 0-55 16,0 0-19-16,0 0-35 0,0 0-62 15,0 0-47-15,0 0 11 0,0 0-9 0,0 0-3 0,83-36 0 16,-76 36 34-1,-2 3 16-15,-2 6 3 0,0 4 34 16,-3 5-16-16,0 2 4 0,-3 3-26 0,-2-3-15 16,-1 0 3-16,0-4-25 0,3-2-10 0,1-6-2 15,2-3 0-15,0-3-4 0,0-2-20 16,0 0-103-16,0-2-22 0,3-6-44 16,4-5-72-16,-3-5-210 0,1 3-567 15,1-16-921-15</inkml:trace>
  <inkml:trace contextRef="#ctx0" brushRef="#br0" timeOffset="54754.519">26365 5139 2191 0,'0'0'672'16,"0"0"-301"-16,0 0-103 0,0 0 67 16,82-12-52-16,-53 5-109 0,4-3-139 15,2-1-35-15,1 1-228 0,0 0-84 16,-10 1-300-16,7 0-934 0</inkml:trace>
  <inkml:trace contextRef="#ctx0" brushRef="#br0" timeOffset="55352.776">27495 4923 795 0,'0'0'1113'16,"0"0"-647"-16,0 0-59 15,0 0-38-15,0 0-28 0,0 0-18 0,0 0-43 16,0 0-62-16,0 0-32 0,-82-6 8 0,62 29-40 15,-2 8-44-15,-4 1-30 0,3 3-22 16,4-3-3-16,2-5-28 0,9-7-27 16,2-5-12-16,3-6-28 0,3-3-21 15,0-2 0-15,11-2 18 0,0-2-6 16,7 0 0-16,4-8-24 0,7-8-69 16,1-2-31-16,1-4-25 0,-3-1-18 15,-2-1 8-15,-4 5-13 0,-6 5 53 0,-4 3 73 16,-4 5 44-16,-4 4 26 0,1 2 25 15,-4 2 175-15,0 7 24 0,-1 1-19 0,0 4-23 16,0 3 10 0,0 0-21-16,0-1 9 0,-1 1-19 15,-2-3-31-15,0 0-53 0,0-5-52 16,3-3-1-16,-1-2-91 0,1-2-84 0,0-2-88 16,0-2-53-16,1-2-243 0,7-9-774 0</inkml:trace>
  <inkml:trace contextRef="#ctx0" brushRef="#br0" timeOffset="55629.576">27770 4845 1774 0,'0'0'636'0,"0"0"-175"16,0 0-48-16,0 0 6 16,0 0-120-16,0 0-79 0,0 0-74 0,0 0-53 15,76 78-25-15,-73-56-25 0,-1 3-18 16,-2-1-8-16,0 2-17 0,-2-2-24 15,-4-1-26-15,1-2-2 0,-1-3-7 0,2-4 59 16,0-5 0-16,1-4 18 0,3-3-2 16,0 0 3-16,0-2-16 15,0 0-3-15,0-6-53 0,7-6 50 16,0-4-41-16,7-4-42 0,-2-3 14 0,4 0-47 16,0-1-60-16,-1 4-16 15,0-1-46-15,-2 5-205 0,-4 2-195 16,5-1-701-16</inkml:trace>
  <inkml:trace contextRef="#ctx0" brushRef="#br0" timeOffset="56328.822">28053 5066 1911 0,'0'0'609'0,"0"0"-226"0,0 0-104 0,0 0-46 16,0 0 27 0,0 0-52-16,49 66-58 0,-30-66-98 0,4 0-52 15,6-9-26-15,2-3-62 0,2-3-69 16,-1-5-23-16,0 0 18 0,-3 0 6 15,-3 1 3-15,-6 1-23 0,-6-3-56 0,-5 3 3 16,-8 0 55-16,-1 2 67 0,-4 1 0 16,-8 4 107-16,0 3 97 0,-3 4 33 15,-1 4-30-15,0 0 7 0,-2 10 25 0,0 1 29 16,0 4 2-16,-2 3-25 0,1 4-33 16,-1 4-31-16,0 1-14 15,3 0 1-15,0 1 12 0,3-3-1 16,5-2 14-16,4-1-14 0,3-1 13 15,2-5-15-15,8-2-42 0,4-2-28 16,5-3-28-16,5-4-7 0,6-5-31 0,2 0-57 16,4-5-16-16,1-6-58 15,2-6-148-15,-9 5-377 0,16-9-952 0</inkml:trace>
  <inkml:trace contextRef="#ctx0" brushRef="#br0" timeOffset="56645.073">29037 4876 2209 0,'0'0'669'0,"0"0"-256"0,0 0-42 15,0 0 36-15,0 0-24 0,0 0-84 0,0 0-100 16,-89 76-107-16,70-61-46 0,3 3-22 16,5-2-24-16,5-4-3 0,3 1-64 15,3 0-34-15,3 1 27 0,8 0 16 16,4 0-3-16,5 1 8 0,1-1 7 15,2-1 12-15,-1 0 10 0,-1 2-1 16,-4-1 12-16,-4 2 13 0,-2-1 40 0,-5 0 3 16,-3 1 18-16,-3-1 19 15,0 2-9-15,0-4-7 0,-6 1-27 0,-2 1 6 16,-7-5-13-16,4 0-27 0,-3-3-3 16,2-3-26-16,2-1-75 0,0-3-62 15,3 0-43-15,4-7-14 0,3-4-71 16,0-5-300-16,7-7-29 0,3 5-563 15</inkml:trace>
  <inkml:trace contextRef="#ctx0" brushRef="#br0" timeOffset="56915.116">29261 5109 1843 0,'0'0'748'0,"0"0"-279"0,0 0-82 16,0 0 49-16,-8 73-7 0,6-60-98 0,2-3-140 15,0-2-115-15,0-4-39 0,8-1-13 16,5-1-24-16,7-2-73 0,3-6-31 15,5-5-32-15,1-5-46 0,-1 1-26 16,-4-2-7-16,-3 2 29 0,-4 1 22 0,-6 1 12 16,-6 1 67-16,-5 0 85 0,0-1 19 15,-5 0 104-15,-6 1 7 16,-1 1 5-16,-2 7-28 0,-1 1-12 16,-1 3-42-16,-1 3 16 0,-1 7 37 15,0 3 12-15,-2 2-13 0,3 1-44 16,2-1-61-16,3 0 0 0,2-2-108 0,2 0-59 15,2-2-79-15,4-1-129 16,1-3-358-16,1-2-775 0</inkml:trace>
  <inkml:trace contextRef="#ctx0" brushRef="#br0" timeOffset="57545.662">29695 4954 1941 0,'0'0'1269'16,"0"0"-907"-16,0 0-156 0,0 0 23 0,0 0 72 16,0 0-16-16,1 72-73 0,-1-58-108 0,-1-1-55 15,-1 0-28-15,-1 0-21 0,2-1-3 16,1 0-19-16,0-5 7 0,0 0-28 16,0-1-15-16,1-2-34 0,5-2-1 0,1-2 10 15,5 0 0-15,2 0 8 0,2-2 7 16,1-3 28-1,1-2 15-15,-1 1-13 0,-4 0 20 16,-4 6 5-16,-2 0 13 0,-2 0 22 0,-3 0 75 16,-2 7 14-16,0 2 10 0,0 4-19 0,-2 0-1 15,-5 3-3-15,2 0-15 0,2 0-22 16,3-4-39-16,0 0-21 0,3-3 2 16,6-4-3-16,4-1-13 0,6-3-26 15,2-1-41-15,4-2-15 16,1-8-31-16,3-1-19 0,0-2-16 0,-2-1-44 15,1 0-50-15,-4 1-48 0,2 2-11 0,-6 2 61 16,-4 4 109 0,-1 0 93-16,-8 4 51 0,-1 1 170 0,-3 0 102 15,-2 1 10-15,1 2-32 0,-2-1-49 16,3 2-78-16,0-1-83 0,3-2-24 0,2 2 9 16,3-3-3-16,3 0-22 15,6-4-24-15,2-3-20 0,1-4-24 0,0-1 14 16,-2 0 10-16,-3 2-3 0,-2 0 47 0,-7-1 25 15,-3 4 3-15,-6-1 10 0,0 0 6 16,-6 2 37-16,-3 2 22 0,-4 3 9 16,-1 1-56-16,-5 1 39 15,-2 8 26-15,-1 6 8 0,-6 1-10 16,2 5-8-16,2-1-23 0,3 2-33 0,2 0-46 16,4-1-9-16,7-4-49 0,5-1 4 15,3-1-23-15,7-1-8 0,10 2 6 16,7-3 20-16,10 0-8 0,3-3-16 0,8-2-108 15,5-2-113 1,1-2-173-16,-12-3-503 0,17 1-672 0</inkml:trace>
  <inkml:trace contextRef="#ctx0" brushRef="#br0" timeOffset="58355.758">25974 5718 1023 0,'0'0'117'0,"0"0"1112"16,0 0-678-16,0 0-103 0,12 77-36 0,-6-48-25 16,0 7-92-16,-5 6-48 0,-1 6-14 15,-2 6-77-15,-12 7-65 0,-4 5-36 16,-4 1 0-16,2 6 15 0,-2-2-25 15,5-6-18-15,3-3-27 0,3-8-19 16,2-6-35-16,3-8 11 16,4-6-27-16,2-7-12 0,0-7-34 0,0-8-28 15,3-5-3-15,0-7-38 0,2-1-78 16,-1-12-97-16,-2-12-158 0,0 3-508 16,-1-28-297-16</inkml:trace>
  <inkml:trace contextRef="#ctx0" brushRef="#br0" timeOffset="58620.694">26002 5904 1729 0,'0'0'1260'16,"0"0"-956"-16,0 0-101 0,0 0-85 0,0 0 52 15,0 0 85-15,0 0-33 0,0 0-42 16,0 0-93-16,78-56-56 0,-68 55-31 16,-2 1-1-16,3 0-27 0,-2 0 22 15,1 4 6-15,0 5 12 0,-2 1 3 16,-2 4 1-16,-1-1-1 0,-5 4 10 0,0 1 15 15,-3 2-12-15,-8 1-25 0,-3 0-3 0,-2 2-19 16,-4-1-14-16,0-1-14 0,-3-1-5 16,1-2 5-16,-1-2-15 15,6-3-3-15,0-4 3 0,5-1 12 16,3-2-18-16,4-3-23 16,3-3-47-16,2 0-58 0,0-5-133 0,3-4-279 0,4 2-187 15,3-9-1132-15</inkml:trace>
  <inkml:trace contextRef="#ctx0" brushRef="#br0" timeOffset="58899.018">26287 5950 1694 0,'0'0'286'0,"0"0"503"16,0 0-541-16,0 0-181 0,0 0 67 0,89-39 127 16,-72 37 43-16,-3 2-115 0,-2 0-88 15,-4 0-45-15,0 8-21 16,-3 3 14-16,-5 6 1 0,0 4 12 15,-4 5 59-15,-6 0 25 0,-5 5-51 0,-2-1-15 16,0 0-12-16,0-5 5 0,0-3 22 16,5-5 24-16,2-4-30 0,3-7-44 0,4-1-23 15,1-5 2-15,2 0 15 16,0 0-35-16,3-9-4 0,4-4-31 0,3-6-30 16,4-5 6-16,3-5 13 0,3-4-19 15,-1-2-62-15,1 3-51 16,-3 2-20-16,2 2-35 0,-1 3-86 0,-2 2-215 15,-1 5-483-15,2-1-599 0</inkml:trace>
  <inkml:trace contextRef="#ctx0" brushRef="#br0" timeOffset="59077.297">26721 5935 1881 0,'0'0'1220'0,"0"0"-739"16,0 0-254-16,0 0-16 0,-3 83 30 15,-1-59 47-15,1-5-35 0,1-1-118 0,-1-4-135 0,1-4-19 16,2 0-69-16,0-6-26 16,0-1-46-16,-1-1-39 0,1-2-40 15,-2-2-82-15,-1-2-241 0,-3-11-823 16</inkml:trace>
  <inkml:trace contextRef="#ctx0" brushRef="#br0" timeOffset="59221.484">26723 5798 650 0,'0'0'2485'0,"0"0"-2061"0,0 0-279 0,0 0-16 15,0 0 32-15,79 5-38 0,-57-5-123 0,1 0-76 16,0-3-223-16,1-1-91 0,-6 3-296 16,5-5-924-16</inkml:trace>
  <inkml:trace contextRef="#ctx0" brushRef="#br0" timeOffset="59782.713">27001 5934 470 0,'0'0'2719'0,"0"0"-2197"0,0 0-333 0,-30 75-32 0,21-54 170 16,2-1 53-16,1-3-13 0,2 0-178 15,2-9-155-15,2-2-34 0,0-1-43 16,0-5-15-16,0 0-18 0,5 0 6 16,3 0-19-16,4-2-12 0,2-5-6 15,3-1-10-15,-1 0 6 0,5 2 0 0,-4-2 15 16,0 4 15-16,0 0 35 0,-4 4 46 15,-1 0 37-15,-1 3 65 0,-5-1 10 16,2 7-13-16,-6-2-10 16,3 0-21-16,-2 2 12 0,1-1-1 0,-1 0-30 15,0-2-24-15,-1 1-13 0,4-4-9 16,0-1-3-16,1-1 0 0,6-1-34 0,0-1-24 16,4-6-18-16,3-2-69 0,-1-1-65 15,4-2-25-15,2 2-139 0,-3 3-123 16,-1 0-69-16,1 3-54 0,-5 4 146 15,0 0 176-15,-3 6 298 0,-5 4 374 16,-1-3 167-16,-1 3 104 0,-1 0-128 0,1 1-144 16,1-1-84-16,1 1-65 0,5-1-60 15,0-2-65-15,6-3-34 0,-1-3-44 16,3-2-21-16,6 0-36 0,2-8-44 16,3-4-25-16,0-2-9 0,1 1-11 15,-3-3-15-15,0 2 23 0,-8 0 61 16,-3-2 36-16,-9 4 20 0,-5-1 35 15,-6 0 30-15,-1 3 27 16,-10-1 14-16,-6 5-40 0,0 5 11 0,-6 1-15 16,-3 4-6-16,-3 8-4 0,0 6 13 15,2 2 9-15,0 5 24 0,3 0 7 16,4-1-26-16,5-2-51 0,4 0-28 0,8-3-58 16,3-1 0-16,0-5-4 0,9 3 10 15,8-2-37-15,6 3-56 0,4-5 24 16,8 1 59-16,6-1-109 15,4-4-153-15,6-3-96 0,-13-1-262 16,20-1-961-16</inkml:trace>
  <inkml:trace contextRef="#ctx0" brushRef="#br0" timeOffset="60244.386">28437 6106 192 0,'0'0'105'0,"0"0"2301"15,0 0-1714-15,0 0-202 0,87 19-55 0,-59-16-30 16,3-2-101-16,4-1-94 16,1 0-73-16,7-7-64 0,3-4-37 0,3-3-34 15,4-3-2-15,-2-2-27 0,-2 0-82 16,-6 2-44-16,-9 3-39 0,-8 2-47 0,-9 5-54 16,-12 1-134-16,-5 4-367 0,-15 2-901 0</inkml:trace>
  <inkml:trace contextRef="#ctx0" brushRef="#br0" timeOffset="60403.161">28539 6217 460 0,'0'0'489'0,"0"0"952"0,0 0-913 0,0 0-26 15,0 0-37-15,-12 72-8 0,40-66-92 16,8-1-92-16,10-5-96 0,4-3-89 0,6-10-62 16,-1-5-26-1,-3-3-71-15,-6-3-124 0,-3-4-44 0,-4 2-60 16,-6-2-263-16,-11 8-793 0,-5-10-1184 0</inkml:trace>
  <inkml:trace contextRef="#ctx0" brushRef="#br0" timeOffset="60582.323">28764 5792 65 0,'0'0'1259'15,"0"0"-547"-15,0 0 625 0,-3 98-799 16,3-56-121-16,0 7-43 0,-3 5-40 15,-5 4-96-15,-1 0-77 0,-2 0-98 0,0-7-63 16,2-5-88-16,3-8-79 0,6-7-62 16,0-8 21-16,5-6 8 0,6-10-69 15,2-2-166-15,0-5-183 0,-1-5-395 0,5-14-372 0</inkml:trace>
  <inkml:trace contextRef="#ctx0" brushRef="#br0" timeOffset="60783.097">28929 5895 688 0,'0'0'1767'0,"0"0"-1344"16,0 0-250-16,0 0 54 0,0 0 163 0,3 68 45 15,-3-39-65-15,0 9-123 16,0 4-66-16,0 5-52 0,-6 3-29 0,1 3-17 16,-3 0-19-16,-3-3-25 0,2-3-39 15,-2-2-54-15,-1-5-101 0,4-4-96 16,0-5-66-16,4-3-168 15,1-11-589-15,3-2-714 0</inkml:trace>
  <inkml:trace contextRef="#ctx0" brushRef="#br0" timeOffset="61501.446">30756 4898 1600 0,'0'0'33'15,"0"0"84"-15,0 0 418 16,86-39-173-16,-56 30-121 0,0 2-64 0,1 2-14 0,-5 5-7 16,-4 0-35-16,-2 0-45 15,-3 4-25-15,-6 4 9 0,-4 2 9 0,-2 4 10 16,-5 5 15-16,-3 5 19 0,-12 7-31 15,-7 10-29-15,-6 2-12 0,-6 6-13 16,-6 4 6-16,-1-1-9 0,1 3 12 16,3-2 62-16,10-5 105 15,4-4-78-15,8-2-58 0,8-6-31 0,6-4-22 16,1 0-3-16,6 0-11 16,6-2 1-16,4 2-2 0,4 2-2 0,2 2-25 15,0-1 5-15,1 2 1 0,-3 2-1 16,-3 0 1-16,-3 4-16 0,-5 0-34 0,-1 4 3 15,-3 0 41-15,-3 1 11 16,0-2-36-16,-2 1-7 0,0-1 19 16,-7-3 6-16,-1 0 30 0,-3 0 4 0,-4-1 2 0,-1 2 41 15,-1-1 44-15,-3 0 14 0,1 0-20 16,-1-4-11-16,3-1-43 0,2-7-27 16,3 0-108-16,2-10-114 0,2-5-45 15,3-6-145-15,-1-7-644 0</inkml:trace>
  <inkml:trace contextRef="#ctx0" brushRef="#br0" timeOffset="61625.598">31010 6829 3676 0,'0'0'1424'0,"0"0"-1162"0,0 0-262 0,0 0-299 15,0 0-139-15,0 0-680 0,-96-72-1769 0</inkml:trace>
  <inkml:trace contextRef="#ctx0" brushRef="#br0" timeOffset="113971.308">18954 6938 965 0,'0'0'59'16,"0"0"1041"-16,0 0-815 0,0 0-11 0,0 0 16 15,0 0 17-15,0 0-24 0,0 0-24 0,77-41-26 16,-74 41-36-16,-3 0-45 0,0 0-22 16,0 0-28-16,-3 0-13 0,0 0-21 15,-2 0-38-15,-4 5 10 0,-1 2 9 16,-2 1-33-16,-8 6-16 0,-1 2-1 15,-3 4-36-15,-4 1-3 0,0 2 6 0,-2 2-3 16,3-1 16-16,-1 0-19 16,5-5 12-16,2 2 7 0,3-7 2 15,5 1 16-15,3-7-15 0,5 0-10 16,2-3-3-16,1 0 3 0,2 1 13 0,0 0 12 16,0 0-13-16,6 0-5 0,3 1 21 0,4 4 24 15,3 0 10-15,4 1-12 16,0 1 0-16,0-1-4 15,2 1 4-15,-4 2 2 0,-3-2-24 16,-3-1-12-16,0-3 12 0,-4 2 0 0,-1-4-24 16,-3 1-28-16,3-2-16 0,-2 1-41 15,0-2-2-15,-2-1-45 16,2 1-71-16,-1-3-174 0,1 0-155 0,0-2-189 0,-2 0-522 16,3-4 1033-16</inkml:trace>
  <inkml:trace contextRef="#ctx0" brushRef="#br0" timeOffset="114372.052">19290 7081 401 0,'0'0'127'0,"0"0"131"15,0 0 253-15,0 0 198 0,0 0-304 16,0 0-82-16,0 0-60 0,0 0-26 0,0 0-20 16,0 0-17-16,-56 60-43 0,47-46-40 15,1 2-20-15,1-1-24 0,0 2-29 16,1 1 2-16,2 1 4 0,1 2-9 15,2-1-10-15,1 2-19 0,0 0 10 16,2 0 0-16,6-3-19 0,0 0-2 16,2-1-1-16,-1-4 0 0,2-2-16 15,-2-5-24-15,1 0 6 0,3-1-50 0,-1-4-44 16,-1 1 4-16,4-3-23 0,-2 0-52 0,2-1-71 16,-1-8-172-16,0 1-226 15,-3 0-520-15,5-9 803 0</inkml:trace>
  <inkml:trace contextRef="#ctx0" brushRef="#br0" timeOffset="114871.675">19586 7103 95 0,'0'0'427'0,"0"0"-245"16,0 0-58-16,0 0 1053 0,0 0-817 15,0 0-53-15,0 0-79 16,0 0 9-16,0 0 3 0,0 0-18 16,0 0-86-16,0 41-57 0,0-41-32 0,0 3-22 15,0-1 22-15,0-1-31 0,0 3-1 0,0 1 26 16,0-1-6-16,0 4-3 0,0-4-13 16,0 3-7-16,-3-1 19 15,2 3-9-15,-1-3 6 0,-1 4 22 0,2-2-19 16,-2-1-12-16,1 3-16 0,2-3-3 15,-2 0-1-15,2-1-2 0,0 2-31 0,0 0-22 16,0-1 43-16,0 0 1 16,0 4-13-16,0-6 22 0,0 2-35 15,0-1-16-15,2 1 26 0,-2-2-4 0,2-3-8 16,-2 2-7-16,0-1-32 0,2-2-53 16,-2 1-55-16,0-2-58 15,0 0-82-15,0 0-130 0,0 0-231 0,0 0-440 0</inkml:trace>
  <inkml:trace contextRef="#ctx0" brushRef="#br0" timeOffset="115440.714">19896 7161 49 0,'0'0'2097'0,"0"0"-1525"16,0 0-180-16,0 0-214 0,0 0-22 15,81-5 47-15,-65 8 31 0,-1 2-68 16,1 3-34-16,-3-1-41 0,-3 4-42 15,-2-4 7-15,-2 5-56 0,-1-5-3 16,-4 3-19-16,-1-1 7 0,0 3-26 16,-6 0-5-16,-5 1-26 0,0 1-31 0,-5 0-17 0,0-1 4 15,-3 2 18 1,2-4 3-16,4-1 66 0,4-1 29 0,3-2 22 0,1-2-8 16,5-3-12-1,0 1 11-15,0-1 0 0,4-1-13 0,3 0 22 0,-1-1 79 16,4 0-54-16,2 0-3 15,-1 0-44-15,3-2-44 0,1-5-38 16,0-2-57-16,0-1-60 0,1-2-146 0,-1-2-202 16,-4 0-464-16,-1 2-78 0,0-6 734 0</inkml:trace>
  <inkml:trace contextRef="#ctx0" brushRef="#br0" timeOffset="115787.12">20321 7124 772 0,'0'0'560'0,"0"0"904"0,0 0-891 0,0 0-208 0,0 0-48 0,0 0-73 15,0 0-82-15,0 0-73 0,0 0-39 16,0 0-13-16,58 12-37 0,-58-6-10 16,0 2-30-16,-2-1 3 0,-1 2 6 15,-1-3-9-15,2 0 12 0,-1 2 25 16,1-2-31-16,1 1-6 0,-1 1-13 15,2-2 0-15,0 2 19 16,3-1 15-16,4 3-6 0,3-1 25 0,2 2-12 16,1 2-10-16,1-2 3 0,-2 2-12 15,-1-1 28-15,-2-1 3 0,-5 2 16 16,-1-2-13-16,-1 1-3 0,-2 1-31 0,0-1-1 16,-6 0 9-16,-4-2 4 0,-2 0-40 15,-1-1-10-15,-1 0-22 0,-1-2-26 0,4-1-70 16,0-4-180-16,5 0-153 0,1-2-189 15,2 0-377-15,3-10 650 0</inkml:trace>
  <inkml:trace contextRef="#ctx0" brushRef="#br0" timeOffset="116109.523">20791 7136 668 0,'0'0'88'0,"0"0"147"0,0 0 964 0,0 0-814 0,0 0-34 15,33 73-85-15,-24-57-2 16,-1 1-1-16,1 0-74 0,-2 2-82 0,-1-3-48 15,0 1-58-15,-2 0-2 16,0-3-14-16,-4 2-8 0,0-2-27 16,0 0-50-16,0-1 21 0,-4-2 10 0,-6-1-51 15,2 1 25-15,-6-3-42 0,0 3-38 16,0-4-17-16,-2-1-65 0,1 0-189 16,3-3-562-16,-4-1-186 0</inkml:trace>
  <inkml:trace contextRef="#ctx0" brushRef="#br0" timeOffset="116740.293">21223 7050 642 0,'0'0'268'0,"0"0"-268"0,0 0 511 0,0 0 29 0,0 0-203 16,0 0-104-16,0 0 15 0,0 0 28 15,0 0-46 1,0 0-7-16,11 3 96 0,-7 1-99 16,1 2-22-16,1 0 6 0,-1 2-61 0,3-1-66 15,2-2-25-15,1 3-21 0,3-2-16 16,-1 1-13-16,1 0 1 0,4 0-3 0,0 0-1 16,1 0-2-16,0-1-18 0,-2 1-1 15,0-1 10-15,-2 0 11 0,-2-2-1 16,-3 0-11-16,-4-1-11 0,-3-3 12 15,-2 1-1-15,-1 2-2 0,0-2 2 0,-4 5-7 16,-4 1 20-16,-5 4 0 16,-4 3-18-16,-6 1 6 0,0 3-28 15,-4 0-3-15,-5 0-44 0,-1 2-56 16,-3-1-16-16,1 2-33 0,1-2-63 0,2-2-210 16,3 1-207-16,10-8-494 0</inkml:trace>
  <inkml:trace contextRef="#ctx0" brushRef="#br0" timeOffset="121530.495">19451 8569 1049 0,'0'0'52'15,"0"0"1425"-15,0 0-1100 16,0 0-9-16,0 0-140 0,93 19-16 16,-60-13-7-16,2-1-45 0,1-1-66 0,0-3-28 15,0 1-64-15,-2-1-4 0,-3 0-21 16,-3-1 8-16,-4 2-41 0,-4-1-7 16,-7 3 1-16,-4-1 8 0,-4 0 0 15,-5 2-24-15,0 0 2 0,-8 3 29 0,-4 2-35 16,-5 2 38-16,-5 2 15 0,-4 2-28 15,-4 1 47-15,-3 3 10 16,0 1 1-16,1-2 30 0,2 0-2 16,1 1 28-16,5-1 41 0,4-1 21 0,5-5-6 15,2 2-11-15,8-5 4 0,3-1-13 16,2-5-46-16,3 0-16 0,8-2 43 16,4 1 41-16,5-1-23 0,3-2-27 0,0 0-36 15,5 0-29-15,0-7-24 0,0 0-53 16,-1-4-43-16,0 1-26 0,-2-2-87 15,-3-1-82-15,-2 0-211 0,-6 4-225 16,6-8-769-16</inkml:trace>
  <inkml:trace contextRef="#ctx0" brushRef="#br0" timeOffset="121747.454">19946 8658 764 0,'0'0'372'0,"0"0"818"0,0 0-867 15,0 0-11-15,0 0-65 16,-85 54-43-16,63-41-33 0,-3 5-41 16,0-4-42-16,-4 3-88 0,-2 2-6 15,0 0-48-15,1 0-31 0,3 0-13 16,2-1-48-16,5-3-55 0,4-1-14 16,7-5-84-16,6-4-105 0,3-3-410 0,1-2-665 0</inkml:trace>
  <inkml:trace contextRef="#ctx0" brushRef="#br0" timeOffset="122106.607">20148 8801 1015 0,'0'0'156'15,"0"0"-45"-15,0 0 452 0,0 0-80 16,0 0-137-16,0 0-99 0,0 0-73 0,0 0-43 15,0 0-7-15,0 0-25 0,0 0-17 16,72 27-44-16,-82-17-37 16,-1 1 12-16,-3 1-10 0,-3-1 26 15,2-1-14-15,0 2-12 0,2-5-2 16,3 2-1-16,4-3-1 0,3-3-18 0,3 2-26 16,0-1-9-16,2-1 16 15,4 1 37-15,1 2-1 0,4-3 1 0,-2 2 1 16,1 0 50-16,2 1-9 0,-4 0 3 0,1 0 20 15,-2 1 18-15,0 1 6 0,-5-1 9 16,-2 0-15-16,0 0-34 16,-5 1-32-16,-6 1-16 0,-1 2-45 0,-2-3-27 15,-3 3-42-15,-3-3-5 16,-1 3 24-16,-2-4-95 0,-4-1-72 0,-3 0-190 16,-2 0-149-16,8-2-507 0</inkml:trace>
  <inkml:trace contextRef="#ctx0" brushRef="#br0" timeOffset="126746.144">24013 7557 65 0,'0'0'369'0,"0"0"-252"0,0 0 4 16,0 0-66-16,0 0-53 0,0 0 41 0,0 0 937 15,0 0-701-15,0 0-26 0,0 0-91 16,65-50 5-16,-56 43 59 15,1-2 11-15,4 1-26 0,-3 0-7 16,1 2-55-16,-4 0-13 0,0 0-26 16,-3 4-50-16,-1-3 12 0,-1 2-18 0,-2 0 12 15,1 1-35-15,-1 1-3 16,-1 1 9-16,0 0-9 0,0 0-9 0,-4 0 6 16,-5 0-13-16,-4 2-9 0,-2 1 22 0,-1 2-3 15,-7 4 6 1,-2 0 3-16,2 4-28 0,-3 2-3 0,1-2-15 0,4 3 15 15,2-2 13-15,2-1 5 16,4 1-5-16,1-1 8 0,5-1 7 16,4 0 3-16,0 2-3 0,3-2 31 15,0 5-19-15,3-3-10 0,3 5-5 0,4 0-24 16,3 0 2-16,0-1 22 0,4 2-22 16,-1-2 3-16,1 1-5 0,0 2-2 0,1-3-20 15,-2-1 6-15,-2 0-10 16,-2-1 13-16,-1-1-16 0,-5-1-5 15,1 0 14-15,-4-3-3 0,-1 2-2 16,-2-1-10-16,0-1 18 0,0-1-2 16,-5 2-19-16,0-2-1 0,-1 1-14 15,-2-1 2-15,2-3-3 0,0-1-28 16,0-2-22-16,0-2-45 0,0 0-63 0,-1-2-30 16,-1 0-49-16,0-2-107 0,1-6-126 15,0 3-293-15,3-11-633 0</inkml:trace>
  <inkml:trace contextRef="#ctx0" brushRef="#br0" timeOffset="127082.451">24297 7863 414 0,'0'0'104'16,"0"0"1745"-16,0 0-1468 0,0 0-66 15,0 0-82-15,0 0 91 0,0 0-43 0,0 0-95 16,0 0-112-16,0 0-60 0,0 0-14 15,70 27-16-15,-70-20 4 0,-8 3 10 0,0 1 0 16,-7 0 2 0,4-2-28-16,-3 2-16 0,5-2 24 0,1-2 8 15,6-4-23-15,2 1-43 0,0 2-20 16,0-3 29-16,5 2 22 0,3 2 21 0,0-1 4 16,1 2-6-16,0 0 28 0,-2 2 9 15,-1-1 39-15,1 1 12 0,-5 2 25 16,-2-1 15-16,0 0-21 0,0 2-25 15,-4-1-54-15,-4 1-17 16,0-1-25-16,-2 0-17 0,-1-2-13 0,-1-1-73 16,1 0-23-16,-1-1-38 0,2-5-75 15,1 1-69-15,2 1-141 0,2-5-156 0,2 0-79 16</inkml:trace>
  <inkml:trace contextRef="#ctx0" brushRef="#br0" timeOffset="127439.011">25102 7599 1330 0,'0'0'117'0,"0"0"1086"0,0 0-772 15,0 0-23-15,0 0-92 0,0 0 18 16,0 0-45-16,-87 83-79 0,63-62-75 16,-3 4-33-16,-3 2-38 0,-2 3-15 15,-2 2-22-15,-2 5-7 0,-4 4-20 16,-4 7 0-16,-2 2 2 0,-1 4-2 0,-4 3-16 16,3-2 16-16,-2 2 0 15,1-4-36-15,5 0 14 0,1-6-11 0,5-4-22 16,5-8-25-16,5-6 21 0,7-6 1 15,5-5-31-15,3-4-1 0,6-5 3 16,3-2-34-16,1-4-35 0,3-2-57 16,0-1-106-16,3 0-194 0,-1 0-286 15,11-7-612-15</inkml:trace>
  <inkml:trace contextRef="#ctx0" brushRef="#br0" timeOffset="127814.572">24781 8256 783 0,'0'0'338'0,"0"0"664"0,0 0-449 0,0 0-148 16,0 0-115-16,0 0-29 0,0 0-53 15,0 0-54-15,-40 83 31 0,33-59-54 16,0 1-41-16,-3 5-3 0,-2 1 5 0,-1 1 13 16,-2 1-34-16,-2-2-16 15,-3 0-6-15,0-4-46 0,4-4-3 0,1-5-52 16,4-6-19-16,7-5 1 15,3-4-48-15,1-1-36 0,1-2-42 16,6-3-102-16,6-5 36 0,0-5-116 0,6-2-103 16,1-6-207-16,-3 6-83 0,11-10-301 0</inkml:trace>
  <inkml:trace contextRef="#ctx0" brushRef="#br0" timeOffset="128163.762">24899 8324 280 0,'0'0'382'0,"0"0"-95"0,0 0-4 16,0 0 455-16,0 0-229 0,0 0-122 0,0 0 16 0,0 0-34 15,0 0-32 1,0 0-92-16,0 0-50 0,20 77-62 0,-20-46-3 16,0 1-26-16,-2 1 25 0,2-4-68 15,0 2-21-15,0-4-31 0,0-4-9 16,2-4-21-16,2-3 0 0,0-4-7 16,2-1-21-16,-2-4 22 0,1 2-19 0,-3-8-22 15,-2 4-9-15,2-5-31 0,-2 0-34 16,0-2-47-16,0-2-62 0,0-6-92 15,-4 2-144-15,-4-6-40 0,-2 0-120 16,0 1-13-16,-2-2 122 0,-3 0 43 16,0 1 198-16,3-1 297 0,0 2 421 15,3 1 208-15,1 4-144 0,3-1-95 0,2 4-24 16,0-1 0-16,3 3-16 0,0 3-91 16,0-3-58-16,6 2-27 0,3-3 28 15,2 0-17-15,3-1-93 0,0-2-39 0,0 0-50 16,0-1-3-16,0 0-22 0,1-2-53 15,-2 0-82-15,2-2-89 0,-1 1-129 16,-4 1-353 0,5 2-750-16</inkml:trace>
  <inkml:trace contextRef="#ctx0" brushRef="#br0" timeOffset="128497.157">25153 8425 1246 0,'0'0'1521'0,"0"0"-1024"0,0 0-154 0,0 0-93 0,0 0-2 16,0 0-27-16,0 0-78 16,81 31-97-16,-74-27-24 0,-2-1-22 15,-3 1-2-15,-2-2 0 0,0 3-23 16,-4 3 25-16,-7 1-3 0,-2 3-3 0,-1-1 6 16,0 1 9-16,1 0-9 0,3-3-21 15,5 1-4-15,3-3-15 0,2 1-1 16,0 0 20-16,3-1 5 15,4 0-12-15,2 2-15 0,1-1 11 0,0-1 32 16,3 4 13-16,-1-3 6 0,-4 2 18 16,1-1-22-16,-4 0 13 0,-3 1 22 15,-2-1-4-15,0 1-11 0,-7 1-32 0,-5 1-1 16,1-4-2-16,-3 3-40 16,-1-3-28-16,2 2-25 0,-1-5-69 0,3-1-20 15,5-4-70-15,0 0-206 0,3 0-265 16,3-9-678-16</inkml:trace>
  <inkml:trace contextRef="#ctx0" brushRef="#br0" timeOffset="128938.163">25901 8163 372 0,'0'0'1041'0,"0"0"1004"15,0 0-1631-15,0 0-247 0,0 0-38 0,0 0-23 16,98-41-23-16,-66 24-55 0,4-2-28 15,1 3 0-15,0 2-34 16,-3 2 6-16,-1 2-15 0,-5 5 33 0,-4 4 7 16,-5 1 6-16,-3 0 9 0,-5 4 28 15,-2 2 13-15,-2 2 0 0,-3 3-7 16,-2 1 13-16,-1 4 0 0,1-1 15 0,-1 3 58 16,4-1-55-16,1-1-32 15,2-1-17-15,1-2-26 0,1-2-1 16,3-4-1-16,0 0 0 0,2-4 0 15,1-1-12-15,2-2-62 0,-1 0-33 16,-1-3-41-16,-2-3-68 0,-2 0-61 16,-7 0-92-16,-2 0-209 0,-1 2-391 0,-2 0-283 0</inkml:trace>
  <inkml:trace contextRef="#ctx0" brushRef="#br0" timeOffset="129117.436">26077 8297 688 0,'0'0'2068'15,"0"0"-1297"-15,0 0-342 0,0 0-144 16,0 0 10-16,0 0 19 0,0 0-115 16,0 0-83-16,0 0-46 0,83 45-37 15,-52-41-2-15,6 0-17 0,4-3-14 16,2-1-3-16,6 0-64 0,1 0-70 16,-2-4-31-16,2-2-41 0,0-1-87 0,-12 1-327 15,13-4-640-15</inkml:trace>
  <inkml:trace contextRef="#ctx0" brushRef="#br0" timeOffset="129822.957">27008 7775 258 0,'0'0'2536'0,"0"0"-2059"0,0 0-241 16,0 0-90-1,0 0 24-15,0 0 50 0,118 4-1 0,-68-4-60 16,6-4-88-16,6-2-53 0,0-2-15 0,0 2 0 16,-5 1-3-16,-4 2-3 0,-11 3-14 15,-6 0 16-15,-10 4-10 0,-6 5-1 16,-9 0 12-16,-10 4 28 15,-1 4 0-15,-12 1 0 0,-11 5-13 16,-5 1 4-16,-11 5-19 0,-7-1-13 0,-4 4 12 16,-3 0-11-16,-1 3 10 0,1-2-13 15,3 0 15-15,4 3 37 0,6-4 16 16,7 2 18-16,5-3 58 0,9-1 64 16,6-3-68-16,8-3-37 0,5-2 0 0,1-3 13 15,11-4 14-15,6-3-64 0,4-4-32 16,4-2-17-16,5-4-2 0,1-2-15 15,1-6-24-15,3-7-25 0,2-5-36 0,0-3-43 16,2-6-49-16,-3-3-25 0,1-1-159 16,-4-3-239-1,-6 8-392-15,6-12-566 0</inkml:trace>
  <inkml:trace contextRef="#ctx0" brushRef="#br0" timeOffset="130063.247">27756 7777 1785 0,'0'0'1140'0,"0"0"-833"0,0 0-106 15,0 0-20-15,0 0 137 0,-65 82 36 16,46-59-81-16,-7 2-122 0,-1 0-81 16,-3 4-14-16,-3 1 2 0,-5 1-24 0,-3 2-21 15,-1-2-13-15,-3 1-22 16,0-3-33-16,3 0-46 0,2-1-25 0,4-2 9 15,6-6-17-15,4-1-5 0,6-3-62 16,6-2-69-16,3-5-56 0,5-2-83 16,6-2-57-16,0-3-85 0,2-2-493 0</inkml:trace>
  <inkml:trace contextRef="#ctx0" brushRef="#br0" timeOffset="130370.381">27811 8320 942 0,'0'0'316'0,"0"0"-36"15,0 0 305-15,0 0-42 0,0 0-135 0,0 0-92 0,83 8-122 16,-69-6-52-16,-3 2-19 0,-1 1-44 16,-3 2-26-16,-1-2-3 0,-4 4 11 15,-2 0 4-15,-2 0 26 0,-7 2-14 16,-5 5-18-16,-5 1-31 0,-2 1 0 0,2 1 9 15,0-4 22-15,6 2 86 16,2-4-22-16,5 0-34 0,4-4-31 16,2 3-21-16,5-1 24 0,8-3-18 15,4 3-13-15,8-5-18 0,3-2-12 0,8-3-36 16,3-1-47-16,6-4-57 16,-2-2-32-16,3 0-47 0,-2-1-120 0,-10 0-301 15,14-2-914-15</inkml:trace>
  <inkml:trace contextRef="#ctx0" brushRef="#br0" timeOffset="138696.624">17202 9940 1144 0,'0'0'410'16,"0"0"-117"-16,0 0-111 15,0 0-23-15,0 0-146 0,0 0 71 0,0 0 657 16,0 0-415-16,0 0-75 0,0 0-68 16,3 4-13-16,-1-2-28 0,-1-2-8 15,1 1-6-15,-1 2-42 0,2-2-39 16,0 4 15-16,4-3-16 0,-1 2-12 0,5-1 12 16,3 1 0-16,6-3-3 0,3 0-22 15,1 2-21-15,2-2-2 16,3 0-11-16,1 1 11 0,-1 1-19 15,1-2-19-15,1 3-16 0,-3-2-24 0,3 3 3 0,-4 1-25 16,0-4-16 0,1 4-10-16,-5-1-89 0,0-4-95 0,-3 3-136 15,-2-3-208-15,-4-1-457 0,0 0-293 0</inkml:trace>
  <inkml:trace contextRef="#ctx0" brushRef="#br0" timeOffset="139837.424">19782 9976 346 0,'0'0'1322'0,"0"0"-848"0,0 0-195 15,0 0 14-15,0 0-93 0,0 0-20 16,0 0-33-16,0 0-36 0,0 0-22 0,0 0-3 15,-22 8 0 1,22-6 5-16,0-2 67 0,2 1-20 0,1-1-34 0,-2 0-4 16,1 0-13-16,-1 1-31 15,-1-1-19-15,2 0 1 0,-1 0-11 16,1 0 32-16,1 0-9 0,1 0-4 16,4 1-15-16,4 3-28 0,4-1-2 0,6 1 1 15,3-3 0-15,3 2-2 0,3-2-1 16,1-1-45-16,3 0 21 0,2 0-3 15,-1-1 10-15,3-2-22 0,0 3 2 16,-3 0-33-16,0 0-22 0,-1-1 3 16,-5 0-23-16,-4-1-73 0,-3 1-72 15,-6-1-95-15,-4 2-150 0,-4 0-202 16,-1 0-498-16</inkml:trace>
  <inkml:trace contextRef="#ctx0" brushRef="#br0" timeOffset="151550.013">7166 7882 2451 0,'0'0'406'16,"0"0"-108"-16,0 0-100 0,0 0-125 16,0 0 320-16,0 0-135 0,0 0-18 15,0 0-103-15,0 0-94 0,0 0-9 16,-92 27 0-16,52-17-3 0,-3 2 6 0,-6 1 3 16,-2 3-9-16,-4-2-16 0,-1 3-15 15,-1-1-1-15,-2 2-2 0,2 0-16 0,1 0 4 16,7-3-16-16,7 2-43 0,9-6-31 15,10-4-53-15,11-1-1 0,5-4-33 16,7-2-81-16,9 0-300 0,1 0-232 16,26-6-398-16</inkml:trace>
  <inkml:trace contextRef="#ctx0" brushRef="#br0" timeOffset="151762.439">7287 8116 3082 0,'0'0'478'16,"0"0"-355"-16,-80 29-79 0,39-17 51 16,-9 2 31-16,-6 3 41 0,-5-1-64 0,-2 2-74 15,-2 2-29-15,2-2-22 0,-4 1 6 16,2 1 1-16,-4 3 2 0,0 1-9 0,1-1-9 16,5-3-31-16,5 1 4 0,9-7-11 15,9-2-31-15,8-7-64 16,6-5-119-16,9-4-174 0,3-2-614 0,3-18-468 0</inkml:trace>
  <inkml:trace contextRef="#ctx0" brushRef="#br0" timeOffset="152054.729">6392 7871 783 0,'0'0'1672'0,"0"0"-1294"0,0 0-208 16,0 0 6-16,0 0 88 0,0 0 9 15,0 0-72-15,-93 47-78 0,73-24-53 16,-2 4-61-16,-1 4-9 0,0 6-19 16,-3 5-3-16,0 4 0 0,0 1-1 15,2-2-17-15,5 0 15 0,2-6-10 16,6-1 7-16,7-6 0 0,3-2-29 0,1-4 6 16,8 1 23-16,5-4 16 0,9 1 12 15,5 0 15-15,5-1 42 0,6-2-10 16,6 2-15-16,5-4-32 0,3-3-14 15,3-3 14-15,-2-3 0 0,2-2-16 0,0-2-84 16,-4-4-106-16,2-1-103 0,-15-1-198 16,16 0-676-16</inkml:trace>
  <inkml:trace contextRef="#ctx0" brushRef="#br0" timeOffset="154645.06">789 8519 703 0,'0'0'815'0,"0"0"-510"15,0 0-107-15,0 0 252 0,0 0-217 0,0 0 11 16,-47-65 102-16,41 61-57 0,0 4-87 15,-1 0-45-15,1 0-33 0,0 0-3 0,1 0 4 16,-1 4-4-16,0-2-31 16,-2 6-35-16,-1 2-8 0,2 4-35 15,-3 7 25-15,2 7-16 0,4 4-21 16,3 7-12-16,1 0-16 0,0-4-2 16,5-4-8-16,4-6-8 0,2-8-37 0,3-5-57 15,0-10-87-15,5-2-79 0,4-3-61 16,1-10-100-16,-2-2-207 15,8-11-551-15</inkml:trace>
  <inkml:trace contextRef="#ctx0" brushRef="#br0" timeOffset="154962.648">1040 8419 2490 0,'0'0'483'0,"0"0"-329"15,0 0-1-15,-14 80 120 0,8-55 21 16,3-4-54-16,2 2-119 0,-1-7-89 15,2-3-32-15,0-4-49 0,0-4-14 0,3-4-57 16,3-1 1-16,5-1 37 16,1-7-38-16,1-4 16 0,3-5-32 15,0-7-56-15,1 0-35 0,0-1 9 16,-4 0 57-16,-1 2 51 0,-4 3-25 0,-2 5 28 16,-2 5 107-16,-1 7 35 0,0 3 117 15,-1 1 58-15,-1 9 70 16,2 2-27-16,-2 7-21 0,1 1 9 0,-2 3-42 0,0 5-52 15,0-1-27-15,0 2 4 0,0-4-46 16,-3-6-49-16,3-3-29 0,-2-8-28 16,2-3-19-16,0-5-43 15,0 0-114-15,0-1-72 0,0-8-51 16,0 2-223-16,3-13-681 0</inkml:trace>
  <inkml:trace contextRef="#ctx0" brushRef="#br0" timeOffset="155336.568">1279 7891 2117 0,'0'0'499'15,"0"0"-248"-15,0 0 41 0,0 0 128 16,0 70-33-16,0-38-89 0,0 7-115 16,2 4-74-16,-1 6-17 0,-1 3-46 0,0 5-6 15,0 2-40-15,-3-4-2 0,-1-3-59 16,1-10-19-16,3-9-7 0,0-7 35 15,2-9 21-15,3-6-19 0,1-2-21 16,1-6-23-16,2 0 29 16,4-2 30-16,0-1 7 0,5 0-1 0,1 0-9 15,3 0 4-15,-1-1 15 0,0 0-9 16,-1 1 3-16,-3 0 22 0,-1 0-10 16,-4 2 13-16,-2 3 13 0,-5-3 59 15,1 4 7-15,-3 0-1 0,-1 2-12 16,-2 0-10-16,0 0-9 0,0 2-10 0,-3-3-9 0,-5 4-10 15,1-2 1-15,-4-1-19 0,-1-1-18 16,-1-2-44 0,-1-2-37-16,1-3-51 0,-2 0-20 0,4-1-63 15,1-6-8-15,1 0-98 0,2-1-198 16,4 2-231-16,-1-4-463 0</inkml:trace>
  <inkml:trace contextRef="#ctx0" brushRef="#br0" timeOffset="155564.035">1641 8405 2632 0,'0'0'456'16,"0"0"-379"-16,0 0-29 0,0 0-32 15,0 0 207-15,0 0 103 0,0 0-84 0,0 0-150 16,0 0-55-16,20 77-9 0,-17-58-15 15,0 1 11-15,-3-1-24 0,0-2 0 16,0 1-90-16,0-6-108 16,0-5-61-16,0-2-52 0,-3-5-217 0,2 0-658 15,-7-11-456-15</inkml:trace>
  <inkml:trace contextRef="#ctx0" brushRef="#br0" timeOffset="155729.081">1624 8219 2932 0,'0'0'623'0,"0"0"-399"16,0 0-92-16,0 0 163 0,0 0-71 0,0 0-113 15,0 0-111-15,0 0-25 0,0 0-8 16,0 0-85-16,46 26-78 0,-36-18-156 16,-3-4-328-16,-1 7-1025 0</inkml:trace>
  <inkml:trace contextRef="#ctx0" brushRef="#br0" timeOffset="156120.377">2085 8262 1216 0,'0'0'1205'16,"0"0"-1065"-16,0 0-138 0,0 0 51 0,0 0 111 16,0 0 80-16,0 0-23 0,0 0-113 0,0 0-98 15,-82 39-10-15,74-22 0 0,4 3 11 16,0-2 50-16,0-2 44 0,2 0 21 15,2-4 7-15,0 0-7 0,0-2-54 16,2-1-19-16,3 1 11 0,1-1-5 16,3 1-3-16,0-1-9 0,2 0-16 15,0-2-31-15,5-2-37 0,2-2-66 16,2-1-33-16,3-2-17 0,0-2-18 16,3-6-50-16,3-3-139 15,-8 3-264-15,8-9-596 0</inkml:trace>
  <inkml:trace contextRef="#ctx0" brushRef="#br0" timeOffset="156955.236">1085 9443 2164 0,'0'0'388'16,"0"0"-130"-16,0 0-36 0,0 0 78 0,0 0 27 15,0 0-59-15,0 0-89 0,0 0-166 16,0 0 6-16,0 0-19 0,63 16 25 15,-47-29-25-15,0-5-30 0,0-4-26 16,-3 2-26-16,-2-3-50 16,-1-2-16-16,-5 2 21 0,-4 0 32 0,-1 1 6 15,-3 1 41-15,-7 2-6 0,-3 5 22 16,-1 2-3-16,-2 7-29 0,0 5 64 16,0 0 87-16,0 8 41 0,1 6-126 15,0 7 31-15,1 5 28 0,2 7 5 16,2 4 7-16,0 4 6 0,3 2 0 0,1-2-13 15,3-3 0-15,0-2-16 0,3-7-25 0,0-8-25 16,0-5-16 0,6-8-31-16,1-4-51 0,5-4-98 15,6-7-67-15,5-9-15 0,6-7-259 16,-8 3-260-16,14-20-617 0</inkml:trace>
  <inkml:trace contextRef="#ctx0" brushRef="#br0" timeOffset="157318.818">1498 9218 2962 0,'0'0'527'0,"0"0"-324"0,0 0-90 16,-62 81 126-16,38-48 92 0,1 4-74 0,5-3-82 15,3-5-95-15,3-7-80 16,7-5-13-16,2-10-43 0,3-4-82 0,0-3-4 16,0 0 9-16,8-9-22 0,1-3 18 15,1-5-24-15,4-5 51 0,-2-5-32 16,2 2-80-16,-4-1 15 0,-1 4 86 15,0 4 60-15,-2 5 39 0,-3 7 9 16,-1 2-6-16,0 4 19 0,-3 0 48 16,3 7 109-16,-2 5 21 0,1 2-51 15,1 5-23-15,-2 6 1 0,1 3 27 0,2 5-3 16,-3 6-22-16,-1 10 5 0,1 6 37 0,-1 8 34 16,0 6-66-16,0 1-37 0,0 0-37 15,0 1-43-15,5 0-14 0,1-3 1 16,4-7-2-16,4-2-40 0,1-4-81 15,2-4 16-15,2-8 11 0,-2-8 13 16,1-8-4-16,-1-11-14 0,-3-9-131 16,-1-7-163-16,-1-4-8 0,-1-15-238 15,-2 1-336-15</inkml:trace>
  <inkml:trace contextRef="#ctx0" brushRef="#br0" timeOffset="157704.298">1631 9263 2767 0,'0'0'395'0,"0"0"-277"0,0 0-105 0,0 0 140 0,0 0 163 16,0 0 5-16,0 0-109 0,0 0-103 15,0 0-31-15,27 75-17 0,-22-44-11 16,-2 5-7-16,-2 0-12 0,-1-1-29 15,0-4-2-15,0-8-25 0,0-9-12 0,-1-5-12 16,1-6-4-16,0-3-37 0,0 0-21 16,1-9-23-16,8-6 43 15,1-4 15-15,1-6 17 0,5-3-11 0,-3 0-40 16,0 1-10-16,1 7 35 0,-2 3 47 16,1 9-13-16,-4 4 51 0,-1 4 60 15,2 4 92-15,-4 5 12 0,3 4-16 0,-2 5-31 16,0 3-36-16,-1 2-3 0,-2 1-29 15,-2 2-5-15,-1-2-4 0,1-5-38 16,-1 0-2-16,-1-6-46 16,0-2-113-16,3-6-48 0,0-3-23 15,3-2-102-15,2-2-199 0,-2-3-545 0,7-9-570 16</inkml:trace>
  <inkml:trace contextRef="#ctx0" brushRef="#br0" timeOffset="157992.003">2317 9504 1770 0,'0'0'2562'0,"0"0"-2562"0,0 0-134 0,0 0-455 0,0 0 0 16,0 0 6-16,0 0 45 0,0 0-834 0</inkml:trace>
  <inkml:trace contextRef="#ctx0" brushRef="#br0" timeOffset="158473.73">2958 9044 2872 0,'0'0'595'15,"0"0"-260"-15,0 0-231 0,0 0-60 0,0 0 53 16,70 80 41-16,-58-61 64 16,-3-3-105-16,-3 0-60 0,0-3-19 15,-2-2-18-15,-1-3-2 0,-2-2-97 0,-1-1-59 16,1-1-64-16,-1-2-99 0,0-2-225 16,0-2-481-16,-2-8-511 0</inkml:trace>
  <inkml:trace contextRef="#ctx0" brushRef="#br0" timeOffset="158629.841">2938 8809 3372 0,'0'0'463'0,"0"0"-369"0,0 0-41 16,0 0-28-16,0 0 48 0,0 0-51 15,0 0-22-15,98-2-183 0,-73-6-135 16,-5 0-288-16,10-9-764 0</inkml:trace>
  <inkml:trace contextRef="#ctx0" brushRef="#br0" timeOffset="158881.971">3401 8932 3191 0,'0'0'461'0,"0"0"-357"0,0 0-35 0,0 0 101 15,-49 81 56-15,44-69-52 0,5-1-156 0,0-4-18 16,5 0-12-16,6-1-35 15,5 1 10-15,3-1-6 0,4-1-13 16,3-1-1-16,1-3-2 0,-1 1-1 16,-3-1 47-16,0 2-3 0,-6-1 1 0,-3 4-13 15,-4 0-26-15,-3 4-27 0,-6 2 52 0,-1 2 1 16,-1 2-54-16,-9 2-67 16,-3 1 16-16,-3-3 31 0,-3-2 22 15,-1-2-80-15,-4-4-277 0,8-4-846 16,-13-4-68-16</inkml:trace>
  <inkml:trace contextRef="#ctx0" brushRef="#br0" timeOffset="159629.773">2337 10312 1873 0,'0'0'661'16,"0"0"-259"-16,0 0-40 0,0 0 44 0,0 0-173 15,0 0-84-15,-62 78-59 0,36-47-21 0,0 4-10 16,0-3 0-16,4 4-19 0,2-6-9 16,6-4-3-16,3-5-25 0,6-7-3 15,4-5-28-15,1-5-3 0,1 0-50 16,8-4 13-16,8 5 18 0,5-4 16 15,1 4-7-15,3-5 39 0,-2 1 0 16,-2 4 1-16,-5-3 1 0,-1 4 0 16,-4 4 3-16,-5 1 53 0,1 4 16 0,-3 5-19 15,-4 1-10-15,-1 2-5 0,0-4-1 16,-6 4-9-16,-2-4-28 0,1-3-31 16,-2-4-87-16,3-5-22 0,-1-3-52 0,0-4-60 15,1-3-151-15,0-4-354 0,0-16-611 0</inkml:trace>
  <inkml:trace contextRef="#ctx0" brushRef="#br0" timeOffset="159916.388">2490 10528 1387 0,'0'0'1106'0,"0"0"-938"0,0 0-91 16,16 92 238-16,-13-61 189 0,-1-4-79 15,1-5-143-15,0-5-161 0,0-6-86 0,3-7-35 16,1-4-66-16,6 0-8 15,0-8-20-15,4-7 1 0,1-6-52 0,0-5 19 16,-3 0-16-16,-2-3 12 0,-2 2 26 16,-2 1-8-16,-1 3 36 0,-3 3 28 15,-4 1 32-15,-1 1 16 0,-7 1 26 0,-4 6 32 16,-4 5 15-16,1 3-19 0,-1 3 51 16,1 3 15-16,1 10 41 15,-1 8-85-15,1 2 12 0,-2 4 35 0,4 3 2 16,-1-2-4-16,6-2-51 0,-2-3-70 15,5-10-96-15,1-6-183 16,1-7-67-16,1 0-83 0,0-5-275 16,0-17-443-16</inkml:trace>
  <inkml:trace contextRef="#ctx0" brushRef="#br0" timeOffset="160137.011">2656 9988 2153 0,'0'0'498'16,"0"0"-170"-16,0 0 148 16,-6 83 23-16,6-48-108 0,7 4-103 0,3 9-91 15,2 2-41-15,2 4-46 0,-1 4-46 16,0 0-31-16,0-2-33 0,-3 0-18 0,-3-5-12 16,2-6-41-16,-2-4-66 15,-1-10-32-15,0-6-28 0,0-7-20 16,0-5-111-16,2-9-227 0,-1-4-505 0,3-6-274 0</inkml:trace>
  <inkml:trace contextRef="#ctx0" brushRef="#br0" timeOffset="160930.597">2987 10441 1570 0,'0'0'652'0,"0"0"-280"0,0 0-127 16,0 0 76-16,0 0-12 0,0 0-46 15,0 0-78-15,0 0-53 0,0 0-25 16,0 0-16-16,0 0-7 0,3 4-13 15,-3-4 6-15,0 1 22 0,0-1 46 16,0 0-22-16,0 1-22 0,0 1-18 16,0-2-10-16,0 0-21 0,0 0-13 0,0 0-14 15,0 0-22-15,0 0-3 0,0 0-12 16,0 0-7-16,0 1-8 0,0-1-1 16,1 1 15-16,1 5 13 0,-1 0 31 0,2 5-16 15,-1 0-12-15,1 3 0 0,-1-4 0 16,1 0 0-16,-2-1 9 0,1-3 7 15,-1-3-4-15,1 0-3 0,-2-1-12 16,0-2-1-16,0 0-17 0,0 0-1 16,1 0 7-16,-1 0 12 0,0 0 3 15,2 0-2-15,-2 0-1 0,0 0 2 16,0 0 11-16,0 0 2 0,0 0 0 0,0 0-3 16,0 0-9-16,0 0 0 0,0 0 9 15,0 0 1-15,0-2-10 0,0 2-3 16,0-1-1-16,0-1-24 0,0 2-8 15,0-2-1-15,0 2 4 0,0 0 8 16,0 0 7-16,0 0 15 0,0 0 1 16,0 0 1-16,0 0-2 0,0 0-1 15,0 0-11-15,0 0-9 0,0 2-1 16,0-2-2-16,0 2 2 0,1-1 1 16,2 2-6-16,2 1 25 0,-1 2-2 0,6 2-20 15,-3 2-7-15,2 1 1 16,2 4-7-16,-1 3 6 0,2 1 13 15,1 2-1-15,-3 0 7 0,-1 0-12 0,1-1 5 0,-5-5 1 16,1-3 5 0,0-3 10-16,-3-5 0 0,0-1 2 15,-3-1 1-15,3-2 19 0,-3 0 36 0,4-6-35 0,-1-5-19 16,1-5 29-16,2-6 7 0,1-6-34 16,-2-7 9-16,0-4-12 0,-4-4-43 15,-1-1-27-15,0 1-19 0,0 1-10 16,0 5-16-16,0 3-30 15,0 4-24-15,2 5-19 0,-2 5-26 0,1 2-65 0,1 3-94 16,-2 5-55-16,0 4-118 16,0 2-267-16</inkml:trace>
  <inkml:trace contextRef="#ctx0" brushRef="#br0" timeOffset="161345.475">3474 10347 2297 0,'0'0'1042'0,"0"0"-911"0,0 0-109 16,0 0 89-16,0 0 151 0,0 0-10 15,0 0-90-15,-63 71-75 16,53-44-31-16,3 4-4 0,1 5-2 0,1 1 8 15,4-2-2-15,1-4-1 0,0-5-24 16,0-5-12-16,1-9-5 0,5-5-14 16,0-4-34-16,0-3-31 0,7 0-43 15,0-10 13-15,5-7-20 0,1-6 6 16,4-8-50-16,-1-2-74 0,-1-2-77 16,-3 0-69-16,-1 6-16 0,-4 4 89 15,-2 7 154-15,-3 7 106 0,-3 4 46 0,1 7 62 16,-3 0 216-16,-1 3 73 0,1 6 1 0,-2 2-19 15,-1 6-68-15,0 1-88 0,0 1-27 16,0 1-10-16,0-3-13 0,0-6-38 16,0-4-89-16,0-6-3 15,0-1-80-15,1-4-54 0,2-7-34 16,-3-8-39-16,3-8-1 0,0 4-255 0,-2-21-684 0</inkml:trace>
  <inkml:trace contextRef="#ctx0" brushRef="#br0" timeOffset="161681.073">3660 9699 3056 0,'0'0'583'0,"0"0"-391"16,0 0-57-16,19 97 138 0,-12-55 7 16,-3 7 18-16,1 4-59 0,-4 1-120 15,-1 1-76-15,0-1-43 0,0 0-18 0,0-3-30 16,0-6-68-16,0-9-10 0,0-8 47 0,0-11 51 15,6-7 27-15,1-4-42 16,3-6-49-16,3 0-10 0,6-7 15 16,4 0 10-16,2-5 12 0,0 0 12 15,3 1 9-15,-4 4-2 0,1 2 2 0,-5 5-50 16,0 1-4-16,-3 9 98 0,-1 2 16 16,-4 0 76-16,-1 2-14 0,-2 3 6 15,-3 0 19-15,-2-1 5 0,-2 1-6 16,-2-1-12-16,0-5-13 0,0-5-25 15,0-1-43-15,-2-5-9 0,-1-2-114 16,-1-8-71-16,-2-6-45 0,-1-6-156 0,-3-11-267 16,6 5-699-16,-4-26-153 0</inkml:trace>
  <inkml:trace contextRef="#ctx0" brushRef="#br0" timeOffset="162078.894">4075 9626 2081 0,'0'0'1147'16,"0"0"-854"-16,13 102-107 0,-10-54 25 16,1 7 134-16,-1 1-35 0,-1 1-107 0,-2-2-138 15,1-7-65-15,2-4-15 0,1-3-58 16,3-5-90-16,4-5-23 0,0-8-4 0,3-3-17 16,2-5 3-16,3-6-65 15,3-3-23-15,-2-2 55 0,3-4 99 16,3-2 45-16,-2-6-40 0,0-4 24 0,1 0 109 0,1-2 19 15,2-3 62-15,-2 0 54 0,-2 2-25 16,-2-2-30-16,1 0-29 16,-3 3-16-16,-4 1-15 0,0 1-17 15,-5 1 6-15,-3 3-9 0,-3 4-44 16,-2 3-43-16,-3 1 55 0,-3 5 32 16,-7 8 144-16,-4 2 29 0,-5 8-81 0,-2 3 106 15,2 5 42-15,0 2-36 0,4-3-43 16,4-4-52-16,5-3-34 0,2-5-60 15,4-5-15-15,1-5-115 0,10-4-25 0,7-4 26 16,5 0 42-16,6-4 9 16,5-6 44-16,4-2-9 0,-2-5-134 0,2 0-136 15,-1 1-105-15,-11 4-389 0,10-4-932 0</inkml:trace>
  <inkml:trace contextRef="#ctx0" brushRef="#br0" timeOffset="162957.465">1592 11608 1944 0,'0'0'351'0,"0"0"-31"16,0 0-121-16,0 0 97 0,0 0 153 15,0 0-43-15,0 0-148 0,0 0-66 0,0 0 9 16,0 0-7-16,36 64-59 0,-21-29-68 16,0 4-33-16,-2 5-10 0,-1 3-24 15,-5 0 0-15,-4-2-21 0,1-3-4 16,-4-4-42-16,0-6-6 0,0-4 14 15,0-8 20-15,0-9 17 0,0-4-6 0,0-5-73 16,0-2-44-16,3 0 30 16,3-2-3-16,4-2-63 0,3-2 92 15,4 0 67-15,1 2 10 0,2 2-7 0,1 2 3 16,-3 0 16-16,0 6 29 16,-3 3 33-16,-1 3 36 0,-2 1 21 0,-5 1-10 15,0 1-4-15,-1 1 10 0,-5 1-17 0,-1-1-24 16,0 2-22-16,-3 0-30 0,-5-4-10 15,-1-1-12 1,-1-2-6-16,-1-5-31 0,-1-2-55 0,-3-4-53 16,-2 0 21-16,-1-8-12 0,0-5-30 15,1-7-123-15,4-5-46 0,7-5-167 0,2 5-466 16,4-16-571-16</inkml:trace>
  <inkml:trace contextRef="#ctx0" brushRef="#br0" timeOffset="163353.497">2101 12016 2277 0,'0'0'1170'0,"13"71"-879"16,-12-35-105-16,3 5 146 0,1 1 74 15,-1-7-142-15,-1-8-127 0,0-12-91 16,4-7-46-16,-3-8-61 0,4 0-71 0,3-9 19 16,6-4 51-16,1-8 23 0,5-6 5 15,-3-5-16-15,-4-3-42 0,1 4-54 0,-2 3-78 16,-1 9-5-16,0 7 62 0,5 5 88 15,1 7 38-15,1 2 41 16,3 14 16-16,3 4 50 0,1 4 7 0,-1 6-14 16,2 4-33-16,-3 3-24 0,3 5 20 15,-2 2 47-15,-1 7-10 0,-5 1 33 16,-3 5 2-16,-4 5-23 0,-5 4-9 16,-3 0 10-16,-2 0 5 0,-1-3-6 15,-3-5-31-15,0-8 6 0,0-8 16 0,0-12 18 16,-6-10 9-16,0-12-22 0,-1-5-15 15,-7-6-52-15,-2-11-37 16,-6-9-82-16,-2-12 55 0,-1-7 30 16,-1-10-9-16,6-7 12 0,6-1-15 0,4-2-4 15,10 3-21-15,0 4-12 0,7-1-20 16,3 4-37-16,5-1-111 0,-4 11-312 16,5-16-627-16</inkml:trace>
  <inkml:trace contextRef="#ctx0" brushRef="#br0" timeOffset="163896.828">3141 11840 1170 0,'0'0'1707'0,"0"0"-1304"0,0 0-263 15,0 0-22-15,0 0 40 0,0 0-26 16,0 0-31-16,0 0-17 16,0 0 2-16,0 0-24 0,79-65-27 0,-58 51-35 15,-3 2-3-15,0 6-25 0,-1 3 28 16,2 3 90-16,-3 9 6 0,2 8-18 0,0 4-10 15,-3 8-50-15,0 2-2 0,-5 0-4 16,-3 1 4-16,-4-5-14 16,-2-5 1-16,-1-7 15 0,0-3 10 15,0-7 3-15,0-5-3 0,0 0-28 0,0-1-74 16,-2-8-3-16,-3-4-13 0,-2-7 31 16,1-6 0-16,-1-6 15 0,1-5 7 15,2-1 6-15,1-1-44 0,3 2-61 0,0 1-84 16,12 7-141-16,5 2-247 15,-4 8-578-15,14-3-408 0</inkml:trace>
  <inkml:trace contextRef="#ctx0" brushRef="#br0" timeOffset="164231.162">3762 11521 3702 0,'0'0'683'0,"0"0"-596"0,0 0 6 15,0 0 49-15,-47 68 11 0,31-40 80 16,1 2-105-16,4 1-67 0,4 0-7 15,1-3-32-15,6-7-22 0,0-1-46 16,0-3 13-16,0-4 2 0,0-5 7 16,3-2-10-16,0-3 1 0,0-2-22 15,1-1-28-15,2 0-2 0,5-1 2 0,-1-3 3 16,5-2-6-16,-1-3 9 0,0-2-12 16,1 0-20-16,-3-1 4 0,-1 1 30 0,-1-1 16 15,-4 4 46 1,1 1 12-16,-4 6-2 0,1-1 3 0,-2 1 19 15,-1 1 68-15,-1 0 31 0,2 0 22 0,-1 0-26 16,2 3-40-16,0 1-28 16,3 2-16-16,-2-3-13 0,5 2-17 0,-5 0-19 15,3-4-39-15,1-1-108 0,0 0 23 16,1-7 29-16,-2-3 5 0,3-2-23 16,0-2-265-16,-3 3-259 0,1-9-866 0</inkml:trace>
  <inkml:trace contextRef="#ctx0" brushRef="#br0" timeOffset="165753.811">4242 11500 2217 0,'0'0'320'0,"0"0"-233"0,0 0 10 16,0 0 109-16,0 0-1 0,0 0-42 0,-82-29-26 16,68 26-17-16,-2 3-18 0,3 0-8 0,0 1 54 15,1 10 54 1,4 2-21-16,-4 8-79 0,5 4-46 0,1 2 0 0,0 8-28 15,5 0 12-15,-3-3 3 0,4-4-3 16,0-9-22 0,0-8-18-16,5-4-16 0,3-7-24 0,0-5-53 15,7-9 13-15,-1-7 33 0,3-10 26 16,-1-7-44-16,0-5-57 0,-3-6-63 16,-1 0-23-16,-1-1-19 0,-4 1-2 0,1 2-14 15,-4-1 18-15,-1-1 39 0,-3 3-1 16,0 5 60-16,-3 6 105 0,-1 8 22 0,-1 9 103 15,4 9 139-15,1 5 64 0,0 4 116 16,0 0-33-16,0 9-77 0,0 5-101 16,0 6-142-16,0 8 36 0,0 9-28 15,0 4-6-15,4 7 15 0,1 1 16 16,2 0-26-16,0-1-76 0,-1-7-3 0,0-5-52 16,-1-5-105-16,2-7-16 15,-1-3-34-15,0-8-107 0,1-7-213 0,-1-3-427 16,7-7-594-16</inkml:trace>
  <inkml:trace contextRef="#ctx0" brushRef="#br0" timeOffset="165896.412">4546 11348 2714 0,'0'0'977'0,"0"0"-785"16,0 0-129-16,0 0 63 0,16 78 164 15,-14-59-40-15,-2 0-93 0,0-3-135 0,-2-4-22 16,-2-5-111-16,-2-3-80 0,-4-3-151 15,1-1-441-15,-8 0-938 0</inkml:trace>
  <inkml:trace contextRef="#ctx0" brushRef="#br0" timeOffset="166032.947">4297 11223 2504 0,'0'0'585'0,"0"0"-329"0,0 0 26 15,0 0-1-15,0 0-20 0,0 0-25 16,91-16-91-16,-62 12-77 0,0-2-49 15,1-2-19-15,3-3-138 0,-1-1-163 0,-9 2-155 16,8-3-752-16</inkml:trace>
  <inkml:trace contextRef="#ctx0" brushRef="#br0" timeOffset="166250.996">4954 11084 2899 0,'0'0'715'0,"0"0"-463"0,0 0-73 16,-46 72 3-16,33-41 88 0,3 3-23 16,0 2-27-16,3 0-67 0,4-4-64 15,0-4-83-15,3-9-6 0,0-2-43 0,3-10-42 16,3-2-41-16,2-5-36 0,7-1-4 16,1-10-23-16,4-6-109 0,1-8-254 15,-5 3-618-15,10-10-811 0</inkml:trace>
  <inkml:trace contextRef="#ctx0" brushRef="#br0" timeOffset="166637.278">5143 11187 3156 0,'0'0'733'0,"0"0"-459"0,0 0-75 0,0 0 70 0,-30 78 13 16,24-50 42-16,0 1-139 0,6-3-96 16,0-2-47-16,0-7-42 0,3-7-6 0,4-2-37 15,2-7-32-15,4-1-23 16,0-5-23-16,4-8 5 0,2-6 18 15,1-9 15-15,-1-3 1 0,0-7-69 0,-2-1-19 16,-1 0 19-16,-2-3 14 16,-2 0-42-16,-5-5 3 0,-4-1 41 15,-3-5 46-15,0-3 51 0,-6-3 35 16,-3-3-29-16,-2 1 10 0,-2 4 3 0,4 4-9 16,3 11 14-16,3 10 14 15,1 8 95-15,2 13 63 0,0 3 34 16,0 4 16-16,0 4-59 0,0-1-22 0,2 1-21 15,0 0-5-15,-1 0-2 0,1 0-10 16,-1 0 34-16,2 6 5 0,1 6-48 16,5 6 35-16,1 9-78 15,3 13-37-15,2 9-10 0,-1 10-30 0,2 11-18 0,1 5-6 16,2 7-6-16,1-2-6 0,3-3 39 16,0-8-6-16,-1-7-43 0,1-12 0 15,0-8-43-15,0-11-66 0,-1-7-161 0,-5-9-400 16,7-8-1303-16</inkml:trace>
  <inkml:trace contextRef="#ctx0" brushRef="#br0" timeOffset="166780.154">6172 11133 4146 0,'0'0'447'0,"0"0"-447"0,0 0-510 15,0 0-443-15,0 0-806 0</inkml:trace>
  <inkml:trace contextRef="#ctx0" brushRef="#br0" timeOffset="169266.606">5185 11176 205 0,'0'0'737'16,"0"0"-310"-16,0 0-154 0,0 0-19 0,0 0-11 15,0 0-19-15,0 0-60 0,0 0-57 16,0 0 31-16,0 0 4 0,-10-14-71 15,8 14-23 1,2 0 80-16,-1 0 127 0,-2 0-71 16,1 0-42-16,-1 0-28 0,1 3-23 0,-4-2-16 15,2 1 1-15,-4 1-48 0,3 1 3 0,-4 1-31 16,-2 2-22-16,-1 3-24 0,1 2 1 16,-1 4 26-16,2 1-31 0,0-1 0 15,3 2 12-15,1-1 0 0,3-4 7 16,0-2-42-16,3-6 17 0,0 1-5 0,0-3 4 15,0-3-9-15,0 0-14 0,0 0 20 16,3 0 6-16,0-2 6 0,3-3-131 0,-2-1 28 16,3-5 52-1,-1 2-127-15,1-2-42 0,-1-2-46 16,0-2-109-16,1 3 62 0,-2-1 81 0,1 1 146 16,-1 5 134-16,-1 0 33 0,-1 3 136 0,0 1 36 15,-3 3 36-15,1 0 7 0,2 0-34 16,-3 0-32-16,1 0-27 0,-1 0-16 15,0 0-6-15,2 2-23 16,-1-1-11-16,4 4 11 0,-1 2 191 16,3 0-119-16,3 4-90 0,-1 1 19 15,3-1-35-15,0 2-34 0,0-1-23 16,-2 2-4-16,3-1-13 0,-1 0-2 0,-2-3-2 16,1 1-26-16,1-3-83 0,-1-2-102 15,1-1-36-15,-2 0-27 0,4-5-91 0,-5 2-236 16,7-2-172-16</inkml:trace>
  <inkml:trace contextRef="#ctx0" brushRef="#br0" timeOffset="173071.272">29507 10036 1353 0,'0'0'42'0,"0"0"-16"15,0 0 114-15,0 0 357 0,0 0-53 16,0 0-71-16,0 0-106 0,88 38-92 16,-69-29 7-16,0-1-15 0,4 1-50 0,2 0-35 15,3 0-29-15,3-2-15 0,3-1-13 16,3 0-9-16,1-5-16 0,3 1 0 15,-2-1-13-15,3-1-12 0,-3 0-16 16,1 0-40-16,-4 2-20 0,1-1-10 0,-6 1-19 16,-3 3-22-1,-5 0-78-15,-4 0-149 0,-7-3-307 0,-4 3-738 16</inkml:trace>
  <inkml:trace contextRef="#ctx0" brushRef="#br0" timeOffset="176619.335">19771 12375 179 0,'0'0'167'15,"0"0"-167"-15,0 0-62 0,0 0-49 0,0 0 13 16,0 0 36-16,0 0 49 0,0 0 13 15,0 0 0-15,-22 0 28 0,21 0 60 16,-1 0 62-16,-1 0 33 0,0 0-30 0,2 0-29 0,0 0-36 16,-1-2-88-1,1 1-33-15,1 0 7 0,-2-1 25 16,1 1-2-16,-2 1-33 0,-1 0-45 0,-1 0-69 16,3 0-17-16,-6 0 68 0,2 0 99 15,0 0 144-15,0 0-1 0,1 0-25 0,-1 0-37 16,3 0-9-16,1 0-72 0,-1 0 23 15,0 0 16-15,1 0 147 0,1-3-186 16,-1 2-17-16,2-4-35 16,0 4-78-16,0-4-13 0,0 5-53 0,0 0 0 15,0-1 23-15,0 1 151 0,0 0-5 0,0 0 25 16,0 0 2-16,0 0 0 0,0 0 69 16,0 0 120-16,0 0 39 0,0 0-81 15,0 0-95-15,0 0-16 16,0 0 23-16,0 0 410 0,0 0-176 0,0 1-79 15,0-1-22-15,0 4 2 0,0-3 7 0,0 0-14 16,0-1-32-16,0 1-49 0,0 1-35 16,0-2-20-1,0 0-9-15,3 2 6 0,3-2 10 0,3 1 28 16,1 0 19-16,4 2-16 0,-1-1-6 0,2-1-16 16,1 2-10-16,-1-2 6 0,4 0 10 15,1 2 8-15,0-2-21 0,2 1-44 16,4-1-15-16,0 2 27 15,1-3 0-15,2 0-24 0,0 0 6 16,-2 0-10-16,2 0-31 0,-2 0-7 16,-2 0 22-16,3 0 13 0,-1-4-25 0,-1 4-41 15,-3-3-26-15,0 0-9 0,-6 2-30 16,0-3 10-16,-3 3-13 0,-4-2-74 16,0 0-143-16,-5 2-274 0,-2-3-564 15</inkml:trace>
  <inkml:trace contextRef="#ctx0" brushRef="#br0" timeOffset="180821.169">21463 12452 737 0,'0'0'134'0,"0"0"-134"0,0 0 0 16,0 0 30-16,0 0 35 0,0 0 998 16,0 0-729-16,0 0-89 0,0 0-74 15,0 0-17-15,36 10 16 0,-29-10 9 16,1 0-4-16,1 3-23 0,1-2-35 0,-1 1-35 16,5 2-25-16,-1 1-7 0,3-4-25 15,-1 4-23-15,3-2 1 0,2 1 0 0,1 0 9 16,2-1-12-16,1 2-2 0,1-1-42 15,-1-1-22-15,-1 3-13 16,0-3-3-16,-3-1-41 0,-4-1-20 16,0-1-74-16,-4 0-138 0,-4 0-320 15,-2-5-612-15</inkml:trace>
  <inkml:trace contextRef="#ctx0" brushRef="#br0" timeOffset="182819.71">19707 11396 323 0,'0'0'473'15,"0"0"-254"-15,0 0-217 0,0 0 29 16,0 0 89-16,0 0 1017 0,0 0-810 0,0 0-38 15,0 0-96-15,0 0-69 0,0 0-34 16,-9-6-4-16,7 6-4 0,-5 0-2 16,-1 0-8-16,0 0-8 15,-7 0-26-15,2 6-13 0,-5 10 3 16,-1 5-27-16,-3 14 46 0,-1 11 4 0,4 9-4 16,-2 10-13-16,2 10-15 0,2 8-6 15,0 3 15-15,1-2-15 0,-2 3-10 0,1-8 15 16,0-7-17-16,1-10-2 0,6-12-16 15,1-9 1-15,5-7-19 0,2-13-34 16,2-7 7-16,0-8-61 0,6-6-54 16,4-2-58-16,7-15-56 15,2-8-124-15,1 5-568 0,8-30-625 0</inkml:trace>
  <inkml:trace contextRef="#ctx0" brushRef="#br0" timeOffset="183267.862">19710 11401 2062 0,'0'0'686'16,"0"0"-436"-16,0 0-96 0,0 0-58 0,0 0 54 0,0 0 69 16,0 0-11-16,0 0-82 0,0 0-89 15,0 0 1-15,0 0-16 0,69-4-8 16,-40 2-11-16,3-4 0 0,1-2-1 15,2-1-2-15,3 1-16 0,0-1-22 0,1 1-6 16,0 1-25-16,0 0 9 16,-3-1 3-16,-2 4-3 0,-3-2 0 15,-1 3 10-15,-3-2-17 0,-2 5 1 16,-5 0-14-16,0 3 10 0,-5 6 29 16,-3 6 15-16,-4 8 26 0,-5 7 16 15,-3 9-15-15,0 7 2 0,-8 5 17 0,-3 4-18 16,-1 1 36-16,4 0 38 0,0-1-38 15,0 0 16-15,4-1-28 0,1-2 12 0,1 0 12 16,2-2 14 0,0-2-14-16,0-4 10 0,0 0-16 0,0-3-16 15,0-2 20-15,0-4-26 0,-3-3-21 0,-3-5 17 16,-2-4 1-16,-1-5-17 0,1-2 8 16,0-8-10-16,2 2-60 0,2-6-37 15,2-2-14-15,0-2-25 0,2 0-54 16,0-5-78-16,4-6-114 0,5-6-112 15,-3 4-175-15,5-18-392 0</inkml:trace>
  <inkml:trace contextRef="#ctx0" brushRef="#br0" timeOffset="183587.581">20852 10778 111 0,'0'0'593'0,"0"0"-159"0,0 0 369 16,0 0-391-16,0 0-60 0,0 0 1 16,0 0-8-16,0 0-69 0,0 0-62 15,0 0-85-15,-5-13-16 0,-15 35-50 16,-7 7-20-16,-6 9-5 0,-8 9-12 15,-4 8-26-15,-6 1-16 0,-1 4-40 0,-1-2 13 0,2-6-17 16,4-6-25 0,5-6 6-16,5-10-12 0,4-6-16 15,3-6-28-15,3-8-110 0,2-5-148 0,7-5-164 16,6 0-420-16,9-19 159 0</inkml:trace>
  <inkml:trace contextRef="#ctx0" brushRef="#br0" timeOffset="183812.092">20424 10901 280 0,'0'0'744'0,"0"0"-80"16,0 0 17-16,0 0-265 0,-45 69-91 15,28-38-16-15,1 4-43 0,-2 4-51 0,4 0-48 16,0 1-42-16,3-1-35 16,3 0-37-16,2-7-28 0,5-7-13 0,1-4-9 15,3-7 13-15,9-2-4 0,7-5-11 16,7-4-1-16,9-3-31 15,6-3-28-15,4-11-47 0,7-3-51 0,3-6-47 16,1-4-52-16,5-4-61 16,-1-3-55-16,2 2-166 0,-14 4-274 15,18-19-469-15</inkml:trace>
  <inkml:trace contextRef="#ctx0" brushRef="#br0" timeOffset="184100.601">21505 10332 1258 0,'0'0'75'15,"0"0"426"-15,0 0-5 0,0 0-115 0,0 0-11 16,2 92-108-16,-4-60-59 0,-3 5-23 0,-1 4-38 15,-2 0-57-15,-2 3-26 16,0-1-33-16,-4-4-26 0,2-2-29 16,1-4-5-16,3-5 9 0,2-9-16 15,3-3-69-15,0-7-54 0,3-3-39 16,0-2-78-16,3-4-184 0,2 0-270 0,6-10-500 16</inkml:trace>
  <inkml:trace contextRef="#ctx0" brushRef="#br0" timeOffset="184262.548">21452 10257 767 0,'0'0'1507'0,"0"0"-1219"16,0 0-288-16,0 0-10 0,0 0 10 15,0 0-16-15,0 0 10 0,0 0-269 0,81-64-711 16</inkml:trace>
  <inkml:trace contextRef="#ctx0" brushRef="#br0" timeOffset="184544.852">21893 10259 1292 0,'0'0'582'16,"0"0"-83"-16,0 0-63 0,0 0-35 0,-70 70-67 15,50-55-125-15,1 3-112 0,6-4-73 16,1 0-24-16,5-5-2 0,2 1-26 15,5-2 9-15,0 3 8 16,7 1 11-16,7 1 22 0,2 3 6 0,6 2-15 16,1 2-1-16,1-2 1 0,-2 0 9 15,-1 0 3-15,-1-3-16 0,-6 1-9 16,-3-2-22-16,-2-1 10 0,-5-1 9 16,-3-4-1-16,-1 2-40 0,-4-3 44 15,-6-1 16-15,-4 4 12 0,-5-4-28 0,-3 0-25 16,-2 1-25-16,-4-1-1 0,-2-2 14 15,-2 0-17-15,-1-2-63 0,-1 0-61 0,0-2-48 16,3 0-159-16,9 0-320 0,-5-4-1011 0</inkml:trace>
  <inkml:trace contextRef="#ctx0" brushRef="#br0" timeOffset="185162.722">22317 10128 1111 0,'0'0'120'16,"0"0"-35"-16,0 0 208 0,0 0-293 15,0 0-124-15,0 0-140 0,0 0-58 0,0 0-223 0</inkml:trace>
  <inkml:trace contextRef="#ctx0" brushRef="#br0" timeOffset="185530.866">22477 10195 1072 0,'0'0'175'15,"0"0"921"-15,0 0-741 0,0 0 15 0,0 0-127 16,0 0-27-16,0 0-26 0,0 0-23 0,0 0-42 16,0 0-33-16,2 9-23 15,-7-5-13-15,-3 4-31 0,-4 2-16 0,-1 4-9 16,-3 0-25-16,2 3 7 16,0 1 14-16,3-2-8 0,1-2-4 0,5-1 4 15,0-2 12-15,5 2 1 0,0-1 36 16,0-2-15-16,0-1-22 0,5 0-12 15,5-1 12-15,1 0 0 0,3-1 12 16,2 0-12-16,0 1 0 0,2 2-2 16,-3-3-17-16,-2 4 7 0,-1-2 12 0,-1 1 12 15,-5 2 41-15,0 1-18 0,-3-1 11 16,-2 1-9-16,-1 2-6 0,0-3-3 16,-8 2-6-16,-3-1-22 0,-1 2-6 15,-3-3-50-15,0 2-6 0,0-2-13 0,-1-4-34 16,5-1-51-16,3-4-16 0,2-3-33 15,6-1-60-15,0-10-218 16,0 3-110-16,15-16-670 0</inkml:trace>
  <inkml:trace contextRef="#ctx0" brushRef="#br0" timeOffset="185702.993">22820 10422 2541 0,'0'0'538'16,"0"0"-184"-16,0 0-186 0,0 0 18 15,-30 90 135-15,18-65-19 0,0-1-122 16,1-3-143-16,3-4-37 0,1-8-99 16,4-2-47-16,3-4-37 0,-2-3-59 15,2 0-114-15,0 0-352 0,0-11-862 0</inkml:trace>
  <inkml:trace contextRef="#ctx0" brushRef="#br0" timeOffset="185844.732">22946 10234 1205 0,'0'0'1915'0,"0"0"-1631"0,0 0-223 15,0 0-61-15,0 0-4 0,0 0-104 16,0 0-102-16,85-28-288 0,-74 23-1192 0</inkml:trace>
  <inkml:trace contextRef="#ctx0" brushRef="#br0" timeOffset="186117.378">23064 10464 1876 0,'0'0'425'0,"0"0"233"16,0 0-278-16,0 0-8 0,-45 76-42 15,39-65-11-15,4-4-94 0,-1-4-114 16,3-2-101-16,0-1-10 0,0 0-68 16,5 0-15-16,7-5-16 0,2-3 18 15,6-2-21-15,2-3-20 0,0-1-42 16,-1 2 14-16,-2 0 14 0,-5 6 57 15,-5 4 13-15,-3 2 9 0,-1 0 41 0,-3 2 16 16,-1 8 130-16,-1-1 46 0,0 3-21 16,-3 3-29-16,-2-1-39 0,1-3-21 0,2-1-23 15,1-4-43-15,1-3-3 0,0-3-34 16,0 0-57-16,0 0-60 0,1 0-35 16,5-1-29-16,2-7-170 0,-2 3-229 15,7-10-609-15</inkml:trace>
  <inkml:trace contextRef="#ctx0" brushRef="#br0" timeOffset="186328.595">23397 10468 1623 0,'0'0'691'0,"0"0"-14"0,0 0-268 0,0 0-111 0,-12 79-2 16,9-54 60-16,-2 4-28 0,0 2-82 15,2 5-103-15,0-1-76 0,0 2-51 0,-1-1-16 16,1 4-49-16,-1-2-6 0,-2 0-28 15,-1-2-30-15,0-4-41 0,0-1 0 16,2-5-10-16,5-4 12 16,0-4 8-16,2-6-4 0,4-3-28 15,3-3-58-15,0-3-2 0,3-3-90 0,1-4-186 16,-3-1-488-16,6-13-396 0</inkml:trace>
  <inkml:trace contextRef="#ctx0" brushRef="#br0" timeOffset="186575.51">23503 10626 1026 0,'0'0'0'0,"0"0"0"0,0 0 713 15,0 0-353-15,59-70-130 0,-39 56-42 0,-1 0-11 16,3 4-45-16,-4 1-23 0,-1 4-19 0,-5 1-13 16,-3 3 22-16,-5 1 32 0,-1 0-20 15,-3 8 4-15,0 3 43 0,-8 8-13 16,-5 2-73-16,-2 3-31 0,-5 2-38 15,1 2-3-15,-1-7-1 0,3 0-49 0,5-6-70 16,2-5-9-16,7-6-10 0,2-2 2 16,1-2-64-16,1-4-45 15,11-8-160-15,-3 3-222 16,17-20-524-16</inkml:trace>
  <inkml:trace contextRef="#ctx0" brushRef="#br0" timeOffset="186912.818">24081 10251 1676 0,'0'0'995'16,"0"0"-645"-16,-40 78-94 0,20-38-11 0,-6 9 61 15,0 4 96-15,-1 1-5 0,5-4-161 16,2-5-153-16,6-9-80 0,6-6-3 0,8-9-34 16,0-4-2-16,11-7-13 0,5-1-53 15,7-5 13-15,5-4 24 0,5 0-62 16,2-2-37-16,-1-7-20 0,2-1-21 15,-5 1 32-15,-3 1 59 0,-5-1 26 0,-7 2 88 16,-6 4 37-16,-5-1 61 16,-5 2 94-16,-3 1-16 0,-11 1-50 15,-6 0-14-15,-7 4-110 0,-5 5 29 16,-4 5 10-16,0 4 11 0,4 5 20 16,2 0 24-16,7-2 27 0,8 2-73 0,7-6-50 15,8-2-46-15,3 1-9 0,14-4 27 16,9-1-12-16,7-1 15 0,9-6-34 15,7 0-34-15,2-3-71 0,2-1-172 0,-14 0-621 16,16-1-1094-16</inkml:trace>
  <inkml:trace contextRef="#ctx0" brushRef="#br0" timeOffset="192971.248">7472 15691 1550 0,'0'0'637'0,"0"0"-340"0,0 0-135 0,0 0 159 16,0 0 25-16,0 0-123 0,0 0-46 15,-78 21-13-15,62-6-20 0,-1 7-24 16,0 9-46-16,-1 7-39 0,1 8 21 15,3 4 3-15,2 2 3 0,5-1 0 0,4-2-22 16,3-4-40-16,0-4-29 0,0-7-51 16,7-8-4-16,6-7-47 15,3-7 13-15,6-9-24 0,5-4-136 16,6-14-160-16,3-9-175 0,-7 4-507 16,13-20-284-16</inkml:trace>
  <inkml:trace contextRef="#ctx0" brushRef="#br0" timeOffset="193238.326">7700 15992 1831 0,'0'0'696'16,"0"0"-238"-16,0 0-247 0,20 76-80 16,-13-55 72-16,3-1 66 0,0-5-56 15,2-5-99-15,1-3-45 0,2-6-7 16,3-1-60-16,2-6-2 0,0-7-12 0,2-4-38 16,-2-5-31-16,0-3-61 0,-4-1 35 15,-2-1 25-15,-5 5 16 0,-3 0 44 16,-6 3 22-16,0 2 47 0,-12 3 23 0,-3 0 24 15,-6 2-81-15,-2 3 106 0,0 3-81 16,0 3 34-16,4 3 22 0,1 5-63 16,3 6 31-16,1 7-40 15,2 3-22-15,-1 4-12 0,6 1-13 16,1-1-15-16,5-1-78 0,1-8-102 0,0-4-102 16,6-7-226-16,5-5-144 0,-2 0-123 15,4-10-325-15</inkml:trace>
  <inkml:trace contextRef="#ctx0" brushRef="#br0" timeOffset="193628.383">8031 15877 457 0,'0'0'2206'0,"0"0"-1743"0,0 0-262 16,0 0-52-16,7 84 215 0,-7-59-31 16,0 1-91-16,0-4-158 0,0-4-84 0,0-4-74 15,5-5-1-15,1-4-9 0,3-2 25 16,0-3 9-16,4-2 16 0,0-5 18 15,3-6-2-15,0-4-43 0,-2-2 17 16,2-1-25-16,-4 1 54 16,0 1-4-16,-4 4 6 0,-4 5 10 0,-1 4-19 15,-2 5 22-15,1 0 116 0,-2 0 39 16,0 7-43-16,0 1-50 0,0 4-15 16,0 1 2-16,-2 0-46 0,1-1 15 15,1-4-18-15,-2-3-34 0,2-3-34 16,0-2 5-16,2 0-21 0,5-5 53 15,3-5 31-15,0 1 13 0,2-4-13 0,4-1-16 0,-5 4-3 16,2 3-12-16,-3 3-14 0,-2 4 45 16,0 2 58-1,-1 9 51-15,-1 5 3 0,0 4-19 0,-2 4-28 16,-1 1-46-16,0-1-19 0,1 0-4 16,-1 0-27-16,0-5-9 0,1 2-19 0,1-5-162 15,-1-4-97-15,-1-3-224 0,0-5-219 16,5-4-653-16</inkml:trace>
  <inkml:trace contextRef="#ctx0" brushRef="#br0" timeOffset="193837.185">8533 15998 2711 0,'0'0'392'0,"0"0"-286"15,7 86 9-15,0-45 110 0,-3 10 151 16,1 4-31-16,-1 4-131 0,3 3-100 0,-2 1-37 15,-2 2-28-15,-2 1-49 0,-1 0-3 0,-1-3-105 16,-7-8-37 0,4-8-35-16,-1-12-58 0,4-10-35 0,1-12-5 15,0-9-25-15,0-4-59 0,1-5-249 16,8-20-447-16</inkml:trace>
  <inkml:trace contextRef="#ctx0" brushRef="#br0" timeOffset="194058.115">8556 15990 2496 0,'0'0'374'0,"0"0"-146"0,0 0-158 15,0 0 55-15,0 0 69 0,0 0 34 16,66-72-80-16,-46 66-92 16,-1 6 10-16,0 0-3 0,-3 6-24 0,-2 7-39 15,-4 10-10-15,-6 2-16 0,-4 4 25 16,0 6-11-16,-8 1-39 0,-9 3 1 0,-1 2-28 15,-4-2-64-15,1-4-29 0,5-6-58 16,4-10-65-16,4-10 40 0,8-9 29 16,0-3-352-16,8-22-600 0</inkml:trace>
  <inkml:trace contextRef="#ctx0" brushRef="#br0" timeOffset="194337.585">8896 15973 2262 0,'0'0'981'15,"0"0"-638"-15,0 0-204 0,-9 88 47 16,2-57 162-16,3-3-47 0,1-3-120 0,1-5-181 16,2-4-33-16,3-7-32 0,6-6 13 15,2-1-1-15,2-2 16 0,3-5 12 16,2-6-46-16,2-7-19 0,-2-1-28 16,0-3-23-16,0 0-16 0,-3-3-1 15,-2 3 28-15,-5-2 39 0,-2 3-11 16,-3 1 22-16,-3 1 33 0,0 2 47 0,-4 4 57 15,-6 3 45-15,-2 6 72 0,-1 0-3 16,-1 4-52-16,-1 2-53 0,1 4-29 16,-2 3-37-16,3 4-25 15,-3 0-26-15,5 4-43 0,-4-3-165 0,7-1-215 16,-8 8-769-16</inkml:trace>
  <inkml:trace contextRef="#ctx0" brushRef="#br0" timeOffset="195850.718">9443 15912 886 0,'0'0'400'0,"0"0"-120"0,0 0-39 0,0 0 12 16,0 0 48-16,0 0-13 15,0 0-8-15,0 0-14 0,0 0 1 16,0 0-13-16,-3-19-2 0,1 19-33 15,-1 0-26-15,-3 5-44 0,-6 2-75 0,-3 5-74 16,-6 2-43-16,-2 9 24 0,0 0 18 16,6-1 0-16,0 0-1 15,5-4-23-15,5-3-5 0,4-7 2 16,3-2-6-16,0-3-22 0,3-1-22 0,7 0 31 16,5 0 29-16,0-2 18 0,3 0 12 15,-1 0-12-15,-3 0-25 0,2 0 23 16,-3 0-32-16,-1 0 32 0,-2 0-14 15,-3 3 13-15,-1 1 3 0,2 1 15 0,-3 4 63 16,-2-2-29 0,-2 3-2-16,-1 0-10 0,0 2 1 0,0 0-38 15,0 0 0-15,-4-1-62 0,1-4-6 16,0 0-50-16,1-5-46 0,2-2-62 0,0 0-129 16,0-7-182-16,2-2-176 0,8-15-471 15</inkml:trace>
  <inkml:trace contextRef="#ctx0" brushRef="#br0" timeOffset="196008.199">9656 15912 212 0,'0'0'2273'0,"0"0"-1693"15,0 0-395-15,0 0-51 0,0 0 60 0,6 78 109 16,-12-50-80-16,0 2-86 0,1-1-96 0,-1-7-41 16,2-1-41-16,4-7-33 15,0-2-131-15,0-6-40 0,0-3-50 16,-1-3-117-16,-1 0-229 0,-4-14-906 0</inkml:trace>
  <inkml:trace contextRef="#ctx0" brushRef="#br0" timeOffset="196170.314">9603 15701 2734 0,'0'0'618'0,"0"0"-348"0,0 0-191 15,0 0 85-15,0 0 72 0,0 0-92 16,0 0-116-16,85 17-28 0,-64-11-125 15,-1-1-120-15,-3 1-77 0,-4-1-236 16,-1 10-754-16</inkml:trace>
  <inkml:trace contextRef="#ctx0" brushRef="#br0" timeOffset="196715.226">10134 15490 1721 0,'0'0'448'16,"0"0"-270"-16,0 0-64 15,0 0 50-15,-23 72 62 0,14-34 34 16,-1 10-72-16,-3 8-10 0,3 5-3 0,-3 5 14 15,0 3-20-15,1-3-49 0,2-7-54 0,6-7-30 16,4-12-36-16,0-11-22 0,3-8 4 16,5-9-4-16,4-8-22 15,1-4-44-15,3-2-69 0,0-12-61 0,1-10-166 16,-5 5-355-16,-1-19-822 0</inkml:trace>
  <inkml:trace contextRef="#ctx0" brushRef="#br0" timeOffset="196878.206">9931 15852 2662 0,'0'0'427'0,"0"0"-82"16,0 0-145-16,0 0 52 0,0 0 12 0,0 0-77 16,0 0-76-1,0 0-95-15,0 0 3 0,0 0 11 16,0 0-20-16,80 4-10 0,-45-2-3 0,1-2-75 16,0 0-117-16,-2-3-56 0,-2-4-89 15,0 1-128-15,-10 1-158 0,6-5-563 0</inkml:trace>
  <inkml:trace contextRef="#ctx0" brushRef="#br0" timeOffset="197024.038">10374 15876 1937 0,'0'0'712'15,"0"0"-387"-15,0 0-184 0,0 69 22 16,0-47 164-16,2 0 42 0,-1-3-103 16,-1 0-129-16,2-4-124 0,-1-3-13 15,1-5-53-15,-1 0-112 0,-1-4-24 16,0-3-25-16,0 0-96 0,0 0-291 0,-1-12-896 15</inkml:trace>
  <inkml:trace contextRef="#ctx0" brushRef="#br0" timeOffset="197159.596">10297 15724 2440 0,'0'0'625'0,"0"0"-303"0,0 0-182 0,0 0-58 15,0 0-12-15,0 0 3 0,0 0-27 16,0 0-46-16,83-20-47 0,-57 14-242 15,-2-1-161-15,-6 5-194 0,6-2-508 0</inkml:trace>
  <inkml:trace contextRef="#ctx0" brushRef="#br0" timeOffset="197631.994">10537 15899 909 0,'0'0'1558'0,"0"0"-1300"0,-10 66-106 0,10-48-11 0,0 0 99 15,3-4 11-15,4-4-112 0,6-4-139 16,2-3-9-16,3-3-58 0,1-3 7 15,3-5 3-15,1-9 19 0,-1 1-7 0,1-3-37 16,-5-2-40-16,-2 2 17 16,-3 2 47-16,-6 3 57 0,-2 4 1 15,-5 1 58-15,0 4 6 0,0 2 9 16,-3 2 1-16,-2 1 66 0,-2 0 41 16,0 7-30-16,0 4-88 0,-2 1 10 15,-1 5-23-15,-1 0 0 0,3 1 0 0,1-6-50 16,0-4-6-16,4-2-101 0,3-5-97 0,0-1-8 15,0-1 65-15,7-6-9 0,5-4 54 16,2-3-23-16,5-3-33 0,1 1-51 16,0 1 25-16,0 5 93 15,0 1 78-15,-4 9 13 0,2 0 110 0,-4 0 58 16,0 6-3-16,-2 2 18 0,-2-1 9 16,-1 3 9-16,-2-1-4 0,-3 0 6 15,1 1-33-15,-1-1-45 0,-1-2-67 16,2-1-58-16,1-2-3 0,0-2-23 0,4-2 24 15,3 0-1-15,2-2 2 0,3-5 0 16,1-2-12-16,3 1-3 0,-2 1-6 0,-3 3 3 16,3 3 19-16,-5 1 63 0,2 1 22 15,-1 4-32-15,-2 2-25 0,-2 4-15 16,-1 1-13 0,-2 1 0-16,0 1-10 0,-2-1-99 15,0 2-98-15,-3-2-52 0,1 1-97 0,-2-4-166 16,-3 6-688-16</inkml:trace>
  <inkml:trace contextRef="#ctx0" brushRef="#br0" timeOffset="198116.054">11901 16004 2504 0,'0'0'751'15,"0"0"-315"-15,0 0-266 0,0 0-13 0,0 0 118 16,91 62-95 0,-56-62-44-16,4 0-59 0,3-12-52 15,4-7-25-15,0-7-2 0,0-2-66 0,-2-4-49 16,-1-3-29-16,-1 0-100 0,-5-1-172 16,-4 2-273-16,-10 8-573 0,-7-5-332 0</inkml:trace>
  <inkml:trace contextRef="#ctx0" brushRef="#br0" timeOffset="198347.454">12220 15557 1049 0,'0'0'1681'0,"0"0"-1315"0,0 0-226 16,0 0-73-16,-76 7 32 0,69 2 16 0,3 6-2 15,1 8-14 1,3 4 1-16,1 8 35 0,9 7 7 16,2 5-39-16,2 7 3 0,2 6-38 0,-3 1-18 15,3 6-25-15,-5-3-6 0,1 5-19 0,-1-2-24 16,-3 0-4-16,-3-3 9 0,1-2-9 15,-3-4 16-15,0-8-7 0,1-6-24 16,-1-9-32-16,0-8-6 0,0-9 15 16,0-10 15-16,0-2-43 15,0-6-25-15,1-3-17 0,4-8 25 16,0-7 10-16,-1-7-125 0,2-6-120 0,-1 5-157 16,-1-24-634-16</inkml:trace>
  <inkml:trace contextRef="#ctx0" brushRef="#br0" timeOffset="198698.523">12738 16013 2699 0,'0'0'424'16,"0"0"-114"-16,0 0-123 0,0 0 12 0,0 0 59 0,-98 57-24 16,68-29-39-16,-2 5-65 0,6 3-32 0,1-1-9 15,8-6-45-15,6-6-44 16,5-6-24-16,3-8 2 0,3-4-18 15,0-5-21-15,4 0-28 0,8-4-10 16,5-4 99-16,2-7 3 0,5-7-3 16,2-4-49-16,-1-3-51 0,-2 3-11 15,-1 1 14-15,-4 5 16 0,-3 8 11 16,-3 1 17-16,-3 8 18 0,-4 2 35 0,-1 1 13 16,0 3 71-16,-1 5 58 0,1 4-20 15,-2 5-17-15,-2 2-3 0,0 1-28 0,0 1 3 16,0 0-15-16,0-3-30 0,0-4-32 0,0-4-37 15,0-2-19 1,1-6-14-16,2 0-45 0,4-2 1 0,2 0 24 16,5-8-20-16,2-2-44 0,4-6-151 15,3-3-226-15,-5 5-453 0,11-8-451 0</inkml:trace>
  <inkml:trace contextRef="#ctx0" brushRef="#br0" timeOffset="198912.106">13118 15999 2202 0,'0'0'633'0,"0"0"-415"16,0 0-96-16,0 0 94 0,0 0 139 0,0 0-94 0,0 0-16 16,-77 90-77-1,56-50-23-15,1 0 46 0,4 1-4 0,2-2-68 16,4-7-58-16,5-7-61 0,4-7-12 16,1-7-74-16,3-7-30 0,7-4-6 15,9-5 14-15,3-11 34 0,6-9-25 0,3-6-115 16,3-8-174-16,-2-3-217 0,4 2-23 15,-3-2-23-15,0 1 66 0,-1-2 28 16,-8 9-43-16</inkml:trace>
  <inkml:trace contextRef="#ctx0" brushRef="#br0" timeOffset="199087.174">13399 15602 580 0,'0'0'538'0,"0"0"-115"16,0 0 0-16,0-66 21 0,0 64 14 0,0 4-77 16,0 12-98-16,0 9-24 0,0 10-76 15,2 10-51-15,-1 10-7 0,-1 6 9 16,0 5 8-16,-3 4-28 0,-2 0-30 0,0-4-60 15,2-2-24-15,0-3-77 16,3-6-71-16,0-9 37 0,0-11 55 0,6-10-6 16,3-7-29-16,1-8-97 15,0-8-61-15,3 0-48 0,-3-10-61 16,-1-6-205-16,-5 0-565 0,-2-11-271 0</inkml:trace>
  <inkml:trace contextRef="#ctx0" brushRef="#br0" timeOffset="199236.773">13298 15923 1494 0,'0'0'578'0,"0"0"-89"0,0 0 13 0,0 0-123 16,0 0-37-16,0 0-58 0,0 0-47 16,0 0-85-16,0 0-69 15,-4 66-30-15,23-54-53 0,8-7-81 16,2-3-33-16,4-2-60 0,2-7-71 0,-2-4-155 16,-7 1-270-16,4-4-785 0</inkml:trace>
  <inkml:trace contextRef="#ctx0" brushRef="#br0" timeOffset="199495.599">13729 16042 3123 0,'0'0'551'0,"0"0"-353"0,0 0-57 0,0 0 32 16,0 0 95-16,-8 64-52 16,13-59-115-16,4-4-101 0,4-1-58 0,4 0-22 15,2-6 9-15,1-4-13 0,3-5-49 16,-3-1-47-16,-2 0-56 0,-4 1-48 15,-4 2 11-15,-1 1 63 0,-6 4 88 0,-1-4 36 16,-2 2-4-16,-6-3 90 16,-7 1 41-16,-5 1 101 0,-2 3 72 15,-4 3 66-15,1 5-119 0,-2 0-10 16,-1 8-66-16,0 8-60 0,0 3-25 0,0 4-25 16,0-1-12-16,2 0-17 0,3-3-186 15,7-5-247-15,1-4-862 0</inkml:trace>
  <inkml:trace contextRef="#ctx0" brushRef="#br0" timeOffset="199707.104">14007 15802 2204 0,'0'0'449'0,"0"0"-185"0,0 0-55 0,0 0-66 16,51 91 29-16,-44-57 38 0,-4 4-56 15,-2 1-44-15,-1 0 0 0,0-3-31 16,0-3-64-16,0-4-15 0,-1-6-1 15,1-6 1-15,0-8 27 0,0-4-27 0,3-5-6 16,3-2-22-16,5-8 9 0,7-6 19 0,2-6-3 16,0-8-64-1,4-5-55-15,2-3-1 0,-3-5-60 0,1-1-129 16,-7 12-230-16,3-10-834 0</inkml:trace>
  <inkml:trace contextRef="#ctx0" brushRef="#br0" timeOffset="200236.188">15169 16056 2812 0,'0'0'557'0,"0"0"-284"15,0 0-181-15,0 0-14 0,0 0 70 0,0 0 97 16,0 0-21-16,0 0-67 0,0 0-82 16,-7 102 1-16,1-62 26 0,3-1 11 15,3-5-49-15,0-7-64 0,13-8-9 16,5-6-34-16,3-7 10 0,6-5-7 16,2-1 0-16,3-13-34 0,0-6 4 15,1-5-41-15,-3-2-41 0,0 0 3 16,-8 1 19-16,-3 2 45 0,-5 3 76 15,-7 2 9-15,-5 4 28 0,-2-3 13 16,-9 3 12-16,-4 3-3 0,-7 1 12 0,-2 4 40 16,-2 5-15-16,-2 1-7 15,2 7-12-15,-1 8-68 0,5 3-23 16,0 2-20-16,4 2-9 0,1-3-10 0,7-4-102 16,3-2-175-16,5-6-418 0,0-1-841 0</inkml:trace>
  <inkml:trace contextRef="#ctx0" brushRef="#br0" timeOffset="200382.75">15613 16123 2699 0,'0'0'996'15,"0"0"-682"-15,0 0-156 0,83 22 31 0,-48-22 65 16,4-2-66-16,3-10-84 0,5-7-76 16,5-7-28-16,2-5-117 0,-1-6-89 15,-1 0-166-15,-6-1-254 0,-13 10-484 16,0-6-668-16</inkml:trace>
  <inkml:trace contextRef="#ctx0" brushRef="#br0" timeOffset="200620.777">15988 15733 2999 0,'0'0'502'16,"0"0"-309"-16,0 0-143 0,0 0-25 0,-48 91 76 16,40-59 142-16,3 5 12 0,4 1-107 15,1 2-58-15,4 5-16 0,3 4-31 0,2 4-25 16,-3 3-15-16,-2 5-3 0,2 2-1 15,-2 0-18-15,3 0-21 0,0 0-22 16,-2-1-36-16,-1-5 5 16,1 0 18-16,1-5 10 0,-3-5-3 15,-1-3-13-15,-2-5-7 0,0-3-19 0,0-5-10 16,-3-6 26-16,-5-4-1 0,0-6-18 16,0-3-56-16,-1-7-47 0,-4-2-15 15,-2-3-68-15,0-6-166 0,2 0-136 0,-12-13-180 16</inkml:trace>
  <inkml:trace contextRef="#ctx0" brushRef="#br0" timeOffset="201309.111">17034 15683 1626 0,'0'0'1070'0,"0"0"-684"16,0 0-3-16,0 0-124 0,0 0 21 15,0 0-7-15,0 0-10 0,0 0-66 16,0 0-46-16,0 0-72 0,0 0-24 0,-91 14 0 0,60 5 6 16,-3 9 34-16,0 2-31 15,2 2-34-15,0 3-16 0,6-3-14 0,3-1-18 16,7-5-9-16,7-2-10 0,4-5-8 15,5-3-1-15,7-1 0 0,11-2 25 16,6-1 11-16,9-1 8 16,6 0 1-16,4-3-12 0,1 1-8 15,-1 2 3-15,0-1-1 0,-7 3-8 16,-3 2 27-16,-7-1 0 0,-7 3 3 0,-9 2 24 16,-6 0-5-16,-4 3 5 0,0 1-11 15,-8 0-4-15,-4 2 0 0,-4 0 2 16,-1-3-14-16,-3 1-2 0,-3-1-31 15,-2-3-22-15,-1-3-10 0,1 1-39 0,1-6-46 16,3-3-69-16,1-2-82 16,4-5-152-16,1-1-173 0,7 0-417 0,3-8-506 15</inkml:trace>
  <inkml:trace contextRef="#ctx0" brushRef="#br0" timeOffset="201614.755">17374 16133 1854 0,'0'0'751'0,"0"0"-323"0,0 0-122 16,-37 90 6-16,22-55 12 15,2 3-29-15,4-4-85 0,4-1-120 0,2-4-87 16,3-6-3-16,7-2-28 0,5-6-33 16,3-1 17-16,1-3 7 0,4-3 12 0,-1 0-3 15,0-2 25-15,1 0-9 0,1 0 11 16,-4 2 1-16,-3 3-2 0,0 0 2 0,-3 3 28 15,-4 1-1-15,-2 3 1 0,-2 1-6 16,-3 1-3-16,0-2-4 0,0-3-2 16,-3-1-1-16,-2-4 0 15,-1-6-12-15,0 1-12 0,0-5-38 0,-6 0-71 16,1-7-47-16,-6-5-58 16,1-3-130-16,-1-6-225 0,4 5-474 15,-6-13-598-15</inkml:trace>
  <inkml:trace contextRef="#ctx0" brushRef="#br0" timeOffset="201735.564">17362 16259 3007 0,'0'0'723'0,"0"0"-406"15,0 0-8-15,100-14-110 0,-61 5-88 16,4-3-62-16,-1 0-49 0,0-4-74 0,1 1-152 16,-3 1-110-16,-9 3-260 0,3 0-747 0</inkml:trace>
  <inkml:trace contextRef="#ctx0" brushRef="#br0" timeOffset="202936.215">6894 15391 2782 0,'0'0'193'0,"0"0"-145"16,0 0-32-16,0 0-16 0,0 0 61 0,0 0 22 15,-55 74 26-15,41-37 5 0,-2 9 39 16,4 4 8-16,1 2-41 0,2 2-45 0,2-3-37 15,6-8-10-15,1-7-9 0,0-10-16 16,2-7-3-16,7-10-3 0,0-1-47 16,2-2 9-16,-2 0 13 15,3 0 14-15,0 3 14 0,0 5 25 16,2 4 0-16,-2 8 51 0,1 6 3 16,-2 6-1-16,0 4-28 0,-4 2-25 0,0 0-6 15,-4-2 5-15,-2-3-21 0,-1-1-3 16,2-3-22-16,-2-2-13 0,0-4 4 15,0 3-6-15,0-3-70 0,0 0-97 16,-2 2-68-16,-1-1-78 0,-5 1-125 0,5-9-545 16,-4 13-553-16</inkml:trace>
  <inkml:trace contextRef="#ctx0" brushRef="#br0" timeOffset="204069.638">18190 15662 2591 0,'0'0'254'0,"0"0"-83"15,0 0-123-15,0 0 48 0,0 0 130 0,0-69 75 16,0 64-71-16,1 3-81 0,-1 2-68 16,3 0-16-16,1 4-38 0,1 8-26 0,4 7 89 15,2 9-47-15,-4 6-18 0,-4 4-25 16,-3 3-19-16,-1 1-6 0,-10-4 4 16,-1-1-13-16,-2-4 12 0,3 0-6 15,1-5 3-15,3-4-9 0,2-5-13 16,2-4 3-16,3-3-4 0,0-3 4 15,6 0-37-15,4-2 5 0,5-1 7 0,-1 1 66 0,0 3-16 16,0 1 19-16,-3 2 1 16,-1 5 18-16,-3 4-16 15,-2 4 29-15,-1 8 2 0,-2 2 20 16,-1 3-10-16,1 1-29 0,-1 0 4 0,0-2 16 0,3 2 6 16,-1 2-6-16,0-2-10 15,-1-2-3-15,-1 0-11 0,-1-1-11 0,0-4-2 16,0-1-1-16,0-3-19 0,0-3-6 15,0-1 3-15,0-4-36 16,-1-4-48-16,-2-5-14 0,1-5-38 0,2-4-55 16,0-3-126-16,0-5-131 15,2-7-67-15,1 3-240 0</inkml:trace>
  <inkml:trace contextRef="#ctx0" brushRef="#br0" timeOffset="204277.118">18641 16200 3499 0,'0'0'457'0,"0"0"-178"0,0 0-195 16,0 0-19-16,0 0 59 0,86 10 83 16,-45-10-69-16,8 0-86 0,5 0-46 0,1-1-6 15,-1-4-21-15,0 1-25 0,-3-1-19 16,-7 1-113-16,-5 1-101 0,-7 3-143 15,-10 0-368-15,-10 2-894 0</inkml:trace>
  <inkml:trace contextRef="#ctx0" brushRef="#br0" timeOffset="204453.984">18856 16449 3104 0,'0'0'538'0,"0"0"-229"0,0 0-205 16,0 0-4-16,0 0 118 0,0 0-11 15,83 39-80-15,-39-32-69 0,4-2-58 16,1-1-10-16,2-3-61 0,-1 0-160 16,3-1-52-16,-3 0-60 0,-13 0-352 15,15 2-1182-15</inkml:trace>
  <inkml:trace contextRef="#ctx0" brushRef="#br0" timeOffset="205069.753">20788 15546 2130 0,'0'0'663'0,"0"0"-355"0,0 0-97 0,0 0-17 16,0 0 94-16,0 0-31 16,0 0 0-16,0 0-50 0,0 0-95 0,0 0-94 15,-29 65-6-15,-7-14 13 0,-3 7 15 0,-1 3 15 16,3 0-12-16,3-3-14 0,4-4-29 15,4-7-25-15,0-4-15 0,7-6-9 16,2-6-9 0,7-9 2-16,7-7 22 0,3-6-77 0,8-7-56 15,6-2 67-15,5 0 35 0,4-2-16 16,2-7 14-16,0 3 51 0,1 0-6 0,-3 6 10 16,-1 0 12-16,-5 12 72 15,0 10 41-15,-6 5-7 0,-6 6 6 0,-1 5-28 16,-4 4-28-16,0 1-25 0,-8 0-31 15,1 0-11-15,-1-3-1 0,-1-1 0 16,3-4-13-16,1-4-15 0,5-5-57 16,0-6-43-16,3-4-58 0,5-7-151 15,4-3-359-15,-3-3-447 16,7-3-593-16</inkml:trace>
  <inkml:trace contextRef="#ctx0" brushRef="#br0" timeOffset="205536.485">21497 15771 935 0,'0'0'185'15,"0"0"118"-15,0 0 78 0,0 0 70 16,0 0-2-16,0 0 10 0,0 0-83 0,0 0-86 15,0 0-44-15,0 0-25 0,8-24-25 0,-17 47-67 16,-1 16-36-16,-5 13-1 0,-1 17-9 16,-4 10 24-16,-3 8 58 0,-3 0-46 15,-1 1-56-15,-4-7-5 16,3-7-6-16,0-8-49 0,5-9-3 0,3-13-24 16,9-10-61-16,3-9 24 0,4-11-46 15,1-7-15-15,3-7-19 0,4-6-52 16,10-12-116-16,6-8-17 0,7-13-103 15,3-8-163-15,-6 10-500 0,9-23-184 0</inkml:trace>
  <inkml:trace contextRef="#ctx0" brushRef="#br0" timeOffset="205773.326">21497 15818 323 0,'0'0'988'0,"0"-64"-620"0,0 49 67 16,0 5-75-16,-3 2 36 0,3 8 30 15,0 2-108-15,0 10-94 0,0 11-49 16,6 12-36-16,1 10-2 0,3 8-38 0,0 6 16 15,2 2 15-15,2-2 2 0,-2 0-28 16,2-1-58-16,-1-2-23 0,0-3-23 16,0-5-28-16,-1-3-42 0,1-8-16 15,-2-4-10-15,0-6-5 0,1-5 27 16,0-7 15-16,-1-2-3 0,-3-6-32 16,-3-1-15-16,-2-4-10 0,-1-2-35 15,-2 0-67-15,0-1-45 0,-2-8-76 16,-6-1-121-16,-1-4-51 0,0 3 7 15,-10-5-187-15</inkml:trace>
  <inkml:trace contextRef="#ctx0" brushRef="#br0" timeOffset="205923.831">21437 16259 2229 0,'0'0'410'0,"0"0"-33"0,0 0-109 16,0 0 3-16,0 0-9 0,0 0-52 0,0 0-93 15,0 0-102-15,0 0 20 16,0 0-19-16,60 14-16 0,-35-8-22 0,3-1-52 15,1-4-81-15,1-1-100 0,4-1-100 16,-10-4-215-16,11-7-746 0</inkml:trace>
  <inkml:trace contextRef="#ctx0" brushRef="#br0" timeOffset="206211.903">22088 16214 3149 0,'0'0'423'16,"0"0"-245"-16,0 0-103 0,-32 85 57 0,22-54 72 0,-2 1-8 16,1-1-106-16,1-1-74 0,3-2-1 15,0-3 29-15,2-3-1 16,5-5-3-16,0-1-3 0,0-4-15 16,0-4-22-16,6 2-1 0,3-2-21 15,-1 4 7-15,4 0 2 0,2 1 1 0,-2 4 12 16,1-3-2-16,-2 3 2 0,-2 0 1 0,-1-1 14 15,-2 2-2 1,-3-3 17-16,-1 1 14 0,-2-4-8 16,0 0-14-16,0-4-1 0,-5-1-21 0,-1-3-33 15,-3-4-75-15,-3 0-77 0,-4-6-148 16,-3-5 9-16,-1-3-110 0,6 3-213 16,-9-15-750-16</inkml:trace>
  <inkml:trace contextRef="#ctx0" brushRef="#br0" timeOffset="206378.316">21975 16337 2977 0,'0'0'578'15,"0"0"-310"-15,0 0-130 0,0 0 14 0,97-6-28 16,-62-2-30-16,2 0-73 0,2-3-21 0,4 0-168 16,1-1-67-16,3 4-131 0,-14 2-401 15,14 1-1353-15</inkml:trace>
  <inkml:trace contextRef="#ctx0" brushRef="#br0" timeOffset="206541.646">22729 16488 2711 0,'0'0'1248'0,"0"0"-975"0,0 0-155 16,-1 70 12-16,-2-47 111 0,0 2-51 0,-1 2-86 15,-2-2-98-15,0 1-6 0,-4 1-30 0,-1-1-31 16,-7 5-71-16,-3-1-16 15,-2 1-34-15,-5-2-57 0,-1 0-232 16,6-8-571-16,-13 6-921 0</inkml:trace>
  <inkml:trace contextRef="#ctx0" brushRef="#br0" timeOffset="207203.013">23582 15810 2259 0,'0'0'491'16,"0"0"6"-16,0 0-252 0,0 0-55 16,0 0 78-16,0 0 30 15,0 0-75-15,112 23-62 0,-59-16-38 0,10-4-49 16,11-1-38-16,1-2-36 0,7 0-16 0,-1-2-9 16,-2 1-15-16,-4 1 1 15,-7 0-66-15,-9 4-46 0,-9 4 14 16,-14 3 22-16,-11 5 6 0,-17 3-70 0,-8 5-4 15,-13 4 41-15,-16 1 66 0,-8 3 76 16,-12 1 69-16,-7 1-12 16,-5 3 63-16,-4 0-10 0,1 1 28 15,-3 1 6-15,4 3-4 0,4-3 6 16,8 0-7-16,9-4-6 0,11-3-41 16,12-7-22-16,13-3-15 0,6-4 0 0,14-3-3 15,15-3-9-15,10 0-6 0,11-5 2 16,7-5-2-16,5-2-14 0,2-7-23 15,-2-5-27-15,0-4-10 0,-8-1-57 0,-4-2-38 16,-8 2-30-16,-8 0-38 0,-6 1-57 16,-5 0-100-16,-7-1-227 15,-3 5-549-15,-3-9-685 0</inkml:trace>
  <inkml:trace contextRef="#ctx0" brushRef="#br0" timeOffset="207436.507">24612 16012 2684 0,'0'0'456'0,"0"0"-178"0,0 0-53 15,0 0 81-15,0 0-8 0,-84 63-22 16,59-40-128-16,-5 1-90 0,-6 3-9 16,-1 5 7-16,-5-1-32 0,-4 5-22 15,-2 0-2-15,-4 1-10 0,2-2-18 0,-1-1-36 16,1-1 2-16,5-4 1 0,2-2-23 0,4-6-2 15,3-4-38-15,7-4-60 0,4-6-67 16,4-3-156-16,5-4-233 0,6 0-507 16,3 0-442-16</inkml:trace>
  <inkml:trace contextRef="#ctx0" brushRef="#br0" timeOffset="208136.204">24813 16444 2854 0,'0'0'346'0,"0"0"-202"0,0 0-46 16,78-1 42-16,-52 1-20 0,-1 0-35 0,-1 3-31 15,-4 2-33-15,0 3-20 0,-6 1 0 0,-5 2 0 16,-4 3 15-16,-5 3 6 0,-2 2 3 15,-12 1 6-15,-3 2 4 0,-6 0 9 16,-3 1-6-16,0-2-16 0,1 0-20 16,2-2 32-16,5-2 54 0,4-5 98 15,9-1-90-15,1-7-96 16,4 2-25-16,11-2 25 0,9 2 13 0,11-4 21 16,10 0-10-16,5-2-24 0,9-5-23 15,1-7-27-15,2-4-52 0,-1 0-56 16,-3-5-56-16,-1-2-97 0,-14 5-230 15,7-11-812-15</inkml:trace>
  <inkml:trace contextRef="#ctx0" brushRef="#br0" timeOffset="208652.41">25969 15647 1152 0,'0'0'1293'15,"0"0"-932"-15,0 0-255 0,0 0 67 16,0 0 162-16,0 0 17 0,0 0-76 15,0 0-100-15,91-61-67 0,-74 51-41 16,-2 3-31-16,-3 2-36 0,-3 3-1 0,-1 2-15 16,-4 0 15-16,-1 12 40 0,-2 10 12 0,-1 9-27 15,-6 10-25-15,-7 9 0 16,-10 6-46-16,-3 3-10 0,-7 1-9 16,-1-1-22-16,-2-2 3 0,2-4 44 15,6-5 40-15,8-6 0 0,8-7 20 0,7-5-20 16,5-7-15-16,8-4-29 0,8-4 10 15,4 1-5-15,3-2 36 0,3-2 2 16,0 1-12-16,-2 4 13 0,1 0 33 0,-1 7 17 16,-2 1 18-1,-2 4-24-15,0 1 6 0,-4 1-31 16,-2 1 5-16,-2 0-24 0,-1-1-1 0,-3-1-1 16,-2-1 2-16,-1 0-1 0,-2 1 1 15,-3-2-28-15,0 1-37 0,-8 0-32 0,-9 1-38 16,-3 1 19-16,-7 0-10 0,-5-1-74 15,8-6-278-15,-19 8-747 0</inkml:trace>
  <inkml:trace contextRef="#ctx0" brushRef="#br0" timeOffset="209395.635">21553 16997 1542 0,'0'0'1162'0,"0"0"-741"0,0 0-192 0,0 0-19 16,0 0 71-16,6 82 5 0,-1-47-46 0,0 6-73 16,2 3-77-16,1 2-38 0,-3 1 22 15,1 1-31 1,2-4-29-16,0-3-14 0,-1-6-34 0,-2-6-49 16,0-6 31-16,-2-8 0 0,0-4-4 15,-3-4-34-15,0-4-21 0,0-3-36 16,0 0-54-16,-3-5-104 0,-2-7-245 0,-1-5-174 0,0 1-474 15</inkml:trace>
  <inkml:trace contextRef="#ctx0" brushRef="#br0" timeOffset="209531.631">21463 17058 1608 0,'0'0'587'16,"0"0"-124"-16,0 0-238 0,0 0-74 0,-96 50-1 15,76-34-35-15,3 1-115 16,0 0 0-16,2-5-115 0,5-2-48 0,5-7-104 15,2-2-227-15,3-4-757 0</inkml:trace>
  <inkml:trace contextRef="#ctx0" brushRef="#br0" timeOffset="209661.069">21488 17006 2474 0,'0'0'958'0,"0"0"-638"0,0 0-191 0,0 0-35 15,0 0 1-15,0 0 30 0,93 34 5 16,-62-22-74-16,7-1-56 0,2 0 0 0,6-4-99 15,-1-1-123-15,3-1-96 0,-14-1-318 16,11-1-1142-16</inkml:trace>
  <inkml:trace contextRef="#ctx0" brushRef="#br0" timeOffset="210419.501">21859 17994 2504 0,'0'0'357'0,"0"0"-186"0,0 0-110 16,0 0 66-16,0 0 144 15,0 0-2-15,0 0-143 0,0 0-79 0,0 0-44 16,-75 70 10-16,56-46-13 0,-1 0 0 16,3 0 19-16,2-2 12 0,4-6-18 0,4-4-13 15,2-5-18-15,5-2-29 0,0-5-35 16,5 0-25-16,6 0 44 0,5-1 47 15,4-4 3-15,3 1 11 0,-2 2-1 16,2 1 3-16,0 1 2 0,-2 1 77 16,1 6 12-16,-1 4-6 0,-1 1 0 0,-3 1 19 15,-2 0 27-15,-5 1-37 16,-2 3-57-16,1-3-35 0,-3 1-2 16,-1 0-14-16,-2-1-20 0,-2 3-25 15,-1-3 9-15,0 1 19 0,-4-3-6 0,-4 0-7 16,-3-2-26-16,-1-1 14 0,1-3 3 0,-3-3-10 15,0-3 0-15,0 0-67 0,1-10-104 16,0-5-217-16,5 2-307 0,0-17-817 0</inkml:trace>
  <inkml:trace contextRef="#ctx0" brushRef="#br0" timeOffset="210606.332">22105 18058 1231 0,'0'0'1885'0,"0"0"-1487"0,0 0-255 0,0 0 15 15,0 0 61-15,18 71-18 0,-18-48-70 16,1 4-85-16,-1-2-46 0,0-2-2 16,0-1-38-16,0-3-25 15,0-4-103-15,0 1-46 0,0-7-76 16,-6 0-210-16,-1-6-527 0,-6-3-786 0</inkml:trace>
  <inkml:trace contextRef="#ctx0" brushRef="#br0" timeOffset="210722.763">22098 17968 2617 0,'0'0'702'0,"0"0"-470"0,0 0-232 15,0 0 0-15,0 0 2 0,0 0-2 16,77-34-27-16,-53 24-336 0,-5 3-228 0,11-2-671 0</inkml:trace>
  <inkml:trace contextRef="#ctx0" brushRef="#br0" timeOffset="211119.983">22400 17942 886 0,'0'0'2062'16,"0"0"-1528"-16,0 0-247 0,0 0-76 0,0 88 15 0,-2-62-36 0,1-1-36 16,-1 3-46-16,2-1-34 0,0-2-9 15,0-5-16-15,3-3-49 0,1-4-1 0,3-5-36 16,-4-3 3 0,2-2 0-16,-2-1-2 0,1-2-4 0,3-2-10 15,2-6 7-15,2-2 28 0,2-6-7 16,5 2 7-16,-1-3-13 0,-1 5 6 0,2 1 0 15,-5 3-5-15,2 6 27 0,-5 2 10 16,-4 0 70-16,0 0 38 16,-4 0-11-16,-2 2-21 0,3 3-24 15,0-2-35-15,-2 0-27 0,-1-3-23 16,0 0-75-16,3 0-22 0,0-3-19 0,7-5 86 16,1-4 53-16,4-3 21 0,1-1-21 15,1 0-22-15,-3 2 7 0,1 0-7 16,-3 6 13-16,-1 1 9 0,-1 2 28 15,-2 4 27-15,2 1 13 0,-2 0 9 0,0 6 6 0,0 2-9 16,4 7-37-16,-4 1-12 0,3 5-7 16,-2 2-15-16,0 3 9 15,-1 0-9-15,1 0-3 16,-4-2-6-16,1-2-55 0,-1-4-62 0,0-4-59 16,-1-3-22-16,2-5-55 15,-1-2-217-15,-2-3-612 0,0-1-1177 0</inkml:trace>
  <inkml:trace contextRef="#ctx0" brushRef="#br0" timeOffset="211801.086">23160 17998 2338 0,'0'0'378'0,"0"0"-80"16,0 0-179-16,0 0 15 0,26 98-3 0,-17-57-7 16,-2 7-32-16,2 3-45 0,-1 6 7 15,-2 2 3-15,2-1 28 0,1-3 15 16,-1-3 8-16,0-8-30 0,0-7-60 15,1-6-18-15,-3-8-49 0,2-6-46 16,-4-5-37-16,0-2-35 0,-1-5-45 16,-2-3-94-16,-1-2-124 0,0-4-200 15,0-6-10-15,-4-4 223 0,-1-7 219 0,-3-3 198 16,1-6 53-16,0-3 71 16,-2-6-27-16,6-8-12 0,-2-6-23 15,2-7-13-15,1-2-10 0,1-3 19 0,1 2 27 16,0 2 39-16,0 8 123 0,3 11 106 0,1 9 35 15,0 12 11-15,-1 9-70 0,-1 5-91 16,-1 5-49-16,1 2-4 0,-2 0-15 16,4 0-11-16,-1 0-35 15,2 3-62-15,4 3 6 0,4 1-22 16,2 3-24-16,-2 2-4 0,-1 1-2 0,0 0-14 16,-2 5 19-16,-6 1-17 0,-2 3-4 15,-2 2-18-15,-6 4-25 0,-8 0-28 16,1-3-40-16,-5-2 8 0,5-4-5 0,1-8 11 15,4-7-20-15,4-4-5 0,2-6-83 16,2-14-124-16,6-8-23 0,7-12-111 16,0 7-195-16,13-31-382 0</inkml:trace>
  <inkml:trace contextRef="#ctx0" brushRef="#br0" timeOffset="212262.394">23489 17547 1208 0,'0'0'690'15,"0"0"-58"-15,0 0-204 0,0 0-63 0,0 0-64 16,0 0-20-16,0 0-89 15,0 0-102-15,0 0 4 0,0 0 55 16,31 54 5-16,-23-20-64 0,-4 7-23 0,1 6-11 16,-3 2-19-16,-2-1 3 0,0-1-40 15,2-3-4-15,-2-4-69 0,0-4-72 16,0-6-46-16,0-1-45 0,1-8-43 16,3-5-119-16,4-7-83 0,2-5 31 0,6-4 68 15,0-4-23-15,7-9-51 0,-1-4 92 16,3-3 64-16,1 0 147 0,-1 0 133 15,-4 5 20-15,-2 8 238 0,-3 4 212 16,-2 3 96-16,-2 10 6 0,-1 4-149 16,0 3-85-16,1 6-97 15,-1-3-84-15,1-2-61 0,3-2-66 0,2-7-10 0,2-4-1 16,4-5-28-16,1-4-15 16,5-10-1-16,-2-5-34 0,2-5-59 15,-4-4-35-15,-1 0 9 0,-3-1-10 16,-7 5 71-16,-3 2 71 0,-5 4 32 0,-3 3 19 15,-3 1 43-15,-4 6 144 0,-6 2-87 16,-2 5 38-16,-2 1 6 0,-2 7 51 16,1 7-37-16,-2 7-25 0,1 3-33 15,1 6-37-15,1 2-29 0,2 2-8 16,1 0-36-16,4-2-9 0,2-3-28 16,5-3 12-16,0-6-13 0,11-4 29 15,4-5 0-15,6-4-22 0,4-2-47 0,3-5-50 16,3-2-61-16,0-8-112 0,-9-1-295 15,14-7-1067-15</inkml:trace>
  <inkml:trace contextRef="#ctx0" brushRef="#br0" timeOffset="212928.234">25110 17912 2365 0,'0'0'558'16,"0"0"-251"-16,0 0-78 0,85 22-1 15,-59-4 40-15,-4 4-48 0,-6 5-46 0,-4 3-22 16,-4 4-28-16,-5 1-60 0,-3-2-27 16,0-2-37-16,0-5-12 15,0-5-10-15,0-6-15 0,0-6-12 0,0-4 3 16,0-3-16-16,3-2-12 0,0-2-16 15,4-7 52-15,4-6 38 0,1-6 0 16,5-5-12-16,0-5-35 0,3-2-12 16,-1 0 3-16,0 2 25 15,0 2-1-15,-6 7 19 0,-2 8 11 0,-2 5 2 16,-5 5 60-16,-2 4 71 0,1 0 28 16,-3 8-48-16,1 5-24 0,-1 4-32 0,0 5-12 15,0 1-18-15,-1-2-22 0,-4 0-3 16,2-3-13-16,2-2-30 0,1-5-22 15,0-2-77-15,0-3-38 16,0-4-29-16,6-2-69 0,2-4-187 16,0-4-270-16,9-15-868 0</inkml:trace>
  <inkml:trace contextRef="#ctx0" brushRef="#br0" timeOffset="213185.871">25723 17914 1770 0,'0'0'1398'0,"0"0"-876"0,0 0-239 0,0 0-76 16,-6 81-33-16,2-56-43 15,2-1-36-15,2-1-27 0,0-9-68 16,4 0-6-16,10-8-46 0,4-5-112 0,4-1 37 16,4-4 30-16,1-7 28 0,2-6 10 15,-2-4-20-15,-1-2-37 0,-6 2-7 16,-1-4 12-16,-4 3 51 0,-7 0 58 16,-3 3 2-16,-4-1 28 0,-1 2 29 15,-6 1 32-15,-7 5-4 0,0 5 22 0,-3 6 16 0,-1 1 30 16,0 10-89-16,0 8-64 0,1 5-28 15,0 5-9-15,3-1-7 0,4-4-18 16,5-4-105-16,4-7-132 0,1-8-316 16,5-4-573-16,17-9 3 0</inkml:trace>
  <inkml:trace contextRef="#ctx0" brushRef="#br0" timeOffset="213385.524">26264 17337 2662 0,'0'0'485'16,"0"0"-240"-16,0 0-133 0,-31 74-61 0,23-34-29 16,0 9 31-16,4 6 46 0,2 3 39 15,2 2 48-15,0-3-52 0,9-1-134 16,4-8 0-16,4-3-59 0,3-10-36 16,0-7-87-16,1-6-4 0,-1-7-52 15,-2-7-49-15,-4-3-114 0,-1-5-93 16,-3 0-97-16,-3-5 12 0</inkml:trace>
  <inkml:trace contextRef="#ctx0" brushRef="#br0" timeOffset="213554.191">26185 17760 2850 0,'0'0'725'0,"0"0"-372"0,0 0-136 0,0 0-2 0,0 0-98 15,0 0-116-15,0 0-1 0,0 0-12 0,0 0 12 16,113 32 62-16,-68-35-22 0,5-5-40 15,0-4-90-15,-4-2-62 0,-1-2-192 16,-5 2-243-16,-12 2-523 0,5 0-1043 0</inkml:trace>
  <inkml:trace contextRef="#ctx0" brushRef="#br0" timeOffset="214144.898">27351 17976 916 0,'0'0'394'16,"0"0"10"-16,0 0-138 0,0 0-55 15,0 0-20-15,0 0-26 0,0 0-17 16,0 0 42-16,0 0 57 0,0 0 21 0,-6-42-17 16,-2 42-31-16,-4 3-31 0,-2 8-11 15,-2 4-60 1,0 5-18-16,-3 3-32 0,3 7-19 0,1 1-43 16,2-3-6-16,1-1-21 0,6-6-4 15,1-6-21-15,3-5-13 0,2-5-28 0,0-5-6 16,7 0-10-16,11-8 18 0,-1-6 70 15,9-4 14-15,1-6-1 0,1-1-14 16,0 0-9-16,-2 3 3 16,-4 5-3-16,0 5 12 0,-2 9-5 0,-3 3 7 0,-1 1 11 15,-1 11 32-15,-3 7 15 16,-4 4 16-16,-3 3-10 0,-2 0-21 16,-3-4-17-16,2-2-15 0,-1-6-40 15,4-6-33-15,4-5-37 0,0-3-76 16,7-9-83-16,1-9 30 0,6-7-135 0,-7 3-447 15,10-22-748-15</inkml:trace>
  <inkml:trace contextRef="#ctx0" brushRef="#br0" timeOffset="214519.298">27781 17068 2342 0,'0'0'404'0,"0"0"-41"16,0 0-95-16,0 0 68 0,0 0 17 15,0 0-88-15,0 0-104 16,39 90-53-16,-32-43-25 0,-6 10-9 0,-1 11 9 16,-4 6-19-16,-8 1-18 0,-2 1-15 15,-6 0-31-15,-2-2 0 0,-2-7-40 16,0-5-27-16,2-8-47 0,4-7 31 16,4-11 40-16,5-10 24 0,6-11 7 0,3-5-16 15,6-9-31-15,12-1-27 0,6-9 33 16,6-3 51-16,6-4 2 0,4-2 0 15,-1 2-13-15,-1 3-25 0,-2 5 20 0,-3 4-10 16,-3 4 28-16,-4 2 18 0,-6 6-2 16,-6 4-14-16,-9 2 51 0,-2 4 12 15,-3 3-3-15,-4 2-10 0,-6 0-18 16,-1-1-31-16,-3-1 10 0,3-3-10 16,-1-1 0-16,4-6 9 0,0-5-12 15,2-4-61-15,3-2-97 0,3-14-88 0,0-5-185 16,0-12 25-16,2-7 3 0,5-8-87 15,1 7-563-15,3-27-313 0</inkml:trace>
  <inkml:trace contextRef="#ctx0" brushRef="#br0" timeOffset="-214376.578">28155 17992 2519 0,'0'0'601'0,"0"0"-451"0,6 66-149 0,-2-45 51 15,4-2 52 1,3-3-11-16,5-6-81 0,4-7-12 16,9-4-25-16,7-13-4 0,4-9-28 0,4-7-109 15,2-6-93-15,-2-4-46 0,-4 1-83 0,-3 3-215 16,-10 2 56-16,-7 8 309 0,-7 1 238 16,-8 6 88-16,-5 1 361 0,-10 4 140 15,-5 2-126-15,-5 4-99 0,-3 4 23 16,1 2-65-16,-1 2-16 0,0 9-64 15,1 8-64-15,2 4-98 0,0 6-36 16,3 7-10-16,-2 4-6 0,2 3-27 0,1 1-1 16,4-3-3-16,3-1-25 15,9-6-16-15,0-4-5 0,6-7-7 16,6-4 3-16,4-3 25 0,6-5-53 16,1-6-45-16,5-3-56 0,1-11-96 15,6-9-63-15,-9 2-233 0,16-18-789 0</inkml:trace>
  <inkml:trace contextRef="#ctx0" brushRef="#br0" timeOffset="-214134.253">28960 17162 1155 0,'0'0'1994'0,"0"0"-1586"15,0 0-275-15,0 0 37 0,-31 87 166 0,17-42-50 16,-3 9-58-16,2 4-99 0,2 3-62 16,5 1-12-16,0-2-9 0,5-1-44 0,3-3-2 15,0-6-33 1,0-4-10-16,0-4-55 0,0-5-81 16,0-7-68-16,0-3-121 0,-3-5-276 0,0-7-485 0,3-8-660 0</inkml:trace>
  <inkml:trace contextRef="#ctx0" brushRef="#br0" timeOffset="-213993.487">29087 17819 3168 0,'0'0'398'16,"0"0"-398"-16,-22 74-41 0,12-44 39 0,0 3 2 16,2-2 73-16,2-1-73 0,0-6-95 15,6-6-214-15,0-5-125 0,0-5-368 0,0-7-638 16</inkml:trace>
  <inkml:trace contextRef="#ctx0" brushRef="#br0" timeOffset="-213843.659">29050 17499 3521 0,'0'0'583'0,"0"0"-464"0,0 0-119 0,0 0-31 16,0 0 27-16,0 0 4 0,0 0-18 0,105 30-180 15,-77-30-253-15,12 0-774 0</inkml:trace>
  <inkml:trace contextRef="#ctx0" brushRef="#br0" timeOffset="-213282.73">29625 17801 642 0,'0'0'1866'16,"0"0"-1399"-16,0 0-205 0,0 0-10 0,0 0-2 16,0 0-86-16,0 0-89 0,0 0 39 15,-92 68 4-15,74-37-3 0,1 5-9 16,2 3-23-16,0-2-15 0,6-1-3 15,1-5-40-15,4-6-16 0,4-6-9 0,0-8-34 16,8-3-37-16,7-7-40 0,5-1 24 16,5-12 3-16,3-7-15 0,4-5-62 15,0-4 5-15,1-2 33 16,-3 2 69-16,-2 1 19 0,-3 4 35 16,-2 2 6-16,-5 6-5 0,-4 3 64 0,-7 6 33 15,-2 3 34-15,-4 3 97 0,-1 0 7 0,0 9-60 16,0 1-53-16,0 7-74 0,-1 1-27 15,-1 3-4-15,-1-1 4 0,3-2-7 16,0-3-15-16,0-4-15 0,0-2-10 16,2-4-27-16,2-5-83 0,5 0-29 15,2-4 0-15,2-7 17 16,4-9-98-16,4-3-293 0,-7 3-561 0,11-13-419 0</inkml:trace>
  <inkml:trace contextRef="#ctx0" brushRef="#br0" timeOffset="-213035.567">30100 17748 863 0,'0'0'1143'15,"0"0"-528"-15,0 0-11 0,0 0-103 16,0 0-135-16,0 0-114 0,0 0-41 0,33 66-30 0,-32-43-36 16,2 2-26-1,-3 0-24-15,0 2-10 0,0-1-24 16,-3-2-27-16,0-4-31 0,2-5-2 16,-1-3-1-16,2-5-13 0,0-2-5 0,0-3-12 15,6-2-16-15,4 0-42 0,2 0-1 16,3-5 37-16,1-2 37 0,2 0 12 0,-2-1-19 15,2 2 4-15,0 0 2 0,0 0 15 16,2 1-1-16,-4 1-38 0,2-1-101 16,-4 1-59-16,0-2-61 0,-3 4-50 15,-6 0-118-15,1 2-240 0,0 0-737 0</inkml:trace>
  <inkml:trace contextRef="#ctx0" brushRef="#br0" timeOffset="-212914.015">30613 17855 3354 0,'0'0'137'0,"0"0"-137"16,0 0-617-16</inkml:trace>
  <inkml:trace contextRef="#ctx0" brushRef="#br0" timeOffset="129548.051">29262 13765 412 0,'0'0'789'0,"0"0"-31"0,0 0-392 16,0 0-188-16,0 0-130 0,0 0 110 16,0 0 13-16,0 0 34 0,0 0 31 0,0 0-19 15,-26 12-28-15,33-12-18 0,3 3-18 16,1 1 20-16,4 1-9 0,-2-3-33 15,5 4-51-15,-4-2-12 0,3-2-47 16,-1 3-5-16,1-4-10 0,-2 2-6 0,1 1 0 16,0 0 15-16,1 1-15 15,0 2-1-15,5 0 0 0,-1-2-20 16,5 0 17-16,2-2-23 0,-1-2-23 0,8-1-8 16,1-5-7-16,3-4 22 0,1-3 9 0,5-6-28 15,-2 3 21-15,2-2-2 16,-6 1-1-16,0 4 42 0,-3 3 2 0,-2 4 3 15,1 3 41-15,-5 2 36 0,-5 0-18 16,-1 1-52-16,-2 2-10 16,-1 3 0-16,-1-2 11 0,6-4 8 15,5 2 12-15,-3-2-10 0,6 0-21 16,-1-8 11-16,1 1-11 0,3-4-28 16,-2 2 28-16,1-1 28 0,-1 3-10 15,0 3-2-15,1 1-13 0,0 2 21 0,1 1-21 0,0 0 25 16,0 1-26-16,2 2-2 0,0-2-29 15,1-1 11-15,2 0-10 0,1 0-18 16,-1-1 24-16,-1-2 22 0,5 2 25 16,1 1 15-16,2 0 16 0,1 6-1 0,3 4 1 15,1 3-13-15,3 0-16 16,-1 2-24-16,-1-2 28 0,2 1-28 16,-1 0-3-16,-2-4-3 0,1 1-22 15,-4-7 1-15,-1-1-22 0,-4-3-28 0,2 0-6 16,-3-7 12-16,-2 0 0 0,-4-4-69 15,-5-2-62-15,-3 2-167 0,-11-1-292 16,-7 4-616-16,-10-1-515 0</inkml:trace>
  <inkml:trace contextRef="#ctx0" brushRef="#br0" timeOffset="131539.91">7276 14997 150 0,'0'0'440'16,"0"0"1003"-16,0 0-1044 0,101-12-115 0,-68 8-50 16,0 2 38-1,3-3-10-15,-1 2-72 0,1 1-26 0,-3 2-20 0,3 0-14 16,1 0-12-16,-1 5-28 0,-3 2-12 16,1 0-25-16,0 0-30 0,-3 0-23 15,0-2-10-15,-2-3 8 0,1-2-12 16,-2 0-17-16,-1 0-15 0,0-5-1 15,2 0-2-15,-3-1 8 0,6-1 4 16,5 0-4-16,2 1 41 0,5 2 16 0,2 3-16 16,0 1-15-16,3 3-25 15,-3 3 12-15,1 2 27 0,4-2-18 16,-2 0-14-16,1-4 8 0,1-2 23 16,4 0-13-16,-1-6-79 0,1-2 15 15,4-4 59-15,0 0 20 0,2-4 0 0,2-2-47 16,0-1-1-16,2-1 48 0,2 0 4 0,-1 0-1 15,-1 2-3 1,0 2 23-16,2 3-23 0,-2 2 0 0,-1 5 32 0,-2 4-6 16,-2 2-4-16,1 0 12 15,-2 0-5-15,-3 0-7 0,2 0-20 0,-2 0-1 16,2 0 11-16,-1-2-12 0,-1-1-22 16,-1 1-10-16,2 1 32 0,-4 1 56 15,0 0-15-15,-4 3-13 0,0 4-6 16,1 0 16-16,-5 3-6 0,0 0-7 15,2 1-24-15,-5-1 12 0,3-1-13 16,-2 1-21-16,0-2 19 0,-2-2 2 0,1-3-1 16,-1 1 1-16,0-4-28 15,-1 0-30-15,2 0 5 0,-3 0-10 0,0 0-12 16,-3 4 46-16,-2 3 28 0,1 1 2 16,-2 6 11-16,-3 2 23 0,0 0-1 15,-1 4 4-15,-3-3 12 0,2 2-25 16,1-3 10-16,-1-1-23 0,3-3-9 0,0-4-1 15,1-1-2-15,4-4-6 0,3-3 5 16,0 0-11-16,1 0-14 16,2 0 26-16,0-2 0 0,0-3 13 15,1 1-12-15,-1 1 12 0,-2-1 2 0,2 2 11 16,-5 1 3-16,-2-1 8 16,-1 2 4-16,-5 0-13 0,-1-1 9 0,-3 1 4 15,-2-1-41-15,-4-1 10 0,0-2-10 16,-3 2-28-16,-2-3 9 0,-1 0-9 15,-1-1-16-15,-5 1-5 0,-3 2 5 0,-2-1-4 16,-2 2 10-16,0-1 38 16,0 3 25-16,-5-1-24 0,-3 0-1 15,-4 1-12-15,2 0-26 0,-3 0 37 16,3 2 1-16,1 3 0 0,1-3-9 0,-2 0-32 16,1 1-38-16,2 1-25 0,-2-3 22 0,4 1 0 15,0-2 12-15,1 0-9 0,-1 0-62 16,0 0-134-16,-2 0-146 0,1 0-126 15,-1 0-143-15,1 0-290 0,-7 0 695 0</inkml:trace>
  <inkml:trace contextRef="#ctx0" brushRef="#br0" timeOffset="137316.19">11097 13851 36 0,'0'0'466'16,"0"0"-450"-16,0 0-16 0,0 0-16 0,0 0 16 15,0 0 85-15,0 0 573 0,0 0-225 0,0 0-147 16,0 0-75-16,0 0-36 16,-26-15-36-16,21 15 32 0,1 1-23 15,-2 1-32-15,-1 0-39 0,-3 1-33 16,1 1-15-16,-1 0-16 0,-1 2 6 0,0 0-18 15,1 2 19-15,-1 0-18 0,2 3 52 16,-1 1 51-16,1 3-79 16,-2 1-26-16,4 5 0 0,1 4-19 0,0 3-16 15,2 4 9-15,1 2 23 0,2 3-19 16,1-1 19-16,0 1-19 0,0 0 22 0,3-1 0 16,5-2 35-16,1-1-6 0,2 1-10 15,5-2-6-15,2 0 19 0,3-1 6 16,2 3 10-16,4-3-48 0,2 3 32 15,4-3-31-15,2 0 40 0,1-4-39 16,0-2-2-16,2-2 0 0,0-7-13 0,0-1-12 16,-2-6 2-1,3-5 21-15,1-4-15 0,-2-3-31 0,-2-6 13 16,1-8 0-16,-2-4-7 0,-2-5-31 16,1-7-20-16,-6-1 13 0,2-4-16 0,-5-4-49 15,-1-2-4-15,-2-2 11 16,-5 0-24-16,-1 0 3 0,-5 1 16 15,1 2 10-15,-6 0-23 0,-5-1 72 16,-1 2 9-16,0-3 26 0,-6 3 30 0,-8 1-20 16,1-1 39-16,-6 0 22 0,-4 7 40 15,-4 0 46-15,1 5 35 0,-6 4-88 16,0 6 52-16,-2 3 3 0,-4 7 23 16,2 6-6-16,-6 4 25 0,-1 0-20 15,2 9-6-15,-4 4-14 0,0 5 17 0,0 2-7 16,-3 4-42-16,-3 2-64 15,2 2-13-15,0 2-3 0,1 1-42 0,0-2-6 16,4 1-25-16,3-2-59 0,3-2-71 16,6-1-126-16,4 0-200 0,5-1-565 15,7-5 485-15,0 10 488 0</inkml:trace>
  <inkml:trace contextRef="#ctx0" brushRef="#br0" timeOffset="140281.525">12465 14940 209 0,'0'0'212'0,"0"0"-105"0,0 0-48 16,0 0 290-16,0 0 188 0,0 0-260 0,0 0-131 16,0 0-39-16,0 0 45 0,0 0 26 0,0 0 0 15,6 5-26-15,-3-4 6 0,2 2-1 16,-1 0-9-16,0-3-17 0,2 3-17 15,-2-1-12-15,0 0 0 16,2 0-11-16,0-1-27 0,-1 1-33 0,0-2-16 16,2 0-15-16,-1 0-3 0,1 0 3 15,5-2 37-15,1-2 11 0,1-2-48 16,2 0 1-16,4-2 24 0,1 1-3 16,3-2-4-16,3 3-17 0,1 2 10 15,2-1-11-15,0 0 1 0,3 1-4 0,-1 1 3 16,1-1-38-16,0 0 26 0,2 1-16 0,-2 2 5 15,3-2-14-15,-3 3 8 0,-1 0-15 16,-2 0-22 0,0 3 22-16,-1 4 25 0,-4 0-19 0,2 3 38 15,-1-3 0-15,0 3 0 0,-2-1 3 0,2-1-2 16,-4 0-1-16,3-3-22 0,-1-1-16 16,0-3-42-16,1 1-54 0,1-2 35 15,2 0 64-15,0 0 35 0,1 0 2 16,1-3 14-16,2-3 51 0,1 3-67 15,3-3-16-15,-1 3 16 0,2 1 42 16,-1 2 3-16,2 0-7 0,-1 5-38 16,1 2 0-16,2 0 19 0,-1 0 3 0,0 0-22 15,1 1 0-15,-1-2-1 0,2-3 2 16,-2 2 36-16,2-1 5 0,-2-4-11 16,2 0 23-16,0 0-32 15,0 0 12-15,1-2-33 0,-1-2-2 16,3 0 0-16,0 1-30 0,-1-1-11 0,2-2 27 0,0 3-30 15,-2-2 32-15,2 3-12 0,-3 0 25 16,-1-1 0-16,2-1-15 0,1-1-1 16,0-2-19-16,-2 2-22 15,0 0 41-15,1-1-6 0,-1 1-10 0,1 1 30 16,-2 2 2-16,-2 2 19 0,0 0 9 16,1 5-2-16,-3 3 9 0,1-3-6 15,-1 4-4-15,-1-2-23 0,3-2-1 0,-1 1-1 16,1-5-3-16,1 3-19 0,0-4-7 15,2 2-14-15,1-2 43 0,1 0 0 16,1 0-26-16,0 0 23 0,1-2-31 0,-1 2 34 16,-3 0 3-1,2 0 0-15,0 0 13 0,-3 3 23 16,1 1-17-16,-1-1 0 0,0 0-9 16,1-2 3-16,0 0-16 0,0-1-48 0,1 0 3 0,3 0 43 15,0 0-11-15,0-4 13 0,1 1-2 16,1 0 2-16,-3 1 13 0,3-1 22 15,-2 3-16-15,1-2-19 0,-2 0 0 16,1 2 0-16,-1 0 23 0,2 0-20 16,0 0-2-16,0 0 0 0,-1 0 0 15,3 0 13-15,-1 0-14 0,2-3-1 16,-1 2-15-16,-1 0 3 0,-1 1 13 16,0 0-2-16,-2 0 2 0,3 0 13 0,-2 0 12 15,1 4 7-15,1-1-3 16,-3-1 9-16,4 3-3 0,-1-2 3 0,1 0 3 15,-2 0-41-15,2-2-1 0,2-1-37 0,-1 0 9 16,1 0-22 0,0 0 10-16,0-2 25 0,4 0-12 15,-1-2 25-15,2 2 3 0,-2-3 0 0,2 1 20 16,0 1 2-16,-1-1-6 0,1-2 3 16,-2 0-16-16,-1 0-3 0,2 0-15 15,-1 1 14-15,-1-2-24 0,0 1 25 0,-2-2-3 16,0 0 3-16,-1-1-47 0,1 0-4 15,-3-2 6-15,0 1-12 0,-1-1 12 16,0 0 3-16,-2-1 14 0,-1 0-5 16,-3 2 33-16,-2 1 32 0,-1 0-13 15,-3 2 6-15,0 0-5 0,-2 1-18 16,-1 0 1-16,1 2-3 0,-1-3-10 16,-1 4-22-16,2-1-9 0,-2 0-17 15,0 1-9-15,0 0 38 0,-1 0 16 16,-1-1 13-16,2 2 22 0,0-3 17 15,2 4-10-15,0-3-4 0,0 1 24 0,2 0-17 16,1 2 3-16,1-3-23 0,1 1 1 16,1 2 13-16,2-2-26 0,0 0-16 15,1 0-32-15,2 1 0 0,2 0-13 16,3-2-6-16,-1-2 27 0,4-1 40 16,1 2 45-16,2-2-10 0,0-1 17 15,2 2 15-15,1-1 10 0,1-2 18 16,0 0-40-16,0 2-11 0,2-2-25 0,-2 1 3 15,0 0-15-15,0 1-7 0,0 0-16 16,-3 2-38-16,2-3 25 0,0 1-38 16,-2-1-9-16,1 1 5 0,-1 0 27 15,3 0 27-15,0-1 1 0,-2 1 16 0,4-2 20 16,-1 2-7-16,1-2 15 0,-1 3 17 16,1 0-19-16,-1-1-26 0,1 2-36 0,-1 0 8 15,-1 1-20-15,3 0 12 0,-3 0-18 16,0 0-13-16,0 3 9 0,-2-1 9 15,-2-2 49-15,2 3 20 16,-1-3 22-16,0 2 28 0,-1-1-6 16,0 1-9-16,3 1-20 0,-2 1-35 15,0-1-3-15,-1-1-23 0,-2 2 4 0,2 0-1 16,-2 0-2-16,-1 3 14 16,-3-2 11-16,2 5 19 0,-4-1 10 0,1 2-6 15,-3 0 25-15,0 1 16 0,0 1 6 0,1-2-6 16,-2-1 3-16,2 3-26 0,-3 0-9 15,1-2-20-15,-2 0-8 0,0 2-1 16,1 1-3-16,-2 2 3 0,-1 0-1 16,0 0 1-16,-1 1-1 0,-3-1 24 15,3-2-25-15,-1 4 1 0,-2-2 11 16,1 0-10-16,-1 2 19 0,0-1 3 16,1 1-22-16,0 0 7 0,0-1-7 15,-1 2-3-15,0-2 19 0,1-1-6 16,0 1 9-16,0-1-3 0,-2-1 25 0,1 1-25 15,-1-2-17-15,1 1-2 0,-1-1 1 0,2 1 3 16,-3-3 9-16,2 2-13 0,0-2 0 16,0 1 0-16,0-1 13 0,0-1-13 15,-3 0-2 1,1 0 2-16,0-2 1 0,-1 1 14 0,-1-2-15 0,0-2 0 16,0 0-9-16,-1 0 8 0,2-2 1 15,-2 1 0-15,0-1 0 0,0 0 0 16,-1 0 1-16,0 0-2 15,0 0-31-15,-1 0 32 0,2 0 4 0,-3 0-4 16,1 0 0-16,-2-2 0 0,2-1 12 16,-3 0-1-16,1-2-10 0,-2 1-1 15,3-1 1-15,-2 0-1 0,2 0-9 16,-2-2 8-16,3-1 2 0,-2 0 15 16,2 0 3-16,-3-1 6 0,2 2-25 15,-2-4-18-15,-1 1 18 0,-2-1 35 0,2 0-32 16,-2 0 3-16,0-1-6 0,2 0-12 0,-2 1-16 15,1-1 2-15,2-1-43 0,0 2 28 16,1-1-10-16,2 0-6 0,3 1 45 16,-2 1 11-16,3-1 1 15,1-1 1-15,-3 2 2 16,2-1 46-16,2 1-48 0,-2 0 0 0,3-1 17 16,-1 3-17-16,-1-3 24 0,2 3-25 0,-1-3 16 15,1 3-16-15,0-1-28 0,0 1 27 16,-1 0-1-16,-4 0-20 0,2 2 21 15,-2 1 0-15,0-2 1 0,-2 2 15 16,1 2 20-16,-1-3-34 0,1 3 22 16,-1-2 5-16,-1 3 19 0,-1-2-46 15,1 2-1-15,2-3 0 0,0 4 0 16,1-4 0-16,0 4 0 0,-1-2-1 0,1 1 0 16,-2 1 2-16,-1-1 20 15,3 1-20-15,-6-1 43 0,4 1-3 0,-1 1 7 16,0 0-17-16,0 0 7 15,-1 0-37-15,2 0 15 0,2-1-15 16,0 1-2-16,1 0 1 0,1-2-15 0,-2 0 15 0,3 1 28 16,-4 0 9-1,2 0-7-15,-4-1 20 0,0 2 49 0,2-2 23 16,-2 2-23-16,-2-1-37 0,-1 1-22 16,1 0-18-16,-3 0 2 0,-4 0-24 0,1 0 1 15,-4 0 15-15,2 0-13 0,-7 0-2 16,0 0-1-16,-2 0 17 0,-3 0-16 15,-2 0 2-15,-1 0-2 0,-3 0 14 16,0 0 7-16,0 0 11 0,0 0-29 16,0 0-1-16,0 0-2 0,0 0-1 0,0 1-3 15,0 1-16-15,0 0 1 16,0-1-13-16,0-1-3 0,0 1 3 16,0-1 12-16,0 0 1 0,0 0 15 15,0 0 3-15,0 0 1 0,0 0 2 0,2 0-3 16,0 0-1-16,-2 0-42 0,0 0-109 15,0 0-97-15,-5 0-180 0,-14-2-857 0,39 4-1087 0</inkml:trace>
  <inkml:trace contextRef="#ctx0" brushRef="#br0" timeOffset="148405.824">18815 13719 2609 0,'0'0'303'0,"0"0"-124"0,0 0 26 16,0 0 59-16,-82 35-5 0,62-23-77 0,-2 6-106 15,-1 0-63-15,4 0 80 0,-1 1-21 16,0 0-10-16,3 0-22 0,0-2-18 0,1 3-19 15,0 0-3-15,1 4 0 0,3-1 0 16,1 4-17-16,1 0-27 16,0 2 4-16,3 0-19 0,0-1-4 15,2 3 17-15,-2 1-11 0,5-1 31 16,0 0 4-16,2 0 21 0,2-3-24 16,9-2-9-16,2-2 33 0,5-2-1 0,3-2-14 15,3-1-15-15,7 0 15 0,2 2 0 16,4 0 16-16,8 1 83 0,1 3-83 0,4-2-41 15,2 1 41-15,3 0 31 16,3-1-9-16,4 2-22 0,1-2 13 16,5-2-10-16,-1 0 24 0,1-4-27 15,0-1-12-15,-2-1 12 0,3-1 25 16,-4-1-24-16,0 0 27 0,-1-1-28 0,-1 0 0 16,-1 1 12-16,1 0-12 0,-1-1-10 0,0-2-6 15,0 2 32-15,3-1-9 0,-1 0-7 16,2-1-10-16,1 0-9 15,3-2 16-15,-1-1-28 0,2-1 15 0,3 0 16 16,-1-3 1-16,1 2 0 16,-1-3-2-16,-1 0-10 0,-1-1 11 15,-1-1 25-15,-4 4 2 0,-2-4-26 16,-2 2 13-16,-2 1 9 0,-1-1-1 0,-1 1-21 16,1-2-1-16,0-1-17 0,1 0 17 0,-2 0-20 15,3-1-15-15,-1-4 35 0,1-2 1 16,-1 2-1-16,-1-2 0 0,2 0-3 15,-1-1 3-15,1 4 22 16,-1-2-20-16,2 3 0 0,-2 1 11 0,1 2-13 16,1 0 3-16,0 0-3 0,0 0-1 15,0 4-1-15,0-1-30 0,0-2 11 16,0 0-17-16,-1-1-12 0,-2 0-10 16,-2 0 38-16,-2 0 20 0,-1 0-8 0,-2-2 10 15,-4-3 3-15,-1-1-3 16,-1 0 0-16,-2-4 4 0,2-1 24 0,-1 0-28 15,1-1-16-15,0-1-22 0,0-1 10 0,-2 0-13 16,-4-1 6-16,0 1-9 0,-7 0-7 16,-8 1 13-1,-2 0 35-15,-9 2 3 0,-5-1 10 16,-4-1 9-16,-4-1 25 0,-1-7-3 0,-1 0 7 0,-7-5-46 16,-6 0 20-16,-2-7-22 0,-5-1 25 15,-7-3-25-15,-2-2 1 0,-8 1 9 16,-4-4-10-16,-6 1 3 0,-8 0-3 15,-5-2-31-15,-5 4 31 0,-7-2 3 16,-3-1 79-16,-5 1-66 0,-7 0 11 0,-2-2-26 16,-4 2-1-16,-4 2 0 15,-6-2 2-15,-4 1-4 0,-6 3-36 0,-4 1 35 16,-4 3-25-16,-4 0 27 0,0 5-30 0,-3 1 31 16,-1 3 19-16,2 0-6 0,-3 5 9 15,1 1 16-15,-1 1-3 0,1 2-20 16,-3 1 35-16,1 1 10 0,3 1 4 15,0 4-18-15,2-2 11 0,3 2-42 16,3-2 7-16,2 3-22 16,1 0-22-16,3-4-6 15,3 4-9-15,0 0 2 0,3 2-2 0,3 4 11 16,5 1-28-16,-1 1 1 0,4 10-19 16,5-1 22-16,0 5-73 0,5-1 72 0,2 4 35 15,7 0-63-15,2 1-4 16,7-1-82-16,5 2-149 0,7 0-62 0,10-1-51 15,5 0-44-15,9 1-56 0,11-5-147 16,2 4 674-16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31:57.06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2062 1498 2599 0,'0'0'979'0,"0"0"-840"0,0 0-54 16,0 0 217-16,0 0 43 0,0 0-76 15,0 0 44-15,0 0-6 0,102-10-109 16,-63 10-53-16,7 4-75 0,9 0-37 0,4 2-3 16,6-2 3-16,0-2-15 15,-2-2-18-15,-1 0-64 0,-3 0-54 16,-3-3-54-16,-6-1-35 0,-6-1-70 16,-5 3-104-16,-7 0-212 0,-11 0-552 0,-9 1-701 15</inkml:trace>
  <inkml:trace contextRef="#ctx0" brushRef="#br0" timeOffset="232.268">2078 1537 2183 0,'0'0'237'15,"0"0"-195"-15,0 0 213 0,13 71 207 0,-6-29-14 16,0 10-95-16,3 12-93 0,-4 12-104 15,3 8-66-15,-5 7-22 0,3 5-10 0,-3 5-15 16,-1-2-30-16,-1-4-11 16,-2-4-2-16,0-8 0 0,0-10 0 15,0-12-62-15,1-14-34 0,2-12-28 16,3-13-74-16,0-12-91 0,2-10-166 16,-5 0-288-16,3-26-305 0</inkml:trace>
  <inkml:trace contextRef="#ctx0" brushRef="#br0" timeOffset="379.489">2147 2227 3224 0,'0'0'413'0,"0"0"-353"15,0 0 41-15,0 0 75 0,0 0-22 0,0 0-17 16,93 11 6-16,-61-8-56 0,3-2-41 16,5 2-46-16,5-3-1 0,1 0-73 15,3 1-174-15,3 1-202 0,-12 1-644 16,16 3-702-16</inkml:trace>
  <inkml:trace contextRef="#ctx0" brushRef="#br0" timeOffset="733.09">3070 2461 3849 0,'0'0'383'15,"0"0"-305"-15,0 0-50 0,0 0 105 16,-92 31 12-16,68-15-3 0,1 6-35 0,-2 4-27 15,5 2 6-15,0 2-10 16,7 2-9-16,0-1-30 0,4-1-22 0,5-4-15 16,1-2-25-16,3-6-17 0,0-4-19 0,6-5-16 15,3-3-14-15,5-3 8 16,2-3 46-16,4-3 19 0,3-7-22 16,-1-4-37-16,5-5-13 0,-1-3-5 15,3-1-8-15,-3 1 4 0,-3 1-4 16,-4 5 7-16,-2 7 19 0,-7 5 5 0,0 2 28 15,-1 2 44-15,-4 8 110 0,1 5 32 16,2 3-17-16,-4 7-17 16,4 0-27-16,-3 1-4 0,-1 1-6 15,-1-4-48-15,4-2-23 0,2-4-47 16,-1-5-5-16,6-3-38 0,1-7-161 0,3 0-60 0,-3-5-409 16,8-17-1152-16</inkml:trace>
  <inkml:trace contextRef="#ctx0" brushRef="#br0" timeOffset="916.445">3616 2577 2865 0,'0'0'1300'15,"0"0"-1170"-15,0 0-111 0,-57 92 213 16,33-56 254-16,1 0-166 0,3-3-169 16,8-6-105-16,6-5-46 0,5-10-21 0,1-1-61 15,1-4-9-15,6-2-1 0,5-2-23 16,4-3-11-16,5 0-2 0,3-7-29 0,3-6-65 15,5-8-200-15,-8 4-295 0,11-16-696 0</inkml:trace>
  <inkml:trace contextRef="#ctx0" brushRef="#br0" timeOffset="1132.861">4139 1767 3624 0,'0'0'403'15,"0"0"-371"-15,-25 107-28 0,11-49 152 16,-1 12 64-16,1 8 67 0,5 2-60 16,5 2-53-16,4 0-73 0,3-2-101 0,10-2-9 15,4-3-58-15,4-5-28 16,1-6-18-16,1-9 70 0,-3-13-37 0,-2-14-30 16,-4-12 48-16,-1-11-55 0,-3-5-190 15,-3-7-4-15,-5-10-83 0,-2-6-191 0,-5 2-581 16,-13-21-293-16</inkml:trace>
  <inkml:trace contextRef="#ctx0" brushRef="#br0" timeOffset="1281.881">3811 2360 2156 0,'0'0'601'15,"0"0"-180"-15,0 0-115 0,0 0-56 16,0 0-74-16,0 0 13 16,104 78 17-16,-40-70-17 0,10-3-38 0,9-5-56 15,5-7-36-15,1-7-59 0,-1-3-16 16,-5 0-134-16,-6 2-95 0,-9 0-111 15,-21 4-256-15,-1 0-982 0</inkml:trace>
  <inkml:trace contextRef="#ctx0" brushRef="#br0" timeOffset="1598.849">1748 3570 3536 0,'0'0'183'0,"0"0"-183"16,0 0 0-16,82-36 214 0,-39 23-37 16,5 1-25-16,6 1 28 0,7 4 30 15,10 0-16-15,5 2-69 0,12 3-21 16,4 2 0-16,3 0-52 0,8 3-52 0,1 4-40 15,9 0 10-15,7 1 28 0,8 1-1 0,7 0 3 16,1-2-3-16,-3 0-25 16,-8-3-39-16,-10-4 37 0,-11 0-41 15,-12 0-97-15,-11-8-91 0,-8-2-170 16,-22 0-543-16,4-13-1053 0</inkml:trace>
  <inkml:trace contextRef="#ctx0" brushRef="#br0" timeOffset="1774.323">5077 2756 4631 0,'0'0'527'0,"0"0"-527"16,0 0-52-16,0 0 12 0,0 0-76 0,0 0-43 15,0 0 57-15,0 0-67 0,0 0-220 0,0 0-359 16,10 85-922-16</inkml:trace>
  <inkml:trace contextRef="#ctx0" brushRef="#br0" timeOffset="1906.998">4908 3104 4143 0,'0'0'508'0,"0"0"-502"16,0 0 41-16,0 0-1 0,0 0 107 0,59 67 34 0,-36-58-32 15,6-4-146-15,3-1-9 0,4-2-131 16,0-2-175-16,-9 0-312 15,8 0-1113-15</inkml:trace>
  <inkml:trace contextRef="#ctx0" brushRef="#br0" timeOffset="2516.545">7106 1595 1486 0,'0'0'996'15,"0"0"-673"-15,0 0 49 0,0 0 79 0,86 63-15 16,-62-20-134-16,0 13-67 0,0 11 17 16,4 8-25-16,-1 8-90 15,2 2-46-15,1 3-15 0,0-5-43 0,2 2-2 16,-2-6-31-16,-3 1-18 0,-3-2-4 16,-1-7-2-16,-3-6-12 0,-1-9-1 15,-2-10 10-15,-2-12 24 0,0-8-15 16,-4-8 17-16,0-10-1 0,-1-5-16 0,0-5 18 15,3-14 22-15,0-14-7 0,6-15-15 16,0-14-22-16,2-14-17 0,2-12-16 16,1-10 24-16,4-5-27 15,0-5 9-15,5 4-12 0,0 5 12 16,4 8 40-16,-1 13 8 0,-4 13 2 0,-5 13 4 16,-8 13-5-16,-6 11-101 0,-7 8-50 15,-6 8 6-15,-3 6-47 0,-10 3-196 0,-6 3-248 16,2 4-771-16,-16 12-360 0</inkml:trace>
  <inkml:trace contextRef="#ctx0" brushRef="#br0" timeOffset="2704.474">7351 2312 2726 0,'0'0'1281'0,"0"0"-1024"15,0 0-176-15,0 0-47 0,0 0 93 16,0 0 150-16,114 7-16 0,-64-12-63 15,6-1-64-15,0 0-61 0,2 0-73 16,-6 2-19-16,-2 0-18 0,-2 2-15 0,-5 2-142 16,-2 0-106-16,-4 2-125 0,-8 2-573 15,3 5-1028-15</inkml:trace>
  <inkml:trace contextRef="#ctx0" brushRef="#br0" timeOffset="3297.791">8760 2269 2353 0,'0'0'542'16,"0"0"-222"-16,0 0 27 0,0 0 13 15,80 48-25-15,-67-24-50 0,-3 6-63 16,-8 7-41-16,-2 4-53 0,0 2-70 16,-4 2-24-16,-6-3-34 0,3-2-1 0,0-10-20 15,2-8-13-15,5-10-15 0,0-7-40 0,0-5-5 16,9 0 8-16,5-9 52 0,5-4 3 15,4-9 13-15,2-5-35 16,-2-6 1-16,1 0-4 0,1-2 13 16,-1 2 0-16,2 4-4 15,-1 3 23-15,2 6 24 0,-1 3 68 0,-1 7 3 16,-4 3-16-16,-3 4 13 0,-3 3 12 0,-2 3-6 16,-1 6-3-16,-2 4-1 0,-1 5 16 15,-2 5 2-15,1 1 19 0,-5 0-22 16,-1 2-24-16,-2 0-52 0,0 1-9 0,0-3-43 15,-2 2-78-15,1-2-78 0,-2 0-33 0,3-4-64 16,0-4-275-16,0 0-1048 0</inkml:trace>
  <inkml:trace contextRef="#ctx0" brushRef="#br0" timeOffset="3448.185">9949 2780 1106 0,'0'0'2787'0,"0"0"-2274"0,0 0-309 16,0 0-153-16,0 0-51 0,-50 78-50 0,34-59-135 16,0-1-179-16,5-6-354 0,-4 2-1155 0</inkml:trace>
  <inkml:trace contextRef="#ctx0" brushRef="#br0" timeOffset="12448.567">12271 2064 2315 0,'0'0'272'0,"0"0"229"0,0 0-367 16,0 0-50-16,0 0 30 0,0 0 38 0,-85 14 13 0,60 4 2 15,1 6-9 1,2 7-30-16,2 6 15 0,3 7 24 16,2 8-40-16,0 6-4 0,3 7-7 15,6 1-60-15,1-1-29 0,5-4-25 0,7-10 16 16,10-9 16-16,8-9-13 0,6-12-5 15,5-8-1-15,6-9 28 0,1-4 15 0,5-11-22 16,1-9-36-16,1-5-10 0,-2-8-33 16,2-5-33-16,-5-3-19 0,-2-6-9 15,-7 1-19-15,-3-2-6 16,-10 1 0-16,-5-1-11 0,-7 1-12 0,-8 0-3 16,-3 1-11-16,-9 0 110 0,-8 1-11 15,-6 5 20-15,-4 4-42 0,-2 7 89 16,-1 7 23-16,0 9 49 0,3 5 20 15,0 5-20-15,1 3 22 0,3 3-37 16,3 5-57-16,3 3-22 0,2 0-9 0,4 3-29 0,0 2-6 16,2 2-70-16,1 1-225 0,1-2-374 15,-5 13-666-15</inkml:trace>
  <inkml:trace contextRef="#ctx0" brushRef="#br0" timeOffset="12878.889">13866 2102 2824 0,'0'0'522'16,"0"0"-274"-16,0 0 7 0,0 0 97 15,0 0-100-15,0 0-107 0,0 0-93 0,-89 15-33 16,49 1-19-16,-11 6 0 0,-1 3-13 0,-5 3 10 16,-1 2 0-16,2 1 0 0,1 0 0 15,7-2-19-15,5-1 22 0,10-7 0 16,8-3 41-16,8-4 8 16,6-3-32-16,4 0-17 0,5-5-12 15,2 1 12-15,3 0 0 0,7 2 58 0,3 0 10 16,4 3-28-16,2 0 33 0,1-2-12 15,3 5-6-15,-1 0 9 0,3 2-30 16,0-1-4-16,1 5 1 0,2-4 15 16,-1 1-31-16,0 0 3 0,-3-2-6 0,-1-2-11 15,-2-2-1-15,-5-1-30 0,-2-3-10 16,-2-1-24-16,-5 0-24 16,0-3-41-16,-4-1-64 0,0 0-47 15,-3-1-73-15,0-1-155 0,0-1-196 16,-6 0-486-16</inkml:trace>
  <inkml:trace contextRef="#ctx0" brushRef="#br0" timeOffset="13648.497">15179 1577 2149 0,'0'0'252'16,"0"0"492"-16,0 0-362 0,0 0-82 0,0 0 2 15,-66 83-31-15,34-39-61 0,-3 11-7 16,-8 12-44-16,-1 9-39 0,-7 8-23 16,0 4-8-16,-6 7-26 0,-2 5-20 0,-6 2-22 15,1 1-3-15,2-4-5 16,9-9-13-16,9-13-9 0,15-16 6 16,13-20-24-16,10-17-28 0,6-13-42 15,6-11-80-15,10-1 52 0,9-19-25 16,6-9-84-16,8-15-267 0,-10 9-460 15,21-37-609-15</inkml:trace>
  <inkml:trace contextRef="#ctx0" brushRef="#br0" timeOffset="13937.115">15052 1783 2224 0,'0'0'437'0,"0"0"-164"16,0 0 108-16,0 0-35 0,0 0-75 0,48 66-48 0,-32-33-61 15,1 5-4-15,0 11-50 0,3 3 6 16,-1 10-18-16,-2 10 23 0,1 0-48 16,-1 6-47-16,-2-1 13 0,0-3-22 15,-1-6-15-15,1-8-1 16,1-6-1-16,-2-6 0 0,-2-8-13 16,2-5-13-16,-5-8 25 0,1-5-9 15,-4-6-37-15,1-5-21 0,-4-4-35 0,-2-5-36 16,-1-2-17-16,-4-5-43 0,-6-6-91 0,-4-2-86 15,-8-3-119-15,-7-2 41 0,-5 1-61 16,-7 0-146 0,-5 0 18-16,10 5 104 0,-23-9 258 0</inkml:trace>
  <inkml:trace contextRef="#ctx0" brushRef="#br0" timeOffset="14054.051">14858 2603 688 0,'0'0'684'0,"0"0"-95"0,0 0-194 16,0 0-46-16,0 0-25 0,0 0 6 0,0 0-10 15,-51-69-103-15,72 62-21 0,6 1-22 16,6-4-15-16,6 1-14 0,-2-1-89 15,0 0-56-15,-3 2-36 0,1 1-63 16,-2 1-137-16,-9 2-247 0,11-4-857 0</inkml:trace>
  <inkml:trace contextRef="#ctx0" brushRef="#br0" timeOffset="14364.625">15652 2479 2387 0,'0'0'1528'16,"0"0"-1155"-16,0 0-17 0,0 0 15 0,0 0-102 16,20 79-60-16,-17-55 6 0,-2-1-106 0,-1-1-66 15,0-1-22-15,0-2-21 0,0-3-26 16,0-3-20 0,0-2 13-16,0-6-28 0,0-3-14 0,3-2-22 15,3 0 0-15,5-4 21 0,1-4-15 16,5-6 11-16,4-5 1 0,3-1 3 15,2-2-4-15,0 2 16 0,-2 1 30 16,-2 7 11-16,0 1 23 0,-2 7 0 0,-6 3 24 16,2 1 35-16,-4 1 14 0,-4 8-18 15,2 5-15-15,-4 4-38 0,-2 3 1 16,1 4 7-16,-2-2-10 0,0 5-18 0,-2-1-105 16,2-2-153-16,2-1-386 15,-2-5-651-15,3-2-1019 0</inkml:trace>
  <inkml:trace contextRef="#ctx0" brushRef="#br0" timeOffset="15673.981">9432 2191 1003 0,'0'0'196'16,"0"0"1332"-16,0 0-1059 0,0 0-97 15,0 0-9 1,0 0-6-16,0 0-44 0,0 0-30 0,0 0-45 16,0 0-55-16,66 29-34 0,-46-16-46 15,5 2-36-15,-1 3-13 0,4 4-21 16,-1-3 1-16,-1 3-19 0,2 1-3 0,-1-2-12 15,-3 1 0-15,-2-3-24 0,-5-1-7 16,0-1 28-16,-3-2-30 0,-3 0 16 0,-1-5 16 16,-3 0-22-16,-4-1 21 0,-3 2 2 15,-1 0 0-15,-11 5 12 16,-6 3-12-16,-7 4-19 0,-5 1-6 16,-3 0 1-16,-2 0 6 0,-1-1 0 0,3-2-12 15,1-4-7-15,8-3-18 0,2-5-2 16,9-4-34-16,6-5-34 0,4 0-62 15,3-5-141-15,0-7-228 0,3 0-536 16,7-12-677-16</inkml:trace>
  <inkml:trace contextRef="#ctx0" brushRef="#br0" timeOffset="15902.172">10000 2561 1709 0,'0'0'1937'15,"0"0"-1619"-15,0 0-172 0,0 0 134 0,0 0 19 16,0 0-20-16,-75 66-117 0,57-51-55 0,-2 0-43 16,0 2-9-16,1 3-25 0,-4-1-15 15,-3 3 13-15,-1 0-7 0,-2 3 12 16,-2-1-30-16,-4 2 12 16,3-2-15-16,-2-1-12 0,3-1 9 0,3-3-18 15,5-3-31-15,5-4-36 0,5-3-40 16,7-6-36-16,5-3-118 0,1-3-219 15,4-4-299-15,16-19-616 0</inkml:trace>
  <inkml:trace contextRef="#ctx0" brushRef="#br0" timeOffset="16348.842">10445 2040 1524 0,'0'0'1157'0,"0"0"-461"0,0 0-474 0,0 0-55 16,0 0 158-16,0 0 104 0,0 0-106 15,3 80-91-15,-13-52-64 0,0 6-55 0,-5 1-34 16,2 5-13-16,-2-1-17 0,0 1-22 15,1-2-24-15,2-2-3 0,5-5-12 16,1-5-3-16,6-2 0 0,0-5 0 0,4-2 12 16,4 2-13-16,-1 0-2 0,5-1 15 15,2 0-33-15,-1 0-16 0,1-1 13 16,1-2 17-16,0 3 10 0,-1-1 9 16,-2 1 2-16,-3-1 1 15,1 1 1-15,-4 0 17 0,-2-1-2 16,-1-2 17-16,-3 0 10 0,0 1-4 0,0-2-3 15,-3-2 1-15,-5 2-13 0,-1-1-6 16,-1-2-3-16,-3-1-3 16,3-4 1-16,-4-3-13 0,-1 1 0 0,-5-4-58 0,1-5-36 15,-5-6-97-15,-2-9-69 16,1-7-163-16,3-9-263 0,5 5-653 16,-1-29-965-16</inkml:trace>
  <inkml:trace contextRef="#ctx0" brushRef="#br0" timeOffset="16493.858">10428 2342 3220 0,'0'0'992'0,"0"0"-814"0,0 0 10 15,0 0 114-15,86-34-85 0,-57 25-83 16,4-4-94-16,6 1-40 0,1 1-29 16,5-2-29-16,3 1-156 0,0 1-111 15,-11 4-265-15,15-3-909 0</inkml:trace>
  <inkml:trace contextRef="#ctx0" brushRef="#br0" timeOffset="17543.596">17737 2102 1213 0,'0'0'221'0,"0"0"332"0,0 0 207 0,0 0-215 15,0 0-164-15,0 0-23 0,0 0-48 16,0 0 2-16,0 0-51 0,0 0-59 15,2-1-59-15,-15 6-61 0,-12 2-82 16,-7 6-28-16,-11 5-18 0,-3 4 8 16,-4 3 37-16,-2 3-1 0,-2-1 1 0,0 4-1 15,-4-1-17-15,2 3 16 0,2-2-18 16,4-3 0 0,8-1-1-16,10-4-2 0,7-5 12 0,7-3-16 15,8-3-11-15,4 0-1 0,3-3 25 0,3 1-28 16,0 2 18-16,6-3 25 0,2 3 1 0,0-1 15 15,4-3 5-15,-1 3-3 0,0-3 4 16,1 3-10-16,1 1 12 16,3 0 4-16,-1 3 3 0,3 2-7 0,0 1 3 15,2 3-8-15,1-2-16 16,1 1-3-16,4 2-9 0,1-3 6 16,2 1 0-16,0-3 2 0,1-2-2 15,-2-3 2-15,-4-4 1 0,-1 2 0 0,-4-5-10 16,-6-1-23-16,-2 0-108 0,-3-1-55 15,-4 0-17-15,-2-1-44 0,-2 2-34 16,0 2-147-16,-2-1-281 0,-5 2-1014 0</inkml:trace>
  <inkml:trace contextRef="#ctx0" brushRef="#br0" timeOffset="18214.598">17868 2071 1235 0,'0'0'147'16,"0"0"985"-16,0 0-857 0,0 0-63 0,0 0 2 0,0 0 6 16,0 0 27-16,-31 81 2 15,25-51-60-15,0 5-49 0,0 5-28 0,-1 3-16 16,0 2-25-16,0 2 9 0,-1 5-9 0,-4-2-6 15,1 2 2 1,1-2-39-16,-2 2-25 0,1-1-3 0,0-4-21 16,4 1-4-16,2-8-15 0,1-4-12 0,2-6-47 15,2-7-61 1,0-4-83-16,8-1-165 0,-2-8-287 0,5 1-720 0</inkml:trace>
  <inkml:trace contextRef="#ctx0" brushRef="#br0" timeOffset="19326.019">13755 2059 939 0,'0'0'378'16,"0"0"-180"-16,0 0 523 0,0 0-30 0,0 0-294 16,0 0-172-16,0 0-13 0,0 0-1 15,0 0-63-15,7 65-30 16,-4-45-37-16,-1 2-9 0,-1 4 2 16,2 3-12-16,-3 3-25 0,2 3-19 0,-2 3-2 15,0-1-13-15,0-1-1 0,-2 0-1 16,-1-1-1-16,0-3 0 0,0-1-3 15,2-4 0-15,0 1-19 0,-1-8-3 16,1 1 1-16,-1-5-66 0,2-4-53 0,0 0-34 16,0-2-25-16,0 0-59 0,0-3-66 15,0-1-131-15,0-1-210 16,5-4-455-16</inkml:trace>
  <inkml:trace contextRef="#ctx0" brushRef="#br0" timeOffset="21063.542">19242 1952 375 0,'0'0'2403'0,"0"0"-1868"0,0 0-116 16,0 0-115-16,0 0-56 0,0 0-9 15,0 0 7-15,0 0-31 0,0 0-44 16,0 0-37-16,3-56-37 0,-20 56-61 16,-7 11-33-16,-10 3 16 0,-7 9-7 15,-5 4 18-15,-4 9 13 16,-3 3-1-16,3 3-3 0,0 0-14 16,8-1-1-16,5-4-24 0,11-6 0 15,7-5-1-15,7-3-1 0,6-4 0 0,6 0-16 16,0 0 3-16,12 2-1 0,4 2-8 15,7 1 22-15,6 0-16 0,4 2-6 16,3 0 22-16,3 2 0 0,-1 1-19 0,-1 1 17 16,-1-4-20-16,0 1 6 15,-4-1 16-15,0 0-22 0,-3-2 12 16,-5-1-16-16,-4 1 4 0,-5-2 0 16,-4-2 5-16,-5 2-2 0,-3 0 19 15,-3 1-1-15,0 0 1 0,-5 0 2 16,-6 2-1-16,-4 0-2 0,-2-4-24 0,-2-1-4 15,-2-2-15-15,-1-5-8 0,0-2-10 0,1-5-31 16,-1-4-40-16,3-2-56 0,1 0-118 16,3-8-204-16,5 0-279 0,2-10-608 0</inkml:trace>
  <inkml:trace contextRef="#ctx0" brushRef="#br0" timeOffset="21870.986">19585 2733 962 0,'0'0'23'0,"0"0"1738"0,0 0-1216 16,0 0-145-16,0 0-61 0,0 0-41 15,0 0-82 1,3 86-9-16,-2-67-35 0,-1 1-62 16,2-1-37-16,-1-5-24 0,1-1-28 0,-1-1-6 15,0-4-14-15,1-1 21 0,-1-5 8 16,3-1-8-16,-1 1-22 0,0-2-18 16,3 0-9-16,1 0-7 0,5-5-21 15,4-5 19-15,5-4-1 0,4-1-12 0,-1-4 3 16,2 2-15-16,-1 0 3 15,-1 3 12-15,1 5 15 0,-2 3 22 0,1 3 9 16,-4 3 67-16,-1 1 7 0,-2 7-25 16,-2 1-3-16,-1 3-19 0,-4 0-5 15,2 5 5-15,-4 2-24 0,-2 4-3 16,-3 3-10-16,-3 3-66 0,0 0-62 16,-1 0-65-16,-7 2-75 0,3-8-352 15,-7 4-990-15</inkml:trace>
  <inkml:trace contextRef="#ctx0" brushRef="#br0" timeOffset="23081.189">12059 4423 767 0,'0'0'20'0,"0"0"71"16,0 0 648-16,0 0 342 0,0 0-621 16,0 0-113-16,0 0-72 0,0 0-27 0,0 0-19 15,0 0-55-15,0 0-35 0,-11-35-16 0,-4 35-15 16,-5 0-25-16,-3 7-31 0,-6 7-6 16,-7 2 6-1,-4 8-13-15,-5 6 4 0,-1 5-3 0,-1 4-16 16,5 0 4-16,4-2-7 0,9 0-3 15,8-4-18-15,9-6-1 0,6 0-1 16,6-7-19-16,5 3 9 0,11-3 9 0,10 0-28 16,7 0-21-16,8-3 13 15,6-4 5-15,1 2 22 0,2-3-19 16,-3 3 7-16,-2-3 24 0,-4 1 9 16,-6 4-8-16,-3-2 20 0,-6 3 28 0,-6 1 21 15,-4 1 7-15,-6-1-29 0,-6 4 4 16,-4 2-12-16,0-2-10 0,-7 0-6 15,-5-1-9-15,-2-1-12 0,0-5 12 16,-1-2-15-16,2-4-19 0,1-5-53 16,1 0-32-16,1-5-30 0,0 0-43 15,1 0-69-15,2-12-150 0,1 4-400 0,3-25-1126 0</inkml:trace>
  <inkml:trace contextRef="#ctx0" brushRef="#br0" timeOffset="23381.484">12300 4916 962 0,'0'0'521'15,"0"0"1086"-15,0 0-1116 0,0 0-41 16,0 0-56-16,27 66-18 0,-27-41-82 16,-7 3-90-16,0-2-7 0,-1 2-24 15,0-6-76-15,5-1-61 0,-1-7-36 0,4-4-15 16,0-6 12-16,0-1-12 16,0-3-21-16,6 0-37 0,6-4-3 15,4-8 16-15,4-3-31 0,3-7-7 0,2-2-8 16,1-1-10-16,0 3 24 0,-2 4 37 15,-5 4 22-15,-3 6-7 16,-3 3 6-16,0 5 34 0,-4 0 25 0,-2 8 36 16,1 1 6-16,-3 6-6 0,-1 1 7 15,0 3-5-15,-1-1-11 0,-1 1 6 0,-1-2 24 16,-1 2-15-16,0-7-31 16,0-1-36-16,0-1-17 0,0-4-98 15,2-3-92-15,4-3-41 0,5-2-189 16,-2-5-345-16,16-18-949 0</inkml:trace>
  <inkml:trace contextRef="#ctx0" brushRef="#br0" timeOffset="23683.994">13617 4446 2240 0,'0'0'1487'0,"0"0"-990"0,0 0-243 16,0 0-50-16,-75 80 81 0,48-49 72 0,-4 9-56 15,-5-1-84-15,-4 11-108 16,-3 5-54-16,-9 7-28 0,-7 11-9 0,-10 10-18 16,-9 6-14-16,-12 9 14 0,-9 6 2 15,-5 6-2-15,-4 2-12 16,0 0 12-16,4-1 2 0,5-3-2 16,9-2-12-16,10-9 10 0,9-7 1 15,12-11 0-15,13-9-1 0,13-16-14 16,11-11-20-16,11-15-21 0,6-12-28 15,5-5-45-15,0-9-42 0,3-2-44 0,3-3-34 16,5-9-75-16,1-11-361 0,-2 6-602 0,-1-24-1199 16</inkml:trace>
  <inkml:trace contextRef="#ctx0" brushRef="#br0" timeOffset="24145.681">13512 5259 1395 0,'0'0'94'0,"0"0"1214"0,0 0-782 0,0 0-89 15,0 0-3-15,0 0-65 16,-13 94-58-16,3-55-119 0,-3 10-85 0,0 6-16 16,0 8-5-16,-3 6 32 0,-2 2-48 15,1 7-31-15,-4-2-15 0,0-1-8 16,1-5-13-16,0-7-3 16,4-8 0-16,1-11-30 0,4-12-27 0,6-10-34 15,2-12-13-15,1-6-17 0,2-4-35 0,0-11-46 16,8-9-124-16,0-10-257 15,2 1-482-15,6-31-401 0</inkml:trace>
  <inkml:trace contextRef="#ctx0" brushRef="#br0" timeOffset="24381.061">13523 5331 258 0,'0'0'2472'0,"0"0"-2074"15,0 0-83-15,0 0 49 0,71 92-52 16,-49-51-63-16,-1 6 8 0,2 3 13 15,0 5-90-15,2 0-61 0,-4-1-36 0,0 0-41 16,-3-2-21-16,-2-8-21 16,-3-2-2-16,-3-6-22 0,0-7-25 15,-4-4-18-15,1-7 0 0,-5-2-6 0,-2-8-37 16,0 0-89-16,-3-5-54 0,-7-2-83 16,-7-1-161-16,-4-4-281 0,-2-6-495 15,-4-5-54-15,-3-1 1167 0</inkml:trace>
  <inkml:trace contextRef="#ctx0" brushRef="#br0" timeOffset="24506.925">13559 5922 95 0,'0'0'577'15,"0"0"-287"-15,-78-61 1306 0,66 53-1181 16,4 2-54-16,8 2-94 0,0 4-18 16,3-1-44-16,10 1-5 0,5 0 85 0,5 0-29 15,4 0-36-15,3 0-82 16,2 0-59-16,1-4-33 0,0 0-20 16,2-3-26-16,-3-3-110 0,-1 0-48 15,-2-1-54-15,-2-1-185 0,-7 0-809 0,2-6-1516 0</inkml:trace>
  <inkml:trace contextRef="#ctx0" brushRef="#br0" timeOffset="24781.608">14114 5825 1413 0,'0'0'1721'0,"0"0"-709"0,0 0-667 16,0 80-46-16,0-53-8 0,3 0-30 15,-3-2-42-15,3-3-113 0,1-6-80 16,0-3-26-16,2-6-63 0,2 0-13 15,0-3-9-15,5-4 6 0,0-5-15 16,3-7 24-16,0-2 6 0,3-6 0 0,-1 0 33 16,-2 2-12-1,1 3 22-15,-2 4-3 0,-1 1-1 0,-1 4 1 0,-3 4 24 16,3 2 3-16,-1 1 33 0,1 6-17 16,1 3 8-16,-2 1 1 0,1 3-1 15,-2 3-24-15,-2 2-3 0,-1-1-38 0,0 3-42 16,-2-2-45-16,-1 1-125 0,5-4-357 15,-4-5-716-15,9-1-1135 0</inkml:trace>
  <inkml:trace contextRef="#ctx0" brushRef="#br0" timeOffset="25040.204">15321 5291 1076 0,'0'0'2895'0,"0"0"-2248"0,0 0-339 16,0 0-79-16,109 11-104 0,-71-11 5 15,3 2 77-15,5 0-86 0,0-2-76 16,-1 0-39-16,1 0-6 0,-3 0-88 15,-5-2-96-15,-5 0-56 0,-7-2-66 0,-10 1-375 16,-12 2-956-16</inkml:trace>
  <inkml:trace contextRef="#ctx0" brushRef="#br0" timeOffset="25195.189">15365 5520 1299 0,'0'0'2366'16,"0"0"-2051"-16,0 0-154 0,0 0-2 15,0 0 36-15,108 39 184 0,-62-37-7 0,5-2-168 16,-1 0-126-16,2-7-78 0,-3 0-119 16,-4-4-118-16,-5 6-66 0,-12-1-352 0,6 0-1328 0</inkml:trace>
  <inkml:trace contextRef="#ctx0" brushRef="#br0" timeOffset="25864.215">17374 4686 1687 0,'0'0'713'0,"0"0"-14"0,79 2-209 16,-43 2-218-16,3 5-77 0,4 1-64 15,-2-1-9-15,-2 3-14 0,-2-2-39 0,-3 2-51 16,-3 2-18-16,-2 2-21 0,-6 1-10 16,-6 2-28-16,-7 6-3 0,-8 4-13 0,-4 7-3 15,-15 6 0-15,-8 3-23 0,-8 6 19 16,-8 2 35-16,-4 1 47 0,-5 2 0 16,0-1 132-16,-4 0 10 0,3-1-5 15,5-2 21-15,3-7 46 0,11-6 14 16,9-5 0-16,9-7-60 0,9-8-58 15,5-5-27-15,9-2 0 0,14-3-12 16,10-1 9-16,12-2 17 16,11-2-8-16,6-3-19 0,3-1-20 0,4-5-25 15,-6-3-15-15,-5-3-64 16,-4-1-23-16,-8 1-47 0,-7-1-29 0,-5-1-41 16,-8 1-37-16,-3-1-254 0,-8 3-623 15,0-6-791-15</inkml:trace>
  <inkml:trace contextRef="#ctx0" brushRef="#br0" timeOffset="26095.786">18178 5054 1520 0,'0'0'1782'15,"0"0"-1391"-15,0 0-130 0,-84 91-103 16,50-57 22-16,-2 4 65 0,-1 1-63 0,-2 2-81 15,-1 0-61-15,-1-3-30 0,1 2-10 16,-3 1-46-16,1-2-55 0,1 0-25 16,5-7-16-16,4-1-26 0,5-6-31 15,4-3-113-15,6-3-173 0,5-4-476 16,3-2-632-16</inkml:trace>
  <inkml:trace contextRef="#ctx0" brushRef="#br0" timeOffset="26399.033">18482 5574 1964 0,'0'0'1809'0,"0"0"-1479"0,0 0-196 15,101 4-19-15,-73-4 3 0,-1 3 58 16,-3 2 91-16,-4 0-95 0,-2 4-118 0,-1 1-51 15,-2 3-3-15,-1 3 0 0,-7 4-4 0,-5 3-8 16,-2 6 12 0,-13 2-2-16,-9 8 1 0,-5-1-14 0,-1-1 13 0,1-2 2 15,8-5 53-15,5-4 20 0,8-7-24 16,6-4-25-16,1-4 12 16,14 0 59-16,11-3 41 0,9-3-60 0,12-4-76 15,11-1-15-15,8-6-43 0,8-6-57 16,3-3-89-16,0-1-73 0,-20 2-256 15,20-8-1038-15</inkml:trace>
  <inkml:trace contextRef="#ctx0" brushRef="#br0" timeOffset="27180.122">15277 5116 760 0,'0'0'3'16,"0"0"212"-16,0 0 875 0,0 0-676 15,0 0-143-15,38-65 21 0,-23 48 63 16,-1 0-54-16,4-2-52 0,1-3-57 16,3 0-46-16,4-3-43 0,-1 0-23 0,3-2-27 15,-1 1-10-15,-1 3-41 16,-3 4-2-16,0 6-12 0,-4 3-29 0,-2 8-23 16,3 2 51-16,-2 12-18 15,0 6 13-15,1 7-13 0,-3 8 31 0,1 1 2 16,2 2-2-16,4-2 1 15,7-3-1-15,5-4 0 0,6-5-1 0,3-5-12 16,5-6-80-16,3-4-120 0,0-6-124 0,-12-1-318 16,22-7-980-16</inkml:trace>
  <inkml:trace contextRef="#ctx0" brushRef="#br0" timeOffset="28528.638">11912 6811 718 0,'0'0'2290'0,"0"0"-2015"16,-16 67-217-16,5-26-30 0,-1 14 153 16,-4 5 154-16,-2 11 72 15,-3 6-54-15,-2 4-107 0,-4 5-108 16,-2-3-68-16,-2 2-55 0,-3-2-15 16,-2-5-15-16,3-6 3 0,4-12-4 0,3-13-8 15,9-11 2-15,7-16-63 0,6-8-44 16,2-8-62-16,2-4-62 0,0-10-104 15,2-9-147-15,2 1-483 0,6-29-415 0</inkml:trace>
  <inkml:trace contextRef="#ctx0" brushRef="#br0" timeOffset="28758.637">11771 7174 587 0,'0'0'515'0,"0"0"1004"0,55 107-989 0,-30-53-78 15,4 2-49-15,0 3-37 0,0-2-54 16,-4 0-82-16,-1-3-80 0,-2 0-55 16,-4-6-53-16,-2-3-39 0,0-5-3 0,-4-4-2 15,-4-6-34-15,2-7-49 0,-4-6-10 16,1-7-12 0,-4-2-28-16,-1-6-10 0,-2 1-34 0,0-2-67 0,-5-1-103 15,-6 0-50-15,-8 0-241 0,2-4-113 16,-13-8-408-16</inkml:trace>
  <inkml:trace contextRef="#ctx0" brushRef="#br0" timeOffset="28917.013">11720 7694 615 0,'0'0'176'0,"0"0"-6"15,0 0 393-15,0 0 164 0,0 0-345 16,0 0-99-16,0 0 69 0,0 0 14 16,0 0-92-16,0 0-60 0,103-20-27 0,-67 24-57 15,0-4-43-15,0 0-63 0,3 0-24 16,-3-6-2-16,0-1-97 0,-3-4-115 15,-3 0-191-15,-7 3-572 0,0-3-783 0</inkml:trace>
  <inkml:trace contextRef="#ctx0" brushRef="#br0" timeOffset="29198.015">12448 7781 821 0,'0'0'2741'16,"0"0"-2180"-16,0 0-231 0,0 0 42 15,0 0-72-15,32 78-35 0,-29-65-125 16,-2-2-101-16,2-1-39 0,0-4-21 0,-2-3-49 16,1-1-27-16,1-2-19 0,1 0-8 15,3-1 11-15,4-7 42 0,4-4-24 16,1-3-21-16,6-1 5 16,-1-4-22-16,2 4 15 0,-1 3 38 15,1 3 39-15,-1 5 13 0,-2 5 28 0,0 0 19 16,-1 5 80-16,-5 6 7 0,0 1 2 0,-2 1 6 15,-2 5-65-15,-1 1-18 0,-2 3-31 16,-3-3-9-16,-1 5-25 0,0-1-92 16,-1 2-106-16,-2-8-367 0,1 3-998 0</inkml:trace>
  <inkml:trace contextRef="#ctx0" brushRef="#br0" timeOffset="29685.853">14683 7517 1486 0,'0'0'1839'0,"0"0"-1336"0,0 0-151 15,35 73-10-15,-25-45 48 0,-1 3-42 0,-4-2-108 16,0-4-127-16,-4-6-89 15,2-5-24-15,-1-4-49 0,-1-5-54 0,1-3-33 16,-1-2-50-16,-1 0-68 0,0-7-195 16,0-1-685-16,-3-11-1127 0</inkml:trace>
  <inkml:trace contextRef="#ctx0" brushRef="#br0" timeOffset="29831.12">14547 7072 2043 0,'0'0'524'16,"0"0"237"-16,0 0-431 16,0 0-228-16,0 0-102 0,99-26-152 0,-71 26-210 0,-5 0-300 15,17 7-925-15</inkml:trace>
  <inkml:trace contextRef="#ctx0" brushRef="#br0" timeOffset="30070.492">15266 7317 1820 0,'0'0'1497'16,"0"0"-1028"-16,-34 72-60 0,14-44-19 0,-3 6 10 0,0 0-86 16,0-3-101-16,7-2-101 0,3-5-70 0,7-3-41 0,6-4-1 15,2-2-27 1,10-1-25-16,8-1 1 0,4-2 8 16,7-3-11-16,4 2-4 0,-1-3 3 15,0 2 13-15,-1 0 5 0,-2 1 25 0,-3-1-9 16,-3 1 18-16,-6 1-19 0,-5 1-5 15,-4 1-19-15,-7 0-9 0,-3 3-9 0,-4 3-3 16,-12-2-47-16,-1 2-64 0,-8-3-66 16,-1-1-169-16,-5-1-203 0,6-4-570 15,-15-4-903-15</inkml:trace>
  <inkml:trace contextRef="#ctx0" brushRef="#br0" timeOffset="30800.52">17404 7224 833 0,'0'0'1191'0,"0"0"-214"15,0 0-527-15,0 0-118 0,0 0-42 16,0 0-16-16,0 0-2 0,0 0-90 16,0 0-50-16,-79 79-44 0,53-51-11 15,0 1-7-15,2-3-21 0,4-2-16 16,5-5-33-16,5-5-1 0,2-6-2 0,5-3-15 15,3-1 17-15,0-3-17 0,4 4-37 16,9-2-12-16,4 6 54 0,5-1 13 0,5 3 0 16,2 1-15-16,1 1-3 0,-1-2 6 15,-2 3-7-15,-3 0 4 16,-3 1 3-16,-5-1 12 0,-5 3 30 16,-3 1 10-16,-4 1-12 0,-1 2-13 15,-3-1-12-15,-4 2-2 0,-4-2-1 16,-3 2-2-16,-1-4-44 0,-1-3-30 0,0-3-62 15,0-2-22-15,5-8-38 0,0-2-90 0,3-7-250 16,2-4-854-16,3-19-574 0</inkml:trace>
  <inkml:trace contextRef="#ctx0" brushRef="#br0" timeOffset="30956.067">17790 7403 779 0,'0'0'1669'16,"0"0"-1061"-16,0 0-50 0,0 0-89 15,35 78-86-15,-35-54-59 0,0 4-76 16,-3 0-111-16,-7 1-85 0,2-1-52 0,-3-5-12 16,0-4-80-16,2-4-158 0,-1-5-114 0,4-2-295 15,-6-7-939-15</inkml:trace>
  <inkml:trace contextRef="#ctx0" brushRef="#br0" timeOffset="31107.515">17759 7202 1212 0,'0'0'1885'0,"0"0"-1398"0,0 0-171 0,0 0-127 15,0 0-114 1,0 0-75-16,0 0-65 0,0 0-259 0,95-41-229 16,-82 36-654-16,11 3-690 0</inkml:trace>
  <inkml:trace contextRef="#ctx0" brushRef="#br0" timeOffset="31499.365">18005 7450 1436 0,'0'0'108'0,"0"78"1461"0,-5-47-1136 0,0 5-79 0,1 1-34 0,1-4 61 16,3-7-19-1,0-7-114-15,2-5-124 0,6-6-63 0,2-4-61 0,5-4-20 16,3 0-29-16,1-11-30 0,6-4-15 16,2-6-47-1,0-3-33-15,1-3-20 0,-2 0-10 0,-3 6-1 16,-5 6 74-16,0 6 61 0,-7 6 45 0,-5 3 25 15,0 0 120-15,-2 8 52 0,-3 3-8 16,-1 4 12-16,0-1 5 16,0 5-34-16,0-2-27 0,0-4-17 15,0-3-17-15,0-3-35 0,0-5-32 0,2-1-16 0,1-1-3 16,3 0-13 0,1-6-11-16,3-3 21 0,4-3-24 0,2-7-19 15,0-1-33-15,0 0-7 0,3 1 13 16,-1 1 0-16,-2 5 14 0,4 2 4 0,-4 7 22 15,0 4 33-15,-1 3 96 0,0 6 44 16,-3 4 4-16,-1 2-38 0,1 1-26 16,-3-1-17-16,-1 1-11 0,-1-3 6 0,-2 0-34 15,-2-2-24 1,-2-3-12-16,-1 3-40 0,0-1-66 0,-1 0-62 16,-5 1-79-16,-1-6-151 0,0 0-744 0,2-5-1034 0</inkml:trace>
  <inkml:trace contextRef="#ctx0" brushRef="#br0" timeOffset="31711.815">18886 7528 1148 0,'0'0'1784'16,"0"0"-1019"-16,0 0-469 0,1 90-170 16,-1-50 132-16,-4 8 189 0,4 6-16 15,0 3-121-15,0 4-134 0,0 5-55 16,0 3-31-16,0-1-51 0,0-2-17 0,0-2-22 15,4-7 0-15,-1-7-19 0,4-8-35 16,-1-8-37-16,1-4-29 0,-2-10 1 0,-2-4-17 16,-2-5-28-16,1-8-40 0,-2-3-84 15,0 0-137-15,0-8-139 16,-2-9-67-16,-1 0 17 0,0-19-958 0</inkml:trace>
  <inkml:trace contextRef="#ctx0" brushRef="#br0" timeOffset="31934.201">18906 7517 748 0,'0'0'293'16,"0"0"999"-16,0 0-959 0,0 0-31 0,97-43 54 15,-72 43 15-15,0 0-47 16,-3 4-33-16,-1 4-59 0,-1 3-62 0,-4 5-41 16,-3 0-43-16,-4 4-22 0,-5 0-12 15,-4 3-25-15,0-1-3 0,-7 2-24 16,-4-1 0-16,-2 0-52 0,-1-4-40 15,0-2-40-15,1-3-31 0,2-5-44 16,3-8-44-16,3-1-4 0,3-13-183 0,2-2-230 16,3-23-598-16</inkml:trace>
  <inkml:trace contextRef="#ctx0" brushRef="#br0" timeOffset="32359.738">19606 6898 787 0,'0'0'2490'16,"0"0"-2002"-16,2 81-163 0,-11-38-20 16,1 13 99-16,-3 4 39 0,0 5-121 15,1-4-131-15,0 0-107 0,-2-4-70 0,4-7-14 16,0-4-49-16,2-11-39 0,4-8-2 16,2-8-13-16,0-7 2 0,8-3-41 15,1-7-41-15,1-1 12 0,5 1-53 0,-1-2-64 16,3 0 21-16,2 1 25 0,1 3 91 15,2 5 107-15,2 3 44 0,3 1 110 16,-2 4 110-16,4-2 12 16,0-3-3-16,-2-2-44 0,-1-6-56 0,1-4-67 0,2 0-62 15,0-10-71-15,4-6-43 0,-1-5-52 16,0-3-85 0,-2-5-144-16,-3 4-265 0,-8-1-124 0,-2 4 119 15,-9 5 8-15,-7 4 611 0,-1 8 46 0,-7 0 664 16,-6 5 56-16,-4 3-156 0,-2 6-41 15,-1 7-195-15,-2 1-107 0,1 4-37 16,2 1 11-16,1 3-16 16,4 0-37-16,3-2-50 0,5-4-53 0,4-2-35 0,2-4-4 15,9-1-28-15,15-2-3 16,11-3-24-16,11 0 55 0,7-2-12 16,2-5-102-16,4 0-238 0,-16 0-339 15,24-5-1193-15</inkml:trace>
  <inkml:trace contextRef="#ctx0" brushRef="#br0" timeOffset="32673.458">22000 7509 33 0,'0'0'0'0</inkml:trace>
  <inkml:trace contextRef="#ctx0" brushRef="#br0" timeOffset="33105.843">21865 7292 1646 0,'0'0'746'0,"0"0"-64"0,0 0-109 0,60 73-204 15,-41-42-91-15,-5 5-21 0,-2-1 11 16,-1 3-4-16,-3 2-94 15,-4-3-69-15,0-1-53 0,-1-1-23 0,-3-10-25 0,3-3-4 16,-3-9-8-16,0-4-12 16,3-4-70-16,-2-5-55 0,2 0-38 15,2-5 34-15,3-7 15 0,6-5 30 0,1-8-7 16,7-2-15-16,0-8-16 0,2 1-93 16,0 0 31-16,2 5 56 0,-1 3 102 15,-3 6 50-15,-2 7 85 0,-2 7 76 16,-5 6 44-16,0 0 14 0,-3 11-1 0,-2 1 2 15,-1 7-30-15,-3 4-37 0,0 1 15 16,-1 2-30-16,-1 1-44 0,-1-2-27 16,-1-4-37-16,0-4-30 0,0-1-21 0,0-7-86 15,0-1-51-15,0-5-31 0,0-3-10 16,1 0-32-16,5-7-198 16,-1-1-364-16,7-15-1090 0</inkml:trace>
  <inkml:trace contextRef="#ctx0" brushRef="#br0" timeOffset="33364.739">22603 7547 2673 0,'0'0'1267'0,"0"0"-1056"0,0 0-64 15,11 77 113-15,-6-62 90 0,3-4-14 16,1-4-126-16,2-4-110 0,7-3-100 16,2-7-26-16,1-8-53 0,5-5-85 15,0-8-16-15,0-3-46 0,-2 0-73 0,-3 2-54 16,-2 4 33-16,-9 5 115 0,-4 2 177 0,-6 4 28 15,-2 2 98-15,-10 3 56 0,-3 1 35 16,-3 4-43 0,-2 3-46-16,3 1-17 0,0 6 19 0,2 6 9 15,1 2-15-15,1 4-29 0,1 0-67 0,5 0-6 16,1-2-52-16,3-3-105 16,0-3-116-16,3-2-289 0,0-1-931 0</inkml:trace>
  <inkml:trace contextRef="#ctx0" brushRef="#br0" timeOffset="33630.771">22999 7361 1395 0,'0'0'416'0,"0"0"1104"0,0 0-1076 15,0 0-164-15,37 83-33 16,-34-52 50-16,-1 4-2 0,-2 0 10 16,1-2-134-16,2-5-107 0,2-6-64 0,1-7-13 15,0-4-53-15,3-5-32 0,1-5 4 16,4-1-4-16,5-5 10 0,1-9-4 15,2-4-6-15,2-6 15 0,-2 0 2 16,1-3 32-16,0 0 28 0,0 2 21 0,-2 2-2 16,-3 3-10-16,-2 4-13 0,-3 9 25 15,-4 4 22-15,-3 3 58 16,2 4-3-16,-4 8-21 0,1 3-56 16,-1 1-16-16,-2 6-45 0,-2-2-32 15,0 3 4-15,0 3-23 0,0-2-250 0,0-3-664 16,0 6-1206-16</inkml:trace>
  <inkml:trace contextRef="#ctx0" brushRef="#br0" timeOffset="34132.748">24332 7469 942 0,'0'0'2620'0,"0"0"-2163"0,0 0-356 0,0 0-100 15,0 0 15-15,0 0 130 0,0 0 130 16,0 0-55-16,0 0-31 0,0 0-18 16,-81 53-17-16,68-8-3 0,2 4 15 15,-1-4-7-15,7-5-75 0,0-12-58 0,5-8-25 16,0-12-2-16,0-4-30 16,6-4-16-16,4-5-20 0,7-8-10 0,3-10 6 15,4-4-81-15,2-6-10 0,-1-2-46 16,3 0-97-16,-1 2-63 15,0 8-58-15,-1 3-70 0,-2 9 61 0,-1 8 232 16,-3 6 202-16,-4 15 273 0,-2 8 173 16,-4 7 52-16,0 5-100 0,-3 3-65 15,-2 0-54-15,-2-4-60 0,0-4-22 16,1-5-72-16,0-8-80 0,6-7-45 16,2-9-9-16,2-3-106 0,6-13-28 15,5-9-42-15,1-13-38 0,2-7-284 0,-6 8-794 16,17-28-1110-16</inkml:trace>
  <inkml:trace contextRef="#ctx0" brushRef="#br0" timeOffset="34471.772">25162 6623 1497 0,'0'0'2341'0,"-6"88"-1741"16,3-36-120-16,0 14-125 0,-5 12-91 0,-1 3-58 15,-2 5-55-15,-4-1-82 0,2-4-67 16,2-10-2 0,4-7-18-16,2-12-9 0,5-12 3 0,0-10 6 0,8-6 0 15,1-9-28-15,5-4-35 16,3-4 20-16,0-4-12 0,3-1-30 16,2-1 3-16,-3 0 12 0,1 1 3 15,-3 2-25-15,-3 4-24 0,0 3-10 0,-2 3 8 16,-6 5 81-16,-1 5 55 0,-2 1 28 15,-3 0 24-15,0 1 19 0,-6-2 21 16,0 0 27-16,-3-5-18 0,2-4-40 16,1-3-18-16,0-4-43 0,-1-5-34 15,0-3-73-15,1-3-12 0,1-7-46 16,0-4-128-16,5-5-655 0,0 2-393 16,3-17-863-16</inkml:trace>
  <inkml:trace contextRef="#ctx0" brushRef="#br0" timeOffset="34796.508">25612 7502 157 0,'0'0'3811'16,"0"0"-2795"-16,0 0-742 0,-7 73-119 0,7-60-30 16,0-2 44-16,0-7-5 0,4-1-74 15,7-3-90-15,5 0-27 0,9-6-27 16,5-4-16-16,5-6-63 0,3-5-40 15,-3-1-21-15,-3-2-31 0,-4 3-66 16,-6 1-120-16,-5-2-155 0,-6 5-34 0,-10 0 84 16,-1 3 44-16,-9 0 209 0,-8 10 263 0,-2 4 97 15,-7 4 205 1,1 11 124-16,-3 7-41 0,2 3-38 0,1 5-31 16,3 2-27-16,2 2-24 0,1 1-15 15,0-3-66-15,4 3-49 0,3-5-25 0,4-6-49 16,5-4-61-16,3-4-54 15,8-4-63-15,9-2-42 0,6-6-29 0,10-1-72 16,-7-3-181-16,22-5-910 0</inkml:trace>
  <inkml:trace contextRef="#ctx0" brushRef="#br0" timeOffset="35163.09">26244 6673 706 0,'0'0'2121'16,"0"0"-1720"-16,0 0-140 0,0 0-71 0,20 71 34 16,-20-24 121-16,0 16 17 0,-7 14-15 15,-4 14-51-15,-1 6-41 0,0 5-64 16,-2-5-67-16,6-5-42 16,-1-10-58-16,0-7-24 0,5-12-18 15,0-9-55-15,2-11-8 0,2-12-4 0,0-7-24 16,8-9-52-16,0-7-73 0,5-7-38 15,0-1-249-15,0-5-596 0,7-15-875 0</inkml:trace>
  <inkml:trace contextRef="#ctx0" brushRef="#br0" timeOffset="35325.429">26567 7563 2240 0,'0'0'1719'0,"0"0"-1433"16,-5 71-199-16,-1-45 18 0,-2 5 185 15,1-4 127-15,1-6-113 0,-1-4-225 0,5-10-79 16,2-2-128-16,0-5-15 16,0 0-6-16,0-8-4 0,0-6-142 0,2-5-330 0,0 0-718 15,-1-12-738-15</inkml:trace>
  <inkml:trace contextRef="#ctx0" brushRef="#br0" timeOffset="35466.475">26405 7253 1562 0,'0'0'1785'0,"0"0"-1313"0,0 0-201 16,0 0-22-16,0 0 51 0,86-12-51 16,-46 11-32-16,6-1-98 0,2-1-119 15,-1 0-3-15,-5-1-125 0,0 4-135 16,-7-4-216-16,-10 2-855 0,9-1-1454 0</inkml:trace>
  <inkml:trace contextRef="#ctx0" brushRef="#br0" timeOffset="35879.144">26999 7413 1949 0,'0'0'2010'0,"0"0"-1408"0,-56 69-270 0,35-41-115 15,-1 4 48 1,6-3-19-16,5-6-35 0,4-6-84 0,5-4-127 16,2-6-15-16,2-3-36 0,7-4-16 15,5 0-11-15,6-5-13 0,4-7-18 16,2-2-46-16,3-5-6 0,1-3-50 15,-1 0-55-15,1 2 19 0,-2-2-1 0,-4 4 16 16,-2 4 22-16,-5 3 87 0,-7 6 123 16,-1 5 9-16,-6 3 187 0,-3 9 96 0,0 1-10 15,-2 5-29-15,-2 2-60 0,-4-1-33 16,3-2 7-16,2-1-6 0,3-4-57 16,0-3-32-16,8-4-2 15,4-1-70-15,4-4-46 0,6-5-99 16,5-6-1-16,8-1-6 0,2-2 39 15,3-3 12-15,-1 1-25 0,0 1 4 0,-2 3 63 16,-4 1 59-16,-2 10 73 0,-3 1 31 16,-5 5 1-16,-5 8 81 0,-3 5 30 15,-6 5-33-15,-2 2-56 0,-5 6-55 0,-2 0-20 16,0 1 2-16,-9 1-2 0,-2-4-37 16,-2 0-15-16,-7-1-230 15,-6-1-168-15,6-7-236 0,-19 10-1546 0</inkml:trace>
  <inkml:trace contextRef="#ctx0" brushRef="#br0" timeOffset="37013.945">1442 11022 1747 0,'0'0'1302'15,"0"0"-707"-15,0 0-104 0,127 0-232 16,-56-7-83-16,15 1 89 0,14-3-88 0,6 2-61 16,2 0-58-16,3 2-36 0,-4 2-1 15,1 3-18-15,-1 0-3 0,-2 0-13 0,-3 3-12 16,-4-2-5-16,-6-1-46 16,-5 0-77-16,-12 0-28 0,-6-3-4 15,-10-2-103-15,-11-1-224 0,-15 0-647 16,-10 0-786-16</inkml:trace>
  <inkml:trace contextRef="#ctx0" brushRef="#br0" timeOffset="37230.818">1856 11270 1876 0,'0'0'1026'0,"0"0"-642"0,0 0-120 0,-72 76-99 0,72-62-42 16,20-2 59-16,19-1 59 0,18 0 38 15,18-4 17-15,18 0-55 0,8-7-36 16,6 0-63-16,-1-7-69 0,-1-4-67 16,-10-3-6-16,-7-2-36 0,-10-1-70 15,-12-1-53-15,-8 5-54 0,-14-3-29 16,-9 2-141-16,-11 1-231 16,-9 2-459-16,-11-7-685 0</inkml:trace>
  <inkml:trace contextRef="#ctx0" brushRef="#br0" timeOffset="37513.793">2507 10515 1820 0,'0'0'1106'0,"0"0"-589"0,98 4-121 0,-55 7-85 15,11 2-16-15,2 5-17 0,-4 3-48 16,4 0-71-16,-4 2-77 0,-3 2-30 15,0 0-52-15,-3 4 0 0,-4 0-27 16,-5 6-49-16,-7 3 24 0,-5 4-9 16,-9 3 12-16,-5 4 9 0,-9 2 15 15,-2 8 25-15,-16 2 0 0,-4 6 0 16,-9 3-12-16,-7 7-9 0,-3 1 5 16,-3-1 13-16,-4-1 0 0,-3-1-70 15,2-2 5-15,2-11 10 0,5-5 2 16,8-13-18-16,7-11-84 0,10-12-255 15,3-12-974-15</inkml:trace>
  <inkml:trace contextRef="#ctx0" brushRef="#br0" timeOffset="38676.943">4826 10699 408 0,'0'0'1261'0,"0"0"-108"0,0 0-938 16,0 0-190-16,0 0-24 0,0 0 100 16,0 0 106-16,0 0 35 0,3 77 41 0,3-28-28 15,5 10-71-15,2 13-54 0,3 12-16 16,0 7 43-16,-3 6 9 16,0 7-50-16,-6 1-58 0,-3-2-42 15,-2 0-15-15,-2-9-1 0,0-9-27 16,0-11 15-16,0-14-9 0,0-13-31 15,0-11-49-15,0-11-53 0,1-11-65 0,1-5-44 16,-1-9-120-16,1 0-111 0,-2-10-163 16,0-21-747-16</inkml:trace>
  <inkml:trace contextRef="#ctx0" brushRef="#br0" timeOffset="38918.826">4911 10783 1425 0,'0'0'1758'0,"0"0"-1500"0,0 0-204 16,87-21 29-16,-56 18 87 0,0 3 82 16,-1 0-42-16,-3 5-39 0,-1 2-44 15,-3 2-71-15,-3 1-44 0,-2 6-12 16,-7 0 0-16,-2 6 16 0,-8 4 5 16,-1 5 4-16,-4 2-4 0,-12 7 4 15,-4-2 1-15,-2 3-26 0,-5-1-65 16,-2-7-52-16,2-2-19 0,2-10-48 15,6-6-86-15,1-11-153 0,6-4-199 16,4-4-598-16,6-21-161 0</inkml:trace>
  <inkml:trace contextRef="#ctx0" brushRef="#br0" timeOffset="39197.586">5417 10889 1596 0,'0'0'1851'0,"0"0"-1387"0,7 78-237 16,-7-45-10-16,0 8 93 0,-4-4 18 15,-1-3-54-15,1-9-131 16,1-9-112-16,3-8-31 0,0-7-52 16,7-1-76-16,5-6-21 0,8-10 76 15,3-6-10-15,3-9-67 0,0-8-65 16,-1 0-64-16,-4-2-100 0,-3 4 13 0,-3 2 61 16,-6 7 155-16,-3 3 76 0,-6 8 74 15,0 5 47-15,-9 5 20 0,-7 7 118 0,-4 0 95 16,-3 5-154-16,2 8-28 0,-1 5-1 15,0 7-12-15,4 3-6 0,1 1-20 16,6-3-9-16,1-1-50 16,6-7-29-16,4-6-191 0,0-8-180 15,0-4-598-15,7-14-913 0</inkml:trace>
  <inkml:trace contextRef="#ctx0" brushRef="#br0" timeOffset="39725.681">5891 10171 3037 0,'0'0'564'0,"0"0"-346"16,-1 105-171-16,-4-49 75 0,-2 13 229 0,0 4 84 15,-2 0-58 1,1 0-179-16,0 0-101 0,2-4-85 0,1-6-12 16,2-3-37-16,3-6-96 0,0-11-38 15,3-7-21-15,5-13 14 0,3-9 2 0,4-9-16 16,4-5 6-16,4-12-217 0,2-7-91 15,0-1 36-15,2-3 3 0,-1 6 154 16,-1 5 199-16,1 12 102 0,-3 5 162 16,-4 9 84-16,1 13-7 0,-5 3 167 15,-2 4 50-15,-5 5-74 0,0-1-74 0,-1 0-56 16,-3 0-36-16,-1-3-25 16,1-4-29-16,-1-5-49 0,3-10-52 15,0-4-24-15,4-7-37 0,0-3-32 16,6-1-32-16,3-1-15 0,5 0 18 0,8 3 18 15,-2 1 3-15,5 5-83 0,-1 3-18 16,-1 9 60-16,1 7 29 0,-4 4 20 0,-4 4 32 16,-3 3 43-16,-3 0 25 0,-6 2 65 15,-3 0-66-15,-6 3 16 16,-2 2 24-16,-3-2-67 0,-10 6-25 0,-6 0 25 16,-7-1-12-16,-3-2-25 0,-4-4 0 15,0-5 0-15,-1-9 12 0,4-8-13 16,2-10 10-16,4-8 16 0,4-6 11 15,2-15-23-15,5-8-16 16,3-11-10-16,7-9-54 0,7-8-18 0,10-1-10 16,8-6-3-16,6 0-3 0,8-1 0 15,7 0-26-15,5-5-30 0,5 2-105 16,3 0-200-16,-14 16-522 0,21-14-788 0</inkml:trace>
  <inkml:trace contextRef="#ctx0" brushRef="#br0" timeOffset="40665.765">7655 10874 1049 0,'0'0'390'16,"0"0"946"-16,0 0-900 0,0 0-51 0,0 0-89 0,0 0 3 16,0 0-42-16,76 16-74 0,-48-28-73 15,-1-2-57-15,0-7-53 0,-1-3-22 16,-2 0-45-16,-4-3-20 0,-2 0-33 16,-3 0-7-16,-5 3 12 15,-2 2-7-15,-3 4 15 0,-4 4 19 0,-1 4 66 16,-4 4-3-16,-9 5-31 0,-3 1 37 15,-5 0-29-15,-4 7 30 0,-2 8 1 16,-2 6 17-16,3 4 22 0,-3 7-6 16,4 6 15-16,3 5 41 0,2 6 32 0,2 1 4 15,4 2 29-15,2 3-28 0,6-4 5 16,2-4-30-16,4-7-19 16,1-11-22-16,10-9-25 0,6-6-5 15,5-7 5-15,5-6-18 0,5-1-24 0,2-11-47 16,2-4-59-16,0-6-56 0,-1 0-87 15,-1-3-171-15,-9 7-355 0,11-13-798 0</inkml:trace>
  <inkml:trace contextRef="#ctx0" brushRef="#br0" timeOffset="41080.897">8446 10728 1387 0,'0'0'1539'0,"0"0"-1232"15,0 0-249-15,0 0-7 0,0 0 111 0,0 0 119 0,0 0-70 16,0 0-94-16,-79 0-116 0,66-4-1 16,1 1-11-16,0 1 11 0,0 2 28 15,-1 7 19-15,0 8-28 0,1 9 3 16,-2 6 34-16,2 7 31 0,2 3 52 16,2 0-25-16,1-2-6 0,4-6-28 15,1-8-28-15,2-6-39 0,0-6-13 16,5-7-49-16,7-5-21 0,0 0 39 15,8-7-34-15,2-6-6 0,2-8-6 0,2-4-25 16,-1 0-19-16,-2-4-4 0,-1 4 2 16,-1 1 39-16,-1 6 21 0,-4 4 38 0,-2 6 0 15,-3 6 24-15,-3 2 1 16,0 5 91-16,-2 9 9 16,0 7-8-16,2 6 4 0,-3 7-36 15,4 4-39-15,-2 7 17 0,3 5-20 0,-1 4 26 16,2 1 27-16,0 9 6 0,-1 2 25 15,0 3 12-15,-3 2-10 0,0-3-21 0,-1-4-31 16,1-3-32-16,-3-8-20 0,1-9-12 16,-1-4-58-16,2-7-71 0,-2-9-84 15,3-5-82-15,-2-7-347 0,-1-7-988 16</inkml:trace>
  <inkml:trace contextRef="#ctx0" brushRef="#br0" timeOffset="41234.059">9031 11497 1144 0,'0'0'2952'0,"0"0"-2486"0,0 0-372 15,0 0-94-15,0 0-52 0,0 0-90 16,0 0-150 0,0 0-731-16,0 0-2036 0</inkml:trace>
  <inkml:trace contextRef="#ctx0" brushRef="#br0" timeOffset="42014.731">11313 10943 1467 0,'0'0'16'0,"0"0"1111"0,0 0-805 15,0 0 40-15,0 0-79 16,0 0-15-16,0 0-32 0,0 0-36 0,0 0-51 16,0 0-50-16,0 0-34 0,0 0-22 15,46-69-22-15,-29 44-20 0,2-5-1 16,2 0-13-16,0 0 10 0,2 0-12 16,-2 4-16-16,-2 5 15 0,0 2 15 15,-2 7-14-15,-3 0 12 0,-2 5-13 16,-1 6 13-16,-3 1-8 0,-1 0 11 0,4 7 22 15,-1 6 5-15,4 6 1 0,1 7-3 16,1 6-22-16,4 5 0 0,-3 5 9 16,2 2 10-16,0 5-7 0,0 0 7 15,-2 1-4-15,-1-3-6 16,-3 0-12-16,-1-5 0 0,0-5 0 0,-3-5-3 16,1-5-24-16,-1-8-1 0,-4-5-34 15,1-8-49-15,-1-5-47 0,-2-1-72 16,0-9-107-16,-2-2-314 0,3-20-1059 0</inkml:trace>
  <inkml:trace contextRef="#ctx0" brushRef="#br0" timeOffset="42258.273">11944 10641 411 0,'0'0'2530'0,"0"0"-1892"16,0 0-439-16,0 0-158 0,0 0-22 0,-82 85 103 15,64-62 83-15,1 3-44 0,-3 0-92 0,1 4-29 16,-2 0-6-16,-2 5 3 0,-1 1-24 16,-5 2 2-16,-1 4-15 0,-4 5-11 15,-4-3 11-15,2 0-2 0,-1-1-11 16,2-5 10-16,3-4-59 16,8-9-59-16,4-7-3 0,7-6-49 15,3-7-56-15,3-5-132 0,2 0-298 0,5-10-775 0</inkml:trace>
  <inkml:trace contextRef="#ctx0" brushRef="#br0" timeOffset="43247.164">12216 10146 1330 0,'0'0'215'0,"0"0"957"15,0 0-774-15,0 0-98 0,0 0-34 16,0 0 17-16,0 0-53 0,0 0-59 15,0 0 30-15,69 66-87 0,-67-34-28 0,-2 0-43 16,0-1-41-16,0-1-2 0,0-5-15 0,0-6-4 16,0-5 4-16,0-5-16 0,0-4 1 15,0-4-29-15,0-1-24 0,4 0-16 16,2-6 21-16,7-5 38 16,-2-8-28-16,5-5-38 0,-1-2 12 0,0-2-4 15,-3 2 20-15,1 3 18 16,1 2 31-16,-3 6 7 0,1 3 3 0,-3 1 17 15,1 8 2-15,-2 0 45 0,-2 3 44 16,3 5 30-16,-3 7-46 0,0 1-36 16,2 6 19-16,-2 3-9 0,0 4 6 0,-2 2 6 15,-1 1-6-15,0 2-19 0,0-1-34 16,-1 1-3-16,0 0-84 16,-2-3-175-16,0 1-163 0,2-10-632 0,-2 5-807 0</inkml:trace>
  <inkml:trace contextRef="#ctx0" brushRef="#br0" timeOffset="43981.736">12699 11043 1349 0,'0'0'23'0,"0"0"1045"0,0 0-739 0,0 0-27 0,0 0-49 15,0 0 36-15,0 0-21 0,0 0-38 16,0 0-50-16,0 0-43 0,26 0-26 15,-13 0-15-15,4 0 2 0,3 0-6 16,3 0-27-16,2 2-22 0,2 0-19 16,2 2-10-16,-1-2-14 0,0 0-12 0,-2 0 0 15,0-2-6-15,1 0-31 0,-5-4-96 16,3-4-67-16,-2-3-74 16,-6-1-194-16,-3 2-563 0,-6-3-698 0</inkml:trace>
  <inkml:trace contextRef="#ctx0" brushRef="#br0" timeOffset="44223.966">12896 10859 1782 0,'0'0'36'0,"0"0"489"0,0 0-260 0,0 0-107 16,0 0 28-16,0 0 71 0,0 0 1 15,0 0-24-15,0 0-61 0,9 66-75 16,-2-38-39-16,2 6-14 0,-2 3-1 16,2 3-10-16,-3 3-32 0,-2 0-2 0,0 4-28 15,-1-4-28-15,-2-1-121 0,-1 0-78 16,0-4-152-16,0-10-300 0,0 8-843 0</inkml:trace>
  <inkml:trace contextRef="#ctx0" brushRef="#br0" timeOffset="45447.118">14068 10868 1493 0,'0'0'16'0,"0"0"1092"0,0 0-767 0,0 0-47 16,0 0-99-16,-27-69-56 0,16 57-44 16,2 1 0-16,0 2-4 15,0 6 6-15,-1-1-8 0,2 4-1 0,-3 5-51 0,-4 11-36 16,0 9 18 0,-2 9 37-16,1 10 46 0,-3 6 78 15,3 5-41-15,1 0-25 0,1-4-25 0,0-4-28 16,4-9-31-16,4-9-11 0,3-10-10 15,3-5-9-15,0-9-31 0,2-2-57 0,5-3-29 16,8 0 74-16,3-10-16 0,4-2 29 16,1-8-29-16,0-4-40 0,1-4 12 15,-1-2-18-15,-4 0 21 16,1 3 9-16,-5 2 15 0,-2 3 27 16,-2 3 33-16,-5 7 19 0,1 3 4 0,-2 6 8 15,-1 3-9-15,2 5 0 0,3 8 158 16,0 7-87-16,2 4-9 0,-1 6-59 0,1 3 21 15,-1 2 3-15,2-1 1 16,2 0 2-16,1-6-52 0,3-5-12 16,-2-5-44-16,4-3-67 0,3-5-44 0,0-4-92 0,-5-1-315 15,11-5-726-15</inkml:trace>
  <inkml:trace contextRef="#ctx0" brushRef="#br0" timeOffset="46480.96">14421 11221 320 0,'0'0'557'0,"0"0"-394"16,0 0-91-16,0 0-10 0,0 0 39 15,0 0 494-15,0 0-148 0,0 0-133 0,0 0-89 16,0 0 13-16,16-29-5 0,-16 29 27 16,0 0-17-16,0 0-54 0,1 0-54 15,-1 1-26-15,3 3 15 0,2 6 74 16,1 1-4-16,2 5-22 0,-2 3-43 16,0 4-38-16,-2 2-27 0,0-1-18 0,-2 4-19 15,-1-3-15-15,1 0-12 0,-2-3-2 16,0-5-16-16,0-3 15 15,0-6-15-15,0-1-1 0,0-3-26 0,0-3-19 16,0-1-31-16,1 0-24 0,-1 0-13 16,3-3 0-16,1-2 27 0,3-6 6 15,1-2 15-15,3-5-27 0,1-2-2 16,-1-3-22-16,1 0-66 0,-2 6 59 16,-1-2 95-16,-1 7 35 0,1 3 12 15,-5 3 67-15,3 3 24 0,-4 3 16 16,2 0 15-16,2 3 14 0,-3 5-11 15,0 2-14-15,2 6 1 0,-1 0-7 0,-1 2-47 16,0 1-2-16,-1 0-13 0,-2-1-6 16,1-2-20-16,-2-4-17 15,0 0-15-15,0-5-44 0,0 0-58 16,0-4-43-16,0-3-51 0,1 0-97 16,1-2-229-16,-1-5-728 0,2-8-707 0</inkml:trace>
  <inkml:trace contextRef="#ctx0" brushRef="#br0" timeOffset="46638.62">14885 11281 1960 0,'0'0'1524'0,"0"0"-1161"0,0 0-190 16,0 0-19-16,0 0 116 16,0 0-4-16,0 0-97 0,0 0-169 0,0 0-3 15,79 25-86-15,-62-37-90 0,3-3-137 16,-5 1-362-16,6-11-995 0</inkml:trace>
  <inkml:trace contextRef="#ctx0" brushRef="#br0" timeOffset="46803.853">15185 11101 848 0,'0'0'2272'0,"0"0"-1896"0,0 0-170 15,0 0-42-15,4 86 103 0,-1-59 41 0,0-1-30 16,3 1-131-16,-2-1-88 0,2-2-39 15,-2-1-20-15,-1-1-25 0,-1-2-146 16,-2 1-113-16,0-3-178 0,0-6-680 16,1 2-838-16</inkml:trace>
  <inkml:trace contextRef="#ctx0" brushRef="#br0" timeOffset="47106.129">15571 10874 1994 0,'0'0'1771'0,"0"0"-1353"16,0 0-278-16,0 0-37 0,0 0-35 15,88 76 154-15,-57-52 51 0,-3 5-130 16,1-3-73-16,0 5-27 0,-2-2-9 0,-4 0-16 16,0-4-18-16,-5-2-1 0,0-4-17 15,-2-3-34-15,-1-3-82 0,-1-5-53 0,2-5-9 16,-2-3 8 0,6-4-123-16,-2-9-258 0,-2 1-555 0,5-16-658 15</inkml:trace>
  <inkml:trace contextRef="#ctx0" brushRef="#br0" timeOffset="47287.329">16138 10811 627 0,'0'0'2482'0,"0"0"-2103"0,0 0-211 16,-68 74-20-16,43-40 97 0,-2 2 80 16,-2 2-10-16,0 3-140 0,-1 1-113 15,0 0-45-15,0-4-17 0,-1 0-12 16,0 0-96-16,0-3-48 0,3-4-95 15,0-3-78-15,3-4-290 0,8-9-686 0,-4-4-651 16</inkml:trace>
  <inkml:trace contextRef="#ctx0" brushRef="#br0" timeOffset="47946.957">16475 10265 326 0,'0'0'1838'15,"0"0"-1327"-15,0 0-65 16,0 0-31-16,0 0-15 0,0 0-46 16,89 59-44-16,-79-33 9 0,-1 5-99 15,-5 2-73-15,0 0-59 0,-4-1-46 0,0-7-36 16,0-4-6-16,0-6-24 0,0-6-27 15,0-5-53-15,3-4-24 0,0 0-6 16,5-2 33-16,4-6 73 0,1-5-21 0,5-5-37 16,-2-2 0-16,2-4-1 0,-2 2 7 15,0 1 12-15,-3 1 24 16,-3 6 16-16,0 2 26 0,-3 4 2 16,-2 2 28-16,-2 3 47 0,0 3 14 15,0 0 1-15,-1 3 2 0,2 6 31 0,-1 3 21 16,0 5-15-16,-1 1-38 0,-1 1-24 15,-1 3-15-15,0-4-22 0,0-1-30 0,0-3-34 16,0-3-137-16,0-3-82 0,0-1-21 16,0-5-92-16,0-2-288 0,5 0-611 15,0-9-503-15</inkml:trace>
  <inkml:trace contextRef="#ctx0" brushRef="#br0" timeOffset="48080.382">17022 10410 779 0,'0'0'2709'15,"0"0"-2292"-15,0 0-237 0,87 12 28 16,-61-12 68-16,4 0 25 0,-2-9-83 16,0-5-136-16,4-6-82 0,0-4-131 15,-2-5-136-15,-3 0-181 0,-5 6-787 0,-2-9-1140 0</inkml:trace>
  <inkml:trace contextRef="#ctx0" brushRef="#br0" timeOffset="48239.679">17492 10113 2282 0,'0'0'1161'0,"0"0"-768"0,0 0-183 16,0 0-97-16,-6 93 59 0,3-64 177 15,1 5-18-15,-1 0-139 0,0 1-124 0,0 2-68 16,0 1-44-16,-3-1-151 16,-1 0-84-16,-3 1-107 0,3-10-390 15,-3 11-1250-15</inkml:trace>
  <inkml:trace contextRef="#ctx0" brushRef="#br0" timeOffset="48591.03">17543 10939 127 0,'0'0'594'0,"0"0"1586"15,0 0-1713-15,98 35-58 0,-58-20-139 16,5-3-47-16,-1-1-47 0,0-5-117 0,-3-5-45 16,-2-1-14-16,0-7-78 0,-3-11-40 15,3-2-109-15,-10-3-233 0,7-13-758 0</inkml:trace>
  <inkml:trace contextRef="#ctx0" brushRef="#br0" timeOffset="48756.464">17973 10757 1979 0,'0'0'1576'0,"0"0"-1327"0,-23 65-192 0,18-34-10 15,0 8 120-15,-2 1 175 0,3 4-39 16,0 2-125-16,1-4-114 0,0-3-37 16,3-5-27-16,0-5-113 15,1-8-158-15,9-7-60 0,0-7-269 0,15-7-784 16</inkml:trace>
  <inkml:trace contextRef="#ctx0" brushRef="#br0" timeOffset="48941.019">18766 11072 992 0,'0'0'2751'0,"0"0"-2361"0,0 0-268 15,0 0-122-15,0 0-100 0,0 0-32 16,93-7 7-16,-73-1-140 0,3-4-277 16,-4 3-565-16,9-3-877 0</inkml:trace>
  <inkml:trace contextRef="#ctx0" brushRef="#br0" timeOffset="49083.724">19426 11095 352 0,'0'0'3083'15,"0"0"-2593"-15,0 0-289 0,0 0-98 0,89 6-81 16,-67-6-10-16,1-5-12 0,0-1-188 16,0-2-215-16,1-1-109 0,-7 3-138 15,10-2-812-15</inkml:trace>
  <inkml:trace contextRef="#ctx0" brushRef="#br0" timeOffset="49191.9">20144 11071 2895 0,'0'0'1064'0,"0"0"-1032"0,0 0-32 0,0 0-243 16,0 0-134-16,89-2 208 0,-76 0 153 16,3 0-67-16,-4 1-602 0,6-3-513 15</inkml:trace>
  <inkml:trace contextRef="#ctx0" brushRef="#br0" timeOffset="49681.496">22250 10996 2767 0,'0'0'1306'16,"0"0"-812"-16,0 0-239 0,0 0-193 0,0 0-61 15,96 40 26-15,-63-35 28 0,3-3-15 16,2-4-40-16,5-10-19 0,7-7-24 15,2-5-9-15,0-6-62 0,2-5-76 16,-6-1-58-16,-4 0-143 0,-14 11-347 16,-1-12-804-16</inkml:trace>
  <inkml:trace contextRef="#ctx0" brushRef="#br0" timeOffset="49849.982">22583 10764 1623 0,'0'0'2072'0,"0"0"-1700"15,0 0-254-15,-19 76-116 0,19-45 79 0,0 2 164 16,0 6 131-16,2 0-119 0,6 3-99 16,1-4-61-16,3-4-39 0,1-2-58 15,2-6-49-15,-1-2-136 0,3-5-105 16,2-4-73-16,-3-4-579 0,13-2-810 16</inkml:trace>
  <inkml:trace contextRef="#ctx0" brushRef="#br0" timeOffset="50296.857">23581 10759 2134 0,'0'0'1275'16,"0"0"-835"-16,0 0-132 0,0 0-146 16,-89 5-53-16,75 7 30 0,0 7 76 15,-1 10-12-15,-1 3-90 0,-1 8-34 16,2 0-21-16,2-1-25 0,6-2-33 16,3-3-6-16,4-7-33 0,0-5-1 15,10-6 1-15,5-6 5 0,8-5-6 16,6-5-12-16,6 0 3 0,4-12 46 15,3-8-67-15,2-6-25 0,3-5-47 16,-3-1-21-16,-1-3-8 0,-2 4 41 16,-4 4 42-16,-7 4 15 0,-6 5 45 0,-6 6 28 15,-8 6 28-15,-1 4 42 0,-5 2 2 16,1 10 59-16,-5 7 58 0,0 6-1 16,0 4-53-16,0 5-34 0,0 4-30 0,-5 1-13 15,1-1 3-15,2-4 3 0,0-2-15 16,2-7-49-16,0-5-36 0,8-6-132 15,4-6-21-15,3-3 41 0,2-3-34 16,5-4-206-16,-7-4-787 0,12-11-1207 0</inkml:trace>
  <inkml:trace contextRef="#ctx0" brushRef="#br0" timeOffset="50532.002">24214 11207 2088 0,'0'0'1396'0,"0"0"-876"16,0 0-344-16,0 0-17 0,1 67 153 15,12-62 26-15,3-5-64 0,7-1-195 0,4-10-79 16,5-6-79-16,1-5 0 0,-2-2-58 16,-1 1-22-16,-3 0 24 0,-4 2 33 15,-7 3 13-15,-2 5-1 0,-11 2 31 16,-3 3 41-16,-3 2 18 16,-11 1 49-16,-3 4 26 0,-6 1-20 15,-3 0-18-15,-1 1-37 0,-4 7-14 0,2 4-33 0,-1-1-76 16,1 3-226-16,6-4-627 15,-7 2-829-15</inkml:trace>
  <inkml:trace contextRef="#ctx0" brushRef="#br0" timeOffset="51073.689">25277 10834 992 0,'0'0'2695'0,"0"0"-2089"0,0 0-361 16,0 0-131-16,0 0-28 0,0 0 37 15,0 0 113-15,92 55-123 0,-60-55-113 16,6 0-19-16,2-9-66 0,5-3-50 16,-5-2-55-16,-2-3-87 0,-8 4-216 15,-8 3-301-15,-12-3-728 0</inkml:trace>
  <inkml:trace contextRef="#ctx0" brushRef="#br0" timeOffset="51214.838">25305 11067 2050 0,'0'0'1282'0,"0"0"-675"0,0 0-331 0,0 0-92 0,-15 77 4 16,28-68 74-16,8-3-2 0,7-6-95 16,11 0-165-16,7-12-49 0,8-9-110 15,2-6-101-15,-11 4-268 0,19-13-907 0</inkml:trace>
  <inkml:trace contextRef="#ctx0" brushRef="#br0" timeOffset="51461.49">26098 11050 3026 0,'0'0'974'16,"0"0"-795"-16,0 0-95 0,0 69 102 15,11-51 209-15,2-8-62 0,6-1-156 16,3-4-177-16,6-5-9 0,3 0-7 16,4-11-51-16,1-2-9 0,0-5-9 0,0-2 2 15,-2-3-2-15,-6 2 8 0,-3 0 40 16,-8 2 37-16,-8 3 6 0,-6 1 47 15,-3 1-11-15,-12 2 26 0,-5 1 33 16,-9 1-101-16,-6 1-2 0,-2 1-26 0,-4 4-9 16,-3 4-15-16,-1 0-42 15,-2 3-72-15,-2 4-162 0,12-1-355 0,-21 6-692 0</inkml:trace>
  <inkml:trace contextRef="#ctx0" brushRef="#br0" timeOffset="52222.724">23905 10759 1045 0,'0'0'150'15,"0"0"7"-15,0 0 577 0,0 0-323 16,0 0-172-16,0 0-30 16,0 0 12-16,0 0-17 0,0 0-4 15,0 0-10-15,0 0-33 0,-81-42-18 0,76 38-11 16,2 1 12-16,0 2-9 0,0-1-36 15,0 0-33-15,-1 0-31 0,0 0-31 0,-1 0-26 16,-3-4-42-16,-1 4-30 0,0-2-8 16,-5 0-9-16,1 2-10 0,-4 2-20 15,-2 0-47 1,-3 1-83-16,-3 8-168 0,7-1-311 0,-18 12-616 0</inkml:trace>
  <inkml:trace contextRef="#ctx0" brushRef="#br0" timeOffset="52906.781">8153 12598 382 0,'0'0'3'0,"0"0"-3"0</inkml:trace>
  <inkml:trace contextRef="#ctx0" brushRef="#br0" timeOffset="53933.225">7315 12757 303 0,'0'0'2828'15,"0"0"-2386"-15,0 0-302 0,0 0-112 0,0 0 57 16,0 0 100-16,0 0 69 0,0 0-74 16,23 80-13-16,-9-28-22 0,1 14-47 0,2 12-27 15,-1 10 5-15,0 3 16 0,-5 5 21 16,-2-1-34-16,-2-4-46 16,-4-5-33-16,-2-7-3 0,-1-11-18 0,0-11-10 15,3-14 10-15,-3-14 6 16,3-11-16-16,0-10-36 0,0-8-58 0,1 0-25 15,5-10 0-15,1-9 76 0,2-5 0 0,2-8 18 16,-2-4-37-16,0-4-12 16,-2 0-4-16,1 4 53 0,-4 5 21 15,4 8 23-15,-2 7-16 0,1 9 0 16,3 7 28-16,3 1 70 0,1 12 61 16,2 7 18-16,0 7-34 0,-1 6-69 15,1 2-21-15,0-1 3 0,-2 1-7 0,-4-4 20 16,0-1-17-16,-1-8-21 0,-4-3-3 15,1-8-26-15,1-6-79 0,0-3-66 16,3-4-84-16,1-10-147 0,0-2-344 16,6-17-776-16</inkml:trace>
  <inkml:trace contextRef="#ctx0" brushRef="#br0" timeOffset="54250.054">8243 13469 1334 0,'0'0'1449'0,"0"0"-477"15,0 0-752-15,0 0-50 0,0 0 138 0,-59 68 0 16,42-43-26-16,1 4-81 0,0 1-76 16,4-2-40-16,5-4-31 0,0-4-23 0,4-8-15 15,2-3-16-15,1-7-12 0,0-2-25 16,3 0-48-16,5 0-33 16,1-4 45-16,2-3 15 0,4 1-27 0,-2-3-22 15,1-1 30-15,-4-1-9 0,0 1 0 16,2 1 9-16,-5 0 16 0,0 5 11 15,-1 1 13-15,0 3 37 0,2 0 31 16,0 2 93-16,0 6-11 0,2 0 10 0,0 4-19 16,1-2-28-16,1 5-33 0,-3-2-3 15,0 0-28-15,-2-2-12 16,3-3 0-16,-1-5-24 0,1-3-105 16,3 0-33-16,0-4 49 0,2-10-51 0,3-6-127 15,1-6-356-15,-6 5-681 0,10-17-894 0</inkml:trace>
  <inkml:trace contextRef="#ctx0" brushRef="#br0" timeOffset="54539.617">8776 13334 1550 0,'0'0'1752'0,"0"0"-1194"0,0 0-263 0,0 0 7 0,0 0 6 16,0 0-5 0,-32 87-68-16,18-55-83 0,3 0-58 0,0-2-40 15,0-4-29-15,7-5-25 0,-1-5-15 16,5-5-10-16,0-4-11 0,0-3-43 15,6-2-6-15,7-1 0 0,3-1 24 0,4 0 37 16,4 0 2-16,1 0 1 0,3 0 3 0,0 0-7 16,4 2 22-16,0 4 0 15,-2 4 3-15,0 0 36 0,-7 0 28 16,-1 2-37-16,-5 1 13 0,-4 2 12 16,-3 1-52-16,-5 3-25 0,-4 0-5 15,-1 0-10-15,-9 2-15 0,-4 0-33 16,-7-3 2-16,-3-2-5 0,-4-2-57 0,-3-5-120 15,-2-2-268-15,6-3-768 0,-15-4-1177 16</inkml:trace>
  <inkml:trace contextRef="#ctx0" brushRef="#br0" timeOffset="55192.566">10934 13603 1797 0,'0'0'1323'0,"0"0"-928"15,0 0-195-15,0 0 4 0,0 0 95 16,48 90-42-16,-36-56-38 16,-2 5-47-16,0-2-68 0,-3 1-45 0,1-5-41 15,-1-5-18-15,1-8-15 0,-2-8-7 16,0-2-54-16,0-8-28 0,0-2 5 15,5-1 44-15,1-8 33 0,3-8 4 0,1-5-13 16,3-6-12-16,-1-5-37 0,0-2-10 16,2 0-7-16,-1 4 41 0,1 5 16 15,-1 6 12-15,1 7 6 16,-1 8 22-16,0 5 59 0,-1 6 69 16,-2 11 36-16,0 5 3 0,-1 9-20 0,-1 0-33 15,-4 2-35-15,-3-1 10 0,0-3-4 16,-2-3 7-16,-1-3-50 0,-3-8-42 15,2-3-15-15,-3-7-64 0,3-1-110 16,-1-4-56-16,2-10-11 0,3-8-70 16,0-8-316-16,-1 5-555 0,0-25-629 0</inkml:trace>
  <inkml:trace contextRef="#ctx0" brushRef="#br0" timeOffset="55428.066">11663 13619 1873 0,'0'0'1907'0,"0"0"-1520"0,28 92-266 16,-17-56-15-16,2 6 153 0,-2-6 112 15,-1-6-50-15,1-7-115 0,1-8-109 16,0-9-67-16,4-6-30 0,1-2-42 16,3-13 5-16,2-6 13 0,-2-6-12 15,0-6-31-15,-4-2-64 0,0-1 10 16,-6 1 32-16,0 5 31 0,-4 4 6 16,-5 3 0-16,-1 5 20 0,-3 7 32 15,-8 3 33-15,-4 3 29 0,-3 3 5 16,-1 2-28-16,-3 0-17 0,2 0-22 15,1 8-18-15,2 2-28 0,3 2-15 0,-2 4-25 16,6 2-98-16,1-1-242 0,2-2-637 16,1 6-880-16</inkml:trace>
  <inkml:trace contextRef="#ctx0" brushRef="#br0" timeOffset="55963.758">13284 13446 1903 0,'0'0'622'0,"0"0"-84"16,0 0-175-16,79 44-74 0,-50-20 16 16,1 5-2-16,-1 6-40 0,-2 5-38 0,-2 6-66 15,-2 2-27-15,-3 1-38 0,-2-2-30 16,-4-2-27-16,-4-4-19 0,-2-2 3 0,-3-10-8 16,-1-7-10-16,-2-4-1 0,-1-11-1 15,-1-2 2 1,0-5 33-16,2-2-9 0,-2-8-27 15,0-8 0-15,0-6-30 0,0-9 9 0,-2-7-7 0,2-6-8 16,0-4-16-16,2-2-33 16,4-2-43-16,2 0-40 0,4 2-23 0,2 5-53 15,6 6-139-15,2 9-242 0,-5 12-421 16,15 4-384-16</inkml:trace>
  <inkml:trace contextRef="#ctx0" brushRef="#br0" timeOffset="56330.619">14143 13598 2764 0,'0'0'1524'0,"0"0"-1171"0,0 0-239 16,0 0-74-16,0 0 30 0,0 0 126 15,0 0 2-15,0 0-136 0,-56 67-60 0,34-41-2 16,-1 4 43-16,0 4-7 0,4 2-8 16,1 0 2-16,0 1-12 15,7-4-5-15,2-3-13 0,2-5-21 16,4-8-3-16,3-3-4 0,0-7 13 15,10-3 3-15,5-2-15 0,5-2 24 0,4-1 0 16,3-8-31-16,1-5-30 0,2-5 28 16,-1-1-37-16,-3-2-25 0,-1-2 9 15,-4-1 16-15,-3 2 27 0,-3 0 21 0,-2 4 24 16,-5 6 0 0,-1 2 2-16,-3 8 0 0,-3-1 27 0,1 4 6 15,-1 0-1-15,1 0 16 0,1 7 22 16,3 5-1-16,3 5-3 0,0 5-3 0,3 1-34 15,-1 2-14-15,2-6-16 16,-1 0 0-16,1-7-28 0,0-4-109 0,4-5-55 16,0-3 54-16,3-11-7 0,3-5-136 0,3-10-337 15,-5 4-609-15,17-17-586 0</inkml:trace>
  <inkml:trace contextRef="#ctx0" brushRef="#br0" timeOffset="56734.565">14858 13532 1838 0,'0'0'1827'0,"0"0"-1433"16,0 0-200-16,-40 83 1 0,18-45 55 0,0 4 60 0,-2 0-35 16,4-1-81-16,2-3-67 0,3-5-39 15,4-4-55 1,5-5-33-16,2-4-19 0,2-6-2 0,2-3-12 16,0-1-13-16,2-5-23 0,7-2 2 15,1-2 28-15,6-1 2 0,-2-1-11 0,6-7-1 16,-1-8 15-16,4-3-8 0,0-7-34 0,5-8 15 15,0-7-22-15,1-7-21 16,4-6-71-16,-2-6-100 0,2-4-20 16,-3-4-4-16,-1-1 104 0,-3-3-14 0,-4 1-40 15,-4 2 54-15,-5 1 104 16,-1 6 91-16,-7 5 67 0,-2 12 14 16,-1 8 2-16,-1 13 48 0,-1 10 25 15,0 8 25-15,0 6 14 0,0 8 6 16,0 9 16-16,0 6-18 0,0 8-60 0,0 7-34 15,-3 6-4-15,-1 5 19 0,1 4 14 0,0 4 4 16,2 4-50-16,-2-2-48 0,2 3-40 16,1-1-1-16,-2-6-1 0,2-3-1 15,0-8-46-15,0-8-91 0,0-7-50 16,3-11 3-16,7-9-63 0,5-8-164 16,-3-1-355-16,17-16-649 0</inkml:trace>
  <inkml:trace contextRef="#ctx0" brushRef="#br0" timeOffset="56877.102">15528 13577 638 0,'0'0'798'0,"0"0"1446"0,0 0-1744 16,30 91-236-16,-27-57-78 0,2 0-14 0,-4 1 67 0,-1-3 20 15,0-1-98-15,0-7-109 0,0-8-52 16,-1-4-88-16,-2-8-106 0,0-4-50 16,-2-1-51-1,1-6-401-15,-6-11-875 0</inkml:trace>
  <inkml:trace contextRef="#ctx0" brushRef="#br0" timeOffset="57011.88">15530 13391 3380 0,'0'0'1031'16,"0"0"-802"-16,0 0-88 0,0 0-45 16,84-8-66-16,-61 5 41 0,-1-1-47 0,3-1-24 15,-1 2-190-15,2-1-53 0,1 4-120 16,-9 0-381-16,6 0-800 0</inkml:trace>
  <inkml:trace contextRef="#ctx0" brushRef="#br0" timeOffset="57663.748">16132 13693 1345 0,'0'0'2064'0,"0"0"-1479"16,0 0-378-16,27-88-207 0,-17 62-62 15,-2 3-46-15,-3 6 108 0,-2 8 60 16,-3 6 21-16,0 3 25 0,-5 5 15 15,-1 7 52-15,-2 10 33 0,-2 9-49 0,-1 9-41 16,1 6-15-16,-1 1-13 0,2 0-15 0,3-8-15 16,4-7-36-16,2-8-22 0,0-10-94 15,6-9-80-15,10-5 6 0,4-4 61 16,8-14 46-16,6-11-59 0,5-6-121 16,3-8-181-16,0-1-108 15,2 0-64-15,0 6 52 0,-4 4 172 16,-4 9 182-16,-7 8 188 0,-6 8 240 0,-6 9 152 15,-5 4 130-15,-4 13 63 0,-4 8-14 16,-4 6-121-16,0 6-139 0,-4 3-100 16,-1 1-10-16,-1-5 12 0,1-6-16 15,4-6-31-15,1-11-75 0,0-6-88 0,9-7-3 0,3-4-78 16,4-11 5 0,7-13 16-16,3-8-28 0,5-9-70 15,0-7-36-15,2-3 20 0,2-5-58 0,1-1-1 16,0-3-18-16,1-3-78 0,-5-2-55 15,0 1 102-15,-7 4 132 0,-4 7 147 16,-4 10 201-16,-6 13 58 0,-3 10 12 0,-1 9-52 16,-2 11-67-16,-4 4-55 0,3 8 17 15,-2 11 70-15,-2 6-52 0,0 9-58 16,0 9-34-16,-3 10 15 16,-1 6 27-16,-2 4 94 0,-1 10-63 15,-2-2-59-15,0 2-54 0,-5-3-3 0,2-3-63 16,-3-5-86-16,0-5-86 0,0-3-62 15,4-4-310-15,5-13-669 0,6 10-693 0</inkml:trace>
  <inkml:trace contextRef="#ctx0" brushRef="#br0" timeOffset="58045.996">18181 13634 470 0,'0'0'45'0,"0"0"1376"16,0 0-629-16,0 0-144 0,-79-3-136 16,56 17-151-16,-3 6-98 0,-1 6-47 0,3 6-59 15,1 3-72-15,5-2-14 16,6 1-13-16,8-7-9 0,4-5-16 0,11-5-33 15,12-5-85-15,10-3 5 0,5-3 10 16,11-3 9-16,2-2-1 0,5 1 29 16,-2 1 11-16,0 3 5 0,-5 2 16 15,-5 6 2-15,-8 3 10 0,-8 1 7 16,-9 3 16-16,-10 1 12 0,-7 0 0 0,-4 3-9 16,-16 1-22-16,-6 0-15 15,-7-5 0-15,-2-2-12 0,-2-4 12 16,5-8-15-16,4-4-68 0,7-3-77 15,7-13-99-15,9-7-188 0,3-9-261 0,6 3-465 16,18-21-604-16</inkml:trace>
  <inkml:trace contextRef="#ctx0" brushRef="#br0" timeOffset="58296.822">18907 13927 3955 0,'0'0'783'16,"0"0"-498"-16,11 78-135 0,-7-57-28 0,3-4 97 15,-1-7-32-15,4-9-187 0,4-2-30 16,5-13-79-16,9-9 21 0,3-6-24 16,4-6-47-16,1-6-36 0,1 0-62 0,-2-2-46 15,-6 5-45-15,-8 2-14 0,-8 2 16 16,-10 8-11-16,-6 2 145 16,-17 7 212-16,-7 9 212 0,-6 5 47 15,-3 3 36-15,-1 11-4 0,1 11-43 0,3 6-83 16,0 7-47-16,0 5-96 0,7 1-22 15,0-1-71-15,5-2-23 0,6-6-36 16,2-7-144-16,4-7-370 0,-2-2-1227 0</inkml:trace>
  <inkml:trace contextRef="#ctx0" brushRef="#br0" timeOffset="58664.019">19484 12789 995 0,'0'0'2355'16,"0"0"-1836"-16,14 98-242 0,-5-44-162 15,2 17-34-15,-5 4 46 0,-1 8 101 16,-4 0-52-16,-1 1-42 16,0 0-12-16,-1-4-12 0,-1-6-19 15,2-6-63-15,0-12-28 0,0-9-69 0,6-11-129 16,5-10 11-16,4-12 37 0,6-7 42 15,8-7-28-15,6-10-118 0,2-12-299 16,-8 3-547-16,19-22-453 0</inkml:trace>
  <inkml:trace contextRef="#ctx0" brushRef="#br0" timeOffset="58947.259">20033 13447 1778 0,'0'0'1646'0,"0"0"-867"15,0 0-336-15,-14 86-280 0,5-53-105 0,-2-1 22 16,0 1 64-16,3-7 81 0,-1-9-147 15,6-5-78-15,0-7-112 0,3-5-59 0,0 0-3 16,10-2 76-16,3-10 46 0,4-1 36 16,5-10-61-16,1-3-27 0,0 0-42 15,-2-1-46-15,-3 6 5 0,-6 7 29 0,-1 5 67 16,-5 5 50-16,-2 4 41 0,-4 7 60 16,0 11 150-16,0 5 9 15,-2 6-23-15,-4 2-66 0,1 0-32 16,-2-1 4-16,3 1 14 0,0-9-12 15,2-4-33-15,2-6-41 0,0-3-30 16,0-7-49-16,3-2-82 0,7-8-4 0,2-9 24 0,2-8-83 16,6-7-123-16,-4 3-443 0,9-16-864 0</inkml:trace>
  <inkml:trace contextRef="#ctx0" brushRef="#br0" timeOffset="59296.886">20714 13015 718 0,'0'0'2428'0,"0"0"-2027"0,5 97-230 16,-5-50-51-16,-3 12 125 0,-1 2 203 15,-5 0 34-15,3-1-92 0,-1-6-235 16,1-5-104-16,1-8-51 0,2-7-27 16,1-7-109-16,2-7-56 0,0-8 12 0,0-3 24 15,0-6 21-15,0-2-49 16,-4-1-101-16,-3-3-75 0,-7-5-66 0,-4-4-27 15,-8-4-669-15,-3 0 309 0,-4-2 288 16,1-1 392-16,-2 0 133 0,1-2 436 0,2 0 11 16,4 1 73-16,4 1-128 0,8 4 25 15,4 6-89-15,5 2-15 0,6 5-37 16,0 2-10-16,13 0-77 0,3 3-49 16,10 3 6-16,6 0 6 15,5 0-7-15,6-5-56 0,2-1-61 0,4 0-28 16,-1-6-33-16,1-5-41 0,-2-3-43 15,-2 0-72-15,-5-2-97 0,-4 1-248 0,-10 5-648 16,5-5-936-16</inkml:trace>
  <inkml:trace contextRef="#ctx0" brushRef="#br0" timeOffset="59455.982">21182 13598 741 0,'0'0'2906'0,"14"73"-2534"0,-3-37-299 0,1 4-61 16,1 7 29-16,1-4 121 0,-2-6 150 15,-1-8-275-15,-3-4-37 0,-2-8-151 16,-4-5-13-16,1-5-32 0,-3-5-34 16,0-2-82-16,-4-2-445 0,-11-18-964 0</inkml:trace>
  <inkml:trace contextRef="#ctx0" brushRef="#br0" timeOffset="59590.734">21024 13403 2684 0,'0'0'1348'0,"0"0"-1078"16,0 0-177-16,96 0-93 0,-60 0-16 16,0 0-6-16,-2 1-46 0,-3-1-103 0,-1 0-90 15,-1 0-103-15,-8 0-265 16,9-4-850-16</inkml:trace>
  <inkml:trace contextRef="#ctx0" brushRef="#br0" timeOffset="59976.957">21569 13633 320 0,'0'0'2561'0,"0"0"-1445"16,0 74-978-16,0-51-134 0,0 0 11 16,0-4-12-16,0-4 75 15,3-5 31-15,7-5-109 0,0-5-40 0,9 0-4 16,3-5-3-16,7-8-52 0,4-5-75 16,4-1-71-16,-1-2-56 0,-1-3-25 0,-4 3-73 15,-3-1 60-15,-7 3 226 0,-8 1 113 16,-7 7 81-16,-6 3 142 0,0 7 131 15,-10 1 34-15,-4 9 15 0,-1 2 45 16,-3 8-168-16,-1 2-144 0,-3 0-71 16,4 3 6-16,0-4 15 0,5 0-6 15,3-6-80-15,7-5-59 0,3-6-51 0,8 1-17 16,9-4 34-16,8-4 19 16,7-5 43-16,4-6-75 0,3 0-107 15,3-3-10-15,0-1 49 0,0-1 95 16,-2 5 79-16,2-1 35 0,-3 4 57 0,-5 6 68 15,-3 5 83-15,-7 1-22 16,-4 9-38-16,-4 7-4 0,1 1-40 0,-1 7-17 0,1-1 4 16,2 4 87-16,0-4-52 0,3 2-124 15,-3-2-37-15,-1-1-122 0,1-3-33 16,-5 1-22-16,-5 1-19 0,-7 1-162 16,-2-4-437-16,-14 10-1200 0</inkml:trace>
  <inkml:trace contextRef="#ctx0" brushRef="#br0" timeOffset="60846.236">8373 15389 398 0,'0'0'2256'0,"0"0"-1646"0,0 0-181 0,0 0-90 16,36 90-29-16,-26-50-35 0,1 9-44 0,-4 2-60 15,-1 3-67 1,-4-6-52-16,-1-8-23 0,-1-10-29 16,0-9-21-16,0-9-12 0,0-7-80 0,0-5-59 15,0-4 16-15,-1-6-66 0,-8-9-123 16,-1-9-394-16,-1 3-655 0,-9-25-586 0</inkml:trace>
  <inkml:trace contextRef="#ctx0" brushRef="#br0" timeOffset="60990.417">8191 15061 541 0,'0'0'1841'0,"0"0"-1053"15,0 0-251-15,0 0-184 16,0 0-134-16,0 0-114 0,85 64-105 0,-62-56-110 16,6-4-223-16,-7 0-287 0,12-2-927 15</inkml:trace>
  <inkml:trace contextRef="#ctx0" brushRef="#br0" timeOffset="61172.499">8716 15631 1011 0,'0'0'2336'16,"0"0"-1804"-16,0 0-366 0,0 0-18 15,0 0 91-15,96 9 26 0,-58-12-34 0,5-5-161 16,2-9-70-16,2-2-92 0,-1-6-3 0,-1-2-52 15,-5 0-88-15,-4-3-218 0,-10 7-544 16,2-13-715-16</inkml:trace>
  <inkml:trace contextRef="#ctx0" brushRef="#br0" timeOffset="61436.491">8979 15134 805 0,'0'0'440'0,"0"0"829"16,-26 99-619-16,23-52-129 0,3 10-142 16,3 7-102-16,8 3-48 0,3 6-81 15,3 2-77-15,0 5-47 0,-2 3-23 16,2-2-1-16,-4 1-1 0,-3-1 0 16,0-3-1-16,-1-2-44 0,-3-4-3 0,-2-5 3 15,-2-4-53-15,-1-5-12 0,-1-4-16 16,0-5 2-16,0-8 13 0,-3-4 51 15,-4-7 36-15,0-7-88 0,-1-7-120 0,-6-6-97 16,-2-6-28-16,-7-4-125 16,-4 0-42-16,1-7-109 0,-16-11-699 0</inkml:trace>
  <inkml:trace contextRef="#ctx0" brushRef="#br0" timeOffset="62048.458">11183 15704 385 0,'0'0'238'0,"0"0"39"0,0 0 889 0,0 0-565 16,0 0-39-16,0 0-117 16,94 23-71-16,-73 4-61 0,4 8-44 15,-5 9-14-15,0 6-44 0,-1 7-59 16,-6 0-51-16,-3 0-19 0,-2-6-25 16,-3-4-29-16,-2-11-25 0,0-7-3 15,-2-9-22-15,2-7-47 0,-2-7-38 0,-1-4-8 16,3-2-35-16,2-10 31 0,3-7 55 15,1-9 14-15,1-6-2 0,4-7 9 16,-2-3 25-16,0-2-31 0,0 1 8 0,-1 4 14 16,0 3-10-16,-1 5-13 15,-1 6 19-15,1 9 10 0,-2 6 21 0,0 8 14 16,0 2 23-16,5 6 77 16,-1 10-15-16,1 3-44 0,0 6-9 0,0 6-12 15,1 5-22-15,-1 2-9 0,-2 3 19 16,0 0-22-16,-4 1-71 0,-3-4-45 0,3-2-100 15,-2-3-237-15,-1-10-692 0,2-1-804 16</inkml:trace>
  <inkml:trace contextRef="#ctx0" brushRef="#br0" timeOffset="62463.355">12251 15841 2902 0,'0'0'1430'0,"0"0"-1059"0,0 0-371 15,0 0-13-15,0 0 13 0,0 0 31 16,105 65 104-16,-67-47-12 0,8-2-41 0,5-2 16 16,7-6 8-16,3-2-2 0,3-3-71 0,-2-3-18 15,-4 0-15-15,-2 0-1 0,-5-3-50 16,-11 2 11 0,-5 1-5-16,-11 1-7 0,-4 5-9 15,-11 6 9-15,-6 3 12 0,-3 4 16 0,-12 5 24 16,-8 6 11-16,-6 0 23 0,-4 2 27 15,-6 0 24-15,1 0-36 0,-5-1-7 0,-5 0-42 16,1-1-2-16,-5-1-31 0,-1-1-28 16,2-2-40-16,4 0-36 0,3-3-38 15,8-1-31-15,8-3-112 0,11-5-333 0,11-5-744 0</inkml:trace>
  <inkml:trace contextRef="#ctx0" brushRef="#br0" timeOffset="62656.182">12990 16209 1869 0,'0'0'1220'16,"0"0"-590"-16,0 0-309 15,0 0-152-15,-86 67 21 0,48-39 14 16,-2 2-44-16,-3 2-43 0,-1 4-53 0,0-1-12 16,-1 4 6-16,-2 0-24 0,-1 1-34 15,0-2 0-15,2 0-22 0,3-4-42 0,4-6-98 16,6-6-69-16,5-8-94 15,8-7-161-15,10-6-264 0,7-8-878 0</inkml:trace>
  <inkml:trace contextRef="#ctx0" brushRef="#br0" timeOffset="63213.923">14058 15538 2247 0,'0'0'1200'15,"0"0"-1051"-15,0 0-89 16,0 0-44-16,49 70 22 0,-48-24 125 16,-1 6 58-16,-10 10 6 0,-5 4-28 15,-1 2-2-15,1-4 30 0,1-5-68 0,5-7-40 16,1-7-52-16,5-8-54 0,3-8-13 15,0-7-58-15,4-5-15 0,7-4 6 16,1-4-16-16,5-2 1 0,1-1 48 0,5 0 33 16,0 0-10-16,-2 1 11 0,2 0 1 15,0 3 0-15,-4-2 0 0,1 3 1 16,-5 1 0-16,-4 1 20 0,-2-1 23 16,-6 4 13-16,-2 1-6 0,-1 1 0 0,-1 2-9 15,-8 3-25-15,-4 0 10 0,-3-1 20 16,0 0-5-16,-4-3 6 15,0-3-19-15,-2-4-15 0,-2-6-15 16,-3-5-42-16,-2-1-77 0,-3-10-30 16,0-8-1-16,1-8-22 0,2-9-3 0,3-5-119 15,6-10-379-15,7 11-617 0,6-33-585 0</inkml:trace>
  <inkml:trace contextRef="#ctx0" brushRef="#br0" timeOffset="63338.539">14270 15825 696 0,'0'0'2826'15,"0"0"-2130"-15,95-11-374 0,-58 6-180 16,5-3-16-16,-1-2 21 0,-1 2 67 0,-4-1-92 16,-3-2-100-16,0 2-22 0,0-4-128 15,-2 3-141-15,2 2-90 0,-9 1-318 16,9 6-743-16</inkml:trace>
  <inkml:trace contextRef="#ctx0" brushRef="#br0" timeOffset="63505.379">15535 16426 3409 0,'0'0'2070'0,"0"0"-2067"16,0 0-3-16,0 0-322 0,0 0-747 15,0 0-723-15,-14-77-342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37:03.46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13461 7306 1494 0,'0'0'1726'15,"0"0"-1183"-15,0 0-243 0,0 0-73 16,0 0-53-16,0 0 76 0,0 0-29 0,0 0-71 0,0 0-53 16,90-3 77-1,-25-5 20-15,11 1-61 0,3-1-51 0,0-1-61 16,-5 2-21-16,-3 2-57 0,-8 0 2 16,-4 0-9-16,-7-3-29 0,-5 0-29 15,-8 3-27-15,-5-6-46 16,-9 3-96-16,-7 2-344 0,-7 0-561 0,-11-3-786 15</inkml:trace>
  <inkml:trace contextRef="#ctx0" brushRef="#br0" timeOffset="194.897">13869 7315 1387 0,'0'0'95'0,"0"0"1404"0,-7 98-966 15,10-52-28-15,3 11-44 0,1 7-57 16,-3 5-74-16,-1 9-124 0,-3 0-114 15,-3 2-92-15,-7-4-10 0,-1-5-29 16,0-12-19-16,2-14-45 0,1-7 15 16,5-12-65-16,0-8-61 0,2-10-177 15,-3-3-285-15,1-5-584 0,-6-5-975 0</inkml:trace>
  <inkml:trace contextRef="#ctx0" brushRef="#br0" timeOffset="341.835">13884 7921 2827 0,'0'0'528'15,"0"0"-34"-15,0 0-108 16,92 15 38-16,-61-8-111 0,1-1-53 0,1 1-65 16,1-3-92-16,-3-3-73 0,1-1-30 15,-5 0-45-15,-2-1-116 0,-6-2-25 16,-5 2-43-16,-8 1-152 0,-6 1-369 0,0 5-589 16,-15 11-527-16</inkml:trace>
  <inkml:trace contextRef="#ctx0" brushRef="#br0" timeOffset="490.643">13947 8250 2827 0,'0'0'602'0,"0"0"-279"0,0 0-53 0,0 0 40 16,0 0-121-16,75 66-1 15,-33-60-22-15,5-4-41 0,10-2-27 16,2-4-98-16,4-10 0 0,3-4-178 16,-1-2-67-16,3-6-46 0,-1-3-124 0,1 1-304 15,-18 7-352-15,18-12-196 0</inkml:trace>
  <inkml:trace contextRef="#ctx0" brushRef="#br0" timeOffset="858.778">14973 7988 1281 0,'0'0'2177'16,"0"0"-1603"-16,0 0-193 0,-76 28-41 0,42-3-46 15,-3 8 26-15,1 4-29 0,3 6-73 16,4 0-31-16,9-5-55 0,6-5-92 0,9-10-40 16,5-10-67-16,0-2-23 0,9-8 15 15,5-3 32-15,5 0-23 0,6-8 2 16,3-6-17-16,3-7-13 0,3-1-9 15,-1-1-9-15,-1 0-16 0,0 6-3 16,-2 5 6-16,0 10 36 0,-1 2 37 16,-1 7 19-16,0 11 33 0,-2 7 33 15,0 6-8-15,1 6 9 0,-3 7 60 16,-1 0-45-16,-3 7-24 0,-6 2 48 0,-2 6 18 16,-8 4 18-16,-4 3-14 0,-6 1-26 15,-12-3-5-15,-7-3 18 0,-1-6 2 16,0-10-8-16,0-5-25 0,0-9-18 15,0-5-5-15,-1-8-4 0,1-6-12 0,-1-5-9 16,-2-7-3-16,-3-1-1 0,-4-15-51 16,-1-4 7-1,-4-6-15-15,0-4-28 0,0 1 9 0,4 0 7 0,2 4 2 16,2 0-9-16,-1 2-54 0,0 0-44 16,-3 3-89-16,-7 3-354 0,8 4-578 15,-35 1-1002-15</inkml:trace>
  <inkml:trace contextRef="#ctx0" brushRef="#br0" timeOffset="1083.478">13216 9003 2081 0,'0'0'1177'16,"0"0"-859"-16,0 0-176 0,0 0 19 16,0 0 178-16,94-27-26 0,-36 11-42 0,11-3-121 15,10-1-61-15,9 2 12 0,4 2 14 16,6 3-17-16,5 1-38 0,5 0-35 15,3 3-25-15,5 1-1 0,4 3-2 16,1 3-16-16,0 2 19 0,-3 0-12 0,-4 0-6 16,-6 0-12-16,-7 0-62 15,-6-4-39-15,-7-1-43 0,-6-3-71 0,-7-4-141 16,-7-2-311-16,-18 3-658 0,11-8-801 0</inkml:trace>
  <inkml:trace contextRef="#ctx0" brushRef="#br0" timeOffset="1790.907">18801 6928 1304 0,'0'0'407'15,"0"0"1044"-15,0 0-974 16,0 0-77-16,0 0-85 0,0 0-52 0,0 0-20 16,0 0-19-16,-1 82-48 0,9-33-21 15,-1 14-24-15,3 8-10 0,0 10-36 16,-1 3-10-16,-2 2-20 0,-1 3-49 16,-3 0-6-16,-1-1-12 0,-2-1-40 15,0-3-29-15,-2-5-19 0,1-7 0 0,-1-5 0 16,2-12 3-16,0-9-19 15,2-13-24-15,7-6-84 0,0-9-148 0,1-7-199 16,3-4-120-16,-4-6-361 16,4-6-562-16</inkml:trace>
  <inkml:trace contextRef="#ctx0" brushRef="#br0" timeOffset="2207.055">19958 7222 2009 0,'0'0'2482'0,"0"0"-2168"0,0 0-179 16,0 0-108-16,0 0-27 0,-101-13 74 16,68 21 60-16,-7 7 33 0,-4 9-88 15,-3 2-39-15,1 9-7 0,2 2-11 16,3 6-22-16,5-2-1 0,8 0 1 0,7-4 3 15,8-6 12-15,8-2 2 0,5-5-17 0,5 0-24 16,12-4-1-16,6 4 22 16,6-3 1-16,9 0 1 0,5 0-1 15,4-3 1-15,5-4-2 16,1 4-15-16,-3-6 3 0,-2 1-3 0,-4-1-1 16,-4 1-14-16,-6-1 9 0,-5 2 2 15,-7 0 10-15,-2 0 10 0,-6 3 2 0,-5-1 11 16,-6 2 17-16,-3 0-4 15,0 0-3-15,-9 3-2 0,-5 1 5 0,-5-1 0 16,-5 0-3-16,-7 1-8 0,-2-2-10 16,-4-2-3-16,-3-4-30 0,-1-4-31 15,2-2-42-15,2-6-58 0,5-2-53 0,7-4-62 16,3-8-198-16,7 1-324 16,2-13-774-16</inkml:trace>
  <inkml:trace contextRef="#ctx0" brushRef="#br0" timeOffset="2816.085">20537 7924 1193 0,'0'0'1368'0,"0"0"-604"16,0 0-466-16,0 0-131 0,0 0 78 0,0 0 37 16,0 0 6-16,88-8-91 15,-72 8-77-15,-2 0-35 0,-2 0-15 0,-2 0-39 16,-3 0-31-16,-2 2-11 0,-5 2 9 15,0 5 2-15,0 3 30 0,-10 6-5 16,-2 2-13-16,-2 3-12 16,-1 1 0-16,2-2-2 0,3-5-10 0,5-2-1 15,3-4-17-15,2 1-16 0,0 1-3 16,9 0 9-16,1 3 13 0,3 1 2 16,2 2 10-16,-1 5 15 0,1-1 1 0,-3 1 11 15,-3 2 7-15,0 0 63 16,-6 0 1-16,-3 0-13 0,-1 2-12 0,-9-4-25 15,-2-2-11-15,-1-1-22 0,-2-6-22 16,0-4-39-16,-1-5-30 16,3-6-37-16,-1-2-56 0,5-14-50 15,1-8-76-15,6-12-155 0,2 7-298 16,7-37-1149-16</inkml:trace>
  <inkml:trace contextRef="#ctx0" brushRef="#br0" timeOffset="3066.85">21438 7066 2899 0,'0'0'1038'0,"2"77"-510"16,1-29-115-16,-1 11-29 0,4 9-80 0,-2 8-68 15,1 4-73-15,1 0-84 0,-4 8-64 0,3 2-15 16,-4 6-18-1,-1 5-15-15,0-1-19 0,-1 2 1 16,-6-7 21-16,-2-1-7 0,-3-13-53 16,2-8-59-16,-1-12-36 0,1-11-98 0,4-11-213 15,2-14-636-15,4-14-677 0</inkml:trace>
  <inkml:trace contextRef="#ctx0" brushRef="#br0" timeOffset="3274.098">21915 7810 3860 0,'0'0'479'0,"0"0"-287"16,0 0-106-16,97 4 37 0,-61-2 0 16,1-2 64-16,2 0-56 0,-2 0-116 0,2-2-15 0,-2-1-39 15,-4 1-105-15,-4-1-82 0,-8 3-79 16,-11 0-283-16,-4 0-801 0,-15 11-1006 0</inkml:trace>
  <inkml:trace contextRef="#ctx0" brushRef="#br0" timeOffset="3408.395">21925 8143 3691 0,'0'0'534'0,"0"0"-385"0,0 0-31 0,0 0-32 15,90 28 154-15,-51-27 66 0,6 1-132 0,6-2-101 16,5-2-25-16,0-6-48 0,1-2-27 15,0-1-207-15,1-3-57 0,1 3-221 16,-13 2-901-16,20-1-1456 0</inkml:trace>
  <inkml:trace contextRef="#ctx0" brushRef="#br0" timeOffset="3819.011">23134 7772 3680 0,'0'0'302'0,"0"0"-147"0,88-21-96 0,-42 9 56 0,6 1 123 15,-3-1 55-15,-1 4-94 0,-4 3-147 0,-5 5-16 16,-4 0 19-16,-6 10-24 16,-6 5-29-16,-9 6-2 0,-4 4-13 15,-10 6-11-15,-3 5-25 0,-14 5 4 16,-9 7 23-16,-7 1 22 0,-4 0-12 16,-2 2 10-16,1-4 2 0,8-4 18 0,8-8 43 15,7-8-3-15,7-8-36 16,8-6-21-16,2-4 29 0,11-2 19 15,8-1-25-15,8 2 0 0,7-2 13 16,9 1-10-16,1-5-6 0,4-2-18 0,-2-4-3 16,2-4-103-16,-5-8-89 15,0-1-55-15,-5 1-82 0,0-1-207 16,-15 3-640-16,12-2-906 0</inkml:trace>
  <inkml:trace contextRef="#ctx0" brushRef="#br0" timeOffset="4291.126">24669 7583 3794 0,'0'0'505'15,"0"0"-381"-15,108-7-90 0,-56 3-6 0,10 1 80 16,-1 0 172-16,-2 3-63 0,-5 0-111 16,-2 0-45-16,-8 6-3 0,-10 2-24 0,-8 0-13 15,-10 3-19-15,-5 1 13 0,-11 2 21 0,0 8 1 16,-12 3-16-16,-7 4-18 15,-7 2 9-15,-4 5-10 0,-1-4-2 0,4 0 1 16,6-5-1-16,7-4 0 16,9 1-15-16,3-1-6 0,2-2 0 15,7 4 19-15,10-1-10 0,1 2-4 16,4 0 4-16,0-1 9 0,0 3 1 16,-2-4-1-16,-2 2 2 0,-2-2 0 15,-5 1-2-15,-4 1 2 0,-7-1 0 16,0 0 0-16,-13-3-37 0,-6-1-8 15,-6 0-18-15,-4-4-24 0,-4-2-25 16,-2-4 3-16,-4-6-16 0,0-3-19 16,-3-2-105-16,-3-11-285 0,8 1-798 0,-19-11-499 0</inkml:trace>
  <inkml:trace contextRef="#ctx0" brushRef="#br0" timeOffset="4483.386">24453 7968 4080 0,'0'0'713'0,"0"0"-487"0,0 0-39 0,0 0 59 15,0 0 8-15,0 0-60 0,0 0-170 0,0 0-24 16,0 0-60-16,0 0-1 0,0 0-102 16,7 0-168-16,-5 0-336 0,-2 0-1437 15</inkml:trace>
  <inkml:trace contextRef="#ctx0" brushRef="#br0" timeOffset="6524.691">16257 10300 1641 0,'23'0'146'15,"-2"0"1233"-15,7 6-1003 0,11 1 50 0,10 4-129 16,9-3-18-16,2-1 20 0,5-2-67 0,-1 0-107 16,-2-5-79-16,-3 0-32 0,-6-2-14 15,-5-6-12-15,-4 1-58 0,-5-4-67 16,-6 2-13-16,-7 0-37 0,-7 3-97 15,-8 3-254-15,-6 2-577 0,-10 4-494 0</inkml:trace>
  <inkml:trace contextRef="#ctx0" brushRef="#br0" timeOffset="6675.977">16502 10729 3183 0,'0'0'411'15,"0"0"-105"-15,0 0-262 0,0 0-7 16,0 0 42-16,104 60 81 0,-54-68-27 0,5-9-64 15,0-13-57-15,4-1-12 0,-3-9-90 16,-4 1-109-16,-6-3-119 0,-6 2-198 16,-12 9-595-16,-5-9-1089 0</inkml:trace>
  <inkml:trace contextRef="#ctx0" brushRef="#br0" timeOffset="6941.182">16701 10097 2277 0,'0'0'494'16,"0"0"-243"-16,0 0-158 0,79-2 184 16,-38 2 104-16,8 0-38 0,1 2-82 0,3 4-122 15,2 4-52 1,-2 2-41-16,-3 1-46 0,-6 6-6 16,-8 0-9-16,-6 5-26 0,-11 5-26 0,-4 3-23 15,-10 8-3-15,-5 3 24 0,-5 8 20 16,-12 3 11-16,-5 4 37 0,-4 1 1 0,-5 1 25 15,-2 1 25-15,0-2 3 16,1-4-19-16,-1-5-22 0,4-5 1 0,4-9-13 16,3-10-56-16,7-6-122 0,1-9-105 15,7-7-230-15,3-7-613 0</inkml:trace>
  <inkml:trace contextRef="#ctx0" brushRef="#br0" timeOffset="7450.749">18945 10086 2350 0,'0'0'1108'0,"0"0"-820"0,0 0-165 16,0 0-94-16,0 0-1 0,0 0 59 15,0 0 93-15,0 0-56 0,0 0-99 0,-80 24 37 16,49 6 19-16,-5 6-7 0,1 6 12 15,2 8 13-15,3 0-7 0,4-6-16 0,9-1-8 16,5-10-16 0,9-7-30-16,3-5-22 0,3-6-24 15,12-3 5-15,5-2 7 0,6-2-6 16,7-1-1-16,7-2-8 0,4-1-10 16,4-1 9-16,-1 2-2 0,1 4-10 0,-3 3 15 15,-3 2 7-15,-9 5 7 0,-6 5 11 0,-8 1 2 16,-6 5 1-16,-6 1 27 0,-7 2 13 15,0 0 0-15,-7 1-12 16,-6-3 3-16,-4-2-16 0,-3-1-17 0,-2-6-1 16,2-1-24-16,-2-8-10 0,1-5-24 15,3-4-71-15,0-4-59 0,2 0-67 16,2-7-152-16,3-9-231 0,5 8-539 0,1-14-784 16</inkml:trace>
  <inkml:trace contextRef="#ctx0" brushRef="#br0" timeOffset="7801.125">19481 10690 3074 0,'0'0'712'15,"0"0"-498"-15,0 0-157 0,0 0-19 16,79 9 24-16,-71-8 110 0,-3 2 44 0,-3-1-120 16,-2 3-62-16,0 6 3 0,-2 2-37 15,-5 6 0-15,-2 3-3 0,-1 2 2 16,-1-4-15-16,1-2 4 0,2-4 9 15,3-3-9-15,3-2-1 0,2-2-14 16,0 2-7-16,4 0 12 0,5-1 19 0,2 3-9 16,4 0 9-16,3 2-24 15,2-1 14-15,3 1 13 0,-3-2 0 0,2 4 22 16,-2-2-19-16,-4-1 37 0,-4-1 22 16,-3 3-1-16,-4-1-5 0,-2-1-16 0,-3 1-40 15,0 3 0-15,-11-3-25 16,0 3-2-16,-7-2 5 0,-2 2 10 0,-1-3-1 15,-4-1-24-15,1-1-33 0,-1-3-20 16,-1-2-31-16,4-6-84 16,0 0-172-16,0-10-233 0,7 1-522 15,-5-14-752-15</inkml:trace>
  <inkml:trace contextRef="#ctx0" brushRef="#br0" timeOffset="8165.785">21252 10300 3317 0,'0'0'416'16,"0"0"-108"-16,0 0-167 0,94 31-69 0,-61-12 43 16,-3 7 61-16,-2 5 0 0,-7 7-108 15,-5 2-10-15,-4 3 28 0,-7-3-13 0,-2-1-27 16,-1-3-46-16,-2-10 0 0,-2-5-101 15,-4-8-55-15,-3-9-57 0,-2-4-44 16,0-4-241-16,-1-6-309 0,-7-18-920 0</inkml:trace>
  <inkml:trace contextRef="#ctx0" brushRef="#br0" timeOffset="8307.124">21331 9896 3906 0,'0'0'537'0,"0"0"-345"15,0 0-143-15,0 0-37 0,75 22-12 16,-52-22-9-16,0 0-148 0,2 0-125 16,3-2-170-16,-6-1-331 15,13-1-959-15</inkml:trace>
  <inkml:trace contextRef="#ctx0" brushRef="#br0" timeOffset="8557.272">21961 10083 3790 0,'0'0'549'15,"0"0"-320"-15,0 0-66 0,-63 89 46 16,43-61 26-16,4 0-61 0,3-5-111 0,6-2-63 16,7-3 0-1,1-1 0-15,16 0 25 0,5-4-25 16,4 0-28-16,7-1 4 0,4-2-9 0,1-3 2 16,0 4-21-16,-1-2 28 0,-2 1 22 0,-4 3-10 15,-5-2 12-15,-6 5 1 16,-6-1-1-16,-5 2 0 0,-6 2-13 0,-3 2 13 15,-3 0 1 1,-6 0-1-16,-5-2-19 0,-4 0-57 0,-3-2-43 0,0-4-22 16,-4-6-65-1,1-2-162-15,6-4-247 0,-7-2-1253 0</inkml:trace>
  <inkml:trace contextRef="#ctx0" brushRef="#br0" timeOffset="9040.42">23614 10149 1072 0,'0'0'2089'16,"0"0"-1701"-16,0 0-138 0,0 0-118 16,101-48 85-16,-81 46 22 0,-7 2-84 15,-5 4-47-15,-8 8-28 0,-2 7-12 0,-9 9-7 16,-8 4-15-16,-2 4-24 0,-4 4-1 0,2-4 19 15,3-4-10-15,6-3-28 0,7-10-2 16,4-2-24 0,3-5-13-16,8 1 1 0,8 0 5 15,5 3 13-15,5-2 14 0,4 2 2 0,1 1 2 16,3 0 1-16,-1-1 15 0,-2 1 30 0,-6 1 18 16,-3 0 6-16,-9 0 0 0,-6 2-15 15,-7-2 3-15,0 3 3 0,-11-4-61 16,-5 2 0-16,-1-5-85 0,-5-5-86 15,4-3-52-15,1-6-70 0,4-3-104 16,6-9-224-16,4-2-131 0,3-15-606 16</inkml:trace>
  <inkml:trace contextRef="#ctx0" brushRef="#br0" timeOffset="9322.096">24156 10359 2966 0,'0'0'600'0,"0"0"-143"0,46 74-213 0,-34-38 91 16,1 6 9-16,-5-2 37 0,-2-2-86 15,2-7-123-15,-2-7-102 0,2-6-70 16,2-6-12-16,3-10-43 0,1-2-24 16,3-2 4-16,4-16-13 0,2-6-43 15,0-7 13-15,1-5-1 0,-2-4-67 16,-3 2-1-16,-5-2-22 0,-4 3 67 16,-7 3 64-16,-3 1 44 0,-10 3 34 15,-4 7 47-15,-6 8 30 0,2 8 68 0,-1 7 6 0,3 8 6 16,-2 10-60-1,1 7 10-15,-1 5-64 0,3 0-19 0,-2 1 13 16,3-3-4-16,3-4-33 0,3-7-71 16,1-8-115-16,2-4-83 15,5-5-152-15,0-6-269 0,0-12-115 0,2 2-370 16,8-23-403-16</inkml:trace>
  <inkml:trace contextRef="#ctx0" brushRef="#br0" timeOffset="9527.353">24534 9544 2914 0,'0'0'467'16,"0"0"-150"-16,0 0-175 0,0 0 110 15,37 76 102-15,-30-34 96 0,-1 8-90 0,0 10-144 16,2 6-64-16,-2 4-22 0,2 4-27 16,-3-1-43-16,2 3-44 0,-4-1-16 15,-1 0-3-15,-2-5-63 0,0-4-37 0,0-8-24 16,0-11-16-16,-3-8-75 0,3-12-66 15,0-9-183 1,4-11-202-16,3-5-435 0,8-10-285 0</inkml:trace>
  <inkml:trace contextRef="#ctx0" brushRef="#br0" timeOffset="9806.739">24970 10441 1929 0,'0'0'2129'0,"0"0"-1724"0,0 75-275 16,3-54-10-16,2 4 21 0,0-3 125 15,1-5-62-15,1 0-131 0,-1-7-73 16,0-2 0-16,0-5 0 0,4 1-3 0,-2-4-27 16,1 0 5-16,1-2-2 0,3-3 0 15,0-6 5-15,4-5 10 0,2-3 12 0,0-5-2 16,2-5-19-16,-2-7 3 0,1-2 2 15,0-4-48-15,-1-4-6 0,-2 2-52 16,-3 0-35-16,-3 4-83 0,-2 6-67 16,-3 8-104-16,-1 7-169 15,-2 7-480-15,-1 5-827 0</inkml:trace>
  <inkml:trace contextRef="#ctx0" brushRef="#br0" timeOffset="10218.796">25471 10476 2966 0,'0'0'1101'15,"0"0"-694"-15,-82 30-138 16,60-18-92-16,-1 4-57 0,4 1-23 0,4 2-26 0,8-2-38 16,3-3-9-16,4 0-24 0,7-4-9 15,6-3-73-15,7-2 31 0,-1-5 51 16,4-5 0-16,2-7-48 16,0-7-13-16,4-4-9 0,0-4 27 15,1 1-12-15,-1 1-22 0,-3 1 22 0,0 10-1 16,-1 2 23-16,-5 8 8 0,-4 4 16 0,-1 7 9 15,-6 8 30-15,-1 7 60 16,-3 4 8-16,-2 4 3 0,-2-2-12 16,-1-1-40-16,0-7-6 0,2-3-23 0,2-9-20 15,2-5-34-15,4-3-60 0,4-10-13 16,3-5 5-16,3-9-18 0,2-7-62 16,3-7-261-16,-5 7-642 0,8-20-532 0</inkml:trace>
  <inkml:trace contextRef="#ctx0" brushRef="#br0" timeOffset="10557.473">26121 9526 3044 0,'0'0'675'0,"0"0"-395"0,20 90-138 16,-15-39 76-16,-3 14 180 0,-2 10 0 0,-2 5-115 15,-3 2-129-15,-4-1-75 0,-2-5-30 16,-3-2-35-16,2-5-14 15,-2-7-70-15,4-10-24 0,2-7 21 0,4-8 31 16,4-8 30-16,0-7 9 0,4-10-49 16,6-3-18-16,4-4-15 0,6-5-10 15,1 0 22-15,3 0 27 0,4 0 1 16,-4 0 8-16,-1 2 22 0,-4 3 11 0,-1 3 4 16,-6 1 1-16,-1 3 27 15,-5 4 21-15,-4 2 15 0,-2-2-3 0,0 2-15 16,-5-2-31-16,-4 1-15 0,-2-3-3 15,0-2-43-15,-2-5-5 0,0-4-26 0,-3-3-39 16,4-6-56-16,1-10-112 0,-1-9-166 16,7-7-191-16,0 3-117 15,5-29-586-15</inkml:trace>
  <inkml:trace contextRef="#ctx0" brushRef="#br0" timeOffset="10757.452">26590 9610 2831 0,'0'0'1004'16,"0"0"-699"-16,16 77-162 0,-14-35-3 0,-2 14 168 0,0 9 57 16,-5 7-37-1,-1 7-91-15,-3 1-62 0,1 0-24 0,1-4-63 16,1-6-55-16,-1-6-33 0,1-9 0 16,3-12-69-16,2-9-73 0,1-9-12 0,1-10-7 15,10-5 7-15,4-5-50 0,5-4-147 16,-1-1-220-16,6-5-174 0,-1 0-291 0,-6-2-214 15,8 0-12-15</inkml:trace>
  <inkml:trace contextRef="#ctx0" brushRef="#br0" timeOffset="11007.261">26789 10562 767 0,'0'0'1177'0,"0"0"-432"0,0 0-25 0,32 70-98 15,-21-46-160-15,7-6-163 16,2-4-131-16,4-3-45 0,5-7-62 16,4-4-61-16,6-2-45 0,3-12-10 15,4-5-6-15,5-6-19 0,0-3-21 0,0 0-16 16,-4-1-12-16,-6 1 17 0,-8 5 41 15,-9 1 18-15,-12 5 53 0,-6 2 19 0,-6 7 89 16,-18 4 68-16,-3 4 24 0,-8 6-53 16,-4 10 6-16,-5 6-31 15,1 5-21-15,-1 5-23 0,0 4 8 0,5 3-2 16,2-2 47-16,6 0-101 0,5-4-30 16,9-6-76-16,8-2 3 0,3-4 31 15,20-4 18-15,8-5-13 16,9-5-32-16,9-7-92 0,2-4-126 0,-10-5-450 15,16-12-1503-15</inkml:trace>
  <inkml:trace contextRef="#ctx0" brushRef="#br0" timeOffset="11140.602">28477 10746 5003 0,'0'0'1066'15,"0"0"-1033"-15,0 0-33 16,0 0-229-16,0 0 20 0,-79-40 45 15,31 25-106-15,6 3-364 0,-39 0-936 0</inkml:trace>
  <inkml:trace contextRef="#ctx0" brushRef="#br0" timeOffset="76642.903">14900 12566 1850 0,'0'0'1709'0,"0"0"-1425"0,0 0-140 15,0 0-52-15,0 0 92 16,0 0 123-16,8 87-70 0,-3-37-56 0,1 9-71 16,0 7 79-16,0 9-10 0,-3 5-109 15,-1-1-13-15,-2-1-45 0,0 2-12 16,0-4-15-16,-3-6-6 0,1-8-58 16,2-12-18-16,0-9-49 0,0-13-6 0,2-13-16 15,2-5-10-15,-1-10-87 0,1 0-133 0,-1-7-136 16,-3-8-204-1,0-8-566-15,2 4-103 0,-2-27 1352 0</inkml:trace>
  <inkml:trace contextRef="#ctx0" brushRef="#br0" timeOffset="76942.045">14925 12608 2554 0,'0'0'473'0,"0"0"-137"0,0 0-9 16,0 0 113-16,91-55-51 0,-61 49-91 0,2 3-71 15,6 0-78-15,2 3-12 0,6 0-15 16,-1 5-46-16,2 5-25 0,0 4-24 16,-3 7-15-16,-2 6-12 0,-6 7-1 0,-3 5-24 15,-7 7-8-15,-6 7-9 0,-10 5-10 0,-4 6-30 16,-6 3 6 0,-7 3 3-16,-9 1 27 0,-3-2 19 0,-7 0 15 15,-1-1 12-15,-5-5 13 0,-1 0-13 16,0-7-37-16,-2-3-15 0,2-4-12 15,0-7-15-15,3-4-10 0,1-9-16 16,6-2-9-16,5-9-12 0,4-9-45 16,7 0-62-16,3-8-152 0,1-1-235 15,3 0-464-15,0-5-318 0,4-4 1011 0</inkml:trace>
  <inkml:trace contextRef="#ctx0" brushRef="#br0" timeOffset="77209.976">15947 13333 1588 0,'0'0'1610'0,"0"0"-1447"0,0 0-128 0,0 0 22 15,0 0 86-15,-10 67 150 0,-4-39-4 0,-5 5-74 16,0 6-76-16,1 2 3 0,2 4 24 16,4 2-50-16,5-3-52 0,6-5-24 15,2-6-6-15,13-5-4 0,8-8 22 16,10-3 73-16,9-4-7 15,4-6-8-15,6-2-25 0,2-5-43 16,3-3-42-16,0-9-6 0,2-4-6 16,-3-3-94-16,-5-4-22 0,-4-2-42 0,-7-1-59 15,-4-3-87-15,-5 0-108 0,-8-2-109 16,-9 7-824-16,-6-6-879 0</inkml:trace>
  <inkml:trace contextRef="#ctx0" brushRef="#br0" timeOffset="77406.437">16318 13362 1281 0,'0'0'140'0,"0"0"1244"0,0 0-1131 0,0 0-115 0,0 0 91 16,-62 74 113-16,57-48 14 0,2 5-54 0,2 5-92 15,-2 7-53-15,3 3 2 16,-4 7 15-16,-2 3-64 0,-3 4-46 16,-3 2-61-16,-3 3-3 0,-5 1 0 15,0-5-64-15,-2-1-18 0,2-5-37 16,3-8-43-16,2-4-47 0,4-10-48 0,3-5-187 15,5-9-115-15,3-6-216 0,0-7-694 0,3-6 398 16</inkml:trace>
  <inkml:trace contextRef="#ctx0" brushRef="#br0" timeOffset="78814.763">14314 12491 1292 0,'0'0'264'16,"0"0"979"-16,-4 107-826 0,4-53-10 0,0 12-10 16,0 9-56-16,0 9-91 0,0 10-102 15,1 7-56-15,2 7-15 0,0 8-22 16,2 4-18-16,1 3-35 0,6-3 14 15,0-2-16-15,5-8-31 0,1-10-36 0,5-10-31 16,1-15-59-16,8-9-31 0,2-13-48 16,5-12-68-16,7-13-147 15,5-13-124-15,10-13-496 0,-13-2-286 16,26-27 1263-16</inkml:trace>
  <inkml:trace contextRef="#ctx0" brushRef="#br0" timeOffset="79188.23">17211 12581 1451 0,'0'0'1316'15,"0"0"-1059"-15,0 0-94 0,0 0 0 16,0 0 161-16,0 0 70 0,0 0-89 0,0 0-107 16,0 0-41-16,16 95 40 15,-6-52-14-15,0 11-40 0,-1 7-48 0,-1 8-56 16,-2 6-39-16,-1 5-9 0,-1 8 7 16,-1 0-35-16,1 3 36 15,1-2-17-15,2-6-6 0,-2-3-37 16,1-8-37-16,0-7 16 0,1-7 3 0,2-6 5 15,-2-8-3-15,3-7-49 0,-1-6 0 16,-1-7-7-16,-2-6-125 0,0-6-110 16,0-6-174-16,1-3-93 0,-3-5-416 15,1-4-170-15,-1-16 1195 0</inkml:trace>
  <inkml:trace contextRef="#ctx0" brushRef="#br0" timeOffset="79391.49">17923 13279 2360 0,'0'0'1665'15,"0"0"-1417"-15,0 0-130 16,0 0-53-16,89-5-3 0,-63-4 27 0,-2 0-9 16,2-3-80-16,-1-2-71 0,3-2-18 15,-1-1-4-15,2 0-28 0,-5 1-158 16,-3 2-136-16,-9 4-91 0,-9 5-567 15,-3 5-527-15</inkml:trace>
  <inkml:trace contextRef="#ctx0" brushRef="#br0" timeOffset="79553.989">17825 13416 1281 0,'0'0'1682'0,"0"0"-1244"16,0 0-238-16,-27 71-156 0,27-56 54 0,7-3 107 15,9-4 21-15,4-3-15 0,9-2-87 16,6-3-50-16,8 0 0 0,3-8-67 0,6-6-7 15,2 0-71-15,4-3-44 0,-2 1 25 16,-2-1-161-16,-3 3-257 16,-6 0-552-16,-10 5-505 0,8-1 753 0</inkml:trace>
  <inkml:trace contextRef="#ctx0" brushRef="#br0" timeOffset="81671.875">19488 12757 828 0,'0'0'0'0,"0"0"30"0,0 0 162 15,0 0 404-15,0 0-148 0,0 0-121 16,83-64-117-16,-74 62-20 16,-3 2-36-16,-3 0 0 0,0 2 15 0,0 4 44 0,0 3-26 15,-2 2-36-15,3 6-16 0,-4 4-12 16,0 3-32-16,-7 6-26 0,-3 5-40 15,-1 2-25-15,-5 4-1 0,1 4-21 16,-2 0-9-16,4 2 12 0,2-4-2 16,3 0-1-1,6-1 20-15,2-6 2 0,2-2 31 0,7-4-6 16,5-4 6-16,3-4 19 0,4-4 24 0,3-5-24 16,5-4-4-16,7-3 25 0,3-6 47 15,4 0-14-15,2-7-67 0,0-5-34 0,-1 0-3 16,-3-3-52-16,-5 0-65 0,-3 0-37 15,-5-2-14-15,-4-1-28 0,-4 2-62 16,-5 1-175-16,-3 1-227 0,-6 1-515 0,-3-3-308 16</inkml:trace>
  <inkml:trace contextRef="#ctx0" brushRef="#br0" timeOffset="81872.642">19876 12897 238 0,'0'0'127'15,"0"0"1287"-15,0 0-947 0,0 0-237 0,0 0-40 0,0 0 23 16,0 0 113-16,19 75-20 16,-13-44-65-16,-1 6-84 0,1 4-50 15,-3 5-37-15,-2 1-11 0,-1 1-28 16,0 1-31-16,-3-2-13 0,-1-3-16 16,-2-3-30-16,4-5-83 0,0-6-78 0,2-9-72 15,0-3-107-15,4-7-184 0,9-9-439 16,-3-2 87-16,9-9 775 0</inkml:trace>
  <inkml:trace contextRef="#ctx0" brushRef="#br0" timeOffset="82038.31">20467 13130 1497 0,'0'0'1716'16,"0"0"-1268"-16,0 0-404 0,0 0-44 0,0 0-161 15,0 0 56-15,0 0 61 0,0 0-81 0,0 0-198 16,0 0-254-16,0 0-537 16,53-7-27-16</inkml:trace>
  <inkml:trace contextRef="#ctx0" brushRef="#br0" timeOffset="82430.218">20765 12793 2561 0,'0'0'601'15,"0"0"-457"-15,0 0-129 0,111-7 8 0,-73 7 117 16,-2 0 34-16,-2 7-32 15,-2 2-48-15,-3 4-28 0,-5 0-29 16,-2 5-37-16,-8 1-41 0,-2 3-6 16,-11 5 47-16,-1 4 3 0,-13 3 19 15,-6 6-22-15,-7 3-16 0,-2 0 13 0,-3 4 0 16,3-3 3-16,3-1 34 0,5-8 41 16,6-4 4-16,6-5-10 0,5-5 2 15,3-5-8-15,11-1 51 16,9-4 81-16,5 0-81 0,7-1-22 0,6-4-59 0,5-4-33 15,5-2-40-15,2 0-15 0,-1-5-40 16,1-2-54-16,-5-4-21 0,-3 2-51 16,0-1-135-16,-3-2-270 0,-5 1-586 15,-9 2-460-15</inkml:trace>
  <inkml:trace contextRef="#ctx0" brushRef="#br0" timeOffset="82638.791">21821 13091 1865 0,'0'0'1653'0,"0"0"-1356"16,83-4-206-16,-47-2-60 16,5-2-3-16,0 1 32 0,-4-1 57 15,0 0-117-15,-6-1-56 0,-2-1-159 16,-3 1-28-16,-5 1-93 0,-2 2-245 15,-9 1-755-15,-7 4 10 0</inkml:trace>
  <inkml:trace contextRef="#ctx0" brushRef="#br0" timeOffset="82799.23">21911 13274 2102 0,'0'0'1558'0,"0"0"-1303"0,0 0-176 15,0 0 3-15,0 0 2 0,83 36 47 0,-54-36 55 16,2-1-155-16,3-8-31 0,4-1-52 15,3-3-48-15,4-2-58 0,2 0-18 0,3-2-176 16,-1-1-423-16,-13 4-1048 0</inkml:trace>
  <inkml:trace contextRef="#ctx0" brushRef="#br0" timeOffset="83457.176">23374 12572 1838 0,'0'0'678'0,"0"0"-411"0,0 0-193 15,0 0-48-15,0 0 122 0,0 0 247 16,0 0-37-16,0 0-110 0,0 0-109 15,-96 39-46-15,57-19-24 0,-4 2-20 16,-4 8-2-16,1 1-1 0,4 2-2 16,6-2 2-16,8-5-3 0,11 1-15 15,8-5-28-15,9-3 0 0,0 2 1 16,15 0 1-16,8 2 20 0,7 1-10 0,9 1-12 16,6-1-1-16,5-1 0 15,4 2-18-15,3-2 4 0,-1 1-13 16,1 1 13-16,-8 1-59 0,-3 1-13 0,-9 2-9 15,-6 2 18-15,-9 2 16 0,-11 0 15 0,-8 2-18 16,-3-1 4-16,-14 4 42 16,-7-1-12-16,-6 1 28 0,-4 1 3 0,-2-3 69 15,0 0 25-15,-2-5 25 0,4-2-17 16,3-5-21-16,2-3-1 0,6-9-21 16,7-1-6-1,7-8-26-15,3-3 23 0,3-12-47 0,9-12 18 0,7-14-21 16,6-12-12-16,8-15-25 15,8-8 0-15,8-8-15 0,5-2-35 0,-1-4 62 16,1 3-15-16,-4 3-25 0,-4 5-31 16,-6 5-32-16,-4 3-120 0,-4 6-81 15,-2 5-78-15,-5 4-184 0,-4 7-393 16,-7 13-434-16,-2-4 1245 0</inkml:trace>
  <inkml:trace contextRef="#ctx0" brushRef="#br0" timeOffset="84479.378">16443 15255 72 0,'0'0'1763'0,"0"0"-1179"0,0 0-265 15,0 0-30-15,20 71-17 0,-8-36 1 16,-2 8-23-16,3 5-80 0,-3 4-50 16,-3-1-55-16,2-4-46 0,-4-3-16 15,1-10-3-15,-3-10-12 0,2-12-9 16,-1-5-79-16,0-7-58 0,0-7-53 16,1-5-78-16,-4-11-168 0,-1-4-689 15,0 0-461-15,-13-20 1519 0</inkml:trace>
  <inkml:trace contextRef="#ctx0" brushRef="#br0" timeOffset="84632.253">16378 14877 385 0,'0'0'2399'0,"0"0"-1947"0,0 0-137 16,80 18-103-16,-53-13-39 15,0-1-148-15,1-3-25 0,2 1-220 0,3-2-122 16,3 0-102-16,3 0-373 0,-9 0-1025 15,12 3 1760-15</inkml:trace>
  <inkml:trace contextRef="#ctx0" brushRef="#br0" timeOffset="84938.808">17202 15037 2312 0,'0'0'821'0,"0"0"-588"15,0 0-188-15,-59 84-7 0,33-49 89 0,-1 4 91 16,1-1-33-16,0 0-113 0,7-5-52 15,4-3-1-15,6-6-19 0,5-5-2 0,4-3-11 16,1-3 13-16,9-1-3 0,10-5-16 16,2-2-26-16,7-1-5 0,4-2-6 15,4-1 15 1,-1 1 22-16,2 0 17 0,-2 5 2 0,-3-1 0 16,-4 1 28-16,-5 2-15 0,-3 1-1 0,-8 1 17 15,-5 2-11-15,-2 2 14 0,-5 0 8 16,-1 3-11-16,0 2-29 0,-7-1-18 15,-4-1 17-15,-1-1 1 0,-4-2 0 16,-4-1-15-16,1-3-47 0,-4-3-23 0,1-1-57 16,-2-4-96-16,-2-3-202 0,2-3-713 15,4-4-364-15,-4-9 1259 16</inkml:trace>
  <inkml:trace contextRef="#ctx0" brushRef="#br0" timeOffset="85361.176">18393 15193 947 0,'0'0'2188'0,"0"0"-1764"0,0 0-253 16,0 0-108-16,0 0-4 0,0 0-2 15,0 0-1-15,-85 52-21 0,78-28-7 16,1 2 17-16,3-2-4 0,3 0-38 0,0-1 0 16,9-4 19-16,6-2 3 0,4-3-22 0,7 0-2 15,2 0 21-15,0 0-19 0,4-2-3 16,-2 0-1-16,-2-1-12 0,-4 1 1 15,-3 1 12-15,-3 2-1 0,-5-2 1 16,-4 1 21-16,-5 2 13 16,-2-1 6-16,-2 0 1 0,-2 2-4 15,-7 0-31-15,-5-2-6 0,1 0-12 0,-3-4-4 16,0-5-24-16,1-2-38 0,1-4-69 16,2-4-45-16,2-9-67 0,1-5-116 15,3-4-248-15,6-4-641 0,0 5 469 16,12-8 358-16</inkml:trace>
  <inkml:trace contextRef="#ctx0" brushRef="#br0" timeOffset="85647.601">18902 15433 1755 0,'0'0'1301'0,"0"0"-867"0,0 0-253 16,39 79-71-16,-31-55 66 0,1-2 28 16,-1-6-79-16,0-4-94 0,2-5-31 0,4-4-22 15,2-3 22-15,7-5 0 0,2-7-19 16,3-8-44-16,3-6-49 0,-3-5-11 15,-2-1 1-15,-4-1 33 0,-6 4 33 16,-9 3 2-16,-5 3 54 0,-2 4 32 0,-13 2 43 16,-7 2 23-16,-5 2 2 0,-1 5 24 15,1 4 3-15,0 4 1 16,2 5-54-16,-2 7-27 16,3 3-47-16,-1 3-3 0,3 3-28 0,0-2 0 0,3-1-19 15,1-1-121-15,4-5-121 0,4-3-154 16,-1-5-255-16,5-4-536 0,1-1 70 15,0-6 1030-15,3-14 81 0</inkml:trace>
  <inkml:trace contextRef="#ctx0" brushRef="#br0" timeOffset="85864.974">19243 14547 1132 0,'0'0'1492'0,"0"0"-1099"0,0 0-182 0,0 0-26 0,30 89 106 15,-27-45 65-15,-3 8-41 0,0 7-68 16,-7 10-102-16,-3 4-50 0,1 5-18 16,1 1-52-16,0-1-25 0,-1-3-24 15,1-7-16-15,4-9-92 0,2-11-46 16,2-8-27-16,0-14-3 16,3-6-71-16,8-9-170 0,0-5-255 0,-1-6-605 15,0-2 133-15,2-15 916 0</inkml:trace>
  <inkml:trace contextRef="#ctx0" brushRef="#br0" timeOffset="86572.449">19454 15254 463 0,'0'0'1656'0,"0"0"-1229"0,0 0-147 0,0 0-71 0,0 0-4 16,0 0 75-1,0 0 29-15,0 0-85 0,50 70-58 0,-36-36-54 16,-2 2-47-16,-2 2-31 0,-1-2-19 16,-1-2-12-16,1-7 1 0,2-8-2 0,-2-5-1 15,1-7 17-15,3-5 22 0,2-2-15 16,2-9-25-16,0-5 12 0,3-8 1 15,0-6 5-15,0-5-15 0,-3-5-3 16,-1-3-1-16,-1-2-17 0,-6-1-35 16,-2-1-52-16,0 2-41 0,-4 6-32 15,2 4-14-15,0 10-22 0,1 7-126 16,2 7-249-16,4 6-666 0</inkml:trace>
  <inkml:trace contextRef="#ctx0" brushRef="#br0" timeOffset="86927.567">20246 15271 703 0,'0'0'2611'0,"0"0"-2186"16,0 0-242-16,0 0-93 0,-90 78 15 16,65-44 94-16,0 3 3 0,0 4-76 0,5 0-55 15,6-5-10-15,4-3-5 0,6-9-56 16,4-7-29-16,4-5-48 0,6-6 0 15,1-5 19-15,4-1 30 0,1-8-9 0,3-6 3 16,2-5 3-16,-2-6 29 0,4-3-11 16,0-3-30-16,-4 0-16 0,3 0-12 15,-4 2 5-15,-2 3-6 16,-1 5 26-16,-7 7 27 0,0 7 19 0,-5 6 32 16,-3 1 77-16,1 5 6 0,-1 6 3 15,0 6-25-15,2 2-28 0,-2 4-16 0,0 0 1 16,0-2-32-16,0-4-18 15,0-6 0-15,4-5-22 0,1-6-70 0,1 0-47 16,3-8 6-16,0-4-7 0,0-9-33 16,2-8-164-16,-2-4-258 0,2-5-625 15,-2 4-457-15</inkml:trace>
  <inkml:trace contextRef="#ctx0" brushRef="#br0" timeOffset="87347.967">20664 14472 954 0,'0'0'212'16,"0"0"1065"-16,0 0-906 0,0 0-95 0,0 0-1 15,48 74 11-15,-47-43-25 16,-1 6-41-16,0 3-61 0,-10 3-47 0,0 6-16 16,-6 1-22-16,-1 2-34 0,-5 4-24 15,-4 1-16-15,-1 0-25 0,1 0-24 16,1-2-38-16,2-2 19 0,6-7 34 0,4-10 12 15,7-6 10-15,6-9-29 0,0-8-40 16,5-7 25-16,6-4 3 0,8-2 16 16,2 0 7-16,3 0 27 0,3-3 2 15,1 0-2-15,0 1-28 0,0 2 31 0,-2 0 0 16,-4 0-66-16,0 2 3 0,1 7 32 16,0 2 5-16,0 3 26 0,-4 3 82 15,0 2 3-15,-5 1-47 0,-1 0-20 16,-3 2 49-16,-2-1 11 15,-1 0 0-15,-2-2-10 0,-2 0 1 16,-3 0-1-16,0-1 6 0,-3-3-25 0,-6-2-33 0,-2-2-16 16,1-1-56-16,-3-5-18 15,0-4-44-15,-2-1-65 0,4-4-15 16,0-8-48-16,2-5-153 0,6-6-1 16,2-8-297-16,1-5-456 0,3 7 339 15</inkml:trace>
  <inkml:trace contextRef="#ctx0" brushRef="#br0" timeOffset="87702.136">21324 14974 82 0,'0'0'2834'0,"0"0"-2482"0,-23 99-288 16,7-54-23-16,-3 5 137 0,2 0 103 16,2-3-47-16,4-5-134 0,9-8-82 15,2-5-17-15,1-9-1 0,9-2-2 16,4-3 0-16,4-2-32 0,3-3-32 15,2 0-51-15,3-1-18 0,2 0 9 16,-2 0 76-16,1-1-71 0,-1-1 23 16,1-1 47-16,1-1 32 0,-4-3 19 15,-2-1-19-15,-2-1 6 0,-3-1 13 16,-1-8 2-16,1-3-2 0,-1-4-17 16,0-3 17-16,-4-3 96 0,-5 1-49 15,-5 0-8-15,-2 3 33 0,-5 3 17 0,-6 5 47 16,-7 5-136-16,-1 5-7 0,-4 11 7 15,-2 6 151-15,-1 10-18 0,2 5-46 16,-2 4-40-16,4 0 22 0,1-1-10 0,8-4-47 16,6-8-12-16,7-8-165 0,4-5-64 15,12-8-61-15,7-2-24 0,6-6-713 16,-6-4-1050-16,16-12 1914 0</inkml:trace>
  <inkml:trace contextRef="#ctx0" brushRef="#br0" timeOffset="87840.396">22312 15336 2684 0,'0'0'1918'0,"0"0"-1378"16,0 0-312-16,0 0-219 0,0 0-9 0,0 0-228 0,0 0-29 15,-89-25-155-15,52 16-752 0,12 2-568 16,-18 3 175-16</inkml:trace>
  <inkml:trace contextRef="#ctx0" brushRef="#br0" timeOffset="89576.531">14333 16779 2594 0,'0'0'1020'0,"0"0"-781"0,0 0-169 0,19 72-55 15,-10-28 64-15,-1 11 103 0,-1 10 60 16,1 6-121-16,-4 2-53 15,0 3-31-15,-1-2-25 0,1-2 3 0,-1-5-15 16,-1-7 0-16,1-12-138 0,0-11-73 16,-1-10-35-16,1-13-47 0,2-11-137 15,-2-5-208-15,-3-15-534 16,0 3-83-16,0-26 1092 0</inkml:trace>
  <inkml:trace contextRef="#ctx0" brushRef="#br0" timeOffset="89818.272">14356 16706 2217 0,'0'0'1007'0,"0"0"-737"15,0 0-124-15,88-7 40 0,-53 7 116 0,0 6-96 16,1 7-70-16,1 3-46 0,0 6-50 16,-2 6-15-16,-3 6-25 0,-5 6 0 15,-6 3-31-15,-6 8 12 0,-5 1-9 16,-10 5-3-16,-1 4 16 0,-14 3 0 0,-9 4 15 15,-6 2-2-15,-4 2 0 0,-2-1 0 16,0-3 2-16,2-5 8 0,2-5-8 0,3-5-47 16,5-11-15-1,4-7-12-15,5-9-48 0,8-8-101 16,6-9-139-16,1-3-353 0,11-6-740 0</inkml:trace>
  <inkml:trace contextRef="#ctx0" brushRef="#br0" timeOffset="90143.077">15037 17284 630 0,'0'0'1326'0,"0"0"35"0,0 0-1037 16,-5 78-163-16,-4-34-26 0,2 10-18 16,-3 12 8-16,5 5-6 0,0 3-48 15,5-2-15-15,0-5-7 0,9-8-49 0,5-10-35 16,2-11-36-16,4-8 15 0,3-12 19 15,2-11 12-15,2-7 25 16,1-6 0-16,-1-15-1 0,3-7-43 0,-7-5 22 0,-2-3-15 16,-4 1-41-1,-7 3 17-15,-2 3 14 0,-6 5 47 0,-2 3 21 16,-11 4 23-16,-7 5 10 0,-3 1 21 16,-8 9-9-16,-6 2 2 0,-3 1-15 0,-3 7-53 15,-4 4-21-15,-4 0-53 0,-4 3-32 16,-3 0-58-16,-5-3-75 0,-1-2-180 0,15-1-364 15,-28-3-988-15</inkml:trace>
  <inkml:trace contextRef="#ctx0" brushRef="#br0" timeOffset="90472.782">13503 16571 408 0,'0'0'378'0,"0"0"602"15,0 0-636-15,0 0 44 0,0 0 9 16,-13 73-83-16,13-33-50 0,0 10-4 0,0 9-12 15,7 10-34-15,5 11-18 0,-2 4-11 16,5 7-18-16,-1 4-72 0,2 4-72 16,2 1-23-16,1 1-27 15,1-7-26-15,3-2-17 0,0-9-69 16,0-6-65-16,1-11-54 0,2-9-95 0,2-9-155 16,1-13-215-16,1-8-599 0,-5-10 167 15</inkml:trace>
  <inkml:trace contextRef="#ctx0" brushRef="#br0" timeOffset="90984.314">15648 16791 628 0,'0'0'121'15,"0"0"221"-15,0 0 808 0,0 0-750 16,0 0 41-16,0 0-128 0,28 71-37 15,-19-46-31-15,5 7-34 16,0 7-39-16,3 5-48 0,-1 8-38 0,2 4-18 16,-2 7-30-16,1 4-38 0,-2 4-24 0,1 2 2 15,-2 1-15-15,-1-2 3 16,0-1-16-16,0-5-58 0,-4-4-32 0,1-8-1 16,1-8-64-16,2-9-94 0,0-11-119 15,5-12-89-15,-4-6-530 0,3-8-285 0</inkml:trace>
  <inkml:trace contextRef="#ctx0" brushRef="#br0" timeOffset="91357.75">16459 17152 2587 0,'0'0'1015'0,"0"0"-718"15,79 24-185-15,-43-19-35 0,3 4 16 16,3-6 4-16,-5 2-94 0,-2-5-3 16,-2 0-200-16,-4 0-4 0,-2-6-36 0,-4-3-87 15,-8 3-250-15,-5 1-683 0</inkml:trace>
  <inkml:trace contextRef="#ctx0" brushRef="#br0" timeOffset="91506.293">16535 17473 1785 0,'0'0'1666'0,"0"0"-1246"16,0 0-250-16,0 0-138 0,65 64-31 0,-30-54 37 15,5-3 18-15,5-7-56 0,0 0-69 16,3-6-161-16,-14-4-165 0,14-6-816 0</inkml:trace>
  <inkml:trace contextRef="#ctx0" brushRef="#br0" timeOffset="92339.764">17801 16959 186 0,'0'0'267'0,"0"0"-267"0,0 0-65 16,0 0-140 0,0 0 42-16</inkml:trace>
  <inkml:trace contextRef="#ctx0" brushRef="#br0" timeOffset="92719.188">17801 16959 49 0,'-15'-61'179'0,"15"58"-65"0,0 1-9 0,1-3-17 16,2 2-26-16,0-2 3 0,0-2-29 16,-1 1-36-16,1 0 472 0,-2-1-3 15,2 1-63-15,-1-2-72 0,0-1-27 16,1 4-8-16,0-2 1 0,-3 3-45 16,3 1-47-16,-3 3-47 0,0 0-10 0,0 0 46 15,0 2 5-15,0 2-42 16,0 4-30-16,0 3-14 0,-6 8-42 15,1 10-25-15,-1 9-13 0,-2 9-17 16,1 8-1-16,3 7-18 0,1 2-1 0,3 4-11 16,0 3-19-16,2 0 19 0,4-1-15 15,5-2-28-15,0-9-7 0,5-11 16 0,0-9 46 16,3-11-1-16,1-10-14 16,2-8-16-16,2-9 3 0,2-1 25 15,0-7-9-15,0-7 9 0,-3-5-18 0,-1-3-10 16,-2-5-16-16,-4-1 10 0,-4-2 4 15,-3 2 17-15,-4 1 1 0,-3 4 13 16,-2 4 2-16,-4 1 14 0,-8 1-13 16,-3 3 1-16,-3-1 23 0,0 5-24 15,-2 2 14-15,4 6-15 0,1 2-17 0,2 0-20 16,3 5-3-16,-1 3-47 0,3 3-84 16,1 1-137-16,3-4-318 0,2 8-675 0</inkml:trace>
  <inkml:trace contextRef="#ctx0" brushRef="#br0" timeOffset="92890.3">18404 17363 680 0,'0'0'2753'0,"0"0"-2288"0,0 0-324 0,0 0-93 15,0 0 5-15,0 0-10 0,0 0-43 0,0 0-6 16,0 0-264-16,0 0-20 0,0 0-85 15,41-14-426-15,-31 2-1255 0</inkml:trace>
  <inkml:trace contextRef="#ctx0" brushRef="#br0" timeOffset="93174.836">18867 17054 1334 0,'0'0'1797'0,"0"0"-1478"0,0 0-183 0,0 0-60 16,0 0-9-16,88 14 2 0,-74-3 16 16,-5-3-69-16,-3 6-16 0,1 4-73 15,-6 4-21-15,-1 4 37 0,-3 3 25 0,-6 5 16 16,-2 2 4 0,-4 2-1-16,0 0 1 0,0 0 12 0,1-1 38 15,3-6 4-15,2-2 11 0,8-7 48 0,1-6 6 16,1-4-7-16,11-3 67 0,4-3-58 15,4-1-60-15,4-4-49 0,3-1-22 16,2-3-75-16,0-6-71 0,4-4-94 16,-4-5-156-16,-3 4-309 0,6-9-765 0</inkml:trace>
  <inkml:trace contextRef="#ctx0" brushRef="#br0" timeOffset="93346.101">19677 17238 1497 0,'0'0'1957'0,"0"0"-1631"15,0 0-254-15,0 0-12 0,78-15 6 0,-61 8-35 16,-4 0-31-16,0-2-139 16,-3 1-85-16,3-4-61 0,-6 2-170 0,1-1-752 0</inkml:trace>
  <inkml:trace contextRef="#ctx0" brushRef="#br0" timeOffset="93505.502">19612 17487 42 0,'0'0'2708'0,"0"0"-2288"16,0 0-276-16,0 0-58 0,95 14-19 0,-57-22-26 15,2-4-41-15,0-5-32 0,2-2-162 16,0-3-316-16,-11 4-706 0</inkml:trace>
  <inkml:trace contextRef="#ctx0" brushRef="#br0" timeOffset="93859.471">20470 16768 1368 0,'0'0'1875'16,"0"0"-1535"-16,40 80-223 0,-21-35-35 16,1 16 69-16,-3 3 113 0,-4 5-102 15,-1-2-110-15,-4-4-52 16,-2-6-28-16,1-6-52 0,-1-9-48 16,3-8-61-16,-3-6-53 0,-1-12-75 0,1-6-152 15,-3-5-587-15,-1-6-753 0</inkml:trace>
  <inkml:trace contextRef="#ctx0" brushRef="#br0" timeOffset="94156.958">20934 16912 1208 0,'0'0'2379'16,"0"0"-2032"-16,81 2-250 0,-47-4 11 15,9-1 38-15,-4 0 62 0,-1 2-66 16,-4 1-87-16,-3 0-53 0,-4 3-2 0,-3 5-9 15,-5 3-16-15,-6 5-70 0,-7 7 39 16,-6 5 22-16,-6 7-12 0,-11 6 5 16,-9 4 23-16,-2 2-1 0,-2 2 4 15,4-4 15-15,6-3 64 0,10-6 66 16,6-8-1-16,4-4-46 0,5-8-27 16,11-3-19-16,8-3-16 0,4-4-2 15,9-3-19-15,2-3 0 0,6-3-1 0,4-4-18 16,0-5-73-16,0 1-43 0,-1-3-85 15,-5 2-22-15,-3-1-60 0,-3 0-230 0,0 1-511 16,-11 2-307-16,8-1 413 0</inkml:trace>
  <inkml:trace contextRef="#ctx0" brushRef="#br0" timeOffset="94655.281">22136 16940 1679 0,'0'0'1619'0,"0"0"-1241"0,0 0-205 0,0 0-10 16,0 0-24-16,106 7 42 0,-63-9-26 15,5-6-53-15,5-2-76 0,-1-5-26 16,0 0-71-16,-3-3-59 0,-5 1-69 15,-7 1-58-15,-7 4-99 0,-10 7-269 16,-5 2-882-16</inkml:trace>
  <inkml:trace contextRef="#ctx0" brushRef="#br0" timeOffset="94810.039">22285 17217 760 0,'0'0'2669'16,"0"0"-2164"-16,0 0-328 0,0 0-100 0,0 0 8 15,78 30 2-15,-37-30 12 0,6-4-16 0,5-8-64 16,0-3-19-16,1-6-105 0,-2-2-110 16,-4-1-95-16,-4-1-199 0,-14 7-687 0,6-6-939 15</inkml:trace>
  <inkml:trace contextRef="#ctx0" brushRef="#br0" timeOffset="95696.706">23133 16656 339 0,'0'0'1016'0,"0"0"578"16,0 0-1264-16,0 0-149 0,0 0-35 16,0 0 97-16,79-9-13 0,-53 6-58 0,0 3-63 15,3 0-69 1,0 0-22-16,0 5 4 0,-2 4-21 0,-3 4 12 15,-1 3-10-15,-7 3-3 0,-1 0-31 16,-7 4-7-16,-5 2 1 0,-3 4 16 0,-3 3-35 16,-11 4 0-16,-3 5 3 15,-8 0-32-15,-1 2-19 0,-2-1-3 16,-3 0 41-16,3-4 36 0,3-3 30 0,0-3 3 16,5-4 31-16,6-4 45 0,4-6 12 15,5-7 1-15,5-5-23 0,0-4-27 16,9-2-41-16,8 0-1 0,6-3 31 15,7-2 32-15,7-4 24 0,3 2-38 16,5-2-18-16,-4 0-18 0,1 1-13 0,-2-3-19 16,-3 1-124-16,-6 1-90 0,0 0-35 15,-4 1-122-15,-10 1-244 0,6 3-605 0</inkml:trace>
  <inkml:trace contextRef="#ctx0" brushRef="#br0" timeOffset="97583.123">24434 16939 251 0,'0'0'2547'15,"0"0"-1793"-15,0 0-410 0,0 0-221 16,0 0-53-16,0 0-11 0,0 0-22 0,0 0-37 0,0 0-54 16,0 0-172-1,0 0-121-15,75 11-128 0,-57-22-758 0</inkml:trace>
  <inkml:trace contextRef="#ctx0" brushRef="#br0" timeOffset="98005.279">24966 16522 2244 0,'0'0'1377'0,"0"0"-1068"0,0 0-139 16,91-24-111-16,-51 12 63 0,7 2 58 0,-2 1 33 0,2 0-136 15,-4 2-58 1,-3 2-19-16,-5 3-3 0,-9 2-18 0,-6 4-22 0,-11 7-10 16,-9 9 16-16,-3 6 37 0,-16 9 19 15,-8 5-17 1,-6 6 22-16,-4 1-2 0,-2 0 0 16,5-4 30-16,3-4 6 0,7-4-24 0,6-8 15 15,7-6 9-15,8-5 40 0,3-5 9 0,3 1-49 16,14-1-58-16,2 1-12 0,9-3-3 15,1 2 15-15,2-1-12 0,2 0-12 16,-4 0-7-16,-1-1-21 0,-6 3-27 16,-2-1 39-16,-6 2-6 0,-3 1-3 15,-5-2 6-15,0 3 3 0,-6 0 40 16,0-2 25-16,0 2-1 0,-6 0-5 0,0-2-19 16,-5 0-2-16,-3 1-41 15,-3 1-65-15,-4 1-65 0,-3 1-59 0,-7-1-100 16,0 0-123-16,7-4-120 0,-17 5-746 0</inkml:trace>
  <inkml:trace contextRef="#ctx0" brushRef="#br0" timeOffset="99223.693">27466 16209 199 0,'0'0'2833'0,"0"0"-2355"16,0 0-190-16,-79 40-156 0,52-23-6 0,-2 1 52 15,1 3-19 1,-6 4-94-16,6 1-59 0,0 4 6 0,5-3-2 16,6 1 54-16,6-2 11 0,6-5 88 15,5-1-4-15,2-5-89 0,10-2-60 16,8 0-10-16,6-1-25 0,7-2 22 16,5 0 3-16,4-1 18 0,4 0-15 0,1 1 13 15,-1 0-16-15,-5 2 2 0,-5 1 0 16,-7 1-2-16,-8 1 1 0,-8 1 0 15,-4 0 11-15,-8 0 9 0,-1 2-2 0,-6-1-17 16,-9 4-2-16,-1-5-1 16,-4 1-24-16,0-4-11 0,2-3-29 15,2-5-54-15,3-3-28 0,3-2-32 0,8-11-47 16,2-8-60-16,0-7-253 0,12-6-129 16,4-5-493-16,1 7 139 0</inkml:trace>
  <inkml:trace contextRef="#ctx0" brushRef="#br0" timeOffset="99468.79">27706 16500 323 0,'0'0'430'0,"0"0"-130"0,0 0 1306 0,0 0-949 0,0 0-222 16,41 80-175-16,-41-48-40 0,0 5-27 16,0 1 11-16,-1-5-38 15,1-5-102-15,0-8-64 0,7-7-12 0,9-7-53 16,4-6-18-16,6-4 16 0,8-11 11 16,-1-5-9-16,5-5-46 0,-2-5 5 15,-2-1 0-15,-6 0 75 0,-3 1 28 0,-8 2 3 16,-3 0 3-16,-9 0 28 0,-5-2 7 15,-2 2 5-15,-10 2 106 0,-3 5-130 16,-3 7 18-16,-2 9 93 16,0 5 2-16,0 4-61 0,1 11-71 0,-4 6 0 15,1 6-65-15,-4 4-14 0,2 2-29 0,1-1-35 16,0-2-62 0,5-4-172-16,5-9-690 0,-2-4-945 0</inkml:trace>
  <inkml:trace contextRef="#ctx0" brushRef="#br0" timeOffset="99833.099">28091 15568 1494 0,'0'0'166'16,"0"0"1084"-16,0 0-876 0,0 0-113 16,20 79 11-16,-9-45 64 0,3 9-56 15,-3 7-55-15,-3 6-105 0,2 5-46 0,-7 2 0 16,0 4-13-16,-3 3-21 0,0-1-7 15,-1 2-33-15,-2-2-3 0,-3-3-24 0,5-7 8 16,1-5-36-16,0-7-64 16,3-9-47-16,7-7-35 0,-2-8-29 15,5-6-17-15,3-5-106 0,1-7-214 16,2-5-416-16,-3 0-425 0,3-13 808 0</inkml:trace>
  <inkml:trace contextRef="#ctx0" brushRef="#br0" timeOffset="100154.549">28549 16413 466 0,'0'0'294'0,"0"0"1886"0,0 0-1771 0,0 0-240 16,4 82-90-16,-5-55-16 0,-2 0 19 16,-2 1 19-16,5-1-26 0,0-7-65 15,0-2-10-15,9-6-28 0,8-8-10 16,2-4 15-16,9-3 23 0,0-9 47 0,6-8 9 16,2-5 4-16,2-7-3 0,-2-4-31 15,-2-4-11-15,-3-2-12 0,-2 0-3 16,-5 1-16-16,-5-1-86 15,-1 0-86-15,-7 3-40 0,-3 2-13 0,-2 5-34 16,-3 7-120-16,0 6-175 16,-3 2-492-16</inkml:trace>
  <inkml:trace contextRef="#ctx0" brushRef="#br0" timeOffset="100590.16">29155 16327 2020 0,'0'0'1215'16,"0"0"-1215"-16,0 0-29 16,-87-11 29-16,56 6 64 0,2 0 112 15,1 5 20-15,0 0-32 0,5 7 28 0,1 4 87 16,2 8 18-16,0 1-66 0,4 6-75 0,4 3-79 15,3-1-56-15,4-2-18 0,5-5-3 16,2-4-23 0,7-5-41-16,3-5-10 0,5-5 22 15,4-2 6-15,3-5 3 0,7-11 6 16,3-4-24-16,-1-6 2 0,4-2-21 16,-4 0 9-16,-2 3 5 0,-2 0 8 0,-1 6-2 15,-5 3 20-15,-4 5 16 0,-5 4 24 0,-3 7 41 16,-5 1 18-16,0 11 37 0,-5 5 3 15,-1 7-22-15,0 4-15 16,-5 3-45-16,-3-1-17 0,3-5-1 0,-3-6-26 0,7-9-88 16,1-7-67-16,1-3-68 15,8-14-68-15,7-6-49 0,1-9-39 16,8-7-161-16,-7 7-559 0,15-21-170 0</inkml:trace>
  <inkml:trace contextRef="#ctx0" brushRef="#br0" timeOffset="100972.278">29599 15262 805 0,'0'0'114'0,"0"0"606"0,0 0-32 16,0 0-191-16,0 0-157 0,0 0 7 16,57 81-18-16,-57-45-52 0,0 6-19 15,-9 5-109-15,-5 7-78 0,-4 4-40 16,-3 3-29-16,-2 6-2 0,-2 4-1 15,0 0-12-15,0-2 1 0,2-3-19 16,5-8-15-16,8-9-44 0,7-11 3 0,3-7 16 16,11-8 57-16,6-5 12 15,0-8-27-15,5 0-52 0,4-3 6 16,1-5 24-16,2 3 29 0,1-1 3 16,-1 1 17-16,0 4 3 0,-5 1-1 15,-1 5 13-15,-3-1-10 0,-4 5-2 16,-4 0 1-16,-4 1 1 0,-3 0-2 0,-4 1 15 0,1 0 19 15,-2-1 34-15,0-1 15 0,-2 0-12 16,-4-4-22-16,2-1-4 0,-2-4-46 16,3-3-38-16,-1-3-30 0,1-4-32 15,1 0-73-15,-1-9-9 0,3-3-55 16,0-8-72-16,0-5-168 16,5-8-121-16,10-10-48 0,-7 8-113 15</inkml:trace>
  <inkml:trace contextRef="#ctx0" brushRef="#br0" timeOffset="101316.345">30205 15571 1293 0,'0'0'98'0,"0"0"1257"0,0 0-951 15,0 0-63-15,16 102-59 0,-21-57-78 0,-6 10-40 16,-5 2 7-16,-2 6-4 0,-2-1-9 16,0 0-57-16,4-5-36 0,1-7-65 0,4-6-129 15,6-10-47-15,5-6 43 16,2-9 24-16,12-4 28 0,4-6 16 0,10-2 8 15,3-6 6-15,7-1 35 0,2 0 13 16,3-5-22-16,1-5-3 0,0-2-51 16,0-4-15-16,-4-3-105 0,0-2-11 15,-5-3-23-15,-2-1 111 0,-4 3 119 16,-3-1 3-16,-6 2 83 0,-4 4 36 0,-8 3 72 16,-3 5 28-16,-5 6-39 0,-2 3-35 15,-6 3 19-15,-10 9 88 0,-2 3-35 16,-4 6 17-16,-4 3-90 15,2 4-89-15,2 1-55 0,6-3-3 0,7-3-80 16,10-1-147-16,8-4-11 0,16-2 105 16,13-1 33-16,9-7-31 0,11-4-59 0,6-4-94 15,3-8-332-15,-14-3-497 16,24-7-564-16</inkml:trace>
  <inkml:trace contextRef="#ctx0" brushRef="#br0" timeOffset="101431.84">31260 16130 4429 0,'0'0'1001'16,"0"0"-880"-16,0 0-121 0,0 0-276 16,-104-36-66-16,73 19-194 0,7 2-752 0,-12-4-1092 15</inkml:trace>
  <inkml:trace contextRef="#ctx0" brushRef="#br0" timeOffset="112124.866">23832 16190 222 0,'0'0'1072'0,"0"0"-1072"0,0 0-130 0,0 0-232 16,0 0 118-16,0 0-47 0</inkml:trace>
  <inkml:trace contextRef="#ctx0" brushRef="#br0" timeOffset="112526.622">23832 16190 104 0,'21'16'509'0,"-19"-16"-43"0,-1-2-173 0,1 0-81 0,-2 0-105 0,0 1-68 15,0-2-39-15,0-1-58 16,0 0-76-16,-3-3-162 0,-3 2-62 0,1-2 175 16,0 2 20-16,2 0 163 0,0 0 261 15,0-1 65-15,2 0 20 0,-1 0-344 16,2 1 367-16,0 3 443 0,0 0-442 15,0 0-101 1,0 2-53-16,0-1-23 0,3 0-1 0,3 0-41 0,7-3 9 16,4 1-70-16,6-2-21 0,5 1 5 15,1 3-9-15,0 1 108 0,3 0-130 0,-1 1-43 16,0 5 0-16,-3 2 16 16,0 1-16-16,-3-1-15 0,-2 1-10 15,-6 0-6-15,-5 1 29 0,-4 2 4 16,-6 2-2-16,-2 3 0 0,-4 4-50 15,-8 1 10-15,-3 4 12 0,-4 1-40 0,-3 0 68 16,-1-2 10-16,-1 2-9 0,0-4 1 0,3 0 35 16,0-4-19-16,4-2-8 15,0-1 5-15,6-1-30 0,-1-2 15 16,7-3-1-16,2 0-24 0,3-5-3 0,1 1-37 16,9-3 22-16,7-1 9 15,3-2 34-15,8 0-16 0,1-4 32 16,7-6-32-16,1-2 16 0,5-2-3 0,3 0-25 15,-1 0-9-15,4-1-41 16,-5 1-287-16,-8 3-403 0,9-2-715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39:34.57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16535 5267 437 0,'0'0'333'15,"0"0"-239"-15,0 0 1083 0,0 0-844 0,0 0-35 0,0 0 49 16,0 0-43-16,-42-66-12 0,37 60 29 16,2 0-26-16,0 3-47 0,3 1-32 15,0 0-44-15,0 1-52 0,0 1-44 16,11 0-24-16,5 0 0 15,10 0 42-15,13 5-24 0,9-2-27 16,9 4-31-16,1 1-12 0,7-2 0 0,-2 0-16 16,1 0 15-16,-1 0-11 0,-1 1-10 0,1-1 4 15,-3 1-31 1,-4 4-2-16,-6-4 20 0,-2 1-11 0,-9 2-38 0,-9-3 16 16,-6 4-3-16,-10-3 12 0,-9 2 9 15,-5 1 9-15,0 2 0 16,-13 4 12-16,-7 1 1 0,-9 4-26 0,-7 2 1 15,-6 4-16-15,-5-2 10 0,1 2-54 16,-5 1 29-16,1 6 46 0,-1-2 34 16,-2 3 16-16,0 0 0 0,4 3 27 15,1-1-21-15,4-3 15 0,3 1-6 16,2 0-16-16,6-1 20 0,4-2 2 0,8-4 37 16,5-2-19-16,7-2-21 0,6-4 3 0,3-3-16 15,6-5 1-15,7 3 12 0,7-5-10 16,3-1 13-1,7-1 0-15,2 0-13 0,6 0 7 16,2 0 9-16,3-4-4 0,1 3 1 16,-2-2-12-16,-2-3-1 0,-1 2-24 15,-3-3 12-15,-2 2-30 0,0-4 18 0,-3 2-28 0,-3-1-14 16,-5 2 11-16,-5-3-58 0,-5 0-52 16,-4 0-3-16,-2 0-32 15,-4 0-73-15,-3 1-206 0,0-1-239 16,0 0-425-16,-10 0-405 0</inkml:trace>
  <inkml:trace contextRef="#ctx0" brushRef="#br0" timeOffset="289.289">17471 5981 2043 0,'0'0'727'16,"0"0"-495"-16,0 0 14 0,0 0-99 16,0 0 78-16,0 0 147 0,-30 85-34 15,22-55-106-15,-1 6-69 0,0 2-34 16,0 6-61-16,-1 1-7 16,-2 2 9-16,1-3-70 0,0 0-6 0,0-4-22 15,5-4-30-15,3-6 22 0,3-5-16 16,0-5-77-16,5-6-19 0,5-7-16 15,1-4-19-15,4-3-74 0,5-5-182 16,6-7-279-16,-5 0-506 0</inkml:trace>
  <inkml:trace contextRef="#ctx0" brushRef="#br0" timeOffset="503.904">17985 5905 1721 0,'0'0'1455'16,"0"0"-1032"-16,0 0-149 0,0 0 9 0,92 12 19 15,-64-9-62-15,3-3-80 16,-2 0-77-16,1 0-80 0,1 0-3 0,-4 0-33 0,-1 0-49 16,-4 0-51-16,-4-3-107 15,-6 3-84-15,-5 0-192 0,-7 0-454 16,-3 0-416-16,-20 0 126 0</inkml:trace>
  <inkml:trace contextRef="#ctx0" brushRef="#br0" timeOffset="670.849">17940 6060 855 0,'0'0'2003'16,"0"0"-1494"-16,0 0-217 0,0 0-24 0,0 0 89 16,0 0-13-16,0 0-22 15,84 54-114-15,-51-49-80 0,2-2-80 0,2 0-32 16,1-3-16-16,1 0-22 0,-2 0-51 15,3 0-110-15,-2 0-92 0,-1 0-105 16,-11-3-280-16,13 0-850 0</inkml:trace>
  <inkml:trace contextRef="#ctx0" brushRef="#br0" timeOffset="1369.459">19456 5170 1045 0,'0'0'2131'16,"0"0"-1677"-16,0 0-176 0,0 0-108 15,96-20 52-15,-49 9 56 0,10 1-59 16,7 3-32-16,5 0 2 0,3 3-64 16,-1 2-37-16,-3 2-33 15,-5 0-4-15,-8 1-51 0,-8 4 2 0,-10 2-14 0,-9-1-27 16,-6 4-7-16,-9 0-5 15,-6 5 5-15,-7 0 0 16,-1 5 46-16,-14 5 28 0,-8 5-28 0,-7 3-25 0,-8 4-60 16,-7 3 15-16,-5 3 3 0,-3 2-1 15,-3 0 44-15,-3 2-1 0,-2 3 12 16,-2 1 13-16,0 0 19 0,2 1 2 16,5-3 13-16,7-2-7 0,7 1 13 0,10-5-25 15,12-7 28-15,7-4 18 16,13-5 6-16,0-3-9 0,17-7 24 15,8-2-34-15,8 0 4 0,7-2-16 0,9-4 4 16,3 0 11-16,8-6-5 0,-1-1-16 16,3-2-9-16,-2 0-19 15,-2 0 29-15,-4-4-31 0,-6 0-26 0,-3 1-4 16,-6 0-18-16,-6 1-89 0,-2 1-51 0,-5 1-4 16,0-3-43-16,-3 3-156 0,-7 0-392 15,4-1-702-15</inkml:trace>
  <inkml:trace contextRef="#ctx0" brushRef="#br0" timeOffset="1773.126">21154 5297 1223 0,'0'0'2157'15,"0"0"-1720"1,0 0-198-16,0 0-101 0,0 0 8 0,0 0 163 16,0 0-57-16,0 0-29 0,-82 43-73 15,59-17-68-15,1 5-22 0,-1 4-14 0,-3 6-13 16,1 3 4-16,-3 6-1 0,-2 6 16 15,1 3 72-15,-4 1-40 0,5 4-41 16,1-1-13-16,5-3-3 0,5-1-3 16,9-5 3-16,3-5-8 0,5-6-18 15,5-2-1-15,9-6 0 0,6-4 2 16,6-4-4-16,4-6-18 0,6-3-10 0,1-7 3 16,4-4-39-16,2-4-31 15,0-3-12-15,2-3-9 0,-3-5-37 16,0-3-34-16,-5-3-95 0,-1-2-162 15,-5-3-296-15,-8 2-464 0,0-14-728 0</inkml:trace>
  <inkml:trace contextRef="#ctx0" brushRef="#br0" timeOffset="2803.45">21970 5467 33 0,'0'0'143'0,"0"0"268"0,0 0 918 0,0 0-1079 15,0 0-1-15,0 0-26 0,0 0-10 0,0 0-27 16,0 0-13-16,36-69-7 0,-36 63-27 16,0-1 4-16,0 2-4 0,-3 0-4 15,0 1 13-15,0 0 11 0,0 3 0 16,-2-2-23-16,-3 3 0 0,0 0-1 16,-2 0-34-16,-3 1-49 0,-4 5-27 15,-2 3-10-15,-4 3 3 16,0 1 7-16,-3 5-7 0,1 5 7 0,-2 4-22 15,-1 6 30-15,-1 7-5 16,-1 5 5-16,0 4 34 0,-2 4-21 0,0-3-1 0,4 5-2 16,3-4-13-16,2-1 1 15,9-3 11-15,5-4-8 0,9-5 17 16,7-3 7-16,11-4-4 0,8-3-2 0,5-2-28 16,5-5-6-16,3-3-18 15,3-6-14-15,1-4 11 0,0-3-49 16,-1-2 7-16,-3-3-28 0,-1-3-42 0,-7-3-34 0,-4-5-33 15,-6-1-63-15,-5-2-96 16,-6 0-230-16,-7-5-227 0,-3 5-440 16,-7-10-294-16</inkml:trace>
  <inkml:trace contextRef="#ctx0" brushRef="#br0" timeOffset="2978.148">21700 5921 1444 0,'0'0'332'0,"0"0"714"0,0 0-610 0,0 0-144 16,0 0-20-16,0 0-1 0,0 0 56 15,86 0-16-15,-48 0-130 0,3-1-114 16,-1-5-67-16,-1 1-34 0,-3-2-55 0,-6-2-55 16,-3 2-57-16,-3-1-22 0,-6 2-115 15,-1-3-263-15,-8 1-378 0,-1 0-143 0,-5-3 7 16,-3 6 991 0,0-4 115-16</inkml:trace>
  <inkml:trace contextRef="#ctx0" brushRef="#br0" timeOffset="3100.64">22099 5817 676 0,'0'0'91'0,"0"0"300"0,0 0 830 0,0 0-818 15,0 0-24-15,-3 92-102 0,1-60-23 0,2 5 7 16,-1 3 93-16,-1 3-91 0,2-1-23 0,0-3-71 16,0-4-78-16,0-6-91 0,8-3 0 15,1-6-79-15,4-8-56 0,4-3-49 16,5-6-57-16,1-3-196 0,-3-4-687 0,12-18-814 16</inkml:trace>
  <inkml:trace contextRef="#ctx0" brushRef="#br0" timeOffset="3386.172">22814 5349 2910 0,'0'0'743'0,"0"0"-372"0,0 0-167 0,56 67 72 16,-39-38 81-16,-2 3-39 0,-2 4-84 15,-1 5-103-15,-1 3-68 0,-2 7-20 0,-2 0-31 16,-5 6-12-16,-2 0-12 0,0 2-15 16,-2 2-7-16,-3-3 7 15,-6 3-40-15,-1-5 13 0,-5-4-28 0,-1-4-6 16,-3-5 14-16,-4-3-11 0,0-3-19 0,-1-5 12 16,-2-1-27-16,0-3 5 0,1-6-43 0,1-3-113 15,1-5-65 1,1-3-143-16,2-5-97 0,8-5-398 15,-6-1-593-15</inkml:trace>
  <inkml:trace contextRef="#ctx0" brushRef="#br0" timeOffset="7993">22941 5909 2240 0,'0'0'1203'0,"0"0"-858"0,0 0-33 0,0 0-159 15,0 0-69-15,0 0 24 0,0 0 102 0,104 13 9 16,-68-12-45-16,4 2-40 0,-1-1-42 16,0-1-44-16,-3 1-30 15,0-1 1-15,-3 1-19 0,-2-2-2 0,-7 0-20 16,-2 0-45-16,-4 0-70 0,-6 0-46 16,-5 0-59-16,0-2-77 0,-7-2-228 15,-1 4-603-15,-6-5-893 16,-15 2 1723-16</inkml:trace>
  <inkml:trace contextRef="#ctx0" brushRef="#br0" timeOffset="8178.222">23056 6147 1463 0,'0'0'1988'16,"0"0"-1517"-16,0 0-258 0,0 0-125 15,0 0-7-15,0 0 46 0,97 1 129 16,-71-6-108-16,-1-2-124 0,4-2-24 0,2-2-163 15,1 1-124-15,2-3-49 0,-1-1-359 16,-1 0-385-16,-9 3-734 0,3-5 1330 0</inkml:trace>
  <inkml:trace contextRef="#ctx0" brushRef="#br0" timeOffset="8654.252">24297 5442 2176 0,'0'0'1257'0,"0"0"-1004"16,0 0-123-16,0 0-105 0,0 0 41 15,0 0 92-15,0 0 122 0,0 0-57 16,0 0-72-16,-79-19 9 0,48 41-111 0,-6 6-28 16,-2 6 71-16,-6 7-46 15,-5 8-25-15,1-1-21 0,0 2-1 16,6-3-11-16,6-4 12 0,6-4 31 0,11-6 15 16,4-5 6-16,8-4-19 0,-1-5-22 15,6-5-11-15,3 0 0 0,0-4-1 16,5-1 0-16,4-3-32 0,3 2-10 15,5-2 10-15,-1 1-7 0,4 2 0 16,-1 2-2-16,1 2 17 0,-3 5-8 0,-3 8 20 16,-3 5 13-16,-4 7 16 0,-2 4 23 15,-4 2-14-15,-1 3-4 0,0-2 13 16,-6-1 5-16,-1-1-38 0,1-3 12 0,-1-2 5 16,0-6 6-16,1-2-24 15,1-5-3-15,2-8-39 0,3-1-50 16,0-2-24-16,1-3-34 0,7-3-155 15,-2-3-210-15,2 0-258 0,3-5-772 0</inkml:trace>
  <inkml:trace contextRef="#ctx0" brushRef="#br0" timeOffset="10137.697">24351 5992 346 0,'0'0'212'0,"0"0"-144"0,0 0 551 16,0 0 184-16,0 0-311 0,0 0-195 16,0 0-50-16,0 0-33 0,0 0-48 0,0 0-71 15,0 0-22-15,50-33-26 0,-36 21-6 16,4-1-13-16,1-1 10 0,1-2-9 0,-1 2 2 16,-1 2 1-16,-2 0-1 0,1 1-3 15,-3 3-26-15,-5 2-2 16,-1 1-11-16,-4 5-8 0,-3 0 17 15,1 0 2-15,-1 0 22 0,-1 6-21 16,3 6 40-16,-1 1-4 0,1 8 4 16,-2 4 13-16,2 4-23 0,-3 5 22 0,0 1-3 15,0 3 16-15,0-2-7 0,3 1-7 0,2-6-27 16,1-3 9-16,3-5-34 0,1-4 0 16,-1-2-15-16,1-5 2 0,1-5-70 15,-1-2-57 1,3-2-58-16,2-3-123 0,-1-4-190 0,-3-2-652 15,1-12-866-15</inkml:trace>
  <inkml:trace contextRef="#ctx0" brushRef="#br0" timeOffset="10345.528">24868 5857 1717 0,'0'0'772'0,"0"0"-241"0,0 0-205 16,0 0-173-16,0 0 37 0,0 0 83 15,-91 66-3-15,68-36-31 0,-1 5-72 16,-1 3-72-16,-3 3-27 0,-1 1-25 0,1-3-23 16,4-3-20-16,2-7-24 0,6-6-84 15,6-6-58-15,7-4-14 0,3-4-31 0,8-6-94 16,7-3-131-16,-2 0-230 0,16-11-604 0</inkml:trace>
  <inkml:trace contextRef="#ctx0" brushRef="#br0" timeOffset="10578.317">25298 5828 1790 0,'0'0'1218'0,"0"0"-879"0,0 0-120 16,0 0-76-16,-95 85 58 0,66-53 144 16,-1 5-35-16,3 4-73 0,1 1-121 0,2 0-57 15,4-2-26-15,5-2-2 0,8-6 5 16,6-4 16-1,1-5-3-15,7-3-49 0,7-5 0 16,4-2-33-16,4-4 5 0,0-3-12 0,4-2-27 16,0-4-37-16,1 0-40 0,-4-6-44 0,-1-6-75 15,-5-2-132-15,-3 2-225 16,-9-10-590-16</inkml:trace>
  <inkml:trace contextRef="#ctx0" brushRef="#br0" timeOffset="10740.249">25029 6094 734 0,'0'0'1959'16,"0"0"-1522"-16,0 0-106 0,0 0-96 16,0 0 101-16,0 0-35 0,0 0 5 15,81 26-100-15,-50-21-87 0,2-1-58 16,2-2-42-16,0-2-19 0,0 0-48 0,-1 0-62 0,0-6-68 16,-1 0-78-16,0 0-143 0,-9-1-347 15,7-6-813-15</inkml:trace>
  <inkml:trace contextRef="#ctx0" brushRef="#br0" timeOffset="11457.185">26098 5635 1672 0,'0'0'373'0,"0"0"213"16,0 0-380-16,0 0-168 0,0 0 68 15,2-68 134-15,-4 61 123 0,-3 3-66 16,1 3-102-16,-1 1-76 0,0 0-48 0,-3 2-30 16,-4 8 24-16,-3 9 43 0,-5 6 1 0,-5 9-17 15,0 7-46-15,-4 4 6 0,-1 6 13 16,2 1-4-16,0-1 3 0,6 2 10 16,3-2-4-16,4-2 3 0,7-2 9 15,1-1 7 1,5-7 8-16,2-4-30 0,6-5-34 0,8-5 6 0,2-3-19 15,4-5-20-15,5-5-19 0,1-2-5 16,1-3-15-16,-1-5-46 0,0-2-61 16,-1-1-19-16,-2-9-48 0,-6 0-76 15,-3-5-179-15,-6-1-232 0,-4 4-424 16,-6-9-375-16</inkml:trace>
  <inkml:trace contextRef="#ctx0" brushRef="#br0" timeOffset="11724.395">25878 6136 893 0,'0'0'821'0,"0"0"518"15,0 0-873-15,0 0-132 0,0 0-32 0,0 0 3 16,0 0-46-16,0 0-56 0,80 0-78 16,-52 0-76-16,3-4-49 0,-3-4-25 0,0-1-91 15,-3 0-37-15,-1-1-50 0,-3-2-57 16,-4 0-153-16,-3 1-207 16,-6 3-345-16,-3-4 183 0,-4 0 20 0,-1 1 61 15,-3 4 697-15,-2 2-88 0,-1 3 92 0,0 2 267 16,1 7 118-16,-1 5-300 15,3 6 1191-15,-2 0-616 0,4 1-191 16,-1 4-135-16,1 3-58 0,1 0 0 16,0 0 56-16,0 0-33 0,4-3-77 0,4-1-82 15,1-3-90-15,2-4-50 0,-1-2-107 16,3-4-58-16,0-4-29 0,2 0-72 0,1-4-194 16,-3-1-302-1,9-6-830-15</inkml:trace>
  <inkml:trace contextRef="#ctx0" brushRef="#br0" timeOffset="12052.556">26866 5375 1045 0,'0'0'2343'0,"0"0"-1890"0,0 0-198 0,-3 82-21 15,-3-43 115-15,-3 6 10 0,-1 4-73 16,-1 5-85-16,2 2-77 0,-1 4-39 0,1 0-31 16,3 2-9-16,1 0-2 0,0 0-25 15,5-3-6-15,0 1-10 0,0 1-2 16,5-2-3-16,-1-2 2 0,-3 0-2 16,-1-3-24-16,0-3-19 0,-2 1-17 0,-6-2-13 15,-2-3 10-15,2 0-4 16,0-4-33-16,1-5-37 0,0-2-6 15,4-3 39-15,3-7 46 0,0-3-71 16,0-6-169-16,0-7-269 0,0-2-490 0,0-5-519 16</inkml:trace>
  <inkml:trace contextRef="#ctx0" brushRef="#br0" timeOffset="16566.291">11454 10046 460 0,'0'0'300'0,"0"0"-154"0,0 0 196 16,0 0 671-16,0 0-590 0,0 0-79 15,0 0-65-15,0 0-66 0,0 0-55 16,0 0-35-16,-2 7-22 0,5-7-10 16,0-2-18-16,0 0-11 0,0-1-15 15,1 0-31-15,3-3-14 0,1 0-2 0,3-1 22 16,1-4-22-16,1 2-12 0,1-2 10 15,0 0-23-15,1 3-3 0,1-1-9 16,-3 2 15-16,0 0 0 0,-2 7-1 0,2 0-15 16,-1 0 7-1,-2 0 3-15,1 11 28 0,-1 1 16 16,1 2 28-16,0 3-6 0,-2 2-6 0,-2 0-29 0,3 0 32 16,-3 2 8-16,0 0-30 0,1 0 15 15,-1-1-3-15,1-1 3 16,0-2-3-16,-1 1-7 0,0-8-5 15,-1-1-12-15,1-1-1 0,-1-4 0 16,0-2-31-16,-2 0-50 0,3-2-19 0,-3 0-42 16,2-6-53-16,0-4-90 15,0-5-136-15,-2 4-388 0,3-13-724 0</inkml:trace>
  <inkml:trace contextRef="#ctx0" brushRef="#br0" timeOffset="16853.894">11944 9826 453 0,'0'0'307'15,"0"0"-144"-15,0 0 547 0,0 0-330 0,0 0-89 16,0 0-58-16,0 0-36 16,-79 77-33-16,65-60-4 0,0 2-38 15,0 0 2-15,-3 4-47 0,1-3-4 0,-3 4-19 16,4 0 0-16,-3-1-10 15,0 0-22-15,1 0-3 0,0-1 4 0,1-1-23 16,4-2-3-16,-2-2 2 0,2-3-1 0,3-1-29 16,1-5-30-16,5 0 4 0,-1-2-51 15,4-5-32-15,0 1-42 16,0-2-33-16,0 0-62 0,0 0-124 0,4-2-297 16,-2-1-516-16,2-9 1038 0</inkml:trace>
  <inkml:trace contextRef="#ctx0" brushRef="#br0" timeOffset="17637.625">12206 10168 684 0,'0'0'251'0,"0"0"1262"0,0 0-1162 16,0 0-174-16,0 0-49 0,0 0 32 15,0 0 91-15,-20 76 12 0,13-59-78 16,1 0-49-16,3-2-86 0,0-1-50 0,0-3-1 16,3-3-12-16,0-2 11 0,0-1-66 15,0-4-84-15,2-1-43 16,5-2-55-16,1-8-175 0,-2 3-280 0,7-11-676 0</inkml:trace>
  <inkml:trace contextRef="#ctx0" brushRef="#br0" timeOffset="18070.823">12445 10056 1284 0,'0'0'1194'15,"0"0"-474"1,0 0-395-16,-31 82-113 0,16-52 8 0,5-5 87 0,0-5-49 15,7-4-92-15,3-7-124 0,0-4-42 16,10-4-52-16,4-1 6 16,6 0-10-16,1-9-9 0,3-2-34 0,2-4-3 15,-2-1-13-15,-1-2 9 0,-2 0-11 16,-3 1-3-16,-3 3 29 0,-3 6 34 16,-1 2 57-16,-3 3 13 0,-4 3 22 15,0 0 43-15,-2 5 20 0,-1 5-67 0,2 3 38 16,-1 3-12-16,-2 5-22 0,1 4-1 15,-1 2 7-15,0 5-13 0,3 4 18 16,-2 2 1-16,0 4-4 0,2 3 23 16,3-1-32-16,-1 0 21 0,-1 0-18 15,0 1 22-15,1-3-10 0,-3 1-9 0,0 0-18 16,-2-3 9-16,0-5 21 0,0-2-21 16,0-3 2-16,-2-2 4 0,-5-3-18 15,3-4-4-15,-2-2-13 16,0-4 10-16,-2 1-10 0,-4-5-2 15,1-2-17-15,-5 2-23 0,0-4 3 0,-6-3 22 16,-2 0 12-16,0-3-31 0,-3-1-24 0,-2-5-28 16,-1-6-35-16,-3-7-74 0,-6-7-98 15,-1-6-126-15,8 6-312 0,-28-25-1134 0</inkml:trace>
  <inkml:trace contextRef="#ctx0" brushRef="#br0" timeOffset="18424.461">10987 9783 991 0,'0'0'362'0,"0"0"935"0,0 0-879 16,0 0-131-16,0 0-17 0,0 0 99 16,0 0-75-16,0 0-24 0,104 38-73 15,-70-38-74-15,4-3-53 0,0-6-50 16,-1 1-20-16,-6-2-49 0,-3 2-43 15,-4 1-9-15,-5 3-53 0,-3 1-75 0,-6 1-187 16,-3 2-560-16,-5 0-577 16</inkml:trace>
  <inkml:trace contextRef="#ctx0" brushRef="#br0" timeOffset="18638.337">11203 9969 1387 0,'0'0'173'0,"0"0"961"15,0 0-867-15,0 0-36 0,-7 86-31 0,7-59 124 16,0 3 0-16,0 4-33 0,1 5-59 16,2 1-69-16,0 1-62 0,3 0-27 15,-2 1-22-15,2-5-21 0,2-1-28 16,1-5-2-16,1-4-1 0,6-7-40 0,2-2-36 16,4-5-32-16,6-5-37 0,4-4-31 0,2-4-69 15,4-4-101 1,3-10-230-16,0-2-601 0,-11 1-425 15,13-10 1357-15</inkml:trace>
  <inkml:trace contextRef="#ctx0" brushRef="#br0" timeOffset="19136.23">13032 9932 1934 0,'0'0'1795'0,"0"0"-1509"15,0 0-286-15,0 0-208 0,0 0 63 16,0 0 145-16,0 0 153 0,0 0-59 0,0 0-91 15,0 0 16-15,79-39 28 0,-67 36-19 16,-1 0-25-16,4 1-2 0,-4 2 0 0,2 0 37 16,-1 2 7-16,-1 3-17 0,1 2 0 15,-1 2-9-15,-2 4-18 0,-2 1 17 16,0 4 7-16,-4 3-21 16,0 1 20-16,-1 2 5 0,-1 3-1 0,-1 0-7 15,0 5-8-15,2-1 2 16,-2 1 10-16,0-1 9 0,1 3-22 0,-1-2 1 15,0 1 2-15,3-1 4 0,-1-3 3 16,1 1 2-16,-1-3-24 0,1-3 0 16,0-1-10-16,0-2 10 0,-1-2 15 0,1-2-13 15,-3-4-2-15,0-1-4 0,0-5 2 16,-1-2-32-16,-6-2-15 0,-2-1-7 0,-4 0-9 16,-2-2-4-16,-2 0-5 0,-3-6-65 15,4-4-30-15,1-8-65 16,4-2-198-16,7-6-580 0,1 5-845 15,3-14 1707-15</inkml:trace>
  <inkml:trace contextRef="#ctx0" brushRef="#br0" timeOffset="19325.153">13688 10201 833 0,'0'0'3263'0,"0"0"-2717"0,0 0-395 0,0 0-121 15,0 0-17-15,89-1-10 16,-70-5 49-16,-1-1-52 0,0-4-34 0,0 3-113 16,-2-3-63-16,-1-1-100 0,-4 5-257 15,-5 1-689-15,-3 2-634 0,-6 4 1413 0</inkml:trace>
  <inkml:trace contextRef="#ctx0" brushRef="#br0" timeOffset="19463.91">13688 10332 1148 0,'0'0'1724'0,"0"0"-1190"0,0 0-337 16,0 0-115-16,0 0-28 0,0 0 18 16,0 0 79-16,77 0-12 15,-48-7-139-15,1 1-114 0,5-1-166 0,1-4-123 16,0 3-606-16,-10 0-1133 0,13-2 2061 0</inkml:trace>
  <inkml:trace contextRef="#ctx0" brushRef="#br0" timeOffset="20071.283">14427 9724 411 0,'0'0'1049'15,"0"0"-292"-15,0 0-347 0,0 0-142 0,0 0-66 16,81 5 60-16,-63 9 77 0,3 2 20 0,0 7-69 16,2 6-70-16,0 4-38 15,-2 3-32-15,-3 4-37 0,-3-2-45 0,-3 4-26 16,-1-5-39-16,-4 0 6 15,-1-4-9-15,-1-6-21 0,0 0-12 16,-1-8-32-16,0-6-2 0,-1-3-34 16,2-6-53-16,-1-4-55 0,4 0-124 0,3-8-205 15,0-6-254-15,1 1-539 0,2-13-159 0</inkml:trace>
  <inkml:trace contextRef="#ctx0" brushRef="#br0" timeOffset="20269.572">14855 9837 101 0,'0'0'2149'0,"0"0"-1716"0,0 0-118 0,0 0-116 0,0 0 56 16,-85 92 33-16,63-59 1 0,1 2-13 15,-1 2-93-15,0 1-69 0,-1-1-31 0,3-1-52 16,0 0-31-16,0-4-25 0,1-3-33 16,3-3-38-16,2-5-31 15,4-5-56-15,4-8-56 0,5-1-123 16,1-7-221-16,1-2-566 0,6-6-360 15,9-13 1124-15</inkml:trace>
  <inkml:trace contextRef="#ctx0" brushRef="#br0" timeOffset="20697.296">15189 9962 1072 0,'0'0'2305'0,"0"0"-1840"16,-13 75-204-16,3-44-49 0,2 4 30 15,0-5 16-15,1-6-95 0,4-6-136 0,3-6-27 16,3-7-58-16,7-5-28 0,7 0 9 16,2-7 13-16,6-4-19 0,2-6-84 15,0-3-35-15,4-4-20 0,-4 1 2 0,-4-2 5 16,0 3 82-16,-7 4 86 16,-4 3 47-16,-5 4 31 0,-3 1 4 15,0 7 41-15,-4 1 16 0,0 2 19 16,0 3-33-16,0 4 14 0,0 6 25 0,0 5-39 15,0 3-19-15,0 7-12 0,0 1-7 16,0 5 13-16,0 3 9 0,3 1 22 16,-3 4 2-16,3 3-9 0,-1-1-31 15,-1 3-18-15,-1-3-10 0,0 3-15 0,0-3-1 16,0-1 1-16,0-4-1 16,0-3 9-16,0-5-11 0,0-4 0 15,0-2 0-15,0-6 15 0,0 0-15 0,-3-7 1 16,0-1 0-16,-5-3-1 0,-2-2-12 15,-2 0-22-15,-7-1-24 0,-2-3-28 16,-6-2-7-16,0-3 0 0,-4-7 25 16,0-4-26-16,-2-8-52 0,0-3-138 0,2-8-175 15,-1-2-550-15,10 6-508 0,-7-18 774 0</inkml:trace>
  <inkml:trace contextRef="#ctx0" brushRef="#br0" timeOffset="21165.288">15871 9918 1725 0,'0'0'810'0,"0"0"-343"0,0 0-170 0,0 0-138 15,0 0-41-15,0 0 62 0,0 0 59 16,0 0-16-16,0 0-15 0,0 0-35 0,58 83-50 16,-41-53-28-16,-3-1-27 0,2-1-1 15,-3-1-30-15,0-4-19 16,-3 0-18-16,0-8-2 0,0-1-65 0,-3-5-80 15,2-2-41-15,1-6-50 0,3-1-55 16,2-3-126-16,-4-2-321 0,8-14-741 0</inkml:trace>
  <inkml:trace contextRef="#ctx0" brushRef="#br0" timeOffset="21369.752">16233 9929 851 0,'0'0'1567'0,"0"0"-1026"0,0 0-202 0,-71 70-154 0,44-40 5 0,-1 6 74 16,1 2 59-16,-2 2-53 0,3-2-85 16,3-3-68-16,1-7-41 0,5-4-46 0,4-8-30 15,3-3-28-15,2-5-73 0,2-6-10 16,4-2-9-16,-1 0-50 0,3-11-169 16,0-6-65-16,0-9-326 0,0 5-398 15,5-24-625-15</inkml:trace>
  <inkml:trace contextRef="#ctx0" brushRef="#br0" timeOffset="21530.827">16390 9674 931 0,'0'0'2182'16,"0"0"-1641"-16,0 0-292 0,0 0-152 15,0 0 14-15,96 8-9 16,-73-15-30-16,2-6-72 0,-1-2-84 0,1-4-114 15,2-3-113-15,-5 3-239 0,5-10-981 0</inkml:trace>
  <inkml:trace contextRef="#ctx0" brushRef="#br0" timeOffset="21705.835">16724 9438 421 0,'0'0'1917'0,"0"0"-775"0,0 0-816 0,-29 69-128 15,25-39-34-15,1-1 88 16,2 4 10-16,1 3-84 0,0 3-116 0,0 0-62 16,0 3 0-16,-2-2-59 0,-2-2-134 0,-2 1-67 15,-2-5-137 1,2-8-371-16,-2 4-898 0</inkml:trace>
  <inkml:trace contextRef="#ctx0" brushRef="#br0" timeOffset="22156.096">16895 9989 2108 0,'0'0'1491'0,"0"0"-1021"16,-20 71-280-16,12-40-100 0,-1 4 50 0,2 0 155 16,1-4-34-1,5-5-112-15,1-7-110 0,4-7-39 0,8-7-64 16,6-3-43-16,5-2 0 0,5-9-3 15,2-4-13-15,0-5-53 0,3-5-62 16,-4-2-72-16,-2 2 80 0,-2 0 88 16,-5 4 79-16,-1 0 47 0,-7 7 16 15,-2 0 35-15,-3 5 50 0,-3 3 38 0,-2 4-3 0,-2 0 15 16,0 6 13-16,0 6 26 0,1 2-56 16,0 5-47-16,-1 3-25 0,2 5-6 15,-1 3-3-15,2 3 28 0,-1 4 33 16,1 1 34-16,-2 1-29 15,2 4-38-15,1 0-23 0,0 1-5 0,-2-1 30 16,-1 0 60-16,-1-3-23 0,-3-2-62 16,-3-3-21-16,-3-4-21 0,0-5-1 15,-2-4-11-15,-1-3-18 0,0-3 6 16,0-4-4-16,1-3-2 0,0-4-22 16,-3-4 4-16,0-1-4 0,-1-3-3 0,2-9 6 15,-2-5-15-15,2-6-42 0,-2-3-75 0,1-5 21 16,2-3-77-16,1-7-102 0,6 0-121 15,0-5-521-15,4 11-435 16</inkml:trace>
  <inkml:trace contextRef="#ctx0" brushRef="#br0" timeOffset="22334.423">17466 9875 2850 0,'0'0'1213'0,"0"0"-806"0,0 0-129 16,0 0-36-16,0 0-53 0,85 22-61 16,-62-22-51-16,1-10-77 0,3-3-85 15,0-5-77-15,-1-5-27 0,-1 2-121 0,-5-4-316 16,-4 7-745-16,-3-8-1124 0</inkml:trace>
  <inkml:trace contextRef="#ctx0" brushRef="#br0" timeOffset="22506.363">17792 9662 1694 0,'0'0'1530'0,"0"0"-1044"0,0 0-244 15,0 76-103-15,1-45 51 0,1 6 73 0,-1 0 2 16,1 1-127-16,1 3-129 16,0-1-9-16,-2-1-79 0,-1 3-32 0,0 1-92 15,-1-3-145-15,-5 3-208 0,-2-4-470 16,0-12-554-16,-1 9 856 0</inkml:trace>
  <inkml:trace contextRef="#ctx0" brushRef="#br0" timeOffset="31881.298">11036 11784 901 0,'0'0'2312'0,"0"0"-1896"0,0 0-346 0,0 0-19 16,0 0 49-16,0 0 73 0,0 0 121 0,0 0-49 15,92 10-33-15,-55-4-89 0,-2 1-65 16,-2 2-9-16,-3-2-49 0,-1 3-21 16,-5-4-10-16,-1-2-52 0,-3 0-58 0,-3-4-75 15,0 0-60 1,-5 0-261-16,-4-1-579 0,-3-4-589 0</inkml:trace>
  <inkml:trace contextRef="#ctx0" brushRef="#br0" timeOffset="32195.035">11193 11944 886 0,'0'0'1562'16,"0"0"-1208"-16,0 0-138 0,0 0-43 0,-34 89 62 15,23-58-9-15,-2 2-47 0,0 1-37 0,3 1-76 16,-1-1-50-16,4-1-3 16,1 0-13-16,0 3 3 0,0 1 22 15,1 0-23-15,2 1-2 0,3-3 16 0,0 1 21 16,1-3-21-16,6-3 27 0,3-3 1 16,1-2 46-16,3-4 9 0,0-2-34 15,5-6-31-15,-3-2-12 0,4-4-22 0,0-6-2 16,-1-1 2-16,4 0 33 15,1-6-33-15,-1 0-44 0,-4-2-17 16,3-4-85-16,-5-1-63 0,2-3-52 0,1-1-130 16,-4 0-262-16,4-2-605 0,-7 7-57 15,7-12 1058-15</inkml:trace>
  <inkml:trace contextRef="#ctx0" brushRef="#br0" timeOffset="32470.347">11667 12091 2481 0,'0'0'413'0,"0"0"-179"15,0 0 18-15,0 0 78 0,0 0 57 16,0 0-67-16,27 75-106 0,-15-39-79 0,2 1-27 15,-1 6-38-15,1-1 3 16,-2-1-42-16,0-4-31 0,2-5-28 0,-1-8-11 16,-1-5-47-16,1-7-34 0,1-7-24 15,-1-5-66-15,2-1-130 0,0-9-174 16,0-7-288-16,1-5-681 0,-6 6 239 0</inkml:trace>
  <inkml:trace contextRef="#ctx0" brushRef="#br0" timeOffset="32653.12">11958 12180 1928 0,'0'0'1455'16,"0"0"-1170"-16,0 0-114 0,-60 76 46 0,39-45 58 15,-2 4-71-15,-1 2 6 0,3 1-115 16,-1-1-81-16,2-3-14 0,-2 0-40 0,5-4-12 16,-2-4-28-16,6-1-90 0,-1-5-78 15,5-5-213-15,2-4-315 16,2-4-460-16,2-2-414 0,3-5 1569 0</inkml:trace>
  <inkml:trace contextRef="#ctx0" brushRef="#br0" timeOffset="32820.235">12137 12414 1231 0,'0'0'2149'0,"0"0"-1728"15,0 0-195-15,4 87 118 0,-4-49-60 16,-1 2 29-16,-2 3-111 0,0-1-144 15,3-4-58-15,0-5-49 0,3-4-3 16,7-8-52-16,0-7-73 0,2-4-57 16,0-5-110-16,2-5-195 0,0-10-482 15,3-8-417-15,-5 1 320 0,8-17 966 0</inkml:trace>
  <inkml:trace contextRef="#ctx0" brushRef="#br0" timeOffset="33327.347">12483 12237 1668 0,'0'0'474'0,"0"0"340"16,0 0-424-16,0 0-82 0,0 0 16 16,0 0 45-16,0 0-66 0,0 0-94 15,-4 85-99-15,4-62-51 0,0-3-20 0,0 2-39 16,1-7-24-16,2-3-16 0,5-3-21 16,-2-4-28-16,1-5 6 0,4 0 12 15,1-5 7-15,2-6-7 0,0-6 0 0,0-1 3 16,-1-2 30-16,2-3-8 0,-4 1 6 15,2 1 37-15,-3 2 3 16,-2 2 0-16,0 3 27 16,-4 5 1-16,-1 4 3 0,0 2-6 0,-1 1 15 15,-2 2 44-15,0 0-25 0,1 5-7 0,-1 2-12 16,2 5 40-16,-1 4 21 0,2 3-9 16,-3 5-15-16,1 4-22 0,-1 4 9 0,0 5 0 15,0 4-19-15,0 2-11 0,0 5-19 16,-1 4-15-16,-2 3 0 0,2 4 0 15,1 3-2-15,0 1 0 16,0 1-13-16,0 0-6 0,-2-2 21 16,1-4 30-16,-2-6 2 0,1-5-32 15,-1-3-12-15,-1-4 9 0,0-5 3 16,-2 2 0-16,2-6 1 0,-1-3 0 0,1-4 2 0,-2-7-1 16,0-2 1-16,-3-6 22 0,-2-3 5 15,-6-5-28-15,0-1-2 16,-8 0-12-16,-1-1-22 0,-4-8-2 0,-2-4-13 15,1-3-18-15,0-5 28 16,3-3-16-16,2-2-13 0,4-1-42 0,3 0 43 16,1 0-65-16,5-2-44 0,2 0-143 15,0-3-175-15,5-2-289 0,3-2-383 16,3 8-598-16,0-16 1750 0</inkml:trace>
  <inkml:trace contextRef="#ctx0" brushRef="#br0" timeOffset="33777.161">12990 12239 2304 0,'0'0'1262'0,"0"0"-1022"0,0 0-48 15,0 0 192-15,0 0-50 16,81-20-98-16,-60 15-129 0,2-1-76 0,0 1-19 15,1-1 21-15,0 2-33 0,-1 0-21 16,-3 0 6-16,-2 3-7 0,-1 1-11 16,-4 0-7-16,-4 0-18 0,-1 6 18 15,-4 4 10-15,1 4 29 0,-4 3 1 16,-1 3 0-16,0 4 1 0,0 3 1 0,0 0 0 16,0 4-2-16,-1 0 0 15,1 0-28-15,0 0 3 0,0-1 4 16,1 1-4-16,4-2 22 0,-1 0 1 15,-1 2-13-15,2-5 15 0,-2 2 11 16,0-6 5-16,-1 1 17 0,-1-4 10 16,-1-3 22-16,2-1-13 0,-2-3-10 0,0-1-17 15,0-3-25-15,0-4 0 0,0 0-1 0,0-2-11 16,-5-2-19-16,1 0-9 0,-6 0 22 16,-2 0-13-16,-5-6-30 0,-3 0-22 15,-2-3 6-15,-2-2-18 16,2-1-50-16,0-2-66 0,5 1-109 15,6 0-313-15,3-1-514 0,1 3-500 0,7-7 1431 0</inkml:trace>
  <inkml:trace contextRef="#ctx0" brushRef="#br0" timeOffset="33977.356">13900 12359 3754 0,'0'0'725'0,"0"0"-367"0,0 0-214 16,0 0-86-16,0 0-12 16,85 14 18-16,-64-15-37 0,5-6-27 0,-1-1-30 15,2-3-47-15,0 1-79 0,-4 0-89 16,-3 0-117-16,-6 6-209 0,-7 2-597 16,-6 2-666-16,-5 4 1433 0</inkml:trace>
  <inkml:trace contextRef="#ctx0" brushRef="#br0" timeOffset="34140.06">13884 12591 2585 0,'0'0'1420'15,"0"0"-1194"-15,0 0-142 0,0 0 46 0,0 0 65 16,0 0 60-16,0 0-4 0,0 0-99 0,87 31-79 16,-62-32-67-16,3-8-6 0,-3 2-76 15,-2-4-73-15,-1 1-53 0,-2-2-157 16,-1 2-371-16,-6 3-789 0,10 2-484 0</inkml:trace>
  <inkml:trace contextRef="#ctx0" brushRef="#br0" timeOffset="34579.47">14686 12486 2406 0,'0'0'2020'0,"0"0"-1727"0,0 0-253 16,0 0-40-16,0 0 0 0,0 0 58 16,78 33 47-16,-52-43-23 0,2-5-81 15,3-6-1-15,5-3-43 0,-1-6-52 0,2 1-31 16,-4-2 10-16,-2 0-20 0,-6 3-13 16,-7 2-22-16,-8 3 45 15,-4 0 25-15,-6 1 101 0,-9 1 35 0,-5 2 21 16,-6 2 92-16,-2 3-42 15,-3 4 34-15,-1 6-20 0,-1 4-5 0,1 0-39 16,-1 7-26-16,-2 8-11 0,0 1-5 16,2 5 12-16,1 4 3 0,1 3 3 0,4 3-12 15,2 5 15-15,2 4-12 0,3 3-1 16,3-1 13-16,1 1 12 0,4 3 79 16,2-4-40-16,1-1-45 0,3 1-28 15,0-4-6-15,7-1 10 16,3-2-27-16,4-3-10 0,3-2-2 0,1-7-20 15,3-4 7-15,3-7-3 0,3-3 15 16,5-6-88-16,3-3 0 0,-1-2-12 16,0-8-25-16,-3-5-39 0,-3-4-11 15,-1-4-138-15,-3-4-260 0,-2-1-562 0,-7 8-675 16,2-11 1305-16</inkml:trace>
  <inkml:trace contextRef="#ctx0" brushRef="#br0" timeOffset="35094.269">16220 12397 760 0,'0'0'2363'16,"0"0"-1929"-16,0 0-201 0,0 0-138 0,0 0 82 16,0 0 81-16,0 0 8 0,101-6-62 15,-57 4-76-15,8-4-33 16,6 3-21-16,5-1 2 0,1-1 9 15,-1-2-30-15,-1 1-38 0,-1-4-17 16,-4 2-18-16,-1-4-31 0,-4-1-48 16,-1 0-74-16,-7-2-53 0,-8 2 5 0,-5 1-100 15,-12 1-272-15,-10 6-414 0,-9 3-286 16,-3 2 96-16,-28 2 1192 0</inkml:trace>
  <inkml:trace contextRef="#ctx0" brushRef="#br0" timeOffset="35286.991">16299 12600 2963 0,'0'0'467'15,"0"0"-214"-15,0 0-108 0,0 0 28 16,0 0 97-16,111 36-7 0,-68-32-60 0,9-4-86 16,3-4-59-16,1-8-58 0,-4-1 0 15,0-1-79-15,-7 0-14 16,-4 0-33-16,-5 1-22 0,-6-2-88 0,-4 2-197 0,-7 1-571 15,-7 4-741 1,-11-3 1243-16</inkml:trace>
  <inkml:trace contextRef="#ctx0" brushRef="#br0" timeOffset="35660.937">16309 12121 1497 0,'0'0'1756'15,"0"0"-1514"-15,0 0-191 0,0 0-13 0,0 0 29 16,0 0-4-16,-50 76-16 0,24-46-31 16,-3 3-16-16,-3 4 28 0,-1 5 10 15,1 0-38-15,1 3-24 0,0 1 11 16,4-2-9-16,3-2 20 0,8-4 1 15,4-6 1-15,6-7 47 0,6-1-9 16,3-5 3-16,10-1 0 0,8-4 18 16,4 1 64-16,9-2 30 0,4-3-35 15,6 2-31-15,4-4-19 0,2 3 3 0,4-4-1 16,-2 4-14-16,0-4-13 0,-3 3-41 16,1-3-1-16,-6 0-1 0,-1-3-12 15,-3-1-35-15,-4 0-88 0,-5-1 8 16,-6-2-28-16,-3 0-35 0,-5-8-124 15,-2-3-286-15,-4-7-608 0,-3 5-506 16,-3-17 1613-16</inkml:trace>
  <inkml:trace contextRef="#ctx0" brushRef="#br0" timeOffset="35938.603">17041 12080 316 0,'0'0'3162'0,"0"0"-2748"0,0 0-288 16,0 0-66-16,79 39 43 0,-57-25 118 0,-2 0 8 15,5 5-106-15,-2-1-77 0,3 4-32 16,-2 0-14-16,2 1-1 0,-3 3-2 16,-3 0-12-16,-2 0-4 0,-3 3-27 0,-4 0-6 15,-3 0 6 1,-1 2 6-16,-4 5 3 0,-3 0 37 0,-4 0-37 15,-12 0-50-15,-4-3 40 16,-2 3-21-16,-4 0-56 0,-2 1-18 0,-1-2-37 0,0-1-45 16,3-3-99-16,2-6-138 0,5-2-243 15,6-11-515-15,1-5 828 0</inkml:trace>
  <inkml:trace contextRef="#ctx0" brushRef="#br0" timeOffset="37364.695">18539 12139 760 0,'0'0'0'0,"0"0"42"0,0 0 1072 15,0 0-721-15,0 0-128 0,0 0-94 16,0 0 12-16,0 0 25 0,0 0-16 16,34-71-46-16,-27 65-41 0,3 0-39 15,-2 0-9-15,0 2-3 0,-2 2-13 16,5-1-16-16,-3 3-3 15,3 3 28-15,4 5 4 0,-1 4-4 0,3 5-6 16,1 5 1-16,0 3-17 0,0 3 12 16,-4 1 1-16,-1 4-13 0,-1-3-3 15,-4-3-23-15,-3-2-2 0,1-3 0 0,-1-5-16 16,-1-4-6-16,-1-6-96 0,2-2-87 16,-1-4-82-16,3-1-130 0,2-1-313 15,-1-10-824-15,0 2 1013 0</inkml:trace>
  <inkml:trace contextRef="#ctx0" brushRef="#br0" timeOffset="37551.973">18883 12026 834 0,'0'0'485'0,"0"0"498"0,0 0-721 16,0 0-46-16,-77 54 28 0,54-23 92 16,2 4-16-16,1 4-27 0,0 7-58 15,1-2-61 1,3 3-41-16,0-4-65 0,5 0-68 0,0-7-25 15,2-5-121-15,4-9-34 0,4-3-30 16,1-7-45-16,4-6-103 0,10-6-127 0,5-3-564 16,-3-7-402-16,14-14 1386 0</inkml:trace>
  <inkml:trace contextRef="#ctx0" brushRef="#br0" timeOffset="38023.55">19220 12123 1596 0,'0'0'1115'15,"0"0"-665"-15,-6 74-132 16,-1-35-49-16,-3 6 65 0,3-4-13 0,1-4-89 16,5-9-161-16,1-12-71 0,6-7-56 15,8-7-27-15,3-2-28 0,8-7-4 0,2-10-78 16,5-8-185-16,2-4-250 0,0-4-122 16,-3-1-463-16,-3 2 238 0,-3 1 904 15,-6 3 58-15,-1 4 13 0,-5 1 319 16,-4 6-182-16,-3 3 518 0,-3 5 448 15,-3 7-612-15,2 2-122 16,-2 0-102-16,1 2-42 0,1 7-10 0,1 5 49 16,-2 5-19-16,1 6-56 0,0 4-14 15,1 5 15-15,1 5-37 0,1 4-40 16,-1 4-34-16,2 5-30 0,0 2-13 16,0 2-18-16,0 1-6 0,0-2-12 0,2-1-1 15,-3 1-1-15,4-5 1 0,-5-1 0 0,1-4-29 16,-3-4 12-1,-2-4 16-15,0-1 1 0,0-4 1 16,-5-3 0-16,-3-5 2 0,0-3 1 16,-1-2 18-16,0-7-6 0,0-5 4 0,1-3 2 0,-2-4-15 15,-3 0-6-15,0-9-15 0,-4-5-4 16,0-5-11-16,-3-9-19 0,1-2-51 16,0-6-28-16,2-2-25 0,5 2-21 15,3 0-85-15,5 1-157 0,4-1-101 16,0 1-201-16,7-2-513 15,-1 9 12-15,11-17 1024 16</inkml:trace>
  <inkml:trace contextRef="#ctx0" brushRef="#br0" timeOffset="38181.107">20002 12275 1190 0,'0'0'2268'0,"0"0"-1901"15,0 0-102-15,77 0 96 0,-54 0-59 16,-2 0-23-16,-1 0-93 0,-2 0-132 15,0 0-54-15,-1 0-28 0,-3-1-100 16,1-1-83-16,-7 0-65 0,0 1-146 0,-7 1-648 16,-1 1-643-16</inkml:trace>
  <inkml:trace contextRef="#ctx0" brushRef="#br0" timeOffset="38335.678">20033 12450 1623 0,'0'0'1605'0,"0"0"-1059"0,0 0-367 0,0 0-129 0,0 0 54 15,0 0 105-15,0 0 122 0,102 36-119 0,-69-39-129 16,6-8-83-16,-1-3-28 0,1-3-76 0,0-1-74 16,-3-2-45-16,1-2-208 15,-4-1-651-15,-7 5-871 0,8-10 1442 0</inkml:trace>
  <inkml:trace contextRef="#ctx0" brushRef="#br0" timeOffset="38736.304">20605 12107 2944 0,'0'0'482'0,"0"0"-199"0,-26 84 76 16,16-39 79-16,1-2 36 0,2-1-108 15,7-6-166-15,0-10-127 0,7-6-73 16,6-9-44-16,6-7-56 0,1-4-3 16,2-4-22-16,2-10-27 0,1-5-26 0,-2-4-83 15,2-4-144-15,-1-1-180 0,-3 2 0 16,1 0 54-16,-2 2 130 15,-1 0 41-15,-4 4 64 0,-4 1 296 16,1 4 143-16,-4 6 227 0,-3 6 38 0,1 3 8 16,-1 0-31-16,-1 10-73 0,1 4-62 15,-1 7-77-15,2 6-41 0,0 8 27 16,2 8 90-16,2 4-33 0,4 8 20 16,0 0 39-16,0 4-160 0,3-1-63 15,-3-3-19-15,0 0-5 0,-3-5 20 0,1-3-20 16,-5-4 5-16,-6-4-12 0,-1-5-21 15,0-2-1-15,-5-5-17 16,-4-1 0-16,-1-6 15 0,-2-6-43 0,-3-3-30 16,-3-4-21-16,-2-6 6 0,-1-1 12 15,-1-1 5-15,-3-10 7 0,1-4-31 0,0-8-15 16,-1-4-4-16,6-8-81 0,1-9-203 16,4-6-335-16,2-4-432 15,4 11-464-15,4-23 1631 0</inkml:trace>
  <inkml:trace contextRef="#ctx0" brushRef="#br0" timeOffset="38921.265">21310 12227 1914 0,'0'0'1202'0,"0"0"-753"16,0 0-209-16,76 76 5 0,-51-46 77 15,-2 1 15-15,-2 1-58 16,-2-2-102-16,3-3-113 0,-1-3-62 15,0-7-2-15,0-7-92 0,2-2-149 0,2-8-63 0,-1-4-140 16,1-13-702-16,-7 4-908 0,8-16 1620 16</inkml:trace>
  <inkml:trace contextRef="#ctx0" brushRef="#br0" timeOffset="39069.64">21747 12099 2954 0,'0'0'453'0,"0"0"-189"15,-80 88-19-15,41-42 0 0,-2 5 41 16,-4 1-32-16,-1 2-144 0,-3 0-110 16,-3-1-139-16,-1 0-65 0,-4-2-236 15,13-12-810-15,-25 16-1469 0</inkml:trace>
  <inkml:trace contextRef="#ctx0" brushRef="#br0" timeOffset="41886.053">27253 5797 2230 0,'0'0'459'0,"0"0"-128"16,0 0-146-16,0 0-12 0,95 22-11 0,-69-21-67 16,-1-1-54-16,-3 0-41 0,-2 0-11 0,0 0-188 15,-4-5-98-15,-1 0-130 0,-2-2-339 16,-5 1-710-16,-3 2 1440 15</inkml:trace>
  <inkml:trace contextRef="#ctx0" brushRef="#br0" timeOffset="42178.408">27318 5764 470 0,'0'0'202'0,"0"0"1101"16,0 0-856-16,0 0-60 0,0 0-98 15,0 0-59-15,0 0-36 0,-29 83-30 16,25-63-50-16,-2-1-20 0,0 5-18 0,-1 1-26 16,1 3-12-16,1 1-22 0,0 4 8 15,-1 1-24-15,3-2-1 0,-2 1 0 16,2-3-1-16,3-2 2 0,0-4 28 16,0-2-9-16,5-8-1 0,1 1-2 0,3-5-15 15,1-1 1-15,2-3 17 0,2 0-4 16,2 0-12-16,0-2-3 15,3 1-36-15,0-1-11 0,-1 0-25 16,1-4-76-16,-2 0-69 0,3 0-94 16,1-5-178-16,2-3-640 0,-5 0-254 0,8-7 1135 15</inkml:trace>
  <inkml:trace contextRef="#ctx0" brushRef="#br0" timeOffset="42436.972">27720 5867 130 0,'0'0'310'0,"0"0"643"16,0 0 21-16,0 0-526 0,0 0-63 0,0 0-51 16,56 80-78-16,-43-49-29 0,2 0-42 15,-2 2-51-15,-1 0-63 0,0-1-40 16,-2-3-30-16,0-2-1 0,-1-5-46 0,-2-7-122 15,-1-4-36-15,2-5-79 0,0-1-110 16,1-5-258 0,-2 0-703-16,0-5 125 0,1-8 1160 0</inkml:trace>
  <inkml:trace contextRef="#ctx0" brushRef="#br0" timeOffset="42611.865">27970 5916 447 0,'0'0'75'15,"0"0"1239"-15,0 0-717 0,0 0-178 0,0 0-79 16,-93 70-12-16,70-43-44 0,1 7-48 16,-1 1-48-16,1-1-51 0,0 3-57 15,2-4-52-15,1-2-28 0,3-1-124 16,0-6-59-16,6-4-72 0,1-4-95 0,2-4-208 16,6-3-547-16,1-6-350 0,0-3 1322 0</inkml:trace>
  <inkml:trace contextRef="#ctx0" brushRef="#br0" timeOffset="42819.396">28158 6177 450 0,'0'0'2301'0,"0"0"-1775"15,0 0-199-15,-31 75-21 0,19-46 30 0,-1 1-45 0,2-5-127 16,2-1-137-1,4-6-27-15,2-5-58 0,3-6-161 0,0-2-27 16,9-5-68-16,4 0-243 0,3-7-535 16,-3-4-675-16,12-9 1715 0</inkml:trace>
  <inkml:trace contextRef="#ctx0" brushRef="#br0" timeOffset="43293.324">28484 6042 375 0,'0'0'492'0,"0"0"1567"0,-39 83-1570 0,22-45-46 16,-2 4 2-16,5 0-53 0,3-8-183 16,4-8-148-16,7-7-61 0,2-7-42 15,12-8-75-15,5-4-9 16,3 0-31-16,5-12-7 0,2-5-73 0,1-2-131 16,0-6-153-16,-2 1-57 0,-3-4 22 0,-3 3 85 15,-2-3 169-15,-3 2 275 0,-3 1 27 16,-3-2 228-16,-2 5 52 15,-3 0 38-15,-2 8 57 0,0 3-4 16,-2 5-57-16,-1 2-40 0,1 3-58 0,-2 1-40 16,0 0 45-16,1 5-12 0,2 6-73 15,0 1 4-15,2 3 51 0,0 8-23 16,1-1-48-16,-1 4-17 0,4 1-17 0,-2 1-13 16,0 2-15-16,1 0-4 15,0 2-20-15,-1 0-13 0,-1 1-20 16,0 3-1-16,-2-1 0 0,-2 3-1 15,-1-2-14-15,-1 0 3 0,-3-2-4 0,-2 0 1 16,-6-2-9-16,0-1-16 0,-1-2-2 16,-1 1-13-16,-2-6 16 0,3-4 8 15,-1 0 1-15,3-3 17 0,1-3 10 16,-1-1-15-16,3-2 0 0,1-6 15 0,-3-3-28 16,-2-2-30-16,0 0-28 0,-4-4-18 15,-1-4 30-15,1-4 9 16,2-7-33-16,-1-4-32 0,2-5-113 0,1-4-96 0,6-8-216 15,-1 0-107-15,6-2-390 16,0 8-44-16,0-15 1079 0</inkml:trace>
  <inkml:trace contextRef="#ctx0" brushRef="#br0" timeOffset="43760.666">29184 5947 2597 0,'0'0'553'16,"0"0"-291"-16,0 0-12 0,0 0-7 16,0 0-124-16,78-26-103 0,-55 14-16 0,2 0-44 0,-2 5-6 15,0 1-16 1,-2 1 12-16,-1 5 23 0,-3 0 31 0,-2 3 14 15,-3 5 15-15,-3 2 12 0,-2 1 12 16,-2 6 22-16,-2-4 14 0,-3 5-36 16,0-2-6-16,0 1-4 0,0 2-2 15,0 1 9-15,0 3-7 0,0 2 4 0,2 3 24 16,1 1 40-16,0 4 24 0,-1 2-46 0,0 1-36 16,-1-1-26-16,-1-3 4 0,0-1-1 15,2-3-11 1,-2-2-7-16,0-4 3 0,0-2-12 0,0-3 10 15,0-1-12-15,0-4 1 0,0-2 1 16,0-1-1-16,-3-2 1 0,0-1-3 16,-1 0-2-16,-1-1-35 0,-1-3-9 0,-2 2 6 15,-1 0 4-15,-2-1-13 0,-2-2-10 16,-2 3-2-16,0-4 15 0,-1 0-10 16,-4 0-33-16,0-1-51 0,-2-4-68 0,-3-1-34 15,-1-1-181-15,3 0-242 16,4 3-616-16,-2-1-279 0</inkml:trace>
  <inkml:trace contextRef="#ctx0" brushRef="#br0" timeOffset="44719.449">29968 6150 696 0,'0'0'16'0,"0"0"26"0,0 0 1188 15,0 0-766-15,0 0-148 0,0 0-82 0,0 0 13 0,0 0 33 16,0 0 36-16,0 0-64 0,0 0-81 15,93 10-34 1,-69-7-13-16,-1 1-29 0,-3-4-30 0,0 0-31 16,0 0-19-16,-3 0-15 15,-3 0-23-15,-1-2-113 0,-1-3-77 0,-3-1-71 16,0 0-170-16,-2 1-299 0,-4 4-736 0,-1 0 150 16,-4 1 1296-16</inkml:trace>
  <inkml:trace contextRef="#ctx0" brushRef="#br0" timeOffset="44898.743">30002 6306 939 0,'0'0'95'0,"0"0"582"0,0 0-19 0,0 0-226 15,0 0-120-15,0 0-31 0,0 0-40 0,0 0-39 16,0 0-17-16,0 0-47 0,0 0-41 16,54 54-51-16,-26-54-46 0,0 0-59 15,3 0-44-15,-3-6-77 0,3 1-90 16,-3-2-175-16,-1 0-336 15,-6 2-1017-15,2-4 1749 0</inkml:trace>
  <inkml:trace contextRef="#ctx0" brushRef="#br0" timeOffset="45480.47">30692 6138 1245 0,'0'0'716'0,"0"0"-185"0,0 0-173 15,0 0 13-15,0 0-59 0,-45 76-46 0,38-56-40 16,0-2-63-16,4-1-41 0,-3-2-32 16,5-2-6-16,1-1-7 0,0-3-6 15,0-1-19-15,1 0 0 0,5-3-9 16,-3 0-9-16,-1-1-12 0,0-3 2 15,-1 3-8-15,2-3-13 0,0-1 21 16,-1 3-6-16,4-1-15 0,-1-1-3 16,4-1-13-16,0 0-2 0,-1 0 3 15,5 0-7-15,-1 0-5 0,3-4-4 16,4-3-9-16,1-3-15 0,2-1-19 16,0-4-9-16,1-1 3 0,-2-3-4 0,-2 0-18 0,0 0-13 15,-5 0 6-15,1-1 5 16,-7 1-3-1,-2 0 7-15,-4 0 71 0,-2 3 26 0,0 2 29 0,-9 1 27 16,-1 3 17-16,-6 3-1 0,0 0 10 0,-3 2 56 16,3 5-76-16,-4-2-31 0,0 2-28 15,-2 2-1-15,2 5 20 0,-3 3 3 16,0 4-23-16,1 5 16 0,0 1-17 16,-1 5 0-16,2 0 1 0,0 4 11 15,2 0 12-15,4-1 6 0,1 3 12 0,5-2 10 16,4-1 2-1,3 0-9-15,2-2-6 0,0 0-15 0,7-2 3 16,2-1-4-16,5-2 7 0,1-4 0 16,4-1-1-16,2-4 4 0,4-4-34 0,4-2-45 15,4-3-26-15,3-3-42 16,1-4-66-16,1-5-66 0,-2-4-226 0,-2-1-606 16,-11 2-928-16,0-2 1813 0</inkml:trace>
  <inkml:trace contextRef="#ctx0" brushRef="#br0" timeOffset="46143.315">27787 6878 896 0,'0'0'172'15,"0"0"1097"-15,0 0-721 0,0 0-94 0,0 0-161 16,0 0-73-16,0 0 51 0,0 0-59 16,67 90-5-16,-52-55-46 0,-5 3-42 15,0 5-21-15,-2 0 6 0,-2 2-6 16,-1-3-19-16,0 1-18 0,1-5-30 16,-2-1-19-16,2-3-9 0,0-4-3 0,1-7 1 15,2-6-2-15,-4 0 2 0,3-7 0 16,-2-1 11-16,-2-3-10 15,0-3 1-15,0-1-3 0,-1 0-14 0,2-2-13 16,0 0-1-16,4-7 27 0,5-4 1 16,4-6 36-16,3-4-16 0,1-7-20 0,1-3-21 15,-1-5-13-15,-1-4-27 0,1 2-24 16,-2-4-19-16,2 2-21 16,-2 0-23-16,-4 2-15 0,1 5-23 0,-5 2-56 15,-2 3-32-15,-3 4-51 0,-4 3-9 0,-3 2-54 16,0 5-99-1,-9 2-286-15,-5 4-441 0,2 4 1093 0</inkml:trace>
  <inkml:trace contextRef="#ctx0" brushRef="#br0" timeOffset="46378.136">27876 7141 258 0,'0'0'1046'0,"0"0"7"15,0 0-814-15,0 0-36 0,0 0 99 0,0 0 33 16,0 0-31-16,80 18-74 0,-58-13-70 0,4 2-88 16,2 0-60-16,-3-1-12 0,4-2 0 15,1 1-18-15,4 1-76 0,-3-2-35 16,3-3-85-16,2 2-58 0,2-3-165 16,0 0-324-16,2 0-695 0,-11 0 1191 15,12 0-224-15</inkml:trace>
  <inkml:trace contextRef="#ctx0" brushRef="#br0" timeOffset="46920.59">28854 7209 878 0,'0'0'2298'0,"0"0"-1645"0,0 0-351 16,0 0-112-16,0 0 86 0,0 0-52 15,0 0-34-15,-23 79-49 0,16-54-50 16,1 1-21-16,2-4-18 0,2-5-19 0,2-4-18 15,0-3-15-15,0-5-3 0,8-3-42 16,0 0-49-16,4-2-22 0,2-3-3 16,2-4-4-16,4-7 7 0,0 0 8 15,-2-4-3-15,1 3-22 0,-3-2-22 0,-1 6 24 16,-2 2 5 0,2 2-34-16,-7 6 38 0,0 1 109 0,-1 5 13 15,-3 2 69-15,0 9 45 0,-1 1 1 16,2 5 15-16,-5 3-68 0,0 5-6 0,0 3 6 15,0 1-12-15,0 5 12 16,0 2 0-16,0 3 18 0,0 5 0 0,-3-2 0 16,0-4 3-16,-2-3 0 0,0-5-16 15,-2-4-18-15,2-7-3 0,-1-5-1 0,3-5-2 16,-1-5-16-16,1-5-11 0,2-4-10 16,-2 0-6-16,-4-8-43 0,-2-3 22 15,-3-4 18-15,-5-6-52 16,1-5-9-16,-4-2 18 0,0-4-21 15,4-3-53-15,1 2-46 0,4 0-16 16,5 2-73-16,5 4-116 0,1 0-247 0,4 3-386 16,4 6-514-16,10-7 1290 0</inkml:trace>
  <inkml:trace contextRef="#ctx0" brushRef="#br0" timeOffset="47179.462">29692 7252 1729 0,'0'0'804'0,"0"0"-161"16,0 0-325-16,0 0-24 0,0 0 77 0,0 0-26 16,0 0-89-16,-31 65-81 0,8-35-74 0,-1 5-31 15,-1-2-3-15,5 2-6 0,4-2-3 16,3-6-33-16,6-1-25 0,6-5-27 16,1-6 2-16,4-4 10 0,8-2 13 0,6-2-22 15,4-4-19-15,4-3-18 16,4 0-6-16,2-7-25 0,-1-3-21 15,2-4-22-15,-4-1-53 0,-4-3-70 16,-6 1-329-16,-8-2-789 0,-4 3-921 0</inkml:trace>
  <inkml:trace contextRef="#ctx0" brushRef="#br0" timeOffset="47336.188">29540 7384 1539 0,'0'0'2398'0,"0"0"-1972"15,0 0-312-15,0 0 31 0,0 0-15 0,0 0 45 16,105 17 66-16,-66-17-104 0,3-7-137 16,0-5-75-16,-5 2-35 0,-2-4-95 0,-6 2-77 15,-6-2-77-15,-4 4-238 0,-2-1-568 16,-7 6-792-16,0-2 1853 0</inkml:trace>
  <inkml:trace contextRef="#ctx0" brushRef="#br0" timeOffset="47694.266">30716 6997 1023 0,'0'0'2417'0,"0"0"-2217"0,0 0-187 16,0 0-13-16,0 0 170 0,-101 45 213 0,68-13-35 16,-6 7-84-16,2 9-28 0,1 5-83 15,4 2-20-15,7 0 1 0,2-4-19 16,9-6-33-16,6-5-18 0,5-8-7 16,3-2-18-16,8-7-14 0,11-1-9 0,2-3-16 15,6-5-34-15,2-3-14 0,2-4-34 0,-2-7-14 16,0 0-26-16,-3-7-2 15,0-5-44-15,-2-4-36 16,-4 1-66-16,-4-4-70 0,-4-2-239 0,-8 0-152 16,-4 0-312-16,0-4 3 0,-9 0 316 15,1 4 722-15,-12-12 2 0</inkml:trace>
  <inkml:trace contextRef="#ctx0" brushRef="#br0" timeOffset="47821.561">30543 7299 466 0,'0'0'229'0,"0"0"-213"0,0 0 1935 15,0 0-1322 1,0 0-258-16,0 0-75 0,0 0-91 0,0 0-44 0,0 0 22 0,87 42 30 15,-48-42-112-15,4-6-101 16,1-4-101-16,-3-4-90 0,-2-3-85 16,-6-1-214-16,-3 1-296 0,-4 0-569 15,-10 6-8-15,-4 1 1121 0</inkml:trace>
  <inkml:trace contextRef="#ctx0" brushRef="#br0" timeOffset="47936.502">30902 7276 238 0,'0'0'2186'0,"0"0"-1437"0,0 0-370 16,-37 85-123-16,31-53-33 0,2-1-90 0,4 0-9 15,0 0 0-15,0-3-56 0,4-2-57 16,5-7-11-16,5-3-149 0,2-8-94 0,5-3-166 16,1-5-327-16,-4 0-1144 0,15-5 1058 15</inkml:trace>
  <inkml:trace contextRef="#ctx0" brushRef="#br0" timeOffset="48595.041">32019 5635 746 0,'0'0'185'0,"0"0"1242"16,0 0-818-16,0 0-139 0,0 0-160 15,0 0-136-15,0 0-65 0,0 0-23 16,0 0-15-16,0 0-36 0,0 0-32 16,74 69-3-16,-59-51-31 0,0 6 30 15,1 5-1-15,-6 3 2 0,-1 8 21 0,-7-1 7 16,-2 4-28-16,-2 0-15 0,-12 1 13 0,-4-1-64 16,-5 1 20-16,-1-1-1 0,-1 2 2 15,-3-2 10-15,5-5 20 0,0 1 12 16,6-5 2-16,0-1 0 0,4-2-2 15,2-1 0-15,2 0-13 16,1-2 16-16,2 3 4 0,3 0-4 0,1-2-7 16,2 1 5-16,0 1 0 0,1 1-17 15,6 0 19-15,1 1 1 0,4-2 0 16,1 1 15-16,1 0-13 0,0-1 44 16,-2 1-25-16,-1 2-22 0,-2 0 1 0,-7 1 1 15,1 4-2-15,-3-1-59 16,0 5-42-16,-5 2-12 0,-4 0 15 15,-1 1 31-15,-2-1 67 0,1 0 74 16,-4-2 78-16,4-3-14 0,-1-2 7 0,-1-1 11 16,1-1 52-16,1-2 42 0,0-4-90 15,-2-5-71-15,3-3-55 0,-1-6-34 16,2-6-27-16,1-8-169 0,0-2-122 0,2-2-377 16,-3-10-1289-16</inkml:trace>
  <inkml:trace contextRef="#ctx0" brushRef="#br0" timeOffset="48735.356">31967 7665 4237 0,'0'0'1083'0,"0"0"-1013"0,0 0-70 16,0 0-243-16,0 0 10 0,0 0 40 16,0 0-199-16,0 0-1169 0</inkml:trace>
  <inkml:trace contextRef="#ctx0" brushRef="#br0" timeOffset="51480.133">22791 7557 953 0,'0'0'222'0,"0"0"1102"16,0 0-812-16,0 0-128 0,0 0 18 15,0 0-13-15,0 0-41 0,0 0-22 0,79 50-102 16,-60-39-84-16,4 1-67 0,0-3-49 16,3-1-24-16,-1-5-3 0,2 0-52 0,-1-3-48 15,-1 0-56-15,-2 0-12 0,-4-4-57 16,-2-1-60-16,-6 3-270 0,-2 2-530 16,-5 0-548-16,-8 0 1118 0</inkml:trace>
  <inkml:trace contextRef="#ctx0" brushRef="#br0" timeOffset="51635.663">22830 7867 2221 0,'0'0'1547'0,"0"0"-1210"0,0 0-131 0,0 0-178 15,0 0 9-15,0 0 10 0,0 0 79 16,0 0 7-16,0 0-38 0,85 35-95 16,-46-35-58-16,4-8-44 0,1-4-120 15,0-2-93-15,-3 0-402 0,-10 4-1144 16,4-2 447-16</inkml:trace>
  <inkml:trace contextRef="#ctx0" brushRef="#br0" timeOffset="52194.901">24162 7447 1907 0,'0'0'295'0,"0"0"-137"0,0 0 10 15,0 0 123-15,0 0 23 0,0 0-21 16,0 0-42-16,0 0-5 0,0 0-107 16,-43 81-68-16,18-37-54 0,-3 8-15 15,-6 6 46-15,3 1 30 0,-1-1-38 16,3-5-27-16,7-8-13 15,4-7-35-15,7-10 11 0,3-6 2 0,5-8 3 16,3-3-3-16,0-5-6 0,6 0 0 16,-1-4 0-16,4 0 0 0,1 4 26 15,3-4 2-15,2 5 16 0,0 3-15 16,1 4 24-16,0 7 28 0,-1 3 62 0,0 4-22 16,-4 6-37-16,-1 1 2 15,-2 2-2-15,1-1 3 0,-2-1-16 16,1 0-28-16,0-4-13 0,-1-4 14 15,-1 0-13-15,0-6 8 0,-2-3-11 0,2-4-31 16,-2-5-6-16,0-3-62 0,-1-5-58 0,2-1-64 16,2-4-65-16,3-8-204 0,0-7-296 15,-1 4-615-15,6-15 401 16</inkml:trace>
  <inkml:trace contextRef="#ctx0" brushRef="#br0" timeOffset="52444.068">24470 8008 2289 0,'0'0'1321'16,"0"0"-961"-16,0 0-206 0,0 0-73 15,0 0 34-15,0 0 59 0,0 0 109 0,0 0-99 16,66 74-107-16,-46-52-38 0,0 0-20 16,2 2-16-16,-1 1-3 0,-1-3 0 15,-1 0-22-15,-5-3-17 0,0-4-62 0,-3-2-49 16,-1-4-29-1,0-2-3-15,-2-1-5 0,1-6-64 0,1 0-155 16,3-4-190-16,-1-8-479 0,2-4-289 16,-5 3 1308-16,5-11-435 0</inkml:trace>
  <inkml:trace contextRef="#ctx0" brushRef="#br0" timeOffset="52603.217">24865 8016 78 0,'0'0'1900'0,"0"0"-1182"16,0 0-377-16,0 0-124 0,-86 34 127 15,60-15-32-15,-2 6-23 0,0 5-81 0,-4 1-66 16,-1 2-3-16,1 3-7 0,-1-4-6 16,2-3-62-16,0-1-64 0,3-4-3 15,0-4-86-15,2-5-79 0,3-5-23 0,5-3-69 16,4-3-179-16,5-4-221 0,6-6-760 16,3-3-158-16</inkml:trace>
  <inkml:trace contextRef="#ctx0" brushRef="#br0" timeOffset="52911.422">25329 7882 2164 0,'0'0'681'0,"0"0"-223"16,0 0-244-16,0 0-107 0,-53 65 1 16,34-33 106-16,-4 8 62 0,-2 4-53 0,0 10-71 15,0-2-41-15,4 3-13 0,6-4-34 0,4-4-30 16,6-4-9-16,5-4 5 16,2-7 4-16,11-5 0 0,3-5-1 0,5-6-14 15,4-4-19-15,2-9-34 16,2-3-27-16,2-6-46 0,-3-7-41 15,2-8-46-15,-4-2-51 0,-3-6-197 16,-6-1-542-16,-8 8-612 0,-9-8 402 0</inkml:trace>
  <inkml:trace contextRef="#ctx0" brushRef="#br0" timeOffset="53080.426">25105 8190 1829 0,'0'0'1672'0,"0"0"-1334"0,0 0-169 16,0 0-33-16,0 0-2 0,0 0 61 0,0 0 89 15,0 0-94-15,104 52-83 0,-67-50-59 16,2-2-48-16,3 0-55 0,-2-6-52 16,-3-2-40-16,-1-3-60 0,-3-2-53 15,-2-3-238-15,-3 2-693 0,-8 2-1153 16,0-5 2328-16</inkml:trace>
  <inkml:trace contextRef="#ctx0" brushRef="#br0" timeOffset="53368.916">26163 7867 813 0,'0'0'2567'16,"0"0"-2345"-16,0 0-220 15,0 0-2-15,-84 13 114 0,50 11 100 0,-7 10 202 16,-1 13-119-16,1 10-91 0,1 6 2 15,7 6-19-15,4 0-43 0,7-1-43 16,5-3-3-16,12-6-21 0,5-9-18 16,0-9-31-16,13-4-13 0,5-8-17 15,4-9-2-15,1-4-37 0,4-7-13 16,4-5-20-16,0-4-22 0,3-7-28 0,-3-6-27 16,1-7-37-16,-5-1-92 0,-4-2-117 0,-4-3-282 15,-9 5-562-15,-8-11-810 0</inkml:trace>
  <inkml:trace contextRef="#ctx0" brushRef="#br0" timeOffset="53523.751">26017 8360 290 0,'0'0'2940'0,"0"0"-2155"16,0 0-516-16,0 0-27 0,0 0-5 16,93 28-47-16,-64-29-37 0,1-10-123 0,1-2-30 15,0-4-155-15,1-3-81 16,-5-2-48-16,-3 3-222 0,-6 2-539 15,-5-1-566-15</inkml:trace>
  <inkml:trace contextRef="#ctx0" brushRef="#br0" timeOffset="53669.483">26185 8357 574 0,'0'0'2407'16,"0"0"-2020"-16,-10 65-168 0,9-34 53 0,1-2 67 15,0 1 8-15,0-2-67 0,3-4-169 16,2 0-111-16,3-2-9 0,-1-4-80 0,-3-3-50 15,-1-4-49-15,-2-2-25 0,2-2-182 16,0-5-376-16,-3 0-973 0,5-4 463 16</inkml:trace>
  <inkml:trace contextRef="#ctx0" brushRef="#br0" timeOffset="53927.627">26726 7952 2270 0,'0'0'1594'0,"0"0"-1171"0,-26 82-215 0,16-42-66 0,-2 10 33 16,4 8 134-16,-3 4 32 0,1 6-99 16,3 2-97-16,4 2-45 15,2 0-36-15,1-1-28 0,0-3-36 16,1-4-29-16,4-5-35 0,3-4-66 0,2-6-39 15,6-4-31-15,3-4 5 16,2 0 13-16,3-4-82 0,2 0-183 0,-2-2-275 16,-1 0-488-16,-6-10-535 0,6 12 1674 0</inkml:trace>
  <inkml:trace contextRef="#ctx0" brushRef="#br0" timeOffset="54552.778">27273 8443 351 0,'0'0'355'0,"0"0"1392"16,0 0-1257-16,80 64-62 0,-53-34-133 15,0 1-39-15,-4 1-18 0,-5 2-51 16,-5-5-81-16,-5-3-69 0,-3-3-37 15,-4-9-36-15,2-3-107 0,-1-5-66 16,1-2-65-16,-1-4-194 0,5 0-556 16,-2-4-688-16,1-10 1572 0</inkml:trace>
  <inkml:trace contextRef="#ctx0" brushRef="#br0" timeOffset="54730.837">27593 8485 818 0,'0'0'330'15,"0"0"895"-15,0 0-882 0,-93 72-38 16,58-36-24-16,-1 3 126 0,-1 4-58 0,4 1-90 16,1-4-67-16,5-4-115 0,5-7-77 15,2-7-23-15,6-5-147 0,3-6-57 16,7-6-62-16,4-5-164 0,1 0-283 0,10-10-900 16,0 3 1088-16,10-14 95 0</inkml:trace>
  <inkml:trace contextRef="#ctx0" brushRef="#br0" timeOffset="55160.358">27687 8575 218 0,'0'0'1957'15,"0"0"-1318"-15,0 0-82 0,-1 76-88 0,-8-39-71 16,-2 1-32-16,0 2-65 0,0-9-72 16,4-2-107-16,2-10-119 0,5-7-3 15,3-6-36-15,8-3-71 0,6-3-3 16,3-4-12-16,5-8-41 15,6-5-68-15,0-6-11 0,1-1-53 0,-2 0-93 16,-1 0 54-16,-4 4 46 0,-2 1 92 16,-4 1 73-16,-3 3 84 0,-4 3 39 15,-6 7 62-15,-1 3 92 0,-4 2 74 0,1 4-10 16,-2 10-33-16,1 3 2 0,0 7-39 16,-1 6-28-16,0 6-1 0,0 8-18 0,0 4-1 15,-1 7-13 1,-5 6-3-16,-1 3-9 0,-4 2 14 15,0-1 32-15,-2-3 17 0,0-3-46 0,0-8-31 16,1-5-15-16,1-7-15 0,3-7-7 16,-1-6-12-16,2-5-12 0,3-7 2 0,-1-7-2 15,2-2 0-15,3-5-24 0,-3-4-62 16,-1-3 7-16,-6-6 45 16,-2-1-67-16,-1-4 33 0,-4-6 9 0,3-4 4 15,-1-8-16-15,2-6-4 0,1-6-30 16,1-2-51-16,5-3-114 15,2 0-293-15,4 3-700 0,0 15-633 0,6-14 1860 16</inkml:trace>
  <inkml:trace contextRef="#ctx0" brushRef="#br0" timeOffset="55318.737">28501 8785 1383 0,'0'0'1661'0,"0"0"-932"0,0 0-330 15,85 28 7-15,-59-24-43 0,2-4-88 16,-3 0-87-16,-3-1-188 0,4-10-30 0,-3 1-171 16,-3-3-65-16,-4 0-134 0,-3 4-375 0,-7 3-960 15</inkml:trace>
  <inkml:trace contextRef="#ctx0" brushRef="#br0" timeOffset="55469.044">28454 8971 1843 0,'0'0'1657'0,"0"0"-1033"0,0 0-369 16,0 0-78-16,0 0 41 0,0 0-12 16,0 0 23-16,85 49-74 0,-54-49-155 15,5-7-22-15,2-5-127 0,0-5-101 0,-1-2-119 16,-10 3-257-16,5-5-856 0</inkml:trace>
  <inkml:trace contextRef="#ctx0" brushRef="#br0" timeOffset="56051.991">29039 8561 780 0,'0'0'215'15,"0"0"573"-15,0 0-26 0,0 0-78 0,0 0-157 16,14 88-115-16,-14-44-148 15,0 6-69-15,-7 6 41 0,-5 2-22 16,-2-2-61-16,0-3-34 0,2-11-55 0,4-7-64 16,2-11-27-16,6-10 3 0,0-7-31 15,4-5-52-15,9-2-27 0,4-9-25 0,6-9-56 16,6-2-29-16,4-10-45 0,0 1-189 16,4-4-98-16,-4 1 30 0,0 1-40 15,-1 5 62-15,-4-3 45 0,0 6 212 16,-7 4 267-16,-2 6 150 0,-8 7 163 15,-2 3 16-15,-4 3 103 0,-2 10 22 16,0 6-15-16,0 3-77 0,-3 7-94 16,0 6-81-16,0 6-10 0,-3 1 17 15,-6 8-33-15,0 0-37 0,-4 5 7 0,-1 0 54 16,-5 1-10-16,2 0-18 0,-4-5 11 16,1-5-34-16,1-8-40 0,-1-8-51 15,4-7-43-15,-1-5-21 0,3-6-49 16,-3-5-34-16,-1-4 4 15,-2-1 5-15,-2-9 3 0,0-4-12 16,0-2-10-16,3-6-19 0,4-6-86 0,4-10-314 16,5-7-591-16,5 8-923 0,1-30 1978 0</inkml:trace>
  <inkml:trace contextRef="#ctx0" brushRef="#br0" timeOffset="56231.223">29787 8807 1413 0,'0'0'1564'0,"0"0"-876"0,41 74-103 0,-28-47-103 16,-1 3-90-16,2-5-197 0,0-4-148 15,0-4-47-15,2-5-158 0,2-5-59 0,5-3-19 16,-1-4-79-16,4 0-276 0,-2-11-863 16,-3-1-741-16,-1-7 1995 0</inkml:trace>
  <inkml:trace contextRef="#ctx0" brushRef="#br0" timeOffset="56398.257">30187 8671 1489 0,'0'0'1293'15,"0"0"-710"-15,0 0-237 0,0 0-148 16,-105 72-57-16,70-37 72 0,-5 4 69 16,0 1-112-16,-2 4-93 0,-2-1-77 0,-1-2-10 15,-3-1-54-15,3-2-106 0,2-2-84 0,1-7-266 16,6-3-801-1,9-8-794-15,-5 0 1789 0</inkml:trace>
  <inkml:trace contextRef="#ctx0" brushRef="#br0" timeOffset="56986.17">30623 8479 737 0,'0'0'2'0,"0"0"1727"16,0 0-1284-16,0 0-61 0,-16 95 19 15,11-51-110-15,2 8-30 0,-2 4-40 16,4 8-53-16,-1-3 2 0,2 0-40 0,0-5-77 16,0-5-55-16,4-7-1 0,6-4-14 15,0-8-3-15,5-7 18 16,-1-5 8-16,2-6-8 0,1-8-22 15,2-6-39-15,1-1-9 0,3-16 27 0,3-3 12 16,3-7 6-16,1-7 22 0,4-4-34 16,-3-1 3-16,2-6 10 0,-4-4 2 15,-1-1-55-15,-3-4 0 0,-3-3-1 0,-3 1-6 16,-3 4-22-16,-5 4-35 0,-3 10-73 16,-6 7-95-16,-2 9-150 0,0 10-263 15,-10 9-628-15</inkml:trace>
  <inkml:trace contextRef="#ctx0" brushRef="#br0" timeOffset="57176.885">30582 8892 1170 0,'0'0'1424'16,"0"0"-913"-16,0 0-252 0,0 0 99 0,0 0 70 15,84 24-68-15,-53-22-125 16,3-2-94-16,2 0-80 0,0-7-61 15,0-1-15-15,1-1-99 0,-1-2-76 16,-3 3-36-16,1 1-23 0,-3-2-113 0,-3 3-356 16,-8 2-1026-16</inkml:trace>
  <inkml:trace contextRef="#ctx0" brushRef="#br0" timeOffset="57852.978">31454 8882 339 0,'0'0'254'0,"0"0"1680"0,-26 94-1451 0,10-51-42 16,-4 5-122-16,1-3-25 0,-1-4-45 15,2-6-72-15,5-9-82 0,2-6-75 16,7-10-20-16,1-5-52 0,3-5-85 0,13-2-21 16,7-8 21-16,7-8-68 15,10-2-18-15,-1-7-18 0,3 0-68 16,-2-1-60-16,-5 2 56 0,-5 4 34 0,-4 4-42 0,-7 5 133 15,-1 6 188-15,-8 4 120 16,-3 3 94-16,1 4 94 16,-1 8 48-16,-1 6-29 0,-1 3-55 0,1 6-90 0,2 8-43 15,1 2 38-15,-2 6 81 0,0 2-107 16,0 0-20-16,-2 3 2 0,-2-1-15 16,-6 0-41-16,-2 2-16 0,-6-6-24 15,-1 0-3-15,-1-6-3 0,0-4 3 0,2-4 6 16,-4-5-7-1,5-4-5-15,1-6 8 0,1-6-5 0,3-5-7 16,-2-3-17-16,1-1-7 0,-1-9-19 16,-3-4 16-16,1-6-70 0,1-4-10 15,2-5-24-15,5-8 14 0,4-6-52 0,1-6-115 16,11-6-120-16,7-4-276 0,4-3-457 16,-3 15-535-16,16-16 1567 0</inkml:trace>
  <inkml:trace contextRef="#ctx0" brushRef="#br0" timeOffset="58086.133">32276 8913 855 0,'0'0'1260'0,"0"0"-497"15,0 0-283-15,0 0-144 0,0 0-15 16,-67 94-12-16,33-55-30 16,-6 5-48-16,1 4-42 0,1 2-15 0,5-1-28 15,5-1-42-15,8-4-44 0,7-5-17 16,7-7-7-16,6-6-8 0,2-5 2 15,10-6-30-15,6-5-13 0,4-6-27 16,7-2-35-16,3-2-38 0,3-7-45 16,0-9-31-16,-2-3-44 0,-3 0-53 0,-5-5-105 15,-6 5-240-15,-7-4-348 0,-6 4-267 16,-3 6 84-16,-6-7 1061 0</inkml:trace>
  <inkml:trace contextRef="#ctx0" brushRef="#br0" timeOffset="58218.85">32065 9164 977 0,'0'0'228'0,"0"0"1135"0,0 0-759 0,0 0-190 16,0 0-67-16,0 0-27 0,0 0-60 16,-7 73-32-16,26-61-65 0,5-4-37 0,7-5-93 15,0-3-33-15,6-7-156 0,0-8-83 16,-1-1-74-16,-2-5-137 0,-6 7-504 16,6-11-568-16</inkml:trace>
  <inkml:trace contextRef="#ctx0" brushRef="#br0" timeOffset="58609.873">32786 8814 2523 0,'0'0'1124'0,"0"0"-922"0,0 0-7 16,0 0 108-16,0 0 31 0,0 0-9 0,-82 80-41 16,59-45-147-16,0 5-43 0,2 4 6 15,0 3 51-15,1 2-39 0,-1-1-34 16,3-4-17-16,2-2-34 15,3-5-27-15,3-7 0 0,5-4-15 0,4-7 3 16,1-5-9-16,1-2-7 0,10-5-44 16,6-2-4-16,0-2-14 0,6-3-4 0,3-5-15 15,1-8-40-15,-3-2-34 16,2-5-85-16,-6 1-98 0,-3-4-47 16,-3 2-128-16,-3-3-123 0,-7-2-120 0,-4 0-217 15,-2 0-46-15,-6 2 1002 0,-4 5 45 0,-4 5 45 16,3 3 321-16,-1 8-138 15,2 3 280-15,1 2 769 0,4 3-823 16,4-1 35-16,3 0-122 0,0-2-122 16,4 0-72-16,7 0-40 0,3-2-15 15,1 0-44-15,6 0-74 0,2-7-61 0,0-4-110 16,3-2-72-16,-6-1-116 0,-1 0-290 16,-6 2-648-16,-4 4-220 0,-4 2 1400 15</inkml:trace>
  <inkml:trace contextRef="#ctx0" brushRef="#br0" timeOffset="58737.043">32793 9151 1027 0,'0'0'121'16,"0"0"1413"-16,0 0-1052 0,-30 87-230 16,22-57-59-16,1 1 76 0,2-2 32 0,0-2 4 15,1-3-86-15,4-4-124 0,0-4-95 16,1-3-28-16,5-3-98 0,1-3 9 16,3-6-97-16,0-1-115 0,-2-5-437 15,7-12-1056-15</inkml:trace>
  <inkml:trace contextRef="#ctx0" brushRef="#br0" timeOffset="59126.48">33078 8594 284 0,'0'0'2114'16,"0"0"-1058"-16,0 0-863 15,0 0-98-15,0 0 9 16,0 0 75-16,0 0-12 0,93-12-167 0,-72 10-47 16,-3 2-92-16,2 0 33 0,-6 8-8 0,0 8-6 15,-3 9 38-15,-5 9 31 0,-6 3 49 16,-2 6 2-16,-10 1 64 0,-5 2 24 16,-2 0 32-16,-1-3-7 0,1 0-16 15,4-5-14-15,1 2-30 0,5-8-12 16,1 2 12-16,7-3 24 0,1-2-18 0,0-2-22 15,3 1-12-15,3-2-3 16,3 2 24-16,-3-3 10 0,2 1 30 16,-3 0 10-16,1 1-35 0,1 1-18 0,0-2-3 15,-1 3 0-15,2-1-25 0,-4-3-15 16,1-1-1-16,-2-1-24 0,-3-1-23 0,0 1-8 16,0-1-11-16,-8-3-41 0,-4 4-46 15,-2-6-26-15,-3-1-187 0,3-4-690 16,-9 5-1025-16</inkml:trace>
  <inkml:trace contextRef="#ctx0" brushRef="#br0" timeOffset="59225.772">33095 9872 1375 0,'0'0'2276'16,"0"0"-1608"-16,0 0-411 0,0 0-257 16,0 0-173-16,0 0-318 0,-95-39-868 0</inkml:trace>
  <inkml:trace contextRef="#ctx0" brushRef="#br0" timeOffset="74965.394">3585 15129 2123 0,'0'0'437'0,"0"0"-125"0,0 0-119 16,0 0 30-16,0 0 57 0,0 0 26 16,0 0-32-16,0 0-44 15,0 0-60-15,0 0-43 0,4 14-38 0,23-14 31 16,10 1-35-16,6 3-26 0,10 2-26 0,5-4-5 15,2 0-13-15,5-1-14 0,0-1-1 16,-1 0-2-16,-2 0-10 16,-5 0 3-16,-6 1-13 0,-4 2 4 15,-9 0-10-15,-8 3-5 0,-7-1 11 16,-5 1-5-16,-9 2-13 0,-4 3-3 0,-5 5 15 16,0 3 27-16,-10 6-26 0,-9 4-16 0,-5 7 18 15,-8 3-24-15,-7 6 47 0,-7 4-29 16,-3 1 21-1,-6 4 8-15,-4 1 4 0,0 3 39 16,-2 2-27-16,1 1-13 0,2 0 17 0,3-1-16 16,5-2 0-16,3-4 1 0,6-5 18 15,8-6-18-15,6-6 18 0,4-6-20 0,8-8 16 16,5-6-1-16,4-6-16 0,6-5-12 16,2 0-21-16,10 2 8 15,10 3 25-15,6 1 37 0,7 3 6 0,6 2 6 16,5 1-12-16,2 1-19 0,-1-2-16 15,2 1 1-15,-1-1 19 0,-5-1-22 16,-3-2-43-16,-1-2 21 0,-4 0-8 16,-5-4-22-16,-3 0-22 0,-3-5-28 15,-3-1-24-15,-2-2-14 0,-2 0-109 16,-1-8-161-16,-3-6-210 0,-4 1-435 16,2-15-308-16</inkml:trace>
  <inkml:trace contextRef="#ctx0" brushRef="#br0" timeOffset="75292.812">4519 16052 3295 0,'0'0'286'0,"0"0"-248"0,0 0 6 16,0 0 158-16,89-12-45 16,-65 12-44-16,0 0-44 0,0 0 12 0,1 0-22 15,-2 3-59-15,-4 1 0 0,-1 3-1 16,-6 1 1-16,-2 5-12 0,-4 5-1 0,-6 4-37 15,-2 8 10-15,-12 4-16 16,-6 4-13-16,-3 3-4 0,-3-1 42 16,-3-1 18-16,2-1 1 0,-1-3 9 15,4-3 3-15,2-2 22 0,6-6-10 16,3-2 19-16,6-4 36 0,7-4-29 16,0-2-25-16,10-1-13 0,6-3 0 15,6 3 19-15,5-3 25 0,2-2-4 0,4 0-27 16,3-2-13-16,2-4-25 15,0 0 9-15,-2 0-49 0,-4 0-35 0,-3-4-61 0,-3-2-91 16,-6-1-114-16,2-4-176 0,-9 3-429 16,1-14-397-16</inkml:trace>
  <inkml:trace contextRef="#ctx0" brushRef="#br0" timeOffset="75518.477">5287 15779 3224 0,'0'0'675'0,"0"0"-473"0,0 0-200 15,0 0 40-15,84 1 70 0,-57 0-3 0,1-1-29 16,-4 0-57-16,3 0-23 0,-2-1 0 16,-3-2-40-16,1-1-81 0,-6 2-107 15,-4 1-80-15,-6 1-149 0,-4 5-197 16,-3 1-405-16,-7 14-146 0</inkml:trace>
  <inkml:trace contextRef="#ctx0" brushRef="#br0" timeOffset="75664.011">5271 16040 2523 0,'0'0'489'0,"0"0"-293"16,0 0-133-16,0 0 62 0,0 0 46 0,0 0 91 15,0 0-19-15,85 30-62 0,-56-27-103 0,4-2-44 16,2-1-34-16,0 0-56 15,1-3-100-15,1-2-120 0,-3 0-170 16,-6 0-307-16,3 1-712 0</inkml:trace>
  <inkml:trace contextRef="#ctx0" brushRef="#br0" timeOffset="76469.825">7061 15040 1304 0,'0'0'653'16,"0"0"-422"-16,0 0-134 0,0 0-16 15,0 0 64-15,0 0 87 0,0 0 35 0,0 0-8 16,0 0-77-16,0 0-62 15,-3-36-15-15,-10 53-39 0,-4 9-25 0,-2 7 9 16,-2 8 17-16,-4 6-20 0,-1 7-7 16,-1 4-40-16,4-2-18 0,-2 1-45 15,5-6-13-15,7-8 4 0,3-8-1 16,6-11 13-16,4-8-47 0,0-6-84 16,8-6-52-16,1-1 92 0,6-1 93 0,2-1 58 15,4 1 13-15,1 5 42 0,2 4 15 0,5 8 46 16,-1 7 8-16,-1 7 17 0,2 7-2 15,-6 3-31-15,0 5-13 16,-3 0-26-16,-2-2 7 0,-3-1-51 16,0-2 6-16,-2-3-31 0,-5-5-3 15,1-5-31-15,-2-4 18 0,-1-4-22 16,-2-7-113-16,1-4-84 0,-1-6-125 0,-2-3-213 16,-1-2-441-16,-1-8-222 0</inkml:trace>
  <inkml:trace contextRef="#ctx0" brushRef="#br0" timeOffset="76745">7548 15554 3550 0,'0'0'426'15,"0"0"-398"-15,0 0-27 0,0 0-1 0,0 0 139 0,0 0-18 16,42 69-34-1,-22-61-68-15,3 4 13 0,6-1-32 0,0 0 0 0,0 1-3 16,-2 1-19-16,-1 3-9 0,-3 3 16 16,-3 4-16-16,-5 2 28 0,-2 4-19 15,-6 0 9-15,0 1-9 0,-4-1-34 16,2-4-9-16,-4-4-30 0,3-5-34 16,-1-7-37-16,0-5-78 0,0-4-142 0,1-9-258 15,-1 0-98-15,4-20-375 0</inkml:trace>
  <inkml:trace contextRef="#ctx0" brushRef="#br0" timeOffset="76940.979">7984 15432 1433 0,'0'0'1406'0,"0"0"-1120"16,0 0-156-16,-81 62 46 0,46-33 144 0,2 3-12 0,-6 6-80 15,0 3-101-15,-1 4-49 0,-2 3-4 16,3 0-6-16,0 0-34 0,2-3-34 15,5-4-33-15,5-5-4 16,2-7-31-16,7-5-59 0,4-7-78 16,5-5-97-16,3-6-108 0,3-5-204 0,0-1-515 15,3-7-559-15</inkml:trace>
  <inkml:trace contextRef="#ctx0" brushRef="#br0" timeOffset="77435.604">8533 15184 2334 0,'0'0'375'16,"0"0"-249"-1,0 0-104-15,0 0 42 0,0 0 46 0,0 0-40 16,0 0-3-16,0 0 29 0,-73 75-7 16,55-41 4-16,-2 6-20 0,2 6 15 15,0 5 32-15,5 3 22 0,4 0 12 16,3-2-12-16,6-5-27 0,7-5-31 0,5-6-38 16,8-5-5-16,0-6-17 0,6-5-11 15,5-5-11-15,2-3 9 0,4-8-10 16,2-4-2-16,0-4 0 15,0-8-17-15,-3-3-26 0,0-8-58 0,-9-1-79 16,-2-2-80-16,-7 2-114 0,-6 0-226 16,-6 6-520-16,-6-4-190 0</inkml:trace>
  <inkml:trace contextRef="#ctx0" brushRef="#br0" timeOffset="77590.68">8440 15590 1896 0,'0'0'1302'0,"0"0"-996"0,0 0-230 0,0 0-26 15,0 0 49-15,0 0-11 0,0 0-10 16,0 0 26-16,0 0 72 0,0 0-5 16,120-7-87-16,-70-3-84 0,-2-1-21 0,4-1-13 15,-3-1-56-15,1 0-60 0,-1 0-82 16,-4 0-169-16,-9 2-396 0,10-6-1071 0</inkml:trace>
  <inkml:trace contextRef="#ctx0" brushRef="#br0" timeOffset="78053.451">9573 15000 962 0,'0'0'2348'0,"0"0"-2043"0,0 0-258 16,0 0 51 0,0 0 84-16,0 0 48 0,-95 31-12 0,73-7-54 15,2 8-75-15,3 6-24 0,-2 5-10 16,3 7-3-16,2 3 7 0,2 0 2 0,2 2-15 0,2-4-43 15,6-2 12 1,2-5-12-16,0-5 28 0,2-8 2 16,6-3 13-16,2-6 3 0,-1-4 21 0,5-5-42 15,1-3-28-15,2-5-12 0,3-4-27 16,6-1-28-16,0-9-13 0,2-6-18 16,-1-5 7-16,-3-3 1 0,-5-2 1 0,-2 0-40 15,-3 0-69-15,-6 1-51 0,-2 2-72 16,-5 0-31-16,-1 3 34 15,0 1 48-15,0 5 35 0,-3 4 19 16,-2 3 51-16,0 3 67 0,3 3 53 0,-1 0 25 16,0 0 20-16,0 0 69 0,3 1 37 15,0 1-15-15,0-2-33 0,0 0-58 16,0-4-38-16,1-1-89 0,5-3 66 0,0-3 58 16,5-1-20-16,1-2-78 0,1 0-354 15,1 0-26-15,-1 4 200 0,2 2 183 16,-4 4 98-16,-3 2 280 15,0 2 72-15,-4 0-105 0,-4 0-117 0,2 3-130 16,-2 1-68-16,0-1-154 16,-2 1-126-16,-4-1-333 0</inkml:trace>
  <inkml:trace contextRef="#ctx0" brushRef="#br0" timeOffset="78475.651">9632 15415 635 0,'0'0'1083'0,"0"0"-735"0,0 0-193 16,0 0-32-16,0 0 45 0,0 0 32 16,0 0 58-16,0 0-53 0,0 0-68 15,0 0-10-15,0 0 22 0,16 6-13 0,-14 0-16 16,2 4-16-16,0 1-20 0,0-1-29 16,1-2-30-16,-1 1-25 0,1 0 1 15,-1 0-1-15,0 0 0 0,3 1 1 16,-2 1-1-16,0 0 1 0,1 3 1 0,0 0 10 15,1 4-12-15,-3 1 0 16,1 3-24-16,-2 0-16 0,1 6-24 16,-1 0 26-16,1 2 29 0,-1-3-4 15,0-4-97-15,0-4-63 0,1-2-62 0,-1-2-109 16,1 0-123-16,-1 0 76 0,-3-2 245 16,2-3-113-16,-2-3-386 0,0-4-166 0</inkml:trace>
  <inkml:trace contextRef="#ctx0" brushRef="#br0" timeOffset="79022.548">9442 15420 2443 0,'0'0'420'0,"0"0"-327"0,0 0-68 15,0 0-2-15,0 0 76 0,0 0 39 16,0 0 5-16,0 0-41 0,0 0-17 16,0 0 4-16,0 0 15 0,20-2 38 15,-10 0 12-15,5 1-32 0,0-2-44 16,1 2-25-16,3-2-22 0,0 1-6 16,1 0-13-16,1-4-9 0,1 1 13 0,4-3-16 0,0 0-29 15,3-4-46-15,1-1-43 0,0-2-55 16,2 1-88-1,0 0-148-15,-2 2-196 0,-7 1-400 0,6 1-520 0</inkml:trace>
  <inkml:trace contextRef="#ctx0" brushRef="#br0" timeOffset="79444.945">10627 14399 3698 0,'0'0'346'0,"0"0"-346"16,0 0-75-16,0 0 75 0,0 0 75 15,0 0 188-15,0 0-25 16,0 0-117-16,0 0-32 0,-8 99 9 0,8-48 28 16,0 12 32-16,0 9-20 0,0 9-20 0,0 5-15 15,0 6-15-15,0 5-9 0,0 4-15 16,-3-1-61-16,-1 2-3 0,-3-4-9 16,1-2-34-16,0-4 10 0,2-8-13 0,1-6-23 15,0-7 5 1,2-6-9-16,-1-7 15 0,2-4-15 0,0-4-3 0,-2-3 6 15,0-7 6-15,2-6 15 16,0-8-9-16,0-8-34 0,0-10-28 16,0-3-80-16,4-5-151 0,-1-3-218 0,0-7-188 15,-1-1-440-15,-1-15-430 0</inkml:trace>
  <inkml:trace contextRef="#ctx0" brushRef="#br0" timeOffset="80418.103">11480 14747 2398 0,'0'0'259'0,"0"0"-60"0,0 0 96 16,0 0-189-16,0 0 2 0,0 0 3 16,0 0 16-16,0 0 75 0,0 0-35 0,0 0-72 15,46 0 58-15,-26 36-48 0,1 11-15 16,1 10-56-16,0 3-27 15,-5 1-5-15,-1-1-4 0,-2-3-15 16,-2-3-5-16,0-9 1 0,0-7 19 16,0-10-11-16,-2-7 13 0,2-8 51 0,-4-4-11 15,1-6-27-15,-2-3-10 0,2 0 12 16,1-10 35-16,4-8-4 0,1-9-22 16,2-9-11-16,-1-5-13 0,1-4-37 15,-2-3-22-15,-1-1-12 0,-4 2-22 0,-3 0-3 16,-4 1-32-16,-3 3-36 0,0 2-74 15,-4 5-54-15,-5 6-52 16,0 5-77-16,0 12-239 0,-9 4-479 0</inkml:trace>
  <inkml:trace contextRef="#ctx0" brushRef="#br0" timeOffset="80589.083">11556 14933 2372 0,'0'0'326'0,"0"0"-184"0,0 0-58 15,0 0 50-15,0 0 116 16,0 0 17-16,0 0-72 0,0 0-84 0,94 10-58 16,-68-10-42-16,0 2-11 0,1-2-1 15,3 0-12-15,2 0-94 0,3-4-180 16,-1-3-112-16,-8 3-276 0,10-7-765 0</inkml:trace>
  <inkml:trace contextRef="#ctx0" brushRef="#br0" timeOffset="81013.248">12418 14848 2375 0,'0'0'795'16,"0"0"-479"-16,-38 81-158 0,25-44-16 0,-1 5 136 16,1 1 30-16,3-4-73 0,6-5-124 15,2-7-111-15,2-6 0 0,5-9-55 16,9-6-23-16,2-6 35 0,8-2 15 15,4-11-27-15,5-7-66 0,0-6-50 16,0-4-34-16,-4 2 23 0,-2 0 40 16,-5 6 50-16,-6 5 54 0,-2 4 16 15,-4 7-7-15,-4 5 10 0,-3 1 19 16,0 9 160-16,1 5 26 0,-3 8-54 0,2 4-66 16,0 6-41-16,2 3 0 15,-1 4 17-15,2 4 2 0,2 3-7 16,-3 4-2-16,-1 5 5 0,-1 3 19 0,-3 3 9 0,0 1 7 15,0 1-1-15,-7 0-3 0,-2-2-9 16,-2-4-13 0,0-6 0-16,-1-6-12 0,0-10 3 0,2-10 9 15,-1-7-6-15,2-10 3 0,-3-4-3 0,-1-4-13 16,0-7-30-16,-5-9-12 0,-4-9-24 16,2-9-26-16,-5-8-30 0,1-9-55 15,-2-3 5-15,4 0-16 16,1 0-50-16,5 4-53 0,6 4-185 0,5 15-241 15,5-13-785-15</inkml:trace>
  <inkml:trace contextRef="#ctx0" brushRef="#br0" timeOffset="81252.37">13434 14937 2996 0,'0'0'628'0,"0"0"-328"0,0 0-155 0,0 0-70 15,-29 85 18-15,12-52 50 16,-5 6 27-16,2 4-71 0,1 3-19 0,1 4-21 16,3 0-29-16,2-2-28 0,5-2-2 15,5-5-2-15,3-5 2 0,4-8 19 16,8-8-19-16,6-8-24 0,2-5-34 16,1-7-34-16,3-6-20 0,2-11-33 15,1-6-85-15,-2-4-201 0,-8 4-374 0,0-9-756 16</inkml:trace>
  <inkml:trace contextRef="#ctx0" brushRef="#br0" timeOffset="81402.223">13297 15266 1854 0,'0'0'1785'16,"0"0"-1498"-16,0 0-187 0,0 0-24 0,0 0 89 16,0 0 22-16,0 0 13 0,0 0-40 15,0 0-68-15,97 60-92 0,-64-60-21 16,1-2-105-16,2-6-28 0,1-3-47 15,1-1-98-15,-2 2-189 16,-8 0-214-16,11-1-867 0</inkml:trace>
  <inkml:trace contextRef="#ctx0" brushRef="#br0" timeOffset="81941.82">14145 14962 2647 0,'0'0'533'15,"0"0"-278"-15,0 0-43 0,0 0-29 0,0 0 66 16,-77 65 78-16,54-27-58 0,0 5-54 0,3 5-22 16,1 3-23-16,7-1-51 0,0-2-46 15,7-2-19-15,2-4-8 0,3-6-31 16,0-5-13-16,8-4 10 0,4-6-12 0,3-5-2 16,5-4-22-16,-1-3 3 15,5-6-13-15,2-3-14 0,-1 0-7 0,-1-10-21 16,-2-4-3-16,1-1-22 0,-4-3-18 15,-5 1 3-15,-1-1-47 16,-7-1-59-16,-2 0-100 0,-4-1-81 16,0-1-117-16,-9 2 4 0,-5 1 64 0,-2 1 144 15,-1 1 143-15,-2 2 165 0,6 2 94 16,0 5 133-16,5 5 90 0,3 2 31 0,4 0-36 16,1 0-6-16,0 5-34 0,4 1-23 15,5 4-14-15,4-3-63 0,0 2-79 0,4-3-39 16,0-5-54-16,1-1-55 15,0 0-73-15,-2-4-24 0,0-3-34 16,0-1-75-16,-3-3-100 0,-3 1-113 16,-4-1-126-16,-3 4-16 0,-3-1 92 15,0 3 139-15,-5 3 203 0,-3 2 182 16,0 0 9-16,-1 3 490 0,0 5 6 0,3 3-99 16,-1 3 89-16,1 2-41 0,2 4-86 0,-1 1-123 15,4 4-52-15,-1 1-17 0,1 2 1 16,1 3 6-16,0 2-9 0,0 0-26 15,0 3-40 1,0-3-53-16,0-3-55 0,1-7-24 0,2-8-143 16,-3-3-43-16,3-5-89 0,-1-2-171 15,1-4-280-15,2-1-876 0</inkml:trace>
  <inkml:trace contextRef="#ctx0" brushRef="#br0" timeOffset="82140.218">14578 15737 2647 0,'0'0'632'0,"-13"73"-175"16,7-41-139-16,-3 5-124 0,-2 3-89 16,1-5-98-16,-3-5-7 0,3-6-103 0,0-5-81 15,-3-7-150-15,4-4-347 0,-4 1-1253 16</inkml:trace>
  <inkml:trace contextRef="#ctx0" brushRef="#br0" timeOffset="83319.14">15575 15216 1003 0,'0'0'1693'0,"0"0"-1342"0,0 0-195 0,0 0 1 0,0 0 109 16,96 36 6-16,-65-26-52 15,1-4-58-15,3-1-63 0,-1-4-27 0,2-1-51 16,-1-3-21-16,1-6-86 0,-2-1-50 16,-5-4-48-16,-2 2-78 0,-5-3-127 0,-6 3-216 15,-6 4-532-15,-5-4-521 0</inkml:trace>
  <inkml:trace contextRef="#ctx0" brushRef="#br0" timeOffset="83563.899">15724 15302 1843 0,'0'0'334'0,"0"0"-140"15,0 0-45-15,0 0 70 0,0 0 83 0,-16 83-14 16,16-53-47-16,0 6-60 0,0 3-40 16,3 0 3-16,4 4-30 0,3-3-42 15,0-2-35-15,1-3-18 0,1-5-19 0,1-8 0 0,5-3-22 16,-1-2-15-16,6-7 33 0,3-4-30 15,1-4-13-15,4-2-57 16,0-4-78-16,-3-8-58 0,-1-3-97 0,-4-4-176 16,-6 5-289-1,6-11-554-15</inkml:trace>
  <inkml:trace contextRef="#ctx0" brushRef="#br0" timeOffset="83751.778">16262 15390 3074 0,'0'0'425'15,"0"0"-254"-15,0 0-26 0,60 85 68 0,-38-62 81 16,-2-2-98-16,1-4-132 0,4-5-64 0,-1-2-64 16,0-6-42-16,-1-1-24 0,0-3-51 0,-2 0-93 15,-2-10-201-15,-5 3-552 0,2-15-655 16</inkml:trace>
  <inkml:trace contextRef="#ctx0" brushRef="#br0" timeOffset="83918.246">16504 15298 2880 0,'0'0'445'0,"0"0"-302"0,0 0-16 16,-94 75 24-16,65-42 110 0,0 2-10 15,2 7-89-15,1-1-67 0,4 0-27 0,1-2-34 16,4-3-34-16,3-3-50 0,2-5-99 15,4-4-43-15,3-5-81 16,3-2-172-16,2-7-371 0,0-2-896 0</inkml:trace>
  <inkml:trace contextRef="#ctx0" brushRef="#br0" timeOffset="84227.418">16951 15546 2719 0,'0'0'622'15,"0"0"-330"-15,0 0-169 0,0 0-4 16,0 0 48-16,-8 84 65 0,-1-49-68 0,1 2-62 16,-4 1-34-16,4 1-40 0,0-4-28 15,-1-3-15-15,1-2-68 0,-1-6-38 16,2-6-68-16,0-5-78 0,0-4-108 16,3-6-231-16,1-3-529 0,-2-8-621 0</inkml:trace>
  <inkml:trace contextRef="#ctx0" brushRef="#br0" timeOffset="84825.173">17318 15137 2372 0,'0'0'539'16,"0"0"-193"-16,0 0-146 15,0 0-35-15,0 0 109 0,0 0-41 0,0 0-30 16,-26 96-39-16,17-56-28 0,1 8 24 0,0 4-7 15,0 2-49 1,1-2-43-16,2-4-18 0,2-7-24 0,3-7-19 16,0-10-34-16,3-10-5 0,6-5-35 0,7-6-33 15,3-3 9-15,4-4 18 0,4-9 13 16,0-3 14-16,1-3-2 0,-1-2-22 16,-4 0-10-16,0 0 19 15,-3 3 24-15,0 1 16 0,-7 2 15 0,1 2 13 0,-2 1 0 16,-4 5 1-16,-2 1 1 15,-2 3 13-15,-1 3 17 0,1 0 2 16,-1 0 12-16,3 9 13 0,1 6 55 16,2 6-18-16,0 9-62 0,2 4-6 15,-3 6 12-15,1 3 12 0,-5 5-3 0,1 1-21 16,-4 3-13-16,-1 1-3 0,0 0-11 16,-6-1 0-16,-5 0-1 0,-2-2 0 0,0-3-2 15,-3-1 1-15,1-5 1 0,-2 0 0 16,3-7 1-16,-2-4 0 15,-1-4-1-15,2-7-30 0,-2-4-29 16,1-7 13-16,0-6-18 0,-1-2 2 16,-2-14-46-16,0-11-41 0,-1-11 16 0,2-10-29 15,2-13-169-15,4 10-301 0,-1-43-706 0</inkml:trace>
  <inkml:trace contextRef="#ctx0" brushRef="#br0" timeOffset="85196.812">17905 15077 3094 0,'0'0'449'16,"0"0"-215"-16,0 0-86 0,0 0-3 0,0 0-64 0,95 3 0 16,-71-11-28-16,2-1-34 0,4-2-19 15,1 0-34-15,-1 3-26 0,0 4-15 16,-1 2 29-16,-3 2 14 0,-2 8 19 15,-5 4-3-15,-3 9-25 16,-5 5 41-16,-2 5 37 0,-6 5-13 16,0 5-24-16,-3 0 0 0,0 2 0 0,-6 4 0 15,-1 0-1-15,0 0-2 0,-1 3 1 16,1-4 2-16,5-1 18 0,-1-2-14 16,1-6 49-16,2-2 12 0,0-5-27 15,0-3-1-15,2-1-9 0,1-5-3 0,-1-4-23 16,2-6 16-16,-4-3-18 0,2-6-35 15,-2-2-27-15,0 0-47 16,-2-1-42-16,-7-5 16 0,-5-2-1 16,-4-3 3-16,-3-2-156 0,-6-2 62 0,-3-2-175 0,5 2-669 15,-20-8-509-15</inkml:trace>
  <inkml:trace contextRef="#ctx0" brushRef="#br0" timeOffset="85641.829">19109 15143 2463 0,'0'0'232'16,"0"0"-171"-16,0 0-32 0,0 0 29 15,0 0 96-15,0 0 61 0,0 0 103 16,0 0-5-16,0 0-17 0,0 0-60 0,0 0-81 15,20 19-59-15,-33 17-13 16,-4 7 9-16,1 6 12 0,0 4 6 16,2 1-30-16,1 0-34 0,4-1-34 15,5-5-9-15,4-4-3 0,0-5 24 16,10-8 7-16,7-6-31 0,5-7-22 0,7-3-30 16,6-9-24-16,3-6-3 0,3-3-47 15,-1-12-31-15,-1-3-24 0,-7-3-102 16,-8-2-185-16,-5 3-205 0,-10 4-431 15,-9 0-328-15</inkml:trace>
  <inkml:trace contextRef="#ctx0" brushRef="#br0" timeOffset="85787.705">19096 15504 2043 0,'0'0'618'0,"0"0"-181"0,0 0-179 16,0 0-73-16,0 0-78 0,0 0 29 15,0 0 138-15,88-6-68 0,-52-1-82 0,3 0-61 16,3-4-63-16,-2-4-20 15,1-3-160-15,0-2-80 0,-5-2-169 16,-7 6-364-16,4-11-1036 0</inkml:trace>
  <inkml:trace contextRef="#ctx0" brushRef="#br0" timeOffset="86244.097">19760 15165 2734 0,'0'0'1068'0,"0"0"-836"0,0 0-196 0,0 0-8 16,100-45 13-16,-59 26 55 16,4-3-6-16,5-2-56 0,3 4-34 15,2-3 0-15,2 6-3 0,-3 2 3 0,-1 3-37 16,-4 5 16-16,-6 1-14 0,-4 5 32 0,-6 1-12 16,-7 0 15-16,-4 5 0 0,-8 2 0 15,-2 0 46-15,-7 4 10 0,-2 2 15 16,-3 2-21-16,0 6-19 0,-10 4-6 15,-5 4 2-15,-4 6-25 0,-6 3 10 16,-1 0-12-16,-3 0-18 0,4-3 16 16,3-2-16-16,0-4 16 0,5-4-1 15,4-3 2-15,0 0 1 0,4-1 15 16,2-1 16-16,1-1-13 0,-2 2 1 0,1 1-17 16,-1 2 17-16,2 4-4 15,-2 1 3-15,-1 4 1 0,1 2 12 16,0 0 24-16,1-3 37 0,3-5 24 15,4-4-48-15,0-5-44 0,4-2-24 16,9-5 1-16,3-2 1 0,4-1 21 0,2-4-11 16,1-1-1-16,2-3-11 0,0 0-12 0,1 0-3 15,0-2-13-15,-4-3-39 0,-3 1-49 16,-2-3-50-16,-3 0-1 0,-2 1-68 16,-4-2-132-16,-3 0-170 0,-4 1-168 15,-1 1-429-15,0-3-227 0</inkml:trace>
  <inkml:trace contextRef="#ctx0" brushRef="#br0" timeOffset="86463.424">20591 15581 1903 0,'0'0'1083'15,"0"0"-786"-15,0 0-65 0,0 0 3 16,-10 67 0-16,2-36 23 0,-2 3-13 15,0 2-63-15,3 2-62 16,1 2-37-16,0 0-38 0,1-2-31 16,1 0-14-16,-1-4-80 0,2-7-77 0,2-4-22 15,-1-6-78-15,2-6-129 0,0-7-257 16,3-1-512-16,7-4-657 0</inkml:trace>
  <inkml:trace contextRef="#ctx0" brushRef="#br0" timeOffset="87577.126">21226 14832 1451 0,'0'0'702'16,"0"0"-265"-16,0 0-83 0,0 0-34 0,0 0 1 15,0 0-15-15,0 0-45 0,0 0-87 16,0 0-59-16,0 0-44 0,0 0-24 0,28 11-4 16,-18-8-28-16,1-1 13 0,2 1 9 15,2-2-12-15,-2 3-7 0,1-1-6 16,-2 0 16-16,-2 1 3 0,0 1-7 0,-2 0 10 16,-2-2-6-16,-1 2 5 0,0 1 16 15,-1-3 0-15,-4 0 0 0,2-2-24 16,-1 0-22-16,-1-1-1 0,0 0-2 15,0 2-2-15,0-2-1 0,0 0 1 0,0 2 0 16,0-2-11-16,0 0-2 16,0 0-3-16,0 0 2 0,0 0 13 15,0 0-11-15,0 0 13 0,0 0-1 16,0 0-1-16,0 0-9 0,0 0-7 0,0 0 4 16,0 2 3-16,0-1 9 0,0 1 1 15,2-1-10-15,-1 0-1 16,-1-1-11-16,0 1 12 0,0-1 8 0,0 0-8 0,0 0 9 15,0 2-12-15,2-2 13 16,-2 0-11-16,0 0 13 0,0 0 0 16,0 0-2-16,0 0-10 0,0 0-19 15,0 0-2-15,0 0 22 0,0 0 11 16,0 0 22-16,0 0-4 0,0 0-18 0,0 0-2 16,0 0-1-16,0 0-18 0,0 0 2 15,0 0-2-15,0 0-1 0,-2 0 4 16,2 0-4-16,0 0 1 0,-1 0 5 0,1 0 13 15,0 0 0-15,0 0-12 16,0 1 11-16,0 1 1 0,-2 4 3 16,1 6 28-16,-5 4 25 0,-1 7-26 15,-2 5-5-15,-1 5-10 16,-1 2 13-16,1 2-9 0,1-1-16 0,1-3-1 0,2-3-14 0,1-5 14 16,1 0 0-1,0-5 1-15,2-1 12 0,-1-1 0 0,2-2-12 0,1 0 1 16,-3-1-1-16,2-2 0 15,-1 0-12-15,-1 0-6 0,0-1-13 16,-1 2 15-16,1-3 1 0,0-1-28 16,2-2 0-16,1-4 3 0,0-2-13 15,0-2-6-15,4-3-28 0,6-4-15 16,3-4 68-16,3-2 15 0,3-2 16 0,-2 0 2 16,-1 4 1-16,-1 1-16 0,-4 5-15 15,-1 3 6-15,-1 2 25 0,-1 0 1 0,-1 11 77 16,-1-1 3-16,-1 7-19 0,-1-1-28 15,-1 3-9-15,-2 0-25 16,2 2-10-16,-3-2 10 0,1 4 3 16,-1-1-3-16,0 6 3 0,0 1 34 15,-1 2 19-15,-5 6 6 0,-1 1-10 16,1 3-18-16,-2-1-12 0,-2 3-7 0,1 0-12 16,0-2 7-16,-1-1-10 0,0-4 0 15,1-1 0-15,-2-4 0 0,4-1-18 0,0-6 15 16,-1-1 1-16,2-1-17 0,-2-3-18 15,1-2 6-15,-1 0-6 16,0-3-21-16,-4-1-29 0,-1-2-12 16,-1 1-32-16,-1-2-89 0,-5-1-209 15,0-1-139-15,4-3-417 0,-11 3-211 0</inkml:trace>
  <inkml:trace contextRef="#ctx0" brushRef="#br0" timeOffset="88773.288">3386 17242 2047 0,'0'0'1114'15,"0"0"-853"-15,0 0-207 16,0 0 19-16,0 0 155 0,0 0-36 16,97-11-44-16,-67 11-86 0,0 0-24 0,1 0-7 15,-1 3 3-15,0-1 9 0,-1 4-27 16,-2-1-16-16,-1 0 0 0,-4 2-19 16,-3 1-27-16,-5 1-20 0,-1 2-15 0,-6 3-10 15,-2 2-13-15,-5 4 7 0,0 3 24 16,-11 4 4-16,-4 3-13 0,-4 4 44 15,-6 2-19-15,-1 4 53 0,1 1 1 16,-3 0 3-16,2 1 19 0,0-2 10 0,0 0 50 16,3 1-32-16,6-3 4 0,1-2 28 15,7-2-10-15,8-3-13 0,1-5-5 16,9-1 5-16,11-1-5 0,4-4-7 16,9-1 9-16,5-1 0 0,1-2-10 15,0-3 4-15,1-5-35 0,-1-2-12 16,-4-5-46-16,-1-1-54 15,-1-6-70-15,-1-7-134 0,-7 4-355 16,5-16-915-16</inkml:trace>
  <inkml:trace contextRef="#ctx0" brushRef="#br0" timeOffset="89106.78">4502 17640 3104 0,'0'0'303'0,"0"0"-201"15,0 0-1-15,0 0 64 0,0 0-30 16,0 0-47-16,0 0-15 0,0 0-32 16,0 0-10-16,0 0 12 0,0 0 1 15,59 77-13-15,-68-45-6 0,-1 2-24 16,0-3-1-16,3-6 0 0,1-2 0 16,3-6-12-16,3-6-35 0,0-1-18 15,9 1-1-15,4-2 32 0,8 0 34 16,4-1 9-16,4 2 19 0,-2-1-15 0,2-1 8 15,-6 2 1-15,0-1 13 0,-4 1 30 0,-5 2-9 16,-1-3 3-16,-6 6-3 0,-2-2-7 16,-4 3 1-16,-1-2-1 0,0 1-49 15,-4-1-12-15,-5-1-87 0,-1-1-34 16,0-4-76-16,-2-3-49 0,-2-2-131 16,1-3-250-16,2 0-585 0,-5-5-342 0</inkml:trace>
  <inkml:trace contextRef="#ctx0" brushRef="#br0" timeOffset="89579.021">5734 17476 3205 0,'0'0'227'15,"0"0"-129"-15,95-16-66 16,-49 8 9-16,5-1-25 0,-4 0-16 0,-6 0-12 16,-5 2-16-16,-5 1-77 0,-2 0-83 15,-4 2-151-15,-8 1-361 0,-9 3-1012 0</inkml:trace>
  <inkml:trace contextRef="#ctx0" brushRef="#br0" timeOffset="89741.781">5777 17733 3940 0,'0'0'410'0,"0"0"-404"0,0 0-6 0,0 0 0 0,0 0 13 15,0 0 126-15,0 0-21 0,110 13-48 16,-70-13-70-16,6-9-24 0,-1-3-78 16,5-2-90-16,-1 1-100 0,-13 1-245 15,12-3-612-15</inkml:trace>
  <inkml:trace contextRef="#ctx0" brushRef="#br0" timeOffset="90473.905">7559 16809 3488 0,'0'0'392'15,"0"0"-214"-15,0 0-177 0,0 0 17 16,0 0 45-16,0 0-29 0,-96 45-34 0,73-14-16 16,-1 10-9-16,-1 6 25 0,2 6 4 15,4 2 8-15,1 0 19 0,3-8 7 16,5-7-38-16,7-8 2 0,3-7-2 16,0-6-10-16,9-3-18 0,1-2-12 0,5-3-1 15,0 1 38-15,3-1 3 0,0 2 18 16,0 2 4-16,-1 0 9 0,0 4 9 15,1 4 7-15,-3 1-3 0,0 4 2 16,-1 3-27-16,-4 0-1 16,-1 4 1-16,2-2-4 0,-6 0-12 0,-1-1-3 0,-4-2-26 15,0-1-30-15,0-4-34 16,0-6-94-16,0-5-65 0,0-2-48 16,0-5-73-16,0-4-167 0,0-3-579 15</inkml:trace>
  <inkml:trace contextRef="#ctx0" brushRef="#br0" timeOffset="90703.065">7926 17267 2764 0,'0'0'513'0,"0"0"-348"0,0 0-114 0,0 0 47 16,26 76 16-16,-12-54 16 0,1 0-30 0,5 5-57 15,0 1-43 1,3 3-13-16,-1 2-5 0,-2 3-39 0,-3-4-34 0,-3-2-10 16,-3-5-41-16,-1-6-103 15,-3-5-133-15,1-5-124 0,-2-4-124 0,2-5-442 16</inkml:trace>
  <inkml:trace contextRef="#ctx0" brushRef="#br0" timeOffset="90869.366">8250 17297 2940 0,'0'0'431'0,"0"0"-300"15,0 0-17-15,-89 86 28 0,57-51 59 0,-1 7 13 0,0 0-108 16,-2 3-60-16,6-3-46 16,0-5-3-16,5-4-102 0,3-5-78 0,3-6-96 0,1-4-200 15,7-8-675 1,-4 1-890-16</inkml:trace>
  <inkml:trace contextRef="#ctx0" brushRef="#br0" timeOffset="91318.553">8820 17110 2704 0,'0'0'456'0,"0"0"-274"0,0 0-160 15,0 0-21-15,-57 82 12 0,35-47 85 16,0 11 32-16,-4 5 38 0,1 6-8 16,6 5-34-16,1 3 6 0,6-4-8 0,8-3 3 0,4-5-9 15,1-9-16-15,11-9-41 16,2-8-21-16,6-7-40 0,6-7-15 15,3-6-22-15,4-7-22 0,3-6-9 0,3-12-30 32,-3-5-26-32,-4-8-22 0,-5-2-115 0,-6-2-177 0,-9 2-250 15,-4 7-589-15</inkml:trace>
  <inkml:trace contextRef="#ctx0" brushRef="#br0" timeOffset="91468.432">8587 17454 2932 0,'0'0'489'15,"0"0"-229"-15,0 0-99 0,0 0-54 16,0 0 47-16,0 0 74 0,97 46-18 16,-55-41-62-16,5-5-65 0,5-1-62 15,2-14-21-15,2-4-108 0,-2-5-49 16,3-5-88-16,-4-5-150 0,-11 7-290 0,11-11-989 16</inkml:trace>
  <inkml:trace contextRef="#ctx0" brushRef="#br0" timeOffset="91908.624">9670 17015 2816 0,'0'0'293'0,"0"0"-274"16,0 0 86-16,0 0 51 0,0 0 158 0,-45 72 19 15,29-40-113-15,2 4-93 0,-1 5-6 0,1 5 21 16,0 4-19-1,0 5-52-15,3 3-16 0,2-2 0 16,5-3-21-16,3-5 15 0,1-6-7 0,4-6-2 16,6-5 3-16,4-4-28 0,1-5 3 15,1-5-18-15,-2-5-27 0,3-3-25 16,-2-6 0-16,2-3-3 0,2-1-24 0,0-11 42 16,-1-5 9-16,0-4-9 0,-3-6-39 15,-3-4-69-15,-2-1-75 0,-1 1-66 16,-5 1-23-16,0 6-7 0,-4 1-12 15,0 7 17-15,0 3 46 0,-4 6 117 16,1 1 89-16,-1 3 59 0,-2 0-35 16,3-1-101-16,0 2-510 0,3-2 646 15,0 0 263-15,5 0 117 0,3-1-54 0,-1 2-52 16,4 1-13-16,0 0 29 0,-1 2-17 0,2 0-77 16,-1 0-73-16,2 2-73 0,-4-1-50 15,2 0-12-15,0-1-92 0,0 0-9 16,-1 0 5-16,3-4-34 0,0-1-72 15,-3-2-61-15,0-3-78 0,-1 3-191 16,-2-5-518-16</inkml:trace>
  <inkml:trace contextRef="#ctx0" brushRef="#br0" timeOffset="92125.876">9887 17445 1216 0,'0'0'1604'16,"0"0"-1274"-16,0 0-186 0,-3 77-14 16,-1-45 64-16,-2 6 39 0,-1 3-12 15,3 0-112-15,0 2-81 0,1-1-6 0,1-1-22 16,1-7-12-16,1-2-141 0,-2-8-30 0,2-3-85 16,0-8-171-16,0-2-130 0,0-4-479 15,3-5-511-15</inkml:trace>
  <inkml:trace contextRef="#ctx0" brushRef="#br0" timeOffset="92618.695">10297 16808 2224 0,'0'0'272'15,"0"0"-207"-15,0 0-20 0,0 0 180 0,50 90 96 16,-33-48 14-16,1 11-91 0,-1 8-56 15,0 5-8 1,0 6-12-16,-2 2-43 0,1 0-42 0,-3 1-18 16,-2-3-31-16,-4-1-34 0,1-4-14 15,-5-5-60-15,-2-1-35 0,1-4 10 0,-2-6 2 16,0-3 10-16,0-4 11 0,0-8-18 16,0-6-29-16,0-7-136 15,0-6-165-15,0-10-329 0,2-7-787 0</inkml:trace>
  <inkml:trace contextRef="#ctx0" brushRef="#br0" timeOffset="92876.231">11497 17752 825 0,'0'0'1984'0,"0"0"-1446"0,0 0-538 0,0 0-89 15,0 0-302-15,0 0-265 16,88-73-664-16</inkml:trace>
  <inkml:trace contextRef="#ctx0" brushRef="#br0" timeOffset="93018.632">12022 17640 466 0,'0'0'326'0,"0"0"-111"16,0 0-215-16,77 0-286 0</inkml:trace>
  <inkml:trace contextRef="#ctx0" brushRef="#br0" timeOffset="93185.473">13003 17693 2141 0,'0'0'1087'0,"0"0"-820"0,84 18-149 0,-53-16-71 15,4 0-47 1,3-2-120-16,0-4-179 0,-10-2-266 0,16-7-809 0</inkml:trace>
  <inkml:trace contextRef="#ctx0" brushRef="#br0" timeOffset="93284.393">14456 17686 1052 0,'0'0'0'0,"0"0"-548"0</inkml:trace>
  <inkml:trace contextRef="#ctx0" brushRef="#br0" timeOffset="93777.263">15442 17004 2985 0,'0'0'536'0,"0"0"-92"0,0 0-270 16,92 22-59-16,-51-15-9 0,4-3-10 16,4-2-19-16,0-2-43 0,3-6-31 15,3-7-1-15,1-5-2 0,-4-1-15 16,1-3-106-16,-7 0-65 0,-5 1-78 15,-8 2-180-15,-10 5-330 16,-6 3-762-16</inkml:trace>
  <inkml:trace contextRef="#ctx0" brushRef="#br0" timeOffset="93985.061">15829 17150 1375 0,'0'0'2293'15,"0"0"-1908"-15,-40 77-369 0,33-48-16 0,-2 5 0 16,5 3 56-16,-2 3 75 0,0 3-50 0,-1 2-59 15,6-1-4 1,1-1-2-16,0-2-13 0,3-4-2 0,9-3-1 16,1-5-3-16,5-6-12 0,2-5 15 0,4-5 12 15,5-5-12-15,4-7-28 0,3-1-62 16,5-9-57-16,-2-5-76 0,0-5-121 16,1-4-170-16,-12 4-220 0,14-12-723 15</inkml:trace>
  <inkml:trace contextRef="#ctx0" brushRef="#br0" timeOffset="94143.643">16306 17312 404 0,'0'0'0'0,"0"0"-71"0</inkml:trace>
  <inkml:trace contextRef="#ctx0" brushRef="#br0" timeOffset="94326.265">16306 17312 1030 0,'23'-62'1753'0,"-23"62"-1240"0,0-1-240 0,2 1-108 16,-1 0-27-16,-1 0 32 0,3 0 6 15,4 6-71-15,3 9-12 0,3 7-6 16,6 6-31-16,1 7-25 0,-1 1-10 15,0 0-4-15,-5-2-17 0,0-2-37 0,-2-2-65 16,-1-3-44-16,-2-4-16 16,1-6-45-16,-1-6-64 0,4-8-122 15,0-3-159-15,-2-5-266 0,8-17-972 0</inkml:trace>
  <inkml:trace contextRef="#ctx0" brushRef="#br0" timeOffset="94477.633">16605 17324 1026 0,'0'0'1869'15,"0"0"-1421"-15,0 0-121 16,-87 47-88-16,62-24-59 0,-1 1 16 0,-1 6-53 16,1 1-75-16,2-1-68 15,2-1 0-15,3 0-40 0,4-4-60 0,3-4-89 16,3-3-85-16,2-2-130 0,4-5-264 16,2 1-599-16</inkml:trace>
  <inkml:trace contextRef="#ctx0" brushRef="#br0" timeOffset="94652.125">16934 17504 3339 0,'0'0'611'0,"0"0"-385"0,-31 69-154 0,17-40-41 16,-3 3 56-16,0-2 18 15,4-2-30-15,1-8-75 0,4-5-105 16,5-8-87-16,3-4-106 0,2-3-131 15,10-4-226-15,-1 0-85 0,12-19-482 0</inkml:trace>
  <inkml:trace contextRef="#ctx0" brushRef="#br0" timeOffset="95023.519">17279 17306 1395 0,'0'0'1885'15,"0"0"-1438"-15,0 0-273 0,-15 95-65 16,4-56 21-16,1 0 72 15,0 0 58-15,1-3-122 0,2-9-138 0,7-7-3 16,0-8-86-16,7-7-16 0,6-3 9 16,5-2 56-16,5-11 18 0,2-6-21 15,4-4-28-15,0-5-1 0,-2-2-6 16,-2 0 44-16,0 3 32 0,-4 2-1 0,-1 0 1 16,-2 7 2-16,-3 3 20 0,-6 5 46 15,1 7 2-15,-4 1-12 0,0 9 65 16,-2 8-25-16,-1 8-43 0,-2 8-53 0,-1 4-12 15,0 7 12-15,0 3 37 16,-4 3 22-16,-7 1-25 16,-1 4-31-16,-5 1 11 0,-1 1-14 0,-5 0-21 15,-2 1-19-15,-1-3 6 0,-1-2-6 0,0-3 39 16,1-4 1-16,0-5 9 0,2-8-6 16,-1-6 19-16,5-9 5 0,-2-9-27 15,2-9-24-15,1-7-103 0,-1-13-65 16,1-10-20-16,2-10-173 0,3 6-264 0,-5-28-679 15</inkml:trace>
  <inkml:trace contextRef="#ctx0" brushRef="#br0" timeOffset="95610.273">18020 17306 2760 0,'0'0'567'15,"0"0"-164"-15,0 0-243 0,0 0-160 0,0 0-15 16,0 0 15-16,0 0 54 0,0 0 2 15,85 3-40-15,-59-6 9 16,1-6-19-16,2-2-6 0,-2 2-37 0,-1 2 24 16,0 2-24-16,-3 5 34 0,0 3-18 15,-2 13 21-15,-1 6 1 0,-3 9-1 16,-1 7-45-16,-3 5-3 0,0 4 10 16,-5 2 13-16,1-1 23 0,-2-2-20 15,0-2-6-15,-1-2-10 0,0-3 13 0,-2-3 25 16,2-3 2-16,-3-4 13 15,0-2 1-15,0-6 41 0,0-5-7 16,-2-6-15-16,-1-3-7 0,0-5 13 16,0-2 6-16,-4 0-47 0,-5 0-40 15,-5-2-4-15,-4-5 40 0,-3-1-8 0,-2-5-23 16,-3-4-28-16,-3-5-44 0,-1-4-71 16,-2-5-102-16,9 7-276 0,-13-18-803 0</inkml:trace>
  <inkml:trace contextRef="#ctx0" brushRef="#br0" timeOffset="96008.568">19794 17237 1573 0,'0'0'1588'15,"0"0"-1152"-15,0 0-149 0,0 0-162 16,0 0-17-16,0 0-46 0,0 0 4 0,-93 86-17 15,73-49-11-15,-1 9 14 0,0 7 20 16,4 5 2-16,1 5 3 16,5 0-6-16,7-1 15 0,4-5-9 15,5-5-28-15,13-7-3 0,7-6-45 16,4-10-1-16,6-5-25 0,2-11-30 0,2-7-52 16,4-6 14-16,-2-7-24 0,-2-11-22 15,-4-3-54-15,-5-4-108 0,-6-1-173 16,-8 4-279-16,-9-9-624 0</inkml:trace>
  <inkml:trace contextRef="#ctx0" brushRef="#br0" timeOffset="96167.685">19637 17674 3176 0,'0'0'508'16,"0"0"-206"-16,0 0-277 15,0 0 10-15,0 0-35 0,0 0 123 0,115-8-17 0,-63-3-35 16,4-7-40-16,2-2-31 15,1-4-148-15,-6 0-119 0,1 0-212 16,-18 6-569-16,9-4-1169 0</inkml:trace>
  <inkml:trace contextRef="#ctx0" brushRef="#br0" timeOffset="96660.024">20468 17117 1337 0,'0'0'1314'0,"0"0"-1117"0,0 0-88 15,0 0 93-15,0 0 110 0,105-23-24 16,-64 20-62-16,6-1-74 0,6 4-68 16,3 0-3-16,0 0-19 0,-2 0-34 0,-3 5-27 15,-8 1 2-15,-4 4 6 16,-7 2-9-16,-8 2 0 0,-10 7 9 0,-8 5 13 15,-6 5-3-15,-7 11-1 16,-13 5-2-16,-7 4-1 0,-7 6-12 0,-2-1 10 16,-4 2-13-16,1-1 2 0,2-3-2 0,2-2 0 15,6-7 0-15,5-6 21 0,9-7-6 16,8-8-15-16,7-5-47 0,6-5-11 16,11-3 45-16,6 0-5 0,10-6 18 15,4-5 3-15,3 0-3 0,4-9-11 16,-3-6 10-16,0-4-36 0,-7-1-40 15,-6-1-76-15,-6 0-92 0,-7-1-122 16,-7 6-307-16,-8-7-728 0</inkml:trace>
  <inkml:trace contextRef="#ctx0" brushRef="#br0" timeOffset="96852.327">20653 17505 375 0,'0'0'1865'15,"0"0"-1448"1,0 0-22-16,0 0-108 0,0 0-102 0,0 0-55 15,0 0-61-15,0 0 79 0,0 0 45 0,0 0-37 16,109 10-16-16,-63-10-60 0,1 0-36 16,1-4-44-16,-3-2-19 0,1 0-49 15,-2 0-106-15,-3 0-46 0,2 0-50 16,-1-1-152-16,-11 2-603 0,10-2-1136 0</inkml:trace>
  <inkml:trace contextRef="#ctx0" brushRef="#br0" timeOffset="97309.211">21375 17518 1888 0,'0'0'431'0,"0"0"-269"0,0 0-78 16,0 0 39-16,0 0 47 0,0 0 29 0,86-17-23 15,-59 12-99-15,-1 0-17 16,-2 3 4-16,-3 2-7 0,-4 0-22 16,-4 3-22-16,-7 5-1 0,-3 4 36 0,-3 5-17 15,-6 4-5-15,-7 5-1 0,-4 3 10 16,-3 3 15-16,0 1 7 0,-3 1-13 16,1-1-43-16,2 0 2 0,1-1 26 15,7-3 46-15,1-4 39 0,8-4 38 0,3-6-83 16,2-5-57-16,10-4-11 0,7-5-1 15,7-1-18-15,5-11 2 0,5-8-49 16,4-10-79-16,0-6-98 16,-1-4-116-16,-10 8-242 0,10-16-894 0</inkml:trace>
  <inkml:trace contextRef="#ctx0" brushRef="#br0" timeOffset="97792.431">22087 16795 241 0,'0'0'3588'0,"0"0"-3018"0,0 0-570 15,0 0-28-15,0 0 28 0,29-74 31 16,-14 52 9-16,3 0-40 0,3 4-31 15,1 2 30-15,-3 2-21 0,-1 4 19 0,-2 6-12 0,-4 1 15 16,-4 3 33-16,-3 6 17 0,-4 9 27 16,-1 6 9-16,-3 10-24 0,-10 7-50 15,-3 4-12-15,-4 5-43 16,1 3 12-16,-2 2-9 0,2 0 15 0,0 0 1 16,4-2 5-16,6-6-5 0,2-2-4 15,5-4 6-15,2-1 10 0,0-4 11 16,2-1-18-16,6-1 16 0,4-1-13 0,2-2 1 15,3 0 13-15,1-2-14 0,3-1-2 16,2 1-20-16,-1 0-24 16,3 2 28-16,-2 3 31 0,-2 1 3 15,-2 2 1-15,-2 1 17 0,-4-3-17 16,-1 4 12-16,-4-2 34 0,-5-2 30 0,-1-3 10 16,-2 1-34-16,0-2-32 15,-7 0-18-15,-5 0 28 0,1 0 13 0,-3-1-1 16,-4 1-6-16,-1-1-34 0,2-2 0 15,0-2-3-15,1-3-16 0,1-8-80 16,5-3-99-16,0-8-130 0,2-1-354 16,0-8-814-16</inkml:trace>
  <inkml:trace contextRef="#ctx0" brushRef="#br0" timeOffset="97934.873">22721 17846 3955 0,'0'0'750'0,"0"0"-456"16,0 0-108-16,0 0-186 0,0 0-110 0,0 0-52 16,0 0-43-16,-56-72-207 0,50 54-570 15,-3-9-603-15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54:08.85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3368 5747 1805 0,'0'0'65'16,"0"0"696"-16,0 0-513 0,0 0-88 0,-86 59-35 15,71-43 31 1,6 4 0-16,2 4-13 0,3 7-67 0,4 6-29 0,0 7-19 16,4 9 1-16,0 7-28 15,3 5 11-15,-2 7 4 0,-1-3-16 16,2 0-2-16,1-4-23 0,3-5 5 15,2-6 20-15,6-5 38 0,4-7-19 0,1-5-4 16,4-6-15-16,4-1-21 0,0-8-1 0,4-3 0 16,1-2 22-16,1-5 21 15,-2-3-2-15,4-5-3 0,0-4-14 16,1 0 0-16,2-7 17 0,-2-9 9 16,2-3-2-16,0-6 2 0,-3-8-11 0,0-4-17 15,-3-5-1-15,-2-6 1 0,-2-1 3 16,-2-3 53-16,-5-1 1 0,-2 1-13 15,-7-4-17-15,-6-4-27 0,-2-3-3 0,-5-4-9 16,-3-4-7 0,-8 2 3-16,-5-1-12 0,-9 2 10 0,-5 5 18 15,-5 5 19-15,-4 5-18 16,-3 5-1-16,-3 8-79 0,-2 5 76 0,-4 8 2 16,-2 8 1-16,-7 8-13 0,-3 8-3 0,-6 3-49 15,-8 8-24-15,-8 13 4 16,-6 8-57-16,-6 12-160 0,-4 7-137 0,-1 9-152 15,24-11-208-15,-36 37-437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41:29.84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2118 1145 1121 0,'0'0'1052'16,"0"0"-671"-16,0 0-155 0,0 0-62 15,0 0 31-15,0 0 35 0,0 0-23 16,0 0-37-16,0 0-44 0,0 0-50 16,0-1-39-16,3 6-12 0,1 5 58 15,2 6 10-15,-2 4 32 0,2 6-32 16,-6 4-62-16,0 2-22 0,0 0-9 0,0-1-18 16,-4-4-13-16,2-4-25 15,2-5-50-15,0-4-53 0,0-4-74 16,0-3-67-16,2-4-175 0,2 0-224 0,-4-5-731 0</inkml:trace>
  <inkml:trace contextRef="#ctx0" brushRef="#br0" timeOffset="476.36">1936 988 382 0,'0'0'769'0,"0"0"-545"0,0 0-38 0,0 0 609 0,0 0-408 0,-83 81-129 15,71-55-73-15,1 4-28 0,5 4-24 16,-1 5 0-16,4 5-16 16,0 3-35-16,0 6-31 0,2 5-51 15,1 1 2-15,0 5-2 0,0-4-16 16,1-1 16-16,8-3 0 0,4-6 32 16,4-4 62-16,3-10-9 0,2-3-10 0,4-8-34 15,3-6-29-15,1-5-9 16,3-6 29-16,3-4-20 0,4-4 4 0,2-4-1 0,3-9 13 15,4-7-28-15,4-5 0 16,-1-8-1-16,2-4-33 0,-1-7-7 0,-3-4-33 16,-5-3-43-16,-5-2 4 0,-5-3 28 15,-2 1 47-15,-10-6 16 16,-4 1 19-16,-9-5 6 0,-7-1 10 0,-3-1-13 16,-7 0 28-16,-8 4-25 0,-7 6 60 15,-2 6-19-15,-2 8 32 0,-1 8 25 16,2 8 27-16,-1 4-29 0,-1 6-37 0,-1 3-12 15,0 5-16-15,-3 6 12 16,0 3-46-16,-5 0 0 0,-3 10-49 16,-7 6-1-16,-2 8-9 0,-2 4-9 15,-5 5 28-15,2 5-10 0,0 0-3 0,2 1 9 16,2 1 7-16,6-3-43 0,2-2-27 16,6-1-34-16,8-3-55 0,6-4-88 15,7 1-119-15,6-8-207 0,8 3-490 0</inkml:trace>
  <inkml:trace contextRef="#ctx0" brushRef="#br0" timeOffset="1788.633">4094 1008 1865 0,'0'0'104'0,"0"0"595"0,0 0-361 16,0 0-82-16,0 0-1 16,0 0 42-16,0 0-93 0,0 0-94 15,0 0-88-15,0 0 47 0,68 0 24 0,-28 2-19 16,5 1-30-16,-1-2-29 0,2 2 4 15,-2-1-18-15,0 0-1 16,-5 1-26-16,-1 0 8 0,-4 2-7 16,-3-1-6-16,-4 1 0 0,-7 0-10 0,-4 0 7 15,-5 2-16-15,-5-1 4 0,-4 1-74 16,-2 5 32-16,-9 5 22 0,-7 4-13 16,-5 6 16-16,-7 2-44 0,-2 2-1 15,-4 0 10-15,-3 1 6 0,1-1 21 0,-1 0 38 16,-2-1 33-16,-1-2 42 0,1 1 6 15,0-1 9-15,1-1 38 16,1-1 39-16,7-2-21 0,3-4-18 16,6-4-7-16,5-3-19 0,6-4-3 0,6-5-9 15,2-2-13-15,2 0 3 0,2 1 6 16,6-1-4-16,8 3 26 0,3 2 27 16,4-1-25-16,4 0 1 0,2 1-29 15,0-2 0-15,3 1-9 0,-2-5-9 16,0 4-31-16,2-3-3 0,0 2-46 0,-1-2-1 15,2 1 7-15,4 0-18 0,0-1 5 16,3 0-173-16,1-2-59 0,1 0-198 16,-12 0-527-16,13-2-576 0</inkml:trace>
  <inkml:trace contextRef="#ctx0" brushRef="#br0" timeOffset="2096.731">5320 913 2398 0,'0'0'960'0,"0"0"-846"0,0 0 3 15,-83 20 54-15,51-5 80 0,3 6-40 16,-1 4-40-16,3 7-54 0,-1 8-30 0,-2 8-19 15,5 8-16-15,1 6-24 16,2 2-25-16,5-2 27 0,7 0 13 16,4-7-18-16,6-5-7 0,0-4-16 15,9-4-1-15,4-6-1 0,4-5 0 0,5-3-21 16,2-5-56-16,3-6-43 0,5-6 6 16,4-7-38-16,3-4-65 15,6-9-126-15,-11-3-340 0,17-21-870 0</inkml:trace>
  <inkml:trace contextRef="#ctx0" brushRef="#br0" timeOffset="2340.34">5689 1109 840 0,'0'0'2156'0,"0"0"-1702"0,0 0-201 16,0 0-20-16,0 0 90 0,-95 62-16 0,76-34-98 15,5 3-107-15,1 4-17 0,4 5-20 0,2 1-10 16,4 1-31-16,3-6-12 0,0-1 13 15,10-7 17-15,-1-5 7 0,7-6-3 16,-2 0-22-16,2-6-12 16,-1-3-12-16,0-1-1 0,0-3-14 0,-1-3-34 15,-1-1-42-15,2-1-50 0,-1-6-73 16,-1-3-69-16,-3-3-90 0,-3-1-204 16,-5-2-135-16,-2 4-382 0,-6-8 18 0</inkml:trace>
  <inkml:trace contextRef="#ctx0" brushRef="#br0" timeOffset="2477.448">5633 1404 143 0,'0'0'997'0,"0"0"118"15,0 0-496-15,0 0-91 0,0 0-76 0,0 0-78 0,0 0-95 16,0 0-115 0,0 0-17-16,0 0 65 0,0 0-54 15,101 10-82-15,-68-10-45 0,2 0-21 16,-2 0-10-16,6-6-33 0,-5 0-50 16,2-2-115-16,-4 0-50 0,-2 0-114 0,-7 1-289 0,-7 3-789 15,-7-1-850-15</inkml:trace>
  <inkml:trace contextRef="#ctx0" brushRef="#br0" timeOffset="2618.194">5882 1433 718 0,'0'0'1865'0,"0"0"-1501"0,0 0-146 15,0 0 139-15,-10 65 22 16,12-47-3-16,2 0-85 0,2 1-60 0,0 1-96 16,-2-1-85-16,-1 0-50 0,-3 1-37 15,0 0-12-15,0 0-89 0,-4 0-62 0,-2-2-67 16,3-4-178-16,1-4-343 0,2-5-702 0</inkml:trace>
  <inkml:trace contextRef="#ctx0" brushRef="#br0" timeOffset="8009.672">6678 995 1494 0,'0'0'484'0,"0"0"-199"0,0 0-133 15,26 71 10-15,-21-43-62 16,1 3 54-16,-1 1-54 0,-4 1 48 0,1 0 120 16,-2-3-43-16,0 0-29 0,-2-1-35 15,-1-3 0-15,-4 0-40 0,-2 1-55 16,-2-1-66-16,-2-1 0 0,-3 3 3 16,0-3-3-16,-3 0-31 0,2-1-7 15,1-2 1-15,0-2-7 0,1-4-28 16,3-2-63-16,1-1 2 0,3-4-50 0,4-2-106 15,1-2-172-15,3-3-259 16,0-2-548-16</inkml:trace>
  <inkml:trace contextRef="#ctx0" brushRef="#br0" timeOffset="8701.637">8041 1232 741 0,'0'0'320'16,"0"0"1747"-16,0 0-1603 0,0 0-192 0,0 0-23 16,0 0 28-16,0 0-70 0,0 0-90 15,0 0-80-15,0 0-37 0,0 0-2 16,-108 4-48-16,59 12 14 0,-6 5-17 15,-1 6 19-15,-4 0 34 16,-2 8-1-16,1-2 2 0,5-1-1 0,2-1 0 16,9-6 22-16,7-2-21 0,9-6 1 0,7-6 19 15,8-3-21-15,8-5-19 16,3 0-15-16,3-2-15 0,2 2-35 0,8 1 84 16,9 1 12-16,5 1 47 0,8 1-28 15,2-1-9-15,4 1-19 0,1 1 18 16,-1-2-8-16,-1 3-13 0,-3 0-28 0,-1 3 9 15,-1-2 7-15,0 4-16 0,0-2 26 16,-2 1 2-16,3-1 3 16,0 1 37-16,-4-1 10 0,1-2 33 15,-5-2-46-15,-5-1-9 0,-3-1 39 16,-5-2-27-16,-4-2-9 0,-3-1 9 0,-4 1 5 16,1-2 23-16,-2 0 75 0,0 0 28 15,0 0-23-15,0-5-5 0,0-2-19 16,0-8-73-16,0-6-48 0,0-6-3 0,0-6-18 15,0-5-9-15,0-3-18 16,1-4-16-16,2-3-84 0,0 4-1 16,3-1 3-16,-3 3-9 0,1 8 11 0,-1 5-25 15,-3 6-28-15,0 5-134 0,0 3-162 16,0 7-148-16,0 2-370 0,-7 4-549 0</inkml:trace>
  <inkml:trace contextRef="#ctx0" brushRef="#br0" timeOffset="9284.261">9219 1074 1322 0,'0'0'670'15,"0"0"-16"-15,0 0-349 0,0 0-48 0,0 0 83 16,0 0 7-16,0 0-73 0,0 0-147 16,0 0-55-16,0 0-32 0,-75 77 28 0,49-36-21 0,-5 4-13 15,0 7 30-15,-1 3-17 16,0 3-47-16,1-1 24 15,3 1-8-15,5-1 11 0,7-4 19 0,4-3-6 0,7-8 0 16,5-4 22 0,2-7-7-16,10-6-19 0,3-3 10 0,5-6 3 15,7-4 24-15,1-6 3 0,3-4-9 16,4-2-24-16,1-8 2 0,2-7-45 0,-4-3 0 16,-3-3-121-16,-7-1-28 0,-5-2-38 15,-11-1-15-15,-8-1-26 0,0-1-39 16,-15-1-97-16,-6-2-69 15,-5-1-116-15,-4 5-96 0,-5 0 51 0,-1 6 167 0,-1 3 115 16,3 5 312 0,3 4 176-16,9 3 214 0,4 1 69 0,6 3 7 15,7 1-31-15,3-1-41 0,2 1-88 0,6 0-57 16,5 1-66-16,11 5 148 16,7 1-34-16,7-1-23 0,7-1-51 15,6-1-64-15,-1-4-44 0,-1 0-27 16,-3 0-42-16,-3-6-46 0,-2 2-15 15,-4 1-40-15,-5-1-33 0,-1-1-110 16,-6 2-68-16,-6 0-35 0,-4 1-174 0,-6 2-330 16,-7-1-818-16</inkml:trace>
  <inkml:trace contextRef="#ctx0" brushRef="#br0" timeOffset="9461.656">9370 1534 1994 0,'0'0'373'16,"0"0"-182"-1,0 0 82-15,0 0 109 0,0 74 60 0,-1-49-77 16,-1 4-108-16,-1 3-65 0,0 1-59 16,0 2-31-16,2-1-84 0,-2 2-18 0,3-3-46 15,0 0 6-15,0-2-19 16,7-3-6-16,1-3-133 0,3-3-4 0,2-5-35 16,4-3-170-16,-5-5-207 15,11-4-534-15</inkml:trace>
  <inkml:trace contextRef="#ctx0" brushRef="#br0" timeOffset="9647.514">10131 2114 1251 0,'0'0'3128'0,"0"0"-2631"0,0 0-341 0,0 0-156 16,0 0-10-16,0 0 7 0,0 0-91 15,0 0-180-15,0 0-72 16,0 0-124-16,0 0-511 0,21-5-1428 0</inkml:trace>
  <inkml:trace contextRef="#ctx0" brushRef="#br0" timeOffset="30208.953">13048 1553 764 0,'0'0'1298'16,"0"0"-893"-16,0 0-18 0,4-70-25 15,-4 48-15-15,0 0-50 0,0-1-11 16,-6 2-75-16,-1 0-43 0,-2 5-11 0,2 2-13 16,1 6-3-16,-2 3 37 15,1 5 13-15,-2 0-5 0,-1 7-41 16,-3 5-15-16,1 4-72 0,-5 4-25 0,1 7-33 16,-2 4-12-16,-2 7-3 0,2-1-52 0,5 0-30 15,4-6-48-15,8-7 39 16,1-8-71-16,7-5 19 0,10-10 103 0,6-1 9 15,5-1-21-15,-1-14-62 0,2-1-46 16,-3-5-10-16,-4-2 11 16,-2 1 27-16,-4 1 72 0,-6 3 24 15,0 5 42-15,-6 6 9 0,-1 2 3 0,-1 5-3 16,-2 0-41-16,1 10-40 0,-1 5 81 16,1 6 72-16,2 7 28 0,-3 5-33 15,0 4 17-15,0 5-31 0,0 2-25 16,0 3 19-16,0 1 33 0,-1 1-27 0,-1-4-4 15,1-2 19-15,1-5-6 0,-1-5-31 16,-1-7 6-16,1-4-22 0,-2-7 20 16,-2-3-35-16,2-3 0 0,-5-7-68 15,-1-2-9-15,-1 0-65 0,-3-6-31 16,3-7-46-16,1-6-108 0,1-11-120 16,5-9-612-16,3 8-512 0,0-31 1007 0</inkml:trace>
  <inkml:trace contextRef="#ctx0" brushRef="#br0" timeOffset="30520.265">13588 1362 2448 0,'0'0'1007'0,"0"0"-700"0,0 0 39 0,0 0-81 15,78 1-104-15,-58-1-75 0,3 1-27 16,-1 1-59-16,-1 1-31 0,-2 1-9 15,-2 3-19-15,-6 3 10 0,-4 5 0 16,-6 7-29-16,-1 5 28 0,-11 6-9 0,-9 4-31 16,-4 2 12-16,-2-1 33 15,1-1 45-15,3-5 32 0,6-2 93 16,3-6 12-16,7-6-50 0,6-3-28 16,0-3-16-16,6-4 19 0,8 2 24 15,1-2 37-15,7-2-19 0,-1-2-39 16,4-3-17-16,-1-1-11 0,-1 0-28 15,-3-5-9-15,-4-2-177 0,-5-2-38 0,-5-1-125 0,-6-2-291 16,0 0-695-16,-6 2-781 16,-13-7 2084-16</inkml:trace>
  <inkml:trace contextRef="#ctx0" brushRef="#br0" timeOffset="30678.515">13562 1561 1687 0,'0'0'496'0,"0"0"15"0,0 0-209 0,0 0 82 0,0 0 34 0,82 0-63 15,-59 0-94-15,0 0-72 16,1 0-81-16,-1 0-99 0,0 2-9 16,-3-2-31-16,0 0-12 0,0 0-142 0,-2 2-148 0,-3-1-307 15,4-1-994-15</inkml:trace>
  <inkml:trace contextRef="#ctx0" brushRef="#br0" timeOffset="31323.536">14420 1380 225 0,'0'0'1239'0,"0"0"227"0,0 0-1117 15,0 0-6-15,0 0-43 16,0 0-83-16,0 0-52 0,0 0-78 0,-92 11-60 16,67 12-2-16,2 7 25 0,-2 4 8 15,5 2-17-15,4-1-41 0,5-4-16 16,7-4-33-16,4-8 6 0,0-6-26 16,12-3 35-16,0-7-43 0,8 0-1 15,2-3-34-15,2-6-8 0,-1-5-28 0,2-6 25 16,-3 1 63-16,-1-2 3 0,-1 0 19 15,-2 1-3-15,-3 2 41 0,-3 2 0 0,-1 2 0 16,-5 6-1 0,-1 3 0-16,0 2 1 0,-2 2 79 0,2 10 35 15,-1 5 21-15,0 4-72 0,0 8 16 16,2 4-16-16,-3 5 12 0,3 6 6 0,0 6 4 16,1 3 39-16,-3 2-41 0,-1-4-64 15,-1 1-16-15,-2-5 18 0,0-3-19 16,0-4 2-16,0-4-1 15,-3-6 21-15,0-6-11 0,-2-5-1 16,1-3 0-16,-1-8 13 0,-3-1-3 0,-1-6-22 16,-3-1-25-16,-4-2-52 0,-3-8-25 15,-1-6 3-15,0-6-41 0,1-7-45 16,7-7-111-16,1-7-202 0,4 7-486 16,2-31-686-16</inkml:trace>
  <inkml:trace contextRef="#ctx0" brushRef="#br0" timeOffset="31479.188">14900 1336 2553 0,'0'0'812'0,"0"0"-447"0,0 0-9 16,0 0-126-16,0 0-165 0,82-10-65 15,-58-1-171-15,4-2-209 0,2-3-379 16,-6 3-1016-16,14-9 1049 0</inkml:trace>
  <inkml:trace contextRef="#ctx0" brushRef="#br0" timeOffset="31650.572">15276 1031 2635 0,'0'0'504'0,"0"0"-102"0,0 0 2 15,0 0-29-15,-8 85-81 0,8-55-100 0,0 7-111 16,0 3-43-16,0 3-40 0,0 5-2 0,-5 0-38 15,-4 2-15-15,-1-1-164 0,-2-2-47 16,3-3-178-16,4-12-543 0,5 1-767 0</inkml:trace>
  <inkml:trace contextRef="#ctx0" brushRef="#br0" timeOffset="31814.161">15735 1567 2534 0,'0'0'1377'16,"0"0"-1150"-16,0 0 18 0,0 0 12 16,0 0-137-16,80 13-65 0,-56-13-55 0,2 0 0 15,2 0-194-15,-4-3-149 0,-5 3-358 16,-6-4-1204-16</inkml:trace>
  <inkml:trace contextRef="#ctx0" brushRef="#br0" timeOffset="31957.001">15620 1773 2066 0,'0'0'1548'0,"0"0"-1290"16,0 0-9-16,0 0 3 0,0 0-85 15,79 7-43-15,-48-9-84 0,2-1-40 16,-1-1-71-16,-2 0-142 0,-4 3-241 0,-9-1-715 16,2 2-1588-16</inkml:trace>
  <inkml:trace contextRef="#ctx0" brushRef="#br0" timeOffset="33220.93">17041 1307 186 0,'0'0'117'0,"0"0"1794"15,0 0-1481-15,0 0-25 0,-7-78-67 0,3 60-5 16,-1 2-47-16,-1 3 2 15,0 1-129-15,0 3-23 0,3 4 11 0,0 1 37 16,0 4-52-16,-1 0-65 0,-4 7-67 16,-3 8-36-16,-5 5 24 0,-6 10 12 15,2 6 3-15,1 2-3 0,2 0-18 16,6-5-16-16,5-6 1 0,2-6-13 16,4-5 28-16,0-8-13 0,8-3-30 15,5 0-28-15,7-5-4 0,1 0-24 0,3-10-25 16,1-4-32-16,0-4-34 0,-2-1 61 15,-4 0-23-15,-3 2 75 0,-1 2-67 16,-4 7 95-16,-4 3 23 0,-1 5 2 16,-2 0 42-16,2 6 73 0,-3 7 61 15,1 5-17-15,-1 5-34 0,0 4 2 16,-2 5 12-16,-1 5-9 0,0 2-19 0,0 3 60 16,0 5-57-16,0 1-3 0,-4-1-17 15,0 0 32-15,-2-3-44 0,3-1-3 16,-1-5-9-16,0-5 28 0,-1-5-1 15,2-4 13-15,-3-6 18 0,-2-4-25 16,1-4-33-16,-2-1-10 0,-1-2-16 0,0-3-2 16,0-1-1-16,-4-3-26 0,0 0-16 15,0-4-12-15,-2-6-38 0,-1-5-18 16,2-6-52-16,1-6-33 0,4-8-87 16,4-1 19-16,5-1-376 15,1 1-574-15,6 10-92 0,12-5 928 0</inkml:trace>
  <inkml:trace contextRef="#ctx0" brushRef="#br0" timeOffset="33708.526">17905 1362 580 0,'0'0'473'16,"0"0"948"-16,0 0-906 0,0 0-78 0,-81-31-41 15,64 30-60-15,0 1-109 0,0 0-84 16,1 6-72-16,-2 4-53 0,1 7-17 0,3 2-1 16,1 3-1-16,1 0-30 15,4-3 7-15,5-3-13 16,0-3-34-16,3-4 24 0,0-4-6 0,3-1-6 16,6-2 0-16,5-2-3 0,5 0-10 15,3-11-54-15,4-1-28 0,-1-2-4 16,0-2 0-16,-3 3 40 0,-4 4 4 15,-4 3 82-15,-6 5-23 0,-1 1-5 16,-2 2 60-16,-4 7 79 0,0 4 87 16,-1 3-48-16,0 7-36 0,-1 3-6 15,-3 0-9-15,-2 5 12 0,3 3 2 16,-1 3 23-16,1 3 10 0,3 1 67 0,0 1-79 16,0 0-58-16,6-3-44 0,-2-3 18 15,5-6 29-15,-4-2-1 0,1-5-12 0,-1-4 3 16,-1-2-9-16,-4-5-16 0,0-3 25 15,0-2-9-15,-4-2-6 0,-5-1-22 16,-3-1-12 0,-3-3 0-16,-2 0-38 0,-3-2-8 0,-2-6-50 0,-3-7-35 15,2-3-12-15,-2-5-59 0,5-4-66 16,3-1-40-16,4-2-74 0,7 3-105 16,5 3-194-16,1 1-553 0,3 7 1092 0,12-6-204 15</inkml:trace>
  <inkml:trace contextRef="#ctx0" brushRef="#br0" timeOffset="34219.212">18428 1412 1038 0,'0'0'2048'0,"0"0"-1598"16,0 0-204-16,0 0 41 0,0 0-16 0,0 0-113 0,90 2-38 16,-69 1-58-16,-1 1-44 0,-4 1-17 15,-1 2 14-15,-2 0-15 0,-4 5-12 16,-2 0-7-16,-7 6-36 0,-4 2-1 16,-11 4-15-16,-9 5-9 0,-5 2-29 15,-1-1 16-15,-2 0 2 0,6-3 29 16,3-5 39-16,7-4 23 0,5-4 29 0,2-2-7 15,5-3 22-15,3 0-26 16,1-2 29-16,0 0 18 0,8 2 1 16,2-2-14-16,3 0 20 0,6-2-17 15,-2-2 10-15,3 0-18 0,3-3-1 16,-4 0-28-16,1 0-18 0,-1-6-62 0,-4-3-80 16,-3 2-94-16,-4-5-153 0,-6 4-335 15,-2-1-867-15,-2-3 108 0</inkml:trace>
  <inkml:trace contextRef="#ctx0" brushRef="#br0" timeOffset="34383.615">18376 1583 303 0,'0'0'65'0,"0"0"1747"15,0 0-1266-15,0 0-179 16,0 0-74-16,0 0 81 0,0 0-98 0,76 5-68 16,-44-2-53-16,1-2-47 0,3 1-75 15,3-2-33-15,-2 1-68 0,-1-1-177 0,-1 0-132 16,4 0-225-16,-9 0-624 0</inkml:trace>
  <inkml:trace contextRef="#ctx0" brushRef="#br0" timeOffset="35132.842">18064 986 2345 0,'0'0'603'16,"0"0"-181"-16,0 0-38 0,0 0-98 0,0 0-73 15,0 0-42-15,0 0-35 0,0 0-31 16,0 0-29-16,0 0-5 0,18 8-22 16,-11-6-18-16,-2-2-30 0,1 4-1 0,0-3-3 15,0 0-28-15,1 0-9 0,5 1-95 16,-1-2-96-16,6 0-80 0,1-4-203 15,-4-1-512-15,9-5-661 0</inkml:trace>
  <inkml:trace contextRef="#ctx0" brushRef="#br0" timeOffset="35309.787">18342 826 940 0,'0'0'352'0,"0"0"598"0,0 0-549 0,0 0-93 16,0 0-55-16,0 0-17 0,0 0-11 15,0 0-54-15,0 0-58 0,-30 72-66 16,20-45-10-16,0 6-30 0,0 3-7 16,-3 2-47-16,0 3-19 0,-1 3-167 0,1 0-88 15,2-3-142-15,2-1-361 0,4-12-965 16,4 4 1704-16</inkml:trace>
  <inkml:trace contextRef="#ctx0" brushRef="#br0" timeOffset="35929.165">19382 1348 1292 0,'0'0'1148'0,"0"0"-787"0,0 0-75 16,0 0-11-16,0 0 48 0,0 0-74 0,92-10-79 15,-68 5-57-15,2 2-77 0,-1-1-36 16,1-1-19-16,-2 3-56 0,-1-3-138 16,-3 4-61-16,-6 1-88 0,-3 0-396 15,-7 0-1256-15,-4 6 1476 0</inkml:trace>
  <inkml:trace contextRef="#ctx0" brushRef="#br0" timeOffset="36074.439">19380 1513 2445 0,'0'0'480'0,"0"0"-221"0,0 0-39 16,0 0-1-16,0 0-33 0,82 4-63 15,-49-4-64-15,4-3-59 0,2-1-104 16,1-1-167-16,0-4-191 0,-2 3-565 16,-8 3-738-16,9-7 1563 0</inkml:trace>
  <inkml:trace contextRef="#ctx0" brushRef="#br0" timeOffset="37093.151">20374 1216 1588 0,'0'0'1164'0,"0"0"-734"0,0 0-159 16,0 0-122-16,0 0-48 0,0 0 22 15,0 0 6-15,98-24-12 0,-66 26-17 16,-2 6-19-16,-1 3-19 0,-5 0-43 16,-3 2-17-16,-2-1-2 15,-5 2-1-15,-4-1-21 0,-3-1 7 0,-4 2-48 16,-3 3 7-16,-3-3 9 0,-9 4 4 16,-4 2-21-16,-7 1 8 0,-5 3 12 15,-3 0-16-15,0 2 25 0,-2-2 20 16,3 2 12-16,3-1 3 0,6-1 16 0,5-2 25 15,5-2 28-15,2-1-19 0,8-1-9 16,1-2-22-16,4 0 20 16,6-1 26-16,6-4-9 0,4 1 3 15,3-5 7-15,2-1-11 0,-1-3-8 0,-1-3-7 16,3 0-40-16,-4-6-35 0,-2-2-80 16,-1-3-103-16,-6-2-156 0,-3 4-333 0,-9-7-997 15</inkml:trace>
  <inkml:trace contextRef="#ctx0" brushRef="#br0" timeOffset="37268.721">20253 1499 907 0,'0'0'248'16,"0"0"1172"-16,0 0-1047 0,0 0-174 16,0 0 21-16,0 0 69 0,84 7-46 15,-42-3-73-15,4 0-95 0,4 1-75 0,2-1-15 16,2-2-19-16,-1 2-102 0,-1-1-122 15,-2 1-164-15,-4-1-649 0,-10 0-726 0,6 1 1386 16</inkml:trace>
  <inkml:trace contextRef="#ctx0" brushRef="#br0" timeOffset="44800.16">21898 1076 2244 0,'0'0'639'0,"0"0"111"0,0 0-328 16,0 0-132-16,0 0-70 0,0 0-23 16,0 0 39-16,0 0-59 0,-77-22-61 15,54 22-55-15,-3 4-13 0,-7 7-8 16,-6 5-28-16,-4 10-12 0,-5 7 16 0,-2 6-16 16,1 5-33-16,2 6 14 0,5-3-2 0,6-1-15 15,10-4-7-15,9-8 4 0,9-3 23 16,8-3-2-16,0-8-9 0,10-1-4 15,6-3 8-15,5-3 22 0,4-3-16 16,6-5-57 0,3-2-14-16,1-3-38 0,1 0-34 0,-2-8-127 15,-3-4-138-15,-8-1-124 0,-7 3-184 16,-11-9-766-16</inkml:trace>
  <inkml:trace contextRef="#ctx0" brushRef="#br0" timeOffset="44966.882">21367 1336 101 0,'0'0'1502'16,"0"0"-1398"0,0 0 984-16,0 0-678 0,0 0-28 0,77 14-10 15,-44-6-99-15,4-2-136 0,-1-1-78 16,1-3-25-16,-1-2-32 0,0 0-2 0,0-2-140 16,2-4-128-16,0-5-145 0,-9 3-561 15,11-9-1293-15</inkml:trace>
  <inkml:trace contextRef="#ctx0" brushRef="#br0" timeOffset="49516.869">22427 832 2168 0,'0'0'1298'16,"0"0"-988"-16,0 0-131 0,0 0 4 15,0 0 19-15,0 0-4 0,0 0-10 16,86 70-56-16,-60-49-28 0,1 1-27 0,4-1-31 16,0 1-22-16,0-5-24 15,-1 1 18-15,-3-3 1 0,0-2 5 16,-4-1-23-16,-5-4 1 0,-5-1-2 0,-3-2-30 16,-7 1-10-16,-3-1-15 0,-8 5 18 15,-11 6 1-15,-12 3 2 0,-10 8-61 16,-11 6 21-16,-7 4 7 0,-5 1 20 15,-1 2 14-15,5 0 11 0,4-3 19 0,5-1 3 16,8-4 1-16,8-1 30 0,7-5-31 16,7-4 46-16,11-4 15 15,4-4-8-15,6-1-7 0,0-1 3 16,11 0-16-16,3 1 7 0,8 1 12 16,5 1-6-16,3-1 9 0,5-3-3 0,1 0-31 15,3-5-3-15,-3-1-18 0,-2-5-1 16,3 0-17-16,-3 0-82 0,1-8-90 0,-1-2-99 15,1-1-232-15,-8 1-550 0,5-9-1218 0</inkml:trace>
  <inkml:trace contextRef="#ctx0" brushRef="#br0" timeOffset="49783.232">23286 1121 313 0,'0'0'2846'15,"0"0"-2436"-15,0 0-261 0,0 0 90 16,0 0 149-16,0 0-23 0,0 0-141 16,0 0-145-16,0 0-76 0,0 0 25 15,-82 62 12-15,50-32 18 16,-3 5-1-16,-1 5-23 0,-1 4 9 16,-1 1-10-16,5 1-12 0,3 1 4 0,5-4-25 15,7-1-2-15,9-5-26 0,5-3-14 0,4-5 2 16,8-6-6-16,11-2 4 0,7-4-31 15,5-6-22-15,9-5-9 0,4-6-47 0,5-2-80 16,4-10-126 0,0-7-232-16,-10 5-515 0,14-14-523 0</inkml:trace>
  <inkml:trace contextRef="#ctx0" brushRef="#br0" timeOffset="50173.29">23738 1149 1319 0,'0'0'1076'0,"0"0"-374"15,0 0-310-15,0 0-215 0,0 0 41 0,0 0 37 0,0 0-22 16,0 0-81-16,-94 46-63 0,70-16-12 16,0 5-3-1,-2 5 21-15,2 2 18 0,-3 4-18 16,0 2-18-16,2 1-29 0,2-2 1 16,6-4-9-16,6-5 5 0,3-5 7 0,8-6 15 0,2-5-7 15,10-3-24-15,4-3-36 0,7-5-24 16,6-1-7-16,4-7-8 0,2-3-37 15,0-2-40-15,-1-10-48 0,-5-2-8 16,-4-3-55-16,-9-1-94 0,-7 0-170 16,-6-2-76-16,-3 0-91 0,-6-3 2 15,-11 0 48-15,-3-1 262 0,1 0 346 16,-4 2 180-16,3 4 249 0,4 6 74 16,5 2-24-16,2 4-35 0,8 5-30 15,1 1-60-15,0 0-64 0,3 0-82 0,7 1-7 16,4 5-43-16,6 0 23 0,6 1-37 0,4-2-38 15,3-2-42 1,4-3-33-16,0 0-31 0,1-4 0 0,0-3-165 16,-3-4-80-16,-5 1-75 0,-5 0-198 0,-8 2-541 15,-4-4-483-15</inkml:trace>
  <inkml:trace contextRef="#ctx0" brushRef="#br0" timeOffset="50320.131">23875 1464 1110 0,'0'0'280'0,"0"0"1066"16,0 0-999-16,-45 69-88 0,31-47 36 0,5 0 42 15,1 0-15-15,3-2-43 16,1-1-82-16,4-5-62 0,0 1-22 16,6-2-113-16,2-4-55 0,0 0-58 0,1-3-47 15,3-2 9-15,-1-4-90 16,1 0-160-16,-2-3-561 0,4-11-913 0</inkml:trace>
  <inkml:trace contextRef="#ctx0" brushRef="#br0" timeOffset="50559.422">24382 1294 1148 0,'0'0'1469'0,"0"0"-971"16,0 0-52-16,0 0 1 0,29 75-81 15,-25-54-5-15,1 3-155 0,-1 2-96 16,-2 3-52-16,-1 3-34 0,-1 3 0 0,0-1-24 0,-3 4-19 15,-8-1-5-15,-8-1-107 16,-7 0-7-16,-6-1-31 0,-10-4-16 0,-5-1-54 16,-5-4-90-1,-4-2-120-15,4-7-81 0,4-3 1 16,13-7-158-16,-3-6-719 0</inkml:trace>
  <inkml:trace contextRef="#ctx0" brushRef="#br0" timeOffset="51035.619">25481 1159 39 0,'0'0'2685'0,"0"0"-2159"0,0 0-265 16,0 0-33-16,0 0 74 0,0 0-30 0,0 0 0 15,1 87-93-15,-7-46-19 0,-4 8-23 16,1 1-27-16,-2 3 18 0,2 2 15 15,3-3-64-15,2 3-37 0,3-5-25 16,1-3-16-16,4-5 1 0,6-6-2 16,3-6-1-16,5-6-14 0,-3-6-3 0,0-5-9 15,0-5 11-15,1-6 13 16,0-2 3-16,2-5 40 0,0-8-22 0,1-5-16 16,3-8 0-16,-1-6-2 0,0-7 0 15,2-8-26-15,1-6-53 16,0-6-43-16,2-1-45 0,-1-1-28 15,2 3 11-15,-1 6-32 0,-4 9-38 0,-5 11-34 16,-5 8-64-16,-7 11-157 0,-2 4-631 16,-6 8-752-16</inkml:trace>
  <inkml:trace contextRef="#ctx0" brushRef="#br0" timeOffset="51216.041">25457 1435 1099 0,'0'0'540'15,"0"0"778"-15,0 0-798 0,0 0-87 16,0 0-66 0,0 0-135-16,0 0-90 0,104 13-71 15,-71-10-43-15,5-2-28 0,5-1-13 0,3 2-45 0,2-2-13 16,-1 2-102-16,-1 0-166 0,-11-1-299 16,8 1-917-16</inkml:trace>
  <inkml:trace contextRef="#ctx0" brushRef="#br0" timeOffset="51726.763">26270 1282 1220 0,'0'0'147'16,"0"0"883"-16,113 9-594 0,-71-5-84 0,6 1-46 16,-6-2 1-16,-3 2-62 0,-4 1-41 0,-8-1-34 15,-7 0-55-15,-9 1-69 0,-6 0-46 16,-5 3 0-16,0 3 38 16,-11 2 15-16,-9 3-26 0,-4 6-8 0,-4-1-17 15,-3 4 1-15,0 3-3 0,2-1 0 16,1 0-1-16,8-5-1 0,4-1 2 15,4-3 28-15,4-3-26 16,5-2 1-16,3-1-3 0,0-1 0 0,3-2-2 16,5 0 0-16,1-2-1 0,2-1-13 15,0-4 15-15,-1 0-39 16,-1-3-37-16,-2 0-53 0,-1-2-77 0,-2-5-94 16,0-3-322-16,-4-2-704 0,0 1-508 15</inkml:trace>
  <inkml:trace contextRef="#ctx0" brushRef="#br0" timeOffset="51859.07">26287 1520 140 0,'0'0'792'0,"0"0"-394"16,0 0 795-16,0 0-810 0,0 0-69 15,0 0-43-15,0 0-2 0,0 0 4 0,0 0-28 16,77 0-96-16,-47 4-60 0,5-1-42 0,1 0-23 16,1-1-24-16,2-1-30 15,0-1-51-15,0 1-117 0,4-1-69 0,-2 2-158 16,-10-2-658-16,15 0-1267 0</inkml:trace>
  <inkml:trace contextRef="#ctx0" brushRef="#br0" timeOffset="52219.638">27563 1490 729 0,'0'0'443'0,"0"0"1109"16,0 0-1128-16,0 0-118 15,0 0-15-15,0 0-36 0,0 0-82 0,-86 2-67 16,70 13-25-16,-6 5-26 0,-1 6-8 15,-1 4-4-15,3 1-9 0,1 1-12 16,7-1 6-16,3 1-27 0,7-5 17 0,3 0-18 16,5-2 2-16,9-5 32 15,2-1-31-15,5-4 0 0,2-4-3 0,0-4-34 16,2-4-77-16,0-3-59 0,1 0-111 0,-2-7-151 16,-7-1-530-16,3-5-648 0</inkml:trace>
  <inkml:trace contextRef="#ctx0" brushRef="#br0" timeOffset="52361.014">27454 1704 1178 0,'0'0'124'0,"0"0"1197"15,0 0-973-15,0 0-83 0,0 0 88 16,0 0-40-16,0 0-90 0,0 0-83 0,83 6-56 16,-45-6-37-16,5 0-47 15,3-2-13-15,4-6-155 0,4-1-126 0,-1-4-209 16,-10 4-659-16,12-9-1091 0</inkml:trace>
  <inkml:trace contextRef="#ctx0" brushRef="#br0" timeOffset="52690.499">28071 1451 1228 0,'0'0'1683'16,"0"0"-1232"-16,82-9-188 0,-41 6-14 15,11-1-3-15,1-1-41 0,4 1-28 16,-5 1-60-16,-1 1-46 0,-5 2-15 16,-5 0-1-16,-8 6-24 0,-9 0-31 0,-9 5-25 15,-8 1 10-15,-4 2 15 0,-6 4 21 16,-10 4 7-16,-10 2 6 0,-8 3-22 16,-8 3-9-16,-5 0 21 0,-5 4-22 0,0-1-2 15,5-2-3-15,3 2 3 16,6-3 0-16,10-4 28 0,6-2 6 0,7-3 8 0,8-3-26 15,1-1 11-15,3-2-12 0,7-1 4 16,7-1-7-16,7-2 3 0,6-2 3 16,8-2-18-16,7-6-12 15,5-1-95-15,5-1-101 0,2-10-125 16,-1-2-232-16,-13 3-737 0,12-11-1163 0</inkml:trace>
  <inkml:trace contextRef="#ctx0" brushRef="#br0" timeOffset="52939.184">29098 1376 2194 0,'0'0'1116'0,"0"0"-1078"16,0 0-38-16,0 0 0 0,0 0 232 0,0 0 118 16,-95 44-74-16,59-16-80 15,-5 7-35-15,-3 7 73 0,-7 4 11 0,1 4-84 16,-2 2-63-16,5-1-31 15,7-2-28-15,9-5-14 0,12-4 11 0,13-6-36 0,6-5-16 16,10-3-36-16,12-3-24 0,11-6-3 16,9-5 27-16,10-6-64 15,7-6-92-15,4-4-127 0,5-8-295 16,-19-2-684-16,19-14-627 0</inkml:trace>
  <inkml:trace contextRef="#ctx0" brushRef="#br0" timeOffset="53151.507">29490 1438 745 0,'0'0'1786'0,"0"0"-1416"0,0 0-258 0,0 0 90 16,0 0 208-16,0 0-70 0,-95 61-95 15,60-30-71-15,1 5-22 0,0 1 55 16,1 4-33-16,3 0-85 0,3-5-52 16,6 2-35-16,4-6 38 0,8-3 11 15,3-5 7-15,6-5-18 0,0-2-40 16,9-1-21-16,2-5-7 0,6-4-24 0,2-2-42 15,4-5-44-15,2-2-86 16,-2-7-70-16,-2-5-100 0,-5-5-257 0,-6 4-550 16,-9-13-713-16</inkml:trace>
  <inkml:trace contextRef="#ctx0" brushRef="#br0" timeOffset="53298.737">29127 1673 1053 0,'0'0'1505'15,"0"0"-1071"-15,0 0-162 0,0 0 116 16,0 0 25-16,0 0-37 0,0 0-34 0,64 65-81 0,-30-58-115 15,3-1-54 1,4-5-47-16,0-1-45 0,1-3-21 0,-3-5-143 16,1-2-60-16,-7-2-64 15,-2 0-137-15,-12 1-312 0,-1-4-886 0</inkml:trace>
  <inkml:trace contextRef="#ctx0" brushRef="#br0" timeOffset="53437.291">29454 1741 1580 0,'0'0'1097'0,"0"0"-580"0,0 0-164 16,-43 68 38-16,32-47 53 0,3-2-89 16,4-2-155-16,1-1-185 0,3-2-15 0,1-2-144 0,10-1 37 15,3-3-57-15,6-3-90 16,-6-4-229-16,19-5-935 0</inkml:trace>
  <inkml:trace contextRef="#ctx0" brushRef="#br0" timeOffset="53653.134">30075 1548 1304 0,'0'0'1118'0,"0"0"-452"0,0 0-166 16,0 0-71-16,22 76-48 0,-19-47-88 0,-3 6-69 16,0 4-89-16,-2 5-47 0,-7 4-69 15,-8 2-19-15,-5 1-43 0,-6-1-12 16,-7-1-21-16,-7-2-34 0,-5-5-53 15,-8-5-41-15,-6-3-147 0,-6-7-178 16,13-6-433-16,-28-3-617 0</inkml:trace>
  <inkml:trace contextRef="#ctx0" brushRef="#br0" timeOffset="54835.447">10642 776 2255 0,'0'0'719'0,"0"0"-34"15,50 70-160-15,-30-29-152 0,0 8-50 0,-1 4-82 16,-8 6-119-16,-5 0-49 0,-6 3-24 15,0-1-34-15,-9-2 18 0,1-2-14 16,-3-4-19-16,-1-6-16 0,3-4-2 16,2-6-3-16,2-7-76 15,2-9-77-15,2-3 0 0,1-11-60 16,0-2-87-16,0-5-126 0,4-6-151 16,2-9-33-16,1-6-169 0,-1 1-427 0,0-18 920 0</inkml:trace>
  <inkml:trace contextRef="#ctx0" brushRef="#br0" timeOffset="55154.663">10821 1030 1532 0,'0'0'662'16,"0"0"-119"-16,48-81-84 0,-25 65-103 0,1 0-68 16,5 5-46-16,-3 6-5 15,-1 5-32-15,-4 0-60 0,-3 7-50 16,-6 6-15-16,-3 7-7 0,-7 3 22 0,-2 5-24 16,-9 7-29-16,-10 4-39 0,-4 4 0 15,-2 0-3-15,-3 3-21 0,2-5 18 16,4-3 3-16,9-7 3 0,3-3-3 15,9-7-52-15,1-4 18 0,4 0 10 16,10 0 9-16,1-1 13 0,4 1-11 0,2 1 12 16,1-1-20-16,-1 1 8 0,1-2 11 15,-6 0 2-15,0 2 0 0,-5 1 0 16,-6 0 0-16,-5 2 43 0,-2 5-7 16,-14 3-2-16,-7 4-13 0,-7 0-18 15,-2 2 0-15,-4-3-3 0,2-2-18 16,2-6-6-16,3-6-13 0,6-4-43 15,5-8-55-15,7-5-22 0,3-1-43 0,5-11-149 16,3-7-286-16,0 1-592 0,14-22-694 16</inkml:trace>
  <inkml:trace contextRef="#ctx0" brushRef="#br0" timeOffset="55562.561">11359 1483 1846 0,'0'0'648'16,"0"0"-162"-16,0 0 28 0,-12 69-31 0,1-35-70 15,-5 1-19-15,0 2-57 0,3-3-48 16,3-3-79-16,6-8-98 0,4-6-67 0,0-5-45 16,7-5-3-16,10-4-36 0,3-3 20 15,6-2-11-15,3-10-3 16,1-4-10-16,1-4-2 0,-4-2-16 16,-4 1 4-16,-4 2-1 0,-3 3 16 15,-2 4-10-15,-3 5 9 0,0 0 7 0,-3 7-4 16,-1 0-18-16,-1 7 58 0,0 5 15 15,0 7 3-15,-1 8-18 0,0 7-3 0,-1 7-13 16,-2 7 6-16,-1 6 10 16,-1 5 37-16,0 4 18 15,-3 0 3-15,-6-1 15 0,-5-5-13 0,-2-7-14 0,0-6-22 16,-4-8 0-16,4-8 4 0,-1-6 11 16,1-8-12-16,2-6-5 0,-1-5-1 15,0-3-21-15,2-11-16 0,-2-11-36 16,5-7 1-16,1-10 11 0,3-9-2 0,5-9-25 15,1-3-58-15,0 2-64 0,7 2-59 16,6 11 17-16,8 5 5 16,4 8-93-16,7 5-239 0,7 2-172 15,-6 6-324-15,22-5-170 0</inkml:trace>
  <inkml:trace contextRef="#ctx0" brushRef="#br0" timeOffset="59612.034">3735 3773 1448 0,'0'0'1657'0,"0"0"-1195"15,0 0-184-15,0 0-184 0,0 0-31 0,0 0 85 16,0 0 101-16,0 0-20 0,0 0-11 0,0 0-7 16,0 0-77-1,-13-16-48-15,16 16-4 0,1 0 39 16,1 0-18-16,7 0-18 0,6 0-15 0,9 2-19 16,3 0-30-16,7 0-21 0,4-2-15 15,3 1-3-15,-1-1 17 0,6 0-23 16,-2 0-3-16,-2 0 8 0,-3 0-11 15,-5 4 0-15,-5 1-25 0,-7 2-5 0,-4 2-10 16,-7 0 3-16,-3 2 12 0,-7 3 10 16,-3 4 27-16,-1 5 2 15,-8 6 13-15,-11 7-15 0,-5 2-3 16,-8 7 2-16,-4 0 7 0,-5 1 9 0,-1-1 1 16,-2 3 1-16,1-2-1 0,0 2 1 15,2-2 1-15,5-4-1 0,7-4 1 16,5-6 0-16,8-4 2 0,6-8 16 0,5-3 25 15,5-3 18-15,3-2 15 0,10 2-40 16,5 0-8-16,5 0 8 16,7 3-2-16,3-4 2 0,6-1-3 15,3 0-3-15,-3-6 4 0,1 0-20 0,-4-2-14 16,-1-4-12-16,1 0 0 0,-6-4-43 16,-1-4-21-16,-3-3-33 0,1 0-43 15,-2-4-52-15,-2-5-195 0,-3-1-292 0,-4 3-701 16,1-11-865-16</inkml:trace>
  <inkml:trace contextRef="#ctx0" brushRef="#br0" timeOffset="59824.331">4620 4267 1547 0,'0'0'325'15,"0"0"716"-15,0 0-788 0,0 0-93 16,0 0 15-16,0 0 125 0,-7 84-7 15,4-62-81-15,0 3-104 0,-1 2-64 16,1 1-32-16,0-1-12 0,-1 0 0 0,-2 0-37 16,1-1-59-16,-2-2-110 15,2-4-93-15,0-3-141 0,2-4-258 16,3-6-699-16</inkml:trace>
  <inkml:trace contextRef="#ctx0" brushRef="#br0" timeOffset="61107.077">5294 3652 1117 0,'0'0'251'0,"0"0"1017"0,0 0-828 15,0 0-79-15,0 0-22 0,0 0-59 16,0 0-61-16,0 0-64 0,0 0-56 0,0 0-25 15,-60 39 0-15,38-10 6 0,0 7 30 16,1 11 25-16,2 3-13 0,5 9-12 16,1 0-31-16,3-2 6 0,4 3-30 15,0-6-25-15,6-3-20 0,0-6-10 16,6-7-3-16,7-7-54 16,7-9-41-16,3-2-14 0,9-8 8 0,5-3-27 0,5-9-16 15,4-2-99-15,3-13-226 16,-10 1-604-16,19-22-844 0</inkml:trace>
  <inkml:trace contextRef="#ctx0" brushRef="#br0" timeOffset="61334.357">5856 3796 1714 0,'0'0'1752'0,"0"0"-1348"0,0 0-211 15,0 0-16-15,-89 75 56 0,69-41 39 16,1 2-36-16,3 7-50 0,6 1-31 0,3 1-24 15,4 0-25-15,3 1-36 16,0-7-37-16,4-3-32 0,7-4-1 0,0-5-23 0,1-8-11 16,-1-1-14-16,1-7-19 0,-4-1-12 15,0-5-33-15,-4 0-53 0,0-4-45 16,-1-1-119-16,-3-1-196 16,0-6-205-16,0-1-272 0,-7-11-406 0</inkml:trace>
  <inkml:trace contextRef="#ctx0" brushRef="#br0" timeOffset="61486.895">5659 4139 633 0,'0'0'1389'16,"0"0"-297"0,0 0-637-16,0 0-89 0,0 0 22 0,0 0-84 0,0 0-28 15,0 0-62-15,88 3-25 0,-58-3-43 16,5 0-79-16,-1-5-48 0,-1-4-19 16,-1-2-61-16,-3 0-69 0,-2-3-96 15,-2 2-77-15,-6-1-153 0,-4 2-272 0,-4 0-649 16,-7 5-438-16</inkml:trace>
  <inkml:trace contextRef="#ctx0" brushRef="#br0" timeOffset="61650.066">5955 4099 1311 0,'0'0'446'0,"0"0"825"0,0 0-938 15,0 0-168-15,0 0 25 16,-11 82 124-16,16-62 11 0,2 2-43 0,3 1-36 0,-1 0-50 16,-1 0-59-16,2 1-61 0,-4-1-53 15,1-3-23-15,-5 1-18 0,-1-2-52 16,-1 0-55-16,0-1-43 0,-1 0-16 0,-1 0-51 15,1-6-109-15,1-3-198 0,0-5-540 16,1-4-719-16</inkml:trace>
  <inkml:trace contextRef="#ctx0" brushRef="#br0" timeOffset="61923.745">6498 3738 676 0,'0'0'2023'0,"0"0"-1640"0,0 0-198 0,0 0-6 0,34 90 96 16,-23-59 27-16,1 2-89 0,-3 2-101 15,1 2-65-15,0 2-19 0,-4 2 9 16,-2 2-3-16,-2 2-33 0,-2 1-1 16,-2 0-3-16,-8 1-16 0,-4-2-9 15,-1-2-55-15,-5-4 2 16,0-1-13-16,-2-1-5 0,-2-3 10 0,-2-5-2 15,0 1 12-15,3-6-12 0,-3-5-45 0,3-4-51 16,0-4-100-16,0-5-176 16,0-3-142-16,-2-3-632 0,7-3 549 15</inkml:trace>
  <inkml:trace contextRef="#ctx0" brushRef="#br0" timeOffset="62333.562">6983 4046 813 0,'0'0'2093'0,"0"0"-1587"16,94 17-186-16,-54-12-128 0,8 0-25 15,-2-2-58-15,0-3-72 0,-1 0-37 16,-1-1-115-16,-6-6-146 0,1 0-118 0,-12 0-303 16,1-2-944-16</inkml:trace>
  <inkml:trace contextRef="#ctx0" brushRef="#br0" timeOffset="62483.043">7077 4307 2433 0,'0'0'1177'0,"0"0"-987"0,0 0-86 0,0 0 97 16,0 0 36-16,0 0-11 16,105 41-4-16,-56-41-72 0,7-8-95 15,8-11-55-15,2-4-205 0,2-8-141 0,-15 7-330 16,21-12-936-16</inkml:trace>
  <inkml:trace contextRef="#ctx0" brushRef="#br0" timeOffset="62835.169">8171 3745 245 0,'0'0'2137'15,"0"0"-1493"-15,105-1-286 0,-66 1-98 0,4 0-11 0,-4 0-98 16,-4 4-72-16,-8 2-76 0,-8 4-3 16,-5 5-34-16,-9 2 23 0,-5 8 11 15,-9 7 41-15,-13 3 0 0,-9 6-4 16,-7 4-34-16,-8 2 31 0,-3 3-31 0,-4 0 25 16,-2 0 10-16,2-1 15 0,5 0 9 15,6-5 52-15,11-5 6 0,9-5 3 16,8-9-18-16,9-1-26 15,5-6-2-15,9 1-22 0,11-6-16 0,6 2 4 16,9-5-6-16,4-3 5 0,5-4-2 16,2-3-38-1,2 0-2-15,-2-7-21 0,4-3-62 0,-5-2-48 16,1-1-49-16,-4-1-48 0,1-3-56 0,-1 0-211 16,-10 4-612-16,11-8-935 0</inkml:trace>
  <inkml:trace contextRef="#ctx0" brushRef="#br0" timeOffset="63134.779">9402 3646 196 0,'0'0'2780'15,"0"0"-2123"-15,0 0-471 0,0 0-101 0,0 0 166 16,0 0 109-16,0 0-67 0,0 0-85 15,-72 84-86-15,41-46-3 0,-2 10 91 16,0 5-46-16,-2 1-67 0,1 2-46 16,-1 3-18-16,4-5 3 0,2 3 4 15,4-3-4-15,6-6-15 0,9-4-8 0,7-7-13 16,3-6-30 0,11-5-18-16,10-4-19 0,4-4-33 0,11-6 7 15,3-4-16-15,4-4-34 0,4-4 0 16,0-7-31-16,0-9-71 0,-2-3-134 15,-5-4-291-15,-5-2-784 0,-11 6-849 16</inkml:trace>
  <inkml:trace contextRef="#ctx0" brushRef="#br0" timeOffset="63518.011">9860 3782 1152 0,'0'0'156'15,"0"0"1207"-15,0 0-1212 0,0 0-125 0,0 0-24 16,0 0 245-16,-77 85 167 0,63-59 3 15,2 4-119-15,1 4-78 0,-2 0-34 0,0 3-17 16,-1 2-10-16,1-3-30 0,-2 0-41 16,4-2-24-16,2-4-30 15,1-2-31-15,5-2 10 0,3-5-11 16,0-3-1-16,4-3-1 0,4-3-25 16,3-3-5-16,2-3-7 0,1-5-17 0,4-1-10 15,2 0-4-15,0-10-30 16,-1 1-46-16,-1-7-71 0,-3-2-136 0,-4 3-174 15,-5-5-160-15,-5 3-536 0,-1-4-144 16,-4 4 1365-16,-10-6-385 0</inkml:trace>
  <inkml:trace contextRef="#ctx0" brushRef="#br0" timeOffset="63666.103">9704 4118 985 0,'0'0'1024'16,"0"0"329"-16,0 0-888 0,0 0-138 16,0 0-41-16,0 0 1 0,0 0 53 0,0 0-35 15,0 0-56-15,87 30-98 0,-57-30-76 16,5-7-75-16,-1-6-83 0,-2-2-53 15,0 0-19-15,-5-1-42 0,-7 1-72 16,-2 4-136-16,-7-1-231 0,-7 2-484 0,-2 4-650 16,-5-1 824-16</inkml:trace>
  <inkml:trace contextRef="#ctx0" brushRef="#br0" timeOffset="63793.674">9907 4067 535 0,'0'0'2363'15,"0"0"-1753"-15,0 0-285 0,0 0-76 0,-9 75 7 16,9-54 69-16,0-5 27 0,0 0-102 15,1-4-122-15,7-2-119 0,0 0-9 16,-1-3-85-16,6-5-15 0,1 0-13 16,5-2-40-16,1-3-154 0,0-4-365 15,14-11-1055-15</inkml:trace>
  <inkml:trace contextRef="#ctx0" brushRef="#br0" timeOffset="63999.873">10445 3966 85 0,'0'0'2436'0,"0"0"-1883"0,0 0-97 0,0 0 20 16,23 82-14-16,-20-54-58 15,0 3-108-15,-2 3-95 0,-1 2-49 16,0 1-22-16,-7 3-12 0,-6-2-55 0,-6 4-63 16,-7-3-12-16,-4-1-66 0,-7 0-59 0,-9-3-35 15,-4-2-50-15,-3-2-17 0,-4-3-203 16,-2-2-295-16,1-6-704 15,15-6-731-15,-24 2 1993 0</inkml:trace>
  <inkml:trace contextRef="#ctx0" brushRef="#br0" timeOffset="65007.657">1818 4151 741 0,'0'0'59'0,"0"0"1978"16,0 0-1627-16,0 0-178 0,0 0-51 15,0 0 30-15,0 0 25 0,0 0-30 16,0 0 17-16,0 0-26 0,0 0-52 16,110-45-60-16,-70 35-36 0,5 3-3 0,1 5 6 15,-6 0-15-15,-2 2-37 0,-8 0-49 0,-4 7 0 16,-7-1 15-16,-6 2 1 0,-3 2-32 15,-6 1 20-15,-4 1-8 0,0 3 24 16,-7 4 29-16,-6 3 3 0,-6 3 24 16,-3 3-26-16,-2 0 1 15,-3 0 1-15,1 0-3 0,5-4-1 16,3-4 1-16,5-2 0 0,3-5 11 0,4-3 1 16,6-4 3-16,0-1 1 0,0-4-16 15,0 0-46-15,7-1 0 0,5 0 21 16,2-4-46-16,5-9-86 0,1-6-69 15,3-7-213-15,-4 4-597 0,0-17-842 0</inkml:trace>
  <inkml:trace contextRef="#ctx0" brushRef="#br0" timeOffset="65390.615">1739 3767 258 0,'0'0'1580'16,"0"0"-561"-16,-102 43-558 0,69-18-89 15,-4 9-36-15,7 6-42 0,4 4-55 0,5 7-15 16,8 6 12-16,4 3-59 0,5 4-43 0,4-1-21 16,0-1-43-16,7-4-10 15,6-6-20-15,6-7 2 16,1-9-42-16,7-6 0 0,5-8-21 0,7-6-25 16,6-3 13-16,5-5 18 0,6-7-6 0,2-1-10 15,8-6-14-15,-1-10-19 0,0-5-6 16,-2-5 9-16,1-5-15 0,-5-4-3 15,-3-5 11-15,-4-1-11 0,-5-2-22 16,-3-4-59-16,-6-2-28 0,-7 1-45 0,-8-5 59 16,-6 0 57-16,-10-1 54 0,-5-3 38 15,-4 5 23-15,-11 0 2 16,-8 3 31-16,-8 4 60 0,-3 2-24 16,-5 5 14-16,-5 6-3 0,-1 7-16 0,-5 7-27 15,1 11 2-15,-8 7-6 0,-3 7-31 16,-7 16-16-16,-5 8-9 0,-8 12-21 0,-4 7-57 15,-3 7-28-15,0 6-108 0,21-12-383 16,-25 27-612-16</inkml:trace>
  <inkml:trace contextRef="#ctx0" brushRef="#br0" timeOffset="67441.68">2029 4332 866 0,'0'0'118'16,"0"0"-105"-16,0 0 1178 0,0 0-677 0,0 0-177 0,0 0-91 15,0 0 6-15,0 0-22 0,0 0-19 16,0 0-41-16,-2-4-48 0,2 4-29 16,0 0-34-16,2 0-28 15,-2 0-19-15,3 0-12 0,-2 0-12 16,5 0 12-16,0 0 1 0,2 0 20 0,2 0-8 16,-1 0 5-16,2 0-2 0,-2 1-14 15,1-1 22-15,2 0-21 0,-1 0 19 16,1 0 0-16,1 0-10 0,1 0-12 0,-1 0 3 15,3 0-1-15,-2-1-2 16,1-1-1-16,-2-1-30 0,-2 1-55 0,-3 2-4 0,-4-1 9 16,0-2-37-1,0 3 3-15,-4 0-12 0,0 0-36 16,0 0-55-16,0 0-135 0,-4 0-267 16,-4-1-781-16</inkml:trace>
  <inkml:trace contextRef="#ctx0" brushRef="#br0" timeOffset="70311.936">5897 6540 316 0,'0'0'333'16,"0"0"1823"-16,0 0-1714 0,60-76-213 0,-41 48-168 16,-2-1 75-16,-5 0 37 0,-6 1 95 15,-3 3-81-15,-3 0-29 0,0 5-16 16,-3 0-53-16,-6 2 3 0,3 5-6 0,-4 1 18 15,0 6 25-15,-2 1-56 16,-3 5-57-16,-7 0-16 0,-3 8-21 16,-6 10 3-16,-8 9 18 0,-1 8 27 15,-4 10-6-15,0 7-2 0,0 4-7 16,0 6-12-16,5 0-1 0,3 1 1 0,5-1 24 16,10-7-9-16,9-3 43 0,5-8 64 15,7-6-31-15,0-6-46 0,10-5-14 0,2-7-10 16,4-2-21-16,0-3 0 0,2-3 1 15,2-5 1-15,-1-1-1 0,1-4-1 16,2-2-27-16,-3 0-19 0,1-8-45 16,-3-4-55-16,-1-1-49 0,-4-6-71 15,-7 0-156-15,-2-3-345 0,-3 0-515 16,-5 4-307-16</inkml:trace>
  <inkml:trace contextRef="#ctx0" brushRef="#br0" timeOffset="70465.791">5574 6784 1375 0,'0'0'1359'0,"0"0"-725"0,0 0-146 15,0 0-209-15,0 0-116 0,0 0 78 16,0 0 98-16,0 0-22 0,0 0-98 0,98 21-76 16,-71-21-67-16,2 0-49 15,0 0-27-15,3-1-36 0,-5-7-67 16,3 0-49-16,-2-2-52 0,-5-1-105 0,0 0-212 16,-3-1-535-16,-4 2-336 0,-6-1-495 15</inkml:trace>
  <inkml:trace contextRef="#ctx0" brushRef="#br0" timeOffset="70604.721">5888 6719 630 0,'0'0'2024'16,"0"0"-1456"-16,0 0-319 0,0 0-154 0,0 0 16 16,-40 67 150-16,35-48 12 0,4 3-43 15,1-1-60-15,0 3-65 16,0-2-59-16,4-2-46 0,1 1-34 16,2-3-77-16,3-3-43 0,0-3-35 0,2 0-23 15,3-5-75-15,0-6-250 0,-1-1-696 16</inkml:trace>
  <inkml:trace contextRef="#ctx0" brushRef="#br0" timeOffset="70935.006">6975 6348 267 0,'0'0'2431'0,"0"0"-1994"16,0 0-223-16,0 0 37 0,-101 61 80 0,65-35-24 16,-6 8-74-16,-7 6-94 0,-1 6-65 0,-8 8-15 15,-7 4-23 1,-4 9-5-16,-6 3 12 0,-6 4-9 16,-2 2-22-16,-4 4 16 0,-1 3-10 15,-1-1-18-15,1 1 2 0,3-2 44 16,4-5-20-16,4-4-26 0,6-3-30 0,4-6 11 0,8-3-8 15,6-7-4-15,8-4 16 0,4-5-19 16,8-5-39-16,7-8-23 16,7-3-2-16,5-10-10 0,6-5-47 0,5-9-82 15,3-4-72-15,0 0-87 0,6-8-180 16,0 0-462-16,11-16-525 0</inkml:trace>
  <inkml:trace contextRef="#ctx0" brushRef="#br0" timeOffset="72352.744">5996 7542 395 0,'0'0'1337'15,"0"0"-630"-15,0 0-240 0,0 0-140 0,0 0-40 16,0 0 22-16,0 0-16 0,0 0 24 16,0 0-70-16,0 0-41 0,100 8-71 15,-64-6-32-15,3-1-17 0,2 0-19 0,0-1-34 16,-2 0-23-16,-1 0-10 0,-6 0-3 15,-2 0-15-15,-6 0 0 0,-4 0-7 16,-6 0 7-16,-2 0-12 0,-8 3-40 16,-1-1-43-16,-3 3-1 0,-3 3 44 15,-6 5 5-15,-6 4-2 0,-7 5-13 16,-3 3 15-16,-2 3 0 0,-3 1 0 16,-1 3-28-16,3 0-6 0,-3 2 21 0,3 0 59 15,0-1 19-15,4-2 12 16,3-2 50-16,3 0 6 0,3-4 7 0,4-2 15 15,5-3-7-15,3-1-12 0,3-3 15 0,0-4 10 16,6-1-7-16,6-3-4 0,5 2 4 16,3-4 6-1,3 1-4-15,3-2-12 0,0-2-27 0,1 0-13 16,-2-3-25-16,-5 0-14 0,0 0-49 16,-3-4-42-16,-1-2-40 0,-3-1-28 0,0 1-49 15,-1-2-166-15,-4 0-346 0,4-6-675 0</inkml:trace>
  <inkml:trace contextRef="#ctx0" brushRef="#br0" timeOffset="72562.852">6586 7849 1615 0,'0'0'669'0,"0"0"149"15,0 0-486-15,0 0-151 0,0 0-8 16,-35 87 124-16,30-62 20 0,2 5-61 15,1-1-102-15,2 1-80 0,0-5-41 0,4 0-33 16,3-6-98-16,1-2-65 0,0-6-3 16,5-3-48-16,0-4-134 0,0-4-177 15,3-5-260-15,1-8-810 0,-5 1 646 16</inkml:trace>
  <inkml:trace contextRef="#ctx0" brushRef="#br0" timeOffset="78759.591">3445 6957 853 0,'0'0'378'15,"0"0"360"-15,0 0-511 0,0 0 55 16,0 0-34-16,0 0-19 0,0 0 24 16,0 0 1-16,0 0-19 0,0 0-40 15,-24-1-28-15,24 1-23 0,0 0-35 16,0 0-10-16,0 0-12 0,0 0-19 16,0 0-31-16,0 0-25 0,3 0-12 15,6 0 1-15,8 0 26 0,10-3-5 0,9 0 2 16,7 0-18-16,8-2-6 0,2 1-2 15,3-2-10-15,-1 2-13 16,0-3 23-16,-2 2-22 0,-3-2 8 16,-5 2-15-16,-3 1 4 0,-5 1 5 0,-5 0 0 15,-3 3-8-15,-9 0-29 0,-3 0-22 16,-5 1-25-16,-6 6-15 0,-3 0 64 16,-3 5 38-16,0 5 6 0,-6 2-6 0,-7 6-9 15,-4 4-13-15,-7 6 13 0,-3 1 3 16,-2 1-10-16,-2 4-3 0,-1-2 26 15,-1 2-1-15,-3 0-2 16,0 0 15-16,-2 2 18 0,-1 0-15 0,-5 3-1 16,2-3 0-16,-4 4 23 0,4-3 16 15,-1 2-3-15,1-5 9 0,3-3-10 16,3-1 4-16,4-6 10 0,6-3-4 16,5-5-16-16,8-5-15 0,2-4-4 15,5-4 7-15,4-4-16 0,1-3 27 0,1 0-30 16,0-1-12-16,6 1 12 0,6 1 40 15,3 0 19-15,5 0 25 0,6 0 0 16,3-2-26-16,4 2-8 0,1-3-7 16,4 3-28-16,-2 0 7 0,3 2 9 15,-2-2-1-15,-1 2-26 0,-1 1-2 0,1 0 8 16,-3-1-10-16,-1 1-19 0,-2 0 16 16,-2-4-9-16,-1 2-13 0,-3 0 10 15,1-1-37-15,-3 0-78 0,-1 0-65 16,-1-2-49-16,-1 0-181 0,-6-2-552 15,1 0-1036-15</inkml:trace>
  <inkml:trace contextRef="#ctx0" brushRef="#br0" timeOffset="79283.04">5199 6497 307 0,'0'0'13'0,"0"0"479"0,0 0 586 0,0 0-663 16,0 0-91-16,0 0-6 0,0 0-30 15,0 0-33-15,0 0-14 16,0 0-2-16,-16 44-26 0,6-18-26 0,-3 10-17 15,-5 5-34-15,-2 7-35 0,-4 4-18 16,-2 7-9-16,-1 5-31 0,-2 7-1 0,-1 2-14 16,0 9-4-16,-2 3 7 0,2 1-31 15,2 3 0 1,1 0-18-16,4-3 16 0,3 0-41 0,1-3 15 16,9-1-5-16,4-4 14 0,6-3 16 15,0-1-21-15,12-5-13 0,6-3-12 0,3-4-22 16,6-4-39-16,5-6 23 0,5-2-15 15,8-7-34-15,4-2-94 0,9-12-95 16,5-4-55-16,7-7-347 0,1-6-582 16,-15-5-60-16</inkml:trace>
  <inkml:trace contextRef="#ctx0" brushRef="#br0" timeOffset="79741.372">8672 6650 1725 0,'0'0'665'16,"0"0"-236"-16,0 0-26 0,0 0-2 16,95 75-98-16,-77-50-52 0,2 4-36 0,0 8-42 15,-4 6-37-15,3 5-14 0,-6 6 56 16,-3 3-4-16,0 4-83 0,-3 1-30 0,-1 1-24 15,0 1 8-15,-1 0-2 0,0 1-7 16,-4-1 1 0,-1-1-7-16,0 1 9 0,0 1 1 0,-6-5-22 15,-2 1-1-15,-4 0-17 0,-3-2-12 16,-4 0 9-16,-4-2-30 0,-5 1-16 16,-2-2-48-16,0-4-21 0,-5-2-16 0,0-2-37 15,1-6 0-15,-2-5-63 0,0-3-122 16,0-4-237-16,1-4-541 0,6-7-632 0,-11 1 1417 15</inkml:trace>
  <inkml:trace contextRef="#ctx0" brushRef="#br0" timeOffset="84975.383">10135 7210 2914 0,'0'0'613'0,"0"0"-269"0,0 0-98 16,0 0-62-16,0 0 23 0,0 0-19 15,0 0-19-15,0 0-6 0,0 0 1 16,0 0-45-16,53 25 9 0,-15-18-40 16,11 1-34-16,2-1-17 0,0-1-34 15,-2-1-2-15,-7-1-1 0,0-1-22 16,-3-3-5-16,-6 0 3 0,0 0-12 16,-4 0-92-16,-4-3-51 0,-5 0-63 15,-6 2-247-15,-5 0-588 0,-9 1-749 0</inkml:trace>
  <inkml:trace contextRef="#ctx0" brushRef="#br0" timeOffset="85146.765">10238 7485 1239 0,'0'0'1892'16,"0"0"-1440"-16,0 0-228 0,0 0-139 15,0 0 9-15,0 0 79 0,0 0 64 0,85 6-89 16,-48-9-86-16,5-4-62 0,0-2-28 0,1-2-136 15,-1 0-53-15,-2-3-100 16,2 2-244-16,-12 1-694 0,10-3-646 0</inkml:trace>
  <inkml:trace contextRef="#ctx0" brushRef="#br0" timeOffset="85653.093">11565 6692 1101 0,'0'0'1263'16,"0"0"-1099"-16,0 0-112 0,29-76 39 0,-22 59 115 15,-4 6 155-15,-2 4 27 0,-1 4-113 16,0 3-125-16,0 0-58 0,-1 7-39 16,-11 7-50-16,-4 8 16 15,-7 9 34-15,-10 9-22 0,-7 6-15 0,-6 5-16 0,-5 7 0 16,-1-3-1-16,2 3 1 16,8-5 31-16,6-3-3 0,9-10 3 0,8-7 25 15,10-9 6-15,2-6-31 0,7-5-31 16,0-1-11-16,1-4 9 0,5 0-16 15,2 1-4-15,1-4-6 16,-1 2 13-16,0 2-4 0,4 1-2 16,1 7 5-16,-1 6 6 0,0 7 10 0,0 6 15 15,0 2-14-15,-3 8-1 0,0-2 0 16,-1 4-1-16,-4-1-1 0,4 0 2 16,-5-3 11-16,0 1 5 0,-3-1 15 0,0-2-9 15,0 0-10-15,-6-4-12 0,-5-2-1 16,2-1 0-16,-2-5-11 0,-2-1-50 15,1-5-56-15,-1 1-69 0,3-3-56 16,1-2-202-16,4-3-544 0,2-4-798 16,0 1 1458-16</inkml:trace>
  <inkml:trace contextRef="#ctx0" brushRef="#br0" timeOffset="87407.868">11263 4038 1273 0,'0'0'251'16,"0"0"570"-16,0 0-472 0,0 0-117 0,0 0-49 16,0 0 66-16,0 0 36 0,0 0-33 15,0 0-13-15,0 0-45 0,0 0-49 16,-64-24-21-16,64 24-26 0,0 0-27 16,0 0-28-16,4 3 0 0,8 1 15 0,5 1 7 15,2 3-10-15,5-1-34 0,1 0-21 16,-1-2-21-16,-2 1-16 0,-1-2-15 15,1-3-65-15,-2 1-45 0,2-1-58 0,-2 0-134 16,-4 1-240-16,-3-1-443 0,-6 1-448 0</inkml:trace>
  <inkml:trace contextRef="#ctx0" brushRef="#br0" timeOffset="87594.382">11150 4211 836 0,'0'0'2044'0,"0"0"-1749"0,0 0-295 16,0 0 19-16,0 0 35 0,0 0 93 16,0 0 113-16,0 0-21 0,99 23-116 15,-59-22-86-15,2 0-37 16,0-1-142-16,3 0-53 0,-3 0-90 0,-9 0-233 16,11-5-740-16</inkml:trace>
  <inkml:trace contextRef="#ctx0" brushRef="#br0" timeOffset="88132.438">11908 4017 1971 0,'0'0'1376'0,"0"0"-1043"16,0 0-153-16,0 0-165 0,0 0 17 16,0 0 6-16,0 0 40 0,0 0 20 0,0 0-20 15,0 0-78-15,0 0 0 0,11 23-66 16,-11-12-60-16,0 1-116 0,0 1-167 15,-7 3-251-15,0-4-706 0,0-1 36 0</inkml:trace>
  <inkml:trace contextRef="#ctx0" brushRef="#br0" timeOffset="88276.029">11844 4248 1448 0,'0'0'1488'0,"0"0"-1190"15,0 0-148-15,0 0-7 0,0 0 110 0,0 0-39 16,0 0-91-16,0 0-55 0,0 0-40 15,0 0-28-15,55 54-140 0,-39-53-150 0,1 0-128 16,5-1-307-16,-5 0-908 16</inkml:trace>
  <inkml:trace contextRef="#ctx0" brushRef="#br0" timeOffset="88789.49">12666 3905 3104 0,'0'0'1071'15,"0"0"-847"-15,0 0-122 0,0 0 22 0,0 0-8 0,0 0-2 16,0 0-1-16,98 16-36 0,-68-14-48 15,6-2-29-15,1 1-21 0,4 1 3 16,2 0 2-16,0 1 4 16,-4 2-12-16,-2 1 11 0,-4 0-8 0,-6 3 19 15,-1 0-16-15,-8-1-7 16,-3 2 1-16,-4-2 8 0,-3 3-5 16,-7-1-19-16,-1 3-3 0,-3 2 22 0,-11 5 21 15,-5 1 15-15,-7 4-15 0,-6 2 0 16,-4 3-3-16,-4 1-10 0,-5 1 10 0,-3 2-18 15,-2 1 21-15,0 1 0 16,2 2 0-16,2-2 2 0,4 0 13 0,6-1 16 16,6-1-3-16,4-2-25 15,8-1 21-15,4-3 1 0,5-4-4 16,4-2 7-16,5-2-4 0,0-2 16 0,8 0 12 16,4-2 3-16,8-1-12 0,1-2-3 15,5-1 2-15,4-5 4 0,0-1-16 16,3-1-4-16,-1-5-26 0,-2 0-28 15,1 0-30-15,-1-3-42 0,-4 0-35 0,0-4-27 16,-5 1-38-16,1-2-97 0,-2-1-265 16,-7 2-590-16,3-5-831 0</inkml:trace>
  <inkml:trace contextRef="#ctx0" brushRef="#br0" timeOffset="89049.347">13101 4489 1835 0,'0'0'787'0,"0"0"-193"16,0 0-364-16,0 0-129 0,0 0-6 16,0 0 148-16,0 0 18 0,0 0-62 15,-20 85-72-15,17-61-50 0,0 4-18 16,-1-1-6-16,0 2-17 15,1-2-5-15,0 0-15 0,1 0-15 0,1-2-1 16,1-4-4-16,0-2-69 0,1-4-181 0,7-1-60 16,0-2-203-16,-2-4-563 15,1-1-973-15</inkml:trace>
  <inkml:trace contextRef="#ctx0" brushRef="#br0" timeOffset="92090.023">13470 7081 176 0,'0'0'206'0,"0"0"-34"15,0 0 102-15,0 0 374 0,0 0-274 0,0 0-137 0,0 0-123 16,0 0 15-16,0 0-25 0,0 0-30 15,0 0-42-15,0-30-32 0,0 30 0 16,0 0-2-16,0 0 2 0,0 0 26 16,0 0 26-16,0 0 12 0,0 0-3 0,0 0 33 15,0 0 31-15,0 0 10 0,0 0-4 16,0 0-10-16,0 0 3 16,0 0 6-16,0 0-7 0,0 0-25 15,0 0-10-15,0 0 9 0,-1 0-5 16,1 0-23-16,-2 0-13 0,1 0-16 0,-1 0-2 15,2 0-1-15,0 0-9 0,0 0-3 16,0 0 12-16,0 0-3 0,0 0 9 0,0 0 10 16,3 0 30-16,7 0 31 15,6 0-28-15,9 0-40 0,3-1-9 16,5-3-27-16,4 0-10 0,2 0-34 16,1 0 7-16,-1 4-16 0,0 0-34 15,-5 0 3-15,-2 0-9 0,-5 7 15 16,-5-1-3-16,-7 3 9 0,-3 0 3 0,-7 3-6 15,-5 0 27-15,-2 5 23 0,-12 1 15 16,-8 5 0-16,-10 4-4 0,-6 2-36 16,-6 1-22-16,-6 4-24 0,-1 1-8 0,0 1 12 15,0-2 45-15,4 2 37 16,2-1 0-16,5 0 53 0,6-4 48 16,6-2 3-16,6-1 15 0,6-6 5 15,7 0-9-15,1-7-32 0,6-4-9 16,2 2-12-16,2-6 12 0,9 3-6 0,4-1 18 15,6 1 18-15,4 1-10 0,2-1 7 16,5-1-16-16,-2 1-9 0,2-3-21 0,-5-1-22 16,-1-1-14-16,0-4-19 0,-1 2 0 15,-2-3-40-15,-1 0-90 16,-1 0-41-16,1-3-28 0,-2-3-43 16,-3 0-148-16,-3 1-397 0,2-9-825 0</inkml:trace>
  <inkml:trace contextRef="#ctx0" brushRef="#br0" timeOffset="92319.195">13943 7571 1497 0,'0'0'1532'0,"0"0"-1177"0,0 0-228 15,0 0-82-15,0 0 65 0,0 0 127 16,0 0 95-16,0 0-127 0,0 0-97 15,-5 68-49-15,1-46 9 0,1 3-22 0,0 2-18 16,-1-1-28-16,1 0 0 0,0 0-19 16,0-3-24-16,0-1-74 15,0-1-38-15,2-2-19 0,-1-1-51 16,2-3-159-16,0-5-328 0,0 3-856 0</inkml:trace>
  <inkml:trace contextRef="#ctx0" brushRef="#br0" timeOffset="96655.511">12196 7281 620 0,'0'0'2440'0,"0"0"-2066"15,0 0-291-15,0 0-17 0,0 0 51 16,0 0 56-16,92-68 3 0,-69 52-91 15,3 0-53-15,3 2-17 0,-3-3 4 0,2 3-19 16,-7 2 1-16,-2 5 15 0,-6 3 18 16,-6 4-3-16,0 6-12 0,-3 9 102 15,-1 6 15-15,-3 5-41 0,0 7-61 0,-3 3-15 16,-7 2 7 0,2 3-26-16,-1-4 0 0,1 0-3 15,3-4-31-15,4-3 34 0,1-5 10 0,3-2-8 16,5-5-4-16,4-6-15 0,2-4-44 0,2-6 17 15,4-2-61-15,2-4-96 0,2-11-169 16,1-6-350-16,-5 4-764 0</inkml:trace>
  <inkml:trace contextRef="#ctx0" brushRef="#br0" timeOffset="96832.087">12695 7151 2379 0,'0'0'287'0,"0"0"-197"0,0 0 36 16,-78 82 114-16,49-47 95 0,-3 3-62 0,-1 2-154 16,1-1-62-16,-5 3-57 0,0-2-19 15,-2 3-44-15,0-1-16 0,1-2-79 16,7-3-105-16,4-5-240 0,3-5-521 16,8-9-459-16,5-4 1294 0</inkml:trace>
  <inkml:trace contextRef="#ctx0" brushRef="#br0" timeOffset="97539.585">15104 6309 1914 0,'0'0'1310'0,"0"0"-866"15,0 0-97-15,0 0-81 0,-4 68 37 0,11-47-50 0,2 8-73 16,-2 1-61-16,3 7-27 0,-1 9-19 16,-4 3 12-16,-2 9 40 0,-3 6-35 15,0 11-23-15,-7 5-37 0,-3 7-19 16,-1 4-11-16,-3 4-2 16,0 4 0-16,3 2-10 0,-4-1 9 0,5 3-21 15,1-2-46-15,-2-3-24 0,4-7 22 16,-2-9-44-16,5-7 10 0,-2-11-1 15,5-8-9-15,1-11-34 0,0-8-103 16,4-9-25-16,0-3-92 0,3-8-148 0,-1-6-219 16,0-4-595-16,5-7-15 0</inkml:trace>
  <inkml:trace contextRef="#ctx0" brushRef="#br0" timeOffset="98821.836">16835 6650 2351 0,'0'0'397'16,"0"0"-188"-16,0 0 2 0,0 0 41 15,0 0-8-15,0 0-26 0,0 0-83 16,0 0-59-16,0 0-36 0,0 0-5 16,78-47-17-16,-59 35-17 0,-3 3 18 15,-1 2-6-15,-6 1-13 16,1 3 1-16,0 1-1 0,0 1 15 0,-4 1 2 16,4 0-17-16,-3 0-16 0,2 6 16 15,1 6 23-15,1 4 27 0,0 5-13 16,1 3 3-16,-3 7-5 0,1 2-8 0,-4 2 14 15,3 1 8-15,-5-2-3 0,-1-1-9 16,-2-1-12-16,2-6-4 0,-3-3-21 0,2-6-13 16,-1-2-2-16,2-5-28 0,0-3-127 15,1-3-57 1,6-3-62-16,-1-1-99 0,0-3-322 0,9-12-754 16</inkml:trace>
  <inkml:trace contextRef="#ctx0" brushRef="#br0" timeOffset="99032.563">17332 6557 1573 0,'0'0'16'0,"0"0"523"0,0 0-144 16,0 0-69-16,-79 56-35 16,59-31 3-16,-2 3 4 0,1 3-66 0,-2 0-62 0,-1 4-48 0,-2-2-57 15,1 2-15-15,-4 0-22 0,0-4-28 16,0 3-9-16,0-5-81 0,2-4-63 15,4-4-61-15,3-3-76 0,3-6-181 16,8-4-346 0,1-6-799-16</inkml:trace>
  <inkml:trace contextRef="#ctx0" brushRef="#br0" timeOffset="99466.082">17802 6554 881 0,'0'0'2168'0,"0"0"-1808"0,0 0-229 0,0 0 36 16,81-2 82-16,-50-2-45 0,3 3-57 15,2-4-70-15,0 4-49 0,1 1-16 0,3 0-12 16,-4 0-16-16,-4 0-2 0,-2 6-4 15,-7 1 6-15,-8 3-15 0,-5 2-9 0,-7 1 3 16,-3 5 21-16,-6 1 16 0,-7 4 2 16,-7 0 20-16,-4 2-21 0,-3 0 1 15,-4 1-2-15,-3 1 0 0,-3 3 0 16,-3 1-3-16,-1 4 0 0,-2 1 3 16,0-1 12-16,5 2 69 15,1-3-3-15,7-1-7 0,5-4 18 16,7-3 25-16,5-3 52 0,6-5-40 0,5-4-41 0,2-3-18 15,2 0 4-15,7-4-20 16,5 0-17-16,6 0-10 0,4-3-9 16,2 0 1-16,5-4-7 0,2 0-9 0,-1 0-28 0,0-7-48 15,0-1-55 1,-2-2-52-16,-1-3-66 0,-1-2-106 16,-1-3-225-16,-8 6-723 0,4-13-1024 0</inkml:trace>
  <inkml:trace contextRef="#ctx0" brushRef="#br0" timeOffset="99649.873">18331 7011 1243 0,'0'0'2178'16,"0"0"-1641"-16,0 0-289 0,0 0-12 16,0 0 20-16,0 0 100 0,0 0-63 15,-20 85-108-15,14-57-91 0,0 4-61 16,-1 3-14-16,0 0-19 0,-3 0-54 0,-2-2-43 15,1 0-82-15,-4-6-71 0,4-3-66 16,1-5-150-16,4-8-326 0,0 0-986 0</inkml:trace>
  <inkml:trace contextRef="#ctx0" brushRef="#br0" timeOffset="100456.892">16292 6335 1383 0,'0'0'1527'0,"0"0"-1137"0,0 0-151 0,0 0 10 15,0 0 54-15,105 1-23 16,-65 5-48-16,2-4-72 0,3 3-77 16,-3 0-28-16,-1-2-55 0,1 0-29 0,-6-3-73 0,-3 0-113 15,-4 0-74 1,-8 0-144-16,-7-1-589 0,-7-2-693 0</inkml:trace>
  <inkml:trace contextRef="#ctx0" brushRef="#br0" timeOffset="100756.29">16431 6403 1144 0,'0'0'365'0,"0"0"924"16,0 0-923-16,0 0-130 0,-57 85-42 0,43-54 36 16,0 4 66-16,-1 2-63 0,0 3-78 0,1 1-56 15,2-2-25-15,-3 5-19 0,3-1-21 0,0 0-12 16,1 1-4-16,2-1 4 0,3 1-4 15,2 0 0 1,1-1-5-16,2-1-1 0,-2 0-10 16,2-1 0-16,1-4 16 0,0-5-15 0,0-3 10 15,5-1 2-15,2-8 0 0,2-1 1 0,1-2 11 16,5-1-2-16,1-4-13 0,5 0 6 16,4-3-18-16,3-2-12 0,6-2-25 15,5-3-51-15,2-2-44 0,5 0-62 16,0-2-17-16,-1-5-16 0,0 0-65 15,-3 1-240-15,-11 0-545 0,5-3-715 0</inkml:trace>
  <inkml:trace contextRef="#ctx0" brushRef="#br0" timeOffset="101973.249">19154 6636 2777 0,'0'0'532'0,"0"0"-170"0,0 0-70 0,-12 91 6 16,1-49-34-16,-1 6-30 0,-2 2-50 15,4 1-83-15,1-8-34 0,3-4-33 16,4-5-16-16,2-9-6 0,0-7 2 0,5-4-14 16,2-4-33-16,2-4-43 0,4 0-19 15,2-6-22-15,2 0 22 0,2-8-15 16,2-8-20-16,1-1-6 0,-2-2 9 16,3-5-14-16,-1-1-7 0,-2 2 19 15,1-1 38-15,-3-1 15 0,-4 3 76 16,-4 2 10-16,-1 1 34 0,-3 4 3 15,-3 6 29-15,-1 3 15 0,-2 5 13 16,0 1-10-16,0 0-16 0,0 1 3 16,0 6-4-16,0 6-18 0,0 8 37 0,0 6-19 15,-2 8 3-15,-1 3-9 16,0 7-25-16,1 0-6 0,-1 2-6 16,3 3-16-16,0 2 1 0,0 1-4 0,0-5 0 15,0 2-15-15,0-7 0 0,0-1-1 16,0-2-17-16,0-1 17 0,-3-1 0 0,-6-2 0 15,-3-3 0-15,-4-1-42 0,-1-4 18 16,-2-3 11-16,3-4 14 0,0-7 0 16,3-7 0-1,1-3-15-15,1-4-10 0,-2-4-18 16,-2-10-49-16,0-8-31 0,-1-9-7 0,2-6-10 16,2-11-133-16,5-6-272 0,3 11-810 15,-1-29-756-15</inkml:trace>
  <inkml:trace contextRef="#ctx0" brushRef="#br0" timeOffset="102299.021">20058 6717 1623 0,'0'0'1133'0,"0"0"-735"0,0 0-31 0,80 19-86 16,-50-13-29-16,-1 2-61 0,3-2-67 0,-3 1-62 15,0 0-62-15,-4 4-10 0,-6 0 6 16,-2 2-36-16,-8 2-28 0,-9 3-7 16,0 3 10-16,-17 6 43 15,-5 5 6-15,-11 6 13 0,-7 2 2 0,-3 2 1 16,-1 2 52-16,1-2 17 0,6-5 15 16,6-1-1-16,6-7 60 0,11-6 75 15,6-4-40-15,8-2-31 0,5-3-71 0,10-3-27 16,7-3-3-16,3 2-19 0,4-6-3 15,4-1 1-15,3-3-25 0,-1 0-24 0,1-5-18 16,-4-3-65 0,-3-3-70-16,-6-1-77 0,-6-5-64 15,-3-1-98-15,-8 6-359 0,-6-12-728 0</inkml:trace>
  <inkml:trace contextRef="#ctx0" brushRef="#br0" timeOffset="102470.356">19962 6981 82 0,'0'0'221'0,"0"0"1843"16,0 0-1522-16,0 0-145 0,0 0-58 0,0 0 8 16,0 0-25-16,81 47-13 0,-49-34-69 15,4-3-108 1,0-2-83-16,-1-4-49 0,2-1-59 0,-3-3-107 16,0 0-86-16,-1-3-86 0,-2-1-221 15,-6-2-689-15,7-5-1060 0</inkml:trace>
  <inkml:trace contextRef="#ctx0" brushRef="#br0" timeOffset="102645.779">20717 7072 114 0,'0'0'2917'0,"0"0"-2461"0,0 0-159 16,-40 81-61-16,27-50 46 0,3-1-16 15,-1 3-54-15,2-2-95 0,0-3-117 0,-1 1 0 16,2-4-147-16,-3-1-84 0,-4-1-77 15,0 1-135-15,1-11-546 0,-11 9-874 0</inkml:trace>
  <inkml:trace contextRef="#ctx0" brushRef="#br0" timeOffset="103166.299">18841 7304 108 0,'0'0'300'0,"0"0"1219"0,0 0-1042 16,0 0-52-16,-49 71-98 0,39-50-30 15,1 2-25-15,-1 1-14 0,3 0-10 0,1 0-68 16,-1-4-65-16,0 0-50 0,3-4-65 15,-1-2-13-15,2 0-76 0,-1-1-45 16,1-2-65-16,0-4-106 0,0-2-233 0,-1-3-706 16,1-2-459-16,3-2 1377 0</inkml:trace>
  <inkml:trace contextRef="#ctx0" brushRef="#br0" timeOffset="103788.771">21145 6536 1009 0,'0'0'214'0,"0"0"978"0,0 0-846 0,0 0-205 15,0 0-73-15,0 0-7 16,0 0-7-16,84-45-19 0,-61 38-16 0,-1 0-19 15,-5 3 0-15,0 0 26 0,-5 4 28 0,-1 0 10 16,-6 0-10-16,-1 0 4 0,0 3 8 16,-1 2 58-1,3 4 100-15,0-1-126 0,-2 7-32 0,-1 0-10 0,-2 3 17 16,2 3 5-16,-3 2-9 0,0 2-23 16,0 2-2-16,0 3-4 0,-1 5 19 15,-3 1 37-15,-2 6 58 0,-1 0-40 16,-1 2-34-16,1 3-10 0,0 0-12 15,-3 3-12-15,4 2-6 0,0-2-7 16,3-2-14-16,3 0-17 0,0 0 11 0,0-5-13 0,5-1-3 16,1-4 2-1,0-5-2-15,0-2 0 0,-3-1 2 16,2-7 0-16,-4-1 0 0,1-1 1 16,-1-4 0-16,-1 1 1 0,0-5-1 15,-1-1-1-15,-4-1-27 0,-1-3-24 16,-5 1-27-16,4-5-28 0,-2-1 5 0,-1-2 13 15,2-1 9-15,-1 0-3 0,1-6 15 0,-4-5-13 16,0-2 4-16,-4-7-76 0,2-3-58 16,-5-2-126-16,3-4-217 0,-1-1-116 15,5 8-342-15</inkml:trace>
  <inkml:trace contextRef="#ctx0" brushRef="#br0" timeOffset="104650.226">21883 6823 1474 0,'0'0'1545'0,"0"0"-883"0,0 0-230 16,0 0-87-16,0 0-49 0,0 0-27 16,0 0-49-16,0 0-41 0,94 21-18 15,-58-17-52-15,2-2-48 0,-2 1-45 0,-2-3-16 16,0 0-36-16,-6 0-43 0,1 0-82 15,-4 0-9-15,-3-1-31 0,-5-1-117 16,-5 2-220-16,-4 0-437 0,-8 0-618 0</inkml:trace>
  <inkml:trace contextRef="#ctx0" brushRef="#br0" timeOffset="104820.384">21967 7025 1846 0,'0'0'664'0,"0"0"34"0,0 0-304 0,0 0-201 16,0 0-64-16,0 0 0 0,79-8-1 16,-37 1-122-16,7-4-6 0,2 0-223 15,0-1-152-15,-11 4-304 0,8 1-799 0</inkml:trace>
  <inkml:trace contextRef="#ctx0" brushRef="#br0" timeOffset="105725.354">23225 6521 635 0,'0'0'2358'0,"0"0"-1743"15,0 0-255-15,0 0-141 0,0 0-35 16,0 0 5-16,0 0 51 16,0 0-41-16,0 0-68 0,0 0-30 15,107 38-25-15,-76-28-40 0,1-1-34 0,-5-5-2 16,-2 3-4-16,-2-4-11 0,-3 2-3 15,-4-2 3-15,-2 0-19 0,-2 1-48 0,-3-2-34 16,-4 3-31-16,-2 4-24 0,-3 3-2 16,-7 5 9-16,-6 6 6 0,-10 5 21 0,-4 4-27 15,-5 3 16 1,-2 1 63-16,-2 1 47 0,-1 2 36 0,1-2 2 16,0 0 28-16,3-1 73 0,2-3 47 15,4-4 3-15,4-1-14 0,6-4-15 16,9-6-14-16,2-3-9 0,6-3 9 15,0-3 3-15,9 2-7 0,2-4 3 0,9 1 6 16,5 1-12-16,3-2-28 0,4-5-16 16,1-2-14-16,1 0-19 0,-1 0-24 15,-3-7-3-15,-1 1-57 0,-2-1-53 16,-3-3-36-16,-2 3-56 0,0-3-57 16,-4 2-84-16,1-5-242 0,-6 8-618 15,3-9-751-15</inkml:trace>
  <inkml:trace contextRef="#ctx0" brushRef="#br0" timeOffset="105915.836">23886 7013 650 0,'0'0'1523'0,"0"0"-704"0,0 0-245 15,0 0-148-15,0 0-51 0,0 0-85 16,-14 86-29-16,10-60-86 15,1 4-96-15,2 1-56 0,-1 0-23 0,1-1-88 16,1-1-59-16,-2 2-49 0,1-2-63 0,-2 0-139 16,-1-6-319-16,-3 4-942 0</inkml:trace>
  <inkml:trace contextRef="#ctx0" brushRef="#br0" timeOffset="124665.241">25347 6216 959 0,'0'0'644'0,"0"0"-2"16,0 0-377-1,0 0-168-15,0 0-23 0,0 0 129 0,0 0-59 0,0 0-19 16,0 0-64-16,93-41-35 16,-60 30-26-16,5 1-20 0,3-2 4 0,1 1 16 15,0-1 2-15,-4 3 0 0,-5 2 10 16,-5 2-10-16,-8 4 53 0,-3 1-33 15,-6 0-6-15,-3 6 6 0,-3 5 10 16,-4 2 38-16,-1 4 19 0,-1 6-13 16,-10 3 6-16,-5 9-28 0,-9 5-35 15,-6 3 34-15,-8 7-24 0,-4 3-1 16,-2-2-27-16,2 0 12 0,7-4 9 0,5-4 19 16,8-7-1-16,7 0-2 15,5-5-22-15,2-5-16 0,3-1 0 0,4-3-7 16,0-1-18-16,2-2 26 15,0-1-2-15,0 1-16 0,4 4 17 0,2 4 37 16,1 0-37-16,-1 5-11 0,-2 3-2 0,-2 3 13 16,-2 5 0-16,0 2-3 0,0 5 3 15,-2 3-1-15,1 0-29 16,-1-2-2-16,2 1 10 0,0-4 22 16,3-3 0-16,5 0 13 0,-2-4-13 15,2-1-22-15,-2-3-10 0,-2 1 20 16,-1-4 10-16,-1-1-30 0,-2-3-46 15,0-3-24-15,-6 0-11 0,-2-3 14 0,-4-1 39 16,0-3-4-16,-4-2-3 16,-1-1-32-16,-3-3-74 0,7-3-213 0,-12-3-670 0</inkml:trace>
  <inkml:trace contextRef="#ctx0" brushRef="#br0" timeOffset="127556.423">16909 7775 860 0,'0'0'29'16,"0"0"-3"-16,0 0 528 0,0 0-12 0,0 0-250 15,0 0-111-15,0 0 19 0,0 0 6 16,0 0-3-16,0 0 46 0,0 0 1 16,-11 42-13-16,20-27-30 0,1 2 16 0,2 5-37 15,-1 2-90-15,-3 6-9 0,1-1-13 16,0 5-25-16,1 0-9 16,3 0-40-16,2-4-17 0,3 2-1 15,4-3-28-15,4-7 15 0,1-1-6 16,4-5 37-16,0-4-12 0,0-4-13 0,2-3-3 15,-1-1-21-15,2-2 18 0,3-2-22 0,-1-6-6 16,3-6 0-16,3 0-18 0,1-4-20 16,1 0-45-16,-1-2-40 0,-3 2-42 15,1-1 31-15,-1 4 62 0,-1 1 19 16,-2-1 7-16,0 6 89 0,-1 2 16 16,2 1 59-16,0 4 72 15,-1 0 41-15,2 4-29 0,-3 4 22 0,-1 3-42 16,-2 5-23-16,-1-1 14 0,-4 2-29 15,0 1-4-15,-5-1-35 0,-1 2-44 16,-5 0 14-16,-3-1-16 0,-5 0-19 0,-2 0 19 16,-6 1 14-16,-1-3-14 0,0-1-25 15,-6-1-16-15,-3-2-24 0,0-3-4 16,-1-2-26-16,1-4-46 0,4-3-20 0,-1 0 54 16,4-5-8-1,2-6-34-15,0-4-43 0,5-6 25 0,9-5-29 16,3-3-110-16,8-6-92 0,2-1-25 15,6-2 121-15,5 7 67 0,1 1 235 0,1 9 36 16,3 7 280-16,-4 7 100 0,-4 6-24 16,-5 1-94-16,-1 8-69 0,-2 4-84 15,-1 4-17-15,0-1-3 0,1 4 18 16,2-3-63-16,-2 2-20 0,1-2 13 16,0-1-28-16,-1 0 28 0,3-2-10 15,2-5 12-15,1-1 23 0,3-4 31 16,1-3-44-16,4-5-16 0,-1-5-41 0,5-4-28 15,-2-3 0-15,-2-2-41 0,-1-4-24 0,-3 0-55 16,-1-4-37 0,-4 4-80-16,-3-4-46 0,-8 6-72 0,-6 2-80 0,-8 7-376 15,-8 6-481-15</inkml:trace>
  <inkml:trace contextRef="#ctx0" brushRef="#br0" timeOffset="128182.58">16669 9282 2824 0,'0'0'487'0,"0"0"-201"0,0 0-157 0,78-2 104 16,-42 0 106-16,2-4-11 0,1 2-95 15,-1-3-77-15,-2-1-76 0,-1-1-80 0,-2 0-12 16,-1-1-28-16,-3 3-34 0,-5-4-66 16,-5 4-60-16,-5 1-66 0,-5 2-185 15,-4 2-236-15,-5 1-456 0,-3 1-498 0</inkml:trace>
  <inkml:trace contextRef="#ctx0" brushRef="#br0" timeOffset="128411.132">16917 9303 2538 0,'0'0'416'0,"0"0"-288"16,0 0-23-16,0 0 49 0,0 0 87 0,-34 84 52 16,26-59-72-16,0 0-74 0,-1 3-57 15,1 6-7-15,-1 2-27 0,1 0 12 16,0 3 0-16,4-3-67 0,-1 0-1 16,5-3 0-16,0-5 1 0,0-2 24 15,6-5-13-15,7-4-9 0,2-5-3 16,5-5-3-16,0 0-49 0,4-3-50 0,-1-4-22 15,-1 0-32-15,-2-6-41 0,3-1-58 16,-3-4-116-16,2-2-202 0,-6 3-461 16,5-9-391-16</inkml:trace>
  <inkml:trace contextRef="#ctx0" brushRef="#br0" timeOffset="128598.093">17341 9424 427 0,'0'0'2728'16,"0"0"-2288"-16,0 0-229 0,0 0 82 0,43 69 46 16,-31-46 13-16,-1-1-113 0,2 2-114 15,-3-4-104-15,3-1-21 0,-3-4-33 0,0-2-44 16,1-4-30 0,0-4-86-16,-1-4-63 0,4-1-151 0,-2-5-281 15,-2-2-543-15,4-12-352 0</inkml:trace>
  <inkml:trace contextRef="#ctx0" brushRef="#br0" timeOffset="128747.897">17486 9381 2168 0,'0'0'382'15,"0"0"-73"-15,0 0 18 0,-79 54-18 0,52-25 1 16,2 3 8-16,1 3-72 16,2 0-57-16,2-2-72 0,4-4-117 0,3-2-56 15,3-6-70-15,4 2-82 16,0-5-74-16,5-6-210 0,1-3-525 15,3-4-693-15</inkml:trace>
  <inkml:trace contextRef="#ctx0" brushRef="#br0" timeOffset="128924.112">17731 9601 440 0,'0'0'2828'15,"0"0"-2355"-15,0 0-246 0,0 0 39 0,0 0 66 0,0 75-55 16,-11-48-57-16,2-1-101 0,2-1-74 15,3-3-45-15,2-5-49 0,2-3-36 16,0-3-44-16,2-5-48 0,5-4-30 16,2-2-106-16,5-2-179 0,-4-7-259 0,12-11-588 0</inkml:trace>
  <inkml:trace contextRef="#ctx0" brushRef="#br0" timeOffset="129738.745">18035 9478 2485 0,'0'0'474'16,"0"0"-279"-16,0 0-35 0,0 0 164 0,0 0-56 16,0 0-32-16,0 0-102 0,0 0-109 15,0 0-24-15,0 0-2 16,-23 18-14-16,23-18-22 0,3 0-4 0,-1 0-2 16,-1-1 2-16,-1 0 32 0,2-3 9 15,-2 2 25-15,0-1 0 0,1 1-13 16,-1 1 10-16,0 0 6 0,0 0-28 15,0-1 0-15,0 0-84 0,0 2-39 0,0-1 4 16,0-3-1-16,0 1-6 16,0-1 28-16,0 0 53 0,0-1 45 0,0-1 0 15,0 0 13-15,2-2 6 16,-1 1 13-16,1 3 25 0,-1-2 25 16,-1 3 3-16,0 0-13 0,0 3 1 15,0 0-33-15,2 0-40 0,-2 0-24 0,0-2-16 0,0 1 5 16,0-2 10-16,0 1 6 15,0-3 16-15,0-1 3 0,1 3 10 16,-1-1 22-16,1-3 5 0,-1 2 20 0,0-1 18 16,0 0-5-16,0-1-8 0,0 2-3 15,0-1-2-15,0 1-23 16,0 3-13-16,0-1-5 0,0 1-4 16,0 2 10-16,0 0 28 0,0 0-7 0,0 0-12 15,0 0 6-15,0 7 40 0,0 5 83 16,-2 4-31-16,-3 5 24 0,-1 6-19 15,0 4-25-15,-1-1-36 0,0 5 18 0,-1-2-36 16,0-2-29-16,2 1-26 16,-2-5-15-16,5-4-3 0,3-4 16 15,0-2-29-15,3-9 1 0,7-2-6 16,0-3 2-16,6-3-14 0,0-5-19 0,5-7-9 16,-2-7-10-16,6-4-30 0,-2 1 3 15,0-4-13-15,-2 2 22 0,0-2 5 16,-3-1 19-16,-3 2 39 0,-3 4 26 15,-1 1 15-15,-6 6 22 0,1 4 2 16,-3 5 29-16,-1 3 21 0,-2 2 18 16,1 2 1-16,2 5-29 0,-3 5 28 0,0 5 15 15,0 4-43-15,0 4-36 0,1 4-13 16,-1 0 12-16,3 3-5 0,1 3-4 16,1 1 6-16,1 2 10 0,1 1 11 15,1 0-17-15,-2 1-16 0,0-2-9 16,-2-3 12-16,-1 0-15 0,0-1-14 0,-3 1 14 15,0 1 0-15,0-1 13 0,0-4 36 16,-6-3-36-16,1-6-13 0,-3-1-15 16,2-4-4-16,-3-3 1 0,1-4 3 0,-2-2 3 15,0-3-9-15,-3-4 21 0,-1-1-2 16,-1-5-32-16,-3-7-33 16,-1-6 21-16,0-6-30 0,2-3-52 15,0-8-59-15,3-3-133 0,5-2-145 16,4-2-176-16,4 11-322 0,1-14-406 0</inkml:trace>
  <inkml:trace contextRef="#ctx0" brushRef="#br0" timeOffset="130133.938">18561 9346 2005 0,'0'0'2203'0,"0"0"-1781"15,0 0-232-15,0 0-70 0,0 0-44 0,0 0 28 16,0 0-6-16,0 0-68 0,88-64-30 0,-64 50-21 16,3 0-7-16,3 6-48 0,1 0-6 15,0 4 2-15,-3 1 7 0,-1 2 8 16,-3 1 1-16,-5 0-1 16,-2 5 7-16,-2 0 36 0,-1-1 10 0,-4 3 10 15,-2 2-14-15,-1 1 16 0,-2 2 32 16,-2 5 15-16,0 0-17 0,0 6-27 15,-1 1 13-15,-1 4-13 16,-1 2 25-16,0 2-13 0,0 3 22 16,0-1-36-16,-1 1 23 0,-2 0 0 0,0-3-23 0,0-1 22 15,0-4-21-15,0-2 11 0,0 0-3 16,2-3-10-16,-2-4 0 16,0-3-2-16,0-2 0 0,0-2 1 15,-2-3 0-15,-1-1-61 0,-2 0-24 0,0-2-18 16,1 0-51-16,-2-4-90 0,2-1-138 15,1-6-155-15,3 0-97 0,3-17-628 0</inkml:trace>
  <inkml:trace contextRef="#ctx0" brushRef="#br0" timeOffset="130488.149">19557 9182 3280 0,'0'0'1153'16,"0"0"-934"-16,0 0-216 0,0 0 87 0,97-2 14 0,-62-2 80 16,5 4-26-16,2 0-115 15,0 4-43-15,1 4-2 0,-4 0-26 0,-5 6-32 16,-3 1 2-16,-9 3 12 0,-4 1-22 16,-7 4 4-16,-8 2 3 0,-3 3 15 15,-9 1 45-15,-9 3 1 0,-7-2 2 16,-2 5 13-16,-5 1-12 0,-1 1 19 0,0 1-21 15,1-1 23-15,4-2 7 16,6-1-19-16,7-5 31 0,7-4 9 0,8-5 15 16,0 0-15-16,14-5-9 0,6-4 6 0,5-3 27 15,4-3-40-15,2-4-36 16,2-1-13-16,1-3-14 16,-4-8-28-16,-3-2-58 0,-3-3-37 0,-4 1-40 15,-6-4-96-15,-5 0-267 0,-5 5-455 16,-7-9-495-16</inkml:trace>
  <inkml:trace contextRef="#ctx0" brushRef="#br0" timeOffset="130640.652">19540 9468 2769 0,'0'0'679'0,"0"0"-316"0,0 0-60 16,0 0-67-16,0 0 83 0,108 43 6 15,-64-36-136-15,7-1-97 0,0-4-41 16,-2-2-51-16,-2 0-114 0,-6-1-112 0,-4-3-72 15,-5-1-229-15,-10 2-833 0,0-3-1244 16</inkml:trace>
  <inkml:trace contextRef="#ctx0" brushRef="#br0" timeOffset="130813.9">20348 9585 2292 0,'0'0'1033'0,"0"0"-687"0,0 0-25 16,0 0-2-16,-24 89-10 0,14-66-29 15,-1 4-145-15,2-5-129 0,2 1-6 16,1-1-43-16,0 1-125 0,0 0-82 16,4 1-59-16,2-1-184 0,0-7-238 15,0 5-821-15</inkml:trace>
  <inkml:trace contextRef="#ctx0" brushRef="#br0" timeOffset="132072.718">21102 9235 699 0,'0'0'1010'16,"0"0"-626"-16,0 0-154 16,0 0-40-16,0 0 68 0,0 0 86 0,0 0-16 15,0 0-55-15,0 0-81 0,0 0-41 16,0 0-10-16,74 35-23 0,-48-29-19 15,6 0-27-15,6-1-38 0,1-3-7 16,3-1-15-16,1-1-12 0,-1 0 0 16,3-2-13-16,-5-4-14 0,-2 3-54 0,-4-1-77 15,-3 0-60-15,-6 1-57 16,-5 1-92-16,-6 2-208 0,-6 0-540 16,-8 0-375-16</inkml:trace>
  <inkml:trace contextRef="#ctx0" brushRef="#br0" timeOffset="132271.701">21311 9451 2842 0,'0'0'407'16,"0"0"-271"-16,0 0-135 0,0 0 125 16,0 0 67-16,0 0 150 0,84 20-74 15,-53-15-132-15,4 1-76 0,4-1-41 16,0-4-20-16,4 4-3 0,-2-4-25 15,1-1-59-15,1 0-71 0,0 0-105 0,1-4-172 16,-10 2-313-16,12-10-582 0</inkml:trace>
  <inkml:trace contextRef="#ctx0" brushRef="#br0" timeOffset="132741.525">22506 9037 3291 0,'0'0'488'0,"0"0"-240"16,0 0-84-16,0 0 50 16,99-5 27-16,-74 5-44 0,-2 0-65 0,-3 0-77 15,3 0-34-15,3 6-20 0,-1-1-1 16,-1 1-18-16,2 0-7 0,-4 1-2 15,-2 0-16-15,-4 3-12 0,-3 2-10 16,-8 1 7-16,-2 2 6 0,-3 4 52 16,-7 2 20-16,-9 3-8 0,-4 5-9 0,-2 2-2 15,-6-2-1-15,-3 5 0 16,1-2-43-16,-2 0-10 0,-1 3 16 16,1 0 22-16,2 0-7 0,0-3 22 15,3 4 0-15,2-5 11 0,4-2 39 0,5 0 15 16,2-4-4-16,3-1-9 0,5-4-12 15,2 1-6-15,3-3 0 16,1-1-13-16,2 0 3 0,6-3 7 0,4-1 0 0,3 0 5 16,3-2-17-16,2-3-7 0,4 2 3 15,2-4 0-15,1-2-15 0,-2-1-1 16,3-2-11-16,0-1-15 16,-2 0-13-16,1-1-46 0,-2-6-49 0,-2 0-40 15,0-3-72-15,0-1-96 0,-1-3-247 0,-6 4-523 16,-1-4-568-16</inkml:trace>
  <inkml:trace contextRef="#ctx0" brushRef="#br0" timeOffset="133364.929">22389 9387 711 0,'0'0'1518'0,"0"0"-1340"16,0 0-149-16,0 0 94 0,0 0 257 16,0 0 39-16,87 18-71 0,-68-6-90 15,2 0-56-15,4 3-75 0,2 0-27 16,2 1-26-16,2-1-15 0,1 1-10 16,4-4-28-16,3 0-21 0,0-4-40 15,6-1-81-15,-2-3-146 0,3 0-117 0,-13-3-277 16,14-1-699-16</inkml:trace>
  <inkml:trace contextRef="#ctx0" brushRef="#br0" timeOffset="133549.209">23343 9689 2760 0,'0'0'398'0,"0"0"-274"0,0 0-102 16,8 70 118-16,-4-43 63 0,-1 2 84 15,1 5-139-15,-3-1-98 0,1 5-48 0,-2 0 1 16,0 4-3-16,-3-1-2 0,-5 0-69 16,0 1-65-16,-2-2-59 0,0 2-144 15,1-13-628-15,1 12-747 0</inkml:trace>
  <inkml:trace contextRef="#ctx0" brushRef="#br0" timeOffset="137729.026">10020 10978 2523 0,'0'0'969'0,"0"0"-691"16,0 0-79-16,0 0-70 0,0 0-29 0,0 0-19 15,0 0 43-15,0 0 80 0,0 0-13 16,76-3-56-16,-46 7-22 0,4-1-37 16,-3-1-33-16,-2 0 15 0,-3-1-22 0,1 1-6 15,0-2-30-15,-3 0-25 0,2 0 1 16,-2 0-13-16,-1-2-66 0,-2-3-47 16,0 2-55-16,-2 0-104 15,-6 2-197-15,-3 1-280 0,-4 1-722 0</inkml:trace>
  <inkml:trace contextRef="#ctx0" brushRef="#br0" timeOffset="137905.271">10141 11310 1137 0,'0'0'2088'16,"0"0"-1719"-16,0 0-224 0,0 0-82 15,0 0 91-15,0 0 69 0,0 0-24 0,0 0-26 16,61 66-74-16,-27-59-86 0,9-4-13 15,6-3-16-15,8-4-80 0,5-7-86 16,1-5-83-16,2 0-91 0,-16 1-430 0,19-6-861 16</inkml:trace>
  <inkml:trace contextRef="#ctx0" brushRef="#br0" timeOffset="138638.915">11935 10649 1596 0,'0'0'516'16,"0"0"-60"-16,0 0-208 0,0 0 48 0,19-74 23 15,-15 65-56-15,-2 5 4 0,-2 3-65 16,0 1-72-16,0 0-43 0,0 4-22 16,0 3-22-16,-6 9-42 0,-1 8 29 15,-5 8-9-15,-7 11-3 0,-2 4-18 0,-6 6 0 16,-1 2-13-16,-2-4 11 16,7-4-1-16,0-5-15 0,3-6 5 15,5-7-2-15,5-8 3 0,3-6 9 16,3-3-18-16,4-4-41 0,0-4-81 15,0 1-19-15,2-3 39 0,7 3 66 0,0 2 57 16,1 0 0-16,2 4 1 0,2 2 2 16,0 3 13-16,3 7 47 0,-2 1 16 0,1 7-26 15,-2 0-27-15,-1 8-26 0,2-1-12 16,-3 2 9-16,-1 1-13 0,-1 0 16 16,-2-1 0-16,-1-2 3 0,-4-1 0 15,-1-5-1-15,-1-4 17 0,-1-5-19 16,3-5-13-16,2-6-36 0,4-6-106 15,0-3-81-15,4-3-151 0,4-8-7 16,-3 1-335-16,10-17-923 0</inkml:trace>
  <inkml:trace contextRef="#ctx0" brushRef="#br0" timeOffset="138996.837">12337 11168 3439 0,'0'0'562'0,"0"0"-367"16,0 0-195-16,0 0-20 0,0 0 20 0,0 0 25 15,57-79 21-15,-31 54-46 0,-1 4-28 16,4 2-16-16,-3 7-9 0,-2 6 3 15,-2 5 50-15,1 1 62 0,-3 7 26 16,-5 7-1-16,2 3 12 0,-4 5 37 0,1 4-28 16,-3 2-28-16,-3 2-24 0,4 1-10 15,-5 0-10-15,3-2-8 0,-1 1-16 16,-1-2 1-16,-2-4 2 16,0-3-15-16,1-2-3 0,2-5-22 15,-2-1-5-15,0-6-56 0,2-3-50 16,2-4-83-16,0-3-86 0,3-8-195 0,-3 1-493 15,4-19-746-15</inkml:trace>
  <inkml:trace contextRef="#ctx0" brushRef="#br0" timeOffset="139169.32">12834 11046 1456 0,'0'0'2039'16,"0"0"-1697"-16,0 0-214 15,0 0-17-15,-85 44 58 0,64-23 79 0,-1 3-2 16,0 3-92-16,1 4-56 0,1 4-19 15,-3 2-8-15,0 1-59 0,-2 2-12 16,1-5-64-16,0 1-46 0,1-3-74 0,2-2-53 16,2-3-111-16,3-6-227 0,5-6-490 15,-3-2-625-15</inkml:trace>
  <inkml:trace contextRef="#ctx0" brushRef="#br0" timeOffset="140004.804">13476 10865 1990 0,'0'0'818'16,"0"0"-360"-16,0 0-143 0,0 0-44 16,0 0-3-16,0 0-59 0,0 0-73 0,0 0-53 15,0 0-30-15,81-53-16 0,-42 35-10 0,5 0-26 16,-1 4-1-1,2 2 3-15,-5 3 34 0,-1 2-10 0,-5 5-5 16,-3-1-7-16,0 3 7 0,-6 0-10 16,-2 5-11-16,-1 4-1 0,-6 1-12 15,0 2-16-15,-5 4 10 0,-1 3 5 16,0 3 1-16,-4 3 9 0,-4 4-15 16,-2 3 14-16,-2 4-7 0,-10 4 10 0,-3 2 1 0,-7 3-2 15,-1 2-13-15,-4-1 2 16,-1-1 1-16,1 2 12 0,1-5 2 15,3-3 1-15,4-4 16 0,3-6 5 16,6-4 1-16,4-5 3 0,6-4-13 16,0-3-13-16,0-1 1 0,8-3 34 0,0-2 12 15,7-1-18-15,-1 1-1 0,5-3 4 16,1-2-3-16,2-2-10 16,-1 0 0-16,1-1-21 0,-2-5-13 15,-3-3-60-15,-1-1-38 0,-1-2-45 0,-2-3-45 16,-5 0-72-16,2-2-193 0,-7 6-298 15,-3-8-743-15</inkml:trace>
  <inkml:trace contextRef="#ctx0" brushRef="#br0" timeOffset="140214.985">13685 11156 2202 0,'0'0'423'15,"0"0"-72"-15,0 0-47 0,0 0 96 16,0 0-48-16,91 12-54 0,-65-12-45 0,2 0-74 16,4 1-29-16,0-1-64 0,2 0-66 0,-2 0-20 15,1 0-27-15,-4 0-53 0,-2-1-49 16,1 1-46-16,-4 0-66 0,-1-2-131 16,-7 1-308-1,3 1-673-15</inkml:trace>
  <inkml:trace contextRef="#ctx0" brushRef="#br0" timeOffset="140432.425">14365 11247 2962 0,'0'0'736'0,"0"0"-387"16,0 0-236-16,0 0-10 0,0 0 12 0,26 84 123 15,-20-62-53-15,-1 4-121 0,-2 4-61 16,0 3-3-16,-1 0-55 0,-1 0-74 0,-1-2-34 16,0-4-54-16,0 0-87 0,0-6-201 15,1-4-304-15,5-5-842 0</inkml:trace>
  <inkml:trace contextRef="#ctx0" brushRef="#br0" timeOffset="140836.061">15446 10481 3617 0,'0'0'328'16,"0"0"-80"-16,0 0-121 0,0 0 65 16,-49 68 129-16,39-39 33 0,0 6-126 15,2 7-91-15,4 3-37 0,3 6-6 0,1 5 5 16,1 5-5-16,6 5-30 0,1 6-22 15,0 4-29-15,2 4-13 0,-1 2-21 16,-1 2 3-16,-5 0-22 0,0-3-14 16,-1-4-22-16,-2-4 4 0,0-6-25 0,0-1-12 15,-3-5-9-15,0-8-25 0,-1-4-18 16,2-7-38-16,2-9-62 16,0-7-51-16,0-7-116 0,4-5-278 0,2-4-641 15</inkml:trace>
  <inkml:trace contextRef="#ctx0" brushRef="#br0" timeOffset="141635.45">16485 11051 3 0,'0'0'1392'16,"0"0"154"-16,0 0-1265 0,0 0-7 15,0 0-43-15,0 0 18 0,0 0-54 16,0 0 16-16,0 0 52 16,88 21-106-16,-51-14-68 0,9 1-31 15,-1-2-41-15,1-4-17 0,-1-2-12 16,-2 0-22-16,-4-6-42 0,-3-2-78 0,-1-2-90 15,-8-2-132-15,-5 3-361 0,-9-1-901 0</inkml:trace>
  <inkml:trace contextRef="#ctx0" brushRef="#br0" timeOffset="141888.434">16658 11096 241 0,'0'0'2702'0,"0"0"-2274"0,0 0-266 15,-35 66-41-15,25-38 40 0,2 4 49 16,0 8 0-16,2-1-79 0,2 3-44 0,3-1-32 16,1 3-12-16,0 0-18 0,0-2-6 15,1-3 12-15,6 1 9 0,2-8 0 0,7-4-26 16,1-3-14-16,6-6-22 0,2-2-8 16,1-9-26-16,0-2-24 15,3-3 0-15,2-3-26 0,1-3-21 16,4-6-56-16,0-3-134 15,-2-5-284-15,-5 3-646 0,6-7-574 0</inkml:trace>
  <inkml:trace contextRef="#ctx0" brushRef="#br0" timeOffset="142380.684">17443 11131 68 0,'0'0'2117'16,"0"0"-1775"-16,0 0-64 0,0 0-105 16,0 0 106-16,0 0 67 0,0 0-12 0,0 0-51 15,82 77-85-15,-63-46-52 0,-1 1-29 16,-1 3-12-16,-3 0-10 0,2-4-31 16,-4 0-33-16,0-3-31 0,0-3-12 15,-3-8-49-15,-2-3-105 0,1-4-62 16,-2-8-45-16,-1-2-185 0,-2 0-577 15,-2-2-729-15</inkml:trace>
  <inkml:trace contextRef="#ctx0" brushRef="#br0" timeOffset="142590.57">17762 11137 2383 0,'0'0'465'0,"0"0"-206"0,0 0-163 0,0 0 64 15,0 0 84-15,-39 70 75 0,27-49-80 16,-2 2-130-16,-2 2-75 0,-1 2-34 16,-2-1-2-16,-2 2-14 0,-1-1-18 15,-4 3-69-15,-2-2-54 0,1-1-63 16,0 1-94-16,2-5-116 16,2-3-160-16,7-4-482 0,-2-2-298 0</inkml:trace>
  <inkml:trace contextRef="#ctx0" brushRef="#br0" timeOffset="142845.699">17984 11539 2338 0,'0'0'365'16,"0"0"-127"-16,0 0-88 0,6 80 80 15,-6-53 75-15,0-1-78 0,0-2-132 16,0-2-95-16,-2-3-7 0,1-3-81 16,-2-3-91-16,3-4-123 0,0-4-126 0,0-4-262 15,0-1-585-15</inkml:trace>
  <inkml:trace contextRef="#ctx0" brushRef="#br0" timeOffset="143405.512">18302 11309 3209 0,'0'0'514'0,"0"0"-177"0,0 0-190 0,0 0-63 16,-39 80 37-16,32-60 86 0,1 1-71 0,5-6-127 16,-2-3-9-16,3-3-92 0,3-4-19 15,5-1 37-15,1-4 27 16,5 0-6-16,0-2 32 16,3-5-41-16,0-5-16 0,0-3 22 0,-1 1 28 15,3-2-22-15,-3 0-42 0,1-1 20 0,-2-2 9 16,2-1 3-16,-3 2-25 15,1 2-13-15,-4 2 35 0,-1 3 47 0,-3 3 14 16,-1 5 2-16,-3 1 3 0,-3 2 41 16,0 0 35-16,0 4-31 0,0 3 12 0,0 6 40 15,-1 4-46-15,-4 5-23 0,1 3-6 0,-2 6 32 16,-2 4 6 0,0 3 6-16,1 2-25 0,1 2-26 15,-1-2-2-15,2 3 3 0,0 0 5 0,2 1 11 0,0 1-4 16,0 0 3-1,3-1 6-15,-3 2-6 0,2-4 6 0,1-1-18 0,0-3-11 16,0 1-10-16,0-5-1 0,0 1 13 16,-1-4-11-16,-1 0 16 0,0-3-17 15,-1-3 2-15,0-5 10 0,0-3-10 16,-2-4-3-16,3-5-3 16,-3-3-62-16,2-3-43 0,-4-2-41 15,-1-1-45-15,-4-6 52 0,-7-4 51 0,0-3 47 16,-2-4-41-16,-2-5 12 0,-1-5-6 15,2-7 16-15,0-4-100 16,4-5-182-16,1-1-193 0,9 9-253 0,-4-18-562 0</inkml:trace>
  <inkml:trace contextRef="#ctx0" brushRef="#br0" timeOffset="143872.232">18900 11076 2123 0,'0'0'1767'0,"0"0"-1406"16,0 0-259-16,0 0-43 0,0 0-28 16,0 0 6-16,77-47 31 0,-59 39-68 15,1-1-15-15,1 4 0 0,0 1-1 16,-1 2-12-16,1 2 3 0,-4 0 23 0,-3 2 1 15,0 2 1-15,-3 4 22 0,-3 1 0 16,-2 0 6-16,-2 3 2 0,0 0-17 16,-3 3-10-16,0 2-2 0,0 1 2 15,0 0 0-15,-2 1-2 16,1 3-1-16,-1-1 0 0,2 1 0 0,0 4 0 16,0 1 1-16,0 0 2 0,0 3 0 15,-3-1 0-15,3 2 10 0,-3 2-1 16,0-1-10-16,1 2 10 0,-3-3-11 15,1 0 3-15,1-2-3 0,0-2-1 16,3-1-4-16,-1-4-17 0,1 1 5 0,0-6 1 16,0 2 12-16,1-5-25 0,1-1 3 15,-1-2 7-15,1-2 16 0,-2-2-17 16,0-2-33-16,0-1 2 16,0-2 19-16,-6 1-50 0,-3-1-59 0,-4 1-52 15,0-1-54-15,-5 1-33 0,-1-1-59 16,-6 0-109-16,-1 0-3 0,2-2-574 15,-16 5-122-15</inkml:trace>
  <inkml:trace contextRef="#ctx0" brushRef="#br0" timeOffset="145308.708">21516 5451 561 0,'0'0'0'15,"0"0"-434"-15</inkml:trace>
  <inkml:trace contextRef="#ctx0" brushRef="#br0" timeOffset="145639.038">21623 5141 607 0,'0'0'521'0,"0"0"-111"0,0 0-72 16,15-87 197-16,-12 65 32 0,0 4-113 15,-1 5-116-15,1 1-32 0,-3 2-103 0,2 6-54 16,-2 1-56-16,2 2-19 0,-2 1 21 16,1 0 47-16,2 5-63 15,2 8-42-15,4 9 36 0,3 12 25 16,1 17-9-16,0 9-29 0,-3 12-23 16,-5 7-37-16,-1 2-9 0,-1-3-31 0,-1-2 7 15,4-9 5-15,5-15 13 0,4-6 12 16,1-11-18-16,4-5 6 0,0-10 2 0,-1-6-2 15,3-5-3-15,1-5-10 0,-1-4-5 16,4-6 32-16,2-10 1 0,1-4 0 16,3-10-2-16,1-6-11 0,2-5-14 15,-1-6 25-15,3-3-10 16,-3-1 10-16,-3-2-14 0,-3-1-2 16,-8 0-37-16,-3 3-25 0,-7 7-12 0,-4 2-10 15,-4 11-3-15,-2 7-9 0,0 8 17 16,0 8 1-16,-8 4-146 0,-3 4-174 15,-8 0-239-15,5 1-462 0,-21 10-286 0</inkml:trace>
  <inkml:trace contextRef="#ctx0" brushRef="#br0" timeOffset="145804.177">21683 5414 1891 0,'0'0'629'0,"0"0"-137"16,0 0-264-16,0 0 1 0,0 0 78 0,0 0 17 15,98 8-50-15,-58-7-128 16,1 4-103-16,2-5-43 0,3 0-13 0,2 0-24 16,1 0-86-16,1-6-133 0,-1-1-109 15,2-2-251-15,-15 1-649 0,15-5-623 0</inkml:trace>
  <inkml:trace contextRef="#ctx0" brushRef="#br0" timeOffset="146255.253">22755 5267 2187 0,'0'0'962'15,"0"0"-532"-15,-40 82-121 0,26-46 24 0,0 6 5 16,3-2-74 0,2-1-89-16,4-3-117 0,3-6-49 0,2-4-9 0,5-7-36 15,8-7-35-15,5-3-21 0,4-8-27 16,7-1-20-16,1-11-9 0,4-6-73 15,0-5-124-15,0-6-75 0,-4-1-68 16,1 0 53-16,-7-1 147 0,-2-1 97 16,-5 4 68-16,-4 3 116 0,-3 0 7 15,-3 6 156-15,-2 8 136 0,-2 5-21 0,0 3-91 16,-2 2 38-16,4 7 48 0,-2 7 13 0,0 6 2 16,0 6-58-1,-1 9-64-15,-1 3 6 0,-1 7 5 16,0 4-22-16,0 3-68 0,0 3-56 15,-6 1-24-15,0-1-3 0,-3-1-15 0,0-2-7 0,-4-6 0 16,0-1-2-16,-2-6 5 0,1-3 22 16,-2-3 12-16,1-8 3 0,3-5 3 15,1-4 4-15,3-9 33 0,4-3 6 16,0-4 1-16,-2 0-29 16,-3-5-33-16,-2-9-40 0,-2-4-51 0,-2-8-32 15,-1-5-16-15,-2-5-40 0,1-3-48 16,2-6-46-16,2 1-105 0,7-4-90 15,4 13-241-15,3-15-515 0</inkml:trace>
  <inkml:trace contextRef="#ctx0" brushRef="#br0" timeOffset="146506.695">23907 5306 1577 0,'0'0'2452'0,"0"0"-2105"16,0 0-241-16,0 0-57 0,-101 88 31 0,74-54 96 0,4 2 99 16,2 1-141-16,6 4-85 0,4 2-36 15,5-2-13-15,4-3-2 0,2-4 2 0,2-5 0 16,9-8 22-16,3-3-20 16,3-5 0-16,3-3-2 0,2-4-16 15,1-4-35-15,2-2-41 0,-1-4-51 16,-3-7-75-16,-1-6-118 0,-5-1-259 15,-4 5-600-15,-9-11-674 0</inkml:trace>
  <inkml:trace contextRef="#ctx0" brushRef="#br0" timeOffset="146651.322">23655 5513 3041 0,'0'0'510'0,"0"0"-112"16,0 0-144-16,0 0-21 0,0 0-4 0,0 0-57 15,0 0 30-15,0 0-25 0,0 0-59 16,96 41-60-16,-54-40-58 0,0-1-50 15,-2 0-83-15,0-2-66 0,-4-4-67 16,-1-3-176-16,-11 3-589 0,7-7-926 0</inkml:trace>
  <inkml:trace contextRef="#ctx0" brushRef="#br0" timeOffset="147240.93">24702 4905 821 0,'0'0'625'0,"0"0"-215"0,0 0-86 16,0 0-55-16,0 0 2 0,0 0-4 15,0 0-46-15,0 0-27 16,-57 83-45-16,42-62-47 0,0 5-4 16,-2 2-1-16,0 6 13 0,-2 7-15 15,-1 5-17-15,0 6 6 0,-2 6 4 0,-2 1 11 16,-2 3 12-16,2-4 10 0,2-2-4 15,5-4-1-15,5-8 22 0,5-8-25 16,6-5-37-16,1-5-27 0,1-3-6 16,6-7-1-16,6-1-14 0,2-3 5 15,3-7-8-15,1 1-25 0,1-6-39 0,3 0-4 16,0-7-39-16,5-6-31 0,-4-3-39 16,2-4-29-16,-3-3-56 0,-6-1-129 15,-8-1-226-15,-6-2-161 0,-3 1-288 16,-1 5 26-16</inkml:trace>
  <inkml:trace contextRef="#ctx0" brushRef="#br0" timeOffset="147380.722">24518 5451 1064 0,'0'0'1387'16,"0"0"-801"-16,0 0-149 0,0 0-61 15,0 0-49-15,0 0-10 0,0 0-40 0,0 0-29 0,0 0-28 16,0 0-38 0,88 26-66-16,-61-24-74 0,0-2-21 0,-1 0-21 0,1-4-46 15,-1-4-78-15,-1-2-71 16,-3 0-34-16,-5-1-93 0,-1 2-264 0,-6 0-487 15,-5 0-338-15</inkml:trace>
  <inkml:trace contextRef="#ctx0" brushRef="#br0" timeOffset="147513.132">24757 5460 2587 0,'0'0'536'0,"0"0"-242"0,0 0-120 0,-24 75 13 16,19-49-11-16,2 5 60 0,0 3-25 15,3 1-93-15,0 2-118 0,2-1-13 16,4 0-160-16,0-3-98 0,-1 0-206 15,2-9-318-15,-2 7-923 0</inkml:trace>
  <inkml:trace contextRef="#ctx0" brushRef="#br0" timeOffset="152751.687">19816 11362 1463 0,'0'0'300'0,"0"0"-158"0,0 0-51 15,0 0 39-15,0 0 13 0,0 0-43 0,82-2-78 16,-67 2-21-16,-3 0 11 0,-2 0 7 16,-2 0 33-16,-2 0-17 0,-1-1 7 15,-2 1 45-15,-2-2 36 0,-1 2-1 16,0 0-16-16,0 0-29 0,0 0-23 16,0 0-9-16,0 0-13 0,0 0-16 15,2 0-16-15,-2 0 0 0,0-2-19 16,0 2-7-16,0 0 7 0,0 0 16 15,0 0 3-15,0 0 2 0,0 0 1 0,0 0 16 16,0 0 1-16,0 0 5 0,0 0-3 16,0 0-11-16,0 0-11 0,0 0-22 15,0 0-1-15,0 0 7 0,0 0-12 0,0 0-39 16,0 0-33-16,0 0 4 0,0 0 19 16,0 0 9-16,0 0 0 0,0 0-12 15,0 0-40-15,0 0-41 16,0 0-53-16,0 0-95 0,-2-2-84 15,-2 0-109-15,10 6-403 0</inkml:trace>
  <inkml:trace contextRef="#ctx0" brushRef="#br0" timeOffset="153289.063">20176 11043 1433 0,'0'0'705'15,"0"0"-162"-15,0 0-125 0,0 0-112 0,0 0-55 16,0 0-56-16,0 0-75 0,0 0-35 16,0 0-41-16,0 0-6 0,0 0-36 0,-70-17-2 15,50 25-12-15,-4 4-13 0,-2 2 3 16,-2 4-3-16,-2 3 22 0,-2 1-1 15,2 2-12-15,-2 3 4 0,1-2-41 16,0 6 24-16,3-3-8 0,3-2-4 16,2 2 9-16,4-1-15 0,1 0-3 0,2-1-20 0,7-1 42 15,3 3-7 1,4-3 13-16,2 1 22 0,2 0-11 16,10 0 11-16,5-2 63 0,1-1 1 15,3-2-36-15,2-3 29 0,3-2-16 16,0-2-10-16,0-4-6 0,5-4-6 0,-1-1-19 15,0-4-3-15,3-1-13 16,-4-1-65-16,0-8-46 0,-3 0-66 0,-5-1-106 0,-3-2-167 16,-3-2-181-16,-9 4-351 0</inkml:trace>
  <inkml:trace contextRef="#ctx0" brushRef="#br0" timeOffset="153564.535">19762 11412 1843 0,'0'0'703'0,"0"0"-198"0,0 0-160 16,0 0-73-16,0 0-48 0,0 0-41 16,0 0-39-16,0 0-26 0,0 0-28 0,0 0-72 15,23-18 16-15,-9 13-9 0,-2 0 6 0,5 0 3 16,-1 4-3-16,1-1-10 15,3 2-17-15,2 0 8 0,1 0-11 0,5 0 11 16,3 0-12-16,3-2-12 0,5 0-13 16,2-3-89-16,1 0-87 0,0-2-72 15,1-2-82-15,-2 0-244 16,-13 1-607-16,8-6-572 0</inkml:trace>
  <inkml:trace contextRef="#ctx0" brushRef="#br0" timeOffset="154011.534">20816 11189 2992 0,'0'0'691'15,"0"0"-398"-15,0 0-51 0,0 0 62 0,0 0-73 16,102-21-96-16,-64 11-135 0,7 1-9 15,3-3-10-15,7 3-24 0,0 0 0 0,-1 4-12 16,1 2-28-16,-7 3-34 16,-4 0 33-16,-6 3 19 0,-10 4 18 0,-7 3-15 15,-8 2-19-15,-6-1 53 0,-6 3 28 16,-1 3 3-16,-8 1-1 0,-7 4 1 16,-4 4 19-16,-8 4-19 0,-5 4-3 15,-4 4-11-15,-7 4 9 0,-3 2 0 16,-1 1 2-16,0-1 10 0,3-1 37 15,2 0 56-15,1-2-17 0,4-1-17 0,6-5-11 0,3-3 10 16,8-7-3-16,6-3-13 16,6-5-15-16,5-4-20 0,3-1-16 0,0-4 14 15,9 3 25-15,5-3 3 0,4-2 30 16,6 0-24-16,4 0-28 0,3-5-18 16,3 0 0-16,0-1-3 15,1 0-1-15,-1-4-58 0,-1-1-23 0,0-3-50 16,-4-2-34-16,-1-2-29 0,-2 0-54 15,-3 2-138-15,-2-4-239 0,-9 6-613 16,-2-7-590-16</inkml:trace>
  <inkml:trace contextRef="#ctx0" brushRef="#br0" timeOffset="154764.783">20981 11515 1532 0,'0'0'711'16,"0"0"-111"-16,0 0-164 0,0 0-55 15,0 0-91-15,0 0-45 0,0 0-65 16,0 0-87-16,0 0-40 0,0 0 2 16,0 0 28-16,72 7-21 15,-48 1-47-15,0 1-15 0,0-1-18 0,-1 3-7 16,-1-4-15-16,1-1-77 0,0 2-84 15,0-1-74-15,0 0-115 0,-5-4-257 16,7 2-620-16</inkml:trace>
  <inkml:trace contextRef="#ctx0" brushRef="#br0" timeOffset="154972.752">21569 11709 957 0,'0'0'1581'0,"0"0"-1143"15,0 0-131-15,0 0-21 0,0 0 17 0,13 71 30 16,-10-52-75-16,0 3-110 0,0 3-71 16,0 1-46-16,-2 2-29 0,2 0-2 15,-3 0-16-15,0 2-9 0,0-2-49 16,-1-1-53-16,-2 0-56 0,0-2-57 16,1-3-116-16,2-3-124 0,-1-6-252 0,1 1-617 15</inkml:trace>
  <inkml:trace contextRef="#ctx0" brushRef="#br0" timeOffset="155788.405">22353 11211 1121 0,'0'0'1293'0,"0"0"-870"0,0 0-227 16,0 0 12-16,0 0 119 15,0 0-11-15,0 0-96 0,0 0-54 0,0 0 26 0,87 15-10 16,-68 10-62-16,2 6-43 16,-2 5-22-16,-3 3 0 0,-1 1-3 0,-4 7-3 15,-4-1-31-15,-3 4-2 0,-2 3-15 16,-2-2 1-16,0 0 0 0,-2-6 10 15,-1-7-12-15,3-5-2 16,0-7 0-16,5-5 2 0,6-7 0 16,-1-2 30-16,3-6 19 0,3-3-9 15,3-3-10-15,3-6-2 0,3-9 11 16,4-6-12-16,1-4-27 0,-1-6 0 0,1 0-21 16,-5-5-27-16,-3-1 23 0,-4-1 4 15,-1-1 9-15,-2-1-16 0,-3 0-5 0,-2 3-13 16,-3 4-6-16,-1 2 12 0,-3 7 4 15,0 1-44-15,1 4-27 0,-4 2-19 16,0 3-32-16,0 2-52 0,0 3-79 16,-9 1-241-16,3 4-454 0,-10 4-445 0</inkml:trace>
  <inkml:trace contextRef="#ctx0" brushRef="#br0" timeOffset="155980.641">22490 11558 3168 0,'0'0'572'16,"0"0"-405"-16,0 0-23 0,0 0 44 15,0 0 85-15,79 13-57 0,-47-9-105 16,4-1-77-16,5-3-34 0,2 1-10 16,0-1-51-16,1 0-114 0,1 0-51 15,1 0-98-15,-11 0-260 0,11 0-793 0</inkml:trace>
  <inkml:trace contextRef="#ctx0" brushRef="#br0" timeOffset="157021.373">23983 11360 2372 0,'0'0'346'0,"0"0"-205"16,0 0 17-16,0 0 117 0,0 0 68 16,0 0-56-16,-78-32-105 0,62 47-51 0,-1 9-34 15,-2 8-4-15,-4 8 12 0,3 2 15 16,4 0-3-16,1-1-49 16,7-9-41-16,5-6-26 0,3-5-1 15,5-11-8-15,6-1 6 0,7-9 1 16,4 0-63-16,0-6-38 0,6-7 19 0,-1-5-13 15,0-2-6-15,1-2 28 0,1-2 24 16,-4 0 6-16,0 3-18 0,0-1 0 0,-4-1-18 16,-5 3 11-16,-2 4 10 0,-5 4 34 15,-1 5 9-15,-5 5-16 0,0 2-2 16,0 2 34-16,-1 10 82 0,-1 6 18 16,-1 6-5-16,0 4-7 15,0 6-4-15,0 6 9 0,0 4-9 0,-1 6-16 16,-1 4-19-16,-1 0-15 0,3 0-34 15,0-2-21-15,0-1 2 0,0-5 18 16,0 0-11-16,0-6 11 0,0-4 1 16,-3-2 1-16,-2-4 1 0,-1-6 22 0,0-3 29 15,1-6-4-15,-1-4-3 0,3-6-6 16,-3-3 0-16,0-2 6 0,-2-3-24 0,-6-9-22 16,-3-6-25-16,-5-5-15 0,-4-6 4 15,0-4-1-15,1-5-22 16,1-4-27-16,-1-1-16 0,8 0-32 15,1 0 4-15,7 1-53 0,6 3-36 0,3 5-235 16,8 6-232-16,16-8-562 0</inkml:trace>
  <inkml:trace contextRef="#ctx0" brushRef="#br0" timeOffset="157265.896">24944 11262 1129 0,'0'0'2607'16,"0"0"-2151"-16,0 0-211 0,-84 63-38 16,53-29 79-16,1 3 16 0,0 9-59 0,2 4-94 15,6 2-62-15,2 4-11 0,7-1-28 0,4-3-42 16,9-6-6-16,0-7-24 16,11-8 12-16,9-5-3 0,6-5-27 15,4-6 11-15,5-4-23 0,1-7-19 16,1-4-27-16,-1-3-33 0,-2-7-20 0,-6-6-30 15,-2-2-123-15,-8-1-205 0,-4 1-566 16,-10-5-652-16</inkml:trace>
  <inkml:trace contextRef="#ctx0" brushRef="#br0" timeOffset="157417.768">24681 11601 3362 0,'0'0'575'0,"0"0"-159"0,0 0-199 0,0 0-5 0,0 0 128 16,0 0-17-16,0 0-117 0,91 67-85 15,-41-64-49-15,5-3-50 0,1-6-22 16,-1-6-85-16,-3-4-78 0,-4-2-77 16,-6-1-110-16,-13 2-396 0,4-7-1253 0</inkml:trace>
  <inkml:trace contextRef="#ctx0" brushRef="#br0" timeOffset="157796.929">26012 11065 235 0,'0'0'3448'16,"0"0"-2932"-16,0 0-295 0,0 0-110 16,-95 26 3-16,62-14 101 0,0 4-1 0,-2 5-107 15,1 5-79-15,-1 5-10 0,1 11 12 0,-3 5 13 16,-3 10-13-16,4 8-8 0,-3 5-7 16,5 2-15-16,3-3-2 0,6-2 2 15,7-9 2 1,8-9 31-16,10-8-21 0,0-9 19 0,10-4 14 15,8-8 10-15,4-5-55 0,4-5-30 0,7-10-34 16,5 0-64-16,3-13-55 0,0-5-110 16,-3-7-266-16,-10 6-516 0,1-8-330 0</inkml:trace>
  <inkml:trace contextRef="#ctx0" brushRef="#br0" timeOffset="157956.707">25578 11644 2895 0,'0'0'962'15,"0"0"-633"-15,0 0-123 0,0 0 7 16,0 0 88-16,0 0 90 0,115 12-127 0,-73-13-152 16,5-7-103-16,0-2-9 0,-3-3-36 15,-2-3-70-15,-4 2-52 16,-3-2-37-16,-6 0-95 0,-6 1-246 16,-7 5-609-16,-8-4-597 0</inkml:trace>
  <inkml:trace contextRef="#ctx0" brushRef="#br0" timeOffset="158121.56">25963 11590 2572 0,'0'0'795'0,"0"0"-411"0,0 0-196 0,-17 91 39 16,16-58 145-16,-1 2 68 0,2 0-102 15,0-1-168-15,0 1-91 0,6-3-49 16,3-3-30-16,1-4-139 0,5-4-46 16,3-5 20-16,2-3-12 0,3-4-90 0,2-4-282 15,-4-3-573-15,14-2-669 0</inkml:trace>
  <inkml:trace contextRef="#ctx0" brushRef="#br0" timeOffset="158685.544">26616 10946 3011 0,'0'0'0'0,"0"0"-134"15,0 0-328-15,0 0 462 0,0 0 172 0,0 0 204 16,0 0-164-16,0 0-161 0,0 0-23 0,79-59 30 15,-53 59 12-15,-2 0 6 0,2 2 26 16,-4 1 2-16,1-2-34 16,-1 0-45-16,-5 2-25 0,1-3 0 15,-4 2-16-15,-2 0-12 0,-2 4-16 0,-2 2-20 16,-3 3-24-16,-2 6 88 0,-3 4 22 16,-2 8 41-16,-7 2 32 15,-8 9-10-15,-3-3-16 0,-7 6 4 0,-4 0-23 16,-5 2-34-16,-1-1-1 0,1 2 7 15,1-4 32-15,7 0 9 0,3-4-4 0,6-1-9 16,6 0 9-16,3-2 22 0,6 1 36 16,4 0 1-1,0 1-14-15,7-2-27 0,6 1-6 0,0 0-62 16,4-2-9-16,1 2-46 0,5-3-12 0,-2 3-1 16,1 0 1-16,1 1-10 0,-2-2 6 15,1 1 37-15,-2-1 23 0,-3-1 1 16,1-2 2-16,-4 0 13 0,-1 1 4 15,-5-4 10-15,-1 1 28 0,-3-2-16 16,-3 0-19-16,-1-3-21 0,0-2-1 0,0-2-17 16,0-4-7-16,0 0-27 0,0-3-32 15,0 0-43-15,0-5-53 0,0 1-156 16,0-4-621-16,0-6-1444 0</inkml:trace>
  <inkml:trace contextRef="#ctx0" brushRef="#br0" timeOffset="159951.468">26588 11768 2861 0,'0'0'500'0,"0"0"-151"0,0 0-217 0,0 0 0 16,0 0 131-16,0 0 38 15,0 0-45-15,0 0-106 0,0 0-67 16,84 0-35-16,-66 0-20 0,-7 0-28 16,-1 1-28-16,-1-1-8 0,-3 3-10 0,-1 0-9 15,1-2-40-15,0 3-43 0,3-1-47 16,-1-1-123-16,0 0-312 0,-3 0-659 0,2-2-912 16</inkml:trace>
  <inkml:trace contextRef="#ctx0" brushRef="#br0" timeOffset="163775.919">11101 13764 1486 0,'0'0'400'16,"0"0"-121"-16,0 0-111 16,-30-81 146-16,18 60 187 0,-3 3-265 0,1 1-144 15,0 5 7-15,-2 2 74 0,1 3-12 16,-2 5-48-16,1 1-43 0,-4 1-5 15,0 0 1-15,-2 8-1 0,-2 5-21 16,-4 5-32-16,0 7 0 0,-3 6 16 0,0 3-9 16,-1 6-16-16,-1 2 9 0,1 3-10 0,0 3 25 15,2 5 20-15,1 2 18 0,2 2 40 16,4 0 54-16,4 1-76 0,8-4-22 16,5-4 4-16,6-6-1 0,1-5-9 15,12-1-7-15,5-7-14 16,3-1-1-16,5-6-14 0,3-5-18 0,2-5-1 15,4-2-3-15,0-5-16 0,-1-5-8 16,1-2 6-16,-2 0-28 0,-4-6-18 16,-2-1-10-16,-2-1-11 0,-6 0-7 15,-2-3 0-15,-5 1-35 0,-3-1-52 16,-4-3-70-16,-4-2-87 0,-1-1-12 0,0 0-25 0,-10 1 13 16,-3-1-53-1,-3 0-116-15,-4 1 1 0,0 0 10 16,1 1 22-16,-1 1 246 0,2 0 253 0,0 0 5 15,-1 1 139-15,6 2 149 0,-2 1 108 16,4 2 88-16,3 1 51 0,2 5-73 0,3 1-96 16,2 1-46-1,1 0-44-15,0 0-36 0,0 0-21 0,5 0-7 16,4 0-16-16,3 0-36 0,6 3-29 0,4 0-31 16,1-2-9-16,6-1-13 0,1 0-25 15,2 0-34-15,0-1-24 0,-1-3-3 16,1 0-18-16,-2 0-74 0,1-2-62 15,-3 2-69-15,0-1-83 0,-4 0-132 0,-4 0-210 16,-7 2-412 0,-4-1-248-16</inkml:trace>
  <inkml:trace contextRef="#ctx0" brushRef="#br0" timeOffset="163954.522">11056 14222 2221 0,'0'0'469'15,"0"0"-193"-15,0 0-160 0,0 0 60 16,0 0 104-16,0 0 51 0,0 0-95 15,-1 78-83-15,5-57-32 0,0 5-15 0,-2 0-17 16,-1 4-6-16,-1 1-36 0,0 0-26 0,0 0-21 16,-3-3-2-16,-4 0-41 0,1-3-80 15,0-2-60-15,1-2-25 0,5-3-63 16,0-3-152-16,0-5-550 0,14-8-763 0</inkml:trace>
  <inkml:trace contextRef="#ctx0" brushRef="#br0" timeOffset="164705.344">11963 14160 124 0,'0'0'2297'16,"0"0"-1660"-16,0 0-257 0,0 0-133 0,0 0-7 15,0 0 27-15,0 0-62 0,0 0-88 16,0 0-36-16,0 0-1 0,0 0 12 16,89-2 3-16,-67 2-43 0,-1 0-6 0,-2 0-9 15,4 0-3-15,1 0 2 0,5 3-2 16,6 1 2-16,5 0 4 0,6-1-22 16,6 0-18-16,6-1 1 15,8-2-1-15,6 0 14 0,5-3-14 0,5-1-28 16,4-1-5-16,-2-2-7 0,2 5-3 15,-7-2-21-15,-3 3 9 0,-9-1 18 16,-2 2 16-16,-12 0-7 0,-4 0-12 0,-10 4-27 16,-7-1-35-16,-6-1-18 0,-6 2-13 15,-5-2-51-15,-3-1-76 0,-6 0-84 16,0-1-114-16,-2 0-72 16,-4 0-146-16,0-1 2 0,0-6-52 0</inkml:trace>
  <inkml:trace contextRef="#ctx0" brushRef="#br0" timeOffset="165104.451">13185 13905 1700 0,'0'0'713'0,"0"0"-232"15,0 0-49-15,0 0-71 0,0 0-68 0,0 0-61 16,0 0-70-16,0 0-23 16,0 0-37-16,93 19-37 0,-70-10-7 0,2-1-24 15,4 3 0-15,-1 1-3 0,4-2-13 16,1 2-18-16,2 1-1 0,-2 0 0 0,-1-2-17 16,-2 1 16-16,-4-3-17 15,-6 1 4-15,-4-2-10 0,-4 0 7 16,-4 0-10-16,-5 0-27 0,-3 3 55 15,-3 4 18-15,-11 3 13 0,-8 4-16 16,-8 4-12-16,-6 4 1 0,-4 3-3 16,-6 2-1-16,-1 0-2 0,1-1-32 0,6-1 12 15,7-3 4-15,8-4-1 0,9-5 4 0,6-5-38 16,9-1-95 0,1-3-13-16,5-1 5 0,7-2-17 15,1 0-177-15,4-4-218 0,-5-1-570 16,11-4-683-16</inkml:trace>
  <inkml:trace contextRef="#ctx0" brushRef="#br0" timeOffset="166421.288">13532 13870 1451 0,'0'0'705'16,"0"0"-113"-16,0 0-188 15,0 0-31-15,0 0-123 0,0 0-65 16,0 0-24-16,0 0-49 0,0 0-19 0,0 0 1 15,0 0-2-15,30 4-5 0,-20-3-13 16,0 3 18-16,2-1 43 0,-1 2-80 16,1-1-33-16,-2 1-19 0,2-2-1 15,-4 3 9-15,3-1-11 0,0 0-21 0,-1 1 20 16,1-3-10-16,1 2-1 16,0-1-9-16,2-1 2 0,-1 1-30 0,1-3 0 15,-1 3 9-15,-4-3-15 16,1 0-10-16,-6 0 0 0,-1-1 1 15,-1 0 2-15,-2 2 18 0,0-2-8 0,0 2-17 16,0-2-18-16,0 1 15 0,0 5 72 16,0-1 4-16,-3-1 27 0,-2 1-9 15,1 2-7-15,-1-3 1 0,0 3-4 0,-1 1 4 16,-1 0-1 0,-4 1-11-16,-2 5 7 0,-2 3-10 0,-5 1-1 15,-2 3 2-15,0 4 0 0,-2 3 20 0,-2 3 0 16,-3 0 18-16,4-2-40 0,-3 1-1 15,5-3-2-15,1-3-16 0,2-2-15 16,4-5-9-16,2-3-45 0,5-5-15 16,5-2-39-16,1-6-106 0,3-1-178 0,0 0-190 15,3-1-359-15,7-11-223 0</inkml:trace>
  <inkml:trace contextRef="#ctx0" brushRef="#br0" timeOffset="167360.978">15107 13300 1496 0,'0'0'666'0,"0"0"-304"0,0 0-23 0,0 0-19 15,0 0-39-15,0 0-44 0,0 0-70 16,-92-23-29-16,70 29-27 16,-1 2-18-16,-7 11-12 0,1 4-6 15,0 5 18-15,-1 6-22 0,4 6 6 16,-1 7-34-16,1 3-12 0,-2 5-6 15,1 2-22-15,1 1-3 0,0-2 2 0,3-2 10 16,3-4 6-16,4-7 32 0,7-7-26 16,5-6-1-16,4-8-23 15,3-4-13-15,6-6-5 0,6-2 6 0,0-4-13 16,9-4 4-16,2-2 19 0,6-4-57 16,3-9-52-16,1-3-40 0,1-2-61 15,-5-1-32-15,-2 1-90 0,-7 2-67 0,-6 1-93 16,-6 5-201-16,-7-4-509 0</inkml:trace>
  <inkml:trace contextRef="#ctx0" brushRef="#br0" timeOffset="167525.444">14773 13806 2115 0,'0'0'647'16,"0"0"-169"-16,0 0-18 15,0 0-133-15,0 0-11 0,0 0-99 16,93 54-100-16,-62-50-43 0,3-4-56 0,2 0-18 15,-1 0-80-15,-3-6-99 0,-1-1-63 16,-3-3-124-16,-8 5-338 0,0-6-762 0</inkml:trace>
  <inkml:trace contextRef="#ctx0" brushRef="#br0" timeOffset="167679.97">15060 13775 756 0,'0'0'1432'16,"0"0"-941"-16,0 0-134 0,0 0 7 15,-39 86-12-15,30-60-34 0,3 1-81 16,1 0-91-16,0 1-85 0,4-2-61 16,1-3-34-16,0-2-161 0,1-3-23 15,8-5-56-15,4-3-167 0,-2-4-335 0,14-6-881 16</inkml:trace>
  <inkml:trace contextRef="#ctx0" brushRef="#br0" timeOffset="167980.107">16135 13508 2240 0,'0'0'510'0,"0"0"-154"0,0 0-37 0,-98 51 11 15,55-26-63-15,-4 6-82 16,-6 6-57-16,-2 5-32 0,-7 5-3 15,-5 6 9-15,-7 5-10 0,-7 5-15 0,-1 3 0 16,-4 2-10-16,-4 2-9 0,2 0-18 16,-1-1-10-16,4-4-11 0,6-3-19 15,3-6-11-15,6-4-7 16,11-6-46-16,10-8-19 0,10-7-27 0,12-6-16 0,15-6 6 16,9-7-60-1,3-5-116-15,14-5-250 0,7-2-38 0,-1-1-536 0,18-12-565 0</inkml:trace>
  <inkml:trace contextRef="#ctx0" brushRef="#br0" timeOffset="168467.795">15538 14428 2906 0,'0'0'718'0,"0"0"-484"0,0 0-115 16,0 0 51-16,0 0 119 0,0 0-57 15,96-3-69-15,-55 1-81 0,2 0-27 16,3-3-30-16,1 5-25 0,-3-1-3 15,-2 1-22-15,-6 0 10 0,-6 0-16 16,-8 1-5-16,-7 3-26 0,-9 1-18 16,-6 4-33-16,-1 1 103 0,-15 5 10 0,-7 3 3 15,-8 6-3-15,-7 0-18 16,-5 6 6-16,-5 1 11 0,0 4 1 16,0 1 0-16,-3 4-13 0,4-1 13 0,2 2 1 15,8-3 27-15,8-4 28 0,8-3 2 16,7-4-15-16,10-3-3 0,4-3 6 15,1-2 0-15,9-3 0 0,6-1 0 16,3-5 6-16,1 0-22 0,6-3-11 0,3-5-7 16,0-2-9-16,1 0-3 0,-1-4 0 15,-2-3-37-15,-4-2-45 16,-3 0-65-16,-1-3-32 0,-6 1-49 0,-3-2-121 16,-3-1-282-16,-4 5-478 0,-3-4-530 0</inkml:trace>
  <inkml:trace contextRef="#ctx0" brushRef="#br0" timeOffset="168754.981">15462 14824 2271 0,'0'0'619'0,"0"0"-266"0,0 0-19 15,0 0-79-15,0 0-6 0,0 0-71 16,0 0-78-16,0 0-38 0,0 0-7 0,0 0-2 16,83-60-10-16,-73 55 13 0,1 4-4 15,-3-3 28-15,-1 4 3 0,-1 0-16 0,3 0-15 16,2 4-3-16,2 2-15 0,4 1-34 16,2 1-9-16,4 0-65 0,0-2-54 15,5 0-20-15,2-3-12 16,3-1-63-16,5-2-122 0,1 0-303 15,-9-5-562-15,11-3-735 0</inkml:trace>
  <inkml:trace contextRef="#ctx0" brushRef="#br0" timeOffset="168973.959">16100 14822 1337 0,'0'0'1550'0,"0"0"-1076"0,0 0-116 16,0 0-66-16,9 73-31 0,-8-52-60 15,1 4-83-15,-2 2-94 0,0 2-24 16,0 3-37-16,0 1-80 16,-3 3-72-16,-2 2-53 0,-3-2-154 0,1-10-235 15,-5 12-793-15</inkml:trace>
  <inkml:trace contextRef="#ctx0" brushRef="#br0" timeOffset="172240.016">15302 16708 1850 0,'0'0'347'15,"0"0"-126"-15,0 0-47 0,0 0 0 0,0 0 35 16,0 0 25-16,0 0-18 0,0 0-57 0,0 0 27 16,0 0 3-16,-67 38-37 0,64-36-31 15,-5-2-9-15,2 0-25 0,-3 0-34 16,1 0-7-16,-2 0 9 0,0-2-14 0,-1-2-11 16,-1-1-2-16,1 1 0 0,-3-3-1 15,3-1-14-15,-3-1 11 0,0-2-5 16,1 0 5-16,-3-3 7 15,3-1-30-15,-2 1 1 0,1-1 17 0,2-2-18 16,2 3-1-16,1-3 0 16,1 3-4-16,2-3-17 0,3-2-4 0,0 0 13 15,3-2-6-15,0-2-10 0,3-1 3 16,1 0 10-16,3 0 13 0,-3 1-1 16,1-2 2-16,-1 0-1 0,-2 2 1 15,-1 0-48-15,-1 1 21 0,0 2-15 16,0-1 6-16,0 0-13 0,0 2-18 15,0 1 21-15,0 4 45 0,0 1-15 16,-1-1-17-16,1 0 3 0,0 0-9 0,0-2 11 16,0 1-5-16,0 1-22 15,1-1-6-15,0 4 7 0,2 0 40 16,-3 3 14-16,2 0-31 0,-2 2-18 16,0 0 0-16,0 0-29 0,0-3-44 0,-2 2-99 15,-2-1-160-15,3-2-165 16,-1 2-280-16,1-7-602 0</inkml:trace>
  <inkml:trace contextRef="#ctx0" brushRef="#br0" timeOffset="172413.47">14984 15887 1611 0,'0'0'539'0,"0"0"-161"15,0 0-120-15,0 0 9 0,-47 80 1 0,30-57-70 16,2-1-110-16,-3-1-62 0,2-2-26 15,-3-1 0-15,5-2-42 0,-4-4-94 16,5-4-97-16,-2 1-71 0,4-6-176 0,3-1-344 16,1-2-537-16</inkml:trace>
  <inkml:trace contextRef="#ctx0" brushRef="#br0" timeOffset="172563.12">14905 15918 1398 0,'0'0'608'0,"0"0"-154"0,0 0-187 0,0 0-32 15,0 0 50-15,0 0-65 0,0 0-59 16,79 13-59-16,-62-1-33 0,1 3-35 16,-2 0-34-16,1 4-56 0,1-2-96 15,0 1-73-15,-3 2-85 0,4-2-136 0,-8-4-328 16,6 5-579-16</inkml:trace>
  <inkml:trace contextRef="#ctx0" brushRef="#br0" timeOffset="173671.027">13865 17368 1634 0,'0'0'781'0,"0"0"-284"0,0 0-231 15,0 0-56-15,0 0 47 16,0 0-17-16,0 0-70 0,0 0-20 0,94-3-16 15,-66 3-38-15,3 0-43 0,0 3-51 16,3 2 16-16,-1 1-2 0,-2-2-15 16,1 0 0-16,-3 2 0 0,-2-1-1 0,-1-4 0 15,-3 4 1-15,-1-3 2 0,-5-2-1 16,0 4-1-16,-5-2-1 16,1 1-12-16,-3 0 10 0,-3 2 0 15,-1 1 0-15,-3-2 0 0,1 0-38 16,-2 0 17-16,0 1 23 0,-2-1 2 15,0 0-2-15,0 0-20 0,0 0-11 0,-2 2-12 16,-4 2 8-16,-3 0-17 0,-1 3-8 0,-6 2 4 16,0 2 10-16,-4 4-1 15,-4 0-27-15,-3 3-7 0,-1 0 15 0,-1 3 6 16,2 1 32-16,-1-2-4 0,-2 2 20 16,4-1-1-16,0 2 11 15,0-2-17-15,2 0 17 0,4-2 2 16,-2 1 1-16,2-3 21 0,4 0 19 15,0-4 22-15,2 2 16 0,1-4 2 0,6-1 1 16,1-3-12-16,1-3-2 0,4-2-2 16,1-4 18-16,0-1-7 0,0 1-15 15,1-2-22-15,7 1-9 0,2 0 12 0,6 2-6 16,2-2 22-16,3 0 18 0,2-1-58 0,1 0-19 16,3 0-3-1,-3 0 2-15,0-2-23 0,-1-1-29 16,0 1 1-16,-4-1 30 0,3 1 21 15,-4-2-29-15,-2 0-32 0,1 0-25 0,-4 2-3 16,2-3-18-16,-4 1-55 0,0 2-108 16,0-1-80-16,-4 0-99 0,0 1-136 15,-1 2-399-15,0-2-274 0</inkml:trace>
  <inkml:trace contextRef="#ctx0" brushRef="#br0" timeOffset="174538.053">14768 17337 2134 0,'0'0'623'0,"0"0"-151"0,0 0-227 0,0 0 24 0,0 0-27 16,0 0-47-16,-82 61-49 0,70-39-40 16,4 4-26-16,-2 5-12 0,3 1-28 15,-2 4-18-15,1 0 0 0,0 0-10 16,1-1 19-16,0 0-7 0,1 0-11 16,0-3-1-16,2 0-12 15,3-3-1-15,1-2-15 0,0-1 1 0,2-2 0 16,9-3-22-16,3 0-40 0,2-3-10 15,5-2-9-15,5-1-22 16,3-4-16-16,7-3-51 0,3-4-101 0,7-2-255 16,-10-2-592-16,20 0-847 0</inkml:trace>
  <inkml:trace contextRef="#ctx0" brushRef="#br0" timeOffset="174994.191">15659 17199 2050 0,'0'0'792'0,"0"0"-276"0,0 0-180 16,0 0-106-1,0 0-82-15,-95 71 8 0,75-49-25 0,-3 7-48 16,1 4-27-16,2 2-10 0,-2 5-18 15,4 1 0-15,3 3-7 0,2 0 7 16,6-1 6-16,3-7-6 0,4-2 2 0,0-6 4 16,7-4 0-16,6-5-12 0,4-3-22 15,5-4-1-15,2-3-33 0,2-4-9 16,0-5 6-16,3 0-15 0,0-8-41 16,-2-7-9-16,-1-3-25 0,-1-2-54 0,-6-4-76 15,-4-1-116-15,-5-1-144 16,-5 1-117-16,-4 6-378 0,-4-5 27 0</inkml:trace>
  <inkml:trace contextRef="#ctx0" brushRef="#br0" timeOffset="175155.702">15516 17479 1539 0,'0'0'779'0,"0"0"-188"0,0 0-166 15,0 0-50-15,0 0-86 0,0 0-85 16,0 0-95-16,0 0-38 16,0 0-6-16,-8 72 13 0,32-61-4 0,4 0-12 15,2-5-56-15,5-4-6 0,-1-2-65 16,-1-1-12-16,-1-6-47 0,-4-4-38 15,-3 0-76-15,-2-1-83 0,-6 3-194 16,-8-1-199-16,-3 1-708 0</inkml:trace>
  <inkml:trace contextRef="#ctx0" brushRef="#br0" timeOffset="175296.707">15789 17473 798 0,'0'0'1702'0,"0"0"-1116"0,0 0-197 0,0 0-107 15,0 0-103-15,0 0-46 0,0 0-55 16,0 0-19-16,0 0-9 0,0 0-19 15,30 70-6-15,-21-49 6 0,-2 1-28 0,0-3-3 16,-1 2-18-16,-3-3-91 0,-2 1-57 16,-1-1-39-16,0 2-51 0,-3-1-199 0,-4-5-314 15,-1 6-707-15</inkml:trace>
  <inkml:trace contextRef="#ctx0" brushRef="#br0" timeOffset="175920.504">16625 16927 1737 0,'0'0'671'0,"0"0"-332"16,0 0-82-16,0 0-56 0,0 0-41 0,-96 93-36 16,71-59-35-16,-6 5-4 0,-3 6 10 15,-4 7-1-15,-5 3 26 0,-2 4 12 16,-8 4-10-16,-6 1-38 16,-3 3-19-16,-6-1 16 0,-5 1-4 15,-2 0-25-15,-2-1-15 0,1-4-24 0,5-2 15 16,6-6-26-16,8-4-2 0,8-9-3 0,10-5 0 15,13-12-9-15,12-7-9 0,8-8-106 16,6-8-93-16,13-1-166 0,10-9-37 16,6-5-155-16,-5-1-129 0,15-13-443 0</inkml:trace>
  <inkml:trace contextRef="#ctx0" brushRef="#br0" timeOffset="176763.378">16571 17673 1881 0,'0'0'593'0,"0"0"-229"0,0 0-82 15,0 0-7-15,111-5-88 0,-69 0-13 16,4-2-73-16,0 0-54 0,0 0-32 0,-4 2-15 16,-6 3-13-16,-4 2 10 0,-8 0-13 15,-7 0 14-15,-6 5-36 0,-7 2-50 16,-4 2 63-16,-1 3 25 0,-12 4 3 16,-5 1-3-16,-2 4-19 0,-5-1 3 15,0 3 14-15,-3 1-14 0,1 2-19 0,0 1-6 16,-1 1-6-16,1 2 9 0,3 1 19 15,2 0 19-15,2 0 2 0,3-4 55 16,6-4 35-16,4-4-13 0,3-2 6 0,4-7-6 16,0-1-11-1,8-1 5-15,4-2 9 0,4 0 24 16,4-1 15-16,0-2-18 0,2-2-48 0,1-1-55 0,-3 0-18 16,-1-4-4-16,-1-4-18 0,-3-1-38 15,1-2-46-15,-5-4-58 16,2-3-57-16,-3-1-99 0,-3-1-186 15,-4-2-170-15,-3 7-455 0</inkml:trace>
  <inkml:trace contextRef="#ctx0" brushRef="#br0" timeOffset="176927.473">16612 17881 2398 0,'0'0'468'16,"0"0"-298"-16,0 0 31 0,0 0 10 15,0 0 14-15,88 7 24 0,-62-5-95 0,2 0-82 16,1-2-33-16,-1 0-39 0,-3 0-31 16,1 0-132-16,-2-5-73 0,-1 2-103 15,-5-2-272-15,4-1-785 0</inkml:trace>
  <inkml:trace contextRef="#ctx0" brushRef="#br0" timeOffset="177101.135">17172 17810 1679 0,'0'0'1571'16,"0"0"-1174"-16,0 0-311 0,0 0 8 16,0 0-21-16,0 0 65 0,29 78 25 15,-25-54-76-15,2 1-74 0,-1 4 11 16,-3-1-24-16,3 0-9 0,-2-4-97 0,-2-3-85 16,2-4-111-16,1-3-190 15,-1-3-489-15,1-3-557 0</inkml:trace>
  <inkml:trace contextRef="#ctx0" brushRef="#br0" timeOffset="177554.826">17835 17054 2134 0,'0'0'720'0,"0"0"-151"16,0 0-110-16,0 0-111 0,56 77-47 0,-39-50-33 15,4-1-72-15,0 4-65 0,-2-1-61 0,3 4-39 16,-2 2-21-16,-2-1-10 0,-1 5-3 16,-4 2 1-1,-3 3-19-15,-5 1 2 0,-5 2 1 0,0 1-9 16,-8-1-25-16,-7 3-9 0,-1-2-7 15,-2-2 4-15,-4-4 3 0,0 1 2 16,-2-4-11-16,-2-1-38 0,0-2 0 16,-1-3-53-16,0-2-57 0,-1-2-69 0,-1-3-204 15,8-9-246-15,-13 7-725 0</inkml:trace>
  <inkml:trace contextRef="#ctx0" brushRef="#br0" timeOffset="179104.953">10669 17164 2523 0,'0'0'560'15,"0"0"-219"-15,0 0-204 0,0 0 5 16,0 0 54-16,0 0-32 0,0 0-33 16,54 70-57-16,-31-57-21 0,3-1-9 15,6-3 8-15,5-3-5 0,2-1-10 16,7-4 25-16,2-1-16 0,1 0-15 0,-3-3-9 16,0-1-19-16,-5 1 9 15,-5 0-12-15,-6 2-6 0,-4 1 3 0,-8 0 1 16,-4 0-29-16,-6 0-46 0,-4 0-10 15,-4 0 7-15,0 4 14 0,0 0 7 0,-1 7 31 16,-9 3 25-16,-2 3-19 0,-5 4-15 16,-3 4 3-16,-6 4-13 0,-6 2-32 15,-2 2-15-15,-7 5 24 0,0 2 48 16,-4 3-19-16,-3-1 18 0,2-1 23 16,0-1 13-16,4-2-11 0,4-3 64 15,6-3 3-15,5-3-19 0,6-1-3 16,7-5-12-16,5-3 7 0,6-6-18 15,3 1-24-15,2-3 0 0,9-1 1 16,6-3 45-16,5 1 4 0,1-3-3 16,2-4-10-16,1 1-12 0,-2-3-22 15,2 0 16-15,-4 0-17 0,1-4-2 0,-3-1-6 16,-3 0-59-16,0-3-51 0,-3 0-38 16,-2-2-60-16,-3 0-127 15,0-3-228-15,-4 3-549 0,-3-8-452 0</inkml:trace>
  <inkml:trace contextRef="#ctx0" brushRef="#br0" timeOffset="179314.217">10670 17630 1876 0,'0'0'506'0,"0"0"-61"15,0 0-159-15,0 0-2 0,79 17-49 16,-47-13-62-16,0 0-53 0,1-3-54 0,1-1-66 16,-3 0-19-16,-1 0-110 15,-3 0-41-15,-2 0-20 0,-4 0-132 0,-8 0-289 0,3 5-699 16</inkml:trace>
  <inkml:trace contextRef="#ctx0" brushRef="#br0" timeOffset="179637.597">11356 17752 2651 0,'0'0'511'0,"0"0"-332"0,0 0-71 0,0 0 57 15,0 0-14-15,82 41-75 0,-68-33-54 16,-3 1-20-16,-4 0-1 0,-2 3-1 15,-5 3-60-15,0 3 60 0,-1 3 0 0,-10 2 18 16,-1 2 20-16,-5 0 0 0,-1 1 62 16,-2-2-21-16,3-1-19 0,1-2-1 0,4-3 3 15,3-5-18-15,3-4-26 0,6-3-18 16,0-2-56-16,7-1 50 16,12 0 6-16,2-1 31 0,8 0 10 15,1-2-1-15,3 0-28 0,3 0-12 16,-2-3-24-16,-3-2-20 0,-3 1-55 15,-4-1-54-15,-2 1-21 0,1 0-78 0,-2 0-168 16,-6 0-358-16,9-5-1004 0</inkml:trace>
  <inkml:trace contextRef="#ctx0" brushRef="#br0" timeOffset="181074.083">12372 17787 653 0,'0'0'1311'15,"0"0"-822"-15,0 0-160 0,0 0-53 0,0 0-20 16,0 0-24-16,0 0-55 0,0 0-67 0,0 0-12 16,0 0 18-16,0 0-12 0,59 11-14 15,-42-9-24 1,3 2-29-16,3 0 6 0,-2 0 1 0,3-1-10 15,2 2-3-15,1-1 0 0,2 1-19 0,1-3-1 16,2 0-11-16,1-1-1 0,2-1-1 16,1 0-1-16,0-1-80 0,3-5 2 15,-2-3-18-15,-1-3-44 16,-1-1-59-16,-2-1-94 0,-4-1-140 0,-9 3-242 16,2-4-784-16</inkml:trace>
  <inkml:trace contextRef="#ctx0" brushRef="#br0" timeOffset="181338.284">13076 17655 1649 0,'0'0'312'0,"0"0"-160"0,0 0-42 0,0 0 55 15,0 0 10-15,0 0-30 0,0 0-52 16,77 0-12-16,-65 0 31 0,-3 1 29 15,2 4 19-15,-4 0-58 0,4-1-16 16,-5 1-36-16,1 1-15 0,-1 0-3 0,0 5 28 0,-2-3-41 16,-4 4-19-16,0 1-32 15,0 2-12-15,-1-1 6 0,-8 3-48 16,-4 2-25-16,-3 0-13 0,-1 2-30 0,-6 2-80 16,-3-1-101-1,6-4-248-15,-16 7-454 0</inkml:trace>
  <inkml:trace contextRef="#ctx0" brushRef="#br0" timeOffset="185263.286">12259 13144 254 0,'0'0'2088'0,"0"0"-1585"0,0 0-211 15,0 0-174-15,0 0 159 0,0 0 64 16,0 0-39-16,0 0-87 0,0 0-58 16,15 3-70-16,-2 1-7 0,5 1-13 0,6 1-21 15,5-2 10-15,2 1-38 0,1-2 10 16,3-2-7-16,-4-1-18 0,2 0-3 0,-5 0-3 16,-1-4-15-16,-1-1-22 0,-3-2-58 15,-2 1-44 1,-3 0 0-16,-4-1-40 0,-5 0-97 15,-5 2-86-15,-2-2-134 0,-2 1-134 0,-2 2-548 16,-11-2-169-16</inkml:trace>
  <inkml:trace contextRef="#ctx0" brushRef="#br0" timeOffset="185479.291">12487 13153 1492 0,'0'0'614'0,"0"0"-171"0,0 0-2 15,0 0-70-15,0 0-29 16,0 0-87-16,0 0-85 0,0 0-67 0,-47 76-50 16,27-52-13-16,-1 1-9 15,-2 0-15-15,2 3-16 0,-2-2-15 0,4-2-16 16,2-3-15-16,3-5-51 16,6-1 7-16,1-8 1 0,5-3-27 0,2-2-32 15,0-2-86-15,0 0-277 0,0-5-495 16,12-6-498-16</inkml:trace>
  <inkml:trace contextRef="#ctx0" brushRef="#br0" timeOffset="185713.204">12515 13224 1091 0,'0'0'774'0,"0"0"-271"0,0 0-290 15,0 0-19-15,0 0 82 0,0 0-11 16,0 0-80-16,0 0-11 0,0 0-92 15,-3 66-32-15,-5-38-3 0,0 3-18 0,-1 0-26 16,1 0-1-16,0-2-2 0,5-4-24 16,3-3-14-16,0-6-3 0,3-4 0 15,6-2-35-15,4-5-3 0,1-3-3 16,3-2-67-16,4-2-30 0,2-8-39 16,1-2-91-16,-4 0-289 0,4-12-462 0</inkml:trace>
  <inkml:trace contextRef="#ctx0" brushRef="#br0" timeOffset="185902.751">12772 13328 65 0,'0'0'1923'16,"0"0"-1289"-16,0 0-152 0,0 0-112 0,0 0-85 15,-24 76-81-15,20-55-90 16,1 0-114-16,1 2-3 0,1 2-26 0,1 2-87 15,0 3-38-15,0-1-214 0,0-7-298 16,0 10-601-16</inkml:trace>
  <inkml:trace contextRef="#ctx0" brushRef="#br0" timeOffset="189479.389">19568 13358 1474 0,'0'0'686'0,"0"0"-360"0,0 0-135 15,0 0 281-15,0 0-109 0,0 0-40 0,0 0-107 16,0 0-53-16,0 0-23 16,7 85 25-16,-5-50-20 0,-2 9-22 15,0 3-16-15,0 6-31 0,-6 5-11 16,-3 2-19-16,-4 3-7 0,-4 3-24 15,0 2-2-15,-4 3-13 0,-2 1-3 16,1 4-19-16,1-2 19 16,-2 5-12-16,3-1-9 0,1 3 22 0,-1-1-35 0,4 2-9 15,-2-3 12-15,2 1 16 0,-1 3 3 16,-3-3 12-16,1 4 1 0,-1 1-14 16,-1-1 13-16,2-1 0 0,-1 2-24 15,2 2-13-15,0 1 12 0,-2 1-15 16,2 1 42-16,1-1 0 0,1 0 2 15,0-2 13-15,2-2-11 0,-1 0 22 16,4 1 9-16,-2-1-34 0,1 0-13 0,-1-3 13 16,0 2 4-16,2-2-1 15,-3 0 9-15,0 3-11 0,0 0 20 0,1 1 7 0,1 2 6 16,1 1-10-16,1 0-21 16,0 1-3-16,-2 0 1 0,2-2 0 15,-4-1 15-15,2-3-16 0,-1-4-3 0,0-1-30 16,-3-3-1-16,2-3-9 0,1-3-3 15,-1-2 15-15,1-2 15 0,1-2 16 16,-1-1 0-16,0-3 2 16,-1-3 0-16,2-1-2 0,-2-6-21 0,2-4-10 15,1-7-6-15,-1-3 9 0,-1-8-21 16,3-9-19-16,0-3-6 0,2-9-44 16,0-2-22-16,0-5-83 0,2-5-95 0,0-11-159 15,2 3-227-15,-1-22-675 0</inkml:trace>
  <inkml:trace contextRef="#ctx0" brushRef="#br0" timeOffset="190712.667">19428 13391 2289 0,'0'0'539'0,"0"0"-42"16,0 0-298-16,0 0-199 0,0 0 0 0,0 0 6 0,0 0 54 15,76-20 42-15,-51 13-5 16,-1 1 20-16,2 0 15 0,0-2-16 0,0 1-29 16,3 3-12-16,4-3-10 0,6 0-18 15,4-2-10-15,6 1-37 16,3-3-2-16,6-1-14 0,4 1-24 15,3-1-16-15,3 0 0 0,5 2 7 16,2 0 21-16,5 1 27 0,5 0 1 0,3-1 24 16,0 1-2-16,8 0-9 0,0 0-1 0,3-1-12 15,5 2-25-15,3-2 13 16,2 2-35-16,1-2-34 0,-1 3 15 16,2-1-22-16,-3-1 6 0,0 3 16 0,-1-1 63 15,-3-1-11-15,1 2 14 16,2 0 25-16,-2-2-6 0,3 2-18 15,-1-1-1-15,0 1-11 0,3 0-33 16,0-2-13-16,2-1-25 0,1 2 3 0,2 0-26 16,3-4 19-16,4 4 19 0,2-1 23 15,3 0 14-15,4-2 30 0,1-1 1 0,1 1 2 16,0-2 0-16,1 2 13 16,2 0 0-16,1-1 35 0,4 0 10 15,2 0-39-15,6 1 14 0,3 1-36 16,0 0-22-16,3 0-20 0,0 1-2 15,2 0-7-15,6 0 51 0,1 1 12 0,2 0 3 16,3-1 43-16,0-1-23 0,0 0-16 16,-3 0 0-16,4 0-16 0,0 1 0 0,0 0 0 15,1 2 23-15,-2 0-17 0,-1-1-9 16,-3 1-73-16,-3 1 29 16,-2 1-1-16,-2 0 45 0,0 1 45 0,-3 1-4 15,-4 1 39-15,-1-1-4 0,-6 0-38 16,-7-3-23-16,-1 4-15 0,-7-4-50 15,-2 2 5-15,-3-1 11 0,-3-1-11 16,-6 3-34-16,0-2 12 0,-6 2-39 16,-4-3-15-16,-7 0-27 0,-1 2 36 0,-11-3-62 15,-4 0 25-15,-5-2 75 0,-8 1 42 0,-9-2-27 16,-7 0-60-16,-11-2-157 0,-13 4-166 16,-10-9-634-16</inkml:trace>
  <inkml:trace contextRef="#ctx0" brushRef="#br0" timeOffset="191812.223">20478 13680 752 0,'0'0'1007'0,"0"0"-611"0,0 0-250 15,0 0-46-15,0 0-12 0,0 0 12 16,0 0 257-16,0 0-101 0,0 0-61 16,0 0-62-16,-72 9 13 0,54 6-7 0,-4 3 18 15,3 6-15-15,-1 2-21 0,0 5-43 16,0 5-28-16,1 3-13 0,1 4-3 0,1 2-32 16,3 3 14-16,5 3-14 0,5-4 47 15,4-3-3 1,1-6 7-16,12-4 18 0,3-7-25 15,4-5-24-15,5-6-22 0,2-7-24 16,5-9-19-16,7 0-37 0,3-18-53 0,4-5-44 16,3-10-71-16,1-6-97 0,-1-4-221 0,-13 8-629 15,10-18-496-15</inkml:trace>
  <inkml:trace contextRef="#ctx0" brushRef="#br0" timeOffset="192054.234">20880 13386 1649 0,'0'0'801'0,"0"0"-250"0,0 0-162 16,0 0-72-16,-5 75-30 0,-1-43-71 16,-3 7-54-16,2 7-47 0,-2 5-29 15,-3 9-9-15,1 3 12 0,0 5 1 16,-1 3-5-16,1 2-20 15,2-2-26-15,1-4-8 0,3-5-31 16,2-7 0-16,3-8-80 0,0-6-30 0,3-9-16 16,3-7-3-16,2-8-19 15,-2-5-35-15,3-8-112 0,2-4-258 0,-3 0-212 16,9-13-572-16</inkml:trace>
  <inkml:trace contextRef="#ctx0" brushRef="#br0" timeOffset="192604.982">21218 14111 2191 0,'0'0'391'16,"0"0"-156"-16,0 0-132 0,0 0-26 0,0 0 16 16,-3 72 32-16,0-64-26 0,1-1-61 15,2-2-35-15,0-2-3 0,0-1 0 16,0-1-51-16,5-1-41 0,-1 0-1 15,0 0 77-15,2-4 16 0,-1-2 45 16,2-2 3-16,1 0-7 0,-2-4 10 0,1-1 4 16,0 1 2-16,-2-1-25 0,-2-1 3 15,0 1-3-15,-3 0 9 0,1 3 3 16,-1-1 32-16,0 1 16 16,0 5 24-16,-3-2-3 0,-3 6-21 0,0-1-20 0,-3 2 0 15,0 0 15-15,-3 0 6 16,-3 3-53-16,-3 4 3 0,-2 2-5 0,-3 7 2 15,-1 3 6-15,-2 2 22 0,2 6-13 16,1 1-24-16,3 0 3 0,6-3-4 16,3-3-5-16,8-5 12 0,3-5-7 15,0-4-30-15,9-2-15 0,3-4-16 0,5-2 16 16,4 0 3-16,2-7-13 16,2-6-18-16,1-3-31 0,0-4-6 15,-2 1-34-15,-1-4-19 0,-1 4 12 16,-3 1 34-16,-3 3 21 0,-3 5 22 15,-3 3 12-15,-3 4 7 0,-4 3 25 0,-1 3 25 16,1 6 92-16,-2 5-21 0,1 3-18 0,-1 2-53 16,1 0 24-16,-1-3-2 0,0 0-25 15,3-4-7-15,-1 0-12 0,2-7 14 16,1-2-17-16,1-3-50 0,0 0-46 16,3-7-59-16,-1-3-81 15,2-4-177-15,-4 1-277 0,6-9-667 0</inkml:trace>
  <inkml:trace contextRef="#ctx0" brushRef="#br0" timeOffset="192788.283">21587 14021 2538 0,'0'0'550'16,"0"0"-148"-16,0 0-161 0,0 69-21 15,0-39 25-15,-6-1-9 0,-3 0-91 16,1-4-87-16,2-6-58 0,1-5-53 0,1-5-86 15,3-6-78-15,1 1-91 0,0-4-143 16,0-5-179-16,0-1-344 0,1-13-78 0</inkml:trace>
  <inkml:trace contextRef="#ctx0" brushRef="#br0" timeOffset="192923.728">21628 13896 2413 0,'0'0'394'0,"0"0"-304"0,0 0-90 0,0 0-158 16,0 0 26-16,0 0-104 0,0 0-325 16,91-6-837-16</inkml:trace>
  <inkml:trace contextRef="#ctx0" brushRef="#br0" timeOffset="193288.797">21817 14121 2816 0,'0'0'475'0,"0"0"-183"0,0 0-140 15,0 0-42-15,-16 77 25 0,16-67-37 16,0-6-98-16,5 0-12 0,2-2-36 0,3-2 26 16,1 0 21-16,1 0-18 0,2 0 0 15,-1-3 3-15,2 0 15 0,-2 1-2 16,0 1-16-16,-3-2 4 16,-1 3 12-16,-1 0-13 0,2 0 14 0,-3 0 2 15,-1 0 0-15,0-1 12 0,-1 1 4 16,1 0 22-16,-1-2-1 0,1 1-15 15,-1 0-9-15,4-3-13 0,-2-2-7 16,3 1-21-16,1-4-22 0,3-2-19 0,0-2-19 16,5-1 31-16,-1 0 3 0,0 0 26 15,-1 2-1-15,-1 3 14 0,0 4 8 16,-5 3 7-16,2 1 86 0,-3 1 15 0,-1 1 22 16,1 5-4-16,-3 1 13 0,-1 1 14 15,-1 6 65-15,-3-2-32 16,1 4-34-16,-3-1-38 0,0 1-31 15,0-2-46-15,0 1-30 0,-1 0-71 0,-1-2-125 16,-2 1-29-16,-2 3-35 0,0 1-103 16,-2-7-305-16,-5 9-884 0</inkml:trace>
  <inkml:trace contextRef="#ctx0" brushRef="#br0" timeOffset="194087.008">20179 14702 1588 0,'0'0'542'0,"0"0"-163"16,0 0-50-16,0 0 11 0,0 0-34 0,99 19-6 16,-65-13-58-16,0-3-60 0,3 1-29 15,4-3 8-15,5-1-13 0,1 0-50 16,5 0-36-16,0-1-40 0,-1-4-22 0,2 1 0 16,0-1-18-16,-1 1 5 0,3 0-2 15,-1 3 0-15,3-1-13 16,-1 1-9-16,0 1 3 0,2-3 10 0,2 2 21 15,1 1 3-15,4-2 0 0,1-1 21 16,6-3-10-16,-1 3-11 0,-2-3 0 16,-3-2-1-16,-1 0 1 0,-7-2-30 15,-4 1-4-15,-5-1-3 0,-4 1-13 16,-5 1-49-16,-5 1-43 0,-6 1-48 0,-2 1-53 16,-7 1-82-16,0 0-150 15,-9-1-172-15,3 3-539 0</inkml:trace>
  <inkml:trace contextRef="#ctx0" brushRef="#br0" timeOffset="194340.681">22669 14304 3562 0,'0'0'542'0,"0"0"-200"0,0 0-184 15,0 0-99-15,86 0-59 0,-67 0-47 16,-2 1-24-16,-6 2-105 0,-5 1-76 0,-3 0-145 0,-3 1-351 16,-1 2-1033-16</inkml:trace>
  <inkml:trace contextRef="#ctx0" brushRef="#br0" timeOffset="194496.091">22645 14497 1649 0,'0'0'1455'0,"0"0"-1094"0,0 0-222 0,0 0-3 16,0 0 94 0,17 69 52-16,-9-56 0 0,1-2-180 0,2-4-102 15,1 0-116-15,2-3-120 0,-1-2-140 16,-2 0-331-16,4 0-1024 0</inkml:trace>
  <inkml:trace contextRef="#ctx0" brushRef="#br0" timeOffset="196493.363">23905 13716 179 0,'0'0'2518'0,"0"0"-1740"0,0 0-376 0,0 0-198 15,0 0-73-15,0 0-9 16,105 0 122-16,-55-2-53 0,7-4-102 0,5 0-65 16,-1-1-24-16,-1 2-19 15,-2 1 4-15,-3 1-7 0,-5 3-2 16,-2 0-22-16,-6 4-16 0,-6 3 7 15,-8 1-1-15,-8-1 4 0,-9 2 3 0,-4 0-29 16,-7 4-15-16,-6 1 49 0,-11 5 26 16,-9 5-20-16,-9 6-30 0,-8 4-40 0,-3 4 49 15,-4 7 57-15,-1 1 2 0,-1 4 31 16,2 0 10-16,3 3 19 0,3-2 0 16,5 0 21-16,4-5-4 0,7-2 10 0,5-7 0 15,7-4 9-15,3-4 21 16,6-4-40-16,1-1-25 15,4-4-6-15,2-1 9 0,0 0 6 0,9-4 6 16,2 0 7-16,5-3 26 0,3-4 0 16,3 1-14-16,4-5-29 0,2 1-5 0,1-2-1 15,2-1-30-15,0-2 4 0,-1 0-10 16,1 0-14-16,-2-6-1 0,-1 0-11 0,-2-1-62 16,-1-1-39-16,-3 0-31 0,-2-2-24 15,-2 1-20-15,-5-2-52 0,-2 2-278 16,-3 1-699-16,-8-4-1215 0</inkml:trace>
  <inkml:trace contextRef="#ctx0" brushRef="#br0" timeOffset="196838.434">24635 14428 3164 0,'0'0'455'16,"0"0"-124"-16,0 0-202 0,0 0 9 0,93-13 119 0,-65 12 70 0,-1 1-100 16,-1 0-118-16,-1 0-69 0,-2 2-37 15,-2 5-1-15,-5 2-2 0,-5-1-14 0,-5 3-23 16,-6 3-14-16,0 3 11 0,-10 3 12 16,-9 5 16-16,-6 3 9 0,-4 3 1 15,-1-1 2-15,-1 1 0 0,5-2 15 16,9-6 49-16,4-4 16 15,7-3-19-15,6-6-19 0,0 0-8 0,3-5 14 16,11 2 4-16,5-3-34 0,6-3-18 16,5-1-11-16,3-3-28 0,6-7-25 15,0-7-12-15,-2-1-31 0,0-1-40 16,-4 0-49-16,-3 0-66 0,0-1-173 0,-10 7-279 16,8-8-654-16</inkml:trace>
  <inkml:trace contextRef="#ctx0" brushRef="#br0" timeOffset="197050.633">25391 14118 3532 0,'0'0'574'0,"0"0"-238"0,0 0-191 0,0 0 13 0,82 0 99 16,-48-4 5-16,6-2-88 15,-1 1-114-15,1-2-60 0,-1-3-33 0,-2 1-98 16,-4 0-57-16,-4 3-26 0,-8-1-87 16,-6 2-192-16,-7 4-479 0,-8 1-422 0</inkml:trace>
  <inkml:trace contextRef="#ctx0" brushRef="#br0" timeOffset="197212.49">25424 14269 2775 0,'0'0'659'0,"0"0"-176"0,0 0-284 0,0 0-78 0,0 0-12 16,0 0 179-16,0 0-6 16,0 0-113-16,88 33-133 0,-53-33-36 15,1-6-107-15,1-6-49 0,2 0-62 0,-3-1-169 16,-10 1-641-16,8-5-1349 0</inkml:trace>
  <inkml:trace contextRef="#ctx0" brushRef="#br0" timeOffset="198229.733">26208 13891 199 0,'0'0'2206'0,"0"0"-1438"0,0 0-354 15,0 0-130-15,0 0-13 0,0 0 86 16,0 0-110-16,88 21-33 0,-46-15-61 16,6-2-43-16,2-2-49 0,1-2-10 0,-3 0-27 15,-3-2-24-15,0-2-19 0,-5-4-20 16,-4-3-116-16,-1 3-13 0,-5-3-16 16,-3 1-50-16,-7 0-179 0,-3-1-262 15,-9 3-491-15,-8-1-731 0</inkml:trace>
  <inkml:trace contextRef="#ctx0" brushRef="#br0" timeOffset="198438.71">26492 13926 1550 0,'0'0'727'15,"0"0"-207"-15,0 0-129 0,-39 85 20 0,28-53-14 16,2-1-72-16,1 4-52 0,-3 0-89 15,3-2-58-15,1-5-43 0,1-4-37 16,1-5-32-16,3-3-14 0,-1-6-34 16,3-3-82-16,0-5-19 0,5-2-7 0,4-2-6 15,7-7-69-15,1-5-207 0,-1 1-360 16,7-14-794-16</inkml:trace>
  <inkml:trace contextRef="#ctx0" brushRef="#br0" timeOffset="198658.711">26683 14023 1360 0,'0'0'722'0,"0"0"-195"16,0 0-77-16,0 0-73 0,0 0-86 15,0 0-23-15,0 0-80 0,0 0 2 16,0 0-63-16,27 80-50 0,-26-56-31 16,2 4-24-16,-3 1-3 0,0 1-16 0,0 1-2 15,0-2 0-15,0-1 1 16,0-3 1-16,0-5-2 0,4-3-1 15,2-8-19-15,4-2-82 0,5-4-36 16,1-3-8-16,5-3-78 0,6-6-116 16,-2-5-237-16,-2 2-455 0,9-10-518 0</inkml:trace>
  <inkml:trace contextRef="#ctx0" brushRef="#br0" timeOffset="198918.562">27223 14097 1668 0,'0'0'601'0,"0"0"-133"16,0 0-63-16,0 0 50 0,0 0-83 15,-2 92-53-15,1-62-108 0,0 1-54 16,-1 2-37-16,1-2-58 0,-2 0-62 0,0-2-13 15,0-2-57-15,0-5-50 0,2-2-35 16,-1-4-37-16,2-5-14 0,0-4-65 0,3-2-169 16,0-5-265-16,7-2-677 0</inkml:trace>
  <inkml:trace contextRef="#ctx0" brushRef="#br0" timeOffset="199388.028">27103 13550 1451 0,'0'0'751'15,"0"0"-234"-15,0 0-148 0,0 0-56 0,0 0-24 16,0 0-13-16,0 0-59 0,0 0-61 16,79 22-63-16,-60-22-47 0,1 0-18 15,0 0-18-15,2 0-10 16,1-6-61-16,0 0-32 0,2-2-60 0,-3 0-73 15,-2-2-146-15,-6 3-275 0,3-2-674 0</inkml:trace>
  <inkml:trace contextRef="#ctx0" brushRef="#br0" timeOffset="199629.877">27632 13298 795 0,'0'0'827'15,"0"0"-240"-15,0 0-257 0,0 0-82 16,0 0-87-16,-6 70 12 0,1-41 32 16,-1 7-37-16,-1 1-85 0,3 4-71 0,-2 1-10 15,3 1-2-15,1 0-27 16,-1-2-71-16,3-3-45 0,0-4-75 15,0-3-45-15,0-11-243 0,5 6-590 0</inkml:trace>
  <inkml:trace contextRef="#ctx0" brushRef="#br0" timeOffset="200356.995">28181 13555 1871 0,'0'0'677'16,"0"0"-243"-16,0 0-133 0,0 0 4 16,0 0 83-16,0 0-62 0,0 0-97 15,0 0-4-15,0 0-81 0,-37 82-25 16,17-47-30-16,-2 5-4 0,0 3 4 15,2 3 8-15,4-1 0 0,2 3-15 16,2-1-37-16,3 5-32 0,3-1-10 0,1 1 15 16,5 0 3-16,0-1 3 0,6-3-6 15,8-5-17-15,5-6-1 16,6-5-24-16,4-5-39 0,7-5-25 16,8-3-52-16,5-7-30 0,5-4-68 0,2-8-17 0,1 0-187 15,-16 0-556-15,19-12-659 0</inkml:trace>
  <inkml:trace contextRef="#ctx0" brushRef="#br0" timeOffset="201232.559">29014 13622 1922 0,'0'0'1070'0,"0"0"-604"16,0 0-197-16,0 0-102 0,0 0-29 0,0 0-9 16,0 0-1-16,0 0 142 0,87 24-98 15,-56-18-64-15,6 0-44 0,-3-5-33 16,2 2-13-16,1-3 7 0,2 0-22 0,-1 0-1 16,0 0-2-16,-1 0-1 0,-1 0-79 15,-4 0 10-15,-4 0-13 0,-6 0 12 16,-5 2-9-16,-3-1-4 15,-8 3-8-15,-3 3-8 0,-3 3 41 0,-4 3 56 16,-9 4-18-16,-4 4 21 0,-6 1 0 16,-2 3-15-16,-4-1 12 0,-1 4 3 15,-1-2-1-15,-1 3 1 0,2 1 1 16,-4-1 11-16,3 1 41 0,0 1 12 0,4-2-6 16,1-1-12-1,6 0 8-15,4-6 13 0,4-3-3 0,6-3 0 16,3-3 15-16,3-1 3 0,0-3-1 0,3-2 10 15,6 2-10-15,2-2 37 16,4-1 0-16,4 0-37 0,6-1-12 0,2-2-1 16,3-3-11-16,3 0-19 0,1 0-24 15,-3-1-15-15,2-6-12 0,-4 1-9 16,1 0-15-16,-4-1-19 0,-1 3-24 0,-5-1-30 16,0 2-22-16,-4 1-21 0,-4 2-7 15,-1-3-105-15,1 3-235 16,-7-2-635-16,-2 2-866 0</inkml:trace>
  <inkml:trace contextRef="#ctx0" brushRef="#br0" timeOffset="201854.665">30413 13428 1588 0,'0'0'598'0,"0"0"35"0,0 0-246 0,0 0-78 0,0 0-62 16,0 0-30-1,0 0-13-15,0 0-51 0,-79 78-20 0,62-51-34 0,1 5 18 16,-1 5-25-16,0 6-6 15,-2 2-18-15,0 4-10 0,-3 1 6 0,2 1-6 16,1 0 12-16,2-1 31 0,4-2 8 16,6-6-39-16,6-5-28 0,1-3-11 15,10-6-25-15,7-5-6 0,5-4-46 16,6-4 1-16,4-5-7 0,6-5-39 16,2-5-13-16,5-5-11 15,1-9-47-15,1-7-75 0,1-6-190 0,-11 6-338 16,8-16-755-16</inkml:trace>
  <inkml:trace contextRef="#ctx0" brushRef="#br0" timeOffset="202135.683">31000 13352 2940 0,'0'0'673'0,"0"0"-339"16,0 0-177-16,0 0 15 0,0 0 110 15,0 0-82-15,0 0-96 0,0 0-104 16,0 0-33-16,0 0 8 0,0 0 9 0,-73 87 16 16,52-49 30-16,-2 5 7 0,2 5-15 15,3-1-10-15,1 2 15 0,4-5 16 16,3-3 15-16,7-5 0 0,3-5 25 0,5-8-10 16,7-2-37-16,3-6-18 15,4-3-18-15,4-5-16 0,1-3-8 16,2-4-31-16,0 0-36 0,2-8-19 15,-6-4-28-15,-1-5-68 0,-5-3-178 16,-6 0-289-16,-6 4-588 0,-5-5-621 0</inkml:trace>
  <inkml:trace contextRef="#ctx0" brushRef="#br0" timeOffset="202316.002">30835 13708 2752 0,'0'0'637'15,"0"0"-165"-15,0 0-205 0,0 0-33 16,0 0 69-16,0 0-33 0,0 0 32 15,0 0-117-15,95 7-75 0,-59-14-62 0,2-4-48 16,0-3-24-16,-3 0-52 0,-4-2-36 16,0 0-53-16,-6 0-18 0,-2 0-83 15,-7 2-182-15,-1 2-303 0,-7 4-500 0,-8 2-449 16</inkml:trace>
  <inkml:trace contextRef="#ctx0" brushRef="#br0" timeOffset="202486.211">31212 13587 2270 0,'0'0'568'0,"0"0"-273"0,0 0-68 16,0 0 71-16,0 0 36 0,0 0-31 16,0 0-86-16,12 66-47 0,-10-42-19 0,1 3-26 15,-3-3-39-15,0 1-80 0,0-1-6 16,0-4-37-16,-3 3-9 0,-2-2-55 16,-7 2-43-16,4-3-72 15,0-2-94-15,2-1-196 0,3-3-198 16,3-3-409-16,0-2-87 0</inkml:trace>
  <inkml:trace contextRef="#ctx0" brushRef="#br0" timeOffset="203019.597">31911 13449 1186 0,'0'0'1096'0,"-45"80"-554"0,18-37-87 16,-8 7-96-16,-6 8-35 0,-3-1-48 15,-2 2-61-15,-1-2-46 0,-4 1-15 0,2 0-49 16,-3 0-102-16,4 1-3 16,0-2-34-16,2-2-18 15,4-1 33-15,4-2-8 0,4-3-16 0,3-3 24 16,6-2 16-16,5-7-12 0,3-5 12 15,8-4-71-15,3-8-99 0,4-6-26 0,2-4-143 16,8-3-142-16,1-5-550 0,10-2-724 16</inkml:trace>
  <inkml:trace contextRef="#ctx0" brushRef="#br0" timeOffset="203888.359">31848 14146 1964 0,'0'0'789'0,"0"0"-314"0,0 0-144 15,0 0-47-15,0 0-73 0,0 0-39 16,0 0-38-16,0 0-10 0,0 0-38 0,106 0-27 16,-68-3-19-16,2-1-37 0,1 2-3 15,-3 0 0-15,-2 2-1 0,-5 0 1 16,-6 0-19-16,-6 4 4 0,-4-2 12 0,-7 4 0 16,-5-1-19-16,-3 3-21 0,0 1 9 15,-6 4 22-15,-5 1-7 16,-6 2-24-16,-2 5 6 0,-3-1 15 15,-4 5 3-15,0 1 1 0,-2 3-10 0,-3-1-16 16,1 0-24-16,1-1 49 0,3 1 19 16,3-1 28-16,4-4 44 0,6 1 27 15,4-5-15-15,6-3-32 0,3 0 1 16,0-4-1-16,8-2 16 0,7-1-10 0,5-1-18 16,0-2 6-16,6-6 0 15,1 0-12-15,2 0-34 0,-2-4-13 16,-5-4-86-16,1-3-20 0,-6-1-17 0,-3-1-19 15,-6-1-75-15,-2-1-166 0,-5 2-287 16,-4-6-579-16</inkml:trace>
  <inkml:trace contextRef="#ctx0" brushRef="#br0" timeOffset="204088.814">31865 14304 2669 0,'0'0'565'0,"0"0"-190"0,0 0-188 15,0 0 29-15,0 0 97 0,0 0-6 16,0 0-37-16,101 10-89 0,-72-6-60 16,-1 0-35-16,3 1-19 0,-3-1-37 15,-2-2-30-15,1 0-2 0,-2-2-44 0,-2 0-115 16,0 0-80-16,-1-5-79 0,-8 1-305 16,3-4-920-16</inkml:trace>
  <inkml:trace contextRef="#ctx0" brushRef="#br0" timeOffset="204270.512">32425 14350 2944 0,'0'0'619'0,"0"0"-414"0,0 0-82 0,0 0 79 16,0 0 87-16,0 84-7 0,0-65-123 0,2 0-131 15,-1 0-28-15,2-4-80 16,0 1-37-16,2-4-31 0,-2 0-41 15,2-2-51-15,-1-2-179 0,1-4-253 16,3-1-664-16</inkml:trace>
  <inkml:trace contextRef="#ctx0" brushRef="#br0" timeOffset="204803.589">32681 13425 1891 0,'0'0'742'15,"0"0"-116"-15,0 0-182 0,0 0-84 16,57 77-21-16,-40-57-107 0,-1 5-17 16,4 0-34-16,2 3-50 0,0 5-31 15,1 0-18-15,-2 6-27 0,-2 3 6 16,-3 1-28-16,-4 1 3 0,-4 1-36 15,-5 0-28-15,-3 0-35 0,0-2-19 0,-7-2-22 16,-6-1 19-16,-6-3-28 16,-5-1-37-16,-2-3-49 0,-5-2-98 0,-4-3-147 15,4-5-204-15,7-8-456 0,-5 0-497 0</inkml:trace>
  <inkml:trace contextRef="#ctx0" brushRef="#br0" timeOffset="205240.021">33436 13298 1990 0,'0'0'808'16,"0"0"-276"-16,0 0-192 0,28 70-66 15,-20-41 2-15,3 4-53 0,-1 6-10 16,0 7-40-16,-1 4-39 0,-1 6-5 15,-2 1-1-15,-3 2 0 0,-3 1-31 16,0-1-61-16,-7-1-34 0,-3-1-2 16,-2-2-2-16,-5-3-25 0,1 0 3 0,-7-2-10 15,-1-1-11-15,-3-1-31 0,-1-3-22 16,-2-1-18-16,1-2-15 0,1-4-1 0,0-2-7 16,2-2-46-16,1-2-107 15,2-1-63-15,2-2-5 0,0-2-71 16,0-4-84-16,6-5-473 0,-9 6-347 0</inkml:trace>
  <inkml:trace contextRef="#ctx0" brushRef="#br0" timeOffset="-202780.684">11007 15210 1471 0,'0'0'497'0,"0"0"-432"0,0 0-49 0,0 0 221 16,0 0 106-16,0 0-137 16,0 0-116-16,0 0-42 0,0 0-3 15,0 0 44-15,-4 13-9 0,5-3 0 16,2 0-26-16,-3 4 16 0,2 1-6 0,-2 4 0 15,0 1 5-15,0 2-2 0,0-1-20 16,0 2-6-16,-2-2-9 0,1 4-29 16,1 0 0-16,0 1-2 0,0 5 0 15,0 4-1-15,3 5-13 0,1 4 11 0,-1 9 1 16,-2 0 0-16,-1 4-1 0,0-1-1 16,0-1 2-16,0-4 0 0,0-4 2 0,0-6-2 15,0-1 1 1,0-7-13-16,0-2-2 0,1-4 13 15,1-3 0-15,-1-4 2 0,2-5-2 0,0-4-10 16,-1-3 9-16,-1-3-32 0,2-1-25 16,-1-1 0-16,-1-2-7 0,-1-1 0 0,0 0-6 15,1 0-10-15,-1-3-6 16,0-2-14-16,0-3-44 0,0-4-11 16,0-4-122-16,-2-6-171 0,-3 5-160 0,-1-22-213 0</inkml:trace>
  <inkml:trace contextRef="#ctx0" brushRef="#br0" timeOffset="-202526.334">10861 15293 904 0,'0'0'674'0,"0"0"-190"0,0 0-224 0,0 0-79 15,0 0 57-15,0 0-19 0,0 0 27 16,0 0-83-16,0 0-55 0,0 0 48 0,0 0-125 16,-60 58 4-16,33-32-35 0,-1 1-21 15,-1 2-17-15,4-2-6 0,3-5-80 16,6-6-22-16,7-8-65 0,6-5-26 16,2-3-76-16,1-7-257 0,0-1-197 15,4-7-461-15</inkml:trace>
  <inkml:trace contextRef="#ctx0" brushRef="#br0" timeOffset="-202385.691">10869 15309 1030 0,'0'0'580'16,"0"0"-87"-16,0 0-149 0,0 0-31 15,78-11 5-15,-55 11-60 0,3 1-61 16,2 5-51-16,3 4-55 0,-1-1-28 0,0 3-43 16,2-1-20-16,-3 0-28 0,1-1-123 15,0-1-77-15,0 1-79 16,-8-3-281-16,6 3-623 0</inkml:trace>
  <inkml:trace contextRef="#ctx0" brushRef="#br0" timeOffset="-201676.586">12549 15733 2176 0,'0'0'530'15,"0"0"-154"-15,0 0-178 0,0 0-17 16,0 0 85-16,26 65-27 0,-21-42-68 0,-2 1-72 15,0 4-43-15,0 3-18 0,-3 1-17 16,0 1-18-16,0 2 12 0,-6-2-15 16,1 1-13-16,-1-3-8 0,2-2-1 15,-2-2 10-15,3-4 11 0,0-2-15 16,2-5-3-16,-1-3-21 0,2-1 12 16,0-1-3-16,0-6 12 0,2-2-6 15,2 1 6-15,2-2 4 0,1-1 12 16,1 1 3-16,3 0 10 0,1-2-10 15,0 0 0-15,1 0-1 0,3 0 0 16,-1-4-2-16,2 2-22 0,0 1 22 16,5-1-17-16,1 2 1 0,2 0 3 0,5 0 16 15,2 0-88-15,5 4-31 0,0 1-52 16,4 3-6-16,3-2-190 0,-11 0-448 0,15 0-852 0</inkml:trace>
  <inkml:trace contextRef="#ctx0" brushRef="#br0" timeOffset="-186352.321">21324 15974 1444 0,'0'0'221'0,"0"0"1167"16,0 0-929-16,0 0-23 15,0 0-82-15,0 0-39 0,0 0-59 0,0 0-79 16,0 0-25-16,0 0 7 0,66 51-20 15,-27-41-42-15,6-1-9 0,7-1-45 16,1-4-13-16,2 1-12 0,1-3 3 16,-1 0-18-16,1-1 10 0,-3 1-13 0,0-2-12 15,-2 0-6-15,0 0 17 0,-5 0-14 16,-5 0-6-16,-6 0 0 0,-9 0-13 16,-6 2 10-16,-5-2 12 15,-8 1-9-15,-6 2-22 0,-1 0-8 16,-2 4-7-16,-10 1 4 0,-2 4 2 15,-6 2-9-15,-5 2-6 0,-1 2 12 0,-4 4 0 16,-4 3-9-16,-3 3-18 0,-5 3-1 0,-2 4 31 16,-7 3-9-16,-5 5 48 0,-1 3 13 15,-5 5 18-15,0 1-3 0,0 4 4 16,1 0 14-16,3-1 7 0,6-1-12 16,3-3 12-16,9-5-7 0,8-6 7 0,9-7-19 15,8-5-20-15,7-8-1 0,5-2 0 16,3-4 21-16,3-2 6 15,7 0 10-15,3-1-4 0,4-3 22 0,2 3-3 16,6-3 6-16,1 1 8 0,3-2-8 16,5-5 21-16,2-1-49 0,5-1 16 15,3 0-19-15,0-5 18 0,3-2-23 16,-1 0-1-16,2 0 16 0,-3 0-37 16,0 1-1-16,-1-1 0 0,-1 2-38 0,-3-1 8 15,-1 1 16-15,-3-2-15 16,-1 2-52-16,-5-3-45 0,-5 0-52 15,-4 0-19-15,-6 2-69 0,-5 0-211 16,-5 2-504-16,-5 1-385 0</inkml:trace>
  <inkml:trace contextRef="#ctx0" brushRef="#br0" timeOffset="-185876.82">22265 16768 2576 0,'0'0'687'15,"0"0"-284"-15,0 0-85 16,0 0 73-16,0 0-76 0,0 0-45 0,0 0-111 15,36 63-80-15,-33-36-45 0,0 1 6 0,-1 5-10 16,-1 2 0-16,1 1 4 16,-2-1-34-16,0-2-10 0,2-1-12 0,0-7-5 15,-1-3 6-15,3-5-4 0,-1-6-8 16,2-4 21-16,1-5-10 0,1-2-8 0,4-4-7 16,2-8 4-1,4-8-1-15,2-3 16 0,1-5-19 16,3-1 0-16,0 1-15 0,-4 2 34 0,1 6-10 15,-4 3 28-15,-1 4-21 0,-4 2-4 16,1 3 23-16,-4 4-1 0,-3 4 3 16,1 0 1-16,-2 0 39 0,0 9 0 0,3 1-15 15,-4 5 8-15,2 4 4 0,-3 3-35 16,1 2-2-16,-3 2 0 0,2 5-15 16,-2-1-31-16,0-1-31 0,0 1-33 15,0-4-29-15,0 1-43 16,0-6-120-16,0-3-158 0,0-2-228 15,0-8-470-15,-2 2-648 0</inkml:trace>
  <inkml:trace contextRef="#ctx0" brushRef="#br0" timeOffset="-184384.681">23183 16464 1725 0,'0'0'551'0,"0"0"-395"16,0 0-66-16,0 0 639 0,0 0-243 0,0 0-124 16,78-18-119-16,-44 15-42 0,3 0-28 15,3 0-23-15,-1 2-61 0,0-2-55 0,0 1-34 16,-3 1-15-16,-4 1-25 0,-4-1-28 16,-5 1-64-16,-4 0-68 0,-3 0-57 15,-6 0-72-15,-4 0-243 0,-4 0-554 0,-2 1-913 16</inkml:trace>
  <inkml:trace contextRef="#ctx0" brushRef="#br0" timeOffset="-184187.94">23359 16627 2546 0,'0'0'585'0,"0"0"-263"0,0 0-179 16,0 0 144-16,0 0 117 15,0 0-88-15,85 34-119 0,-51-30-117 0,6-4-31 16,0 0-28-16,1 0-21 0,-4-7-21 16,2 1-84-16,-5 0-70 0,0-3-47 15,-6 3-83-15,-9 1-256 0,9-3-704 0</inkml:trace>
  <inkml:trace contextRef="#ctx0" brushRef="#br0" timeOffset="-182553.789">24477 16154 2179 0,'0'0'566'0,"0"0"-229"0,0 0-139 16,0 0 60-16,0 0 64 0,0 0-61 15,0 0-93-15,0 0-72 0,0 0-34 16,68 81 34-16,-57-50-3 0,-3 7-19 16,-1 2-13-16,-2 6-21 0,0 6 3 0,-2 2-24 15,-3 2 8-15,0 3 7 0,0-2-21 16,0 1-13-16,-1-3-15 15,-4-2-1-15,3-4 1 0,-3-5-16 0,4-9-15 0,1-7-21 16,0-6-25-16,0-8-23 16,0-4-5-16,0-7-17 0,1-3-28 15,1 0-74-15,-2-5-95 0,1-8-212 16,1 3-137-16,-2-17-360 0</inkml:trace>
  <inkml:trace contextRef="#ctx0" brushRef="#br0" timeOffset="-182244.657">24536 16297 2274 0,'0'0'278'0,"0"0"-43"16,0 0-93-16,0 0 54 0,0 0-5 15,0 0-64-15,87-70-47 0,-70 62-39 0,1 1-38 16,-2 3 22-16,-1 4 10 0,-3 0-13 15,-2 1 26-15,-2 8 6 0,0 4 46 16,-4 4 23-16,-1 4-19 0,-3 3-23 16,0 3-15-16,0 0-10 0,-6 2-28 15,-3 0-13-15,0-1-15 0,0 0-3 0,-1-2 1 16,-2-1-23-16,1-4-9 0,1-2-3 16,-2-4-1-16,5-5-12 0,0-3-3 0,-1-5-54 15,-1-2-38-15,1 0-41 16,-3-2-42-16,-1-8-69 0,4-2-117 15,0 4-356-15,2-13-461 0</inkml:trace>
  <inkml:trace contextRef="#ctx0" brushRef="#br0" timeOffset="-181921.866">24832 16152 2365 0,'0'0'329'15,"0"0"-110"-15,0 0-56 0,0 0 150 16,0 0-27-16,87 27-75 0,-70-14-76 0,-4 3-90 16,-3 2-1-16,-2 1-7 0,-2 3 16 15,-3 1-34-15,-3 2-1 0,0 3 20 16,-3 0 2-16,-6 0-27 0,-3 2 14 16,2-4-2-16,-1-4-6 0,2-4-17 0,3-5 32 15,3-7 3-15,3-3-6 0,0-3-12 16,0-5-7-16,9-9 37 0,2-4-9 15,2-7-40-15,4-6 0 16,1-4-33-16,-1-2 5 0,-1 2 12 16,1 3 14-16,-4 6-26 0,-2 4-12 0,-2 6-50 15,-2 1-46-15,-2 5-51 0,-1 1-40 0,1 3-105 16,-2 2-205-16,0 1-227 0,0 2-541 16</inkml:trace>
  <inkml:trace contextRef="#ctx0" brushRef="#br0" timeOffset="-181502.458">25198 16326 1876 0,'0'0'331'0,"0"0"-156"0,0 0-13 16,0 0 118-16,0 0 6 0,0 0-92 15,0 0-79-15,95 3-51 0,-70-16 2 16,1-4 26-16,-1-2-3 0,1-3-89 0,-4 0-13 16,-2 0-69-16,-5 1-45 15,-2 4 22-15,-5 0 35 0,-5 3 16 0,-3-1 30 16,-3 3 24-16,-7 3 48 0,-5-1 3 0,-2 4 54 16,-1 5-22-16,0 1 24 0,-2 2-34 15,0 9-32-15,1 4-13 0,-1 2-28 0,0 6-9 16,1 3 6-1,1 2-32-15,2 1 15 0,0 1 20 0,4 1 3 16,3-5 42-16,0 0 5 0,6-3 13 16,1-3 22-16,2-1 0 0,5-4 0 15,5-2-35-15,6-4-19 0,4-2 12 16,2-1-33-16,6-2 5 0,3-4-27 0,5 0 12 16,2 0-28-16,0-7-44 0,-1 0-95 0,0-3-59 15,-6-2-58-15,0-1-96 0,-9 2-276 16,4-4-743-16</inkml:trace>
  <inkml:trace contextRef="#ctx0" brushRef="#br0" timeOffset="-180834.863">25989 16080 2443 0,'0'0'403'0,"0"0"-165"0,0 0-75 16,0 0 73-16,20 72 74 0,-15-43-84 15,-2 4-88-15,-3 1-116 0,0-3-21 0,0-5-1 16,0-1-28-16,0-6-34 15,3-5-99-15,-2-3-59 0,0-6-31 16,-1-4-20-16,0-1-68 0,0-3-191 16,0-11-604-16</inkml:trace>
  <inkml:trace contextRef="#ctx0" brushRef="#br0" timeOffset="-180668.441">25891 15869 2572 0,'0'0'453'16,"0"0"-293"-16,0 0-7 0,0 0 190 0,97 10-103 15,-71-8-240-15,1-2-16 0,-4 0-195 0,0 0-40 16,-4 0-176-16,-7 2-787 0</inkml:trace>
  <inkml:trace contextRef="#ctx0" brushRef="#br0" timeOffset="-180242.054">26123 16146 2251 0,'0'0'466'0,"0"0"-187"15,0 0 41-15,0 0 102 0,0 0-91 0,20 72-160 16,-14-63-130-16,0-3-41 0,2-2-13 16,1-3 11-16,-1-1-8 0,0 0-40 0,4-2-31 15,-1-7-1-15,3-1-9 0,0-2-7 16,0-2 20-16,0 2 44 0,-2-2 33 15,-1 5-23-15,0 1-11 0,-6 3 16 16,1 3 19-16,0 1 1 0,-5 1 15 16,1 0 9-16,-2 1 32 0,0 3 9 15,0 3 13-15,0 1-7 0,-6 3-19 16,2-1-37-16,-1-1-16 0,3-3-19 16,2-2-25-16,0-2-22 0,0-2-3 0,0 0 19 15,8-2 50-15,4-6 31 0,2-1-5 16,3-2-8-16,-1-1-18 15,4 0 23-15,-4 4-11 0,3-1 13 16,0 5 19-16,-5 1 22 0,3 3 26 0,-4 0 7 16,2 5-36-16,-2 0-1 0,-2 4 3 0,1 3-3 15,-2 0-1 1,-1 2-2-16,-1-2-13 0,-2 3-9 16,-2-2-3-16,1-3-31 0,-2 2 22 0,0-1-25 15,-1-1-30-15,2-1-50 0,-1-1-108 16,-1-3-58-16,-1-1-68 0,2-2-150 15,-1-2-328-15,1 0-780 0</inkml:trace>
  <inkml:trace contextRef="#ctx0" brushRef="#br0" timeOffset="-179794.302">26965 16012 411 0,'0'0'1993'15,"0"0"-1449"-15,0 0-201 0,0 0 50 0,-95 54-41 16,70-27-73-16,1 5-90 0,2 2-59 15,3 0-19-15,4-1-29 0,6-5-26 16,5-6-56-16,4-5-31 0,1-8-6 16,9-6-27-16,6-3 64 0,1-1 8 0,6-10-8 15,2-3-34-15,-2-6-3 16,2-3-34-16,-1-1 19 0,-1-1-19 0,-3 0 28 16,0 4 12-16,-4 3 28 0,-4 5-18 15,-5 4 20-15,-3 6-18 16,-2 3 19-16,-1 0 22 0,-1 6 46 15,0 5 9-15,3 3-3 0,0 5-15 0,0 1-13 16,0 2-6-16,0 0 2 0,2-3-42 0,3-1-25 16,4-5-39-1,3-2-41-15,4-3-65 0,0-4-4 0,5-4-32 16,3-4-96-16,4-6-123 0,0-7-148 16,-6 0-462-16,17-12-254 0</inkml:trace>
  <inkml:trace contextRef="#ctx0" brushRef="#br0" timeOffset="-179401.632">27514 16018 665 0,'0'0'2309'16,"0"0"-1719"-16,0 0-369 0,0 0-23 16,-91 84 119-16,64-53-17 0,-1 1-45 0,5 1-108 15,5-8-40-15,8-3-58 0,7-8-49 16,3-6-128-16,7-6 5 16,9-2 37-16,1-5 13 0,5-5 20 0,1-9-2 15,1-2-28-15,2-2-4 0,0 0-6 0,-3 1 25 16,-1 3 12-16,-5 3 18 0,2 4 1 15,-5 5-16-15,-2 2 9 0,-2 5 8 16,-1 0 36-16,-2 4 79 16,1 4 8-16,1 5-15 0,0 4-35 15,1 2 7-15,1 2-32 0,0 5-12 16,-2 2 16-16,2 3-1 0,-3 2 24 0,1 4-38 16,-4 4-2-16,1 2 11 0,-4 3-23 15,-2 0 4-15,0-1-25 0,-5-2-41 16,-2 0-2-16,-3-3 77 0,-1-3 0 15,-2-3 37-15,0-3 3 0,0-5 29 16,-5-2 27-16,1-4-19 0,1-5-9 16,-1-5-10-16,3-2-8 0,-2-4 11 0,1-4-3 15,4-1-30-15,-1-10-26 0,2-3 29 16,1-3-29-16,4-2 19 0,4-3 0 0,1-1 7 16,1-2-16-16,10-2-12 0</inkml:trace>
  <inkml:trace contextRef="#ctx0" brushRef="#br0" timeOffset="-176902.641">28653 16087 1835 0,'0'0'253'0,"0"0"-58"16,0 0 221-16,0 0-43 0,0 0-15 16,0 0-121-16,0 0-76 0,0 0-35 15,0 0-25-15,0 0-13 0,0 0-35 0,-15 75-31 16,12-56-11-16,2-4-11 0,1-3-22 16,0-6-9-16,0-3-13 15,6-3-24-15,1 0 35 0,6-7 18 16,-2-3-70-16,4-3-47 0,1-2-16 15,-5-2 30-15,-1-1 74 0,-4 3 6 0,-5-1-7 16,-1 6-63-16,0-2-26 0,-7 3 41 0,-4 2 10 16,-2 4 38-16,-3 1 19 0,1 2 26 15,-3 5-3-15,0 4 3 0,1 3-19 16,0 3 3-16,0-1-23 0,3 1-22 16,5-3 32-16,3-2-203 0,4-4-445 15,2-2-574-15</inkml:trace>
  <inkml:trace contextRef="#ctx0" brushRef="#br0" timeOffset="-176759.678">28952 16102 2093 0,'0'0'662'16,"0"0"-261"-16,0 0-270 16,82 8 38-16,-48-8 40 0,3-5-86 0,4-6-123 0,0-3-243 15,0-4-101-15,-2-2-144 0,-11 5-577 16,10-10-494-16</inkml:trace>
  <inkml:trace contextRef="#ctx0" brushRef="#br0" timeOffset="-176436.06">29197 15821 1049 0,'0'0'1032'15,"0"0"-605"-15,0 0-175 0,0 0-85 16,-11 70-49-16,11-44 7 15,0 2-10-15,0 4-48 16,0 2 22-16,3 2 35 0,2 1-29 0,3 3 12 0,3 3-44 16,-1-1-25-16,3 3 12 0,0-2-28 15,0-1 0-15,0 0 16 0,0 0-7 0,0-3-15 16,0 0 10-16,-3-3-26 16,1 0-9-16,-2-4-27 0,-1-1 8 0,-3-1-66 15,-2-3-16-15,-3-2 18 0,0 0 26 16,0-3 18-16,-6-1 1 15,-2-2-1-15,-3 0-28 0,-1-2-32 16,-1-3-36-16,-6-1-51 0,-2-4-50 0,-1-3 68 16,-6-4-1-16,-1-2 10 15,-4-5-69-15,-1-10-195 0,6 4-86 0,-18-14-248 0</inkml:trace>
  <inkml:trace contextRef="#ctx0" brushRef="#br0" timeOffset="-174925.401">25572 17433 1755 0,'0'0'1573'0,"0"0"-1133"0,0 0-62 16,0 0-117-16,0 0-75 0,0 0-20 0,0 0-28 16,0 0-19-16,80-3-3 0,-39 3 55 15,6 0-40-15,4 4-62 16,5 0-53-16,1 0-7 0,2 0-9 0,-2-2-18 15,-3 2-16-15,-5 0-11 0,-3-1 17 16,-7 0-23-16,-5 2-4 0,-9 0-33 16,-5 2-13-16,-6 0 0 0,-6 2 12 15,-8 2 4-15,0 2 26 0,-11 4-45 0,-9 3-4 16,-5 1 6-16,-5 3-47 0,-5-2 37 16,-4 2 18-16,-4 0-26 0,-2-1-30 15,-1 3 27-15,-1 0 2 0,3 1 39 0,-2 0 34 16,6 2 45-16,2-3 3 15,4 3 26-15,3-1-1 0,4 0 45 16,6 0 31-16,1 1 9 0,7-2 16 16,2-3 35-16,4-2-61 0,7-3 6 0,0-3-19 15,7-3-28-15,4-2-13 0,3-3 4 16,5-2 24-16,4-1-9 0,2-3 5 16,6-2 7-16,3 0-3 0,5 0 33 15,0-5-28-15,4 1-18 16,-1-1-58-16,0 0-3 0,3 0-24 15,-2 1-28-15,0-1 28 0,-2 2-16 0,-4 1-9 16,-1-1-40-16,0 2 22 0,-3-1 5 0,3 1 13 16,-3 0-28-16,-1-3-56 0,-2-1-109 15,-4-2-72-15,-2-2-217 0,-1 0-123 16,-8 3-499-16,4-6-390 0</inkml:trace>
  <inkml:trace contextRef="#ctx0" brushRef="#br0" timeOffset="-174569.191">26966 17448 927 0,'0'0'1033'16,"0"0"-725"-16,0 0-111 0,0 0 39 0,0 0 21 16,0 0 18-16,0 0-26 0,-85 45-25 15,71-26 6-15,0 6 25 0,-4 2-35 0,2 6-50 16,-1 3-3-16,1 2-26 0,-2 4-40 16,2 5-25-16,1 2-27 0,1 0-21 15,2 2-7-15,4-2-11 0,3-1-10 0,5-3-2 16,0-5-22-16,5-2-1 15,10-6 7-15,3-5-19 16,6-3-36-16,7-5-46 0,2-6-23 16,4-5 1-16,6-6-11 0,-2-2-115 15,1-12-278-15,-11 3-224 0,14-15-986 0</inkml:trace>
  <inkml:trace contextRef="#ctx0" brushRef="#br0" timeOffset="-174196.944">27601 17302 2100 0,'0'0'624'0,"0"0"-155"0,0 0-157 0,0 0 13 0,0 0-79 16,0 0-99-16,0 0-63 16,0 0 6-16,0 0-10 0,0 0 7 0,-62 96-19 15,41-56-19-15,0 6 9 0,1 5-21 16,1-1-15-16,2 0 27 0,3-4-3 16,5-4-19-16,7-6 1 0,2-8 6 15,3-5-17-15,8-6-17 0,5-6-18 0,3-4 5 16,4-4 13-1,2-3 67-15,4-6-37 0,-1-9 7 0,3-4-37 16,-6-3-41-16,-2-4-44 0,-5 2-62 16,-7-1-66-16,-6 3-62 0,-5 3-116 15,-6 1-251-15,-3 5-417 0,-17-3-372 0</inkml:trace>
  <inkml:trace contextRef="#ctx0" brushRef="#br0" timeOffset="-174039.337">27418 17606 1129 0,'0'0'1436'0,"0"0"-848"0,0 0-231 16,0 0-82-1,0 0-27-15,0 0-31 0,0 0-37 0,0 0-44 0,0 0-50 16,0 0-27-16,96 50-10 0,-56-57-49 16,1-5-6-16,1-2-80 0,-2-3-66 15,-3 1-33-15,-6 0-27 0,-3 3-150 16,-7 0-245-16,-4 0-182 0,-7 4-405 16,-2 0 27-16</inkml:trace>
  <inkml:trace contextRef="#ctx0" brushRef="#br0" timeOffset="-173894.637">27787 17524 1922 0,'0'0'1025'0,"0"0"-606"0,0 0-184 16,0 0-14-16,0 0 8 0,0 0-19 16,-19 82-36-16,20-62-75 0,3 1-22 15,2-1-31-15,2 0-46 0,-3-1 0 0,4 2-46 0,-2-5 9 16,0-1-31-16,-1-1-31 16,2-5-56-16,-2 1-55 0,0-2-54 0,0-3-205 15,-2-3-541-15,-1-2-462 0</inkml:trace>
  <inkml:trace contextRef="#ctx0" brushRef="#br0" timeOffset="-173611.777">28431 17179 2636 0,'0'0'1056'0,"0"0"-908"16,0 0-123-16,0 0 19 15,0 0 182-15,0 0 123 0,-80 86-146 16,57-54-111-16,-1 6-27 0,-4 6 33 0,-2 6 46 16,-1 4-50-16,-3 8-54 0,-3 4-10 15,-1 4-27-15,-3 5 7 0,2 0-10 16,0 3 0-16,-1 0 0 0,5-4 0 0,2-2-2 16,4-5-37-16,6-6-10 0,3-5-24 15,4-11 9-15,6-5-43 16,5-8-16-16,2-8 12 0,3-8-37 15,3-9-56-15,5-7-131 0,0-1-220 16,1-7-188-16,-1-13-843 0</inkml:trace>
  <inkml:trace contextRef="#ctx0" brushRef="#br0" timeOffset="-172750.492">28341 17836 2451 0,'0'0'551'0,"0"0"-168"0,0 0-151 16,0 0 42-16,0 0 40 0,87 45-28 15,-57-40-89-15,2-1-49 0,2-4-78 0,0 0-30 16,-1-2-40-16,-2-5-32 15,0 2-4-15,-2-3 2 0,-7 2-12 16,-3 0 6-16,-7 2-22 0,-6 4-5 16,-4 0-20-16,-2 2 10 0,-7 6 12 0,-5 3 62 15,-8 4-59-15,-5 5-19 0,-3 3 15 0,-2 2-40 16,1 2 43-16,0 0 1 16,5 0 61-16,1 0 0 0,-2 1 1 0,4 0 0 15,2 2 34-15,2 0-8 0,3-1 50 16,3-1 11-16,5-2-43 15,3-2 37-15,3-2 18 0,0-5-34 16,8-2-12-16,7-5-26 0,5-3-2 0,2 0 31 16,4-2-1-16,2-1 10 0,-1-1-13 15,-1-3-18-15,0 0-16 0,-4 0-6 16,-2 0-12-16,-4-3-33 0,-4 1 20 16,-3-3-5-16,-4 1-56 0,-3-3-98 15,0 0-82-15,-2-5-119 0,0-2-136 0,-3-4-173 16,-1 5-471-16,-5-9-266 0</inkml:trace>
  <inkml:trace contextRef="#ctx0" brushRef="#br0" timeOffset="-172346.238">28395 18112 688 0,'0'0'697'16,"0"0"-125"-16,0 0-196 0,0 0-46 0,0 0-37 16,0 0-12-16,0 0-32 0,0 0-53 15,0 0-19-15,0 0 59 0,0 0 13 16,8-10-17-16,4 10-10 0,4 0-75 16,2 0-34-16,0 2-27 0,0-1-44 0,1 2-14 15,-4-2-28 1,2 2-6-16,-3-3-31 0,-1 2 3 0,3-1-27 15,-3-1-46-15,1 0-89 0,-2 0-106 16,2-1-150-16,-4-3-212 0,-4 2-575 16,2-4-538-16</inkml:trace>
  <inkml:trace contextRef="#ctx0" brushRef="#br0" timeOffset="-171435.463">28834 18198 1246 0,'0'0'1036'16,"0"0"-587"-16,0 0-128 0,0 0 24 0,0 0-98 16,0 0-64-16,17 70-73 0,-12-51-47 15,-1 0-35-15,1 2 4 0,-4 0-19 0,0-2-11 16,2-3 11-1,-3 0-13-15,3-1 0 0,-2-3-29 0,-1-7 0 16,2 0-24-16,-1-5 6 0,1 0-22 16,2 0-1-16,0-9-53 0,5-3 79 15,0-5-38-15,2-7 15 0,-1-2-38 0,5-2-51 16,-1 2 60-16,0 5 95 16,0 2 1-16,-4 7 112 0,0 3-26 0,-5 5-41 0,1 1-10 15,-3 3 3-15,0 0 32 0,2 1 15 16,-1 7-9-1,-2 2-9-15,1 0-33 0,-1 5-9 0,-1 0 7 16,1 1-16-16,-1 0-15 0,-1 0 12 16,2-1-13-16,-2-3-25 0,1-2-38 0,1-1-82 15,-2-5-58-15,0-1-84 0,0-1-286 16,0-1-441-16,0-1-252 0</inkml:trace>
  <inkml:trace contextRef="#ctx0" brushRef="#br0" timeOffset="-170885.134">29181 18299 1721 0,'0'0'814'0,"0"0"-299"15,0 0-275-15,0 0 1 0,0 0 56 16,0 0-26-16,0 0-53 0,0 0-69 16,0 0-38-16,0 0-49 0,0 0-28 15,58 15-19-15,-46-15 16 0,-1 0-18 16,-1 0-13-16,2-1-2 0,-2 1-19 0,1-1-10 16,-1 1-40-16,-1-1-90 0,0-1-62 0,-1-1-126 15,0 2-135-15,-3-5-198 0,1 2-391 16,1-2-250-16</inkml:trace>
  <inkml:trace contextRef="#ctx0" brushRef="#br0" timeOffset="-170621.028">29451 18131 1186 0,'0'0'1540'15,"0"0"-1164"-15,0 0-200 0,0 0-1 0,0 0 113 16,0 0-27-16,0 0 24 0,0 0-105 0,0 0-100 16,0 0-21-16,0 0-16 0,35 67-24 15,-31-48-16-15,-1 1-1 0,0 2-2 16,-2 2-2-16,0 1-29 0,2 0-9 16,-1 2-16-16,1-1-24 0,0-1-41 0,0 1-25 15,1-3-18-15,1-2-46 0,-2-1-116 16,0-2-236-1,0-8-433-15,2 3-186 0</inkml:trace>
  <inkml:trace contextRef="#ctx0" brushRef="#br0" timeOffset="-170010.45">29862 17316 1500 0,'0'0'647'15,"0"0"-149"-15,0 0-170 0,0 0-11 0,78 38 0 16,-58-25-74-16,-1 1-98 15,-2 4-3-15,1 1-52 0,-3 5-28 16,1 2-9-16,-2 2-16 0,-1 5 7 0,1 0-13 16,-5 0-19-16,1 2-12 0,-3-1 0 15,-4 1-2-15,-3 3-23 0,0-1-3 0,-3 1-59 16,-6-1-43-16,-3-1-21 0,-1-1 32 16,-1-3-14-16,-1-3-62 15,-4-4-82-15,2-1-145 0,-2-6-143 16,4-5-84-16,-3-2-449 0</inkml:trace>
  <inkml:trace contextRef="#ctx0" brushRef="#br0" timeOffset="-169568.027">30634 17487 1349 0,'0'0'1528'15,"0"0"-972"-15,0 0-246 0,0 0-152 16,0 0 3-16,0 0 23 0,26 81-97 15,-22-57-69-15,-2 1-18 0,1-2-2 16,-2-2-1-16,1-3-56 0,-1-3-78 0,1-3-52 16,-2-3-34-16,0-2-56 0,0-4-286 15,0-3-526-15,-3 0-452 0</inkml:trace>
  <inkml:trace contextRef="#ctx0" brushRef="#br0" timeOffset="-169382.862">30564 17262 1650 0,'0'0'555'16,"0"0"-151"-16,0 0-98 0,0 0-40 0,88 15-97 16,-65-11-131-16,-1-1-38 0,-3-1-207 0,-1-1-242 15,-5 2-227-15,-1 1-364 0</inkml:trace>
  <inkml:trace contextRef="#ctx0" brushRef="#br0" timeOffset="-169126.952">30804 17483 2040 0,'0'0'637'0,"0"0"-245"0,0 0-251 0,0 0 31 16,0 0 50-16,2 67-29 0,-1-55-96 0,1-3-97 0,3-4 0 0,-1-2-22 15,2-3 0-15,2 0 7 16,0 0 15-16,4-6 15 0,-1-1 17 15,4-3-10-15,-1 1-7 0,2-1-12 0,-2 3-3 16,3 1 0-16,-2 5 1 0,1 1 71 16,0 0 41-16,-1 3-22 0,-1 2-54 15,-3 2-34-15,2 3 13 0,-1 0 12 0,0 0-25 16,-3 3 0-16,1-1-3 0,-1 1 0 16,-2 2-2-16,0-2-26 0,-1-2-40 15,-1 0-48-15,1-3-64 16,0-1-56-16,0-3-136 0,-1-2-360 15,0 0-806-15</inkml:trace>
  <inkml:trace contextRef="#ctx0" brushRef="#br0" timeOffset="-168628.868">32473 17008 42 0,'0'0'1832'16,"0"0"-1268"-16,0 0-177 0,0 0-105 0,0 0-13 16,0 0 3-16,0 0-54 0,0 0-111 0,0 0-95 15,-84 8 20-15,57 7-17 0,-5 3 8 16,1 7 5-16,-7 2 19 0,-2 5 6 16,-1 4-18-16,-3 4 11 0,4 5-5 15,1 0 36-15,5 3 78 0,6 3-38 16,3-1-40-16,8 1-40 0,5-3-22 15,9-8-15-15,3-4 0 0,11-7-3 16,7-7 2-16,7-4-11 0,3-5 6 16,6-5 6-16,0-3 18 0,2-3 16 15,0-2-25-15,1-3-9 0,0-4-15 16,-1-4 12-16,-2 1-22 0,-3 0 10 0,-3-1-13 16,-5 2-58-16,-7 2-50 15,-5-1-34-15,-4 1-23 0,-7 3-71 0,0-3-109 16,-9 1-121-16,-5-1-141 0,3 2-600 15,-10 1 557-15</inkml:trace>
  <inkml:trace contextRef="#ctx0" brushRef="#br0" timeOffset="-168287.255">32228 17573 691 0,'0'0'1208'15,"0"0"-712"-15,0 0-70 0,0 0-169 16,0 0 14-16,0 0-17 0,0 0-27 16,0 0-48-16,0 0-37 0,0 0 8 0,0 0 17 15,68-6-46-15,-49 1-51 0,-2-3-70 16,0 1-38-16,0-2-23 15,-3 1-4-15,-2 0-9 0,-4 0-60 16,-1 0-59-16,-3 3-28 0,-4 0-31 16,0 2-53-16,0 2-111 0,0 0-139 15,-3 1-38-15,0 0 36 0,-1 0-23 0,0 1 391 16,4 2 189-16,0-2 551 0,0 1-17 0,0 0-63 16,4-2-101-16,0 1-70 0,-1 0-46 15,2 2-61-15,-1 0-68 0,2 3-7 16,1 4 28-16,2 4 31 0,2 3-35 15,1 4-44-15,3 1-23 0,0 3-50 16,-1 0-25-16,2-2-27 16,-3 1-45-16,1-2-10 0,0 0-31 0,-2 0-8 15,-2-2 4-15,-1-2-23 0,0-2-55 16,-4-1-135-16,-2-3-196 0,2-4-273 0</inkml:trace>
  <inkml:trace contextRef="#ctx0" brushRef="#br0" timeOffset="-168102.627">32921 17962 836 0,'0'0'2733'16,"0"0"-2332"-16,0 0-288 0,0 0-88 15,0 75-6-15,-6-60 11 0,3 0-30 0,-3-3-170 16,-2-4-151-1,5-3-219-15,-7-1-885 0</inkml:trace>
  <inkml:trace contextRef="#ctx0" brushRef="#br1" timeOffset="-157991.823">19958 15761 850 0,'0'0'36'0,"0"0"1540"15,0 0-1260-15,0 0-53 0,0 0-61 16,0 0-24-16,0 0 44 0,0 0 27 16,0 0 6-16,0 0-3 0,0 0-42 15,3 19-25-15,10-1-29 0,1 2-9 0,3 8-56 16,2 7-30-16,0 8-21 15,-1 7-13-15,0 13-27 0,-1 6 0 16,-4 12-1-16,-4 9-26 0,-2 9 15 16,-3 6 10-16,-1 9-23 0,-3 3-24 15,0 2 16-15,0 2-19 0,0-3 25 0,0-1 5 16,0-2-36-16,0-5-21 0,8-4 2 16,0-7-9-16,5-10 6 0,0-9-15 0,4-12-20 15,-1-11-27-15,3-12-20 0,-1-12-86 16,0-10-27-16,1-10-71 15,-2-8-192-15,-3-4-429 0,2-8-378 0</inkml:trace>
  <inkml:trace contextRef="#ctx0" brushRef="#br1" timeOffset="-154061.656">19857 15366 1451 0,'0'0'1008'0,"0"0"-786"15,0 0-96-15,0 0-72 0,0 0 14 0,0 0 44 0,0 0 0 16,0 0-22-16,0 0-7 0,0 0 31 16,38-14 26-16,-30 11-14 15,5 2-22-15,-3 1-19 0,4 0 0 16,0 0-2-16,0 0-15 0,5 0-49 0,1 3 15 15,0 0-12-15,5 1-22 0,-1-1-15 16,4 1 15-16,3 1 0 0,2-2-35 16,2 1 17-16,3 2 14 0,2-3-26 15,2 2 29-15,1-2-1 0,4 0-1 16,1-2 1-16,4-1-11 0,1 0 10 0,5-1-12 16,1-3 15-16,3-3-23 0,3 3 20 15,1-1-35-15,2-1 25 0,1 3-34 0,1 1 44 16,0 2-16-1,0 0 19-15,-2 7 0 0,1 2 0 0,0 0 19 16,-1 4-3-16,2-2-16 0,-4 1-15 16,3 1 12-16,-3 1-28 0,3-3 6 0,-2-1 6 15,2-1-35-15,1-2-28 0,3 0 10 16,-3-3 15-16,3 2 19 0,0-3 38 16,1 1-2-16,-3 2 3 0,0-3-1 15,0 3 3-15,0 1 25 0,-1 1 2 0,0-1-30 16,-1 1-16-1,2-2-9-15,-2 1 23 0,4-3-14 0,0-1 14 16,0-3-46-16,2 0-22 0,0 0 0 16,1 0 13-16,1-4 35 0,-2-1 2 15,1-1 8-15,-2 0 12 0,1-1 22 0,-2 1 0 16,-2 0 1-16,2-1 8 0,-3 3-8 16,0-1-7-16,1 2-16 0,-2 0-10 0,0 0 10 15,0-1 3-15,2 2 10 0,-1-2-11 16,-2-2-1-16,0 1 14 0,2-2-14 15,-3 0 1-15,1 0 27 16,-1-4 34-16,0 3-9 0,0-5-13 16,0 4 4-16,0-2-1 0,-2 1-12 15,2-2-6-15,-1 0-26 0,1 2-35 0,0-2-9 16,1-1 22-16,-4 2-23 0,4 1-24 16,-1-2 31-16,1 4-42 0,0-3 58 15,-1 1 9-15,0 0 11 0,0 1 2 0,2 0 3 16,-1-1 51-16,1 1-9 15,2 0-7-15,0 1-19 0,3-3 3 16,0 1-22-16,0 0 1 0,0 1-1 16,-1 2-12-16,1-1-11 0,-2 0 23 15,1 5 0-15,0-2 0 0,-3 2-31 0,4 0 28 16,-4 0-17-16,2 0-11 0,5-3-1 16,-2 2 3-16,4-2 7 0,0-1-32 0,2 0 11 15,-1 2 43-15,1-2 13 16,-2 2 13-16,-2 0 12 0,1 1-3 15,-2 1 22-15,0 1 10 0,0-1-7 16,-2 1-22-16,1 0-22 0,2 0 0 16,-1 0 6-16,5-3-22 0,0 0-26 0,2-1-40 15,1 0 9-15,-1-2-48 0,-1 2 45 16,-2 0-12-16,-2 0 72 0,-2 3 16 16,-1-1 16-16,0 4 32 0,-2 0 38 0,-1 0-20 15,2 0-43-15,-1 6-39 0,0-1-35 16,-2 2 20-16,0-2-27 15,-2 2 7-15,2-2 23 0,-2-1-14 0,0 0 4 16,1-2 9-16,1-1-9 0,-1-1 9 16,-3 0-34-16,1 0 5 0,2 0 16 15,-2 0 11-15,-1 0 15 0,1 1 3 16,-1 1 9-16,1-1-12 0,0-1 0 0,-2 2 2 16,0 0 10-16,1-2-10 0,-2 1 21 15,-4-1-14-15,3 1-9 0,-2 0 0 16,1-1 15-16,0 2 8 0,-1-2-1 15,0 0-3-15,0 2-19 16,-5-2 19-16,-1 3-6 0,-1 0-13 0,-4 1 19 16,-4 0 16-16,-1 3 16 0,-4 0 37 15,-3 0-5-15,-1 2 5 0,-3 0-6 16,-2 0-13-16,-3 0-50 0,0 1-17 16,-1-3-2-16,-1 2-3 0,-2-1 0 15,-2 0-26-15,1 0 28 0,-2-2-14 16,-3 0 11-16,0 0-14 0,-1 1 18 0,-5-1 15 15,3 1-14-15,-5 0 23 0,0-1-23 16,1 0 2-16,-2-2 25 0,2 1-28 16,0-3-23-16,1 1-12 0,-1 0-31 15,-1-2-22-15,-1 2 25 0,-2-2 3 16,-1 2 15-16,-3 0 1 0,2 0 22 16,-2 1 3-16,0-1 15 0,1 3 4 15,-1-1 17-15,2-1-14 0,0 0 19 16,0 3-6-16,0-2-3 0,5 0-13 15,-1-1-34-15,0-1-24 0,1 0 1 0,-3-1 56 16,0 0 1-16,-1 2 13 0,-3 0-13 16,-2-1 1-16,-2 1 27 0,-1-1 26 0,1 2-6 15,-1-3-26-15,0 3 0 0,0-1-19 16,0 1 13-16,0 0-15 0,0 4 25 16,2-1-1-16,-2 1 7 0,1 2 18 0,-1 2-12 15,3 1-7-15,0 3 10 0,-3 2 44 16,2 2-10-16,-2 0-46 15,0 2-6-15,0 2-20 0,0 3 9 16,0 2-9-16,0 1-3 0,0 2 1 16,0-1-1-16,0-1 2 0,0 1 1 0,4 1 9 15,1-1 10-15,1 2 0 16,2 0-10-16,-2 1-10 0,-2 5 1 0,-1 0 0 16,-2 4 9-16,-1 0-12 0,0 5-22 15,-3 3-3-15,-1 1 22 0,-3-1-12 0,-1 1 12 16,-3 0 1-16,2-3-10 0,1 1 12 15,0-2 31-15,1-4 7 0,0 3-1 16,3 0-15-16,-4-1-4 0,3 2-18 16,-5-2-28-16,-1 0 13 0,1-2-40 15,-2 0 54-15,-2 0-64 0,-1-1 23 16,0 0 84-16,0-2-140 0,1 1 4 16,2 2 94-16,1-1 66 0,3-3-66 15,0-1-57-15,3-1 57 0,1-2 76 0,1-2-73 16,0-4-6-16,0-1-22 15,1-1-19-15,1-4 42 0,-1 3 2 16,1-3-16-16,-1 1 16 0,1 1 2 16,-2-1-1-16,-2 1-1 0,0-1 0 15,2-1-19-15,-3 0-3 0,1 0 22 16,0 0-79-16,0-1 45 0,0 1-1 16,0 0 14-16,0-3 21 0,-1 3 38 0,1-2 31 0,-2 1-37 15,2 1-7-15,1 1 31 0,0 1-40 16,-1 1 34-16,1 2-6 15,-2 1-42-15,2-1 1 0,0 1 4 0,-2 2-7 16,-2 0-1-16,4-1-46 0,-1 0 3 16,0-1 28-16,2-2 0 0,0 0 4 0,0-2-4 15,3-2-6-15,0-2 22 16,0-2 44-16,0-4-25 0,0-1-3 0,0 0 6 16,0-2-10-16,3-1 29 0,0 2 16 15,-1-1 0-15,-1-1-41 0,-1-2-16 16,2-1-1-16,-2 0-1 0,0-5-35 0,0 2 5 15,0-3-25 1,-2-3 10-16,-1 2 45 0,2-3-1 0,-1 2-13 0,1-2 0 16,-1 0 13-16,2 0-22 15,-2 0-7-15,-1-2 10 0,-2-2 22 0,-2-1 4 16,2 2 8-16,-3-3 10 0,-1 2 7 16,0-1-11-16,-2 2-16 0,0-1-2 15,-2-1-15-15,0 2-10 0,-3-1-1 16,2-1-11-16,-5-2-14 0,0 0 13 15,-2 0-44-15,-2 2 57 0,1 0 25 16,-3 1 28-16,1 1 14 0,-2 1-8 16,-1 0-2-16,-4 1 6 0,0 1-4 15,0 0 13-15,-2 0 1 0,-1 0-1 16,-3 1-10-16,1 2-37 0,-4 0-20 0,-2-2 2 16,0 1-4-16,-3 2-16 0,-3 1 10 15,-1-2 28-15,0 1 2 0,1 0-2 0,-1-1 2 16,0 2 0-16,0-3 20 0,2 2-6 15,-1-1-14-15,-1 0 0 16,3-1-2-16,-3 0-16 0,0 1 14 16,-3 0-20-16,2-1 19 0,-1 0-10 15,2 3 1-15,0-3 12 0,0 1 22 16,1-1-6-16,1 1-14 0,1-3 12 0,4 3-14 16,-1-2-16-16,1-1 16 15,2 0 3-15,-1 0 12 0,1 0 10 16,1 0-21-16,0 2 30 0,0-1-9 0,-1 2-6 15,1-1-17-15,2 4 10 0,1-2-11 16,-3-1-2-16,4 3-1 0,-1-3-10 16,2 0-1-16,0 0 13 0,0-1-15 15,1-1-17-15,-2 2-2 0,-1-3-1 0,3 0-2 16,-1 0-1-16,-1 0-3 0,-1 0 6 16,0 1 9-16,0 1 26 0,-3 0 16 15,1 1-4-15,-1 3 14 0,-2-1 8 0,0 2-16 16,1-2-17-16,-2 2-2 0,3-2-42 15,-1 0 30-15,-1 1-24 16,0 0 8-16,0-2-2 0,-1 1 8 16,-3-2 1-16,3 1 22 0,-6-2-3 0,5-1 3 15,-3-1 2-15,2 0 11 0,-1 0-11 16,1 0 23-16,1 0 10 0,0 0 12 16,-1 0-3-16,1 0-3 0,-1 0-22 0,2 0-6 15,-4 0-13-15,1 0-19 0,-3-3-6 16,4-1 3-16,-7 1-16 15,1 0 7-15,-1-3-11 0,0 4 39 16,-4-1 3-16,0 2 19 0,2-2 3 16,-1 2-20-16,0-1 21 0,2 0-8 0,-2 0 7 15,0-1 0-15,-1 1 0 0,0 2-3 16,0-1 3-16,-2-1 7 0,0 1-27 0,-2-1-2 16,0 1-13-16,-3 0 13 0,0-1 0 15,0 2-3-15,-2-2-22 0,-3 1 6 16,1-1 18-16,-2 0-13 0,2 1 14 15,0-1 0-15,1 0 13 16,0-1 6-16,2-1 12 0,-2 1-12 0,1-3-6 16,1 1-12-16,-1 0 2 15,2-1 19-15,-4 0 3 0,4 0-3 0,-2-1-22 16,0 1-11-16,-1 0 8 0,0-1-13 16,0-1 13-16,1 2-15 0,-3 0-1 0,2 1-6 15,-1-2 24-15,1 0-3 0,3 3 1 16,0-3 2-16,1 1 1 15,-1 0 16-15,0 0 0 0,0 0-16 16,0-1-1-16,1 1 1 0,1-1 0 0,1 1 2 16,0 1 8-16,0 0-10 0,0-1-12 15,0 0 10-15,0 2 2 0,-3-1-4 16,0 2-30-16,-1-2-10 0,-1 1-26 16,2 0-2-16,-1 0-4 0,0-1 10 0,-1 0 18 15,0 2 10-15,2 1 38 0,1-1 13 16,2-1 2-16,1 1-2 0,1-1 16 15,0-1 9-15,3 0 12 0,-2 1-18 16,3-2-32-16,-3-1 0 0,2 2-32 16,-2-1-31-16,-1-1 44 0,2 2-22 15,-2 1 6-15,-1-1-16 0,1 3 13 16,0-1 9-16,1 0 29 0,1 3 13 0,-1-2 25 16,0 0 19-16,-2 2-9 0,-1 0 5 15,0 0-52-15,0 0-2 0,-1 0-2 0,1 0-26 16,1-2-3-16,-1 1-25 15,-1-1 16-15,1 0-10 0,0 2 13 16,0-1-4-16,2-1 17 0,-2 1 5 16,0-1 18-16,3 2 2 0,-1 0 24 0,1-1-11 15,1 1-13-15,0-1 0 0,3 1-28 16,-1 0 27-16,1 0-27 0,1 0 6 16,1 0-4-16,-1 0 24 15,1 1 2-15,2 2-2 0,-3 1 3 0,3 1-1 16,-2 1 35-16,2-3-9 0,0 1-17 15,1 1-6-15,1 0 7 0,1-1-10 16,1 0 3-16,2 0 29 0,1 0-32 16,2-1-29-16,2 1 18 0,1 0 10 15,2-1-14-15,2 0-8 0,0-3-25 16,2 3 13-16,0-2 0 0,2 1 22 16,0 0 13-16,2 0 26 0,3 1-4 0,2 0 29 15,1-2 29-15,5 1-3 0,1-2-26 0,1 0-32 16,4 0-19-16,0-2-10 15,3-2-9-15,0 1-16 0,1-3-35 16,0 2-26-16,-1 0 36 0,1-1 37 16,-1 2 23-16,1 0 0 0,-2 0 0 0,0 2 2 15,1-1 11-15,0-1 13 0,2 2 15 16,-1 0-6-16,0-1 0 0,4 2-3 0,-1-1-6 16,-1-1 0-16,3 0-16 0,-1-2-10 15,0-1-25-15,-2 3 2 0,0-4-2 16,1 2 9-1,-1 1 16-15,-1-1 19 0,-1 1 19 0,0 0 1 16,1 1-8-16,-2 2-8 0,1-4-11 0,0 2-11 16,-1-1 1-16,0 0 27 0,2 3-7 15,0-4 17-15,-1 3 18 0,2-1 3 16,0-2-13-16,-1 0 1 0,2-1 2 16,-3-2 4-16,4 0-16 0,-2-1-18 0,1 2-20 15,1-1-29-15,-1 1 4 0,1 2 22 16,-1 0 0-16,1 1-19 15,0 2 18-15,-1-1 4 0,1 2 0 16,-1 0 16-16,1-2 9 0,-2 1-6 16,2-1-18-16,1 0 0 0,-2 0-1 15,2-4 1-15,0-1 15 0,-3-2 9 0,3-3 19 0,-3-1-44 16,1 0-18-16,-1-2-4 0,-3 0 3 16,0 3 19-16,-2-1-1 15,0 1 1-15,2 4-1 0,-1-2-2 16,-1 1-22-16,2 3 25 0,0-2-19 0,-1 1 0 15,2 3-25-15,-1-2 7 16,1-1-24-16,1-3-8 0,-1 2 9 0,2-3 2 16,3 0-24-16,0-3-39 0,0-3-87 15,0-2-126-15,0-2-177 0,3 0-119 16,0 4 21-16,0 1-358 0</inkml:trace>
  <inkml:trace contextRef="#ctx0" brushRef="#br0" timeOffset="-145424.567">27923 16096 764 0,'0'0'300'15,"0"0"-56"-15,0 0-117 0,0 0-33 0,0 0-38 16,0 0-33-16,0 0-4 0,83-50 10 15,-74 41 10-15,0 2 56 16,-1 2 151-16,-3 0-64 0,-2 0-33 0,1 1-13 16,1-2-14-16,-2 0-28 0,-1 0-14 15,1-2-48-15,0 0-19 0,-1-3-13 16,2-1-25-16,-1 0-8 0,2-1 14 0,-3-1-13 16,-1 1 20-16,-1 4 12 0,0-3 58 15,-3 5 35-15,-8 0 7 0,1 1-1 16,-3 3 64-16,-3 0-16 15,-1 2-1-15,0 1-16 0,-3 0-86 0,2 0 0 16,-1 2-18-16,-1 2 2 0,6 3-15 16,0-1 5-16,3 2-18 0,3-2 1 15,0 2 10-15,1 2-11 0,2 2-22 16,-1 4-6-16,1 5-7 0,2 4 3 16,0 1 20-16,2 4 11 0,0 0-21 0,1-1 3 15,0-1 18-15,0-2-15 0,2-2-10 0,7-1 26 16,-1-4 10-16,4-2-10 0,-1-2-35 15,0-2 34-15,5-4-34 0,-2-3-15 16,6-1 18-16,1-4-35 16,-1-1-6-16,4-3-26 0,2-6-16 0,2-3-84 15,0-2-100-15,0-5-261 0,-8 4-155 16,10-12-555-16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46:59.83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10947 6443 684 0,'0'0'801'0,"0"0"-486"16,0 0-185-16,0 0-13 0,0 0 404 0,0 0-208 15,0 0-85-15,0 0-56 16,0 0-51-16,0 0-19 0,0 0-4 0,0 0-3 16,0 0 3-16,0 0 6 0,0 0 5 0,0 0-23 15,0 0-30-15,59 1-19 0,-48-1-2 16,-1 0-4-16,-1-1-9 0,4-1 12 15,-3 0-33-15,4 1 0 0,-2-1-1 16,1 2-2-16,1 0 2 0,2 0 0 16,4 0-2-16,0 0-7 0,2 0-4 15,-2 0-5-15,2 0 17 16,-3 2-32-16,1 2 8 0,1-2-6 0,-2 1 0 16,1 1-10-16,2 1-32 0,-2-1 61 15,0 0-79-15,2-1-73 0,-3-1-54 16,1-2-46-16,-7 0-281 0,7 0-649 0</inkml:trace>
  <inkml:trace contextRef="#ctx0" brushRef="#br0" timeOffset="7949.374">8221 8968 2247 0,'0'0'996'0,"0"0"-834"0,0 0-63 15,0 0 37-15,90 0 53 0,-51 0 57 0,5 0-9 16,4-2-70-16,2 1-71 16,5-2-16-16,-3 2-30 0,3 1-1 15,-7 0-31-15,-6 5-18 0,-7 3-40 0,-6 2 40 16,-8 3-46-16,-9 3 9 0,-5 3 34 16,-5 3-27-16,-2 3 29 0,-12 5 1 15,-6 5-83-15,-6 2-7 0,-5 4 34 16,-4 2 32-16,-4-1 23 0,-1 2 1 15,-2-1 6-15,-3 3-3 0,-2-1-3 16,0 2 37-16,-2 1 7 0,1-2-7 16,3-2 3-16,4-2 15 0,7-3 13 15,5-5 3-15,8-5-16 0,7-5-12 0,6-5 10 16,6-2-4-16,0-4-16 0,12-3 7 16,8-3 6-16,7 0 0 0,8-2-7 0,6-3-11 15,6 0 27-15,2-2-25 0,3 1 13 16,0-1 30-16,-3 1-10 0,1-1-62 15,-6 0-1-15,-1 0-42 0,-3-2-1 16,-2-2-2-16,-4-1-47 16,1 0-33-16,-3-2-43 0,2 1-25 15,-2-3-48-15,-2 0-141 0,-8 0-294 16,8-7-869-16</inkml:trace>
  <inkml:trace contextRef="#ctx0" brushRef="#br0" timeOffset="8391.179">9783 8816 1193 0,'0'0'1612'0,"0"0"-1205"16,0 0-149-16,0 0-68 0,0 0 9 15,0 0 46-15,-77-3 7 0,62 9-63 16,-2 3 5-16,-3 7-43 0,1 2-50 0,-1 5-40 16,0 4-30-16,-3 4 2 0,1 4-18 15,1 3 1-15,2 5 5 0,-1 3-20 16,2 5 11-16,-1 3 6 0,6 1 1 0,-1 0 26 15,5 0-44-15,0-2 0 16,4-3 41-16,4 1-2 0,1-6-25 16,0-3-5-16,6-1-8 0,3-5 8 15,3-1-7-15,2-6-3 0,1-3-53 16,2-5-47-16,2-4 24 0,2-3-10 0,2-4-30 16,3-1 0-16,-4-4-10 0,0-2-41 0,-1-3-46 15,-2 0-175-15,-2-1-239 0,-1-10-458 16,0-1-346-1,-4 0 782-15</inkml:trace>
  <inkml:trace contextRef="#ctx0" brushRef="#br0" timeOffset="9075.218">10396 8821 1398 0,'0'0'316'0,"0"0"1105"16,0 0-953-16,0 0-124 0,0 0-68 15,0 0-37-15,-78 33 14 0,55-16-103 0,-4 5-55 16,-2 3-31-16,1 3-15 0,-6 1-21 16,1 4 5-16,3 3-31 0,1-1 14 15,7-2-13-15,2-2 24 0,8-5 4 16,4-2-7-16,4-5-6 0,4-1 10 15,1 1-13-15,10-5-15 0,1 2 12 0,8-1-8 16,0-1-4-16,6 2 0 0,-1-2 11 16,2-1-11-16,-1 3-2 0,3-2 1 15,-3-2-14-15,-3 1 13 0,0 2 0 16,-3-3-16-16,-4 1 17 0,0 1-1 16,-5 2 1-16,0-1 1 0,-3 1 11 15,-1 3 34-15,-5-1-43 0,-2 0 26 16,0 0 17-16,-8-1-17 0,-3-1-27 0,-2 0-1 15,0 1 0-15,-4-1-12 0,-2-2-4 0,0 3 4 16,-2-4-18-16,-2 0-25 0,1-1-33 16,0-3-10-16,-2-3-5 0,6-3-20 15,0-3-40-15,1 0-92 0,2-3-131 16,1-6-87-16,5 0-231 0,3 0-546 16,2-5-336-16</inkml:trace>
  <inkml:trace contextRef="#ctx0" brushRef="#br0" timeOffset="9557.414">10622 9475 2767 0,'0'0'551'0,"0"0"-240"0,0 0 5 16,0 0 34-16,0 0-68 0,0 0-29 0,95-1-100 16,-70-1-49-16,1 1-43 0,-3 1-25 15,0 0-16-15,-4 0-18 0,-6 0 9 16,-5 5-11-16,-2 7-3 0,-6 1-22 0,-2 5 4 15,-9 5 9-15,-5 1-3 0,-5 2 15 16,-2 1-2-16,-2-2-1 16,3-1 3-16,2-5 1 0,3-1 3 0,4-5-4 15,4-2-12-15,2 1-12 0,3-3-13 16,4 1-18-16,0 1 6 0,0-3 3 16,4 3 19-16,3 0 26 0,-1 0-30 15,0-2 31-15,0 2 14 0,-1 1 22 0,-3 1-5 16,-2-1 6-16,0 3-7 0,-2 0-2 15,-8-3-5-15,0-1-23 0,-5-1-27 16,0-2-44-16,-1-2-45 16,0-5-35-16,-1-1-28 0,3-3-84 15,3-7-173-15,0-8-257 0,5 1-731 0,6-20 437 0</inkml:trace>
  <inkml:trace contextRef="#ctx0" brushRef="#br0" timeOffset="9983.399">11245 8857 2749 0,'0'0'344'0,"0"0"-287"0,0 0 48 0,0 0 23 15,0 0 59-15,0 0-123 0,94-17-64 16,-74 17-70-16,-3 7 26 0,0 5 42 0,-4 4 2 0,3 3 41 15,-4 2-10-15,-2 2-2 0,-2 2 3 16,-2 1 40 0,0 4-37-16,-3 0 0 0,1 2 28 15,0 1 15-15,-1 3 7 0,0 1-3 0,-1 1-7 16,0 0 0-16,3 3 9 0,-1 1 40 0,-2 0 76 16,1-1-67-16,0-3-53 0,-1-1-4 15,-2-3-9-15,0-1-12 0,0-3-30 16,0 1-22-16,0-5 0 0,-5 3 27 0,2-4-24 15,-2-2-6-15,-1-4 0 16,2 2-21-16,-2-3 0 0,-2-2-1 16,1 1-5-16,-2-1 2 0,-2-4 10 15,0 2-6-15,-2-4-25 0,-1-1-6 16,2-3-28-16,-5-2-21 0,0-2-32 16,-3-2-46-16,-3 0-48 0,-1-6-138 0,0-3-257 15,5 1-56-15,-8-7-975 0</inkml:trace>
  <inkml:trace contextRef="#ctx0" brushRef="#br0" timeOffset="10415.68">12415 9431 1691 0,'0'0'1856'16,"0"0"-1427"-16,0 0-29 15,0 0-143-15,82 7-27 0,-53-4 6 0,-2-3-87 16,0 0-82-16,-3 0-33 0,0 0-34 15,-1 0-31-15,-4 0-36 0,-2-3-100 0,-3 1-78 0,-3 1-94 16,-7-1-389-16,-4 2-892 0,-4 0-532 16</inkml:trace>
  <inkml:trace contextRef="#ctx0" brushRef="#br0" timeOffset="10576.219">12359 9651 2466 0,'0'0'1346'0,"0"0"-959"15,0 0-238-15,0 0-3 0,0 0 156 0,99 40-17 16,-63-38 16-16,5-2-92 16,2 0-136-16,4-11-73 0,4 0-47 0,-3-4-56 15,3-3-74-15,-1-1-109 0,3-1-159 16,-14 3-603-16,21-5-899 0</inkml:trace>
  <inkml:trace contextRef="#ctx0" brushRef="#br0" timeOffset="11026.56">13835 8631 1061 0,'0'0'2171'16,"0"0"-1786"-16,0 0-142 0,40 70-105 0,-36-28 50 16,-4 11 138-16,-1 8-27 0,-8 6-81 0,-1 6-96 15,1 4-46-15,1 2-15 0,5-2-25 16,2 0-2-16,1-3-34 16,3-8-3-16,6-6 1 0,7-6-37 15,3-8 38-15,2-10-47 0,3-8 0 16,0-8-19-16,1-11-16 0,-4-9 10 15,0-1-25-15,-3-13-59 0,-5-6-71 0,-1-2-73 16,-8-2-227-16,-4-3-452 0,-4 6-402 0</inkml:trace>
  <inkml:trace contextRef="#ctx0" brushRef="#br0" timeOffset="11191.148">13520 9332 1691 0,'0'0'568'0,"0"0"109"0,0 0-226 16,0 0-137-16,0 0-71 0,0 0 73 0,0 0-15 15,94 43-61-15,-38-43-78 0,3-6-73 16,3-8-22-16,-1-3-33 0,-4-5-34 0,-3-1-43 16,-5-2-98-1,-9 0-76-15,-5-2-76 0,-11 7-307 16,-4-7-1073-16</inkml:trace>
  <inkml:trace contextRef="#ctx0" brushRef="#br0" timeOffset="11488.883">14359 9204 1277 0,'0'0'2425'0,"0"0"-1922"15,0 0-230-15,0 0-7 0,79 22-46 16,-61-16-15-16,0 2 47 0,1 1-127 16,-1 2-68-16,-1 1-14 0,-3 6-19 0,-2 0-22 15,-4 6-2-15,-5 1-19 0,-3 4-8 16,0 3 11-16,-6 3 13 0,-3-3-11 15,1 1 14-15,0-7 37 0,3-2 8 0,2-10-9 16,0-4-11-16,3-5-22 0,0-3 15 16,0-2 18-16,0-2-30 0,0-8-6 15,0-5-63 1,5-7-22-16,5-7-9 0,2-9 27 0,5-4-36 0,3-6-34 16,0-1-37-1,2 1-52-15,-1 1-57 0,-3 5-161 0,-3 11-346 16,1-5-1101-16</inkml:trace>
  <inkml:trace contextRef="#ctx0" brushRef="#br0" timeOffset="11673.43">14996 9289 1876 0,'0'0'2335'0,"0"0"-1842"0,0 0-236 16,-23 85-37-16,17-66-43 0,0-5 17 0,4 1-52 0,-1-6-142 15,1-2-51-15,2-2-52 0,0-4-49 16,0-1-82-16,0 0-87 0,0-8-241 16,0 1-422-16,-4-12-253 15</inkml:trace>
  <inkml:trace contextRef="#ctx0" brushRef="#br0" timeOffset="11834.676">14925 8913 737 0,'0'0'205'0,"0"0"1376"16,0 0-1108-16,77 0-134 0,-53 5-53 0,-1-4-122 15,-4 4-164-15,1-4-119 0,-6 2-246 16,1-2-279-16,-2 0-799 0,-3 1 229 0</inkml:trace>
  <inkml:trace contextRef="#ctx0" brushRef="#br0" timeOffset="12047.962">15271 9182 695 0,'0'0'312'0,"0"0"1022"0,-10 80-545 0,8-48-97 15,-1 0-98-15,3-2-150 0,0-5-196 16,0-6-108-16,3-5-67 0,5-4-36 0,4-5-34 16,3-1-3-16,1-4-3 0,4 0-28 15,3-9 19-15,1-5-12 0,0-3-31 16,1-6-21-16,-1-1-22 0,-1-2-24 0,-3-5-13 15,0-2-22-15,-2-4-16 0,-1 0-91 16,-2-1-238-16,0-1-519 16,-3 13-531-16,4-6 716 0</inkml:trace>
  <inkml:trace contextRef="#ctx0" brushRef="#br0" timeOffset="12218.174">15720 9100 907 0,'0'0'245'16,"0"0"1208"-16,0 0-894 0,-18 68-57 15,14-48-79-15,-2 3-78 0,4-3-80 0,0 2-68 16,2-1-87-16,0-1-30 0,0-1-62 16,2-1-18-16,4-5-45 0,0-3-59 15,2-2-31-15,0-5 19 0,2-1 17 0,0-2-96 16,1 0-167-16,1-10-237 0,-4 4-514 16,3-13-751-16</inkml:trace>
  <inkml:trace contextRef="#ctx0" brushRef="#br0" timeOffset="12488.683">15718 8804 46 0,'0'0'244'0,"0"0"-61"16,0 0-30-16,0 0 1097 0,0 0-990 0,0 0-260 16,0 0-26-16,0 0-253 0,0 0-186 15,0 0-505-15,43 9 944 16,-40-4-151-16</inkml:trace>
  <inkml:trace contextRef="#ctx0" brushRef="#br0" timeOffset="13031.988">16381 9181 286 0,'0'0'329'0,"0"0"1460"0,0 0-1412 15,0 0-136-15,-79-9 47 0,56 25 64 0,-3 3 4 16,-2 12-28-16,-2 3-53 16,1 5-44-16,3-1-38 0,6-5-31 15,7-3-38-15,6-7-30 0,6-9-18 16,1-4-15-16,8-5-28 0,9-5-33 0,4-1-17 16,8-11 16-16,4-6-31 0,4-6-83 15,1-7-16-15,-1-3 0 0,-1-2-9 0,0 0 2 16,-4 1 21-16,0-2 40 0,-3 0 10 15,-4-2-4-15,-2-2 46 0,-4 2 3 16,-4 3-21-16,-4 10 43 16,-5 7 56-16,-2 10 36 0,-4 8 35 15,0 2 11-15,-5 14 9 0,-3 5 11 0,-3 4-36 16,-4 6 0-16,2 1 8 0,-1-1-9 16,5-5-30-16,2-4-91 0,7-9-58 15,0-6-69-15,7-5 0 0,8-1 8 16,2-7-39-16,9-9-56 0,4-4-105 0,3-9-230 15,2-2-476-15,3-4-332 16,-10 5-99-16,12-13 1258 0</inkml:trace>
  <inkml:trace contextRef="#ctx0" brushRef="#br0" timeOffset="13213.432">17067 8365 880 0,'0'0'39'0,"0"0"1797"0,0 0-1415 16,-17 82-11-16,8-44-22 0,2 5-19 15,-2 5-72-15,0 5-63 0,0 0-85 16,0 8-26-16,0 0-20 16,-1 3-5-16,3-3 2 0,3-2-43 0,1-3 19 15,1-3-76-15,-1-6-42 16,2-3-43-16,-2-6-61 0,-1-3-67 16,0-4-112-16,2-10-285 0,-1 5-948 0</inkml:trace>
  <inkml:trace contextRef="#ctx0" brushRef="#br0" timeOffset="13358.367">17286 9621 3059 0,'0'0'1780'0,"0"0"-1658"16,0 0-122-16,0 0-193 16,0 0-93-16,0 0 158 0,0 0 38 15,0 0-374-15,0 0-868 0,-99-22-1132 0</inkml:trace>
  <inkml:trace contextRef="#ctx0" brushRef="#br0" timeOffset="15433.023">14960 7785 176 0,'0'0'104'0,"0"0"4"0,0 0 508 16,0 0 42-16,0 0-220 0,0 0-117 15,0 0-76-15,0 0-7 0,0 0-13 0,0 0-18 16,-1 25-22-16,3-19-14 0,4-1-14 15,-1 0-15-15,4 1-16 16,3 0-14-16,4 3 6 0,3-2-31 0,2-1-34 16,3 2-19-16,2-1-31 15,2-1 11-15,1-2-14 0,3 1-18 16,-2 0 18-16,3 0-13 0,1 1 10 16,0-5-37-16,3 5 24 0,-1-1-27 0,-1-2 21 15,3 1 7-15,-1 1-4 0,2 0-37 16,1-2-3-16,-1 2-16 0,0 1 7 15,1-2-12-15,-1 0 24 0,-3 0-19 16,1 3 21-16,0-3 13 0,-3 3 29 16,1-1-7-16,-2 1 17 0,0 0-36 15,-1 0 22-15,0 0-54 0,-2 0 1 0,0-1 12 16,-1 0-1-16,1 1 36 0,1 0 9 16,-1-2 1-16,-1 0-17 0,1-1 29 15,-1-1-13-15,0 3 13 16,-1-1-25-16,1 0 12 0,-3-2-12 0,2 3 24 0,-2-1-31 15,-2 1-7-15,0-1 11 16,-2 0-27-16,1-1 14 0,-1 0 2 16,-1-2 38-16,-2 3 1 0,3-5 16 0,-1 2 7 15,0 0-21-15,0-2 27 0,-1 0-1 16,-1 0-26-16,1 0 30 0,-1 0-32 16,3-4 3-16,1 4-3 0,1-5 28 0,3 3-5 15,0-4-20-15,3 2-3 0,0 1 0 16,2-1 19-16,2-2-16 0,1 5 0 15,2-6 36-15,2 3 24 0,3 1-5 16,0-2-23-16,1 1-32 16,0-1 9-16,2 1-12 0,2 0-25 0,1-2 25 15,1 2-19-15,0 1 3 0,2-2 16 16,-3 2-29-16,2-1 7 0,0 1 12 16,-1 0 10-16,2 2 15 0,0 0 24 0,-1-1-27 15,0 2-8-15,0 0-4 0,-1 0 31 16,0 0-29-16,4 0 11 0,-2 0-13 15,5 0-38-15,0 0 16 0,3-2 20 16,2 1-37-16,1-3 11 0,1 0 26 16,1 1 2-16,-1-1 6 0,1 1-3 15,1-1 29-15,-1 0-32 0,1 2 0 16,0-4 0-16,-1 2 1 0,3 1-1 16,-1-3-3-16,-1 2-13 0,0-3 15 0,2 3-18 15,0 0 18-15,2 0 1 0,-1-2 19 16,1 1 19-16,-1-1-3 0,2 4-9 15,-3-3 9-15,-1-1-16 16,-1 5 6-16,1-4-12 0,-1 1-13 0,-3 2-19 16,2-3-16-16,-2 2 12 0,-2-2-21 0,-1-1 42 15,-1 3-11-15,-2-2-7 0,-3 1 20 16,-3-1 26-16,-2 1-23 0,-4 1 42 16,-3 0 3-16,-5 2-32 15,-4 0 12-15,-3-1-6 0,-7 2-19 0,-4-2 7 16,-2 1-8-16,-6 0 1 0,-4 1-3 0,-3 0 0 15,-3 0-2-15,0 0-11 16,0 0-15-16,-4-1-29 0,-2-2-19 16,-5 1-20-16,-3-2-67 0,-3-1-93 15,-2 0-380-15,1 0-873 0,-14-6 889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47:34.277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24645 3529 385 0,'0'0'297'0,"0"0"831"0,0 0-956 16,0 0 33-16,0 0 57 0,0 0 9 15,0 0 57-15,0 0 4 0,0 0-50 16,0 0-55-16,-62-66-38 16,59 59-5-16,1 0 6 0,2 2-42 15,0 1-19-15,0 1-15 0,0 1-10 0,6-1-24 16,3 0-19-16,2 1-19 0,2 1-2 16,5 1 15-16,-2 0-25 0,1 6 7 15,-3 2-10-15,1 1-24 0,-7 2 15 0,-3 0-18 16,-2 2 1-16,-3-1-1 0,0 2 0 0,-5-1-3 15,-4-1 1-15,1 1 1 0,-5-2 0 16,1-1-23-16,-3-2 22 16,1-1-1-16,1-2-21 0,-2-1 2 15,4-2 22-15,-1-2 2 0,3-2 11 16,-1-3-13-16,1-7-14 0,2-2 2 16,1-5-9-16,2-3 21 15,1-1-43-15,1-2 19 0,2 5 21 16,0 2 0-16,0 4-16 0,0 6 1 0,3 1-6 0,0 2-4 15,3 3-18-15,-1-1-9 0,4 1-9 16,-1-1 9-16,2 2 3 16,-1 0-7-16,0 1-67 0,-3 0-75 0,0 0-110 15,-1 6-194-15,-1 0-251 16,-3 6-784-16</inkml:trace>
  <inkml:trace contextRef="#ctx0" brushRef="#br0" timeOffset="608.85">27221 3682 342 0,'0'0'1376'16,"0"0"26"-16,0 0-1204 0,0 0-102 16,85-39 34-16,-61 32 123 0,-3-1 18 15,1 3-16-15,-5 1-56 0,0 2-48 16,-3-1-13-16,-2 1-21 0,-4 2-20 15,-6 0-14-15,0 0-16 0,-2 0-27 0,0 0-10 16,-2 0-15-16,-5 0-15 0,-6 4-2 16,-4 1 0-16,-8 2-10 0,-6 3-34 0,-1-2-27 15,2-2 3-15,5 1 30 16,8-4 25-16,4-2-16 0,7-1 7 16,3 0 21-16,3-1 3 0,0-2 0 15,0-4-24-15,3-2-3 0,5 1 2 16,1-4-8-16,0 2 32 0,1 1 1 15,0 0 0-15,0 3 13 0,-2 3-13 16,-2 3-37-16,0-2-12 0,-3 2-25 16,0 0-31-16,-1 2-105 0,-2 1-219 15,1 1-344-15,-1 4-815 0</inkml:trace>
  <inkml:trace contextRef="#ctx0" brushRef="#br0" timeOffset="1417.224">24460 5878 630 0,'0'0'2096'16,"0"0"-1784"-16,0 0-216 0,0 0-16 15,0 0 102-15,0 0 11 0,0 0 9 16,0 0-13-16,0 0-53 0,0 0-27 0,0 0-10 16,85 3-12-1,-72-2-19-15,5 3-3 0,0 3-18 16,0 3 14-16,-1 1-42 0,-3 3 5 0,1 0-24 0,-7 3 37 16,-2 2-3-16,-3-2-32 15,-3 4-1-15,-3-2 13 0,-7 2 14 0,-4-4 18 16,-2 2-27-16,-4-1 14 15,-2-3-2-15,2-2-13 0,-2-1 7 0,5-5 2 16,0-3-2 0,-1-4 2-16,5 0-8 0,0-5-16 0,2-7-3 15,2 0 23-15,3-4-23 0,2-4-40 0,1-3-15 16,3 3-21-16,3-4-10 0,4 6 12 16,6 2-33-16,2 3-32 0,2 3-25 15,5 1-70-15,3 3-140 0,-6 1-268 0,16-2-628 16</inkml:trace>
  <inkml:trace contextRef="#ctx0" brushRef="#br0" timeOffset="1957.759">27280 6047 1740 0,'0'0'227'16,"0"0"-84"-16,0 0 487 0,80 1-289 0,-48 1-89 0,3 1-58 16,1 4-14-16,2-2 28 0,-2 2-6 15,0 5-43-15,-3-2-63 0,-2 0-25 16,-5 2-3-16,-6 3 6 0,-7-3-6 15,-3 1-18-15,-8 0 5 0,-2 0-15 16,0-1 3-16,-12 3-19 0,-4-3 19 16,-7-1 3-16,-5 1-6 0,-2-3-10 15,-3-2-2-15,0-1 21 0,1-4-3 16,3-2 5-16,3 0 19 0,6-7-15 0,4-1-18 16,5-1-19-16,2-3-18 0,6-3-21 15,3 2-49-15,0-3 24 0,5 2-21 16,5-3-34-16,-2 1-107 0,3-3-75 15,3 0-126-15,-3 4-297 0,4-13-1054 0</inkml:trace>
  <inkml:trace contextRef="#ctx0" brushRef="#br0" timeOffset="9019.152">24652 3701 509 0,'0'0'189'0,"0"0"-189"16,0 0 1022-16,-3 66-457 0,2-48-226 0,1 0-94 15,-2-1-27-15,2 1-20 16,0 1-42-16,0 2-22 0,0 2-33 0,0 0-38 16,0 1-25-16,0 1-16 0,0-2 25 15,0 2-25-15,0-1 19 0,3 4-3 16,0 0 12-16,1 0-31 0,-2 3 19 15,0 0-25-15,0 1-13 0,-1 0 19 0,-1 3-19 16,0-1-7-16,0 1 7 16,0 2 3-16,-3 1 10 0,1 0-13 15,-1-3-33-15,3 1 33 0,0-1 18 16,0-3-15-16,0 0-3 0,0 1 13 0,3 1-4 16,-1-1-6-16,0-2 10 0,-1 3-10 15,-1-2-3-15,0 2-1 16,0-3-2-16,0-1 0 0,0-3 0 0,0 1-25 0,0-3 25 15,0 0 1-15,0-3 2 16,0 1 2-16,0-4-2 0,0 0 0 16,-3-2 3-16,1 1-1 0,-4 1 1 15,2-2 12-15,-1 1-15 0,-1 0 0 16,2 0 0-16,-2-2 4 0,3 0-2 0,-1 0 10 16,0-1-1-16,0 1-9 0,1 0 0 15,-2-1 1-15,1 3-1 0,-2-1 1 16,-1 2 0-16,1 2 22 0,2 0-2 15,-2-2-22-15,2 1-1 0,-1 1 1 0,-1 1 2 16,3-1 13-16,0 2 5 0,1 0 116 0,1-3-31 16,1-3-79-16,-2-3-27 15,2-1-2-15,0-1-10 0,0-1 10 16,0 0 1-16,2 0-2 0,1 1-10 16,0 1 10-16,1-1 0 0,1 0-9 0,-2-2 10 15,0 2-1-15,0-3 2 0,-1-2-1 16,1 0-2-16,-3-3 3 0,0 0 1 15,1-3 0-15,-1 0-1 16,0-1-45-16,0 0-29 0,0 0-15 0,0 0-3 0,-1 0-8 16,-1 0-15-1,-1-1-54-15,2-4-102 0,1-1-178 0,0 0-227 16,0 0-350-16,0-1 19 0,0 0 799 0,7 45 98 16</inkml:trace>
  <inkml:trace contextRef="#ctx0" brushRef="#br0" timeOffset="10057.756">24940 3390 434 0,'0'0'215'0,"0"0"906"0,0 0-780 15,0 0-85-15,0 0-59 0,0 0 25 0,0 0-19 16,0 0 94-16,0 0 12 15,0 0-164-15,98 31-32 0,-71-22-28 0,4-1-22 16,3-1-16-16,2 1-5 0,2 0-14 16,4-2-6-16,-2 0-21 0,1 0-1 15,1-1-1-15,-2 0-12 0,-1 0 12 0,-3 0-2 16,2 0-25-16,-2 2 26 0,0-1-14 16,2 3 13-16,-2-3-16 15,1 1 17-15,-1 0-15 0,0-1 5 0,-2 1 12 16,0-1 0-16,-1 0 12 15,1-1-12-15,-3 0-1 0,4-2 1 0,-4-1-1 16,2 0-2-16,1 2-22 16,0-4 10-16,-1 1 2 0,4 1-28 15,-4-2 40-15,-2 0-14 0,1 0 2 0,0 0-3 16,-3 0 14-16,-1 0 0 0,-2 0 2 16,0-2 0-16,-3 1 0 0,-2-2 3 15,-1 2 19-15,-1 1 10 0,-1-2-31 0,2 0-1 16,-1 2-15-16,4-3-10 15,-1 1-35-15,2 0-12 0,-1 1-7 0,3-1 16 0,-1-2-10 16,-1 3 41-16,1-1 7 0,-3 0 23 16,2 1-10-16,-1 0 12 0,0 1 13 15,-3 0 25-15,3 0 3 16,-1 0-29-16,-2-1-10 0,0-1-2 16,2 1-26-16,-3-1-5 15,-1 2-17-15,-2-4-25 0,0 4 6 0,-3 0-22 16,1 0 15-16,-1 0 26 0,0 0 32 0,-3 0-28 15,-1 0 31-15,0 0-3 0,-4 0 16 16,0 0 2-16,-2 0-2 0,0 0-10 16,1 0-12-16,0 0-14 0,5 0-60 15,-1 0 70-15,1 0-73 0,4 2-46 16,-3-2-52-16,0 0 3 0,-1 0 31 16,0 0 27-16,-4 0-59 0,-2 2-137 0,0-2-88 15,-1 0 36-15,-1 0 22 16,-1 2 287-16,0-2 29 0,0 1-67 0</inkml:trace>
  <inkml:trace contextRef="#ctx0" brushRef="#br0" timeOffset="11191.001">27432 3688 427 0,'0'0'235'15,"0"0"-202"-15,0 0-31 16,0 0-2-16,0 0 192 0,0 0 463 0,0 0-259 16,0 0-159-1,0 0-7-15,0 0 12 0,0 0-1 0,-3-11-48 16,3 11-21-16,0 0 77 0,0 0-151 16,0 2-16-16,0 1-31 0,-2 0-10 15,2 2 22-15,-1 1-10 0,-2 5 10 16,3-2-16-16,-1 2-13 0,0 1-4 0,1 1-30 15,0 2 15-15,0 0 14 16,-2 1-26-16,1 2-3 0,-1 4 2 0,-1 0 10 16,0 2 32-16,-1 1 5 0,0 1-49 15,-1-2-2-15,0 2-17 0,0-1 18 16,2 3-12-16,0-3 12 0,1 3 0 0,2-3-1 16,-3 1-7-16,3-2 9 0,-2 2 0 15,1-1-21-15,-1 1 8 0,1 2 13 16,-2-1 1-16,0 3 11 0,-2-2-9 15,2 0 24-15,0-1-27 0,1 0 0 0,2 0 1 16,-1-3-1-16,1 2-5 16,0-3 5-16,0 0 0 0,0 0 2 15,1-3-4-15,2 4 2 0,2-4-1 16,-3 3 1-16,2 1 0 0,-1 2 1 0,0 1-1 16,-1 0 0-16,-2 2 0 15,0 1 2-15,0 0-1 0,0-1-1 0,-2 0-15 16,-1 2 13-16,0-3-2 15,-1 0 3-15,2-1-11 0,2-2-1 0,0-1-12 0,0 0-25 16,1-3 12-16,4 0 25 16,1-3 13-16,-1-1-1 0,0 0 2 0,-2-3 0 15,0 0 2-15,0 2-3 16,-1-3 1-16,-2 5 0 0,1-4 18 0,-1 3 48 16,3-1-33-16,-2-1-32 0,1 1 11 15,1 1-11-15,-2-1 1 0,2-1 0 16,0 3 13-16,-2-4 12 0,2 3-27 15,-1-3 1-15,-2 3 1 0,0-1-3 0,0 1-3 16,0 1 3-16,-2 1 0 0,-1 0 1 16,0 1 1-16,0 0-2 15,1-2-2-15,-1-1 2 0,0-2 1 16,-1 2 0-16,2-2-1 0,-1 1 0 16,0 0 0-16,2-1-1 0,-1 0 1 15,0 0 2-15,-1-1-1 0,0 3-1 16,-2-3 2-16,2 3 0 0,-2-4-1 0,1 0-1 15,1 0-11-15,0-1 11 0,0 0-56 0,1-5-19 16,1 0 11-16,1-1 17 0,0 0 22 16,0-1 0-16,0-1-13 15,0 0-15-15,0 1 2 0,0 1 10 16,0 1 0-16,0 0 3 0,0 2-3 0,0-1-22 16,0 2-10-16,-2-3-16 0,2 4-48 15,0-6-4-15,-2 1-83 0,0-5-386 16,1-1-1011-16,-6 0 1621 0</inkml:trace>
  <inkml:trace contextRef="#ctx0" brushRef="#br0" timeOffset="12419.122">24834 6107 589 0,'0'0'26'0,"0"0"502"15,0 0 496-15,0 0-639 0,0 0-85 16,0 0-40-16,0 0-27 0,0 0-33 16,0 0-7-16,0 0-4 0,37-9-22 0,-23 7-46 15,3-3-15-15,3 2-6 0,2-1-14 16,0 0-9-16,1 2-18 0,0 1-16 15,0-1-27-15,0 0-15 0,1 2 0 16,-1 0-1-16,-1 0-2 0,1 0-11 0,-1 5 11 16,3-4 2-16,1 4 0 0,-1-5-1 15,1 1-11-15,3 2 10 16,1-3 1-16,2 0 1 0,1 0 0 0,0 1 0 16,2-1-1-16,0 0-1 0,-1 2 0 15,3-1-17-15,0 1-2 0,0 0-57 16,-1 0-11-16,-1 3-1 0,-2-1 28 0,0-1 12 15,-2 1 22-15,-3-1 12 0,0 0 15 16,-2-1 0-16,-1-2 1 16,0 2 2-16,0-2 14 0,3 0-15 15,1 0 1-15,0 0-1 0,3 0-1 16,0 0-15-16,-1-2-17 0,2 0 7 16,-1 1 23-16,1-1-16 0,0 1 1 0,-2 0 17 15,-2 0 13-15,-1 1-13 0,-2 0 0 16,2 0 2-16,-3 0 1 0,1 0 28 15,0 0-9-15,0 0-21 0,3 0 21 0,2 0 6 16,-1-3-26-16,1 1 0 16,1 0-2-16,0 2 0 0,0-1-13 0,-2 1 12 15,-1 0-14-15,-1 0 2 0,1 0 11 16,0 0 1-16,-2 0 0 0,2 1-21 16,1 1 22-16,-1 2 1 0,0-3-1 15,0 1-2-15,0 1 2 0,-1 0 0 16,1-1 1-16,-2-1 0 0,1-1 18 0,-2 0-18 15,0 0 10-15,0 0-11 0,-2 0-1 16,0 0 0-16,-1 0 1 16,0 0 3-16,-3 0 0 0,-1-1 9 15,-1-1-11-15,-3 2 1 0,0-2 11 16,2 1-12-16,1 1 11 0,0-3-10 16,5 2 14-16,0 1-14 0,2-1 13 0,3 0 16 15,-3-2 13-15,1 2-13 0,-4-1-28 0,-2 2 0 16,-1 0 16-16,-1 0-4 15,-2 0 4-15,-1 0-1 0,-2 0-2 0,0 0-14 16,-3 0 19-16,-1 0-8 0,-1 0-11 16,-2 0 0-16,0 0-2 0,-1 0 0 15,-2 0-1-15,-1 0 0 0,-2 0 1 0,0 0 0 16,0 0-35-16,0-4-126 16,-8-1-114-16,-3-1-191 0,-3-2-532 0,4-1-1125 15,-9-7 2077-15</inkml:trace>
  <inkml:trace contextRef="#ctx0" brushRef="#br0" timeOffset="13349.381">27631 3716 277 0,'0'0'121'0,"0"0"979"0,0 0-661 16,0 0-254-16,0 0-169 0,0 0 59 16,0 0 96-16,-81-64 100 0,65 54-23 15,0 3-75-15,1-2 13 0,1 0-43 16,-1 4-9-16,2-2-5 0,1 0 39 16,4 2-11-16,0 1-25 0,5 1-17 0,0 1-21 15,3-1-29-15,0-2 6 0,0-2-18 16,0 0-35-16,5-4 4 0,1 2-19 0,1-1 31 15,2 1 9-15,0 1 9 0,5 2 13 16,1-2-22-16,1 1-6 0,3 2-13 16,1 1 10-16,0 3-22 0,2-1-10 15,-5 2-2-15,1 0-21 16,-7 0-4-16,0 0-8 0,-5 2-13 0,-3 2 12 16,-1 0 0-16,-2 0 16 0,-2 4-3 15,-9 5 20-15,-7 2-10 0,-3 3 11 16,-6 1 3-16,-1 0 12 0,-2 0-13 15,-1-5 29-15,3 0 3 0,0-3-7 16,5-3 1-16,0-3-10 0,7-1 1 0,1-3 2 16,4-1 7-16,4 0 3 15,0 0 11-15,6 0 10 0,-1-4-3 16,2-4-49-16,0-8-90 0,3-4 35 0,6-7 6 0,1 2 2 16,1-1-8-16,1 5 37 15,-1 6-10-15,-2 4-18 0,0 4 21 0,-1 3 25 16,-2 3 0-16,1 1-2 0,5 0-29 15,-2 0 1-15,3 1-14 0,-2 4 1 16,0 1 21-16,1-1 22 16,-3 3 1-16,-2-1-1 0,-4 1-16 15,0 0 16-15,-3 0 40 0,0 2-38 0,0 0-2 16,-6 0 0-16,-2 1 21 0,-1-1 4 16,-2-3-10-16,2-2-12 0,1-1-2 15,-1-2 1-15,1-2 14 0,3 0-16 16,-3 0-22-16,2 0-6 0,0-4-27 15,1 0-23-15,-1-1-9 0,2 0-15 0,0-4-29 16,-5-1-74-16,3-2-44 0,-1-1-469 16,-2 0-353-16,2 4-434 0,-9-2 1398 15</inkml:trace>
  <inkml:trace contextRef="#ctx0" brushRef="#br0" timeOffset="16341.195">28302 3636 183 0,'0'0'150'15,"0"0"-124"-15,0 0-26 0,0 0-32 16,0 0-170-16,0 0 77 0</inkml:trace>
  <inkml:trace contextRef="#ctx0" brushRef="#br0" timeOffset="19302.347">9442 4928 1707 0,'0'0'478'0,"0"0"-191"16,0 0 23-16,0 0 56 0,0 0 7 0,75 0-16 15,-58 1-40-15,2 2-44 0,1 0-42 0,3-2-68 16,2 3-65 0,2-2-40-16,2 3-21 0,1-4-22 15,2 1-14-15,3 1 14 0,3-3-15 0,0 0-2 16,4 0 0-16,1 0-29 0,2-1-45 16,2-4-1-16,-1-1-46 0,2 0-49 15,-5 0-20-15,-1 1-66 0,-2 0-246 0,-2 2-544 16,-10 0-791-16,7 0 1219 0</inkml:trace>
  <inkml:trace contextRef="#ctx0" brushRef="#br0" timeOffset="21231.972">28153 2920 688 0,'0'0'2208'0,"0"0"-1741"0,0 0-103 16,0 0-165-16,0 0-42 0,0 0 37 16,0 0 1-16,0 0-59 0,0 0-65 15,2 6-69-15,-2 9 1 0,0 7 37 16,-2 9-21-16,-6 3-19 0,-1 7 0 15,-6-2-4-15,-4 4-39 0,0 4-12 0,-4 1-50 16,0 7-196-16,0 1-201 0,4-14-729 16,-5 19-1241-16</inkml:trace>
  <inkml:trace contextRef="#ctx0" brushRef="#br0" timeOffset="21884.476">28187 5748 1038 0,'0'0'1542'0,"0"0"-1217"15,0 0-43-15,0 0-39 0,0 0 7 0,82 88 11 16,-67-65-65-16,0 0-41 16,-1-1-46-16,-2-2-28 0,1 1-20 15,2-3 4-15,-1 0-22 0,-2-1-6 0,-1-4-22 16,-2 2-15-16,-5 0-19 0,-2-2-2 16,-2 5 5-16,-5-1 13 0,-8 5-12 15,-5 3 15-15,-7 3-1 0,-3 0 1 16,-3 2 1-16,3 0 1 0,0-4 1 15,6-4 18-15,5-4-20 0,8-4 2 16,3 1 22-16,6-5-10 0,2 1-13 0,13 5 10 16,8-3-12-16,10 1-51 15,11 2-8-15,7-2-49 0,5 0-119 16,2-2-171-16,-18-5-552 0,10 3-1078 0</inkml:trace>
  <inkml:trace contextRef="#ctx0" brushRef="#br0" timeOffset="22764.481">23740 6406 1049 0,'0'0'1733'0,"0"0"-1415"0,0 0-155 16,0 0-13-16,0 0 97 0,0 0 49 0,0 0-35 16,93 57-81-16,-71-51-66 0,1-1-24 15,3 0-16-15,0 0-25 0,-2-3-36 0,-1 3-13 16,-7-2-15-16,-2 1-13 15,-6 1-5-15,-5 1-14 0,-3 1 19 16,0 1 28-16,-8 4 28 0,-4 5-3 0,-3-3 0 16,-1 3-14-16,2-4-11 15,1 1-1-15,7-4-21 0,3 0 7 16,3-1 13-16,0 0 2 0,3 3-2 0,3-1 2 16,5-2-1-16,-3 2 0 0,0-4 1 15,2 3-3-15,-7-4-19 0,-1 1 3 16,-2 1 19-16,0 1 2 0,-9 3 16 0,-4 0-6 15,0-1 1 1,-3-1-13-16,2-2-2 0,-2-2-57 16,4-3-21-16,-3-3 2 0,-1 0-15 0,-3 0-37 15,-2-4-75-15,-1-7-65 0,-4-1-117 16,-1-6-193-16,-2-8-505 0,7 6-226 16,-7-23 1109-16</inkml:trace>
  <inkml:trace contextRef="#ctx0" brushRef="#br0" timeOffset="23349.429">24601 2253 842 0,'0'0'222'0,"0"0"831"15,0 0-696-15,-67 71-103 0,47-40-93 16,0 3-16-16,2-2 53 16,1 1-32-16,2-4-45 0,4-2-36 15,4-4-28-15,4-4 13 0,3-1 8 16,0 0-2-16,3-4 9 0,4 3-4 0,4-7 1 16,2 3-25-16,2-1-23 0,4 0-3 15,2-2 3-15,3-3 3 0,2 0-37 0,-1-2-1 16,3-2-26-16,0-3-86 0,1 0 10 15,0-3-20-15,-2-3-88 0,1-4-93 16,-3 0-197-16,-6-4-487 0,-1 5-554 0,-7-8 1206 0</inkml:trace>
  <inkml:trace contextRef="#ctx0" brushRef="#br0" timeOffset="23559.195">24705 2473 894 0,'0'0'144'15,"0"0"836"-15,0 0-692 0,0 0-77 16,0 0-18-16,0 0 23 0,0 0 24 16,0 0-7-16,0 0-43 0,-68 71-60 0,58-44-17 15,-1 9-18-15,-1 5-36 16,-2 5-43-16,0 4 3 0,-4 4-10 0,2 1-9 16,-4 4-34-16,1-2-104 0,-1 1-102 15,0 0-174-15,1-2-322 0,-1-2-587 16</inkml:trace>
  <inkml:trace contextRef="#ctx0" brushRef="#br1" timeOffset="40006.504">28124 3557 714 0,'0'0'0'0,"0"0"0"16,0 0 1234-16,0 0-764 0,0 0-148 0,0 0-13 16,0 0-44-16,0 0-58 0,0 0-33 0,0 0-39 15,6 5-25 1,-6-4 17-16,1-1-24 0,3 0-35 0,0 0-18 16,2 2-3-16,4 2 5 0,3 1-14 15,3 2-4-15,3 0-16 16,-2-2-2-16,3 4-1 0,0 1-12 15,1-1 9-15,0 4-12 0,2-1-3 16,-1 1 2-16,6 1-2 0,-1 2 1 0,3 2-9 16,0 0 10-16,4-1 2 15,-3 4 0-15,0-2-1 0,-1-2-1 0,-3 1 0 0,-2-1-27 16,-4 2 10-16,0-1 2 16,-4 2 14-16,3 1-1 0,-6-2-16 0,3 0 19 15,-1 2-1-15,-1-3 0 0,-1 0-11 16,-1 1 9-16,2-1 3 0,-2 1 0 15,2-2 1-15,-1 2 0 0,0-1-1 16,-1 0 0-16,0 0 0 0,0-1 2 16,-2 1 10-16,2-3-9 0,-3 2 25 0,2 1-15 15,-1 1 2-15,-2-2 4 0,1 1 12 0,2 1-19 16,-4-1-12-16,7 1 2 16,-4 0 0-16,2 0 0 0,2-1-2 15,-4 1 3-15,3 0 0 0,0 0 9 16,0 0-12-16,0 2 0 0,-2-2-1 15,1 0 0-15,0 3 1 0,0-1 0 0,-2 0 0 16,4-1 15-16,-5 2 50 16,1-1-40-16,1 1-23 0,-1-1 1 0,0 2 27 15,1-2-26-15,0 1 8 0,0 0-10 16,0 1 0-16,2-1 0 16,0 1-1-16,0 1 2 0,1 3-1 0,-1-3-2 15,2 0-3-15,-2 3 3 0,1-1 0 16,-4-1 0-16,1 0 1 0,-1 0 0 15,-1-1-1-15,-1-1 2 0,0 1 14 0,-1-1 2 16,-3 1 0-16,2-2-17 0,0 0-1 0,-1 0 0 16,0-1-12-1,-1 0 0-15,1-1 10 0,0 2 2 16,0-2 0-16,-2 3-1 0,0-3-1 0,-1 3 0 16,-1-3 2-16,1 2 0 0,-2 0 0 15,1 0 1-15,-2 0-1 0,0-1 0 16,0 2 0-16,0-1-2 0,0 0-11 15,0 2 12-15,0-1-2 0,0 1-9 0,0-1 11 16,0 2 0-16,0-1 2 0,0 1 0 16,0-1 0-16,0-1 1 0,0 4-2 15,-3-2 0-15,-2 0 0 0,1 0 2 16,-1 0-1-16,0 2 1 0,-4 1-1 16,1-1-1-16,0 1-1 0,-2 0 0 15,5 0-2-15,-3 1 3 0,1 1 0 0,0 0 2 16,1-1 0-16,0 2 0 0,1 0-2 15,-1-1 0-15,0-1-1 0,-2-1 1 16,0 2 1-16,-2 0-1 0,-3 2-2 16,2-1 1-16,-3 1 0 0,2-1 1 15,-1 2 1-15,0-2 0 0,1 0 1 16,2 0 0-16,-3-1 35 0,3-1-18 16,-3 2-4-16,2-2-4 0,-1 2-11 0,-2 1 0 15,1 1 1-15,-2-1 0 0,-1 2 0 16,-1-2 17-16,0 3-15 0,-3-3-1 15,0 2 13-15,-1 1-12 16,0-4 13-16,-2 0-16 0,-2 0 3 0,0 0-1 16,0-1 1-16,-3 1 12 15,-1-1-15-15,-1-1 2 0,0-1-2 0,-2 0 0 16,-1-2 0-16,1 1 0 0,-2-1 0 16,-1 2-1-16,-2-2 0 0,-1 5 1 0,-1-5 0 15,-3 3-3-15,2-2 1 0,1-1 2 16,0 1 0-16,2-1 0 0,0-1 0 15,0-3 0-15,1 2 0 0,0-3 0 0,-1 2 1 16,0-3 1 0,0 0-1-16,-2 0-1 0,-1-1 0 0,-2-1-1 0,-1-1-2 15,0 1-12-15,0-3-1 0,1 1 4 16,0-4-3-16,3 0 2 0,0 1 1 0,0-2 0 16,-1 0-7-16,0-2 1 0,1-1 6 15,-4 1-4 1,1-3 16-16,1 0-1 0,0 2 1 15,-3-3-2-15,1 1-22 0,1 0 8 0,-1-2-2 16,-2 0-16-16,1-1-9 0,-4 1 21 0,3 0 7 16,-2 0 14-16,1-1 0 15,0-1-3-15,-1-1 1 0,1 0 2 0,2-1 1 16,-1 0 0-16,0 0-2 16,3 0-22-16,-4-1-7 0,2-1 15 0,-2-3 16 15,2-1 0-15,-3 0 1 0,1-1 18 16,0-2-18-16,1 2 0 0,0-2 2 15,1 0 0-15,-2-3 19 0,1-1-22 16,-1 2 0-16,1-3-14 0,2-2 14 0,1 1 3 16,4-1-1-16,4-1 2 15,4 2 25-15,-1-3-29 0,5 1-12 16,4-2 0-16,0 2 11 0,-1-3 1 16,1 0 36-16,2-1-35 0,3 1 44 15,-1 0-23-15,4-4-7 0,-2 5-15 16,3-5-2-16,-1 2 2 0,-1 0-16 0,1-2 13 0,-3 1-31 15,-3-5 14-15,1 3 20 0,-7 0 3 16,1 0 22-16,-2 0-24 0,1 1 0 16,1 3 25-16,4 2-1 0,4 2 0 15,2-1-22-15,2 6-2 0,5-2-1 16,-3-2-25-16,4 4 4 0,-3-4 5 16,1 1 16-16,2-1-37 0,-3 1 31 15,2-1 4-15,0 3 2 0,1 0-22 16,-1-4 1-16,2 5-16 0,1-5-10 0,-1 3 19 15,4-1 13-15,-4 0-1 0,0 3 4 16,2-1 0-16,-2 0 12 0,-1 1 0 0,-1 2-18 16,-4-4-29-16,2 4 47 0,-2-2 22 15,1 4 18-15,0-2-37 0,0-1 21 16,-1 4-2 0,2-5-21-16,-1 2 0 0,-1-2-1 0,3-1-84 15,0 0 4-15,3 1 73 16,1 0 7-16,4 1 28 0,-1 0-12 0,2 2-16 0,0-3-2 15,0 1 2-15,0 2 40 16,-2-1 4-16,0 1-26 0,-1 0 4 0,0 0 12 16,-2 0-31-16,0-1 34 0,0 2-34 15,-1-2 13-15,1-2-13 0,0-1-3 16,-4 0-16-16,5-5-78 0,-1 2 48 16,3 0 43-16,-3 1-10 0,2 2 13 15,2 0 4-15,-1 3-2 0,-2 0 19 16,1 4 10-16,3 1 3 0,-2 2 4 0,0 1 8 15,-1-1-15-15,2 2-28 16,1 0-1-16,-2 1 1 0,2 0 0 16,0-2 13-16,0 0-14 0,-1 2-2 0,1-1 0 0,0 1 0 15,0-1 0-15,-2-2 1 16,2 3 0-16,0-2 1 0,0 2 1 16,0 0-2-16,0 0-1 0,-1-1-12 0,-1 1 9 15,2-2-25-15,-3-1-31 0,2 2 0 16,-1-4 0-16,-1 5 10 0,3-3-4 15,0 0 0-15,0 2-38 0,0 0-22 16,0-3-13-16,-2 2 0 0,2-3-45 0,-1 0-99 16,-1 0-82-16,1-2-138 0,-1 0-327 15,-2 0-502-15,1-1 1172 16,-4-1 0-16</inkml:trace>
  <inkml:trace contextRef="#ctx0" brushRef="#br1" timeOffset="40297.986">24867 6607 202 0,'0'0'408'0,"0"0"-314"15,0 0-93-15,0 0 579 0,0 0-108 0,0 0-79 16,0 0-141-16,0 0-48 0,0 0-24 16,0 0-19-16,0 0-10 0,1 2-23 0,-2 2-23 15,-2-1-16-15,-1 4-16 16,-4 1-16-16,-1 3-19 0,-3 3-12 0,-1-1-4 15,-5 6 25-15,2-1 7 0,-4-1-1 0,-3 4-8 16,1-2-20-16,-3 2-22 0,-1-2-3 16,1-2-12-16,-1-1-7 0,5 1 17 15,1-4-20-15,0-3-38 0,6-4-53 16,3-2 2-16,2-4 12 0,5 0-28 16,1-5-132-16,2-5-249 0,1-6-602 0,0-3-69 15,0 6 1160-15,8-10-203 0</inkml:trace>
  <inkml:trace contextRef="#ctx0" brushRef="#br1" timeOffset="40532.537">24798 6589 824 0,'0'0'0'0,"0"0"0"16,0 0 443-16,0 0-36 0,0 0-5 0,0 0 13 0,93-7-12 15,-73 7-67-15,3 4-72 0,-1 1-74 16,4 1-54-1,-2-1-20-15,2 0-28 0,0 1-43 0,-2-1-33 0,-1 0-10 16,-3 1-2-16,-4-3 0 0,-1 3-21 16,-3-2-34-16,-2-1-26 0,-4 1-45 15,-1-3-35-15,-2 2-10 0,0 0-33 16,-1-3-68-16,-2 1-124 0,0-1-313 16,0 0-511-16,0 2 865 0,-11-2 43 0</inkml:trace>
  <inkml:trace contextRef="#ctx0" brushRef="#br1" timeOffset="43332.312">27547 6391 528 0,'0'0'1209'0,"0"0"-1034"0,0 0-154 16,0 0-19-1,0 0 57-15,0 0 136 0,0 0 22 0,0 0-40 16,0 0-61-16,0 0-6 0,0 0-17 15,-19 41-6-15,16-35-4 0,1 0-6 0,0 1-7 16,-1-1 1-16,-1 1 11 0,1-1-12 16,0 1-16-16,0 0-12 0,1-3-14 15,-1 2 1-15,-2 1-4 16,1 1 3-16,-3 0-15 0,3-2 22 0,-4 2-19 16,2 0-4-16,1 0-9 0,-4-1 29 15,0 3-32-15,2-1 16 0,1 0-14 0,-3 3 10 16,3-3-8-16,0-1-3 15,0 0 2-15,2 3-1 0,-3-3 0 16,1 1 14-16,0 0-4 0,-1 2-11 16,-1 1 2-16,-1 1 16 0,-2 2-19 0,3 0 2 15,-4 2 0-15,4 1 0 0,-3-1 10 16,2-2 1-16,0 2 6 0,-1 0-16 16,-2-2 16-16,1 2-17 0,-3 1-1 15,0 0 0-15,-2 2 0 0,-1 1-1 16,-1 1-3-16,-1 0 2 0,-4 1 1 15,0-2-1-15,-1 0 0 0,-2 1 1 16,1-1 0-16,-3-2 3 0,-1 2-1 0,1-2 7 16,-3 2-9-16,0-1 0 0,-3-2 1 15,0 1 15-15,-5-2-15 0,-3 4 12 0,-1 0-4 16,-5-1-6-16,2 2-4 16,-3 0 2-16,4 1 32 0,-5-1-14 0,2 2-9 15,-2-3-10-15,-2 1-1 0,-4 0 1 16,3-3 3-16,-6 1-2 0,1-1 1 15,-3-1 21-15,2-1 18 0,-3 0-13 16,2-3-3-16,-1 2 6 0,2-4-3 16,0 1-16-16,2-2 1 0,2 1-10 15,-4 0 0-15,-1-1-3 0,-2 1-2 16,-2 0-26-16,-7-1 0 0,-4 1-10 0,-8 1-5 16,-5-1 18-16,-4 1 8 0,-4-1 17 0,-2 1 0 15,-3-3 38-15,0-2-14 0,-2-1-20 16,-2-3 27-16,0 0-31 0,2-3-2 15,1-1-1-15,4 0 2 16,-2-5 0-16,2-2-21 0,2-7-13 16,4 0 4-16,-1-5 29 0,5-1 1 0,4-5 2 15,1-1 0-15,5-5-1 16,3-5-10-16,2-1 10 0,5-5 39 16,2-1-37-16,4-2-2 0,3-2 0 0,4-3-6 15,5 0 6-15,-1-6-95 0,6-1 61 16,2-2-17-16,4-2 26 0,5 1 22 15,2-1-35-15,3 0 10 0,5-2-19 16,2 1 28-16,6 2-6 0,-1-1 12 0,5 0 13 16,4 3 25-16,2 2 1 0,2-1-14 0,4 3 45 15,0 0-38 1,1-1 3-16,8-1-22 0,-1 0 0 16,3-2-11-16,3 0 9 0,-1-2-14 0,1 2 1 15,2-3-23-15,1 0-16 0,1-1-15 16,3 1-17-16,-1-3 1 0,1 1 5 15,0 3 33-15,-1 0 31 0,-1 5 16 16,1 0 28-16,-3 4 14 0,3 3-23 0,0 1 25 16,1-2-23-16,2 4-19 15,3-3-1-15,2 2-1 0,0-2-23 0,4 4 11 16,1-1-11-16,0 1-47 0,2 1 7 16,1 0-23-16,-3 2 54 0,2 1 16 15,-1 4 16-15,-3 0 11 0,0 3-8 16,-4 0-1-16,1 2 14 0,0 5-13 15,-4-2 19-15,2 4-6 0,-2 1 7 0,1 1-7 16,5 2-14-16,1 1-2 0,6 0-14 0,0 0-5 16,5 3 18-16,3 1-31 0,0-1-3 15,1 3 14 1,-3-1 21-16,-1 0 19 0,-1 2 4 0,-2-1 2 16,1 1 1-16,0-2 0 0,-1-1-24 15,1 0 14-15,4-3-16 0,0 1-1 0,3-4-1 16,0-1 1-16,1 0-2 0,2-3-32 15,-1 0 3-15,-2-2-9 0,-4 2-7 16,-1 0 19-16,-7 5 28 0,-5 3 1 16,-4 3 2-16,-5 4 13 15,-4 3-14-15,-2 0 1 0,-2 5 36 0,-3 0-9 0,-1 2-29 16,-5 0-41-16,-1 0 9 0,-3 0-10 16,0 0 7-16,0 2-13 0,0 0-16 15,-6 0-7-15,1 1 13 16,-5-1-96-16,2-2-166 0,-3 0-202 0,-3 0-93 15,0 0-30-15,-1 0 354 0,3-5 128 16</inkml:trace>
  <inkml:trace contextRef="#ctx0" brushRef="#br1" timeOffset="43616.102">24190 3605 215 0,'0'0'365'0,"0"0"1158"0,0 0-1160 15,0 0-156-15,96 0-140 16,-70 2-9-16,1 3 0 0,-1 0 3 16,0 2 3-16,-2 4-6 0,-5 0-13 0,3 2 13 15,-3 1-1-15,-5 3-15 0,0 2-17 16,-6-2-25-16,-3 2-38 0,-5 3-17 0,0-1-15 15,-7 2 22-15,-8 1 6 16,-4 4-3-16,-9 1-38 0,-4 2-84 0,-8 3-130 16,1 0-261-16,-3 3-92 15,9-11-261-15,-10 11 787 0</inkml:trace>
  <inkml:trace contextRef="#ctx0" brushRef="#br1" timeOffset="48313.175">4244 7799 1940 0,'0'0'988'0,"0"0"-777"0,0 0-57 16,0 0 87-16,0 0 116 0,0 0-18 15,0 0-66-15,0 0-48 0,0 0-44 16,0 0-28-16,-62-48-28 0,54 25-43 15,1-4 7-15,2-6-23 0,-3-5-66 16,2-4 0-16,2-6-30 0,-1-2-18 16,2-8 8-16,1-2-6 0,2-2-27 0,0-7-9 15,3 2 6-15,4-1 42 16,2 4-21-16,0 3 40 0,1 6-4 0,4 5 7 16,-1 5-16-16,0 5 15 15,2 4 11-15,0 3 1 0,1 3 1 16,3 3 0-16,-2 4 0 0,2 2 0 15,-2 3-12-15,-1 5 10 0,-2 4-1 0,-2 3-13 16,-2 3 13-16,1 3-21 0,0 0-4 16,-3 10 18-16,4 3 10 0,-4 5 0 0,-2 7-6 15,-3 3 6-15,-3 5-1 0,-4 3-12 16,-6 4-27-16,-6-2-34 0,0 1-6 16,-4-5 6-16,0-1-13 0,1-2-28 0,-3-2-136 15,1-4-114-15,-1 0-125 16,-1-3-101-16,6-8-400 0,-4 3-370 0</inkml:trace>
  <inkml:trace contextRef="#ctx0" brushRef="#br1" timeOffset="48617.577">4523 7228 2726 0,'0'0'472'16,"0"0"-198"-16,0 0 131 0,0 0 24 15,88 13-123-15,-70-9-127 0,-1-2-93 0,-4 1-86 16,0 4-19-16,-2-1-8 0,-3 2-7 16,-3 3-58-16,-1 6-16 0,-4 1 9 15,-1 4 6-15,-10 4-12 0,-2 3-14 16,-6-1-22-16,1-1 75 0,1-4 32 16,4-4 34-16,0-6 35 0,6-3 2 15,4-2-2-15,2-2-9 0,1-3 12 0,0 1 5 16,7 1-9-16,5-1 16 0,3-1 19 0,5 0-1 15,2-1-31-15,4-1-34 16,0-1-3-16,0 0-77 0,1 0-113 0,-2-3-90 16,-3-2-185-1,-4 4-288-15,8-7-799 0</inkml:trace>
  <inkml:trace contextRef="#ctx0" brushRef="#br1" timeOffset="50157.458">5312 6934 1691 0,'0'0'72'15,"0"0"673"-15,0 0-374 0,0 0-86 16,0 0-49-16,0 0-42 0,99 0-33 16,-77 2-79-16,-2 0-25 0,0-2-57 15,-4 2-53-15,0 2-1 0,-5-1-50 0,0 0-86 16,-3 0-97-16,-4 1-168 16,-2-1-572-16,-2 1-658 0</inkml:trace>
  <inkml:trace contextRef="#ctx0" brushRef="#br1" timeOffset="50337.097">5356 7074 767 0,'0'0'1759'0,"0"0"-1382"0,0 0-271 0,0 0 3 0,0 0 162 15,0 0-102-15,0 0-81 16,0 0-85-16,0 0-3 0,85 10-104 0,-67-10-112 15,0 0-101-15,-6 0-240 0,7 0-860 16</inkml:trace>
  <inkml:trace contextRef="#ctx0" brushRef="#br1" timeOffset="50894.589">5995 6763 1768 0,'0'0'464'16,"0"0"-163"-16,0 0-37 0,0 0 28 16,0 0-30-16,0 0-58 0,0 0-78 15,0 0-28-15,0 0-19 0,0 0 5 16,0 0 7-16,-34 71-2 0,26-52-30 0,-1 2-3 16,1 2-9-16,-1-1-25 0,2 3 6 15,1-2-3-15,3 2-10 0,-1-2 1 0,2-2-4 16,-2 2-12-16,4-1 19 0,0-2-17 15,0 1-2-15,0-1-1 0,0-2 0 16,1 0-18-16,4-1 7 0,1-3-13 16,1-1-12-16,3-2-1 0,1 0-37 15,4-3-87-15,4-3-71 16,1-3-90-16,0-2-203 0,-1 0-284 0,6-2-853 16</inkml:trace>
  <inkml:trace contextRef="#ctx0" brushRef="#br1" timeOffset="51492.001">6407 6784 1873 0,'0'0'457'0,"0"0"-114"0,0 0-67 15,0 0 63-15,0 0 14 0,0 0-54 16,0 0-72-16,0 0-56 0,0 0-38 0,0 0-22 16,17 83-12-16,-17-60-37 15,0 0 11-15,0 2-33 0,0 0-3 16,-1 4 6-16,-5-3-32 0,0 2-11 15,2-4-34-15,-2-2-18 0,2-1 6 0,-1-3-28 0,0-2-39 16,0-3-39-16,4-2-31 0,0-3-47 16,1-1-136-16,0-2-210 0,0-4-158 15,7-1-627-15</inkml:trace>
  <inkml:trace contextRef="#ctx0" brushRef="#br1" timeOffset="52361.981">6992 6739 1869 0,'0'0'515'16,"0"0"-157"-16,0 0-110 0,0 0 37 15,0 0-59-15,0 0-103 0,0 0-53 16,0 0-29-16,0 0-39 16,78 74-1-16,-78-59-2 0,-4 0-24 0,-5 2-7 15,-4 2 13-15,-3 0-16 0,0 1 22 16,3-2 13-16,0-4 31 0,4-1-28 0,3-1 10 15,3-2-13-15,3-3-6 0,0 4-5 16,4-3 11-16,7 1 25 0,2 0-6 16,4 1 7-16,3 0 37 0,0-2-13 15,0 0 13-15,-3 1-3 0,0 1 2 16,-2-1-1-16,-4 3 1 16,-5-2 7-16,-2 2-25 0,-2-1-7 0,-2 1 0 15,-2 1-12-15,-5-2-12 0,-3 1-13 16,0-1-16-16,0-1 4 0,-4-3-32 15,0 0-24-15,0 0-32 0,1-3-36 16,0 0-18-16,-1-2-38 0,2-2-72 16,2 0-219-16,3-5-305 0,1-6-502 0</inkml:trace>
  <inkml:trace contextRef="#ctx0" brushRef="#br1" timeOffset="52626.663">7495 6884 39 0,'0'0'2482'16,"0"0"-1887"-16,0 0-206 0,0 0-67 0,0 0-63 16,94 66-122-16,-77-45-69 0,-2 0 106 0,-1 3-81 15,-1 1-50-15,-2-3-25 0,-2 4-15 16,-3-2 28-16,-5 1-28 0,-1-2 0 15,0 1-3-15,-3 0-1 0,-7-5-26 0,0 3-13 16,-6-3-7-16,-1 0-2 16,-2 3-25-16,-4-4-38 0,0 0-69 15,1-3-99-15,-2-1-86 0,1-4-139 16,8-2-195-16,-9-4-566 0</inkml:trace>
  <inkml:trace contextRef="#ctx0" brushRef="#br1" timeOffset="54088.465">8501 6781 1410 0,'0'0'338'0,"0"0"859"16,0 0-890-16,0 0-141 0,0 0-52 0,0 0 67 15,0 0 8-15,0 0-55 0,-44 73-51 16,35-41-5-16,0 3-25 0,3 4-10 16,-1 0-40-16,1-3 17 15,2-1-20-15,4-4-2 0,0-4-29 0,0-5-22 16,0-5-44-16,3-3-82 0,5-4-60 0,1-4-34 15,0 0-142-15,-3-2-255 0,6-4-593 0</inkml:trace>
  <inkml:trace contextRef="#ctx0" brushRef="#br1" timeOffset="54392.485">8737 6909 1661 0,'0'0'749'0,"0"0"-362"16,0 0-165-16,83-2 24 0,-55 2-4 0,-2 0-43 16,0 2-73-16,-4-1-75 0,-5 5-39 15,-3 0-12-15,-5 4 0 16,-6 2-66-16,-3 1 19 0,0 4 12 0,-9 3 10 16,-6 3 10-16,-3 1 15 0,-5 0 4 0,2 0 11 15,-1 0-12-15,2-5 12 0,3-1 23 16,3-5 9-16,6-2-9 0,2-4-13 15,5 2-22-15,1-2-2 0,0 0 21 16,10 3 19-16,1 0 28 0,6-2 1 0,-2 1-8 16,5-1-30-16,-1-3-32 15,1 0-14-15,1-1-23 0,-2-1-102 16,2-2-97-16,-3-1-71 0,-3 0-236 0,5 0-786 16</inkml:trace>
  <inkml:trace contextRef="#ctx0" brushRef="#br1" timeOffset="54721.384">9560 6876 1835 0,'0'0'690'16,"0"0"-303"-16,0 0-137 0,0 0-106 16,0 0-27-16,0 0 1 0,-58 85-20 0,41-55-25 0,0-1-1 15,4 4-25-15,4-4 45 0,3 2-45 16,1-5-22-16,5-2 0 0,3-3 42 16,8-3 29-16,4-4 41 0,5-2-3 15,3-2-32 1,4-3-28-16,-1-2-50 0,3-3-24 0,-2-2-6 15,2-2-62-15,-3-7-55 0,0-1-73 16,1-7-124-16,-5 0-137 0,-5 4-331 16,3-11-787-16</inkml:trace>
  <inkml:trace contextRef="#ctx0" brushRef="#br1" timeOffset="54920.404">9688 6918 1585 0,'0'0'678'0,"0"0"-264"0,0 0-150 16,0 0 17-16,0 0 16 0,0 0-26 0,-21 81-32 16,18-58-94-16,0 6-48 0,-4 1-32 15,1 2-34-15,-1-1-3 0,-3 3-28 0,-3 1-16 16,0-3 13-16,-1-2-90 0,0-1-82 16,4-4-73-16,3-5-78 0,3-4-213 15,2-6-497-15,2-7-499 0</inkml:trace>
  <inkml:trace contextRef="#ctx0" brushRef="#br1" timeOffset="55190.221">10233 6913 2024 0,'0'0'596'0,"0"0"-178"0,0 0-124 0,0 0-21 16,71 86-58-16,-55-63-52 0,1 1-65 0,-4 2-54 16,-3 2-6-16,-2 3-23 0,-5-2-13 15,-3 2-2 1,-1-1-30-16,-12 2-39 0,-4 0-32 0,-8 0 23 16,-4 0-51-16,-4 1-36 0,-6 0-76 0,-2-1-123 15,-3-1-100-15,11-9-135 0,-17 6-426 0</inkml:trace>
  <inkml:trace contextRef="#ctx0" brushRef="#br1" timeOffset="57980.275">4267 8533 2029 0,'0'0'29'16,"0"0"1234"-16,0 0-847 0,0 0-114 16,0 0-49-16,0 0-48 0,0 0-38 15,0 0-8-15,0 0 43 0,0 0-73 0,106 29-65 16,-72-23-25-16,-1 1-39 0,-3-2 0 15,0-3-2-15,-1 3-25 0,-3-5-1 0,1 1-60 16,-6-1-89-16,0 0-63 0,-1-1-96 16,-5-4-241-16,-2 3-495 0,-2-3-530 0</inkml:trace>
  <inkml:trace contextRef="#ctx0" brushRef="#br1" timeOffset="58203.999">4605 8550 1846 0,'0'0'738'16,"0"0"-339"-16,0 0-171 0,0 0-8 16,-38 81 87-16,29-54-2 0,3 4-70 15,-1-1-61-15,1 1-51 0,3 1-52 16,2 0 3-16,1-1-40 0,0 0 9 16,1-1-25-16,5-5-2 0,3 0-14 0,1-5 0 0,4-2 22 15,2-4-24-15,7-1-6 0,3-2-43 16,6-4-43-1,5-2-13-15,4-5-62 0,0 0-81 0,3-8-120 16,-13-2-251-16,11-8-690 0</inkml:trace>
  <inkml:trace contextRef="#ctx0" brushRef="#br1" timeOffset="58430.087">5339 8670 1656 0,'0'0'1602'16,"0"0"-1202"-16,0 0-142 0,0 0 9 0,0 0 44 15,0 0-86-15,78 24-99 0,-55-17-68 16,0-3-21-16,3-2-37 0,0-2 0 16,0 0-71-16,-2 0-82 0,0-1-66 15,-4-4-88-15,-5 3-156 0,-5-1-250 16,-4 1-584-16,-6 2-413 0</inkml:trace>
  <inkml:trace contextRef="#ctx0" brushRef="#br1" timeOffset="58582.282">5326 8857 1929 0,'0'0'638'0,"0"0"-255"0,0 0-43 0,0 0-1 0,0 0-23 15,0 0-31-15,0 0-74 0,0 0-56 16,97 42-69-16,-69-40-86 0,4-2-105 15,1 0-146-15,0-6-168 0,-4-1-269 16,7-5-978-16</inkml:trace>
  <inkml:trace contextRef="#ctx0" brushRef="#br1" timeOffset="64058.908">25888 3096 1929 0,'0'0'499'0,"0"0"-211"16,0 0-156-16,0 0-81 0,0 0-3 0,0 0-47 16,0 0-1-16,0 0-135 0,-4 73-100 15,1-65-53-15,-2-1-130 0,2 0-151 16,-5-2-683-16</inkml:trace>
  <inkml:trace contextRef="#ctx0" brushRef="#br1" timeOffset="66349.702">25473 6607 2244 0,'0'0'575'0,"0"0"-312"0,0 0-167 0,0 65-71 16,0-45 17-16,2-2-36 0,-2-1-6 0,0-3-291 15,0 1-202-15,-2-2-158 16,0-3-75-16,-6 4-286 0</inkml:trace>
  <inkml:trace contextRef="#ctx0" brushRef="#br1" timeOffset="66593.909">25354 7472 1433 0,'0'0'1421'16,"0"0"-1305"-16,0 0-116 0,-18 68-438 16,15-49-278-16,-3 2 166 0,1-2 387 0,1-4-202 15,-2 2-43-15,2 1 408 16,-1-2 186-16,1-1 104 0,1 1-26 0,2-2-91 15,-1 0-173-15,2-2-98 0,0-4-247 0,0 4-428 16</inkml:trace>
  <inkml:trace contextRef="#ctx0" brushRef="#br1" timeOffset="66771.145">25365 8047 1018 0,'0'0'1832'15,"0"0"-1691"-15,0 0-141 16,0 0-254-16,0 0 9 0,0 0 138 16,0 0 36-16,0 0-39 0,0 0 110 0,13 66 123 15,-14-61 35-15,-2-2-158 0,0 0-29 0,0-3-223 16,2 1-381-16,-6-1-728 0</inkml:trace>
  <inkml:trace contextRef="#ctx0" brushRef="#br1" timeOffset="75585.731">20981 7986 1038 0,'0'0'1108'0,"0"0"-820"0,0 0-169 15,0 0-6-15,0 0 308 0,0 0-156 16,0 0-109-16,0 0-70 0,0 0-10 0,0 0 31 15,-44 48 6-15,57-48-41 0,4 0-3 16,3-2 4 0,2-2 24-16,4-4-47 0,2-2-41 0,1-1-9 15,3-4-56-15,3-1-25 0,2-3-20 16,5-4-3-16,1 0 26 0,4 1 15 16,-2-2 28-16,4 2 0 0,0 1 10 15,2 0 3-15,-1 2 3 0,2-4 19 0,3 3-2 16,1-3 0-16,0 0-1 0,-1-1-29 15,3 2-31-15,-1-3-17 0,-1 1 1 16,1-2-7-16,-4 2-48 0,2 0-36 16,-2-1-7-16,0 1 45 0,-5 1 29 0,-1 3 19 15,-2-3 32-15,-3 1 52 16,-5 1 4-16,-1-1 31 0,-2 3 10 16,-3 1 55-16,1-3 13 0,-2 1-48 15,1 0-24-15,0 0-2 0,1-1-25 0,1-2-14 16,2-1-3-16,1-1-23 0,-2 1-32 15,2 0-51-15,-3-2 2 0,1 2 20 0,0 0 45 16,-2-1 42-16,0 0 0 0,1 0 36 16,-1-1-4-16,2 0 36 0,-1-2-1 15,0 2-38-15,2-3 0 16,-1 1 4-16,1-2 15 0,0-1-48 0,1 0 0 16,-1 0-36-16,-1 2-22 0,0-2-29 15,1 2 10-15,-3-1 41 0,-1-1 25 16,1 3 11-16,0-1 22 0,0 0-20 15,-1 1 40-15,2-2 23 0,1-1 35 0,0 0-23 16,-1-1-54-16,4-1-23 0,0-2-17 16,0-1-18-16,2 0-13 0,0 1 28 15,1 0 1-15,-1 2 17 0,-2 2-59 16,2-2-7-16,-2 3 62 0,0-2 6 16,-1 1 22-16,2-1 7 0,-2-1 7 0,1 1 31 15,2-2-9-15,0 2-19 16,2-3-20-16,2-1-6 0,2-3-13 15,0 1-10-15,2 1-15 0,2-3-17 0,-3 2-26 16,1-2-48-16,0 3 42 0,-2-1-33 16,0 3 59-16,-2-3 48 0,-1 2 19 15,0-2 26-15,0 0 30 0,0 1 5 16,1-1-25-16,0-2-16 16,1 0-16-16,1 2-23 0,0-2-20 0,0 1 1 15,1 3 0-15,1 0-27 0,-2 0-9 16,1-1 43-16,-1 4 9 0,-1 0 2 0,1-2 1 15,1 3 39-15,-2-3 22 0,-1 1-12 16,3 1 9-16,-1-2 6 0,2 0-12 0,0 0-17 16,4-1-35-16,0 1-24 0,-1-2-27 15,3 1-71-15,-2 1-98 16,-2-1-32-16,-2 1-147 0,0-1 44 16,0 2 104-16,-4-1 137 0,3 1 114 15,-4 0 108-15,1 1 22 0,-2 0 30 16,-1 1 58-16,3-1 12 0,-2 1-103 15,1-1-59-15,2 1-68 0,0-3-42 0,1 2-104 16,-3-2-46-16,2 0 20 0,0 1 81 0,-5 0 19 16,0-1 0-16,-2 1-22 0,-6 3 94 15,-4 2 77-15,-4 3 79 0,-1 1 59 16,-5 1-40-16,1 2-9 16,-3-1-33-16,-2 2-36 0,2 0 0 0,1-1-58 15,-3-2-37-15,4 3-2 0,-1-3-98 16,2 1 46-16,2 1 50 0,0-5 4 15,2 2-2-15,0-1 52 0,-2 0-52 16,0 1 13-16,0 1-7 0,-3 3 46 16,-2 0 3-16,0 2 58 0,-1 0 0 15,1 0-6-15,-1 0-33 0,3-2-49 0,2 0-25 16,1-4-19-16,3 1-20 0,0-2 4 16,5-2 19-16,-3 2-16 0,3 0 6 0,-2-4 26 15,1 4 39-15,-1 0-23 0,2 2 45 16,-5-1 23-16,1 3-27 15,-2 0-5-15,-1-1-20 0,2 0 6 16,-4-1-6-16,4 0-9 0,2 0-23 0,-1-1 0 16,3 1-3-16,-2-2 3 0,6 2 0 15,-3-1 2-15,4-1 15 0,0 2 30 16,-1-1 11-16,-2 5 19 0,0 1 47 16,-5 2 22-16,-1 4-29 0,-4 0-17 0,-1 1-5 15,-5 3-17 1,-1 1-15-16,0-1-15 0,-3 3-1 0,-1 3-10 15,-2-3-6-15,-2 2-9 0,-1 2-6 0,0-1-4 16,0 2-9-16,3-1 13 0,-3-1-4 16,-1 0 4-16,3 0-4 15,-1 1 7-15,2-1 3 0,0 0-10 16,2-2-9-16,-2 4-1 0,1-4-2 0,1 1-1 0,1 1-2 16,-3-3-13-1,0 2 1-15,0 1-1 0,-2 0-24 16,-1 1-10-16,1 2-12 0,-2-1-19 0,-1-1-8 15,1 1-2-15,-2 1-19 0,0 0-76 16,0 0-209-16,-5 0-684 0,-4 0-827 0</inkml:trace>
  <inkml:trace contextRef="#ctx0" brushRef="#br1" timeOffset="76825.328">28412 1587 1296 0,'0'0'634'0,"0"0"-465"0,0 0 220 16,0 0-16-16,0 0-109 0,79-1-82 16,-54 1-4-16,2 0 2 0,2 0-25 0,2 1-26 15,1 3-25-15,4 1-19 0,0 6-20 16,0-2-24-16,2 6 2 0,-2 0-18 15,1 6-24-15,2-2 1 0,0 4 1 16,4 1-3-16,-4 3 1 0,0 2 13 16,1 2-14-16,-6 1-16 0,-3 1 16 15,-3 2 1-15,-6 2 2 0,-7 4 25 16,-2-1-9-16,-8 2-19 0,-3 2 0 0,-2-1 0 16,-10 3 3-16,-3-2-3 15,-7-2 2-15,-1 0-2 0,-3-4 37 16,-1 0-12-16,-6-3 6 0,2-5 34 15,1 1 15-15,-1-3 3 0,2-4-27 16,-1-1-10-16,5-6 0 0,3-3 6 0,4-6-9 16,6-2 0-16,3-3-16 15,4-3 25-15,1 0 6 0,2 0-52 0,-3 0-6 16,-1-5-98-16,-1-3-21 0,-3-2 12 16,-1-1-4-16,-2 1-43 0,-1 0-26 15,2 1-75-15,-2 0-79 0,1 2-40 0,0 1-60 16,1 1-43-16,4 0-165 0,-1-2-178 15</inkml:trace>
  <inkml:trace contextRef="#ctx0" brushRef="#br1" timeOffset="77389.636">28788 2302 388 0,'0'0'104'15,"0"0"907"-15,0 0 294 0,0 0-809 0,0 0-143 16,0 0-48-16,0 0-19 0,0 0-85 16,0 0-65-16,0 0-65 15,-2-10-28-15,-3 30 22 0,-4 6 6 0,1 7 33 16,-3 0-19-16,1 2-8 0,2-1-16 16,2-4-25-16,1-3-20 0,3-3-4 0,2-2-12 15,0-4-2-15,0-7 2 16,5-3 1-16,1-2 1 0,3-1 16 15,2-2 19-15,5-1 11 0,4-2 13 16,8 0-15-16,3 0-19 0,8 0-3 16,3-5-24-16,0 2 0 0,-3 1-57 15,-1-2-86-15,-4 3-40 0,-1 0-28 0,4 0-63 0,0-3-181 16,-1 1-258-16,-6 0-615 0,10-5-629 16</inkml:trace>
  <inkml:trace contextRef="#ctx0" brushRef="#br1" timeOffset="77606.407">29448 2498 1038 0,'0'0'1820'0,"0"0"-1410"15,0 0-44-15,0 0 66 0,81 31 15 0,-51-23-117 16,2-1-128-16,2-5-120 0,1 3-50 15,0-5-32-15,-2 0-61 0,-1 0-126 0,-2-3-77 16,-4 1-95-16,-8-2-231 0,-8 1-642 16,-8-2-616-16</inkml:trace>
  <inkml:trace contextRef="#ctx0" brushRef="#br1" timeOffset="77846.869">29633 2576 1000 0,'0'0'313'0,"0"0"805"0,0 0-712 15,0 0 20-15,0 0 3 0,-34 73-57 16,24-53-114-16,0 3-62 0,-1 2-45 0,2 2-34 16,-1-2-19-16,1 0-37 0,2 2-21 15,0-2-10 1,2-2-2-16,4-3 5 0,1-2-14 0,1-1 2 16,7-3 110-16,3 0-40 0,6 1-18 0,5-4-9 15,4-3-27-15,6-3-19 0,5-5-18 16,1 0-11-1,2-3-93-15,-1-6-118 0,-2 0-74 0,-1-1-70 0,-2-2-133 16,-9 3-227-16,4-3-795 0</inkml:trace>
  <inkml:trace contextRef="#ctx0" brushRef="#br1" timeOffset="78959.041">6475 9387 0 0</inkml:trace>
  <inkml:trace contextRef="#ctx0" brushRef="#br1" timeOffset="79024.489">6475 9387 0 0,'90'-76'0'0</inkml:trace>
  <inkml:trace contextRef="#ctx0" brushRef="#br1" timeOffset="90050.587">6129 8535 2824 0,'0'0'321'0,"0"0"254"16,0 0-345-16,0 0-57 0,0 0 42 15,0 0 60-15,0 0-99 0,-32 77-103 0,29-48-36 16,0 1 3-16,3 4 0 0,0-1 2 16,3 3-5-16,4 0-15 0,4 0-4 0,0-1-17 15,1-3-1-15,0-1-15 0,0-4 13 16,3-2-41-16,0-5-70 16,0-4-68-16,5-4-29 0,1-5-32 15,5-7-146-15,-1 0-252 0,-3-7-623 0,8-13-690 16</inkml:trace>
  <inkml:trace contextRef="#ctx0" brushRef="#br1" timeOffset="90397.906">6560 8513 1193 0,'0'0'1356'16,"0"0"-1085"-16,0 0-201 0,0 0 97 0,99-6 54 16,-73 12-59-16,0 2-82 0,-3 2-58 15,-4 3-13-15,-3 6-9 0,-5 3-31 16,-6 4-1-16,-5 5-13 0,-2 3-28 0,-12 7-64 16,-8 1 6-16,-4 2 0 0,-3-2 131 15,-1-4 0-15,1-3 96 0,3-4 45 16,5-8-39-16,5-4-39 0,6-9 14 15,5-4-23-15,5-1-19 0,0-4 3 16,3-1-35-16,9 0-2 0,8 0 34 16,4 0 12-16,7 0 1 0,2 0-23 15,1-5-25-15,2-2 0 0,-1 0-16 16,1-2-57-16,-4 0-139 0,-3-1-165 16,-8 4-318-16,2-5-774 0</inkml:trace>
  <inkml:trace contextRef="#ctx0" brushRef="#br1" timeOffset="90727.901">7315 8535 2756 0,'0'0'501'0,"0"0"-374"0,0 0-76 0,0 0 35 0,-28 80 69 15,11-48 47-15,1 3-96 0,-1 4-105 16,5 3 0-16,3-1 23 0,4-1-24 16,5-4 0-16,5-5 0 0,9-5 30 0,5-3 33 15,8-7-19-15,3-3-19 0,6-6 3 16,6-2-16-16,3-5 10 0,2-1-19 15,1-10-3-15,1-3-50 16,-1-4-94-16,-4-5-111 0,-5-1-128 16,-12 2-280-16,-2-9-999 0</inkml:trace>
  <inkml:trace contextRef="#ctx0" brushRef="#br1" timeOffset="90942.931">7447 8738 2297 0,'0'0'597'15,"0"0"-226"-15,0 79-34 0,3-47-40 0,0 6-77 16,0 0-58-16,0 2-103 0,0-2-59 16,-3 2-9-16,0-5-47 0,0-3-138 0,0-4-121 15,4-4-154-15,3-10-218 0,-1-2-126 16,4-10-825-16</inkml:trace>
  <inkml:trace contextRef="#ctx0" brushRef="#br1" timeOffset="91174.845">7965 8588 2654 0,'0'0'607'0,"0"0"-286"0,0 0-62 0,66 80 12 16,-46-52-35-16,2 4-38 0,-2 2-96 0,-1-1-31 16,0 4-43-16,-2 2-16 0,-3 3-12 0,-4 5-1 15,0 1-1-15,-10 0 1 0,0-1-11 0,-12-4-155 16,-7-1 9-16,-6-2-72 0,-2-6-106 16,-2-2-110-1,0-5-133-15,6-10-138 0,-10-4-517 0</inkml:trace>
  <inkml:trace contextRef="#ctx0" brushRef="#br1" timeOffset="92504.925">11336 7361 1322 0,'0'0'508'0,"0"0"-174"15,0 0-127-15,0 0-58 16,0 0-30-16,0 0 402 15,0 0-238-15,0 0-168 0,-16 78-55 0,4-62 0 16,2 1-19-16,-4-3-9 16,4 3-32-16,-3-4-14 0,1 0-21 0,1-2-34 0,3-2-147 0,0-4-90 15,4-2-251-15,4-3-658 0</inkml:trace>
  <inkml:trace contextRef="#ctx0" brushRef="#br1" timeOffset="93013.691">12432 7810 1709 0,'0'0'817'0,"0"0"-459"15,0 0-159-15,0 0-11 0,0 0 7 0,0 0 42 16,0 0 12-16,0 0-126 0,0 0-35 16,0 0-26-16,-62-88-12 0,47 57-32 15,0-4-17-15,1-3 1 0,-1-4 2 16,1-5-4-16,4 3-16 0,0-5-43 15,1-3 0-15,3-1 15 0,5 0-38 0,1-1-22 0,0 1 51 16,6 4 21-16,5 5-15 16,2 7-13-16,4 6 60 0,2 3 13 0,1 7-10 15,3-2-1-15,-1 7 55 0,3 3-1 16,0 1-8-16,3 3 2 16,-1 3-48-16,3 2 14 0,-1 4-16 0,0 0-35 15,-2 0 19-15,-2 1-2 0,-2 6 18 0,-3 4 0 16,-5 1-20-1,-5 7-2-15,-6 1-10 0,-4 4 29 0,-4 3-13 16,-11 4-3-16,-5 2-22 16,-2 3 1-16,-5 0 8 0,-2 0-22 0,-1 0-38 0,0-3-57 15,1-2-45-15,5-3-91 0,3-5-76 16,5-3-151-16,8-9-239 16,3-1-526-16</inkml:trace>
  <inkml:trace contextRef="#ctx0" brushRef="#br1" timeOffset="93239.216">12850 7467 33 0,'0'0'2154'16,"0"0"-1673"-16,0 0-137 0,6 65-53 15,-6-43-21-15,0 2-11 0,0-2-58 16,0 0-121-16,-1-2-80 0,-1-4-13 0,2-2-91 15,0-2-145-15,0-4-121 0,7-6-200 16,-2 0-238-16,8-7-632 0</inkml:trace>
  <inkml:trace contextRef="#ctx0" brushRef="#br1" timeOffset="93392.811">13342 7250 2696 0,'0'0'667'16,"0"0"-262"-16,0 0 32 0,0 0-160 15,94 13-129-15,-67-13-111 0,-1 0-37 0,-2 0-56 16,-1-2-108-16,-5 0-112 0,-7 1-259 16,-4 1-782-16</inkml:trace>
  <inkml:trace contextRef="#ctx0" brushRef="#br1" timeOffset="93553.213">13304 7461 901 0,'0'0'1430'0,"0"0"-894"0,0 0-165 0,0 0 106 0,0 0-169 16,98 6-70-16,-69-10-83 0,4-2-102 15,-2-1-53-15,2-1-59 0,-3-2-186 16,2 2-205-16,-8-1-515 0,8 0-788 0</inkml:trace>
  <inkml:trace contextRef="#ctx0" brushRef="#br1" timeOffset="94288.907">14441 6884 1941 0,'0'0'428'0,"0"0"-186"15,0 0-135-15,0 0-11 16,0 0 363-16,0 0-138 0,0 0-56 0,0 0-102 15,-72 70-31-15,51-39-7 0,1 6 45 0,2 4-12 16,2 7-59-16,5 1-35 0,1 4-12 16,6-2-15-16,2 1-37 0,2-5 0 15,7-4-15-15,6-7-4 0,3-6-17 0,4-7-7 16,2-5-84 0,2-5-43-16,-2-6-3 0,5-4-72 0,-1-3-186 15,-4 0-532-15,9-12-723 0</inkml:trace>
  <inkml:trace contextRef="#ctx0" brushRef="#br1" timeOffset="94667.993">14838 6878 421 0,'0'0'2218'0,"0"0"-1691"15,0 0-218-15,0 0-43 0,0 0 46 16,2 75-50-16,1-48-42 0,-3 4-97 16,3 5-46-16,0 1-37 0,2 3-6 15,-1-3-3-15,3 5-16 0,-3-3-15 16,-1 0 0-16,2-2-37 0,-2-2-76 16,1-6-94-16,3-5-107 0,-1-5-173 15,-1-5-621-15,6-2-754 0</inkml:trace>
  <inkml:trace contextRef="#ctx0" brushRef="#br1" timeOffset="95503.211">15209 6902 2043 0,'0'0'705'0,"0"0"-221"0,0 0-302 16,78 16 40-16,-49-6 33 0,-3 0-28 0,-1 1-62 15,-5 1-50-15,-3 3-28 0,-1 1-44 16,-7 2-20-16,-2 0-23 0,-6 1-18 16,-1 3-19-16,-6 1-10 0,-5 2 10 15,-6 1-31-15,-2 0 18 0,-3-2-9 0,2-1 16 16,3-6 33 0,2-3 10-16,7-3 13 0,2-5 2 0,3-2-15 0,0-1 0 15,3-2-2-15,0 1-1 0,3-1 3 0,3 3 59 16,5 0-9-16,4 1-22 0,4 2 56 15,5 1-38 1,3-4-18-16,2 0-7 0,3-4-21 16,0 0-16-16,1 0-40 0,0 0-170 0,-3-1-141 15,-7-3-271-15,7 0-895 0</inkml:trace>
  <inkml:trace contextRef="#ctx0" brushRef="#br1" timeOffset="97961.274">16174 6932 980 0,'0'0'1320'16,"0"0"-961"-16,0 0-205 0,0 0 129 0,0 0-6 15,0 0-23-15,88-1-74 0,-71 1-51 16,-1 1-38-16,-1 3-18 0,-3 0-35 16,-2 1-23-16,-1 2-14 15,-4 1 12-15,-2-1 5 0,-3 2-5 0,0 3-3 16,-4 3-10-16,-7 0-1 0,-2 2 1 16,-2 1 13-16,-1-2-10 0,5-3 15 15,-1-4-2-15,5 0-16 0,4-2-12 16,0 1-20-16,3 1 1 0,0 3 6 0,3 1 22 15,7 1-9-15,3 1 10 0,2-1-26 16,2 1-10-16,0-1 9 0,2-2 1 16,-2 2-1-16,-1-3 14 0,-1-1 0 15,-3 1 14-15,-4-2 2 16,-1 2-1-16,-3-4 38 0,-4 2 12 0,0 0 10 0,0 1-32 16,-4-2-15-1,-3 3-13-15,-1-3-14 0,-3 1 2 0,2-1-13 16,-1-4-42-16,0 0-27 0,5-1-47 15,-1-3-58-15,3 0-100 0,0 0-146 16,1 0-582-16,-1-7-215 0</inkml:trace>
  <inkml:trace contextRef="#ctx0" brushRef="#br1" timeOffset="98255.366">17095 6980 1246 0,'0'0'1698'0,"0"0"-1238"15,0 0-219-15,0 0-61 0,0 0-48 0,-57 74 44 0,38-49 11 16,1 1-91-16,-1 0-61 0,5-1-23 16,2 1-12-16,4-1 0 0,6-3-2 15,2-1 2-15,10-2 40 0,6 0 28 16,8-3 37-16,5-3-38 0,3-2-42 15,4-5 0-15,2-2-23 0,2-3-2 16,-1-1-22-16,-2-3-5 0,1-4-56 16,-4-5-66-16,0-2-61 0,-6-3-119 15,-3-1-164-15,-10 3-464 0,-3-7-532 16</inkml:trace>
  <inkml:trace contextRef="#ctx0" brushRef="#br1" timeOffset="98469.257">17154 6968 1709 0,'0'0'636'0,"0"0"-358"0,0 0-1 0,0 0 27 16,-2 74 24-16,2-46 45 0,3 3-84 0,1 4-131 0,-1 1-27 16,0 1-20-1,-3-1-16-15,0 0-61 0,0 0-34 16,0-2-17-16,0-3-23 0,-3-7-65 0,3-5-47 15,0-5-34-15,6-3-59 0,7-7-79 16,3-4-134-16,-2 0-572 0,15-18-648 0</inkml:trace>
  <inkml:trace contextRef="#ctx0" brushRef="#br1" timeOffset="98721.98">17781 6952 2050 0,'0'0'544'0,"0"0"-94"0,0 0-32 0,0 0-79 16,71 65-91-16,-55-41-38 0,2 1-39 0,-2 2-47 15,-2 2-10-15,-2-1-34 0,-4 1-28 16,-1 1-18-16,-4-1-10 0,-3 1-5 16,0-1 8-16,-10-1-27 0,-7 1-16 15,-5-1-27-15,-8 1-19 0,-2-1 13 16,-4 0-55-16,-1-3-23 0,-3-1-53 15,1-4-60-15,0-2-84 0,-1-3-139 16,0-3-182-16,10-5-550 0,-21 0-261 16</inkml:trace>
  <inkml:trace contextRef="#ctx0" brushRef="#br1" timeOffset="100387.689">3398 6968 2020 0,'0'0'357'0,"0"0"155"0,0 0-147 15,0 0-110-15,0 0-103 0,0 0 40 16,85 12-28-16,-55-7-85 0,-3-2-43 0,1 1-36 16,-4 1-3-16,-3-3-37 0,-3 2-33 0,-2-3-141 15,-4 4-83-15,-5-4-73 0,-3 0-312 16,-4 4-667-16</inkml:trace>
  <inkml:trace contextRef="#ctx0" brushRef="#br1" timeOffset="100524.49">3431 7174 1383 0,'0'0'751'16,"0"0"-321"-16,0 0-153 15,0 0-30-15,0 0-39 0,82 30-84 16,-56-27-124-16,6-3 0 0,-2 0-153 0,0-3-170 16,-7-1-351-16,6-4-932 0</inkml:trace>
  <inkml:trace contextRef="#ctx0" brushRef="#br1" timeOffset="101006.134">2805 7750 1987 0,'0'0'1039'16,"0"0"-681"-16,0 0-57 0,0 0-46 0,0 0-81 15,0 0-65-15,0 0-38 0,0 0-71 0,0 0-18 16,0 0 5-16,-22-73 1 0,16 50 9 16,-3-1 0-16,2-2-13 0,-6-2-9 15,1-3 22-15,-2-5 5 0,1 1-2 16,3-7 0-16,-3-6-16 0,3-1-5 15,1-5 8-15,1-2-104 0,3-2 58 16,2 2 18-16,3 5-18 0,0 4 18 0,0 8 41 16,6 5 44-16,0 7-29 0,1 4 64 15,2 4 32-15,-2 2-52 0,3 4 22 16,0 1-69-16,0 0-12 16,3 5-24-16,-1 2-8 0,2 1 30 0,2 4-18 15,1 2-5-15,-1 5-30 0,3 6 54 16,-3 0-13-16,-2 6 14 0,-4 4 11 15,-4 1-11-15,-2 2-39 0,-4 5-11 0,0 2-6 16,-7 0-45-16,-2 2 10 0,-5-1 40 16,1 3-81-16,-3-5-8 0,0-3-64 15,2-2-97-15,1-4-121 0,3-7-246 16,-3 1-449-16</inkml:trace>
  <inkml:trace contextRef="#ctx0" brushRef="#br1" timeOffset="101256.344">3104 7424 1208 0,'0'0'1390'0,"0"0"-1010"0,0 0-149 0,0 0 30 16,0 0 74-16,0 0-61 0,1 69-99 15,-1-52-119-15,0 2-25 0,0 4-6 0,-1-3 2 16,-1 3-27-16,1 0-38 0,-1-2-8 16,2-2-147-16,0-3-97 0,0-5-96 15,0-2-305-15,2-4-777 0</inkml:trace>
  <inkml:trace contextRef="#ctx0" brushRef="#br1" timeOffset="101970.251">2865 6399 2334 0,'0'0'684'16,"0"0"-400"-16,0 0-83 16,0 0 96-16,0 0-23 0,0 0-53 15,0 0-81-15,0 0-60 0,80-8-27 16,-68 9 9-16,-1 4-59 0,2 1-3 0,-4 0-34 15,0 1 3-15,-1 2-31 0,-2 2-18 16,-3 3-4-16,0 0 9 0,-3 3-52 16,-2 2-12-16,-5 0 48 0,-3 2 19 0,0-2 2 15,1-6 36-15,-1 1 34 0,3-3 19 16,1-2-4-16,0-2 1 0,2-2-15 16,3-2-1-16,1 1 0 0,0-3-31 15,0 3 24-15,2 0 7 0,7 1 73 16,3 0-13-16,2 0-39 15,4 0-21-15,3-2-13 0,2-1-28 0,3-2-79 16,1 0-146-16,-6 0-351 0,9-2-1085 0</inkml:trace>
  <inkml:trace contextRef="#ctx0" brushRef="#br1" timeOffset="104988.199">3020 10024 1706 0,'0'0'824'0,"0"0"-554"0,0 0 227 16,0 0-233-16,0 0-11 0,0 0-18 16,28 72-3-16,-15-30-58 0,2 7 2 15,0 10-10-15,-2 3-62 0,-6 8-12 16,-1 1-40-16,-3-1-28 0,-3 1 1 0,0-5-10 15,-3-4-15 1,-2-8-12-16,4-8-13 0,1-13-8 0,0-8-96 16,0-9-49-16,6-7-68 0,1-7-102 0,3-2-160 15,-3-3-241-15,5-21-854 0</inkml:trace>
  <inkml:trace contextRef="#ctx0" brushRef="#br1" timeOffset="105261.969">3271 10119 1831 0,'0'0'748'0,"0"0"-346"0,0 0-152 15,0 0 30-15,78 14 24 16,-54 2-52-16,4-1-109 0,2 8-62 16,-1 2-34-16,1 5-29 0,-4 3-5 0,-3 2 12 15,-8 5-13-15,-6 3 19 0,-6 5-9 16,-3 5-20-16,-15 2-2 0,-7 4 0 0,-7 1-1 15,-4 0-2-15,-6 1-31 0,-3-3 9 16,2-4-3-16,-3-4-9 16,5-2-10-16,5-11-53 0,4-8-38 15,9-5-28-15,6-10-36 0,6-3-61 0,1-7-207 16,6-4-253-16,1 0-544 0</inkml:trace>
  <inkml:trace contextRef="#ctx0" brushRef="#br1" timeOffset="105489.901">3859 10809 2572 0,'0'0'501'0,"0"0"-325"0,0 0 37 0,0 0 123 0,0 0-71 0,0 0-72 16,-46 83-106 0,34-63-65-16,5 2-7 0,3 1-12 15,1 1 0-15,3-2 22 0,4-1 16 16,6-2 11-16,6-3 13 0,4-2 9 0,1 0-28 15,2-5-6-15,2 1-9 0,4-5-14 16,0-4-17-16,4-1-37 0,-1-5-52 0,-2-5-25 16,-1-4-81-16,0-5-165 15,-9 2-269-15,3-13-966 16</inkml:trace>
  <inkml:trace contextRef="#ctx0" brushRef="#br1" timeOffset="105695.341">3996 10728 2285 0,'0'0'497'0,"0"0"-259"0,0 0-24 0,0 0-4 16,-10 79 9-16,10-46 21 15,0 5-61-15,4 5-41 0,-1 5-26 0,-3 2-47 16,0 3-25-16,-7 1-40 16,-3-2 0-16,-2-2-15 0,-2-8 2 15,5-6 1-15,3-8-32 0,3-9-36 0,3-5-82 16,3-9-109-16,6-5-166 0,1 0-316 15,12-12-667-15</inkml:trace>
  <inkml:trace contextRef="#ctx0" brushRef="#br1" timeOffset="105938.924">4620 10618 2451 0,'0'0'467'15,"0"0"-220"-15,0 0-65 0,94 8 161 0,-57-6-7 0,-1-2-91 16,1 0-106 0,-2 0-108-16,-3 0-31 0,-5-2-31 15,-5 0-80-15,-5-2-98 0,-8 0-81 0,-5 3-208 16,-4-1-787-16,-10 2-732 0</inkml:trace>
  <inkml:trace contextRef="#ctx0" brushRef="#br1" timeOffset="106090.676">4627 10814 2367 0,'0'0'510'0,"0"0"-241"16,0 0 15-16,0 0 73 0,0 0-4 15,88 20-39-15,-58-17-80 0,5-3-99 0,1 0-75 16,1 0-60-16,-2 0-111 0,-4 0-80 0,0 0-109 15,-11 0-256-15,5 0-876 0</inkml:trace>
  <inkml:trace contextRef="#ctx0" brushRef="#br1" timeOffset="106709.285">6055 10284 1944 0,'0'0'1395'15,"0"0"-935"-15,0 0-192 0,0 0-125 0,0 0 28 16,0 0 74-16,0 0-64 0,0 0-86 0,0 0-68 16,-67 90-26-16,40-60-1 15,0 3 12-15,-2 1 0 0,2 1-12 16,-2-2-2-16,3-2 2 0,2-1-2 15,5-5 0-15,0-1 0 0,8-5 0 16,2-3-1-16,5-3-15 0,4 0 18 0,0-1 29 16,0 0 23-16,8 5-6 0,1 0-22 15,4 2-11-15,3 1 5 16,0-1 3-16,2 2-9 0,2-2 1 16,1 0-1-16,3-1-12 0,-1 0-21 0,-1 0 2 15,1-2-8-15,2-1-13 0,-1 1-27 0,0-1-59 16,1 1-18-16,1-4-47 0,0 2-94 15,1-4-287-15,-8-3-691 16,4-2-938-16</inkml:trace>
  <inkml:trace contextRef="#ctx0" brushRef="#br1" timeOffset="107713.4">6726 11364 2262 0,'0'0'681'0,"0"0"-304"0,0 0-167 15,0 0 65-15,0 0-23 0,0 0-24 16,-11-67-91-16,11 41-79 0,3-5-36 15,3-5 9-15,2-3-29 0,1-7 0 16,-2-4-2-16,2-2-13 0,-2-3-9 16,-2-1-62-16,-1 1 38 0,-1 3 43 15,-2 4 3-15,-1 2 7 0,0 3-4 0,0 5-3 16,0-2 25-16,0 5-22 16,0 4 22-16,0 1-22 0,0 6 0 0,3 4-1 15,3 2 29-15,2 1 3 0,1 1-9 16,1 2 15-16,3 2 53 0,-1 1-60 15,0 2-17-15,2 5-16 0,0-1-1 0,2 4-39 16,0 1-10-16,4 1-8 0,2 10 27 16,-2 2 3-16,3 3-21 0,-5 5 11 15,-3 2 1-15,-5 4-50 0,-6 3 9 16,-4 0 32-16,0 4-4 0,-12-1 19 16,-3-1-17-16,-1 1 10 0,-3-2 22 15,-4-4 14-15,2-2-26 0,-2-2-60 16,4-2-107-16,-1-5-24 0,2-1-42 15,1-5-102-15,1-1-127 0,5-5-328 0,-2-1-566 0</inkml:trace>
  <inkml:trace contextRef="#ctx0" brushRef="#br1" timeOffset="108244.949">7335 10925 2443 0,'0'0'654'0,"0"0"-338"0,0 0-120 15,-1 69 6-15,-4-39 31 0,-2-3-32 16,1 3-55-16,-2-4-84 0,2-1-47 15,3-4-15-15,1-6-12 0,2-3-32 16,0-5-95-16,2-2-42 0,5-5-81 16,2 0-95-16,-2-5-344 0,6-14-698 0</inkml:trace>
  <inkml:trace contextRef="#ctx0" brushRef="#br1" timeOffset="108574.911">7646 10539 2917 0,'0'0'715'0,"0"0"-350"0,0 0-133 16,0 0-52-16,0 0-4 0,91 58 12 0,-66-43-59 15,2-1-65-15,0 3-21 16,2-4-28-16,3 0-14 0,1-1 3 15,-1 0-2-15,-1 0-2 0,0-2-2 16,-4 1-11-16,-4-3 1 0,-6 2-6 0,-5-1-1 16,-5 0-5-16,-4 1-13 0,-3 2 10 15,-6 5 14-15,-11 1 13 0,-4 5-1 0,-7 1-23 16,-2-1 12-16,-3 2 10 16,1-3-1-16,2-2-49 0,1-2-28 15,7-3-21-15,5-5-26 0,5-3-41 16,5-3-107-16,3-2-179 0,3-2-268 0,1-2-688 0</inkml:trace>
  <inkml:trace contextRef="#ctx0" brushRef="#br1" timeOffset="109193.696">8741 10413 2730 0,'0'0'564'0,"0"0"-205"16,0 0-176-16,0 0 24 0,-11 69 65 16,-5-47-80-16,-5 4-65 0,-7 3-72 0,-2 1-39 15,-3 1-16-15,-2 0-22 0,1 1 7 16,0-1-16-16,4 0 9 0,4-1-2 15,3-4 2-15,7-1 21 0,6-2 0 16,3-6 1-16,6-3 1 0,1 0 2 16,3 0 0-16,5-1 9 0,4 0 13 0,3 2 9 15,0-2 3-15,3-1 0 16,0-2-19-16,4-1-2 0,-2-1-16 16,0 0-12-16,0-5-31 0,1 2-43 0,0-4-59 15,2-1-38-15,-3 0-58 16,2 0-108-16,-2-6-220 0,-5 1-573 0,6-5-818 15</inkml:trace>
  <inkml:trace contextRef="#ctx0" brushRef="#br1" timeOffset="109405.111">9000 10620 1178 0,'0'0'1736'16,"0"0"-1167"-16,0 0-219 0,113 6-16 0,-72-6-2 16,2 0-88-16,-3 0-63 0,-4-1-102 15,-1-4-79-15,-2-3 0 0,-3-1-64 0,-1 0-80 16,-6 0-84-16,-4 0-157 0,-8 3-381 16,0-1-805-16</inkml:trace>
  <inkml:trace contextRef="#ctx0" brushRef="#br1" timeOffset="109625.537">9257 10637 1752 0,'0'0'736'0,"0"0"-257"16,0 0-117-16,0 0-38 0,-24 66-31 16,20-45-30-16,-3 5-55 0,1 0-25 0,0 2-14 15,0-1-34-15,0 3-28 0,-2-2-21 16,4-3-40-16,-1-2-22 0,5-3-12 0,0-2-12 15,0 0 0-15,5-6 0 0,4-2-1 16,3-1-16-16,3-4-38 0,5-3-31 16,3-2-21-16,4-2 6 15,5-9-25-15,5-4-37 0,4-4-48 0,3-5-234 16,-8 4-644-16,16-12-918 0</inkml:trace>
  <inkml:trace contextRef="#ctx0" brushRef="#br1" timeOffset="110095.641">9918 10504 267 0,'0'0'2261'0,"0"0"-1807"0,0 0-274 16,0 0 81-16,0 0 75 0,0 0-75 0,90 45-45 15,-65-35-110-15,2 3-53 0,2 0-32 0,0 3-9 16,-2-2-12 0,2-1-16-16,-1 0 4 0,-3-1-4 15,1 2 15-15,-4-3-17 0,-5 2-16 0,-3-1 15 0,-5 2-6 16,-3 0 6-16,-4 2 9 16,-2 2 10-16,-5 1 3 0,-8 4 16 0,-4 0-4 15,-3 0-12-15,-2 2 0 16,-4-2-3-16,2 1-3 0,-1-2-57 0,5-1-30 15,0-5-80-15,3-1-85 0,4-2-167 16,4-6-342-16,-4 0-713 0</inkml:trace>
  <inkml:trace contextRef="#ctx0" brushRef="#br1" timeOffset="110505.176">10886 10561 3291 0,'0'0'560'0,"0"0"-211"0,0 0-119 15,95 0-20-15,-52 0 45 0,2-3-87 16,3-1-98-16,-5-1-70 0,0-1-22 16,-4-2-54-16,-3 1-71 0,-3 3-77 15,-4-1-64-15,-3 4-181 0,-9 1-321 0,-4 0-905 0</inkml:trace>
  <inkml:trace contextRef="#ctx0" brushRef="#br1" timeOffset="110671.294">11040 10781 2677 0,'0'0'702'16,"0"0"-262"-16,0 0-197 0,0 0-50 15,0 0 21-15,0 0 24 0,87 26-100 16,-46-26-110-16,6 0-28 0,3 0-105 0,1-8-55 16,3-4-100-16,1-3-159 15,-13 7-281-15,17-6-818 0</inkml:trace>
  <inkml:trace contextRef="#ctx0" brushRef="#br1" timeOffset="111794.615">12363 9997 2368 0,'0'0'555'16,"0"0"-229"-16,0 0-135 0,0 0 72 15,0 0 14-15,0 0-60 0,0 0-71 16,0 0-50-16,0 0-22 0,0 0-27 15,-11-9-41-15,-5 29-6 0,-6 12 0 16,-4 6 14-16,-4 6 14 0,0 3 3 0,-2 2-13 16,2-1-18-16,1-6-1 0,6-4-14 15,5-8 14-15,6-5-14 0,3-8-1 0,8-7-15 16,1-1-31-16,0-5-2 0,0 1 20 16,0-1 22-16,1 2 12 0,5 1 10 15,0 4 0-15,2 2-2 16,-1 3-17-16,2 5 18 0,-3 4 1 0,2 4 0 15,-2 6 0-15,0 5 0 16,1 0 0-16,0 3 1 0,0-3 1 0,4 3 64 16,-3-4-29-16,4-3-34 0,-1-4 22 15,1-3 2-15,-1-5 26 0,1-3-28 0,1-3-25 16,-3-3-2-16,0-1-42 0,0-4-58 16,-3 0-53-16,1-1-50 0,-3-1-89 0,4 2-190 15,-3-5-477 1,1 2-697-16</inkml:trace>
  <inkml:trace contextRef="#ctx0" brushRef="#br1" timeOffset="112455.158">13162 11878 1797 0,'0'0'1080'0,"0"0"-802"0,0 0-182 16,0 0 25-16,0 0-13 0,0 0 64 0,-9-74-18 15,9 50-75-15,0-5-66 0,0-5 8 16,0-5-21-16,-3-7 0 0,-1-3-37 15,-4-6-17-15,-1-4 29 0,0-2-51 16,-3-4 4-16,1-2 27 0,-1 0-2 16,-2 0-48-16,2-3 28 0,1 4 14 0,-2 3 53 15,3-2 16-15,2 6 0 16,0 4 3-16,7-4-11 16,1 3-7-16,1 0 27 0,9 2 32 0,3 2-22 15,4 8 13-15,2 5-10 0,4 7 0 16,1 9 13-16,1 5 6 0,-2 6-10 15,2 5-6-15,-1 3-3 0,-1 4-9 16,-3 4 5-16,-1 4 4 0,0 4 1 0,-5 3-11 16,0 3-30-16,-2 3-1 0,-2 3-3 15,-4 4-9-15,-2 2 12 0,-4 1-26 0,-5 0-15 16,-8 2 38-16,-6 1-13 0,-3 0-12 16,-5-3-26-16,-5 0 26 0,2-2 3 15,-3-4-7-15,2 2-75 0,1-6-51 16,6-2-71-16,2-7-116 0,9-3-235 15,-3-2-469-15</inkml:trace>
  <inkml:trace contextRef="#ctx0" brushRef="#br1" timeOffset="113119.269">13538 11123 33 0,'0'0'2610'0,"0"0"-2068"0,0 0-354 0,0 0-86 0,0 0 95 15,0 0 80-15,0 0-45 16,0 78-70-16,0-57-75 0,0 3-63 15,0-2-24-15,0-1-13 0,1-4-15 16,6-1-52-16,-1-4-63 0,0 0-77 0,5-5-114 16,-2-1-131-16,0-5-599 0,2-1-736 0</inkml:trace>
  <inkml:trace contextRef="#ctx0" brushRef="#br1" timeOffset="115124.145">13532 9913 1099 0,'0'0'677'16,"0"0"-265"-16,0 0-169 0,0 0-34 0,0 0-57 15,0 0 12-15,0 0-14 0,0 0-38 16,0 0-57-16,0 0-24 16,81-32 1-16,-67 27-30 0,-1 0 14 15,-3 2-14-15,0-2 2 0,-3 4 21 16,-2 0-3-16,-2-1-21 0,-2 2 12 15,-1 0-11-15,0 0-2 0,0 0-19 16,0 3 4-16,0 3 15 0,0 6 3 16,0 2 39-16,0 4-42 0,0 2-7 0,-6 4-18 15,0-1 3-15,-2 3-7 0,2-2 29 16,0 0 0-16,2-3 29 0,1-2 117 0,2-3 0 16,1-3-108-16,0-3-36 15,0-4 9-15,4 1-10 0,0-2 11 0,-1-1-9 16,2-2 25-16,1-1 13 15,3-1-6-15,0 0-7 0,5-3-28 16,1-6-9-16,2-2-35 0,1-2-73 0,0-5-66 16,1-3-91-16,0-2-149 0,-8 5-398 15,4-13-916-15</inkml:trace>
  <inkml:trace contextRef="#ctx0" brushRef="#br1" timeOffset="115317.018">13737 9620 650 0,'0'0'1790'0,"0"0"-1271"16,0 0-237-16,0 0-53 0,0 0 31 0,0 0-31 16,0 0-102-16,0 0-127 0,0 0-36 0,0 0-11 15,65-21-25-15,-50 19-120 0,0 1-115 0,-3 1-102 16,-3 0-190-16,4 0-565 15</inkml:trace>
  <inkml:trace contextRef="#ctx0" brushRef="#br1" timeOffset="116248.195">14405 10307 2202 0,'0'0'607'0,"0"0"-238"0,0 0-51 15,0 0 14-15,0 0-48 0,95 40-51 16,-66-28-69-16,-2-3-77 0,4 1-47 15,-2-4-40-15,1 0 0 0,-4-5-3 16,1-1-81-16,-4 0-114 0,-3-4-111 16,-5-4-221-16,-2 3-612 0,-6-7-732 0</inkml:trace>
  <inkml:trace contextRef="#ctx0" brushRef="#br1" timeOffset="116455.29">14676 10305 1941 0,'0'0'680'0,"0"0"-259"16,0 0-159-16,0 0-36 0,-26 83 71 16,16-54-20-16,0 0-96 0,0 5-72 15,-3-1-41-15,0 3-6 0,3-3-16 16,-1 0-9-16,3-4-18 0,2-3 18 16,6-3-35-16,0-7-2 0,2-1-1 15,7-6-12-15,6-1-11 0,1-3-35 16,7-4-24-16,5-1-41 15,3-2-23-15,1-7-85 0,6-3-133 0,-10 2-250 16,14-8-710-16</inkml:trace>
  <inkml:trace contextRef="#ctx0" brushRef="#br1" timeOffset="116948.349">15022 9845 2043 0,'0'0'582'15,"0"0"-266"-15,0 0-89 16,0 0 47-16,0 0 8 0,0 0-140 0,0 0-70 15,80-14-31-15,-65 13-3 0,-2 1-35 16,0 0-3-16,-1 7 0 0,-3 5 19 0,0 2 16 16,-3 4-10-16,-1 5-23 0,-4 1 0 15,-1-1 14-15,0 2 9 0,-3 0-23 16,-4 2 13-16,-2-6-15 16,1-2-1-16,-1-3-27 0,2-4 13 15,0-2-16-15,1-6-36 0,0 1-49 0,3-5-51 16,-1 0-48-16,-2 0-46 0,-4-2-88 15,4-4-844-15,-5-6-388 0</inkml:trace>
  <inkml:trace contextRef="#ctx0" brushRef="#br1" timeOffset="117118.802">15142 9622 1869 0,'0'0'699'0,"0"0"-332"0,0 0-238 0,0 0-21 16,86-3-40-16,-63 2-68 0,0 1-77 0,-1 0-318 15,-8 1-264-15,9 5-837 0</inkml:trace>
  <inkml:trace contextRef="#ctx0" brushRef="#br1" timeOffset="117455.291">15921 9767 2816 0,'0'0'656'0,"0"0"-167"0,0 0-160 16,20 71 12-16,-17-41 6 0,-1 5-27 0,-2 6-111 0,0 9-84 15,-9 9-34-15,-1 3-4 0,-4 8-11 16,-3 2-31-16,-5 2-21 0,3 0-12 16,-1 2-12-16,1-3-12 15,0-3-3-15,5-6 13 0,3-5-16 0,3-2-15 16,5-4 6-16,0-4-13 0,3-4-17 0,0-5 5 16,0-5-11-1,3-2-7-15,2-5-18 0,1-1-6 0,-1-6-15 16,0-2-74-16,2-4-56 0,-1-3-124 15,-1-3-195-15,1-3-500 0,0-5-557 0</inkml:trace>
  <inkml:trace contextRef="#ctx0" brushRef="#br1" timeOffset="118726.108">17495 10185 2318 0,'0'0'333'0,"0"0"85"0,0 0-265 16,0 0-98-16,0 0 50 0,39-72 70 0,-22 60 30 15,3 2-51-15,-1 1-60 0,3 1-39 16,1 2-18-16,-4 2-2 0,1 0 11 16,-4 1 23-16,-3 2-16 0,-2 1-4 0,-3 4-11 15,-2 7 5-15,-1 2-12 0,-4 7-3 16,1 4-10-16,-2 5-15 16,0 6 22-16,-5 1-6 0,-3-3-19 15,5-1-1-15,0-5-2 0,3-3-13 0,0-4 16 16,0-6 2-16,3-4-2 0,3-3-2 15,-4-5-10-15,3-2-47 16,-1-1-43-16,4-8-94 0,0-4-144 16,1-1-269-16,2-14-841 0</inkml:trace>
  <inkml:trace contextRef="#ctx0" brushRef="#br1" timeOffset="118892.118">17733 9778 2081 0,'0'0'1016'16,"0"0"-538"-16,0 0-210 0,0 0-22 0,0 0-3 16,0 0-76-16,76-6-81 0,-56 6-86 0,-1 3-12 15,-6 0-47-15,-3 1-114 0,-4-1-108 16,-3 2-144-16,-3-1-280 16,-6 2-928-16</inkml:trace>
  <inkml:trace contextRef="#ctx0" brushRef="#br1" timeOffset="119205.209">17291 9811 2514 0,'0'0'564'16,"0"0"-357"-16,0 0-149 0,0 0 50 15,0 0 44-15,0 0-48 0,0 0-37 16,-74 73-64-16,48-49-3 0,2 2-2 0,0 2-1 16,4-3-10-16,6-4 13 0,2-1-19 15,7-4 3-15,5-1 16 0,0-3 18 16,1-1 7-16,9-2 4 0,3 3 8 0,3-2 11 16,4-1-1-16,3 0-6 0,0-2-13 15,0-1-28-15,-3-1-35 0,-1-4-84 16,-4 0-58-16,-4 2-51 15,-5-3-113-15,-2 2-287 0,-4-1-683 0</inkml:trace>
  <inkml:trace contextRef="#ctx0" brushRef="#br1" timeOffset="119362.96">17084 10240 1683 0,'0'0'772'0,"0"0"-298"0,0 0-52 0,0 0-114 16,0 0 10-16,0 0-36 0,0 0-71 15,93 56-90-15,-69-49-121 0,-1 2-4 0,0-4-128 16,-1 2-48-16,-3-3-137 0,-4 0-277 16,-3 2-849-16</inkml:trace>
  <inkml:trace contextRef="#ctx0" brushRef="#br1" timeOffset="120179.671">16645 9894 7 0,'0'0'688'0,"0"0"-275"0,0 0-58 16,0 0 104-16,0 0-135 0,0 0-14 0,0 0-52 15,0 0-10-15,0 0-66 0,0 0-20 16,0 0-12-16,-4 5-21 0,4-5 13 16,0 0-51-16,0 0-31 15,0 0-32-15,-2 0 20 0,-1 2-26 0,-3 1-3 0,-1 2-3 16,-3 2-16-16,0 1-4 0,1 2 2 15,-2 3 1-15,4 2 1 0,-1 1 0 16,3 3 16-16,0 2-14 0,1 1 10 16,0 0-11-16,1 0 2 15,0 1-2-15,3-4-1 0,-1-1-1 16,1-5 1-16,0-1 0 0,0-1 1 0,3-4-1 16,2-2-4-16,-1-3-36 0,4 1 27 15,0-3 12-15,4 0-27 0,4-4-10 16,4-8 0-16,2-1-56 0,2-9-23 15,0 2-38-15,1-2-76 0,-5-1-63 16,0-1-50-16,-4 1 9 0,-3 1 53 0,-6-2 35 16,-1 5 208-16,-4 0 39 0,-2 1 127 15,0 6 87-15,-5 1 22 0,0 3-48 16,-3 6-53-16,-1-3-135 0,-2 4-11 16,0 1-37-16,-4 0-10 0,2 6-113 0,0-1-72 15,0 6-130-15,3-4-268 0</inkml:trace>
  <inkml:trace contextRef="#ctx0" brushRef="#br1" timeOffset="120641.788">18533 9932 2951 0,'0'0'762'0,"0"0"-356"0,0 0-250 15,0 0-54-15,0 0 62 0,0 0 0 0,0 0-20 16,0 0-101-16,-82 42-43 0,46-26-19 0,-3 6-18 16,-3-3 0-16,4 1-3 0,4 1-3 15,2-3 0-15,8-4-19 0,8-3 13 16,4-1 12-16,7-4 6 0,3-4 3 15,2 2-6-15,0-1 0 0,7 2 34 0,5 3 18 16,2 0 29-16,3 0-10 16,4-1-12-16,2-1-22 0,-2 0-3 15,0-1 0-15,-3-1-84 0,-2-2-77 16,-4-2-152-16,-4 0-275 0,-3 0-545 0,-5 1-708 0</inkml:trace>
  <inkml:trace contextRef="#ctx0" brushRef="#br1" timeOffset="120805.344">18136 10289 965 0,'0'0'1648'0,"0"0"-1188"0,0 0-204 0,0 0 4 0,0 0 103 16,0 0-78-16,0 0-61 16,94 43-104-16,-64-38-114 0,4-1-6 0,0-2-89 15,4-2-100-15,0 0-93 0,-2 0-134 16,-8 0-346-16,9 0-1039 0</inkml:trace>
  <inkml:trace contextRef="#ctx0" brushRef="#br1" timeOffset="121444.124">19083 9736 1808 0,'0'0'661'0,"0"0"-152"0,0 0-218 0,95 1-14 16,-62 3 17-16,-1-2-23 0,-4 2-53 15,-7-1-76-15,-2 1-46 0,-6-1-34 16,-3 0-20-16,-6 2-42 0,-4 1-37 16,0 1 15-16,-4 5 7 0,-9 4 2 0,-4 2 13 15,-6 1-1-15,-2 0-14 16,-1 0 12-16,7-1 0 0,2-2-10 16,6-3 1-16,3-3-6 0,5-1 14 15,-2-2 1-15,5 2-12 0,0-1 15 16,0 3 3-16,5 0 12 0,3 1 16 15,2 1-12-15,4 1-1 0,2 3-17 16,1-2-1-16,2 2-2 0,1 1-10 0,-4 1 10 16,2 0-20-16,-4 1 20 0,0 2-1 0,-6-2 0 15,-2-3 2-15,-4 1 2 0,-2-1 14 16,0-2-13-16,-8 1-2 16,-3-1-28-16,-7 0-12 0,-4-1-10 0,-5 1-46 15,-5-2-63-15,-1 0-95 0,-3-2-109 0,1-3-76 16,-1 1-127-1,7-4-468-15,-12 0-400 0</inkml:trace>
  <inkml:trace contextRef="#ctx0" brushRef="#br1" timeOffset="122409.793">17543 11269 339 0,'0'0'2426'16,"0"0"-1757"-16,0 0-289 0,0 0-119 15,0 0-27 1,0 0-70-16,0 0-28 0,0 0-31 0,0 0-56 15,0 0 0-15,46 2-15 0,-32-2-22 0,1 0-12 16,-1-1-3-16,-2 1-9 0,-4-1-4 16,0 1-8-16,-2 0-1 0,0 0-5 0,-3 2-26 15,0 8 29-15,0 2 25 16,0 1-2-16,-3 6 4 0,0 2 3 16,0 4 0-16,0 0 9 0,0 5-9 0,-3 1-1 15,0-1 20-15,0 1 11 16,0-3-14-16,0-2 24 0,0 2 3 15,1-4-3-15,-4 2 15 0,3-4 6 0,0-1-9 16,0-2 18-16,0-5 16 0,-1 0-31 0,3-4-37 16,-2-3-21-16,3-5-2 0,-2 1-10 15,1-3 10-15,1 0-35 0,-2 0-36 16,-2-4-43-16,0-8-52 0,-2-1-50 16,0-10-82-16,0-1-153 0,1-7-231 15,1 7-501-15,-4-18-486 0</inkml:trace>
  <inkml:trace contextRef="#ctx0" brushRef="#br1" timeOffset="122592.095">17633 10964 2463 0,'0'0'666'0,"0"0"-239"16,0 0-187-16,0 0-49 0,80-2-99 0,-54 2-92 15,2 0-12-15,1 0-159 0,0 0-144 0,-10 0-150 16,5 0-702-16</inkml:trace>
  <inkml:trace contextRef="#ctx0" brushRef="#br1" timeOffset="123181.832">17384 11132 2651 0,'0'0'482'0,"0"0"-230"0,0 0-112 0,0 0-23 0,0 0 120 15,0 0-1-15,-81 77-87 16,47-54-114-16,-2-2-35 0,-1 2 0 15,2 2-22-15,2-4 3 0,2 0 4 0,3-2-7 16,6-5-25-16,5 0-22 0,6-7 26 16,8-1-2-16,3-3-21 0,0-1 0 15,6-1 44-15,6 4 22 0,4-1 25 16,0 0 25-16,2 0-50 0,-2 0-6 0,-1-1-22 16,-4-1-4-16,-1 2-21 15,0-1-89-15,-4 0-118 0,-4 1-207 0,-1-3-532 16,-1 5-654-16</inkml:trace>
  <inkml:trace contextRef="#ctx0" brushRef="#br1" timeOffset="123349.584">16901 11503 1687 0,'0'0'1372'16,"0"0"-871"-16,0 0-186 0,0 0-78 15,0 0-82-15,0 0 50 0,0 0 11 0,48 72-96 16,-24-61-55-16,2-4-65 0,3 0-53 15,-3-6-85-15,1 4-22 0,-2-3-11 16,-5 0-148-16,-3 0-309 0,-6-2-693 16,-6 0-762-16</inkml:trace>
  <inkml:trace contextRef="#ctx0" brushRef="#br1" timeOffset="123658.539">16564 11187 150 0,'0'0'1680'0,"0"0"-1106"16,0 0-239-16,100-7 73 0,-69 9-156 16,-3 8-134-16,-5-1-8 0,-6 6-12 15,-3 1-32-15,-6-1-6 0,-5 3 19 0,-3-1-16 16,0 2-20-16,-11 1 24 0,-1-2-23 15,-3-2 3-15,-2 0-26 0,1-4 17 16,0-4-13-16,2-2-4 0,1-2-21 0,3-4-72 16,2 0-34-16,2-4-20 0,-2-2 13 15,4-3-64-15,-1-4 63 0,1-3-108 16,1-1 88-16,0-4-26 0,3 0-87 0,0 1 35 16,0-1-70-16,3 7-188 15,7-3-216-15</inkml:trace>
  <inkml:trace contextRef="#ctx0" brushRef="#br1" timeOffset="124051.941">18587 11343 1744 0,'0'0'1144'0,"0"0"-775"0,0 0-159 0,-106 40-93 15,67-23-16-15,-3 1 35 0,5 1-45 16,1 1-44-16,4-1-31 0,5-2 0 0,8-1-13 15,4-3 34-15,8-2 27 0,6-1-30 16,1 0-34-16,0-1 0 0,7 1-15 16,5 1 15-16,5-1-3 0,1-2 0 15,3 3-15-15,2-4 2 0,-2-1 15 16,0 1-18-16,-4 0 3 16,-4-3 12-16,-2-1-65 0,-6-2-97 15,-2 0-134-15,-3 1-221 0,0-2-595 0,-6 3-685 0</inkml:trace>
  <inkml:trace contextRef="#ctx0" brushRef="#br1" timeOffset="124190.67">18170 11751 2365 0,'0'0'699'0,"0"0"-294"0,0 0-64 16,0 0-23-16,0 0-4 16,0 0-5-16,75 46-92 0,-44-43-116 0,7-3-101 15,2 0-12-15,1-6-126 0,1-4-24 0,0-3-75 16,-4-1-167-16,-8 2-572 0,6-8-888 15</inkml:trace>
  <inkml:trace contextRef="#ctx0" brushRef="#br1" timeOffset="124421.748">18966 11412 2699 0,'0'0'756'0,"0"0"-248"16,-12 85-225-16,7-49-23 0,2 3-1 0,1 1-26 15,0-4-99-15,2-1-88 0,0-4-46 0,0-2-12 16,7-5-119-16,3-4-105 0,3-4-7 16,4-3-108-1,-3-6-313-15,16-2-757 0</inkml:trace>
  <inkml:trace contextRef="#ctx0" brushRef="#br1" timeOffset="125198.866">20522 9832 2455 0,'0'0'419'0,"0"0"-310"0,0 0-106 0,77-18 9 16,-52 15 46-16,-3-1 6 0,-1 4-64 15,-4 0-51-15,-4 11-4 0,-5 3 17 16,-7 8 19-16,-1 5-42 0,-12 7 50 15,-9 2 11-15,-6 7 2 0,-7 0 11 16,-2 4 10-16,0 0 57 0,2-2-29 16,2 0-12-16,5-1 2 0,2-2 49 15,8-2 117-15,1-3 2 0,6-2-61 16,5-3-9-16,1-2-13 0,4-2-41 0,0 0-39 16,3 1 4-16,1 1-6 0,-1 0 18 15,0 1 15-15,2 5 1 0,0-3-32 16,3 5-21-16,1-2-13 0,3 1 16 15,2 4-3-15,2-4-25 0,3-1-10 0,0 2-14 16,2-3-32-16,1 1-49 0,-3-1 28 16,0 0 27-16,-3 1 6 0,-4 1 44 15,-1 0 0-15,-6 2 46 0,-3 1 28 16,-2 0 47-16,-2 1 9 16,-6-1 51-16,-3-2 3 0,-4 0-80 0,-1-7-58 15,-4-2-22-15,0-4-9 0,-1-4-15 0,0-4-53 16,-1-5-118-1,2-1-83-15,1-4-185 0,6-2-656 16,-1 4-891-16</inkml:trace>
  <inkml:trace contextRef="#ctx0" brushRef="#br1" timeOffset="125320.406">20463 11799 3291 0,'0'0'1120'0,"0"0"-873"0,0 0-247 0,0 0-175 0,0 0-117 16,0 0-126-16,0 0-915 0</inkml:trace>
  <inkml:trace contextRef="#ctx0" brushRef="#br1" timeOffset="139112.523">3497 14305 1630 0,'0'0'260'15,"0"0"-179"-15,0 0 163 0,-26-72-50 0,19 41 386 16,1-3-378-16,2-7-155 0,3-3-45 16,1-4 42-16,0-1-18 0,0-1 18 15,0 1-25-15,0 1 10 0,0 5 12 0,0 0 45 16,0 6 101-16,0 4 8 0,0 5-37 15,0 6 20-15,0 0-39 16,0 4-12-16,2 2-19 0,6 0-27 0,0 2-48 16,1 0-13-16,4 1-20 0,3 1-19 15,-3 1 7-15,4 3-16 0,0 3-9 16,1 4-15-16,-1 1 15 0,-3 2 37 0,2 7-2 16,-4 5 2-16,-2 0-14 15,-2 5 14-15,-6 1 18 0,-2 2-15 16,0 3-3-16,-10 0-2 0,-2 1-1 15,-2-2-9-15,-2 1-13 0,-4-2-24 0,1-2-44 16,-4-2-35-16,0-1-49 0,0-4-72 16,3 2-70-16,-2-5-89 0,6-2-129 15,2-2-270-15,2-2-592 0</inkml:trace>
  <inkml:trace contextRef="#ctx0" brushRef="#br1" timeOffset="139408.24">3947 13898 2470 0,'0'0'570'15,"0"0"-352"-15,0 0 46 0,0 0 89 16,0 0-91-16,0 0-128 0,0 0-97 0,0 0-22 16,0 0-15-16,0 0 2 0,43 55-2 15,-43-42-34-15,0 2-22 0,-10 3 53 16,0 2 2-16,-6 1 1 0,3 0 13 15,0-2-1-15,2-2 7 0,2-2 40 16,6-2-3-16,3-3-13 0,0-1-12 16,9-1 0-16,5-2-31 0,5 0-1 15,5-2-15-15,5-2-5 0,0-1-1 0,3-1-52 16,-2 0-10-16,0-5-81 16,-4-3-135-16,-3 3-181 0,-7 0-312 0,-3 0-798 0</inkml:trace>
  <inkml:trace contextRef="#ctx0" brushRef="#br1" timeOffset="139779.497">2755 13393 2433 0,'0'0'672'0,"0"0"-254"15,0 0-55-15,0 0-24 0,0 0-44 0,0 0-95 16,0 0-102-16,0 0-24 0,82 4-10 0,-47-1-30 16,-2 0-34-16,0 1-26 0,-3-3-7 15,-1 2-4 1,-6-2-6-16,-1 1-98 0,-5-1-75 0,-4 0-70 16,-4-1-166-16,-6 0-530 0,-3 4-706 0</inkml:trace>
  <inkml:trace contextRef="#ctx0" brushRef="#br1" timeOffset="139995.026">2745 13548 1858 0,'0'0'738'0,"0"0"-281"0,0 0-122 0,0 0-56 0,-4 74-17 16,4-50-33-16,4-1-82 15,2 2-45-15,2-1-40 0,-1 1-12 16,2-2-10-16,1 1-9 15,5 0-1-15,-1-4-11 0,2 1-17 0,4-1-2 0,2-1-22 16,4 1-15-16,1-1-9 16,6-5-121-16,6-1 43 0,6-4-35 0,4-1-100 15,-9-4-222-15,25-4-675 16</inkml:trace>
  <inkml:trace contextRef="#ctx0" brushRef="#br1" timeOffset="140344.36">4735 14152 2944 0,'0'0'657'0,"0"0"-477"0,0 0-178 15,0 0 26-15,0 0 95 0,-3 72 16 16,-7-49-58-16,0 2-47 0,-2 2-30 0,-2-3 5 0,3 0-9 15,-5 1-100 1,3-1-98-16,-1-4-64 0,0 1-129 0,6-7-277 0,-7 1-710 0</inkml:trace>
  <inkml:trace contextRef="#ctx0" brushRef="#br1" timeOffset="140820.543">5051 14658 3142 0,'0'0'534'0,"0"0"-392"16,0 0-82-16,0 0 43 0,0 0 51 15,0 0-101-15,0 0-53 0,10-86-19 16,-3 55 19-16,-3-4 0 0,1-5-19 0,-2-5-37 16,-2-4-23-16,-1-7-3 15,0-1-6-15,0-6 0 0,-3-3-83 0,0 1 19 16,0 0 104-16,-1 4-3 16,0 2 48-16,4 6 3 0,0 4 3 0,0 5 0 15,0 4 48-15,8 4-35 16,1 4 22-16,1 3 16 0,3 6 35 0,2 4-35 15,0 5-7-15,3 3 17 0,-1 5-8 0,2 3 42 16,-2 3-39-16,2 1-8 16,-3 9-13-16,1 2-16 0,-4 6 25 0,1 6 0 15,-2 1-10-15,-3 4-6 16,-2 0-18-16,-3 1-11 0,-3 1-2 0,-1 0-28 16,-5-1-19-16,-7 4 16 0,-3-3-7 15,-5 0-35-15,-1-3-24 0,-5 1-25 16,1-5-27-16,-2 1-76 0,1-4-126 15,3-4-224-15,6-7-474 0,-3 1-418 0</inkml:trace>
  <inkml:trace contextRef="#ctx0" brushRef="#br1" timeOffset="141024.814">5568 14033 977 0,'0'0'2641'0,"0"0"-2248"0,0 0-307 0,-7 79-45 16,0-52 40-16,1 3 105 0,0-1-10 16,-1 0-108-16,1-4-68 15,1-3-33-15,0-2-72 0,4-5-87 16,1-3-136-16,0-5-142 0,3-2-259 16,8-5-837-16</inkml:trace>
  <inkml:trace contextRef="#ctx0" brushRef="#br1" timeOffset="141455.81">6048 13602 3528 0,'0'0'749'16,"0"0"-452"-16,0 0-180 0,0 0 43 0,0 0-10 0,0 0-25 15,0 0-27-15,0 0-68 16,0 0-30-16,0 0 0 0,101 17-14 0,-78-17-44 16,2 0-18-16,-4 0-7 0,-2 2 25 0,-5-1 6 15,-2 5 0 1,2 0 6-16,-5 3 22 0,0 0 11 0,-1 1 13 16,-1 0 37-16,-1 1-12 15,0 1-4-15,-2 1-18 0,3 2 16 16,-4-1-17-16,2 4 1 0,-3 4 9 0,1-2-9 15,2 3 0-15,-2 1 16 0,1 2-7 0,0 1-10 16,0 0 13-16,1 1 7 0,-1-2-1 16,-1 3 6-16,0-1 4 0,1 1-16 15,3 0 4-15,-4 2-17 0,2 0-2 16,-2-2-2-16,-1-1-20 16,0-1 19-16,-1-2-27 0,-1-5-28 0,0 3-1 0,0-6 4 15,-1 0-6 1,-6-1-19-16,-1-4-28 0,-3 0-12 0,-2-3-26 15,-3-2-66-15,-4 0-231 0,3-3-624 16,-15-3-698-16</inkml:trace>
  <inkml:trace contextRef="#ctx0" brushRef="#br1" timeOffset="146542.488">8564 13135 2262 0,'0'0'420'0,"0"0"333"0,0 0-364 15,0 0-118-15,0 0-72 0,0 0-22 16,0 0 48-16,0 0-77 0,0 0-44 16,29 11-6-16,-23 9-40 0,1 10-31 0,-3 6-14 15,-1 6-11-15,-3 6 18 0,0 2-20 16,-3 3-15-16,-8-1-1 0,1 0-2 15,-3-3-9-15,1-5-7 0,1-8 19 16,2-7-4-16,1-7-11 0,3-7-10 0,2-5 6 16,2-7-2-16,1-3-47 0,0 0-22 15,10 0 22-15,4-2 83 0,7-2 6 16,3-3 8-16,2 2-14 0,1 2-13 16,-2 2-5-16,-3 1-4 0,-1 4 22 15,-1 8 45-15,-2 4-14 0,-1 2 40 16,-6 1-40-16,-2 0 0 15,-2 2-1-15,-4-2-2 0,-3 0 12 0,0 1 3 16,0-4-10-16,-7 0-5 0,-6-3 5 16,1 0 7-16,-3-3-9 0,-3-2-10 0,0-2-21 15,-2-6-15-15,2 0-68 0,1 0-54 0,2-11-48 16,1-1-27-16,5-5-84 16,5-5-194-16,4-2-175 0,0 4-504 15,10-14-617-15</inkml:trace>
  <inkml:trace contextRef="#ctx0" brushRef="#br1" timeOffset="146929.16">9071 13685 1990 0,'0'0'595'15,"0"0"-224"-15,11 64 32 16,-11-35 18-16,0 4-37 0,-5-1-71 16,1-1-94-16,0-6-93 0,2-2-110 0,2-9-16 15,7-5-52-15,4-6-41 0,3-3 35 16,5-1 39-16,2-9-12 0,4-5-24 0,-2-5 9 15,4-3 33-15,-4 2-33 0,-1 2-19 16,-2 7-10-16,-3 5 7 0,-2 6 15 16,1 1 24-16,-2 8 29 0,2 6 0 0,-3 6 2 15,1 5-2 1,-1 1 0-16,0 6 0 0,-1 1-22 0,-2 4 9 16,1 3-6-16,-5 3 19 0,-3 0 0 15,-3 4 3-15,0-1 18 0,-7 0 29 16,-6-1-6-16,-2-1 31 0,-3-1 15 15,0-3-19-15,-2-2-6 0,0-5-19 0,3-6 16 16,-2-4-13-16,3-8 1 16,-1-9 11-16,4-6-12 0,-1-4-49 0,-1-14 13 0,1-10-14 15,1-7 1-15,0-7-13 0,9-2-2 16,4 2-10-16,0 3-21 0,12 3 9 16,1 5-18-16,6 0-44 0,4 0-62 15,6 2-38-15,3-2-109 16,5-1-207-16,-7 8-246 0,18-14-667 0</inkml:trace>
  <inkml:trace contextRef="#ctx0" brushRef="#br1" timeOffset="147675.928">10823 14314 1952 0,'0'0'618'0,"0"0"-376"0,0 0-72 16,0 0 74-16,0 0 61 0,0 0 14 15,0 0-89-15,0 0-83 0,0 0-51 16,0 0-12-16,0 0-9 0,-24-31-42 16,18 0 17-16,1-2-29 0,-1-6-2 15,-1-2-18-15,0-4-1 0,-2-2-3 0,3 0-19 16,2 0 4-16,1 2-35 0,2 1 16 16,1 2 3-16,0 3-6 0,0 0 6 15,6 2 18-15,2-1 5 0,4 2 10 16,2 0-1-16,5 4-23 0,0 3 9 0,2 1 15 15,2 7-11-15,-1 3 12 0,-3 5 15 16,-1 4 13-16,-5 6-9 0,2 3-19 16,-4 3 19-16,-2 8 15 0,2 2-34 15,-3 5-15-15,-4 1-25 0,-4 6 9 16,0 2-28-16,-4 4-4 0,-12 0-21 16,0 5-20-16,-7-3-15 0,-1 0-51 15,-1-2-97-15,-1-2-128 0,7-10-198 0,-8 5-562 16</inkml:trace>
  <inkml:trace contextRef="#ctx0" brushRef="#br1" timeOffset="147928.397">11083 13897 1451 0,'0'0'1151'0,"0"0"-894"16,0 0-54-16,90 21 62 15,-64-15 17-15,-6-1-73 0,-1 2-62 16,-5 1-58-16,-1 0-51 0,-6 2-11 15,-2 0-27-15,-5 4-53 0,0 0 5 0,-8 5 13 16,-7 2 7-16,-3 1 26 0,-2 2-1 16,0-1 3-16,1-2-13 0,7-4 13 15,1-4 31-15,8-4 34 0,3-4-39 0,3 0-26 16,10-2 29-16,3-1-29 0,8 0-25 16,2-2-17-16,4-2-43 0,5-4-47 0,-2-2-57 15,-1-1-75-15,-9 3-216 16,6-2-607-16</inkml:trace>
  <inkml:trace contextRef="#ctx0" brushRef="#br1" timeOffset="148605.379">12445 13521 2428 0,'0'0'461'16,"0"0"-284"-16,0 0-104 0,-89-3 78 16,53 6 119-16,3 6 23 0,-3 5-91 0,1 7-102 0,3 5-9 15,-1 4 33-15,3 4 6 0,1 5-37 16,5 1-32 0,4-1-11-16,5-1 11 0,7-3 7 0,6-7-1 15,2-3-33-15,9-3-16 0,4-6-3 16,5-1-2-16,4-3-3 0,4-5-10 15,0-4-19-15,3-3-23 0,-2 0-4 16,-1-5-10-16,-4-4-42 0,-2-3-77 0,-3-2-107 16,-5-2-164-16,-5 4-284 0,-3-8-718 0</inkml:trace>
  <inkml:trace contextRef="#ctx0" brushRef="#br1" timeOffset="148765.114">12102 13766 2126 0,'0'0'601'15,"0"0"-247"-15,0 0-86 0,0 0-27 16,0 0-1-16,0 0 37 0,0 0-49 16,107 11-92-16,-70-11-68 0,-1 0-43 15,2-7-25-15,2-1-56 0,2-1-74 16,-2 0-128-16,-1 1-155 0,-10 2-597 0,10-5-1055 0</inkml:trace>
  <inkml:trace contextRef="#ctx0" brushRef="#br1" timeOffset="149305.48">13582 13309 2387 0,'0'0'657'16,"0"0"-299"-16,0 0-158 0,0 0 18 15,0 0 65-15,0 0-121 0,0 0-109 16,0 0-53-16,-93 80-12 0,60-55-1 16,-1 1-8-16,-2 3-1 0,2-1 9 15,-2 2 10-15,6 1-16 0,3-2 16 16,3-1 3-16,5-2 13 0,6-2 37 15,2-2-1-15,7-4-21 0,2-1 13 0,2-2-26 16,0 1 1-16,6 0 8 0,5 0 20 16,2 5 14-16,3 0 29 0,2 1 39 15,2 1-37 1,0-2-52-16,0-2-35 0,3-1-2 0,0-2-22 16,-3 0 7-16,3-2-22 0,-4-3-55 15,1 1-25-15,0-3-53 0,-1-1-75 0,0 0-183 16,-3-4-258-16,0 1-603 0</inkml:trace>
  <inkml:trace contextRef="#ctx0" brushRef="#br1" timeOffset="150094.701">14086 14357 2662 0,'0'0'459'0,"0"0"-257"0,0 0-75 0,0 0 47 15,0 0 101-15,0 0 45 0,0 0-38 16,0 0-97-16,0 0-22 0,0 0-7 16,0 0-18-16,25 2-50 0,-17-28-33 15,0-7-40-15,1-7-15 0,-3-9 0 16,-2-4-37-16,-1-8-5 0,-2 1-4 16,3 0-39-16,-2-1-4 0,-1 5 28 15,1 2 3-15,-1 3 21 0,1 4-25 16,1 3 32-16,0 2-1 0,1 7 0 15,2 1 4-15,2 3 11 0,2 2-2 16,2 2-1-16,2 2 1 0,4 0-1 16,2 3-9-16,1 1-6 0,1 5 10 15,0 4 2-15,-2 3 3 0,-4 6-2 0,-1 3-4 16,-4 0 0-16,-3 4-18 0,2 8 5 0,-5 3 36 16,-3 7 2-16,-2 3 22 0,0 3-3 15,-4 2 21-15,-5 1-21 0,-6-1-17 16,-1 1 17-16,-4-1-19 0,0 1-46 15,-2-3-63-15,0-2-40 0,-1 0-119 16,2-2-124-16,2-1-171 0,3-7-202 16,0 4-621-16</inkml:trace>
  <inkml:trace contextRef="#ctx0" brushRef="#br1" timeOffset="150370.998">14694 13996 871 0,'0'0'1863'16,"0"0"-1500"-16,0 0-277 0,0 0 7 15,0 0 136-15,5 76 115 0,-5-54-70 0,0 2-162 16,0-2-94-16,0 0-18 0,0 0-13 16,0 0-33-16,2-4-99 0,2-1-103 0,0-6-167 15,1-4-316-15,3-5-912 0</inkml:trace>
  <inkml:trace contextRef="#ctx0" brushRef="#br1" timeOffset="150955.745">15181 13418 2451 0,'0'0'1018'0,"0"0"-592"0,0 0-177 16,0 0-65-16,0 0 38 0,0 0-15 15,34 71-54-15,-17-60-61 0,2 0-25 16,6 2-21-16,2-1-22 0,6 0-11 15,-1 2-12-15,6-1 14 0,-1 2-12 16,0 0-3-16,-4-1-10 0,-1 1 9 16,-6 0 0-16,-3 0-11 0,-4-2 9 0,-6-1-10 15,-3-1-2-15,-6 0 3 16,-2-1-12-16,-2 3 2 0,-2 0 10 16,-12 5 0-16,-3 1-4 0,-8 5-17 0,-8 1-7 15,-5 4-9-15,-6 2-25 16,-1 2-39-16,-4-1-45 0,0 0-52 0,3-1-166 15,12-8-371-15,-7 4-1048 0</inkml:trace>
  <inkml:trace contextRef="#ctx0" brushRef="#br1" timeOffset="166122.147">6803 13821 1239 0,'0'0'1495'15,"0"0"-1212"-15,0 0 284 16,0 0-346-16,0 0-57 0,0 0 2 0,0 0-44 16,0 0-44-16,0 0-7 0,0 0 25 15,32 8 114-15,-16-4-103 0,4-1-58 16,4 0-12-16,2-3-6 0,0 0-31 15,-2 0-49-15,0 0-37 0,-4 0-40 16,-2 0-69-16,-3 0-78 0,-2 0-138 16,-7 0-186-16,0 0-475 0,-6 4-169 0</inkml:trace>
  <inkml:trace contextRef="#ctx0" brushRef="#br1" timeOffset="166279.083">6887 13972 2398 0,'0'0'355'0,"0"0"-140"15,0 0-115-15,0 0 44 0,0 0 165 16,0 0-41-16,0 0-41 0,0 0-61 16,101 42-38-16,-74-37-85 0,0-3-43 15,1-2-74-15,2-2-76 0,2-5-64 0,1-3-139 16,-8 1-372-16,13-7-610 0</inkml:trace>
  <inkml:trace contextRef="#ctx0" brushRef="#br1" timeOffset="166595.106">7435 13918 2534 0,'0'0'531'0,"0"0"-531"0,0 0 0 0,0 0 0 0,0 0 153 15,0 0 19-15,102 58-6 0,-72-70-100 16,5-5-9-16,1-4-6 0,-2-7-51 16,-2 0-41-16,0-3-45 15,-3 0-57-15,-5 0-41 0,-4 1-75 16,-5 2 37-16,-7 3 54 0,-6 3 85 0,-2 2 83 15,-13 1 9-15,-6 5 98 0,-4 3 18 16,-2 5 1-16,-2 6 66 0,1 0 54 16,0 14-74-16,0 7 2 15,0 7-58-15,-4 7 10 0,-3 8-35 0,1 3 4 16,1 2-11-16,3 4-43 0,2-1 5 16,3-1 20-16,9 0 2 0,5-4-12 0,8 0 5 15,1-7 20 1,12-2-26-16,7-6-55 0,9-6-25 0,6-5-24 0,4-4 21 15,6-5-43-15,1-6-105 0,4-5-159 16,3 0-135-16,-13-2-679 0,17-10-662 0</inkml:trace>
  <inkml:trace contextRef="#ctx0" brushRef="#br1" timeOffset="167440.512">2885 15789 108 0,'0'0'1914'16,"0"0"-1522"-16,0 0-63 0,0 0-68 0,0 0 20 16,0 0 91-16,0 0-70 0,0 0-147 15,0 0-99-15,93-12 9 16,-69 16-6-16,3 2-40 0,3 0 34 16,-4 0-53-16,-3 0-50 0,-1-2-21 15,-6-1 2-15,-1 1-47 0,-3-2-70 0,-3-2-56 16,-2 3-169-16,-5-3-202 0,0 0-428 0,-4 0-278 15</inkml:trace>
  <inkml:trace contextRef="#ctx0" brushRef="#br1" timeOffset="167734.935">2971 15862 1087 0,'0'0'228'0,"0"0"-14"0,0 0 30 0,0 0 78 15,0 0 5-15,-14 69-75 0,12-51-43 16,1 1-68-16,1 2 0 16,0 2-13-16,0 2-49 0,0 0-34 0,-2 0-10 15,1 3 3-15,1-2-3 0,0-2 16 0,0 1-20 16,0-3 17-16,0 1-13 0,6-4-1 16,0 0 17-16,1-5-1 0,3 1-6 15,0-4-6-15,4-1-28 0,1 0-10 16,5-3-3-16,2 1-9 0,4 0 9 0,1-2-10 15,0 0-3-15,2 0-25 0,1-1-94 16,-1-3-55-16,0 0-74 0,1-2-201 16,-8-2-331-1,8-6-773-15</inkml:trace>
  <inkml:trace contextRef="#ctx0" brushRef="#br1" timeOffset="168195.658">3852 16673 1334 0,'0'0'563'0,"0"0"-381"16,0 0-24-16,0 0 108 0,-29 69 75 0,25-63-84 15,1-3-91-15,1-3-67 0,-1 0-13 16,-3-9-38-16,0-4 62 0,-3-4-21 0,-1-8-35 16,-3-4-1-16,-2-8-40 0,0-7-13 15,-3-3-22-15,-1-6-22 0,2-2-7 16,0 1-22-16,4-1 70 0,-2 3-6 16,7 1-13-16,-1 2 9 15,4 5 13-15,2 0 25 0,3 2-23 0,0 3 17 0,3 3 0 16,5 4 23-16,2 4 21 0,0 5-7 15,3 4-5-15,-3 6-32 16,1 3-7-16,-2 6 16 0,2 2 13 16,-3 2-40-16,4 2-2 0,-2 5-10 0,-1 2-43 15,-1 4 29-15,-1 2 24 0,-2 1 0 16,-4 3 1-16,-1 2 0 0,0 2 13 16,-1 1-10-16,-7 1-3 0,-3 1-39 15,-2 0-52-15,0 0-52 0,-3-2-60 0,-1-1-77 16,1 1-115-16,0-5-161 0,6-5-185 15,0 1-480-15</inkml:trace>
  <inkml:trace contextRef="#ctx0" brushRef="#br1" timeOffset="168505.112">4157 16233 2647 0,'0'0'472'16,"0"0"-430"-16,0 0-30 0,0 0-12 0,0 0 151 16,0 0-72-16,0 0-79 0,0 0-51 15,0 0-16-15,0 0 48 0,0 0 19 16,26 55 0-16,-26-41-20 0,0 0 20 16,-1 4 51-16,-4 2 0 0,0-1 25 15,-1 0-9-15,3-1-10 0,2-3-6 16,-1-3-1-16,2-1-18 0,0-1-7 0,6-4 10 15,2-2 0-15,3 1-25 0,0-2-10 16,3-2-12-16,3-1 12 0,0 0 3 16,2-1 9-16,1-4-12 0,0-2-14 15,0-1-94-15,0 0-139 0,0-3-258 0,-8 4-548 16,8-3-444-16</inkml:trace>
  <inkml:trace contextRef="#ctx0" brushRef="#br1" timeOffset="168737.77">4753 16368 2395 0,'0'0'384'15,"0"0"-307"-15,0 0-25 0,0 0 105 0,-28 83-20 16,18-57-54-16,1-1-73 0,2 2-10 0,0-2-64 16,1-2-122-16,-1-1-87 0,4-6-204 15,-3-2-351-15</inkml:trace>
  <inkml:trace contextRef="#ctx0" brushRef="#br1" timeOffset="169072.537">5111 15933 3310 0,'0'0'365'0,"0"0"-365"0,0 0-7 15,0 0 7-15,0 0 202 0,0 0 50 0,0 0 0 16,0 0-51-16,110 35-35 16,-67-34 12-16,7-1-49 0,-3-2-59 15,0-7-70-15,-4-1-72 0,-5-3-72 16,-3-1-49-16,-8 1-42 0,-7 3-119 0,-8 2-210 15,-4 1-702-15,-8 5-753 0</inkml:trace>
  <inkml:trace contextRef="#ctx0" brushRef="#br1" timeOffset="169269.972">5316 16105 2606 0,'0'0'578'0,"0"0"-431"0,0 0-131 15,-29 76 44-15,25-51 121 0,4 0 81 16,0 2-67-16,0-4-91 0,5 2-20 0,6-1 13 15,2-3 27-15,1-1-44 0,5-4-40 16,-2-2-6-16,3-4 15 16,-1-4-33-16,4-5-16 0,0-1-77 15,3-8-4-15,3-9-33 0,-2-3-76 16,2-9-120-16,-1-3-206 0,-7 7-662 16,5-14-626-16</inkml:trace>
  <inkml:trace contextRef="#ctx0" brushRef="#br1" timeOffset="169503.975">5895 15886 473 0,'0'0'3165'0,"0"0"-2970"0,0 0-195 0,0 0 0 0,0 0 67 0,84-31 77 15,-57 18-59-15,1-2-74 16,3-2-11-16,-2 0-2 0,-3 4-1 15,-3 3-68-15,-3 3 23 0,-4 5 1 16,-1 2 43-16,-7 0 4 0,1 7 20 16,-3 4 30-16,-2 3 39 0,0 3-20 15,1 3-7-15</inkml:trace>
  <inkml:trace contextRef="#ctx0" brushRef="#br1" timeOffset="171403.829">6381 15883 688 0,'0'0'85'0,"0"0"110"0,0 0 1001 16,0 0-769-1,0 0-128-15,0 0-20 0,0 0-30 0,0 0-14 16,0 0-37-16,0 0-53 0,0 0-47 0,0 7-23 15,0-6 9-15,0 1 37 0,0 0 37 16,0 1-13-16,0 1-13 0,1 0-40 16,2 2-25-16,3 5-24 0,-2 1-6 15,1 1-24-15,0 1-13 0,1 5-18 0,0-2-7 16,0 2 7-16,-2 1 0 0,2-1-1 16,-2 2-2-16,1 0-7 15,-1 1 1-15,4 1 5 0,-3 2-5 16,0-1 2-16,1 1 23 0,0 0-10 15,0-1 12-15,1 2-12 0,-1-1-7 16,-2 1 17-16,1-1-13 0,-3-6-4 16,3-1 7-16,-1-5 11 0,-1-5-1 0,-2-1-20 15,2-3 7-15,-1 2 14 0,-1-3-1 16,-1-1-13-16,3 1 15 0,-3-3 1 16,0 1 2-16,0-1-1 0,0 0-2 0,0 0-13 15,0 0 10-15,0 0-15 0,0 0 15 16,0 0-16-16,0 0 16 0,-3-3-12 15,-3 2 2-15,-4-4-1 0,0 2 14 16,0-1 2-16,-3-2 20 0,3 1-22 16,-2 2 0-16,-2-1-59 0,1 1-28 15,-1 0-21-15,1 1-42 0,-3-2-35 16,4 3-57-16,1-3-27 0,-2 1-46 0,1-1-41 0,-1 2-38 16,3-1-212-16,3 1-473 0,-3-1 1026 0</inkml:trace>
  <inkml:trace contextRef="#ctx0" brushRef="#br1" timeOffset="171684.158">7139 16062 1808 0,'0'0'1806'0,"0"0"-1243"0,0 0-345 15,0 0-150-15,0 0-6 0,82-4-1 16,-57 0-33-16,1-3-28 0,1-1-73 0,5-1-72 0,-2-1-54 16,2 1 10-16,-6 2-290 0,-6 2-279 15,-9 4-724-15,-6 1 272 0,-5 6 1171 0</inkml:trace>
  <inkml:trace contextRef="#ctx0" brushRef="#br1" timeOffset="171841.963">7171 16327 1413 0,'0'0'1110'16,"0"0"-598"-16,0 0-228 0,0 0-163 0,0 0 9 16,0 0 129-16,0 0 25 0,0 0-182 15,0 0-102-15,0 0-159 0,96 53-83 16,-64-62-43-16,4-1-72 0,-1-3-63 15,-1-1-650-15,-8 3-174 0,6-8 872 0</inkml:trace>
  <inkml:trace contextRef="#ctx0" brushRef="#br1" timeOffset="172185.111">7842 16167 767 0,'0'0'2404'16,"0"0"-1965"-16,0 0-303 0,0 0-66 0,13 70-55 15,-1-65 29-15,7-5 76 0,5-5-120 0,9-10-116 16,5-8 24-16,2-7-2 16,3-5-36-16,-2-3-67 0,-1-2-26 15,-3 2 72-15,-5 3 109 0,-5 1 42 16,-9 3 116-16,-4 4 79 0,-7 3 15 16,-5 2-33-16,-2 2-22 0,-2 5 2 15,-10 3 13-15,-2 1-11 0,-3 8-47 0,-3 3-28 16,-3 3 21-16,-4 11-13 0,-5 7-64 15,2 7-28-15,-2 6-22 0,-1 9 20 16,1 3 2-16,3 2 17 0,-1 2-5 16,6-1 0-16,2-2-11 0,5-2-1 0,6-6 62 15,7-4 11-15,4-5 13 0,4-6 30 16,8-3-94-16,7-6-22 0,2-5-86 16,5-4-36-16,3-6-10 0,3 0-7 15,0-9-15-15,2-6-20 0,-2 1-38 16,5-7-182-16,-12 5-288 15,12-13-699-15</inkml:trace>
  <inkml:trace contextRef="#ctx0" brushRef="#br1" timeOffset="185070.348">12819 15475 1406 0,'0'0'1211'0,"0"0"-944"15,0 0-87-15,0 0-46 0,0 0 26 0,0 0 71 16,0 0 22-16,0 0-52 16,0 0-32-16,76-5-16 0,-50 5-39 0,4 0-36 15,3 0-26-15,5 0-18 0,1 0-22 16,1 0-12-16,2-2-17 16,-2-1 14-16,2-1-19 0,0-1-36 0,0 1-35 15,-3 0 15-15,-4 0-108 0,-4 1-78 16,-8 1-137-16,-9 0-228 0,-5 2-556 15,-9 0-492-15</inkml:trace>
  <inkml:trace contextRef="#ctx0" brushRef="#br1" timeOffset="185236.604">13029 15624 2516 0,'0'0'399'0,"0"0"-92"0,0 0-176 15,0 0-42-15,0 0 29 0,0 0 31 0,0 0 11 16,0 0-22-16,82 57-52 0,-49-54-47 15,3-3-39-15,0-1-37 0,-1-9-49 16,0-4-93-16,-2-2-35 0,-3-4-101 16,-8 3-288-16,-2-7-675 0</inkml:trace>
  <inkml:trace contextRef="#ctx0" brushRef="#br1" timeOffset="185516.045">13275 15207 760 0,'0'0'1593'0,"0"0"-1260"16,0 0-202-16,0 0-40 0,0 0 85 0,0 0 137 15,104 29-28-15,-69-15-86 16,1 2-80-16,1 4-55 0,1 1-30 0,-4 1-31 16,-2 1-1-16,-3 2-1 0,-3 4 0 15,-8 1-2-15,-4 2-58 0,-9 2-10 0,-5 0-66 16,-1 3 62-1,-12 2 20-15,-6 4 15 0,-4 3-10 0,-3 1 10 16,-3-1 23-16,-3 0-1 0,-1-3-6 16,-1-2 21-16,2-4-12 0,5-5-25 0,-1-7-13 15,5-6-67-15,3-4-73 0,4-6-159 16,2-5-180-16,4-3-272 16,-2-4-642-16</inkml:trace>
  <inkml:trace contextRef="#ctx0" brushRef="#br1" timeOffset="187447.803">21514 10835 2593 0,'0'0'658'16,"0"0"-302"-16,0 0-147 0,0 0-150 16,0 0 17-16,0 0 78 0,0 0 55 15,0 0-69-15,101 0-38 0,-67-1-59 16,0-5-29-16,4 2-14 0,0-2-12 16,-5 0-19-16,1 0-59 0,-4-1-86 15,-4 1-74-15,-6 0-97 0,-6 2-116 16,-8 3-244-16,-6 1-570 0</inkml:trace>
  <inkml:trace contextRef="#ctx0" brushRef="#br1" timeOffset="187587.255">21484 11009 1982 0,'0'0'1074'0,"0"0"-860"0,0 0-48 16,0 0-112-16,0 0-19 0,0 0 66 0,85 17 67 15,-45-17 70-15,5 0-130 16,3-5-108-16,1-6-38 0,3-2-151 0,1-2-104 15,-2 2-124-15,-11 1-332 16,13-6-627-16</inkml:trace>
  <inkml:trace contextRef="#ctx0" brushRef="#br1" timeOffset="188161.52">23212 10337 548 0,'0'0'1987'0,"0"0"-1684"0,0 0-178 15,0 0-3-15,0 0 63 0,0 0 124 16,0 0 31-16,0 0-101 0,0 0-130 16,0 0-6-16,0 0-69 0,-65 70-13 0,25-39-21 15,-8 5-3-15,-3 2-16 0,-4 3-12 16,1-1 6-16,3-1-3 0,5-3 3 0,7-3 22 16,7-5 2-1,6 0 1-15,7-5 29 0,6-4-1 0,6-2-12 16,7-3 15-16,0-1-13 15,12 0 10-15,8 1 9 0,7 0-3 16,5 1 10-16,5 0-14 0,6 2 1 0,-1-1-15 0,2 4-15 16,0-1 2-16,-3 1-2 0,-5-2-1 15,-3 1-11-15,-4-5-23 0,-5 1-62 16,-2-4-65-16,-3 2-73 0,-2-2-160 16,-6-4-287-16,4 4-742 0</inkml:trace>
  <inkml:trace contextRef="#ctx0" brushRef="#br1" timeOffset="188845.531">24240 11390 2043 0,'0'0'618'15,"0"0"-444"-15,0 0-126 16,0 0-22-16,0 0 102 0,0 0 70 0,0 0 76 16,0 0-43-16,-90 45-55 0,76-43 4 15,0-2-33-15,2 0-33 0,-1-4-17 0,0-6-20 16,1-4-43-16,-2-5 7 0,0-4-41 15,-1-8-3-15,5-5 1 0,3-6-26 16,2-2-6-16,2-8 22 0,3-3-25 16,1-1 0-16,9-4-7 0,3-3-9 15,4 1 10-15,4-3 15 0,0 0-6 16,3 3 3-16,-1 0 3 0,-1 6 0 16,1 6 28-16,-3 3 9 0,-1 9 22 0,1 3 16 15,-3 6-35-15,-1 8-11 0,-1 3 15 16,-4 3-13-16,-2 8 9 0,-2 0-11 15,-1 6 24-15,-3 1 13 0,0 0-4 16,0 2-10-16,1 9 4 16,0 3 37-16,2 7-25 0,0 5-36 0,-3 9 11 15,-3 1 6-15,-2 0-20 0,-8 2 16 16,-3 2 5-16,-2-5-7 0,-4 2-6 16,-3-3-9-16,-2-1-21 0,-2-2-38 15,2-4-18-15,1-3 6 0,0-3-1 16,4-6 23-16,2-3-35 0,0-3-25 15,6-4-33-15,3-1-34 0,2-1-20 0,3-3-52 16,3 0-120-16,0 0-212 0,2-3-462 16</inkml:trace>
  <inkml:trace contextRef="#ctx0" brushRef="#br1" timeOffset="189020.134">24613 10964 2782 0,'0'0'491'15,"0"0"-69"-15,7 67-180 0,-7-41 9 0,-3 4 85 16,-5-3-68-16,-3 1-97 0,-4-4-97 16,0-3-74-16,0-4-16 0,1-1-106 15,0-8-59-15,5 1-57 0,5-7-88 16,3-2-190-16,1 0-514 0,5-14-698 0</inkml:trace>
  <inkml:trace contextRef="#ctx0" brushRef="#br1" timeOffset="189228.878">25303 10493 3164 0,'0'0'1409'0,"0"0"-1013"0,0 0-209 0,0 0-169 15,0 0 95-15,0 0 8 0,97 39 67 16,-61-31-3-16,4-2-109 0,6-5-76 15,4-1-19-15,1-4-65 0,0-7-37 16,-4-2-64-16,-4 0-34 0,-7-5-71 0,-7 4-206 16,-11 1-500-16,-8-3-473 0</inkml:trace>
  <inkml:trace contextRef="#ctx0" brushRef="#br1" timeOffset="189421.442">25572 10511 2119 0,'0'0'1298'0,"0"0"-884"15,0 0-228-15,-56 92-73 0,41-54 114 0,0 2 153 16,2 3-3-16,3 1-121 16,3 0-104-16,1-3-40 0,6-4-15 0,0-5-13 15,10-3-38-15,1-6-11 0,-1-8-35 0,5-5-61 16,3-6-32-16,3-4-28 0,4 0-43 16,2-13-15-16,6-7-29 0,1-4-61 15,5-7-234-15,-11 5-525 0,17-20-796 16</inkml:trace>
  <inkml:trace contextRef="#ctx0" brushRef="#br1" timeOffset="194182.231">26500 10151 2609 0,'0'0'613'0,"0"0"-301"0,0 0-90 15,0 0 48-15,0 0 49 0,0 0-68 0,0 0-107 16,0 0-67-16,0 0-15 15,108 52-1-15,-62-26 0 0,7 3 19 16,3 2-32-16,2 4-32 0,-1-2-16 0,-4 3-1 16,-2-3 1-16,-5-2 0 0,-5 0-2 15,-5-1 1-15,-10-1-1 0,-10-4-13 16,-12 3 0-16,-10-3 15 0,-19 3-12 0,-15 1-6 16,-13 3-117-16,-12-1-37 15,-5 0 0-15,-11-1-26 0,-4-1-10 16,-2 0-182-16,19-8-354 0,-37 8-970 15</inkml:trace>
  <inkml:trace contextRef="#ctx0" brushRef="#br1" timeOffset="195403.392">16404 15180 108 0,'0'0'1588'0,"0"0"-1279"16,0 0-309-16,0 0-432 0,0 0-229 0,0 0 188 15,0 0 336-15,-82-1 101 0,78 2-130 16,-1 3 66-16</inkml:trace>
  <inkml:trace contextRef="#ctx0" brushRef="#br1" timeOffset="195894.356">16419 16092 1896 0,'0'0'1425'0,"0"0"-1158"16,0 0-65-16,0 0-51 0,0 0 57 0,0 0-52 15,-52-69-10-15,50 25-57 16,2-14-89-16,0-11-3 0,0-12-15 15,6-6-4-15,0-4-31 0,0 0 4 0,2 2 21 16,0 10 0-16,4 9 22 16,0 14 6-16,2 9 62 0,-1 10-13 15,2 4-18-15,-1 7 31 0,3 1-25 16,-2 5 9-16,-1 4-24 0,-1 5-22 0,-1 4-33 16,-2 5 11-16,-3 2-2 0,2 4 15 15,-3 12 9-15,-2 2 12 0,-4 7-12 16,0 3-3-16,-9 5 2 0,-4 0 1 15,-7 6 37-15,0 2-6 0,-6 0-15 16,-2-1-16-16,3-5-25 0,-1-1 13 0,3-6-43 16,2-3-41-16,1-6-50 0,4-2-22 15,2-5-49-15,4-4-102 0,1-1-180 0,6-3-491 16,3-2-491-16,3 3 1194 0</inkml:trace>
  <inkml:trace contextRef="#ctx0" brushRef="#br1" timeOffset="196148.417">16809 15545 1243 0,'0'0'1686'0,"0"0"-1261"0,0 0-278 16,0 0-46-16,0 0 133 15,0 0 58-15,80 10-114 16,-80-1-73-16,0 1-40 0,0 6-49 0,-6 0-1 16,-3 4-15-16,-1 3-9 0,-3 1-25 15,1 4 22-15,-2 1 9 0,1 3 0 0,0 0-9 16,3-1 12-16,6-4 0 0,1-3 15 15,3-7 13-15,4-2-17 0,9-6-11 16,4-3-3-16,5-6 3 0,4 0-3 16,5-4-1-16,3-6-17 0,2 0-57 15,-2-3-65-15,0 0-95 0,-3 0-134 0,-3 1-371 16,-10 2-1092-16,1-1 1078 0</inkml:trace>
  <inkml:trace contextRef="#ctx0" brushRef="#br1" timeOffset="196524.579">17950 15186 2297 0,'0'0'1213'0,"0"0"-982"0,0 0-111 0,0 0-54 0,0 0 25 16,0 0 169-16,0 0 16 0,0 0-135 15,-59 88-58-15,41-46-12 16,2 5 21-16,0 5 9 0,4 1 0 0,5-2-34 15,6-2-28-15,1-5-27 0,3-2-12 16,8-7-18-16,6-4-18 0,-1-7-7 16,4-5-21-16,2-5 12 0,-2-5 12 15,0-8-67-15,-2-1-34 0,-2-1-84 16,-5-10-123-16,-1-4-253 0,-5-5-603 0,-3 4-348 16,-2-9 956-16</inkml:trace>
  <inkml:trace contextRef="#ctx0" brushRef="#br1" timeOffset="196663.941">17781 15518 388 0,'0'0'2833'0,"0"0"-2384"0,0 0-349 15,0 0-5-15,0 0 24 0,0 0 42 0,90 30 26 16,-51-30-153-16,4-3-34 0,6-8-37 0,3 0-41 16,2-3-132-16,0-1-95 0,-15 4-258 15,13-7-929-15</inkml:trace>
  <inkml:trace contextRef="#ctx0" brushRef="#br1" timeOffset="197037.145">18724 15182 3131 0,'0'0'1436'0,"0"0"-1203"15,0 0-232-15,97-28 16 16,-47 17 57-16,5 2 51 0,3 0-15 0,5 2-46 16,3-2-45-16,-1 5 23 0,-1 1 1 15,-7 3-43-15,-9 2-46 0,-6 7-3 0,-15 5 1 16,-7 5-1-16,-12 6-3 0,-8 3-43 16,-15 9 31-16,-14 4-1 0,-8 8 29 15,-11 2 24-15,-5 5 12 16,-2 2 37-16,-3 3-21 0,2-1 33 0,0-1-3 15,7 0 3-15,5-2-34 0,9-2 31 16,8-4-19-16,12-8-24 0,7-8-3 16,8-7-24-16,6-6-1 0,12-8 19 15,9-5 5-15,5-5 1 0,9-4-33 16,7-4 30-16,1-7-89 0,2-5-34 0,-1 0-34 16,-3-1-23-16,-3 0-97 0,-6 4-88 0,-5 1-213 15,-10 1-491-15,3 3-687 16</inkml:trace>
  <inkml:trace contextRef="#ctx0" brushRef="#br1" timeOffset="197653.129">20203 15191 783 0,'0'0'560'0,"0"0"986"0,0 0-1235 15,0 0-91-15,0 0-55 16,0 0 40-16,0 0 104 0,0 0-7 0,0 0-98 16,0 0-84-16,-85 17-22 0,66 8 10 15,-2 6-4-15,-1 9-31 0,-1 5-9 16,3 5-24-16,0 6-37 15,4 1 30-15,-1 5-22 0,3 0-10 16,3 0-2-16,2 0-7 0,4-4 6 16,3-3-14-16,2-5 15 0,9-8-39 15,6-8-11-15,7-8-26 0,6-9 4 0,5-8-40 0,4-8-84 16,6-1-103-16,2-13-194 0,1-6-235 16,-11 1-761-16,10-11-178 0</inkml:trace>
  <inkml:trace contextRef="#ctx0" brushRef="#br1" timeOffset="198470.339">20947 15211 111 0,'0'0'2138'16,"0"0"-1618"-16,0 0-100 0,0 0-101 15,0 0-31-15,18 74 11 0,-12-32-22 16,-1 8-39-16,-3 7-53 0,-2 3-78 0,0 5-46 16,0-1-24-16,0-4-37 0,0-3-12 15,0-6-19-15,0-4-30 16,0-6-13-16,-4-5-61 0,0-8-13 15,-1-5-13-15,2-8-4 0,-3-6-7 16,0-3-76-16,-2-6-177 0,-2 0-293 0,-1-11-641 16,2 3 168-16,-4-13 1119 0</inkml:trace>
  <inkml:trace contextRef="#ctx0" brushRef="#br1" timeOffset="198712.28">20875 15458 117 0,'0'0'199'0,"0"0"1515"16,31-69-1222-16,-15 53-205 15,6-3 15-15,2 4-66 0,4 2-11 0,3 3-29 16,2 2-38-16,1 4-64 0,-3 4-24 16,0 4 1-16,-5 9-27 0,-6 6-42 15,-3 7 0-15,-4 4 48 0,-4 4-25 16,-8 4-13-16,-1 3 20 0,-8 2-32 0,-5 0 9 16,-6 2-9-16,0 0-1 0,-4-1-40 15,-1-2-71-15,0 1-20 0,-2-5 19 16,3-2 3-16,0-3-41 0,6-7-90 15,1-6-84-15,8-7-157 0,0-7-536 0,7-5-183 16,1-1 999-16,4-7 101 0</inkml:trace>
  <inkml:trace contextRef="#ctx0" brushRef="#br1" timeOffset="198940.943">21291 15872 1672 0,'0'0'972'0,"0"0"-487"0,0 0-233 0,95 9-84 15,-75-3 22-15,-2 2 58 0,-7 1-71 16,-5 1-16-16,-2 3-33 0,-4 3-63 15,0 3-13-15,0 3 0 0,-2 2-27 16,-6 5-24-16,1-1 2 0,-3 3 19 0,4 0-10 16,3-3-9-16,3-2 28 0,0-2-31 15,8-6 0-15,7-4 0 0,8-3 15 16,2-4-2-16,5-4 8 0,8-3-21 16,-4-4-3-16,2-10-46 0,0-4-105 15,-4-4-54-15,0-4-59 0,-5 0-99 16,-5-2-267-16,-6 1-572 0,-5 7-201 15,-7-10 1090-15</inkml:trace>
  <inkml:trace contextRef="#ctx0" brushRef="#br1" timeOffset="199116.535">21609 15731 1000 0,'0'0'1448'0,"0"0"-725"0,0 0-429 0,0 0-149 16,0 0-31-16,-22 96 31 0,22-55 79 15,0 6 13 1,5 5-104-16,0 2-31 0,-1 2-19 0,-2 1 9 0,-2 0-30 15,0-2-62-15,0-2-2 0,0-5-47 16,-3-8-87-16,1-7-62 16,2-9-91-16,0-7-22 0,2-10-148 15,7-7-192-15,5-12-635 0,-3-2 52 0,15-24 1047 16</inkml:trace>
  <inkml:trace contextRef="#ctx0" brushRef="#br1" timeOffset="199359.811">22381 15340 805 0,'0'0'1992'16,"0"0"-1562"-16,47 73-179 0,-27-40 53 0,3 5 14 16,-2 2-38-16,0 1-79 0,1 3-139 0,-3 1-59 15,1 2-3-15,-2 3-1 0,-6 3-48 16,-5 2 21-16,-7-2-52 15,-3 2-82-15,-14-4-34 16,-10 1-15-16,-7-4-63 0,-9 2-165 0,-4-3-184 0,-7 0-360 16,-2-4 195-16,11-12 615 0,-21 12-84 0</inkml:trace>
  <inkml:trace contextRef="#ctx0" brushRef="#br1" timeOffset="209474.927">19338 1094 2360 0,'0'0'533'0,"0"0"-108"16,0 0-98-16,0 0-34 0,14 94-20 0,-8-55-52 15,-3 10-60-15,0 5-35 0,0 6-22 16,0 6-21-16,-3 4-80 16,0 2 28-16,0 3-31 0,-6-2 0 0,-4 0-1 15,-1-5 1-15,-1-7-22 0,-1-8-11 16,6-6-26-16,0-12-45 0,4-5-13 15,3-10-41-15,0-5-81 0,3-8-125 0,8-7-226 16,4-3-210-16,1-11-481 0,-1 0 350 16</inkml:trace>
  <inkml:trace contextRef="#ctx0" brushRef="#br1" timeOffset="209720.151">19689 1307 1000 0,'0'0'1806'0,"0"0"-1342"0,0 0-165 16,0 0-5-16,0 0-20 0,0 0-10 0,33 67 23 15,-26-37-69-15,-1 7-105 0,1 5-45 0,-1 2-23 16,0 4-8-16,-1 1-10 0,-4 1-12 16,-1-1-15-16,0-1-3 0,-5-2-68 15,-1-7-8-15,-3-6-16 0,2-6-15 16,-3-5-25-16,5-8-75 0,-4-3-25 15,0-5-57-15,-1-5-140 0,0-1-68 16,-2-6-183-16,1-8-352 0,2 2-98 16</inkml:trace>
  <inkml:trace contextRef="#ctx0" brushRef="#br1" timeOffset="210011.283">19630 1459 437 0,'0'0'1773'15,"0"0"-1359"-15,0 0-172 0,0 0-88 0,41-67 22 16,-25 55 63-16,3-1-1 0,0 1 1 15,2 1-40-15,4 1-44 0,1 3-46 16,1 3 27-16,-1 2 9 0,-3 2-40 16,2 3-34-16,-1 6-4 0,0 3-27 0,-2 5-22 15,3 2 7-15,-1 4 2 0,-2 3-25 16,-3 3-2-16,-1 4 0 0,-3 1 1 16,-2 3-2-16,-3 2-13 0,-4 0-4 15,-3 0-1 1,-3 0-14-16,-2-1 32 0,-7-1-1 0,-4-1-17 15,-5-1-18-15,-1-2 19 0,-1-4 3 0,-2 1 2 16,2-7-23-16,2-3-7 0,1-4-47 16,1-4-12-16,2-2-83 0,4-6-30 15,0-1-18-15,0-3-133 0,3 0-169 16,-1-7-220-16,2-3-724 0,0 3 1214 0,1-7 190 0</inkml:trace>
  <inkml:trace contextRef="#ctx0" brushRef="#br1" timeOffset="210307.641">20463 1783 1448 0,'0'0'1305'0,"0"0"-849"0,0 0-227 15,0 0-105-15,0 0 47 0,0 0 127 0,0 0-66 16,0 0-46-16,-31 80-80 15,20-59-72-15,-1 2-16 0,1 2-3 16,2 0 4-16,2-1 6 0,5-1 5 16,2 0-5-16,0-2 27 0,10 0 47 0,2-4 53 15,2-1-72-15,2 1-34 0,4-4-19 0,0-5-27 16,-1 0 0-16,4-7-49 0,0-1-36 16,2-4-50-16,-3-8-52 0,-1-2-63 15,-1-9-164-15,-7 5-562 16,0-12-773-16</inkml:trace>
  <inkml:trace contextRef="#ctx0" brushRef="#br1" timeOffset="210500.779">20484 1796 1744 0,'0'0'784'0,"0"0"-259"16,0 0-266-16,-17 73-56 0,13-41 25 15,4 5 39-15,0 5 53 0,0-1-57 16,0 1-91-16,1-1-68 0,3-1-42 15,-1-7-36-15,0 1-26 0,-2-6-12 16,1-2-13-16,1-3-70 0,0-6-61 16,1-5-54-16,0-5-14 0,6-3-55 0,-2-4-217 15,0-5-499-15,0-5-529 0,3-15 1012 0</inkml:trace>
  <inkml:trace contextRef="#ctx0" brushRef="#br1" timeOffset="210836.132">20954 996 722 0,'0'0'39'0,"0"0"1377"0,0 0-838 0,0 0-157 15,0 0-147-15,17 73-46 0,-10-43-7 16,2 6-17-16,0 9-42 0,-4 5-19 16,1 7 30-16,-1 6-25 0,-2 3-62 0,-2 1-6 15,-1 3-19-15,0 1-3 0,0-3-12 16,0-2-44-16,-1-4-2 0,1-6-1 16,0-5-20-16,0-8-59 0,0-4-51 0,6-7-14 15,0-4 0-15,0-6-7 16,1-4-31-16,2-3-121 15,1-7-253-15,2-7-611 0,-1-1-567 0,7-6 1719 16</inkml:trace>
  <inkml:trace contextRef="#ctx0" brushRef="#br1" timeOffset="211036.877">21520 1719 3391 0,'0'0'613'16,"0"0"-356"-16,0 0-204 0,0 0 31 0,100-12 30 0,-71 5 108 15,-2-1-80-15,-1 1-142 0,1-1-10 16,-2 0-128-16,-1-3-78 0,-4 4-122 16,-7 2-330-16,-5 1-735 0,-8 4-641 15</inkml:trace>
  <inkml:trace contextRef="#ctx0" brushRef="#br1" timeOffset="211179.23">21412 1898 310 0,'0'0'2061'15,"0"0"-1346"-15,0 0-389 0,0 0-139 0,0 0 87 16,0 0 19-16,84 35 48 0,-51-35-76 0,5 0-127 16,4-6-92-16,0-4-46 15,3-4-101-15,0-1-114 0,-5-2-107 16,-8 4-283-16,8-6-846 0</inkml:trace>
  <inkml:trace contextRef="#ctx0" brushRef="#br1" timeOffset="211692.348">22438 1286 2504 0,'0'0'1150'0,"0"0"-848"16,0 0-157-16,0 0 2 0,0 0 95 16,-92 33 11-16,69-22-60 0,1 1-117 15,6 3-54-15,1-1-22 0,2 5-2 0,1 2 2 0,6 1 2 16,2 3 34-16,4 4-17 0,0 0 17 15,7 1-2-15,6 7-1 16,2-1-5-16,3 2-16 0,1-1 3 16,1 2-14-16,3-1 1 0,-4 4-2 15,3-2 0-15,-4 3-1 16,-2-1-1-16,-7 0-13 0,-2-1-6 0,-7 1-16 0,-1-1 7 16,-11-1 2-16,-2-4-12 0,-3-3-2 15,1-7 28-15,-5-5 14 16,1-4 22-16,1-5 8 0,2-2-8 15,-2-7-7-15,2 0 0 0,3-3-12 0,1-6-1 16,3-9 1-16,2-3 16 0,8-4-19 16,0-11 1-16,6-5-23 0,9-11 10 15,3-4-55-15,7-5-49 0,2 2 2 16,3-2 34-16,4 4 1 0,2 3-20 0,1 1-9 16,-1 1-29-16,-1 3-53 0,-2-1-71 15,0 3-137-15,-1 0-145 0,-2 4-148 0,-1 1-557 16,-9 9 697-16,6-11 549 0</inkml:trace>
  <inkml:trace contextRef="#ctx0" brushRef="#br1" timeOffset="213744.049">8232 4888 68 0,'0'0'300'0,"0"0"830"0,0 0-454 16,0 0-220-16,0 0-128 0,0 0-56 0,0 0-27 15,0 0-52-15,0 0-3 16,0 0-27-16,0 0-25 0,28 71-25 0,-8-54-14 15,-1-1-31-15,3-1-18 16,1-2 2-16,1-2-24 0,2-2-16 16,-1-1-12-16,2-2-2 0,-1-1 0 15,0-3-19-15,1-2-20 0,-1 0-14 0,-1-1-10 16,4-6 3-16,-3-2-13 16,1 0-6-16,-1-1-9 0,1-4 16 0,-1 4 6 15,1-3-8-15,1 1 29 16,5 0-19-16,-1 2 3 0,2 3 6 15,-1 1 3-15,4 4 35 0,-3 2 19 16,-2 0 52-16,0 0-18 0,-5 3-8 0,-3 3 18 16,-5 0-6-16,-1 1 6 0,-5 3 9 15,-2 1-18-15,-2 2-3 0,-2 3 5 16,-4-1 7-16,-3 3 3 0,0 1 1 0,0 2-7 16,-6-2-10-16,-1 1-13 0,-2-5 1 0,5 0 0 15,-2-7-18-15,3-3 0 0,3-2 15 16,-1-3-16-16,1 0-7 15,0 0-36-15,0-6 18 0,0-6 12 16,1-5-62-16,4-3-45 0,4-6 13 16,3-1-19-16,2 2 25 0,1 2 6 15,5 1 3-15,-1 4 3 0,1 4 35 0,3 2 54 16,-1 4 0-16,2 3 80 0,1 2 15 16,1 1 19-16,-1 2-3 0,1 0-17 15,-2 0-31-15,2 0-6 0,-2 0-32 16,3-1-6-16,-1-1-17 0,2-3 23 15,-1-3-12-15,1-1 0 0,-1-3-13 16,0 1-31-16,-4-3-38 0,-1 2-10 16,-6 0-22-16,-6 3-85 0,-6 1-91 15,-4 2-207-15,-4 1-639 0,-3 4-359 0,-15 1 1462 0</inkml:trace>
  <inkml:trace contextRef="#ctx0" brushRef="#br1" timeOffset="214186.47">8727 5488 186 0,'0'0'2788'0,"0"0"-2293"0,0 0-232 0,87-24-144 16,-50 13 26-16,6 0 9 0,-1-2 24 15,3 1-64-15,-3 2-55 0,-3 0-37 16,-5 4-22-16,-2 0-15 0,-9 6-37 0,-3 0-1 16,-8 0 22-16,-7 6 31 0,-2 1 3 15,-3 6 22-15,0 3-7 0,-4 3 4 16,-8 5 12-16,-2 1-6 15,0 0-9-15,-1 3-7 0,-1-5 3 16,5-2 7-16,1-2 12 0,4-2 21 16,3-5 96-16,3-3-65 0,0-2-40 0,4-2 24 15,9-2 1-15,5 1-7 0,5-1-25 0,5-1-39 16,7-2-25-16,1 0-21 0,2-7-6 16,2-5-40-16,0-2-52 0,-1-4-55 15,3-2-49-15,-2-4-199 0,-1 0-629 16,-11 5-1014-16,9-10 1644 0</inkml:trace>
  <inkml:trace contextRef="#ctx0" brushRef="#br1" timeOffset="-213199.462">12000 2717 947 0,'0'0'182'15,"0"0"1194"-15,0 0-871 0,0 0-141 0,0 0-94 16,36 91-43-16,-27-58-19 0,0 3-14 0,-3 6-49 16,-4-4-12-16,-1 3-34 0,-1-3-37 15,0-3-38-15,-3-5-24 0,-1-6-2 16,2-5-25-16,0-5-53 0,1-5-53 16,-1-3-62-16,1-2-69 15,1-4-186-15,0 0-297 0,0 0-755 0,0-16 301 0</inkml:trace>
  <inkml:trace contextRef="#ctx0" brushRef="#br1" timeOffset="-212935.292">12114 2732 836 0,'0'0'91'16,"0"0"1006"-16,0 0-524 0,0 0-106 0,0 0-129 0,0 0-81 15,78-11-87-15,-61 19-50 0,3 4-29 16,-1 3-18-16,-2 3-36 15,-3 2-24-15,-3 5-13 0,-4 0-16 16,0 1-25-16,-7 4-9 0,0 1 15 0,-7 2 32 16,-5 1-26-16,-6 1 27 0,0 1-38 15,-3-6 11-15,-1-3 28 0,3-2-1 16,-2-6 2-16,2-5 0 0,3-2-47 16,-2-6-76-16,0-1-66 0,2-5-56 15,0 0-126-15,1 0-142 0,3-9-275 16,8 0-346-16,1 4 1082 0,3-10-352 0</inkml:trace>
  <inkml:trace contextRef="#ctx0" brushRef="#br1" timeOffset="-212693.032">12617 2964 3 0,'0'0'186'0,"0"0"98"0,0 0 929 15,0 0-691-15,0 0-21 0,0 0-80 16,-22 69-71-16,4-44-80 15,-1 0-85-15,-1 3-46 0,2-1-48 16,1-2-10-16,5-1-19 0,4-4-22 0,6-4 7 16,2-1 30-16,6-7 68 15,7 3-55-15,5-3-32 0,3-3-12 0,6-2-3 16,-1-3-18-16,3 0-25 0,-2-4-37 16,-1-5-68-16,-4-3-61 0,-2-2-48 0,-4-1-72 15,-2-3-260-15,-3 1-524 0,-7 3-705 16,-2-7 1263-16</inkml:trace>
  <inkml:trace contextRef="#ctx0" brushRef="#br1" timeOffset="-212507.999">12651 2979 46 0,'0'0'459'16,"0"0"864"-16,0 0-876 0,0 0-49 0,-21 73-13 16,19-43-11-16,-1-1-54 0,3 4-50 15,0 2-63-15,0 0-52 0,0-1-25 0,0-1-40 16,0-1-47-1,0-3-43-15,0-1-1 0,0-4-61 0,-1-2-83 16,1-6-72-16,0-4-59 16,0-5-122-16,4-6-224 0,4-2-492 0,0-7-291 0,7-14 1359 15</inkml:trace>
  <inkml:trace contextRef="#ctx0" brushRef="#br1" timeOffset="-212223.161">13388 2659 485 0,'0'0'424'0,"0"0"160"0,0 0 166 0,0 0-179 16,-67 92-74-16,47-60-78 0,-1 8-95 0,-4 2-77 16,1 5-83-1,-4 3-44-15,-3 5-39 0,-1 4-14 16,-3 2 1-16,0 0-40 0,0-2-1 0,0 0 4 15,1-4-7-15,0-3-11 0,1-4-13 16,3-4-13-16,1-4 12 0,3-6-32 16,3-3-38-16,4-5-21 0,2-5-13 0,4-3-9 15,3-5-22-15,3-4-45 0,1-3-83 16,3-5-137-16,2-1-267 0,1 0-696 0,0 0 303 16,0-8 767-16</inkml:trace>
  <inkml:trace contextRef="#ctx0" brushRef="#br1" timeOffset="-211459.649">13593 3021 170 0,'0'0'802'0,"0"0"718"16,0 0-1018-16,0 0-102 0,0 0-74 0,0 0-68 16,0 0-82-16,0 0-51 0,-15 74-26 15,-1-52-34-15,-3 2-43 0,-2 0-22 16,-1 2-2-16,0-1-14 16,2 1 13-16,3-3-9 0,3 0 10 15,2-6 0-15,5-3 1 0,4-4 1 16,0 0 0-16,3-4 12 0,0 1 28 15,3 0-18-15,2-2-7 0,3 2-11 0,2-1 8 16,-1 1-12-16,4-1 1 0,-2 0-1 16,1 0-2-16,2 1 0 0,-1 0-11 0,0-2 10 15,0 1-21-15,-1-1-41 16,-1 1-47-16,-1-2-28 0,2-1-49 0,-5 1-37 16,3 0-91-16,-4-1-207 0,1-2-627 0,-1 2-257 15,-3-3 1147-15</inkml:trace>
  <inkml:trace contextRef="#ctx0" brushRef="#br1" timeOffset="-210786.308">13944 3798 1342 0,'0'0'133'15,"0"0"1138"-15,0 0-921 0,0 0-139 16,0 0-100-16,0 0 51 0,0 0 62 16,-41-71-26-16,36 46-78 0,-1-6-120 15,3-4-3-15,-1-5-19 0,3-3 3 0,-1 0 7 16,2-1-90-16,0-1 8 0,0 2 0 16,3 1 18-16,3 2-13 15,-2 1 1-15,4 1-23 0,0 3 25 0,1-3-16 0,1 6 18 16,1 1-2-1,2 6 6-15,-1 2 29 0,1 5 22 16,-2 3-13-16,1 5 40 0,-4 6 2 0,0 1 19 16,-1 1 23-16,4 2 28 0,-5 0-9 15,1 5-3-15,-4 5-10 0,0 1 6 0,-3 3 17 16,0 3-1-16,-3 3-23 0,-5 2-5 16,-4 3 12-16,-4 2-7 0,2 0 7 15,-5 1-38-15,2-2-16 16,2-3-12-16,4-2-67 0,-1-3-54 0,4-3-71 15,0-2-53-15,4-2-281 0,-3-4-759 16,4-2 613-16,2 1 374 0</inkml:trace>
  <inkml:trace contextRef="#ctx0" brushRef="#br1" timeOffset="-210547.715">14154 3329 1092 0,'0'0'261'15,"0"0"586"-15,0 0-588 16,84-5-88-16,-61 4 15 0,-3-1 78 15,-4 2-25-15,-3 0-51 0,-3 0-58 0,-5 2-48 16,-1 3-3-16,-4 2-32 0,0 2-25 0,0 2 3 16,-4 5 10-16,-7 2 24 0,-3 6-5 15,-2-2-31-15,-2 2-21 0,3-3 10 16,1-3 29-16,4-3-4 0,4-5-21 16,1-3-15-16,4-3-1 0,-2-3-13 15,3-1-33-15,0 0-78 0,3-3-74 16,3-8-26-16,1-3-91 15,3-5-230-15,0 2-642 0,3-12-131 0</inkml:trace>
  <inkml:trace contextRef="#ctx0" brushRef="#br1" timeOffset="-210293.351">14463 3111 778 0,'0'0'453'15,"0"0"714"-15,0 0-783 0,0 0-60 0,0 0-59 0,0 0-1 16,0 0-37-16,92 33-67 0,-73-32-56 16,5 0-48-16,1-1-34 0,-2 2-22 0,-1-1-3 15,-2 1 0-15,-6 1-13 16,-1 4-2-16,-6 1-39 0,-2 3 14 0,-5 3 10 16,-2 1 31-16,-9 3-14 0,-6 6 13 15,-6 1-15-15,-4 3-14 0,-4 2-9 0,-7 0-53 16,-1 1-79-16,-1-1-59 15,-2-1-119-15,0 1-364 0,12-11-1088 16,-15 5 1777-16</inkml:trace>
  <inkml:trace contextRef="#ctx0" brushRef="#br1" timeOffset="-209561.238">11289 2513 365 0,'0'0'105'0,"0"0"64"0,0 0 1289 0,0 0-1141 16,0 0-84-16,0 0-53 0,0 0 29 0,0 0-27 16,0 0 13-1,77-6-14-15,-70 12-17 0,2 0 12 0,-2 4 22 0,0 5-20 16,2 4-60-16,4 6-53 0,-2 7-7 15,2 10-8-15,0 9-29 0,-1 7-21 16,-2 8-2-16,-3 4-10 0,-3 4-10 16,2 3 4-16,-3 2 3 15,4-1-19-15,-1 1-22 0,1-3 13 0,3-4-26 16,5-4-15-16,-1-5-12 0,6-5-20 16,2-4-45-16,4-7-21 0,4-6-75 15,6-8-113-15,3-9-216 0,4-8-504 0,-8-8-146 16,18-8 1193-16</inkml:trace>
  <inkml:trace contextRef="#ctx0" brushRef="#br1" timeOffset="-209059.399">15161 2524 42 0,'0'0'2557'15,"0"0"-2315"-15,0 0-190 0,14 70-49 16,-7-38 48-16,-1 5 221 0,-2 2 107 0,1 7-73 16,0 0-86-16,-2 4-95 0,1-2-66 15,-1 2-41-15,-3 0-15 0,0 0-3 16,0 2-12-16,0-2-10 0,-3 1-30 16,-2-1-39-16,-2 1-38 15,1-2-34-15,0-4 2 0,0-3-19 0,0-3-27 16,3-6-58-16,-1 1-163 0,4-9-346 15,-2-6-586-15,2 0 1358 0</inkml:trace>
  <inkml:trace contextRef="#ctx0" brushRef="#br1" timeOffset="-208545.275">15718 3046 1699 0,'0'0'1551'0,"0"0"-1290"0,0 0-134 16,0 0-92-16,88 6-13 0,-62-6 6 16,1 0-3-16,-4-1-25 0,-2-4-21 0,-1 0-134 15,-2 3-179-15,-4-2-195 16,-3-2-662-16</inkml:trace>
  <inkml:trace contextRef="#ctx0" brushRef="#br1" timeOffset="-208419.1">15766 3229 1193 0,'0'0'1866'16,"0"0"-1540"-16,0 0-132 0,0 0-77 0,0 0-10 0,101 19 6 15,-65-23-37-15,2-6-76 0,3-5-51 16,-1-5-194-16,3-2-187 0,-11 5-559 15,10-11-1181-15</inkml:trace>
  <inkml:trace contextRef="#ctx0" brushRef="#br1" timeOffset="-208203.004">16534 2846 1471 0,'0'0'1672'0,"0"0"-1338"16,0 0-128-16,0 0-89 0,0 0 15 0,-45 74 97 15,37-49 20-15,0 3-51 0,2 1-53 0,6 2-53 16,0-1-31-16,0-3-15 0,8-3 9 16,2-3-9-16,4-4-12 0,2-4-34 15,1-1-10 1,2-5-23-16,1-3-16 0,3-4-18 16,3 0-35-16,4-9-60 0,-1-5-64 0,3-5-69 15,0-4-162-15,-9 6-340 0,7-14-772 16</inkml:trace>
  <inkml:trace contextRef="#ctx0" brushRef="#br1" timeOffset="-208018.859">16692 2776 2667 0,'0'0'389'15,"0"0"-178"-15,-17 73-83 0,10-35 106 0,3 2 66 0,-2 6-52 16,1 2-95-1,2 2-73-15,-3 2-60 0,3 0-20 0,-2-1-53 16,2-1-90-16,0-3-102 0,-1-3-47 16,0-2-153-16,1-3-329 0,1-10-921 15,-5 10 1505-15</inkml:trace>
  <inkml:trace contextRef="#ctx0" brushRef="#br1" timeOffset="-189535.077">12131 4780 741 0,'0'0'0'15,"0"0"0"-15,0 0 365 0,0 0 98 16,0 0-57-16,0 0-137 0,0 0-81 0,0 0 2 16,0 0 32-16,-32-14-42 0,31 11-13 0,-1 1-37 15,1 1-28-15,1 0-13 0,0 1 13 16,0-3 15-16,0 3-26 0,0 0-41 15,0 0-37-15,0 0-13 0,0 0-19 16,0 0-12-16,0 0-4 0,1 0 10 16,5 0 25-16,0 0 12 0,3 1 39 15,2 2-26-15,1-3-9 0,1 1-14 16,0-1 1-16,4 0 9 16,-1 0-8-16,1 0-4 0,4 0 0 0,0-1-2 15,3 0 0-15,-1-2 0 0,1 0-12 16,-1 1 13-16,1-1-9 0,0-3 8 0,4 2 2 15,-2-2-16-15,1 0 14 0,2-2-26 16,0 1-54-16,-3 0 41 16,-2 0 19-16,-3-1 0 0,-3 1 20 0,-3 3-1 15,-4-1-9-15,-2 3 9 0,-3 1-16 16,-1-1-4-16,0 1 4 0,-2 0-6 16,-1 1-6-16,4-2-24 0,-3 2-30 0,2-1-72 15,2 1 7-15,-2-3 25 0,1 2-42 16,-1 1-39-16,0 0 5 0,1-2-71 15,3-1-153-15,-5 1 5 16,3-2-216-16,-2-2 18 0</inkml:trace>
  <inkml:trace contextRef="#ctx0" brushRef="#br1" timeOffset="-188469.273">14548 4729 899 0,'0'0'32'0,"0"0"746"0,0 0-544 15,0 0-68-15,0 0-53 0,0 0 49 16,0 0 3-16,0 0-30 15,0 0-22-15,0 0-71 0,42 6 16 0,-34-3 28 16,4 0-2-16,2-2-11 0,2-1 11 16,0 0-11-16,2 0-32 0,0 0 4 15,4 0-13-15,-2 0-10 0,3 0-6 0,0 0 0 16,-2 0-1-16,1-1-14 0,0-4 1 16,-2 3 14-16,-3 0-16 0,2 0 2 15,-3 0-2 1,1-1 0-16,-1 1 13 0,0-1-11 0,-1 0 0 15,2 0-1-15,-3 0 0 0,0 3-1 16,0-4 0-16,-2 3-16 0,0-1 14 16,-3 1-24-16,-1 0-8 0,-1 0-36 0,-4 1-32 15,0 0-4-15,0-2-31 0,-1 2-43 0,-2 0-81 16,0 0-195-16,0 0-197 0,0 0-139 16,-3 0 156-16</inkml:trace>
  <inkml:trace contextRef="#ctx0" brushRef="#br0" timeOffset="-161587.018">7910 17442 1380 0,'0'0'367'0,"0"0"-39"0,0 0-98 15,0 0-3-15,0 0-101 16,0 0 496-16,0 0-323 0,0 0-53 16,0 0-67-16,0 0-15 0,-22 26 1 15,22-26 2-15,0 1-44 0,0 2-45 16,2-1-32-16,5 5-10 0,3-1 4 16,3 2 0-16,4 2 3 0,2-3-15 0,6 1 2 15,2-2-8-15,3-3-1 0,5-1-15 16,8-2-6-16,3 0 20 0,7 0-20 15,5-2-1-15,4-1-18 0,0 0 7 16,4 0-3-16,-4 1-10 0,-4 1-33 16,-3-1 46-16,-3 2-59 0,-6 0-30 15,-7 0-10-15,-3 0-37 0,-6 2 11 0,-7 0-43 16,-5 1-84-16,-7 1-100 0,-7 0-162 16,-4-1-242-16,-3 2-34 0,-4 0 69 15,-13 2 47-15</inkml:trace>
  <inkml:trace contextRef="#ctx0" brushRef="#br0" timeOffset="-161278.572">8050 17674 2244 0,'0'0'278'16,"0"0"-65"-16,0 0-97 0,0 0 115 15,0 0 69-15,0 0-46 0,0 0-71 16,0 0-42-16,0 0-21 0,0 0 5 0,0 0 3 16,58 63-10-16,-30-54-16 0,7-4-19 15,4 0-37-15,4-1 12 0,3-2-55 16,2 0-3-16,2-2-3 0,-1 0-18 16,3 0-10-16,0 0 28 0,0-4-25 0,1-1-18 15,0-1 18-15,-2 0-6 0,-5-1-71 16,-3 0-59-16,-9 0-39 0,-7 2-30 15,-7-2-39-15,-8 3-49 0,-3-1-121 16,-6 2-259-16,-3-3-460 0</inkml:trace>
  <inkml:trace contextRef="#ctx0" brushRef="#br0" timeOffset="-160959.405">8544 17235 787 0,'0'0'1378'0,"0"0"-1003"0,0 0-136 0,0 0 44 15,0 0 134-15,0 0-97 0,94 7-100 16,-61-2-82-16,3 2-41 0,1 1-10 16,2 3-19-16,0 1-65 0,0 4-3 15,-1 1-12-15,-2 2 12 0,-5 4 0 0,-2 0-6 16,-6 0 6-16,-5 5 2 0,-8 3 16 0,-9 3-16 15,-1 2 17-15,-11 2-19 16,-7 3 0-16,-5 1-27 0,-4 1 26 16,0 1 0-16,-2-1-33 0,-3 0-28 0,3-3 18 15,-1-1 4-15,4-5-57 0,3-5 38 16,4-7-36-16,6-5-28 16,6-10-78-16,4-4-114 0,2-3-239 15,1-9-716-15</inkml:trace>
  <inkml:trace contextRef="#ctx0" brushRef="#br0" timeOffset="-160519.502">9880 17119 3142 0,'0'0'578'15,"0"0"-389"-15,15 69-111 0,-7-30 130 16,-1 11 59-16,-2 6-122 0,-1 3-59 0,0 4-33 0,1 4-17 16,-2 0 1-16,-3 0-3 0,0 0-31 15,0-4-3-15,0-6-34 16,0-7-6-16,0-8-49 0,0-9-53 0,0-9-90 15,0-10-8-15,0-7-94 0,0-6-103 16,0-1-163-16,0-6-451 0,0-15-218 0</inkml:trace>
  <inkml:trace contextRef="#ctx0" brushRef="#br0" timeOffset="-160261.581">9860 17177 2194 0,'0'0'620'16,"0"0"-251"-16,0 0-114 0,94-21 46 0,-57 19 20 16,6 2-87-16,1 0-57 15,0 5-72-15,-2 5-46 0,-3 5-35 0,-3 3 10 16,-2 7-6-16,-10 3 3 0,-4 7-4 16,-10 5-25-16,-6 6 23 0,-4 7-25 15,-10 1 0-15,-6 2 9 0,-4 2-9 16,-4-3 0-16,-2-5-12 0,2-4 10 0,-3-6-23 15,4-5-15-15,2-6-24 0,0-4-35 16,3-5-43-16,2-5-72 0,3-4-72 16,3-4-143-16,4-3-233 0,6-4-528 15</inkml:trace>
  <inkml:trace contextRef="#ctx0" brushRef="#br0" timeOffset="-160042.107">10583 17675 2857 0,'0'0'445'0,"0"0"-203"0,0 0-160 16,0 0 111-16,0 0 39 0,-7 85-56 16,-6-54-52-16,0 2-80 0,0 2-29 15,2-1 13-15,3 2 6 0,3-4 9 0,5-4 1 16,0-4 11-16,7-4-18 0,6-5-21 16,7-2 8-16,3-4 13 0,6 0-9 15,4-7-7-15,3-2-21 0,0 0-24 16,-1-2-28-16,-1-10-47 15,0-3-43-15,-4-4-63 0,-4-6-140 0,-9 6-295 16,2-14-801-16</inkml:trace>
  <inkml:trace contextRef="#ctx0" brushRef="#br0" timeOffset="-159853.778">10743 17680 2451 0,'0'0'525'0,"0"0"-170"0,0 0-91 0,0 0 4 16,0 0-54-16,-37 66-39 0,37-31-54 0,1 6-19 15,5 6 6-15,1 4 0 0,-1 2-46 16,0 3-44-16,1-2-18 0,-4 1-24 16,-3 0-72-16,0-1-67 0,-2-4-26 15,-6-6-45-15,4-6-85 16,2-12-198-16,1-9-626 0,1-8-771 0</inkml:trace>
  <inkml:trace contextRef="#ctx0" brushRef="#br0" timeOffset="-159320.192">12359 17675 2531 0,'0'0'690'0,"0"0"-454"16,0 0-112-16,0 0 62 0,0 0 63 0,23 73-27 0,-23-42-119 15,0 0-69-15,0 2-15 0,-3 0-19 0,0-3 0 16,-1-1-41-16,2-3-18 0,1-7 6 16,-1-5-99-16,1-7-75 0,-3-6 16 15,-2-1-129-15,2-5-460 0,-8-12-974 0</inkml:trace>
  <inkml:trace contextRef="#ctx0" brushRef="#br0" timeOffset="-159151.672">12045 17451 2451 0,'0'0'432'16,"0"0"-227"-16,0 0-77 0,0 0 35 0,0 0 119 15,108-31-149-15,-68 20-133 16,4-4-4-16,-3 1-134 0,1 1-113 0,1 1-87 15,-1 4-219 1,-12 1-447-16,9 7-186 0</inkml:trace>
  <inkml:trace contextRef="#ctx0" brushRef="#br0" timeOffset="-158887.351">12710 17479 1790 0,'0'0'567'0,"0"0"-122"0,0 0-63 15,0 0 35-15,0 0-20 0,3 72-62 0,-4-50-97 16,-5 0-84-16,-1 3-53 0,1-2-39 15,3-3-32-15,-1-2-30 0,4-1 0 16,0-5-2-16,0 0-10 0,9-3 10 0,3 2-1 16,3-1-15-16,2 2 17 15,2-3-12-15,1 2 12 0,3 1 1 16,1 1 19-16,-3 1-16 0,2 0 21 0,-4 0-24 16,-2 1 0-16,-1-2-1 15,-5 0-2-15,0 0-9 0,-3 2 0 16,-1-2 10-16,-1-1-32 0,-4-1-12 0,-2 1-25 0,0-3-3 15,-2 1 0-15,-7 0-18 0,-3-2-38 16,-3-2-48-16,-1 0-42 16,0-3-164-16,-4-3-245 0,4 0-575 0</inkml:trace>
  <inkml:trace contextRef="#ctx0" brushRef="#br0" timeOffset="-151704.291">14446 17204 846 0,'0'0'309'0,"0"0"669"0,0 0-535 0,0 0-67 16,0 0-49-16,0 0-16 0,0 0-5 15,0 0-45-15,0 0-86 16,0 0-73-16,40-54-25 0,-40 54 31 16,2 0 77-16,2 0-44 0,1 0-52 15,3 0-34-15,2 5-13 0,4 2-23 0,-1 5-4 16,0 6 6-16,-1 2-19 0,-5 10 0 0,-3 1 1 16,-2 7-2-16,-2 0-2 15,0 2 1-15,-5 0-1 0,0-5-20 0,-3 0-3 16,1-5-13-16,0-5-6 0,1-6-12 15,2-8-12-15,1-6-22 16,2-5 6-16,1 0 16 0,0-9 27 0,0-5-16 16,1-9 10-16,11-3 24 15,3-10 7-15,7-3 15 0,1-1 0 0,3 0 0 16,1 5-16-16,1 6-8 0,-4 4 21 16,1 4-22-16,-6 5-22 0,-1 4 45 15,-3 5-25-15,-4 2 27 0,-4 5 28 0,-1 0-28 16,-3 5 37-16,0 7 25 0,-2 4-22 15,2 6 13-15,-3 5-7 0,0 5-12 16,0 3 0-16,0 3 0 0,-4 3-31 16,1 0 12-16,-1-3 10 0,1-3-25 15,1-6 0-15,2-8-3 0,0-7-47 16,0-6-20-16,0-4-44 0,0-4-50 0,0 0-38 16,3-7-25-16,0-3-34 0,2-4-69 15,0-2-165-15,-2 2-190 0,1-6-491 16</inkml:trace>
  <inkml:trace contextRef="#ctx0" brushRef="#br0" timeOffset="-151412.567">15144 17298 851 0,'0'0'2287'0,"0"0"-1923"0,0 0-260 15,0 0 38-15,12 77 82 0,-12-37 11 0,0 5-58 16,-1 4-84-16,-4 0-74 0,2-3-7 16,-1-5-11-16,4-5-1 15,0-8-34-15,0-8-25 0,0-7-55 16,1-7-86-16,2-6-33 0,-3 0 3 0,0-15-59 15,0-6-246-15,-3 2-651 0,-2-23-316 0</inkml:trace>
  <inkml:trace contextRef="#ctx0" brushRef="#br0" timeOffset="-151261.475">15006 16977 1869 0,'0'0'1153'0,"0"0"-529"0,0 0-384 0,0 0-149 16,0 0 79-16,0 0 1 15,0 0-77-15,0 0-94 0,78 29-59 16,-59-29-46-16,1 0-61 0,4-2-83 16,1-5-140-16,-6 0-292 0,11-6-708 0</inkml:trace>
  <inkml:trace contextRef="#ctx0" brushRef="#br0" timeOffset="-150154.526">15509 16705 1881 0,'0'0'350'0,"0"0"-172"0,0 0 322 16,0 0-119-16,0 0-130 0,0 0-80 16,0 0-30-16,0 0-12 0,0 0 4 15,0 0 26-15,0 0-17 0,-1 83-33 0,-3-38-17 16,-1 9-5-16,2 8-23 0,-1 7-2 16,0 5-13-16,1 3-28 0,-2 3-21 0,-2 0-9 15,2 0-3-15,0-5-28 0,2-4-16 16,2-9-60-16,1-8-26 15,1-10-26-15,8-11-15 0,5-9-31 16,2-12-75-16,6-10-153 0,-5-2-310 0,9-19-655 16</inkml:trace>
  <inkml:trace contextRef="#ctx0" brushRef="#br0" timeOffset="-149895.321">15926 17302 646 0,'0'0'1772'0,"0"0"-1550"0,0 0-138 0,0 84 167 16,-5-43 66-1,1 8-50-15,-2 6-65 0,-1 4-73 0,3 5-25 16,0 2 34-16,1 6-10 0,1 5-44 0,1 6-53 16,-1 1-28-16,1 0-3 0,-1 0-30 15,2-7 5-15,-1-4-40 0,1-8 3 16,0-7-38-16,1-9 2 0,2-8-47 15,2-10-18-15,-1-9-43 0,2-9-94 16,1-13-94 0,0-3-230-16,-3-7-377 0</inkml:trace>
  <inkml:trace contextRef="#ctx0" brushRef="#br0" timeOffset="-149659.316">15898 17383 2005 0,'0'0'721'0,"0"0"-428"0,0 0-79 16,0 0 47-16,88-48-61 0,-68 46-117 15,-4 2-81-15,0 0-2 0,-4 9 3 16,-5 5 47-16,0 9-12 0,-7 4-36 16,0 8 1-16,-8 5 29 0,-7 8-23 15,-5 0-9-15,-3 1-22 0,-2-1-12 16,-1-5-61-16,0-2-12 0,3-8-42 0,4-6-96 15,5-11-178-15,4-7-64 16,7-6-94-16,3-11-520 0</inkml:trace>
  <inkml:trace contextRef="#ctx0" brushRef="#br0" timeOffset="-149395.931">16273 17518 1843 0,'0'0'460'0,"0"0"-185"0,0 0 21 0,0 0 44 16,2 72-53-16,-4-50-44 0,1-1-98 15,1-5-98-15,1-4-47 0,10-5-11 16,3-5 11-16,4-2 21 0,5-7 10 16,1-7 19-16,1-5-31 15,1-6-19-15,-4-1 0 0,-3-2-24 16,-2 3-23-16,-5 1 6 0,-3 5 40 0,-6 4-37 16,-3 5 38-16,-5 0 6 0,-10 4-5 15,-5 4-2-15,-5 2-12 0,-3 0-3 0,-1 10 4 16,1 5 10-16,0 7-14 0,0 3 13 15,2 1-45-15,2 3 14 16,5-1-1-16,3-5-50 0,6-2-185 16,6-6-139-16,2-7-366 0,4-6-854 0</inkml:trace>
  <inkml:trace contextRef="#ctx0" brushRef="#br0" timeOffset="-149164.847">16750 16966 1155 0,'0'0'1642'0,"0"0"-1184"16,0 0-333-16,0 0 40 0,0 0 25 0,0 0 33 16,7 97 10-16,-7-54-75 15,0 5-28-15,0 4 22 0,0 4 51 0,-3 7-90 16,-1 1-43-16,1 2-18 16,-1-3-52-16,1-1-26 0,0-8-48 15,3-8-23-15,0-9-60 0,3-8 0 16,1-11-14-16,2-6-46 0,-2-7-50 0,-1-5-61 15,-1 0-131-15,-2-2-84 0,0-13-570 0</inkml:trace>
  <inkml:trace contextRef="#ctx0" brushRef="#br0" timeOffset="-148970.419">16495 17351 3325 0,'0'0'566'16,"0"0"-342"-16,0 0-174 15,0 0 3-15,0 0-4 0,0 0 104 0,0 0 60 16,0 0-96-16,96 24-59 0,-61-24-15 0,1 0-43 16,0-2-18-16,2-4-93 15,0 1-49-15,-3-1-85 0,0 2-68 16,-4-1-131-16,-5 2-275 0,5 1-763 0</inkml:trace>
  <inkml:trace contextRef="#ctx0" brushRef="#br0" timeOffset="-148639.978">17120 17367 2236 0,'0'0'1123'0,"0"0"-977"15,-28 73-144-15,23-45 58 0,2 3 155 16,3-4 36-16,2-6-106 0,12-6-95 0,6-8-48 16,6-3 11-16,5-4 36 0,3-9-8 15,5-7-10-15,3-8-10 0,3-2-14 16,-2-5-7-16,0 1-106 0,-4 2 19 0,-4 2-7 15,-7 3 15-15,-5 3 19 16,-8 4-2-16,-7 3 40 0,-5 1 22 16,-3 3 69-16,-12 2-10 0,-6 1 33 0,-5 6-14 15,-3 0 9-15,0 9 16 0,-4 9-10 16,3 7-31-16,-1 4-19 0,2 9-18 16,0 3-13-16,5 3 10 0,1 1-1 15,7 0-19-15,2-4-2 0,8-4-9 0,3-6-43 16,3-6-10-16,8-6-31 0,6-6-25 15,0-4 28-15,3-7 21 0,1-2-66 16,2-2-98-16,-2-10-131 0,-5 2-279 16,6-8-608-16</inkml:trace>
  <inkml:trace contextRef="#ctx0" brushRef="#br0" timeOffset="-148128.567">18020 17365 2209 0,'0'0'524'0,"0"0"-347"0,0 0 25 0,0 75 142 16,-2-46-71-16,-4 1-91 0,2-2-85 15,0-5-33-15,2-4-33 0,2-3-31 16,0-6-28-16,0-3-42 0,3-5 43 15,3-2 27-15,1 0 1 0,5-12-1 0,4-3-13 16,2-7-21 0,1-3 3-16,3-1-7 0,-1 1 16 15,0 4 9-15,-1 5-6 0,-4 5 13 0,2 5 6 16,-5 5 50-16,-1 1 26 0,-5 5-7 16,0 7 10-16,-4 3 9 0,-3 3-4 0,0 3 3 15,0 1 9-15,-9 0-9 16,2 0-4-16,0-2-6 0,-1-3-40 15,3-4-28-15,1-4-9 0,2-3-28 0,2-3-5 16,0-3-51-16,0 0-120 0,3-9-64 16,7-6 76-16,3-6-63 0,3-8-206 15,0 4-538-15,8-24-725 0</inkml:trace>
  <inkml:trace contextRef="#ctx0" brushRef="#br0" timeOffset="-147895.48">18744 16787 3164 0,'0'0'423'0,"0"0"-420"0,0 0-1 16,0 0-2-16,-17 78 159 0,9-38 70 0,-4 7 31 15,4 3-98-15,0 4-7 0,5 0 39 16,0 1-38-16,3-1-64 0,0 0-34 16,8-1-31-16,0-3-27 0,5-3-31 15,0-5-27-15,4-5-12 0,1-6 14 0,2-5 23 16,-1-5 2-16,3-4-21 15,-2-6-62-15,-4-5-31 0,-1-2-44 16,-5-4-45-16,-1-1-62 0,-5-7-75 0,-4-4-176 16,0 1-186-16,-13-11-623 0</inkml:trace>
  <inkml:trace contextRef="#ctx0" brushRef="#br0" timeOffset="-147695.112">18395 17327 2561 0,'0'0'518'0,"0"0"-288"0,0 0-103 0,0 0-57 15,0 0 15-15,0 0 92 0,0 0 90 0,79 10-38 16,-40-10-49 0,4 0-16-16,3 0-25 0,3 0-17 15,-1 0-51-15,3 0-59 0,-4-2-12 16,1 0-30-16,-3-1-53 0,0 0-74 16,-3 1-78-16,1 2-72 0,-4 0-156 0,-10 0-578 15,4 4-683-15</inkml:trace>
  <inkml:trace contextRef="#ctx0" brushRef="#br0" timeOffset="-147541.757">19515 17764 2410 0,'0'0'1048'0,"0"0"-861"0,0 0-142 0,0 0-17 16,0 0-28-16,0 0-17 0,0 0-211 15,0 0-155-15,0 0-212 16,-90 34-477-16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54:44.52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3032 4371 39 0,'0'0'193'0,"0"0"-63"0,0 0-81 16,0 0-20-16,0 0-3 0,0 0-24 16,0 0-2-16,0 0 0 0,0 0-48 15,23 32-47-15,-22-28-230 0</inkml:trace>
  <inkml:trace contextRef="#ctx0" brushRef="#br0" timeOffset="20236.374">3549 4207 293 0,'0'0'2479'16,"0"0"-1978"-16,0 0-158 0,0 0 25 16,0 0-36-16,0 0-87 0,0 0 1 15,0 0-4-15,2 66-83 16,6-25 17-16,1 13-3 0,0 12-76 0,-5 7-27 16,0 12-52-16,-2 7-6 0,-2 5 6 15,-3 6-18-15,-3-2-1 16,-4-2-17-16,-2-5 3 0,2-9-16 0,-1-10-14 15,3-14-22-15,1-12-2 0,6-13-28 0,1-13-4 16,0-8-81-16,0-10-137 0,6-5-78 16,4-3-37-16,1-12-201 0,2-8-415 0,-1 2-495 15</inkml:trace>
  <inkml:trace contextRef="#ctx0" brushRef="#br0" timeOffset="20412.312">3633 5035 1273 0,'0'0'1836'16,"0"0"-1413"-16,0 0-138 0,0 0-53 15,0 0 140-15,0 0-88 0,93-21-30 0,-62 18-74 16,3 3-12-16,5-2-28 0,6 0-55 16,0-2-64-16,5 0-21 0,0-4-9 15,-2-1-31-15,-1-2 1 0,-3-1-61 0,-5 1-77 16,-3-3-49-16,-2-1-62 0,-4 1-186 16,-12 2-289-16,2-7-785 0</inkml:trace>
  <inkml:trace contextRef="#ctx0" brushRef="#br0" timeOffset="20637.698">4280 4435 1793 0,'0'0'1438'0,"0"0"-1123"16,0 0-68-16,0 0-43 0,0 0 97 0,7 92 88 15,-4-59-61-15,4 5-87 0,0 3-125 16,0 4-40-16,4 3-19 0,-2 8-26 15,0 3 2-15,-1 4-15 0,-4 5-1 16,-1-1-17-16,2-1-15 0,-5 0-24 16,0-5-10-16,0-4-63 0,-4-10-28 15,3-4-27-15,1-10-88 0,0-5-223 16,5-13-558-16,4-4-651 0</inkml:trace>
  <inkml:trace contextRef="#ctx0" brushRef="#br0" timeOffset="20824.35">4905 5267 2406 0,'0'0'1644'0,"0"0"-1127"15,0 0-357-15,-22 73-40 16,5-46 82-16,-3 0 5 0,0 2-76 16,-5 1-82-16,4 1-49 0,2 0-3 15,2-1-70-15,4-2-150 0,0-1-39 0,4-4-99 16,2-4-112-16,4-5-315 0,3-9-536 0</inkml:trace>
  <inkml:trace contextRef="#ctx0" brushRef="#br0" timeOffset="21114.703">5433 4309 2568 0,'0'0'1315'0,"0"0"-1215"0,0 0-68 15,0 0 103-15,0 0 207 0,0 0-93 0,0 0 58 16,69 73-97-16,-49-20 3 0,3 19-40 16,-3 12-64-16,-7 16-61 0,-4 10-30 15,-4 3-16-15,-3 1 16 16,-2-3 4-16,0-7 17 0,0-5-39 0,0-7-35 0,0-9-14 15,1-9-29-15,5-6-22 0,2-16-27 16,2-10-4-16,1-18 0 0,2-17-73 16,4-14-72-16,2-22-153 0,-3 3-575 15,14-46-523-15</inkml:trace>
  <inkml:trace contextRef="#ctx0" brushRef="#br0" timeOffset="21403.15">6286 4765 3026 0,'0'0'1160'16,"0"0"-948"-16,0 0-150 0,-81 31 15 0,44-8 83 16,-8 5 83-16,-2 6-81 0,-1 2-80 15,-1 2-30-15,7 1-25 0,-1 2-27 16,7-1-31-16,1 0-24 0,2 1-9 16,6-4 12-16,2-1 6 15,9-4 16-15,5-3 2 0,5-3-9 16,6-3 27-16,0-1 8 0,13-3 4 0,3 2 12 15,8-2 13-15,7 0 31 0,5-1 0 16,4-3-3-16,5-1-9 16,1-2-13-16,0-3-18 0,-3 1-15 0,0-3-28 15,-8 1-5-15,-2-2-22 0,-6 3-98 0,-1-2-40 16,-5 0-69-16,-3 3-161 16,-5-3-304-16,2 0-812 0</inkml:trace>
  <inkml:trace contextRef="#ctx0" brushRef="#br0" timeOffset="22369.837">8319 5145 215 0,'0'0'1982'0,"0"0"-1320"0,0 0-207 16,0 0-27-16,0 0-94 0,0 0-63 15,-83-11-63-15,61 27-24 0,2 3-61 0,0 8-28 16,4 6-12-16,0 5-10 16,6 4-9-16,3-3-15 0,4-2-16 15,3-7-5-15,0-9-10 0,1-4-18 16,5-7-9-16,4-4-25 0,2-5-24 15,1-1 13-15,4-3-16 0,0-7-6 0,2-5-19 16,1-4-37-16,0-3 0 0,-1-4-3 16,0 0 46-16,-2 2 9 0,-2-3 18 15,0 5 16-15,-3 0 21 0,-1 4 13 0,-3 5-15 16,0 6 18 0,-2 2 31-16,4 5 35 0,-1 3 24 0,4 7 27 15,1 6-9-15,2 4-13 0,0 6-15 16,-3 2 2-16,0 0 4 0,-3 1 9 0,-1-6-50 15,-1-2-45-15,-1-8-3 0,-1-6-18 16,0-1-13-16,1-5-121 0,2-1-17 16,-5-1-65-16,3-8-151 0,-4-6-571 0,0 4-582 15</inkml:trace>
  <inkml:trace contextRef="#ctx0" brushRef="#br0" timeOffset="22586.66">8651 5079 1539 0,'0'0'449'15,"0"0"224"-15,0 0-239 0,0 0-7 0,89 55-14 16,-70-34-31-16,1 3-51 0,-4 2-54 16,-3 0-54-16,-4 2-86 0,-4-2-83 15,1 2-51-15,-5 1 8 0,-1-1-11 16,0 0-13-16,-3-3-11 16,-1-3-6-16,3-10-10 0,0-3 22 15,1-6 16-15,0-3 2 0,0 0-67 0,2-5 21 16,10-6 46-16,2-10-2 0,9-8-33 0,2-7-56 15,2-3-81-15,3-4-114 16,-1 5-203-16,-7 8-604 0,11-9-589 0</inkml:trace>
  <inkml:trace contextRef="#ctx0" brushRef="#br0" timeOffset="22885.041">9298 5206 3094 0,'0'0'802'0,"0"0"-584"0,0 0-128 16,0 0 38-16,0 0 5 15,0 0 71-15,0 0-14 0,0 0-89 0,79 4-49 16,-51-28-52-16,-1-1-75 0,3-2-63 16,-5-1 9-16,-2 3 33 0,-7 5 31 15,-5 6 19-15,-7 3 3 0,-4 4 41 0,-1 3-7 16,-12 2 9 0,-3 2 19-16,-5 9 6 0,-5 10 2 15,-5 6 4-15,0 6 31 0,-1 5 12 0,0 3-6 16,2 3-10-16,4 1-21 0,3 3-9 15,4-3 18-15,8-2 30 0,5-9 13 16,6-7-1-16,8-4 19 0,10-7-3 0,5-3-47 16,4-5-40-16,4-2-17 0,2-4-79 15,4 0-73-15,5-9-46 0,1-3-57 16,7-2-193-16,-11 3-594 0,25-7-912 0</inkml:trace>
  <inkml:trace contextRef="#ctx0" brushRef="#br0" timeOffset="23402.341">11576 4485 718 0,'0'0'652'0,"-23"100"762"0,7-37-879 0,-1 18-78 16,-4 13-67-1,2 6-61-15,-1 2-79 0,4 0-33 0,4-9-40 16,6-7-94-16,6-13-83 0,6-16-9 0,11-11-31 16,5-15-12-16,3-10 22 0,4-12 8 15,2-7-24-15,1-5-36 0,4-12-10 16,-2-8-65-16,-6-8-93 16,-4-3-203-16,-6-4-249 0,-10 10-629 15,-9-17-625-15</inkml:trace>
  <inkml:trace contextRef="#ctx0" brushRef="#br0" timeOffset="23585.701">11103 4876 378 0,'0'0'2358'15,"0"0"-1902"-15,0 0-116 0,0 0-27 0,0 0-14 0,0 0 15 16,0 0-52 0,67 66-44-16,-15-48 5 0,15 0-62 15,7-5-54-15,7-5-68 0,0-5-24 0,1-3-12 16,-3-4-3-16,-1-6-2 0,-8-6-46 15,-3-1-162-15,-7-2-34 0,-5 0-116 16,-6 0-318-16,-18 7-729 0,-2-5-1102 0</inkml:trace>
  <inkml:trace contextRef="#ctx0" brushRef="#br0" timeOffset="23952.822">12043 4984 965 0,'0'0'2064'15,"0"0"-1690"-15,-21 97-101 0,15-58 111 0,0 0 30 0,2-5-4 16,2-5-120-16,2-9-147 0,2-3-79 16,5-9-37-16,7 1-27 0,4-7-20 15,3-2 2-15,8-8-16 0,3-9-17 0,2-5-35 16,1-4-5-16,-2-3-4 0,-4-1-12 16,-2 4-9-16,-4 2-7 15,-7 4 2-15,-1 5-18 0,-7 10-13 16,-2 5 18-16,-1 4 55 0,-3 11 79 15,1 8 166-15,0 6-20 0,-3 3-28 16,0 2-7-16,0-1-30 0,1-5 14 16,4-4 3-16,1-7 34 0,4-5 8 0,2-5-15 0,5-1-30 15,3-6-32-15,4-2-17 16,2-9-16-16,2-7-12 0,-1-4-8 16,3-4-10-16,-4-2-31 0,0-1-5 0,-6-2-67 15,-1-2-56-15,-5 2-18 0,-2 2-31 16,-3 3-100-16,-1 5-263 0,-4 9-502 15,1 3-421-15</inkml:trace>
  <inkml:trace contextRef="#ctx0" brushRef="#br0" timeOffset="24253.336">12882 5136 1516 0,'0'0'1450'0,"0"0"-907"0,0 0-296 0,14 74-90 0,-9-52 23 16,-1-1 72-16,-1-7-23 0,4-2-66 15,2-2-34 1,1-4-12-16,3-3-7 0,7-3-31 16,3 0-24-16,6-7-55 0,1-6-3 15,0-2-76-15,-1-3-16 0,-4-1 6 0,-1-1 13 16,-4 0 17-16,-5 3 7 0,-4-1 18 16,-6-1 16-16,-5 1 18 0,0 1 13 15,-8 1 15-15,-6 5 30 0,0 2 1 0,-5 5-1 16,3 3-15-16,-3 1-16 0,-2 5-12 15,0 6 4-15,-2 1-5 0,2 5-14 16,-2 1-15-16,4 1-19 0,-1-1-21 16,4 0-95-16,0-1-56 0,2-2-64 0,4-1-168 15,3 1-279-15,2-3-567 0,2-5-253 16</inkml:trace>
  <inkml:trace contextRef="#ctx0" brushRef="#br0" timeOffset="24789.921">14961 4941 2285 0,'0'0'812'15,"0"0"-423"-15,0 0-164 16,0 0-175-16,0 0 26 0,0 0 56 16,0 0 10-16,0 0-46 0,0 0-43 0,-87 49-6 15,70-21-4-15,3-1 7 0,3 3 6 16,2-2-7-16,5-3-9 0,4-3-24 16,4-5 2-16,8 0-17 0,5-3-1 15,8 2-2-15,3-1-1 0,3 4-12 16,3-1 15-16,-2 1 0 0,1 2 1 15,-4-1 48-15,-5 3 37 0,-2 1 16 16,-9-5-35-16,-1 0-8 0,-5-1 5 0,-6-1-9 16,-1-3-6-16,-3 1 3 0,-8-2-16 0,-5-1-36 15,-4-2-1 1,-2-3-75-16,0-4-16 0,1-3-45 0,2-1-48 16,6-9-25-16,4-6-54 0,6-5-163 15,3-9-278-15,0 6-679 0</inkml:trace>
  <inkml:trace contextRef="#ctx0" brushRef="#br0" timeOffset="25123.283">15477 5130 62 0,'0'0'3034'0,"0"0"-2525"0,0 0-143 16,6 77 12-16,-6-48 5 0,-6-1 34 15,-3-4-141-15,1-5-139 0,2-6-106 0,3-3-31 16,2-6-30-16,1-2 6 15,0-2 0-15,0 0-58 16,6 0-61-16,3-5-10 0,3-5 13 0,4-2-35 16,0-5-96-16,2-1-116 0,-1-1-32 15,-3-1 17-15,-1-1 82 0,-3-1 79 16,-1 2 93-16,-2 1 148 0,0 7 122 0,-4 5 167 16,-1 7 34-16,-2 0-37 0,1 9-40 15,-1 8 30-15,2 9-27 16,-2 5-48-16,0 5 38 0,0 1 0 0,0 1-38 15,0-3-55-15,0-1-76 0,0-8-70 16,0-4-18-16,2-10-15 0,4-5-58 16,0-7-6-16,5-1-40 0,3-14-28 0,3-6-81 15,0-9-333-15,-1 3-874 16,1-17-1164-16</inkml:trace>
  <inkml:trace contextRef="#ctx0" brushRef="#br0" timeOffset="25485.056">15887 4501 1228 0,'0'0'1337'0,"0"0"-838"16,0 0-40-16,0 0 20 0,27 68-36 0,-17-30-39 15,-1 7-43-15,2 4-91 0,-2 4-106 16,-2 6-98-16,-1 1-63 0,-3-2-3 16,-2-1-48-16,-1-7-61 15,2-7 3-15,4-8 42 0,-1-8 12 0,6-6 19 0,1-4 3 16,-1-6-4-16,0-3-6 15,2-2 19-15,-1-1 19 0,0-2 2 0,2-1 1 16,0-1 1-16,0-1-2 0,-1 2-12 16,2 2-9-16,-2 1-1 15,-2 3 1-15,-1 3 9 0,-1-2 10 0,1 2-1 16,-3 1 1-16,-1 0 0 16,-2 0 1-16,-2-1 1 0,-2 0 15 0,0 0 30 15,0-2 1-15,-2 2-3 0,-3-6-16 0,-3 4-2 16,-2-4-25-16,-3-1-25 15,-1-3-60-15,-5-1-13 0,-2 0 1 16,-1-4-1-16,-1-6-16 0,1-4-89 0,-1-4-170 16,1-3-196-16,2-3-245 0,0-2-540 15,6 5 11-15</inkml:trace>
  <inkml:trace contextRef="#ctx0" brushRef="#br0" timeOffset="26270.608">16793 5276 946 0,'0'0'42'0,"0"0"983"0,0 0-553 16,0 0-46-16,0 0-90 0,0 0-62 15,0 0-12-15,0 0-42 0,0 0-28 0,0 0-46 16,0 0-16-16,-57 15-16 0,39 20-33 15,-3 6 2-15,-2 3 33 0,2-1 34 0,1-1-46 16,4-7-43-16,2-7-37 16,7-9-24-16,2-7-3 0,4-7-24 0,1-3-25 15,0-2-33-15,4 0-41 0,7-8 28 16,6-7 77-16,3-3-32 16,2-4-30-16,1-5-15 0,-2 2-26 0,-3 0-9 15,-3 3 5-15,-3 5-26 16,-3 3 3-16,-1 7 63 0,-1 2 50 0,-2 5-19 15,-1 0 7-15,0 7 50 0,2 9 139 0,1 3-29 16,-1 1-29 0,0 7 4-16,-2-1 4 0,1 3-5 0,-1 1 0 15,3 1 24-15,-3 0 28 0,-1 2 9 16,2 0-12-16,-4 1-42 0,1-2-29 16,-2 4-35-16,0 2-12 0,0 2 37 15,-6 3 3-15,-2 3-6 0,-1 0 9 16,-3-1 21-16,-1 1-15 0,-3-3-15 0,0-2-10 15,-3-4-21-15,2-4-18 0,-2-3 2 16,1-5-1-16,0-8 0 0,1-4-1 0,-1-5-51 16,0-8-34-16,-2 0-16 15,2-16-2-15,1-6-10 0,6-12-25 0,2-17-58 16,9-10-200-16,0 8-368 0,13-44-872 16</inkml:trace>
  <inkml:trace contextRef="#ctx0" brushRef="#br0" timeOffset="26511.695">17342 5273 1785 0,'0'0'516'0,"-1"69"270"16,-5-26-210-16,0 8-94 16,-4 13-106-16,5 3-22 0,-1 2-73 15,1 2-99-15,4 4-78 0,1-2-53 16,0 4-42-16,0 0-9 0,0-2-60 15,0-6-25-15,0-11-61 0,0-9 36 0,0-12 18 16,1-13 22-16,5-7 3 0,-3-8 5 16,2-8-39-16,0-1-69 0,4-9-140 15,-2-9-174-15,3-9-222 16,0-8-285-16,-3-7-311 0,-4 11 614 0</inkml:trace>
  <inkml:trace contextRef="#ctx0" brushRef="#br0" timeOffset="26719.254">17243 5392 821 0,'0'0'270'0,"0"0"1617"0,0 0-1535 16,0 0-142-16,0 0-43 0,20-70-6 16,3 64 75-16,9 1 4 0,5 3-88 0,5 2-41 15,2 2-40-15,-2 7-16 0,-4 2-15 16,-6 3-3-16,-6 4-12 0,-10 4-25 16,-8 0-71-16,-8 5-24 0,-4-1-10 15,-13 3 0-15,-9 2 24 0,-9 2 7 16,-3-2 2-16,-2-4-25 15,1 0-41-15,5-9-16 0,6-4-16 0,8-9-52 16,9-5-187-16,6-5-406 0,4-4-1046 16,5-18 1773-16</inkml:trace>
  <inkml:trace contextRef="#ctx0" brushRef="#br0" timeOffset="27361.313">17844 5325 2812 0,'0'0'519'15,"0"0"-284"-15,0 0-77 0,0 0 44 0,0 0 33 0,0 0-26 16,-77 36-45-16,57-17-59 0,1-1-19 15,5 1-18-15,3-2-22 0,5 0-12 16,4-4 5-16,2-2-20 0,8 2-17 16,6-1 16-16,6-1-8 0,3 2-10 15,3-1-2-15,3 0-10 0,-1 1 0 16,-3-1-4-16,1 1 13 0,-6-1-15 16,-4 0 3-16,-1 0-1 0,-5-2 13 15,-6 2 3-15,-2-2 13 0,-2 0 1 16,-2 1-14-16,-7-1-22 0,-5-1-5 15,-2-4 5-15,-1 0 1 0,0-3-59 0,-2-2-53 16,1 0-83-16,0 0-115 0,-1-6-215 16,8 3-471-16,-6-8-545 0</inkml:trace>
  <inkml:trace contextRef="#ctx0" brushRef="#br0" timeOffset="27852.729">19497 5279 798 0,'0'0'2014'0,"0"0"-1546"16,0 0 17-16,0 0-151 0,0 0-13 0,0 0-121 16,0 0-52-16,0 0-22 0,0 0-50 15,-77 97-17-15,66-55 8 0,5 0 3 16,3-7-30-16,3-6-37 0,5-6-3 15,9-7-2-15,5-5-32 0,5-6-9 16,5-5-33-16,4-1-34 0,0-14-3 16,2-5 8-16,-2-3-21 0,-2-1-13 0,-4-2 2 15,-3 2 0-15,-4 0-4 16,-7 0-28-16,-5 1 33 0,-7 2 136 16,-1 1 10-16,-9 0 62 0,-8 4-22 15,-2 2 41-15,-4 2 86 0,3 6-53 16,3 1-65-16,-2 5-46 0,3 0-13 0,1 9-44 15,1-1 1-15,0 3-23 0,5 1-40 16,1-4-165-16,3 3-245 0,4-6-736 16,1 1-663-16</inkml:trace>
  <inkml:trace contextRef="#ctx0" brushRef="#br0" timeOffset="27978.025">20044 5322 1646 0,'0'0'1849'16,"0"0"-1457"-16,76-1-190 0,-45-11-65 0,5-3-84 15,0-7-53-15,0-2-56 0,0-5-148 16,-3-1-98-16,-2 1-142 0,-8 7-517 0,0-13-785 0</inkml:trace>
  <inkml:trace contextRef="#ctx0" brushRef="#br0" timeOffset="28238.908">20171 4874 388 0,'0'0'1000'0,"0"0"156"16,0 0-757-16,-47 66-50 0,40-36-35 15,2 2 17-15,5 4 23 0,0 5-29 16,2 3-82-16,5 3-71 0,1 5-47 0,-2 2-46 16,-3 2-46-16,-1 4-33 0,-2 4-12 15,0 0 0-15,-5 2-3 0,-1-2-3 16,-2-1-10-16,1-1-27 16,-1-3-27-16,1-3-7 0,0-2 0 0,3-6 0 15,0-4 25-15,1-3 27 0,0-9 35 16,0-7 2-16,1-6 0 0,-1-9-23 0,0-6-79 15,-1-4-49-15,0 0-23 0,0-4 34 16,-4-9-75-16,-2-6 51 0,0-11 9 16,3-10-287-16,4-7-601 0,2 8-400 15,1-32 869-15</inkml:trace>
  <inkml:trace contextRef="#ctx0" brushRef="#br0" timeOffset="28558.244">21752 4711 2443 0,'0'0'1874'16,"0"0"-1530"-16,0 0-274 16,-69 69-51-16,33-30 2 0,-6 3 108 15,-4 7 201-15,1 7-102 0,2 3-116 0,1 7-30 16,5 3-12-16,1 6-13 0,8 0-27 0,3 1-12 15,7-2-18-15,10-6-2 0,6-7 2 16,4-10 18-16,12-7-16 0,6-6 23 16,6-11-24-16,3-3-1 0,3-6 11 15,2-8-11-15,2-8-55 0,-1-4-26 0,0-14-56 16,-1-8-32-16,-6-7-29 16,-5-7-34-16,-8-4-139 0,-9-5-229 15,-6-2-421-15,-10-4-360 0,-10 2 54 16,-7 0 1076-16,4 13 251 0,-21-1 0 0</inkml:trace>
  <inkml:trace contextRef="#ctx0" brushRef="#br0" timeOffset="28682.996">21350 5276 878 0,'0'0'205'16,"0"0"1907"-16,0 0-1509 0,0 0-133 16,-79 49-178-16,79-38-9 0,6 1 62 0,17 1-53 15,11-1-13-15,11 0-80 0,13-3-60 16,7-6-73-16,5-3-60 0,1-6-6 16,-2-9-57-16,-6-2-73 15,-8-3-63-15,-9 1-40 0,-12 1-52 0,-9 1-208 16,-9 5-649-16,-12 0-580 0</inkml:trace>
  <inkml:trace contextRef="#ctx0" brushRef="#br0" timeOffset="28819.185">21781 5367 401 0,'0'0'2997'0,"0"0"-2520"0,-14 78-278 16,11-42-18-16,0 6 76 0,-3 2 76 16,2 5 28-16,-2-4-130 15,0 5-134-15,0-2-97 0,-2 4-28 0,2 4-126 16,0-1 1-16,1 1 1 0,0-4-78 15,-2-3-99-15,1-13-378 0,-4 16-1037 0</inkml:trace>
  <inkml:trace contextRef="#ctx0" brushRef="#br0" timeOffset="29749.654">2192 7422 1471 0,'0'0'2316'0,"0"0"-1973"16,0 0-268-16,0 0 31 15,0 0 24-15,0 0 126 0,0 0 5 0,105 14-35 16,-59-14-46-16,3 0-71 0,-2 0-45 15,4 0-61-15,-5 0-3 0,-1 0 0 16,-4-5-24-16,-1-1 5 0,-5-2-23 0,-7-1-86 16,-2 2-33-16,-8-1-38 0,-3 3-64 15,-4 1-239-15,-6 4-568 0,-4 0-564 16</inkml:trace>
  <inkml:trace contextRef="#ctx0" brushRef="#br0" timeOffset="30044.303">2562 7550 277 0,'0'0'1896'0,"0"0"-1382"0,0 0-235 16,0 0 32-16,0 0 73 0,0 0-44 16,-58 68-77-16,50-45-55 0,0 1-60 15,1 3-49-15,2 3-10 0,0 4 12 16,1 3 40-16,-1 5-13 0,2 4-40 16,1 4-33-16,-1 4-9 0,0 8-1 15,-1 4-23-15,-1 3 5 0,4-1-24 16,-2 2 8-16,3-8-11 0,0-3-12 15,11-10 9-15,2-7-18 0,7-6-7 16,4-4 27-16,8-3 0 0,3-5 1 16,1-5-1-16,3-2 0 0,2-5 1 0,-1-5 1 15,2-2-1-15,0 1-1 16,-1-5-17-16,1 0-3 0,-3-1-73 16,1 0-47-16,-2 0-30 0,-2-1-31 15,-3-2-97-15,-1-4-216 0,-3-2-441 0,-8 2-430 0</inkml:trace>
  <inkml:trace contextRef="#ctx0" brushRef="#br0" timeOffset="30545.102">3445 7552 336 0,'0'0'2215'0,"0"0"-1620"0,0 0-150 16,35 78-1-16,-26-31-100 16,0 8-41-16,-1 6-79 0,-2 7-22 15,-2 3-22-15,-1 5-50 0,-3 2-42 16,0 2-18-16,0-1-30 0,-3 0-40 15,-3-7-10-15,-1-8-62 0,2-10-7 0,3-11 6 16,-1-12-9-16,3-11 9 0,0-7-52 16,0-6-111-16,0-5-56 0,4-2-83 15,-3-1-62-15,4-10-144 0,-1-6 3 0,1-5-34 16,-1-7-139-16,2-3 148 16,1-3 68-16,-4 1 535 0,1 3 88 15,2 6 339-15,1 4 235 0,3 9 79 16,2 5-116-16,1 5-102 0,7 2-77 15,0 0-75-15,7 5-64 0,1 2-65 0,5 0-57 16,0 1-62-16,3 0-25 0,0-6-13 16,0 1 1-16,-4-3-22 0,1 0-37 0,-4-7-23 15,-2-1-4-15,-1-3-113 0,-3-3-55 16,-4-2-29-16,0-1-37 0,-5-4-183 16,-3-2-345-16,-5 5-618 15,-4-12-555-15</inkml:trace>
  <inkml:trace contextRef="#ctx0" brushRef="#br0" timeOffset="30735.907">3983 7803 711 0,'0'0'244'15,"0"0"1046"-15,0 0-838 0,0 0-137 0,0 0-8 0,0 0 115 16,0 0-91-16,0 0-107 0,0 0-7 16,0 0-22-16,19 96 23 0,-14-46-8 15,3 4-54-15,-3 6-59 0,0-1-45 0,-4 1-36 16,-1 0-16-16,0-1-12 0,-1 0-31 15,-6-1-69-15,-2-4-19 16,2-2-25-16,-1-4-58 0,0-2-67 0,4-6-243 16,2-5-457-16,2-10-514 0,0-11 7 0</inkml:trace>
  <inkml:trace contextRef="#ctx0" brushRef="#br0" timeOffset="30935.967">4598 8397 2074 0,'0'0'1333'16,"0"0"-1076"-16,0 0-118 0,0 0 46 15,0 0 94-15,-1 82-3 0,-6-51-72 0,-5 4-134 0,-1 5-70 16,0 1-15-16,-1 1-40 16,1-2-28-16,1-4-121 0,1-5-48 15,2-9-109-15,2-6-292 0,0-8-513 16,2-5-779-16</inkml:trace>
  <inkml:trace contextRef="#ctx0" brushRef="#br0" timeOffset="31305.859">5064 7446 493 0,'0'0'388'0,"0"0"930"0,0 0-592 0,0 0-82 15,13 89-92-15,-9-43-130 0,2 8-86 16,1 5-16 0,0 7-88-16,-1 2-96 0,0 4-15 0,0 6-27 0,-3-1-46 15,-2 1-23-15,-1-2-25 0,0-3-3 16,0-4-67 0,-6-7-36-16,0-7-30 0,2-9-40 0,1-10-53 15,3-10-76-15,3-14-102 0,10-9-263 0,-2-3-452 16,14-30-663-16</inkml:trace>
  <inkml:trace contextRef="#ctx0" brushRef="#br0" timeOffset="31560.25">5603 7840 1129 0,'0'0'2118'16,"0"0"-1588"-1,-90 41-407-15,50-20-108 0,-6 7 10 0,0 2 95 16,3 1 61-16,4 2-38 0,4-1-102 0,8 0-27 15,4 1-14-15,5-1-12 0,4-2-22 16,7 0-16-16,5-1 11 0,2-8 39 16,5 1 18-16,5-1 1 0,7-1-4 15,3 0 23-15,5 0-10 0,4 1-4 16,4-3 1-16,2 1-22 16,3-6 10-16,0 0-13 0,-1-3-3 0,-1-3-72 15,0-2-24-15,-6-5-47 0,-1 0-100 16,-6-5-186-16,-4-2-533 0,-3-10-688 0</inkml:trace>
  <inkml:trace contextRef="#ctx0" brushRef="#br0" timeOffset="32009.477">6174 7538 3377 0,'0'0'695'16,"0"0"-555"-16,0 0-138 0,0 0 14 0,0 0 18 16,0 0 69-16,89-41-10 0,-71 34-34 15,4 0-10-15,1 2-12 0,2-1-23 16,-2 1-14-16,-2 5 0 0,-2 0 10 16,-2 8 30-16,-2 7 0 0,-1 4-6 15,-1 5-1-15,-4 6-30 0,-1 6-1 16,-2 0-2-16,0 1-14 0,0 4-7 15,2-1 20-15,-2 1 0 0,0 1-3 16,1 3 3-16,-1-1 0 0,-2 3 1 0,0 0 0 16,-2 2 0-16,1 1 1 0,-3 3 15 15,0 0-13-15,0-3 18 16,-3-2 13-16,0-5 3 0,0-3-19 0,-1-4-5 0,3-3-13 16,-2-3-2-16,1-4 2 15,-1-5-2-15,-1-4-11 0,1-4-17 16,0-2-29-16,0-4 7 0,-4 0-6 15,1-1-7-15,-1 0 12 0,-2-3 19 0,-3-2-15 16,-3-1-41-16,-1 0-40 0,0-4-36 16,-2-6-35-16,-1-5-49 0,2-3-99 15,-2-7-216-15,6-1-195 0,3-8-470 0,1 10 1015 16,8-18-177-16</inkml:trace>
  <inkml:trace contextRef="#ctx0" brushRef="#br0" timeOffset="32228.024">7096 7985 2433 0,'0'0'1663'0,"0"0"-1346"0,0 0-144 0,89 7-40 15,-61-5-13-15,-1 1-19 0,-1-1 0 0,0 0-61 16,0 1-30-16,2 1-10 0,0 1-64 15,1-3-93-15,-3 2-70 0,-3-1-42 16,-5 1-200-16,-9-1-645 0,-8 6-1144 0</inkml:trace>
  <inkml:trace contextRef="#ctx0" brushRef="#br0" timeOffset="32386.188">7104 8328 2583 0,'0'0'1332'0,"0"0"-1203"16,0 0-129-16,0 0-8 0,78 7 8 0,-53-5 161 16,2 0-3-16,3 1-86 0,2 2-72 15,6-1-22-15,1 5-74 0,-1-1-144 16,-10-2-316-16,8 2-1032 0</inkml:trace>
  <inkml:trace contextRef="#ctx0" brushRef="#br0" timeOffset="33102.925">9698 7330 1482 0,'0'0'97'15,"0"0"1082"-15,0 0-768 0,0 0-41 16,0 0-73-16,0 0-36 16,0 0 7-16,12 66-61 0,-41-35-81 15,-14 8-86-15,-6 2-37 0,-5 5 37 16,-2 1 25-16,0 2 2 0,2-1-5 0,3-1-20 15,2 2-23-15,3-4-4 0,7-2-12 16,4-5-1-16,8-3-2 0,7-4 1 16,4-6-1-16,6-4 2 0,3-5 10 15,4 0-9-15,3-3-2 16,5 4 0-16,9 3 2 0,3 3 9 0,5 7-9 16,5 1 24-16,5 2-5 0,2 0 8 15,1 1-27-15,6-2-3 0,0 1 2 16,2-2-2-16,2-5-2 0,-5-2-16 15,2 0 15-15,-5-3-19 0,-2-3 10 0,-3-2-21 16,-5 0-105-16,-8 2-86 0,-3 1-91 16,-9-6-339-16,-7 17-1405 0</inkml:trace>
  <inkml:trace contextRef="#ctx0" brushRef="#br0" timeOffset="33877.527">10245 7563 339 0,'0'0'372'0,"0"0"1468"15,0 0-1316-15,0 0-201 0,0 0 41 16,0 0-39-16,0 0-30 0,105 48-38 0,-70-35-73 15,-2-6-76-15,0 0-38 0,0-2-18 16,-1-4-21-16,-2 1-29 0,0-2 0 16,-1 0-2-16,-3-4-14 0,-3-3-102 0,-3 1-138 15,-7-1-86-15,-4-2-274 0,-5 6-629 16,-4-1-490-16</inkml:trace>
  <inkml:trace contextRef="#ctx0" brushRef="#br0" timeOffset="34147.5">10371 7582 408 0,'0'0'251'15,"0"0"1358"-15,0 0-1054 0,0 0-158 16,0 0-132-16,0 0-69 0,0 0 22 0,0 0-26 16,-4 84-61-16,3-54-57 0,-5 1-21 15,3 3 0-15,0 5 3 0,-1 2-7 16,4 1 16-16,-2 0 9 0,2-4-12 15,2-4-13-15,7-7-6 0,2-5-6 0,5-5 6 16,4-1-7-16,3-4-8 0,-1-3-13 16,2-3-12-16,1-1-3 0,-1-3-35 15,2-2-45-15,-3 0-21 0,3 0-35 16,0-4-43-16,0-4-57 0,1-2-198 16,-5 1-560-16,9-6-975 0</inkml:trace>
  <inkml:trace contextRef="#ctx0" brushRef="#br0" timeOffset="35037.784">10919 7209 473 0,'0'0'345'0,"0"0"1301"0,0 0-1140 15,0 0-69-15,0 0-60 0,0 0-43 16,0 0-73-16,0 0-10 0,88 72-58 16,-75-38-52-16,-1 8-15 0,-4 8-10 0,1 9 2 15,-3 3-2-15,-3 4-22 0,-2 0-31 16,2-4 4-16,-3 1 3 0,0-7-22 0,0-2-15 16,-6-2-18-1,0-7-3-15,0-5-11 0,-2-3-1 0,4-7-3 16,-1-8-21-16,2-7 0 0,3-4 9 0,-1-3-9 15,1-4-16-15,0-4-26 16,0 0 5-16,0 0-11 0,0-2-29 0,4-4 4 16,4-5 27-16,3-5 52 0,1-5-25 15,-1-3 4-15,0-4-25 0,0 3 2 16,-1 0 4-16,1 2 22 0,-2-1-16 16,4 5-22-16,-2 0-9 15,0 2 28-15,1 1 18 0,0 4 15 0,0 1 0 16,-1 4 7-16,1 3 15 0,-2 2 29 15,-2 2-8-15,1 0-5 0,-2 7 15 16,2 2 9-16,-2 3 18 0,-1 1-9 16,0 5-18-16,-2 0-10 0,-1 1-5 0,-3 1-14 15,4 2 12-15,-4 0-14 0,1-1-12 0,-1 1-4 16,2-2-63 0,-1-1-41-16,1-2-44 0,1-1-121 0,1-6-266 0,2-2-198 15,8-5-630-15</inkml:trace>
  <inkml:trace contextRef="#ctx0" brushRef="#br0" timeOffset="35317.124">11699 7972 290 0,'0'0'2273'16,"0"0"-1868"-16,0 0-161 0,0 0-18 0,16 85 25 15,-15-53 35-15,-1 3-60 0,0 0-111 16,-3 3-59-16,-1 0-54 0,0 1-2 16,-2-3-14-1,0-2-30-15,-2-4-74 0,2-4-68 0,4-8-65 16,2-7-94-16,0-5-122 0,3-6-158 0,6-4-550 15,4-21 26-15</inkml:trace>
  <inkml:trace contextRef="#ctx0" brushRef="#br0" timeOffset="35894.435">12060 7302 2699 0,'0'0'1051'16,"0"0"-822"-16,0 0-195 16,0 0 99-16,0 0 159 0,0 0 81 15,24 67-97-15,-16-28-127 0,-1 9-70 0,-1 9-3 16,-1 6-12-16,-4 3 27 0,-1 5-9 16,0-2-61-16,-1 2-21 0,-7-6-15 15,0-4 0-15,-2-8 14 0,2-11-27 16,4-6-5-16,0-10 6 0,2-5 9 0,1-7-19 15,1-7-11-15,0-2-19 0,0-5-9 16,0 0-40-16,0-2-12 0,6-7 12 16,2-4 27-16,5-6 21 0,0-3-3 15,4-3-27-15,-2-5-125 0,-1 1 30 16,-1-1 49-16,-2 1 53 0,-2 3 40 16,0 1 51-16,0 3 35 0,1 3 43 15,-2 7 8-15,1 1 1 0,0 4 7 0,2 1-14 16,-2 2-2-16,0 1-10 15,-1 3 0-15,-1 0-6 0,-1 1-10 0,0 5-15 16,0-1 0-16,-1 2-9 16,0 3 18-16,-4 1-10 0,-1 2-8 0,0 1-17 15,0 0-11-15,-6 3-3 0,-3 1-12 16,0 1-16-16,-1 0-21 0,-2 0 0 16,2 0 3-16,3-1-4 0,-2-5 26 15,5-1 27-15,3-5 0 0,-1 4-3 16,2-5 3-16,0-1 19 0,0 1 12 0,5 0 0 15,1-1-19-15,2-1-11 0,-1 0 1 16,2 2 1-16,2-1 0 0,-1 0-2 0,-1 0-1 16,4-1 0-16,-2 1-3 0,4-4-71 15,1 0-28-15,-1-1 16 0,3 0-26 16,-1-1-93-16,-1-2-255 16,1-3-231-16,-5 2-516 0,3-3-553 0</inkml:trace>
  <inkml:trace contextRef="#ctx0" brushRef="#br0" timeOffset="36840.661">12856 7522 52 0,'0'0'359'15,"0"0"114"-15,0 0 889 0,0 0-910 16,0 0-140-16,0 0-88 0,0 0-14 16,0 0-38-16,0 0-49 0,0 0-35 15,0 0-22-15,56 34-25 16,-40-33-16-16,0-1 0 0,6 0-9 15,-1-7-16-15,1-2-23 0,2 0-5 0,-5-1-16 16,-1 1-3-16,-6 3-1 0,-3 3 1 16,-5 2-19-16,-1 1 22 0,-3 1 31 0,0 5 13 15,0 8 81-15,0 2-37 0,-1 5-19 16,-1 3-12-16,1 2-13 16,1-2 0-16,0 2-2 0,4 1-30 15,6-2 20-15,-1 3 10 0,0-1 1 0,3 2 1 16,-3 2 0-16,1-2 12 0,0 2 61 15,-3-3-26-15,1-1-22 0,-2 0 0 0,-2-4 7 16,0-1-4 0,2-2 9-16,-3-2-7 0,1-2 7 0,-1-3 10 15,0-2 6-15,-2 0 3 0,2-4-9 16,-3-1-13-16,2-1-3 0,-2-3-3 16,0 2 0-16,0-3-10 0,-2 5 4 15,-5-5-22-15,0 6-18 0,-5-3 16 0,-1 3 1 16,-2-4-36-16,-1 1-22 0,-3-1-28 15,0-1-34-15,-1-2-56 0,-1-5-100 16,1-2-84-16,2-6-252 0,3 1-556 16,-5-6-93-16</inkml:trace>
  <inkml:trace contextRef="#ctx0" brushRef="#br0" timeOffset="38294.615">14270 7072 1182 0,'0'0'2'16,"0"0"1241"-16,0 0-833 0,0 0-115 0,0 0-94 16,0 0-42-16,0 0-10 0,16 89 9 15,-12-47-26-15,3 8-38 0,-1 8-5 16,1 9-15-16,0 4-8 0,-4 6 2 0,0 3 7 15,-3 3 30-15,0 2-40 16,-6-2-31-16,-4-4-6 0,-1-4-26 16,-1-4-2-16,-2-2-28 0,4-7-18 0,-2-7-38 15,2-7-18-15,4-6 15 0,2-7-13 0,3-9-3 16,1-4-20-16,0-7-47 0,5-2-105 16,3-6-123-16,3-1-100 15,1-5-202-15,-4 1-287 0,7-2 57 0</inkml:trace>
  <inkml:trace contextRef="#ctx0" brushRef="#br0" timeOffset="39122.968">15377 7049 176 0,'0'0'248'15,"0"0"1374"-15,0 0-875 0,0 0-215 0,0 0-180 0,0 0-22 16,0 0 83-16,0 0-142 0,0 0-53 16,0 0-74-16,65 98-37 0,-53-52-31 15,-4 8-21-15,-2 3-13 0,-5 4-2 0,-1-1-13 16,-1 1-26 0,-8 0-1-16,0-1-24 0,-4-1 21 0,3-6-37 15,0-5 7-15,0-11-1 0,7-8-2 16,0-9 2-16,3-9 1 0,0-3-13 15,0-4-27-15,3-2 6 0,4-2 8 16,3 0-5-16,3 0 46 0,3-11 15 16,0-3-16-16,3-3 17 0,-2-2-10 0,2-1 0 15,-1 0 9-15,-2 0 0 0,-4 6 0 0,2 3-12 16,-5 4-10-16,2 4-5 0,0 3 30 16,0 5 40-16,3 7-7 0,0 6-8 15,1 7-3-15,1 4 5 16,-2 4 16-16,0-1-3 0,-3-1-3 15,-2-2-7-15,-1-4-28 0,0-4-2 0,-2-4-12 16,2-3-3-16,-2-5-7 0,1-2-100 16,2-4-63-16,2-3-56 0,-1-3-319 0,-1-4-514 15,7-12-591-15</inkml:trace>
  <inkml:trace contextRef="#ctx0" brushRef="#br0" timeOffset="39403.032">16501 7456 696 0,'0'0'1892'0,"0"0"-1324"0,0 0-138 16,0 0-99-16,0 0-33 0,0 0-68 16,0 0-41-16,-82 65-32 0,59-34-35 15,2 5-27-15,3 5-9 0,2 2-13 0,1 3-12 16,4-1-9-16,-2-1-19 0,7-4-3 0,2-4 7 15,4-5-10-15,0-4-5 16,6-7-4-16,5-3-3 0,1-4-12 0,4-5-3 16,4-4 0-16,1-4-36 0,2 0-34 15,-1-9-22-15,2-5-36 0,-1-5-79 16,-8 2-67-16,1-2-150 16,-8 0-322-16,-2 3-566 0,-6-3-264 0</inkml:trace>
  <inkml:trace contextRef="#ctx0" brushRef="#br0" timeOffset="39556.414">16322 7753 1261 0,'0'0'713'0,"0"0"368"16,0 0-599-16,0 0-151 0,0 0-76 15,0 0-74-15,0 0-20 0,0 0 30 0,0 0-28 0,0 0-43 16,102 29-44-16,-61-30-33 0,0-6-43 16,3-9-52-1,-1 1-37-15,-3-4-58 0,1-2-59 0,-3 0-79 16,-10 4-293-16,9-7-741 0</inkml:trace>
  <inkml:trace contextRef="#ctx0" brushRef="#br0" timeOffset="39888.29">17025 7197 775 0,'0'0'0'0,"0"0"381"0,0 0 1043 0,0 0-893 16,16 64-117-16,-9-44-67 0,-1 3-73 16,1 2-38-1,1-1-16-15,1 3-63 0,-1 3-43 0,-1 2-13 16,-1 1-7-16,-2 8-5 0,-4 0-22 16,0 4-9-16,0 3-13 0,-4 3-14 15,-3 1-13-15,-1-1-3 0,-3-1-12 16,2-1-3-16,3-3-1 0,1-6-2 0,2-5-12 15,3-6 12-15,0-4-9 16,0-6-16-16,1-6-11 0,2-4-28 0,1-3-22 16,-1-3-20-16,0-3-26 0,0 0-40 15,2-4-56-15,1-7-152 0,-1-5-207 16,-1 1-427-16,-2-11-587 0</inkml:trace>
  <inkml:trace contextRef="#ctx0" brushRef="#br0" timeOffset="40062.391">17090 7774 427 0,'0'0'1406'0,"0"0"9"0,0 0-1094 16,0 0-144-16,0 0 62 0,0 0 93 0,0 0-13 15,87 17-55-15,-60-15-93 0,3-2-58 16,5-3-40-16,-1-5-36 0,1-4-37 16,0-2 0-16,-1 1-98 0,0-6-30 15,-4 1-46-15,-1 0-44 0,-4 0-73 16,-5 1-256-16,-6 0-483 0,0-1-551 0</inkml:trace>
  <inkml:trace contextRef="#ctx0" brushRef="#br0" timeOffset="40270.872">17492 7322 1552 0,'0'0'33'0,"0"0"918"0,0 0-706 15,0 0-68-15,0 0 57 0,0 0 132 16,0 0 40-16,19 71-67 0,-12-40-88 15,0 4-57-15,1 3-23 0,-1 3-27 16,-2 2-55-16,-2 0-47 0,-3 1-26 0,0 1-16 16,0-2-3-16,-7-2-19 0,-6-2-27 15,2-3-109-15,-4-1-57 0,4-6-35 16,1 1-41-16,1-5-231 0,6-8-518 16,3-3-756-16</inkml:trace>
  <inkml:trace contextRef="#ctx0" brushRef="#br0" timeOffset="40452.076">18111 7954 1170 0,'0'0'2031'16,"0"0"-1703"-16,0 0-173 16,0 0-38-16,-14 75 112 0,2-53 65 0,0 3-68 15,-4 0-136-15,2-2-90 0,-5 0-36 16,2 1-119-16,-2-2-40 0,3-2-94 15,0-1-200-15,5-6-672 0,-1-2-1106 0</inkml:trace>
  <inkml:trace contextRef="#ctx0" brushRef="#br0" timeOffset="41369.489">19014 7086 443 0,'0'0'388'15,"0"0"1066"-15,0 0-1018 0,0 0-60 0,0 0-92 16,0 0-68-16,0 0-8 16,0 0 31-16,19 69 5 0,-12-17-39 15,0 9-14-15,-1 12-13 0,-3 8 0 16,-3 3-1-16,0 2-28 0,0-4-19 15,0-3-24-15,0-4-60 0,-2-4-31 0,-1-9-15 16,-1-1-2-16,2-7-19 0,-3-5 3 0,2-7-19 16,-1-8-23-16,2-9 8 0,-1-6-6 15,3-8-8 1,0-5-26-16,0-6-11 0,0 0 8 0,6-2 13 16,3-11 42-16,5-8 18 0,2-8-60 0,4-9 20 15,-4-3-45-15,2-3-8 0,-3-6-5 16,-2 0 33-16,0 0-25 0,2-2 34 15,-2 1 53-15,0 0-34 0,-2 3 11 16,-1 5 16-16,0 5 32 0,-2 4 29 16,-3 12 56-16,1 6 34 0,0 7 5 15,-3 6-31-15,2 3-43 0,4 3-10 0,1 8 68 16,5 1-10-16,-1 7-15 0,0 1-6 0,-3 1-4 16,-3 1-18-1,-1-1-18-15,-5 1-37 0,-2-1-1 16,-2 0-11-16,-10 3-13 0,-6-1-79 0,-6 1-9 15,-4-2 24-15,-3 1 43 0,0-1 6 0,0-3-13 16,3-1 16-16,5-5 25 16,6-2 12-16,4-4 3 0,7-2 9 0,3 2-9 15,3-3 22-15,0 0 6 16,8 2 61-16,6 3-24 0,3 1-4 16,6 0 1-16,5 1-1 0,3 1-12 15,4 3-34-15,0-1 1 0,-1 1-1 0,-1 0-16 16,-2 2-2-16,-3-3-11 0,-2 2 10 15,-3-3-1-15,-3-3-10 0,-1-1-25 16,-2-5-43-16,1-1-48 0,1-3-29 0,-1 0-25 16,3-7-86-16,1-6-330 15,-4 4-644-15,6-13-987 0</inkml:trace>
  <inkml:trace contextRef="#ctx0" brushRef="#br0" timeOffset="41634.146">20315 7547 2689 0,'0'0'1160'15,"0"0"-933"-15,0 0-96 0,-56 71-28 16,33-36 89-16,-4 5 159 0,0 3-51 0,3 2-90 16,3 2-77-16,2-4-39 15,5-1-33-15,2-2-40 0,8-2-6 0,4-7 12 16,0-6 4-16,10-2-1 0,4-5-27 15,3-2-3-15,5-7-12 0,3-3-21 16,4-3-31-16,2-3-36 0,2-9-42 16,-1-4-41-16,-2-1-15 0,-4-3-29 15,-9-1-167-15,-6 2-251 0,-6 3-412 0,-6-5-259 0</inkml:trace>
  <inkml:trace contextRef="#ctx0" brushRef="#br0" timeOffset="41794.09">20075 7875 1311 0,'0'0'258'0,"0"0"1318"0,0 0-1207 0,0 0-103 16,0 0-40-16,0 0-3 0,0 0 32 16,0 0 0-16,0 0-28 0,0 0-80 0,119 43-62 15,-69-43-49-15,4-11-36 0,2-2-40 16,0-5-27-16,-5-3-15 0,-3-1-74 16,-6 0-47-16,-6-1-115 15,-5 3-315-15,-8 3-640 0,-3-3-1047 0</inkml:trace>
  <inkml:trace contextRef="#ctx0" brushRef="#br0" timeOffset="42644.245">21040 7203 665 0,'0'0'3'0,"0"0"69"16,0 0 1257-16,0 0-673 0,0 0-101 0,15 89-139 15,-15-45-50-15,0 8-61 0,0 4-39 16,0 5-60-16,-6 3-29 0,2 2-27 15,-1 2-40-15,0-3-53 0,-1-2-29 16,1-3-18-16,2-2-10 0,2-10-15 0,1-2 12 0,0-7-31 16,1-8-18-1,7-6-33-15,1-6-61 0,2-5-50 0,3-9-26 16,5-3-112-16,0-2-259 0,-3-4-614 0,8-15-670 0</inkml:trace>
  <inkml:trace contextRef="#ctx0" brushRef="#br0" timeOffset="42959.531">21663 7561 2103 0,'0'0'1098'0,"0"0"-932"16,0 0-134-16,0 0-30 0,-105 38 68 15,66-21 158-15,-1 2 144 0,-1 3-117 0,1 0-137 16,2 2-68-16,-2 0-33 0,3-1-17 15,0 1-1-15,1 1-14 0,5-3-13 16,6-5-3-16,7-2 29 0,7-7 2 16,8-1 3-16,3-1 16 0,0-2-18 0,5 6 20 15,4 1 7-15,6 1 12 0,1 3 7 16,7 2 5-16,2 1-12 0,3 0-6 16,1 0 6-16,-1 0-6 15,0-1-4-15,-1 2-17 0,0-1-13 0,-1-2-2 16,-2-2-26-16,1-2-86 0,-5-2-55 15,2-3-17-15,-2 0-66 0,-3-2-127 16,-5-2-344-16,4-3-878 0</inkml:trace>
  <inkml:trace contextRef="#ctx0" brushRef="#br0" timeOffset="43728.064">22365 7188 2538 0,'0'0'972'0,"0"0"-653"16,0 0-187-16,3 87-37 0,8-56 21 15,2 1 170-15,7-1-9 0,5-1-77 0,6-2-84 16,8 0-46-16,3 0-30 0,6-2-10 15,0 0 1-15,2-4-4 0,-2-1-2 16,0 0-25-16,1-4-2 0,-4-2-1 16,-4 0-9-16,-3-1 0 0,-8-2-6 0,-5-2 0 15,-5 0-4-15,-3 1-2 16,-8-1-4-16,-3 4 13 0,-5 2 12 16,-1-1-21-16,-13 8 23 0,-7 0 1 15,-6 5 18-15,-7 0-3 0,-4 5 1 16,-5 0-16-16,-6 2 0 0,1 3-28 0,-5 1-24 15,-3-2-95-15,1-1-55 0,1-4-73 16,3 0-181-16,12-12-559 16,-7 7-765-16</inkml:trace>
  <inkml:trace contextRef="#ctx0" brushRef="#br0" timeOffset="54652.676">6596 10451 676 0,'0'0'2663'16,"0"0"-2216"-1,0 0-230-15,0 0-53 0,0 0 171 0,0 0-18 16,95 14-96-16,-65-11-90 0,2-2-49 0,8-1 40 15,2 0-40-15,4-1-33 0,3-4-47 16,1-1-4-16,-5-4-7 16,-4 1 6-16,-7 2-57 0,-9-2-41 0,-8 4-69 15,-8 2-53-15,-5 1-90 0,-4 2-156 0,-6 0-205 16,-4 3-545-16,-17 8-386 0</inkml:trace>
  <inkml:trace contextRef="#ctx0" brushRef="#br0" timeOffset="54869.613">6600 10782 1565 0,'0'0'536'0,"0"0"473"0,0 0-617 0,0 0-130 16,0 0 5-16,0 0 24 16,0 0-95-16,0 0-8 0,0 0-13 15,0 0-10-15,87 24-28 0,-48-24-45 0,5 0-68 16,5 0 8-16,2-2-32 0,3-1-18 15,1 2-34-15,-1 0-39 0,-1 1-13 16,-2-4-39-16,2 3-57 0,-2 0-75 16,1-2-152-16,-1 2-265 0,-14 1-590 15,9-2-765-15</inkml:trace>
  <inkml:trace contextRef="#ctx0" brushRef="#br0" timeOffset="63394.378">24485 3782 957 0,'0'0'1362'0,"0"0"-848"0,0 0-271 0,0 0-76 16,0 0 68-16,0 0 94 0,0 0-45 0,0 0-57 15,0 0-81 1,0 0-66-16,-20-30-6 0,40 30-3 0,9 8-6 15,8-1 2-15,10 2-18 0,3 2-9 16,-1-2-24-16,-3-2-16 0,-3 1-19 16,-6-3-30-16,0 0-3 0,-6-1-22 15,-5-1-55-15,-3-1-78 0,-8 2-42 0,-6-4-129 16,-4 0-331-16,-5 0-827 0</inkml:trace>
  <inkml:trace contextRef="#ctx0" brushRef="#br0" timeOffset="63643.242">24594 3859 1254 0,'0'0'244'0,"0"0"380"0,0 0-365 15,0 0-114-15,0 0 94 0,-13 72 92 16,13-53-22 0,-1 2-55-16,1 6-87 0,-2 1-16 15,2 2-28-15,0 1 8 0,0-2-7 0,0 1-71 16,0-3-3-16,9-2-10 0,4 0 34 15,2-3-21-15,5-3-7 0,0-2-9 16,2-2 0-16,0-2-22 0,1-5-12 0,3 1-3 16,-4-3-14-16,4-4-69 0,-2 0-59 15,2-2 9-15,2 0-79 0,0-1-102 16,-6-2-294-16,10-8-777 0</inkml:trace>
  <inkml:trace contextRef="#ctx0" brushRef="#br0" timeOffset="64705.096">25329 3259 549 0,'0'0'150'0,"0"0"1257"15,0 0-1025-15,0 0-60 0,0 0 15 16,0 0 23-16,0 0-13 0,0 0-76 0,0 0-56 16,45 67 2-16,-38-45-72 0,1 7 57 15,-3 3-34-15,-1 3-30 0,-2 1-84 16,-2 3 1-16,0 1-55 0,0 2 0 0,-6 5 1 16,-4 6 17-16,1 0-15 0,-2 3-2 15,-4-2 3-15,4-1-4 16,-3-3-4-16,3 0 1 0,3-4-12 15,-1-6 12-15,3-5-21 0,4-4 21 0,0-7-31 16,2-3 19-16,0-4 0 0,0-6-52 16,0-3 24-16,3-3 10 0,1-3-19 15,-1-2-43-15,4 0 24 0,-1 0 28 0,1-6 16 16,4-4-13-16,-2-4 3 0,2-4-34 16,-3-3-40-16,4-3 3 15,-4-3-50-15,0 0 2 0,0-1 83 0,-1 2 49 16,-1 4 24-16,-1 1 19 15,0 4-17-15,0 3 24 0,-2 3 5 16,2 0-12-16,-1 4 3 0,-1 0-1 0,0 2 8 16,0 2 5-16,0 0 6 0,0 0 19 15,-1 0-3-15,-2 3-9 0,1 0-7 0,-1 0-9 16,1 0-28-16,-1 0 0 0,0 0-3 16,0 0-11-16,0 0 11 0,2 0 18 15,-1 0 4-15,3 0-21 16,2 2-1-16,2 3 0 0,-1 0 73 0,3 2-28 15,-2-2-44-15,1 1-1 0,-2-2 2 16,2 0 14-16,-3 0-15 0,-1 3-1 16,-2-1-2-16,0 1-20 0,-1 4 22 15,-1 0 0-15,-1 2 2 0,0 3-2 16,0 5-12-16,0-2 0 0,0 1 9 0,0 1 2 16,0 1 0-16,0-3-12 15,7-1 13-15,0-2 0 0,4-1 0 0,-1-4-1 16,1-1-14-16,2-5-66 15,3 1-30-15,1-3-54 0,6-3-145 0,3 0-304 0,-6-6-373 16,16-5-455-16</inkml:trace>
  <inkml:trace contextRef="#ctx0" brushRef="#br0" timeOffset="65294.609">26064 4042 759 0,'0'0'244'16,"0"0"1056"-16,0 0-944 0,0 0-105 15,0 0 11-15,-3 86 25 0,1-61-33 0,-3 1-18 16,2 2-82-16,0-1-45 0,0-1-21 16,2 3-48-16,-2-1-12 0,2-1 15 15,-3-3-40-15,4-3-3 0,0-3-40 16,4-5 37-16,3-3-106 0,2-2-62 0,-1-4-34 16,4 0-101-16,-1-4-127 0,0 0-165 15,-5-5-542-15,5-13-226 0</inkml:trace>
  <inkml:trace contextRef="#ctx0" brushRef="#br0" timeOffset="65976.735">26497 3418 398 0,'0'0'2162'16,"0"0"-1773"-16,0 0-101 0,0 0 43 0,0 0-12 16,50 78-77-16,-44-47-64 0,-3 5-63 15,-2 1-23-15,-1 5-21 0,-3 6 0 0,-4 1-21 16,-5 3-4-16,-2-1-16 0,0 2-30 16,-5-3-1-16,0-3-11 0,3-1 0 15,-1-8-13-15,6-1 1 16,-1-8 8-16,4-1 14 0,2-5-1 0,1-5-15 15,2-2-4-15,2-4 7 0,1-1 14 16,0-4-21-16,0-3 10 0,0 1-19 16,0-4-19-16,0-1 10 0,1 0 37 15,4-7 3-15,4 0-15 0,0-4-50 0,2-5 52 16,2-3-55-16,2-2 24 16,1 0-46-16,-1-2-16 0,-1 2 45 15,2 1 11-15,-3 1 44 0,0 5 6 0,-5 3 9 16,1 3 16-16,-4 3-25 0,-1 2 51 0,-3 2 12 15,-1 1 3-15,2 0-29 0,-2 0-37 16,0 0 2-16,0 5 27 0,1 3 15 16,0 2-41-16,-1 0 25 0,0 2-28 15,0-1-1 1,0 0-15-16,0 0 14 0,-1 0-23 16,-3-1-3-16,-3 2-37 0,1-3 6 0,-1 1-17 15,-4-1-3-15,0 0 7 0,-1-4 15 0,0 2 10 0,1-4 13 16,3-3 2-16,0 0 29 15,1 0 1-15,5 0 2 0,-1 0 12 16,1 0 29-16,2 0-41 0,0 0-15 16,0 0-34-16,0 0 49 0,3 0 26 0,1 4 2 15,3-2-26-15,2 3 14 0,-2 2 84 16,4 1-9-16,-2 2-40 0,3 2 12 16,-2 4 34-16,5-2-16 0,-2 3-50 15,4 2-3-15,1-2 3 16,0 1-29-16,3-2 21 0,2 0-23 0,-1-4-19 15,1-1-5-15,-1-2-60 0,-2-5-82 16,2-1-67-16,-2-3-35 0,0 0-290 0,-3 0-535 16,3-13-835-16</inkml:trace>
  <inkml:trace contextRef="#ctx0" brushRef="#br0" timeOffset="66511.21">26978 3942 310 0,'0'0'2355'15,"0"0"-1854"-15,0 0-233 0,0 0-122 0,0 0-16 16,0 0 14-16,0 0-21 0,0 0-123 15,99-25-41-15,-73 20-9 0,2-3 18 16,-2 0-12-16,-5 4-15 0,-1 0 14 16,-2 0 7-16,-5 4 13 0,-3-2 5 0,-2 2 20 0,-3-1 22 15,-2 1 19-15,-3 0-6 0,1 0 0 16,-1 0-7-16,0 0-9 16,0 0 9-16,2 0-28 0,-1 1-9 15,3 5 9-15,1 1 13 0,2 3-11 0,-2 5 57 16,1 3-11-16,0 3 8 15,0 6-6-15,-1 1-14 0,-2 4 20 16,-1 2-10-16,-1 1-2 0,-1-4-3 0,0 2 11 16,0-1-5-16,0-1-22 0,0-2-4 15,2 2 23-15,-2-5 2 0,1-1-27 0,-1-3 12 16,0-2-13-16,0 1 28 0,0-3-30 16,0-1 9-16,0-1-13 15,0 1 0-15,-1-1-12 0,-4-3-3 16,2-2 1-16,-3-3-19 0,1-2 17 15,-1-1-14-15,2 0-4 0,-2-2-5 0,-1-1-10 16,-2-1-16-16,2-1-3 0,-2 0 13 16,-2 0-25-16,-1-3-4 0,-5-2-34 15,1-5-83-15,-5 1-151 0,-4-4-204 16,6 2-484-16,-14-8-506 0</inkml:trace>
  <inkml:trace contextRef="#ctx0" brushRef="#br0" timeOffset="68310.753">27866 4071 1489 0,'0'0'1525'15,"0"0"-1265"-15,0 0-76 0,0 0-79 0,0 0 59 16,0 0 122-16,0 0-44 0,0 0-19 0,0 0-71 16,5 2-66-16,3 1-15 0,7 1-7 15,7 0-12-15,6 0-15 0,6-1-19 16,3-2-18-16,2-1-14 0,0 0-41 16,-4 0-7-16,-3 0-20 0,-6-3-38 15,-3 1-38-15,-5 0-44 16,-5-1-133-16,-2 1-234 0,-5-2-402 15,-3 1-535-15</inkml:trace>
  <inkml:trace contextRef="#ctx0" brushRef="#br0" timeOffset="68494.492">27947 4231 222 0,'0'0'2795'0,"0"0"-2387"0,0 0-271 16,0 0-52-16,0 0 83 0,0 0 45 15,0 0-46-15,0 0-77 0,89 8-87 16,-54-8-3-16,5 0-112 0,-4-3-64 0,-2-2-31 16,-5-2-145-16,-4 2-310 0,-9 1-745 15</inkml:trace>
  <inkml:trace contextRef="#ctx0" brushRef="#br0" timeOffset="68911.861">27191 3276 1337 0,'0'0'1584'0,"0"0"-1292"0,0 0-117 16,0 0-44-16,0 0 17 0,0 0 13 16,0 0-10-16,0 0-15 0,0 0-55 0,98 6-75 15,-67-2-6-15,-6-2-28 0,1 1 3 16,-7 0-37-16,1-2-40 0,-1-1-52 16,-2 0-76-16,3 0-190 0,-1-4-294 0,-1-1-673 15</inkml:trace>
  <inkml:trace contextRef="#ctx0" brushRef="#br0" timeOffset="69169.473">27742 3051 349 0,'0'0'587'15,"0"0"1031"-15,0 0-1093 0,0 0-155 16,0 0-73-16,0 0-45 0,0 0-85 15,0 0-58-15,0 0-19 0,0 0-22 16,0 0-9-16,-5 57 9 0,5-35-19 16,0 2-3-16,0 6-12 0,0-1-15 15,0 4-16-15,3 7-3 0,0 1-12 0,-1 2-3 16,0 0-16-16,-2 4-27 0,0-3-140 16,0 2-20-16,0-1-49 15,0-2-131-15,0-3-311 0,0-9-748 16,8 8 244-16</inkml:trace>
  <inkml:trace contextRef="#ctx0" brushRef="#br0" timeOffset="81799.873">28679 3319 1429 0,'0'0'1683'0,"0"0"-1361"15,0 0-119-15,0 0 33 0,0 0 13 16,0 0 22-16,0 0 10 0,0 0-5 15,0 0-53-15,34 75-53 0,-25-46-54 16,-2 7-46-16,-1 1-34 0,-2 9 6 0,-2 5-5 16,-1 6-13-16,-1 6 9 0,0 4-11 15,-3 1-10-15,-3 1-9 0,3 0-1 16,-3-6 10-16,4-2-12 0,0-7-3 0,1-4 0 16,1-5-21-1,0-2 11-15,0-6 11 0,0-3-1 0,0-5-12 16,0-3 13-16,0-8-13 0,0-5-3 15,0-6-3-15,1-3-22 0,1-2-20 16,0-2-4-16,3 0 3 0,1-8 64 0,2-3 0 16,7-6 0-16,1-6-10 0,2-6-14 15,2-6-1-15,1-4-23 0,0-2 17 16,-2 3 10-16,-2 2 9 0,0 1-3 0,-5 5 14 16,0 3 0-16,-2 4-16 0,-2 4 17 15,-2 3 16-15,0 3-4 16,0 6 6-16,-2 2-3 0,0 1 10 15,1 2-13-15,1 2-12 0,1 2-37 16,3 3 20-16,1 6 17 0,4 2 12 0,-4 5-12 16,2 3-1-16,0 4 1 15,-3 0 1-15,-2 4 2 0,-2-3 12 0,-1 2-15 0,-2 3-3 16,0-6 1-16,0-2-25 0,0-2-119 16,2-6-53-16,5-3-183 0,3-5-148 15,4-7-169-15,4 0-508 0,-3-7-468 16,8-14 1280-16</inkml:trace>
  <inkml:trace contextRef="#ctx0" brushRef="#br0" timeOffset="82452.267">29621 3385 957 0,'0'0'2174'0,"0"0"-1697"0,0 0-99 15,16 81-83-15,-12-44-32 0,3 10-16 16,-7 4-48-16,0 7-40 0,0 1-44 0,-1 5-20 15,-8 0-22-15,-1 2-28 16,-1-4-22-16,-1-4-23 0,1-3-1 16,0-8-2-16,5-8-18 0,3-9 19 0,0-7 1 15,3-7 1-15,0-8-12 0,0-3-3 16,0-3-55-16,0-2-40 0,3 0 22 16,0-4-3-16,3-6 48 0,2-4 18 15,0-4-2-15,1-7-4 0,1-2-9 16,-3-4 7-16,1-1-16 0,-4 3 18 0,0 1 13 15,3 5-7-15,1 2 24 0,-3 4 1 16,4 2 24-16,0 3-23 16,-1 3 0-16,3 3-1 0,-2 2 2 0,2 4-2 15,-3 0 1-15,0 0-1 0,1 4 24 16,-1 2 13-16,-2 2-12 0,-3 1-10 16,-1-2-15-16,-2 1-9 0,0 3-16 0,-5-1-9 15,-6 2 1 1,-1-2-4-16,-2 1-9 0,1-1-7 0,-1-3-27 15,5 1-6-15,1-2 11 0,2-1 29 0,3-1 9 16,0 1 15-16,2 1 19 16,-1-3 1-16,2 3 2 0,0-2 65 0,0 2 6 15,8 2-15-15,3 2 0 0,4 2 5 16,3-1-27-16,7 3 3 0,-1 0-3 0,4 1-13 16,1-1 4-16,-1-1-22 0,1-2-3 15,0 0-12-15,-2-3 9 16,1-1-111-16,-3-3-59 0,0-3-107 15,-2-1-311-15,-7 0-545 0,6-6-598 0</inkml:trace>
  <inkml:trace contextRef="#ctx0" brushRef="#br0" timeOffset="82981.362">30489 3327 661 0,'0'0'2555'15,"0"0"-2059"-15,0 0-160 0,0 84-67 16,0-41 34-16,0 7-41 0,-6 6-76 0,0 3-21 15,-2 1-56-15,2 1-36 0,-2 2-6 16,1-6-15 0,-3 0-28-16,4-7-21 0,-1-3 0 0,1-8-3 0,3-7-2 15,2-7 0-15,1-7-10 0,0-7-9 16,0-4-22-16,0-2-48 0,0-3-24 16,1-2-13-16,2 0 24 0,5-7 37 15,2-4 42-15,5-6-24 16,3-3-3-16,4-5-15 0,-2 3 5 0,-1 3 13 15,-2 1 6-15,-6 7 9 0,1 4 16 16,-4 6 18-16,0 1 19 0,0 0 18 16,-1 3 18-16,1 3 13 0,0 2-22 15,0 0 3-15,1 0-18 0,-3 3-10 0,2-1-2 16,-3 2-1-16,1-2-17 0,-2 1 0 16,-1 1-1-16,2 1 0 0,-2 1-2 0,-3 2 2 15,2 0-1 1,-2-3 0-16,2-1-17 0,-1-2-31 15,1-2 18-15,-1-4 3 0,-1-1-67 16,2-3-38-16,-2 0-27 0,0 0-89 0,0 0-216 0,0-7-297 16,-2 0-480-16,-1 0-72 15,-2-9 1268-15</inkml:trace>
  <inkml:trace contextRef="#ctx0" brushRef="#br0" timeOffset="83694.891">30876 3660 648 0,'0'0'352'16,"0"0"1422"-16,0 0-1182 0,0 0-190 15,0 0-49-15,0 0-14 0,0 0-49 0,0 0-48 16,0 0-65-16,0 0-64 0,0 0-22 16,63 16-24-16,-49-15-43 0,3 0-24 15,-3-1-14-15,3-1-144 16,2-9-71-16,4 0-59 0,-1-7-215 0,-6 4-555 15,5-10-696-15</inkml:trace>
  <inkml:trace contextRef="#ctx0" brushRef="#br0" timeOffset="83893.314">31215 3329 1375 0,'0'0'1050'0,"0"0"-627"0,0 0-183 16,0 0 73-16,0 0 67 0,0 0-34 0,0 0-66 15,0 0-82-15,6 73-90 0,-6-48-22 16,0 5-28-16,0 1-21 0,0 1-35 16,-6 1 7-16,-3 2-9 0,1-2-24 0,-3 1-22 15,-3 0-133-15,3-2-71 0,-1-1-45 16,2-1-207-16,3-2-615 0,2-9-848 16,5 3 1470-16</inkml:trace>
  <inkml:trace contextRef="#ctx0" brushRef="#br0" timeOffset="84501.954">31668 3276 1106 0,'0'0'1617'0,"0"0"-1049"0,0 0-168 16,0 0-120-16,-17 69-39 0,12-32 11 0,-2 7-11 15,-1 5-30-15,1 3-58 0,1 7-37 16,-3-2-3-16,1 6-28 0,1-2-18 0,-2 2-16 16,-4 0-20-16,2-2-29 15,-2-2 1 1,1-5-3-16,1-5-2 0,-1-6 1 0,5-7 0 15,1-7-14-15,2-5 13 0,-1-5-41 0,3-8-21 16,0-4-33-16,2-6-40 0,0-1-3 0,0 0 23 16,4-4 62-16,1-5 12 0,1-5 6 15,2-4-45-15,1-6 23 0,2-2 13 0,1-5-13 16,1-1-9-16,0-4-6 0,3 5-7 16,0 2 28-16,2 6 38 0,-2 3 15 0,3 4 34 15,-4 7 37-15,2 4 7 0,-4 3-13 16,2 2-19-1,-1 0 0-15,-2 5 7 0,1 0-1 16,-4 6 1-16,1-4-1 0,-4 0-15 16,-2 3-19-16,-4-2 7 0,0 3-22 15,0 0-1-15,-6-1-2 0,-5 4-16 0,-2-2-2 16,-6 2-22-16,2 2 3 0,-2-3-24 0,3-1-19 16,2-1-1-16,5-6 20 0,5-2 30 15,2 1 31-15,2-4 30 16,0 2 10-16,3 3-25 0,6-4 22 0,4 5 25 15,2 0 9-15,3 1-22 0,3 2-18 16,-1-3-16-16,4 1 6 16,-1-2-21-16,0-4-10 0,0 1-103 15,2-2-85-15,1-5-118 0,0-5-416 0,-5 0-766 0,10-14-351 16</inkml:trace>
  <inkml:trace contextRef="#ctx0" brushRef="#br0" timeOffset="84685.43">32062 3494 2209 0,'0'0'1331'16,"0"0"-984"-16,0 0-136 16,0 0 125-16,93 44-104 0,-65-36-116 15,3-3-54-15,0-4-62 0,3-1-105 16,2-1-76-16,0-5-101 0,-7-1-255 0,11-10-925 0</inkml:trace>
  <inkml:trace contextRef="#ctx0" brushRef="#br0" timeOffset="84857.738">32430 3296 1201 0,'0'0'1091'0,"0"0"-471"16,0 0-160-16,-17 77 37 0,12-41-58 0,-1 3-80 15,-2 5-89-15,-4 2-93 0,-1 4-98 16,-8 0-79-16,-6 3-32 0,-5 1-225 16,-6 2-100-16,-4-3-154 0,11-11-686 0,-21 16-1346 0</inkml:trace>
  <inkml:trace contextRef="#ctx0" brushRef="#br0" timeOffset="85545.357">28113 5891 1497 0,'0'0'724'16,"0"0"53"-16,0 0-228 0,0 0-177 0,0 0-45 16,0 0-39-16,0 0-88 0,88 33-34 0,-62-28-31 15,1 1-50-15,0-3-51 0,0-2-23 16,2-1-11-16,-2 0-31 16,1-1-94-16,-2-3-92 0,-5-2-61 0,-3 2-227 0,-8 2-655 15,-6 1-745-15</inkml:trace>
  <inkml:trace contextRef="#ctx0" brushRef="#br0" timeOffset="85693.804">28282 6066 1235 0,'0'0'722'0,"0"0"383"0,0 0-853 16,0 0-55-16,0 0 148 0,0 0-41 16,0 0-70-16,97 27-92 0,-56-27-83 0,7 0-59 15,3-4-53-15,0-1-136 16,1-2-123-16,0-2-167 0,-2 2-504 15,-13 3-886-15,5-4 1373 0</inkml:trace>
  <inkml:trace contextRef="#ctx0" brushRef="#br0" timeOffset="87601.728">28514 3509 2508 0,'0'0'531'16,"0"0"-246"-16,0 0-136 0,0 0 19 0,-29 77-7 15,18-50 37-15,-1 2-22 0,-1 6-64 16,-1 4-13-16,1 6-9 0,0 4 22 16,2 6-45-16,0 6-14 0,1 3-7 15,5 2-28-15,0-1-18 0,5 3-24 16,0 0 11-16,5 1-30 0,10-1 6 15,6-2-40-15,10-2-46 0,12-6-17 16,8-5-69-16,14-6-128 0,7-6-307 0,-15-15-763 16,40 0-312-16</inkml:trace>
  <inkml:trace contextRef="#ctx0" brushRef="#br0" timeOffset="88203.342">32591 3974 457 0,'0'0'264'15,"0"0"-215"-15,0 0 973 0,0 0-591 0,0 0-130 16,0 0-69-16,0 0 25 0,0 0 28 16,0 0-12-16,0 0-39 0,36 89-11 15,-36-60-31-15,-4 7 0 0,-5 1-22 0,1 1-3 16,-4 1-57-16,1-3-45 0,0 0-10 16,2-4-16-16,1 0-38 0,1-3 0 0,3-2-1 15,-2-4-1 1,2-3 0-16,2-2-38 0,-1-6-72 15,3-2-64-15,0-3-44 0,0-4-48 0,0-3-157 16,0 0-297-16,0-11-1032 0</inkml:trace>
  <inkml:trace contextRef="#ctx0" brushRef="#br0" timeOffset="88432.483">32962 3710 183 0,'0'0'277'0,"0"0"2199"0,0 0-1777 0,0 0-274 16,0 0-122-16,88 29-111 0,-61-26-100 16,5-3-66-16,-1 0-26 0,3-4-161 15,-3-7-59-15,2-3-84 0,-7 2-229 16,10-12-799-16</inkml:trace>
  <inkml:trace contextRef="#ctx0" brushRef="#br0" timeOffset="88619.411">33458 3319 143 0,'0'0'2455'15,"0"0"-1857"-15,0 0-254 0,0 0 63 16,0 0-41-16,-22 69-66 0,13-37-38 15,2 5-82-15,-3 4-88 0,-4 4-73 16,-3 4-19-16,-4 5-28 0,-5 2-11 16,-3 3-62-16,-2 1-74 0,0 3-62 0,0 1-54 15,0-2-173-15,12-15-304 0,-9 12-916 0</inkml:trace>
  <inkml:trace contextRef="#ctx0" brushRef="#br0" timeOffset="95667.631">30053 5349 3153 0,'0'0'414'0,"0"0"-319"0,0 0-79 15,0 0 38-15,0 0 9 0,0 0 28 16,0 0 0-16,0 0 10 0,44 83 21 16,-44-46-4-16,0 7-34 0,-11 9-31 0,-6 3-32 0,-7 8-9 15,-7 3-12-15,-6 5-3 16,0 0-31-16,-2 1 3 0,5-7-4 15,4-6-2-15,7-10-3 0,7-10 18 16,5-9 0-16,5-7-24 0,3-6-11 16,2-9-27-16,1-5-30 0,0-3 17 0,0-1 50 15,0-6 47-15,5-8-13 0,3-7-40 16,4-8 15-16,3-7 9 0,2-3 10 16,2-3 7-16,1 0-14 0,2 2 14 0,-2 2-23 15,3 7 19 1,0 5 16-16,0 8 0 0,-1 5 57 0,-1 2 63 15,-1 7-22-15,-1 2-32 0,-1 2-19 16,-5 0 0-16,-1 6-13 0,-1 5-11 0,-3-3-10 16,-2 8-13-16,-6-2 1 0,0 4 12 15,-3 2 12-15,-11 4-25 0,-6 2 0 16,-6 1-4-16,-4 3-119 0,-2-2 32 16,-1 0 13-16,2-3 24 0,7-4 16 15,1-6 7-15,6-5 31 0,8-1 31 16,4-8 23-16,4 1 9 0,1-1-29 0,0-1-21 15,0 2 50-15,6-1 24 0,3 0-26 16,5 4 29-16,5 1-12 0,5 0-12 16,2 0-23-16,1 1-27 0,2-1-14 15,-2 0-2-15,1 1-2 16,-3-1-20-16,-2 0-18 0,-2-1-4 16,-2 0-6-16,0-1-34 0,-2-2-152 0,-3-2-130 15,-3 0-314-15,-3 0-950 0</inkml:trace>
  <inkml:trace contextRef="#ctx0" brushRef="#br0" timeOffset="96624.014">30654 5417 1451 0,'0'0'166'0,"0"0"1025"16,0 0-816-16,0 0-120 0,0 0-27 16,0 0 21-16,7 67 12 0,-7-34-43 15,0 6-82-15,-8 9-31 0,-1 4 3 16,-4 2-4-16,-1 2-12 0,-1 2-31 0,-2 0-30 16,3-1-4-16,-2-4-27 0,3-3-2 15,0-3-32-15,4-8-8 0,3-6 26 16,4-8 1-16,2-2 0 0,0-10-22 15,0-4 6-15,4-4-30 0,0-2 12 16,4-3-3-16,1-3 50 0,2-5-35 16,0-3-10-16,2-3-2 0,0-5-10 0,1-4 10 15,0 1-19-15,-1-1 15 16,1 4 3-16,-2 1 48 0,0 5-16 0,-1 3 2 0,-3 3 16 16,2 5-41-16,0 2 41 0,1 0 10 15,0 6 46-15,0 6 9 16,1 3 22-16,1 5 9 0,-3 0-13 15,-1 3-18-15,-1 1-13 0,0-3-9 16,0 1-31-16,-2 0-12 0,2-2-43 0,1-3 19 16,-1 0-62-16,1-4-81 0,2-1-88 15,0-4-182-15,-1-1-271 0,8-7-604 0</inkml:trace>
  <inkml:trace contextRef="#ctx0" brushRef="#br0" timeOffset="106024.033">31308 5453 927 0,'0'0'228'0,"0"0"1027"16,0 0-759-16,0 0-182 0,0 0-52 15,0 0 22-15,0 0-10 0,0 0-39 0,0 0-34 16,0 0-28-16,39-61-38 0,-39 61-21 16,2 0-44-16,1 6-36 0,1 6-16 15,4 6 56-15,1 7-13 0,-1 8 3 16,-3 8-19-16,-2 6-32 0,-3 7 5 0,-3 6-4 16,-7 5-13-16,-5 4 0 15,-1 2-1-15,-4 2 0 0,-2-1-15 0,2-4 0 16,-3-7-31-16,4-9 25 0,4-10-10 15,7-9 1-15,-1-10 2 16,6-9-21-16,3-3 4 0,0-6 2 0,0-4-31 16,9-1 16-16,0 0 9 0,2-9 20 15,6-7 27-15,2-4-11 0,1-7-12 16,3-5-27-16,0-6-3 0,-2-1 2 0,2-4-21 16,-3-1-34-16,-1 2 27 0,-1 4 28 15,-2 5 44-15,1 6 9 16,-3 8 25-16,0 3-13 0,-1 8-12 15,0 2 19-15,-2 5 49 0,-2 1 0 0,1 1-34 16,-4 5-30-16,-2 3 39 0,-2 2-28 16,-2 3 1-16,-2 0-1 0,-7 2-15 0,-5 3 0 15,0 0-40-15,-6-1-3 0,-1 0-16 16,2 0-19-16,-1-5-6 0,7-1 7 16,1-6 27-16,4 1 22 0,4-2 6 15,2 2-29-15,1 1 34 0,1 3 17 16,0 1 22-16,6 0 107 15,3 2-1-15,3-1-10 0,3-1-4 0,3 0-18 16,-1-3-16-16,1 1-46 0,-2-4-34 16,1 0-1-16,0-2 1 0,-2-2-31 15,1-2-108-15,0 0-6 0,2 0-51 0,-2-6-67 16,1-5-236-16,0 0-224 0,-6 2-479 16,1-11-323-16</inkml:trace>
  <inkml:trace contextRef="#ctx0" brushRef="#br0" timeOffset="106220.42">31689 5498 3011 0,'0'0'444'15,"0"0"-314"-15,0 0 41 0,0 0 181 0,81 13-72 0,-54-9-131 16,4-2-109-16,0-2-40 15,4 0 0-15,-4 0-31 0,2-4-99 16,-1-3-153-16,-2-1-97 0,-11 1-349 16,6-7-1092-16</inkml:trace>
  <inkml:trace contextRef="#ctx0" brushRef="#br0" timeOffset="106403.892">32026 5256 2259 0,'0'0'452'0,"0"0"-278"0,0 0 25 16,0 0 161-16,0 0-52 0,13 80-51 16,-8-45-84-16,0 5-82 0,0 5-29 15,-2 2-62-15,-1 0-28 0,-2 1-25 16,0-1-44-16,0 0-138 0,-2-5-81 16,-4-4-126-16,1-13-379 0,5 0-628 0</inkml:trace>
  <inkml:trace contextRef="#ctx0" brushRef="#br0" timeOffset="106793.157">32394 5326 2115 0,'0'0'418'0,"0"0"-122"0,0 0 92 15,0 0 6-15,0 0-56 0,37 89-87 0,-32-51-40 16,1 4-25-16,-4 6-20 0,1 6-22 15,-3 1-49-15,0 2-78 0,-3-1-17 16,-2 1-12-16,-3-5-12 0,-2-2-10 16,0-4 16-16,1-9 16 0,2-5-1 15,1-7 0-15,3-7-1 0,-1-7-20 0,4-4-4 16,0-6 13-16,0-1-25 16,0 0-34-16,7-8 16 0,1-6 36 0,2-5-15 0,0-3 3 15,1-2-6 1,-3 2-3-16,-2 6 41 0,-4 6 1 15,2 5-42-15,-1 3-4 0,0 2 1 0,2 4 46 16,3 4 18-16,2 3 97 0,0 2-13 16,-2 3-22-16,1 3-34 0,-1-2-6 15,-2 1-22-15,0-4-3 0,-1 0-15 0,-2-1 0 16,3-3-37-16,0-1-24 0,-4-2-134 16,1-3-3-16,2-2-68 0,-1-2-143 15,1 0-206-15,-3-4-535 16,2-8-439-16</inkml:trace>
  <inkml:trace contextRef="#ctx0" brushRef="#br0" timeOffset="107018.348">32825 5556 2103 0,'0'0'1555'0,"0"0"-1341"0,0 0-151 0,0 0 148 0,0 0 35 16,0 0-39-16,75 46-93 0,-44-39-59 0,3-5-33 15,4-2-22-15,-2 0-53 0,0-2-175 16,-1-9-116-16,-6-2-147 0,-9 2-606 16,-5-8-1080-16</inkml:trace>
  <inkml:trace contextRef="#ctx0" brushRef="#br0" timeOffset="107166.494">33157 5272 2330 0,'0'0'629'0,"0"0"-408"15,0 0-4-15,-23 67 128 0,13-33 11 16,0 3-70-16,-3 1-115 0,1 6-133 0,0 0-38 16,-3 4-44-16,-5 0-54 0,-6 4-207 15,6-14-218-15,-30 24-1063 0</inkml:trace>
  <inkml:trace contextRef="#ctx0" brushRef="#br0" timeOffset="107676.594">28158 7288 2899 0,'0'0'486'16,"0"0"-235"-16,0 0 76 15,0 0 126-15,0 0-110 0,91-3-116 0,-58-6-102 16,10-3-73-16,4-2-50 0,4-3-2 16,4 0-55-16,-3 1-55 0,0 2-117 0,-5 2-44 0,-8 5-102 15,-5 6-223-15,-14 1-432 0,-9 1-435 0</inkml:trace>
  <inkml:trace contextRef="#ctx0" brushRef="#br0" timeOffset="107846.044">28328 7449 1694 0,'0'0'724'0,"0"0"-376"0,0 0-104 16,0 0 127-16,0 0 31 0,0 0-37 0,0 0-60 15,29 68-92-15,-2-56-35 16,4 3-34-16,0-2-71 0,5-3-73 0,2-1-15 15,2-2-43-15,3 0-120 0,2-3-90 16,1-4-95-16,-10 0-283 0,11-4-866 0</inkml:trace>
  <inkml:trace contextRef="#ctx0" brushRef="#br0" timeOffset="108117.676">29425 7202 3354 0,'0'0'604'16,"0"0"-418"-16,0 0-52 0,0 0 142 15,82 14 28-15,-44-13-71 0,5-1-84 16,5-1-91-16,0-6-55 0,2-3-3 0,-2 1-46 16,-2-2-121-16,-5 4-60 0,-8 1-87 15,-10 0-215-15,-10 2-665 0,-13 1-1152 0</inkml:trace>
  <inkml:trace contextRef="#ctx0" brushRef="#br0" timeOffset="108317.413">29594 7299 2553 0,'0'0'502'16,"0"0"-332"-16,0 0-8 0,0 0 244 16,-51 80 21-16,43-56-68 0,0 4-149 15,2 0-94-15,2 3-27 16,2 1-31-16,2 0-9 0,0 0-31 0,2-2-6 0,8-4-12 16,3-2 0-16,4-5-24 0,5-1-31 15,1-6-12-15,5-2-37 16,0-3-59-16,1-7-65 0,4 0-74 15,-10 0-245-15,14-10-811 0</inkml:trace>
  <inkml:trace contextRef="#ctx0" brushRef="#br0" timeOffset="108978.948">30163 6974 2360 0,'0'0'619'0,"0"0"-235"0,0 0-108 0,0 0 8 16,0 0-39-16,0 0 47 16,0 0-73-16,19 86-47 0,-18-46-34 15,-1 3-1-15,0 5 0 0,0 2-21 0,-4 1-43 16,-1 1-9-16,-1 0-22 0,-3-1-28 16,-2-1-14-16,0-2-33 0,-3 1 6 0,-3-5-4 15,3-3-2 1,0-7-19-16,4-8-18 0,3-5 28 0,4-9-13 15,3-6-9-15,0-3-12 0,0-3 8 0,0 0 4 16,6-2-15-16,-1-8 26 16,5-4 4-16,0-7-12 0,4-6-19 0,-2-6-53 15,0-3-68-15,-1-2 7 16,-1-1 37-16,-2 2 0 0,3 4 65 0,-1 5 54 16,2 6 22-16,2 5 16 0,-1 1 16 15,1 9 76-15,-3 0 12 0,0 4-19 16,2 3 50-16,-3 0-13 0,1 0-19 15,0 3-35-15,-2 3-15 0,-2 1 2 16,-3 1-21-16,2 4 0 0,-6-1-34 16,0 2-3-16,-2 3-24 0,-6 0-14 0,-4 3 7 15,-3-2 3-15,-4 4-37 0,0-2 22 16,1 2 5-16,1-2 17 0,4-5 24 16,3 1 1-16,5-4 1 0,3-1 42 0,2-3 27 15,3-2 22-15,7 4 22 16,7-2-17-16,5-2-15 0,4 1-24 15,5-1-7-15,3-1-24 0,2 2-28 0,-2-3-19 16,0-1-67-16,-3-2-74 0,0 0-59 16,-7 0-102-16,-7 0-260 0,3 0-765 15</inkml:trace>
  <inkml:trace contextRef="#ctx0" brushRef="#br0" timeOffset="109159.139">30695 7688 2786 0,'0'0'567'0,"0"0"-446"0,0 0-64 16,0 0 136-16,-12 69 112 0,9-51-63 0,3 0-150 15,0-1-92-15,2 1-34 0,2-2-103 16,2-1-49-16,-1-3-97 0,-2-5-167 16,2-3-367-16,2-4-962 0</inkml:trace>
  <inkml:trace contextRef="#ctx0" brushRef="#br0" timeOffset="109599.884">31114 7125 3097 0,'0'0'500'15,"0"0"-345"-15,0 0-26 0,2 67 207 16,-2-31 2-16,0 0-43 0,-2 6-62 15,-4 1-60-15,-2-1-91 0,-5-1 0 0,-2 1-24 16,-3 1-31-16,-1-3-24 0,-6 3 19 16,-1 1-4-16,1-2-15 0,-3 0 9 0,3-3-12 15,4-7-1-15,2-3-2 0,8-10 0 16,2-3-12-16,3-5 12 0,5-7 1 16,1-1-38-16,0-3 10 15,0 0-3-15,5 0 9 0,3-5 24 16,3-4 19-16,6-5-16 0,2-6-3 15,7-4-25-15,-1-4-72 0,2-2-13 0,-1 1 31 16,-3 3 33-16,0 4 7 0,-3 5 5 16,-1 4 0-16,-2 5 31 0,-3 3 3 15,-2 4 19-15,1 1-4 0,-1 0 22 16,-4 0 12-16,3 4-10 0,-2 1-11 16,-3 3 2-16,2 2 19 0,-3 3-19 0,1 1-5 15,0 2-22-15,-2 0-3 0,1 0-15 16,-1 3-16-16,0-2-33 0,1 0-40 15,1-5-27-15,0 0-16 0,0-4-47 0,2-1-137 16,-4-3-162-16,0-4-197 16,2 0-447-16,-3-4-466 0</inkml:trace>
  <inkml:trace contextRef="#ctx0" brushRef="#br0" timeOffset="110266.711">31595 7341 3198 0,'0'0'546'0,"0"0"-363"0,0 0-99 15,0 0 96-15,0 0 40 0,0 0 0 0,0 0-91 16,0 0-108-16,0 0-21 0,0 0 0 16,59-23 18-16,-43 21-15 0,3-1-1 15,0 1-1-15,0-1 1 0,1-1 0 16,-1 2-1-16,-1-1-1 0,1 1-1 16,-5-1-17-16,1 3 15 0,-4 0-34 0,-2 0 9 15,1 3 0-15,-3 3-18 0,0 2 40 16,-1 8 6-16,-3-1 49 15,2 6-12-15,-1 1-9 0,-2 6 15 16,-2-2-28-16,2 4-3 0,-1 0 1 0,-1 3-12 16,0-2 20-16,0 5-5 0,0-5-1 15,0 4 0-15,0-4-12 0,0-2 0 0,0 0-2 16,-1-4 1-16,-1-1-2 0,1-3 0 16,0 0 0-16,-3-2 16 0,1-1 2 15,1-3 3-15,-1-3-5 16,0-3 5-16,0 1-6 0,-1-3 1 0,-2 0-15 15,-1-2-1-15,-1 1-12 0,-4 1-13 16,-2-2-30-16,-1 2-18 0,-3-4-7 16,-4 1-9-16,-4-2 18 0,-5 1-34 15,-5-2-56-15,-5 0-91 0,-3-1-142 0,-6 0-210 16,13 0-480-16,-28-2-584 0</inkml:trace>
  <inkml:trace contextRef="#ctx0" brushRef="#br0" timeOffset="114159.628">9381 10355 1626 0,'0'0'26'15,"0"0"1182"-15,0 0-791 0,0 0-141 16,0 0-86-16,0 0 37 0,0 0 30 15,83-8-30-15,-50 8-39 0,0 0-53 16,3 0-15-16,-5 0-40 0,1 0-16 16,-3 2-15-16,-3-1-36 0,-1-1-13 0,-4 0-37 15,-5 0-12-15,-3 0-58 0,-1 0-80 16,-6 0-63-16,-4 1-138 0,-2 2-282 0,0-1-470 16,-2 2-397-16</inkml:trace>
  <inkml:trace contextRef="#ctx0" brushRef="#br0" timeOffset="114417.448">9556 10393 1023 0,'0'0'215'0,"0"0"-134"0,0 0 897 0,0 0-536 0,0 0-79 16,0 0-66-16,0 0-28 0,-22 83-7 16,17-58-14-16,0 4-40 0,2 3-56 15,-1 2-4-15,1 1-10 0,0-3-36 16,0 2-14-16,2-2-48 0,-1 1-37 15,2-3 25-15,0-3-7 0,0-2-21 16,3-1 2-16,2-8-1 0,3-3 20 0,1-2 4 16,5-4-24-16,1-1-1 0,5-1-3 15,3 0 1-15,3-4 0 0,0 1-23 0,4-2 1 16,-1 0-59-16,1-2-57 0,1 1-14 16,0-4-40-16,1 0-129 0,0-1-275 15,-8 0-658-15,5-3-748 0</inkml:trace>
  <inkml:trace contextRef="#ctx0" brushRef="#br0" timeOffset="114876.289">10261 10547 1117 0,'0'0'166'0,"0"0"1043"0,0 0-723 16,0 0-121-16,0 0-4 0,0 0-49 0,0 0-71 15,0 0-30-15,-87-32-90 0,73 32-32 16,-2 3-18-16,1 7-7 0,-2 6 7 16,0 6 24-16,1 6 2 0,0 6 10 15,2 5-6-15,1 0-1 0,0 2-9 0,6 1 6 16,-1-6-9-16,5-5-40 0,3-9-17 16,0-7-31-16,2-7-15 0,5-2-52 15,2-5 12-15,5-1 7 0,2-1-1 16,4-9-2-16,2-3-7 0,1-9-39 15,-1-3-7-15,-1-1-21 0,1-4 0 16,-3 2 12-16,-2 1-1 16,-3 4 6-16,-2 2 12 0,-4 4-21 0,-3 3 117 15,-1 6 12-15,-2 1 28 0,-1 3 29 0,-1 4 11 16,0 0 6-16,0 0-6 0,0 0-9 16,0 2-38-16,1 5-33 0,2 3 31 15,4 8 46-15,-2 3-7 0,-1 2 0 16,2 2-9-16,-2 1-12 0,2-1-22 15,1-2-17-15,2-1-10 0,-2-5-12 16,0 0-15-16,2-3-19 0,-2 0-39 16,0-4-25-16,1-1-13 0,-2 0-52 0,3-2-78 15,-3-4-300-15,0 2-442 0,4-5-476 0</inkml:trace>
  <inkml:trace contextRef="#ctx0" brushRef="#br0" timeOffset="115239.717">10589 10812 988 0,'0'0'1989'15,"0"0"-1558"-15,0 0-221 0,0 0-84 16,0 0-9-16,0 0 128 0,0 0 4 16,0 0-97-16,0 0-47 0,0 0-22 15,0 0 19-15,43 44-32 0,-41-28-18 0,-2 1-18 16,0 1-22-16,0-3-12 15,0 2-1-15,-2-6-20 0,0-3-31 0,0-2-22 16,-1-2-12-16,0-3-31 0,0-1-53 16,0-1-69-16,-2-9-194 0,-1 3-312 15,0-13-776-15</inkml:trace>
  <inkml:trace contextRef="#ctx0" brushRef="#br0" timeOffset="115384.619">10566 10625 2760 0,'0'0'672'0,"0"0"-286"16,0 0-128-16,0 0 1 0,0 0-46 0,0 0-31 16,0 0-96-16,0 0-56 0,0 0-30 15,0 0-46-15,68-24-167 0,-52 19-81 0,-2 1-116 16,-1 1-361-16,-3 3-1319 16</inkml:trace>
  <inkml:trace contextRef="#ctx0" brushRef="#br0" timeOffset="115650.581">11036 10865 2959 0,'0'0'447'16,"0"0"-335"-16,0 0-78 0,19 74 23 0,-18-48 120 16,-1 2 78-16,0-2-179 0,0-2-76 15,0-2-25-15,0 0-51 0,0-3-132 16,0 0-76-16,0-7-162 0,0 0-621 0</inkml:trace>
  <inkml:trace contextRef="#ctx0" brushRef="#br0" timeOffset="116426.312">11236 10145 1577 0,'0'0'218'0,"0"0"791"16,0 0-698-16,0 0 27 0,0 0-44 15,0 0-30-15,0 0 31 0,0 0-14 16,0 0-71-16,75 73-29 0,-58-40-32 0,-2 10-18 16,-1 4-21-16,-2 3-53 0,-5 3-17 15,0-2-28-15,-4 3-12 16,-2-3 0-16,-1-2-1 0,0-5-14 15,0-5-12-15,-1-6-10 0,-2-5-5 16,2-10 2-16,-2-5-6 0,3-6-5 16,0-3 2-16,0-2 15 0,0-2-14 0,0 0 2 15,0 0 0-15,0-3 18 0,7-3 1 0,2-3 27 16,1-3 13-16,6 0-13 0,-2-1-12 16,2 0-19-16,-3 3 1 0,4 2-1 15,-1 4-6-15,1 4 37 16,-1 0 0-16,0 4 1 0,-3 4 2 0,1 2 19 15,-3 2-1-15,-1 0 13 0,-2 1-10 16,-2-1 25-16,1 1-24 0,-5-1 21 16,-1-1-13-16,-1 0-5 0,0-2-1 15,0-5 4-15,0 3-4 0,-3-3-27 16,-4-1-21-16,0 1-10 0,-6-3-45 16,3 3-25-16,-2-4-24 0,-2 0-57 0,-1 0-84 15,1 0-181-15,1-7-186 0,2 2-407 16,-1-6-287-16</inkml:trace>
  <inkml:trace contextRef="#ctx0" brushRef="#br0" timeOffset="119226">11823 10880 293 0,'0'0'607'0,"0"0"-174"0,0 0-88 0,0 0-23 0,0 0-34 16,0 0-7-16,0 0-36 16,0 0-36-16,0 0-43 0,0 0-9 15,0 0-17-15,1 0-13 0,-1 0-10 0,0 0-7 16,2 0-22-16,-1 0-19 0,1-2-6 16,-1 2-12-16,2-2-14 0,0 0 0 15,1 0-9-15,0 0-3 16,1 0-3-16,-3 0-21 0,0 2-1 0,1 0-22 15,-2 0-3-15,-1 0 1 0,0 0 2 16,0 0 22-16,2 0 1 0,-1 0 27 16,-1 2 19-16,2-2-29 0,-1 2-15 15,-1-1 13-15,2-1-14 0,-2 0-1 16,1 1 0-16,-1-1 0 0,0 0 1 0,0 0 14 16,0 0-14-16,0 0-1 0,0 0 1 0,0 0 13 15,2 0-13-15,-2 0 1 0,0 0 12 16,0 0-14-16,0 0 11 0,0 0-9 15,0 0-2-15,0 0 1 0,0 0 1 16,0 0-2-16,0 0-1 16,0 0-3-16,0 0-16 0,0 0 16 0,0 0 0 15,0 0-13-15,0 0-5 0,0 0-4 16,0 0-3-16,0 0-3 0,0 0-4 16,0 0-24-16,0 0-10 0,0 0-1 15,0 0 11-15,0 2-7 0,0-2-13 0,0 0-22 16,0 0 6-16,-2 1 10 0,1 0-1 15,-2 1-19-15,0-2-29 16,-2 2-23-16,1 2-68 0,1-1-94 16,-1-1-190-16,-2-1-314 0,37-19-319 0</inkml:trace>
  <inkml:trace contextRef="#ctx0" brushRef="#br0" timeOffset="120076.377">10604 10703 957 0,'0'0'593'0,"0"0"-203"16,0 0-150-16,0 0-23 0,0 0-20 16,0 0-49-16,0 0-74 0,0 0 7 0,0 0 5 0,0 0 1 15,-6-25 6-15,4 23 15 0,2 1-2 16,0 1 14-16,0 0 4 0,0 0 9 15,0 0-10 1,0 0 5-16,0 0-2 0,0 0-1 0,0 0-13 16,0 0-56-16,0 0-22 0,0 0-6 15,0 0 6-15,-1 0 30 0,1 0-5 0,-2 0-31 16,2 0-1-16,0 0-11 0,0 0-4 16,0 0 19-16,0 1-4 0,0 1-8 15,0 1 5-15,0 3-2 0,0 3-1 0,3 4 28 16,2 2 10-16,-1 2-14 15,3 1 20-15,-3 3-4 0,2-1 0 16,-1 2-7-16,-1 0-5 16,2 4-9-16,1 0-19 0,-3-1-9 0,2 3-12 0,1-3 0 15,-2-2 0-15,-1-2-2 0,4 0 2 16,-2-3-12-16,-1-3 10 16,0-4-16-16,1 0-4 0,-2-5-54 15,-1 0-27-15,2-5-50 0,-3 4-15 0,4-3-23 0,0-2-56 16,4 0-207-1,-3-3-561-15,5-9-671 0</inkml:trace>
  <inkml:trace contextRef="#ctx0" brushRef="#br0" timeOffset="120626.782">11971 10729 1213 0,'0'0'364'0,"0"0"286"0,0 0-288 0,0 0-98 15,0 0-52 1,0 0 24-16,0 0-10 0,0 0-1 0,-24 70-24 16,24-51-31-16,0 2-14 0,0 4-1 15,0 0-4-15,0 1-21 0,0-1-41 16,0 4-21-16,1-2-10 0,-1 1-12 15,0-2 6-15,0-1-34 0,0-4-18 0,-1-3-18 16,-1-4 5-16,1-3-17 0,1-3-59 16,0-5-61-16,0 0-85 0,0-3-41 15,6-4-151-15,-2-3-294 0,10-16-633 0</inkml:trace>
  <inkml:trace contextRef="#ctx0" brushRef="#br0" timeOffset="121026.166">12271 10344 2639 0,'0'0'629'0,"0"0"-438"0,0 0-143 0,0 0 44 15,0 0 129-15,0 0 15 0,0 0-117 16,99-31-79-16,-70 19-36 0,1 4-4 15,1-1-1-15,-1 3-15 0,-2 0 14 16,0 5-17-16,-2 1-9 0,-3 1 9 16,-3 9 19-16,-2 1 60 0,-3 4 33 0,-1 6-3 15,-4 3-37-15,0 2 3 0,-5 4-38 16,1 1-6-16,-1 4 1 0,-2 1-10 16,1 2-1-16,-3 1-2 0,0-1 3 0,2-2 0 15,0 1 43-15,0-7-21 0,0 0-13 16,0-2 1-1,0-4 5-15,1-4 1 0,1-2-4 0,0-3 10 16,-2-3-22-16,0-3-3 0,1-2-10 16,-4-3 8-16,0-3-17 0,0 1-46 15,0-1-36-15,0-1-30 0,-7 1-8 0,-6-1 8 16,-1 2-33-16,-6 1-40 0,-1-3-50 16,-6 0-67-16,4 0-177 15,-12-6-595-15</inkml:trace>
  <inkml:trace contextRef="#ctx0" brushRef="#br0" timeOffset="121443.723">12970 10413 1509 0,'0'0'189'0,"0"0"782"15,0 0-553-15,78 4 38 16,-50 1-99-16,4-1-44 0,1-4-80 0,-2 0-81 16,0 0-75-16,-3 0-47 0,0-5-30 0,-4-4-40 15,0-2-112-15,-2-3-83 0,-3 1-132 16,-4 1-244-16,-6 1-614 0,-3 3-648 0</inkml:trace>
  <inkml:trace contextRef="#ctx0" brushRef="#br0" timeOffset="121617.015">13141 10480 1365 0,'0'0'257'0,"0"0"453"0,0 0-329 16,-29 78-50-16,27-51 91 0,2 3-24 15,0-1-84-15,0 1-47 0,5-1-44 16,4-1-48-16,0-2-25 0,5-1-46 15,1-3-55-15,3-2-49 0,2-5-22 16,4-3-42-16,2-2-37 0,1-3-43 16,0-7-31-16,4 0 8 0,-1-4-112 15,-6-4-304-15,14-9-801 0</inkml:trace>
  <inkml:trace contextRef="#ctx0" brushRef="#br0" timeOffset="122033.826">13777 10613 225 0,'0'0'1274'0,"0"0"-101"0,0 0-602 16,0 0-95-16,0 0-110 0,0 0-92 15,0 0-64-15,-87 92-31 0,73-56 38 16,4-1-33-16,2 1-38 0,5-5-46 0,3-8-100 16,3-7 0-16,8-4-61 15,3-5 7-15,4-5-7 0,3-2 12 16,2-3 9-16,0-8 4 0,3-7-44 16,-1-2 13-16,-3-3-31 0,-1 2-3 15,-2-3 11-15,-6 5 1 0,-3 1 3 16,1 1 8-16,-3 5 4 0,-3-2 39 0,1 4 35 15,-2 4 16-15,1 2 18 0,0 4 6 16,1 0 26-16,3 4 76 0,2 4-41 0,1 2-18 16,5 6-12-16,-2-1 6 0,0 2-13 15,0 4-6-15,-1-3-18 16,-4-3-40-16,-2 0-13 0,-1-3-100 0,0-3-89 16,-4-2-69-16,1-1-152 0,-2-1-308 15,-2-1-591-15</inkml:trace>
  <inkml:trace contextRef="#ctx0" brushRef="#br0" timeOffset="122261.061">14333 10821 2338 0,'0'0'1249'16,"0"0"-996"-16,0 0-26 0,0 0 137 0,0 0-83 16,78 3-57-16,-71-1-44 0,-2 2-92 15,-2 3-54-15,-2 0-16 0,-1 6-18 16,0 2 0-16,0 5-2 15,-3 0 0-15,-3 2-16 0,2 0 3 0,1-3-1 16,3-1-8-16,0-6-3 0,1 0 2 16,8-5-48-16,4 0-43 0,3-5-31 15,3-2 42-15,1 0-31 0,3-7-93 16,0-2-193-16,-4-1-562 16,5-4-968-16</inkml:trace>
  <inkml:trace contextRef="#ctx0" brushRef="#br0" timeOffset="122900.533">14963 10118 1155 0,'0'0'238'0,"0"0"1037"0,0 0-783 16,0 0-41-16,0 0-41 0,52 72-94 0,-41-32-44 16,-2 12-20-16,-3 9-59 0,-1 6-34 15,-5 4-16 1,0-1-25-16,-5-1-30 0,-1-5-36 15,-3-4-52-15,2-10-4 0,-1-7-35 16,3-9-18-16,1-8-10 0,1-9 12 0,2-6 28 16,1-5-13-16,0-5-39 0,0-1-15 0,1 0 2 15,6-4 36-15,3-3 56 0,3-5 25 16,4 0-10-16,0-1-15 0,1-1-13 16,1 2-21-16,1 3 3 0,2 0-2 0,-2 4 11 15,2 2 4-15,-2 3 6 16,-4 0 12-16,-1 5 32 0,-3 1 5 15,-5 1 6-15,0 4-13 0,-2-1 16 0,-5 3-9 16,0 2-10-16,-3 1-14 16,-7 1-1-16,-3 2 3 15,-3-2-15-15,-3-3-1 0,2 1-36 0,-1-3-60 0,0-3-29 16,1-3-36-16,2-4-119 0,3 0-237 0,3-2-554 16,-2 0-673-16</inkml:trace>
  <inkml:trace contextRef="#ctx0" brushRef="#br0" timeOffset="123134.689">15423 10908 2443 0,'0'0'615'0,"0"0"-197"0,0 0 68 16,0 0-61-16,0 0-76 0,78 4-125 16,-67-1-108-16,-2 0-36 0,0 0-25 0,0 2-33 15,0 1-22-15,-3 1-3 0,-2 3-12 16,1-1 14-16,-4 7-18 15,1-1 7-15,-2 2-3 0,0 1 13 16,0-2-10-16,4-3 11 0,1-1-1 0,1-1-1 16,3-4-16-16,5-3 7 0,1-1-64 0,3-3-53 15,1-3-27-15,1-8-69 0,3-5-116 16,-7 3-289-16,6-12-662 0</inkml:trace>
  <inkml:trace contextRef="#ctx0" brushRef="#br0" timeOffset="123509.768">15764 10381 1387 0,'0'0'1324'0,"0"0"-365"0,0 0-556 15,0 0-178-15,0 0-80 16,0 0-46-16,0 0 55 0,90-2-3 15,-66-3-90-15,2 0-46 0,0 3-15 16,0-1-4-16,1 3-17 0,-4 0-7 16,-4 8 1-16,1 3 2 0,-3 3-2 0,-3 4-10 15,-3 5 12-15,-2 3 25 0,-2 3 10 16,-3 3 6-16,-2 4 24 0,-2 0-6 0,0-1-1 16,0 2-19-16,0-3-14 15,-2-1-1-15,2-4-2 0,-3-1 0 16,3-5 2-16,-1-2 1 0,-2-4 0 0,3-1-2 15,-1-2-16-15,-2-1-71 16,-3-3 9-16,0-1 0 0,-2 0-19 16,-3-2-37-16,-3 4-51 0,-2-3-102 0,-2-2-42 15,-2 1 3-15,-1-2-47 0,2 0-235 16,-9-5-753-16</inkml:trace>
  <inkml:trace contextRef="#ctx0" brushRef="#br0" timeOffset="123845.486">16564 10837 1327 0,'0'0'205'15,"0"0"45"-15,0 0 871 16,0 0-654-16,80 14-127 0,-52-12-82 15,1-2-85-15,4 0-105 0,-2-2-68 16,0 0-84-16,-2-5-209 0,-3-1-169 0,-6 2-645 16,9 0-1156-16</inkml:trace>
  <inkml:trace contextRef="#ctx0" brushRef="#br0" timeOffset="124003.877">17332 10878 2217 0,'0'0'1249'0,"0"0"-857"0,0 0-245 0,0 0-83 0,88-21-48 16,-63 7-16-16,-1 1-190 0,2-3-255 15,3 1-282-15,-6 0-343 0,16-1-158 16</inkml:trace>
  <inkml:trace contextRef="#ctx0" brushRef="#br0" timeOffset="124093.505">17831 10729 2119 0,'0'0'1097'16,"0"0"-677"-16,0 0-96 0,0 0-123 0,0 0-119 15,0 0-30-15,0 0-52 0,0 0-68 16,85-5-261-16,-73-4-436 0,3-5-1761 0</inkml:trace>
  <inkml:trace contextRef="#ctx0" brushRef="#br0" timeOffset="124459.327">18159 10325 1767 0,'0'0'169'0,"0"0"1152"0,98 16-776 15,-50-16-180-15,7 0-145 0,1-7-105 0,-1-3-59 16,-6-6-56-16,-2 1-13 0,-5-3-101 15,-2-1-51-15,-7 0-85 0,-2 0-160 16,-11 7-321-16,-3-2-773 0</inkml:trace>
  <inkml:trace contextRef="#ctx0" brushRef="#br0" timeOffset="124659.771">18425 10428 1471 0,'0'0'75'0,"0"0"-30"16,-19 78 563-16,17-49-162 0,2 5 23 15,0 0-11-15,0 1-45 0,6 1-103 0,-1-1-34 16,-3 0-67-16,3-1-58 0,-2 2-20 0,0-6-15 16,4 0-3-16,-2-4-25 0,1-4-36 15,3-1-52-15,2-2-7 0,1-6-38 16,0 1-68-16,3-4-57 0,4-4-20 16,4-4 0-16,5-2-91 0,6-2-263 15,-8-4-665-15,23-9-951 0</inkml:trace>
  <inkml:trace contextRef="#ctx0" brushRef="#br0" timeOffset="125167.089">19413 10530 137 0,'0'0'2141'0,"0"0"-1775"15,0 0-99-15,0 0-14 0,0 0 75 16,0 0-2-16,0 0-106 0,0 0-98 15,0 0 16-15,0 0 72 0,-78 78 18 16,71-35-22-16,-1 3-41 0,0-2-22 0,4-3 3 16,3-5-43-16,-1-10-54 0,2-4-29 15,2-8-20-15,3-2-1 0,4-7-44 16,0-3-19-16,4-2-3 0,5-3 6 0,3-9-6 16,6-6-36-16,3-5-44 0,2-4-15 15,1-2 15 1,-1-1-45-16,-2 2 28 0,-2 4 37 0,-6 2 30 15,-1 4-23-15,-7 4-49 0,-4 4 74 16,-1 5 92-16,-5 3 3 0,0 2 69 0,-1 9 91 16,0 4 20-16,0 5-43 0,-3 5-38 15,2 2-34-15,-2 0-9 0,0 4 12 16,0-1 15-16,1-1 25 0,1-2-34 0,2-3-74 16,-2-3-32-16,4-4-217 0,3-6-118 15,1-2-234-15,0-3-595 0,3-4-489 0</inkml:trace>
  <inkml:trace contextRef="#ctx0" brushRef="#br0" timeOffset="126041.876">19975 10782 623 0,'0'0'437'0,"0"0"1153"0,0 0-1166 0,0 0-124 15,0 0-30-15,0 0 36 0,0 0-30 0,0 0-28 16,0 0 17-16,80 48-105 16,-74-24-80-16,-4 6-25 0,-2 1-25 0,0 3-5 15,-2-1-23-15,-4 2-2 0,-3-5-1 0,-1 1-18 16,-2-5-11-16,-1-2-77 0,1-3-31 16,1-5 9-16,5-8-1 0,1-1 6 15,2-5 0-15,0-2 15 0,3 0 6 16,0-4-14-16,0-3 58 15,3-6-206-15,4-2 243 0,3-3 22 16,1-1 0-16,4-3 28 0,1 3 10 0,3 1-22 16,-1 5 0-16,-3 3 40 0,-2 3 20 15,-3 2 6-15,-4 3-16 0,-2 2 16 16,-2 0-23-16,-2 0 13 0,0 5-17 16,-5 2-54-16,-4 3 17 0,-1 3-18 0,-2 1-3 15,-2 0-10-15,-1 2 3 16,2-4 10-16,0 1 0 0,4-1 1 15,2-1 0-15,5-3 39 0,2 0 7 16,0 0-1-16,3-1-8 0,5-2-4 16,3 2-3-16,3 0 3 0,2-2-10 0,2 0-5 15,2-1-19-15,0 1-1 0,3-3-36 16,1-1-25-16,-1-1-40 0,-1 0-72 16,-2 0-100-16,0-3-200 0,-6-2-541 0,-3 1-559 0</inkml:trace>
  <inkml:trace contextRef="#ctx0" brushRef="#br0" timeOffset="127225.743">20070 10757 708 0,'0'0'339'0,"0"0"-313"0,0 0 123 15,0 0 14-15,0 0 662 0,0 0-288 0,0 0-216 16,0 0-62-16,0 0 23 0,0 0 12 16,9 19-74-16,-4-6-67 0,-3 5-17 15,0 3 10-15,-1 7-5 16,-1 5-21-16,0-1-25 0,0 7-12 0,-3 1-4 15,-2 1 7-15,0 0-10 0,-1 3-12 16,-1 2-6-16,-1-2-7 0,0 2-23 16,0-7-25-16,-1 0 15 0,3-7-18 15,1-3-1-15,2-5-11 0,1-6 11 16,1-5-14-16,1-5-7 0,0-6-32 0,0-2-32 16,0 0-38-16,0 0-14 0,1-5 10 15,2-5 39-15,3-1 9 0,1-7 0 0,3-4-25 16,2-6-47-16,-1-1-75 0,2-2-110 15,0-3-20 1,0 0 83-16,-1-1 117 0,-1 1 106 0,2 3 6 16,0 1 9-16,-1 3 36 15,-2 5 55-15,-1 4 105 0,0 4 29 0,-1 3-36 0,-2 3-1 16,-1 3-10-16,0 1-10 0,0 2-16 16,0 2-30-16,0 0-14 0,0 2 15 15,1 5 16-15,-1 3-1 0,2 0 0 16,-4 2-31-16,2 1-43 15,-4 1-26-15,-1-2-2 0,0 4-28 0,-3-1-12 16,-3 1 3-16,-5 1-12 0,-1-2-1 16,1-2 13-16,-3 1 15 0,0-2-12 15,0-2 6-15,2-1 27 0,1-1 1 0,2-2 1 16,1-1 2-16,3-2-2 0,2-1 2 16,3 0 35-16,0-1-7 0,3 3-3 15,9 2 71-15,5 2-19 0,4-2-31 0,2 2-24 16,2-1-24-1,1-4-1-15,0 1-12 0,-2-1-1 0,1-1-27 16,-3 0-6-16,-1-2-62 0,-5 0-60 16,-4 0-108-16,-1 0-212 0,-8-2-748 0</inkml:trace>
  <inkml:trace contextRef="#ctx0" brushRef="#br0" timeOffset="127793.513">19571 10589 1076 0,'0'0'254'0,"0"0"390"0,0 0-233 16,0 0-152-16,0 0-86 0,0 0 36 15,0 0-7-15,0 0-33 0,0 0-1 16,27-70 28-16,-27 67 2 15,0-1-25-15,0 3-11 0,0-3 28 16,-2 4-15-16,0-1-48 0,-4-1-35 0,-2-1-43 16,-3 2-46-16,-1 0-3 0,-2-3 0 15,-5 4-25-15,1 0-5 0,0 0-13 16,-2 4-31-16,1 1 0 0,-2 3 3 16,-1 1-12-16,1 1-35 0,0 5-37 15,0-2-55-15,2 4-101 0,7-4-232 16,1 7-590-16</inkml:trace>
  <inkml:trace contextRef="#ctx0" brushRef="#br0" timeOffset="128188.907">20811 10655 1099 0,'0'0'1935'0,"0"0"-1460"0,0 0-206 16,0 0-62-16,0 0 63 0,18 69 34 0,-17-48-9 15,-1 2-68-15,0 3-81 16,-1-1-55-16,-2-1-27 0,1-1-44 0,1-4-20 16,-1-3-30-16,2-3-74 15,0-5-60-15,3-2-35 0,3-2-7 0,5-4-78 16,5-6-279-16,-3-4-534 0,12-17-583 15</inkml:trace>
  <inkml:trace contextRef="#ctx0" brushRef="#br0" timeOffset="128599.516">21232 9845 1299 0,'0'0'1578'15,"0"0"-994"-15,0 0-141 0,0 0-86 16,13 94-50-16,-9-51 34 0,1 3-72 0,-2 2-80 16,-2 7-46-16,-1-1-40 0,0 3-22 15,0-3-32-15,-6 0-48 0,-3-1-1 16,-2-5-18-16,0-2-49 0,-3-6-39 16,2-7 0-16,1-7 21 0,3-7 24 0,2-8 3 15,3-5-9-15,0-1-6 0,3-4 6 16,0-1 12-16,0 0 24 15,0 0 10-15,8-1-16 0,4-2 9 16,2 1 28-16,4-2 3 0,4 2-3 0,-3 2-11 16,2 0-23-16,-1 5 19 0,-1 2-13 15,-2 4 13-15,-1 0 14 0,0 3 1 16,-6-1 33-16,-1 3-9 0,-2 3-11 0,-4-1 17 16,-3 1 22-16,0-2-3 0,0 2-18 15,-9 0 12-15,-1-5-22 16,0 1 13-16,-4-2 5 0,-2-4-14 15,-1-3-25-15,-1-3-58 0,-2-3-3 16,0 0-104-16,2-4-106 0,0-7-226 16,3-2-229-16,4 1-525 0,-1-10-599 0</inkml:trace>
  <inkml:trace contextRef="#ctx0" brushRef="#br0" timeOffset="128958.156">21764 10632 75 0,'0'0'1168'0,"0"0"-563"0,0 0-51 16,0 0-44-1,0 0-15-15,0 0-42 0,0 0-92 16,0 0-73-16,0 0-81 0,0 0-47 0,14-6-50 16,-12 11-37-16,-1 1-9 0,4 6 40 15,-1 4 5-15,-2 6-48 0,-2 8-24 0,0 2-13 16,0 6 0-16,-8 0-6 0,2 3-5 16,-2 0-1-16,-3 1-12 0,-1-2-1 15,0-3-2-15,-2-1 0 0,1-5-49 0,1-6-57 16,6-6-74-16,1-7-34 15,5-7-13-15,0-5-100 0,10-4-319 16,1-3-480-16,16-17-340 0</inkml:trace>
  <inkml:trace contextRef="#ctx0" brushRef="#br0" timeOffset="129168.57">21931 10884 668 0,'0'0'1132'0,"0"0"-706"0,0 0-161 15,-86 62-59-15,67-44 3 16,2 0 54-16,5-1-8 0,5-4-49 16,4-1-101-16,3-3-64 0,7-1-19 0,5-2-12 15,5 0-8-15,0-2 12 0,6-1 27 16,-1 1 6-16,-2-4-3 0,2 0-44 16,-1 0-56-16,-2-7-140 0,1-3-105 15,0-1-121-15,-5 1-206 0,6-7-681 16</inkml:trace>
  <inkml:trace contextRef="#ctx0" brushRef="#br0" timeOffset="129600.465">22301 10230 3 0,'0'0'1579'15,"0"0"-1170"-15,0 0-111 0,0 0 16 0,88-38 33 16,-62 25-97-16,1 2-30 16,-1 0-39-16,-2 3-17 0,0 2-10 0,-1 1-2 0,-1 4-27 15,-5-2-60-15,-1 3-31 0,-5 0-21 16,0 3 2-16,-2 3 16 15,-3 2 38-15,2 4 45 0,-2 1 19 0,3 8-38 16,-1 0-15-16,0 3-10 0,3 3 7 16,0 1-13-16,1 1 3 0,0 2-30 15,-2 3-16-15,1 1-6 0,0 2-12 16,-4 0 16-16,-1 0-18 0,-3 1 2 0,-1-1-1 16,-2-5-2-16,0-2-2 0,-2-4-13 15,-2-2-16-15,-1-7-21 0,1-1-9 16,0-1-6-16,-5-3-6 15,0-1-41-15,1 0-15 0,-4-5 12 0,-2 0-4 16,-5-3-81-16,2-2-168 0,-6-1-296 16,6 0-636-16,-14-6-600 0</inkml:trace>
  <inkml:trace contextRef="#ctx0" brushRef="#br0" timeOffset="130101.401">23449 9668 1273 0,'0'0'420'0,"0"0"770"0,-8 83-799 16,7-46-64-16,-1 12-84 0,2 4 3 16,0 6 37-16,0 4 8 0,2 7-40 15,4 2-70-15,1 3-23 0,-2 2 40 0,1 3-41 16,-1 2-78-16,-2 1-52 0,-3 3-24 16,0-2-3-16,0 1-33 0,-8-2-33 0,0-3-19 15,-4-1-9-15,-1-2 0 0,0-6-22 16,2-5-46-1,3-9 9-15,-1-4 15 0,4-7-80 0,2-8-155 16,0-7-193-16,3-7-187 0,0-7-331 0,0-2-367 0</inkml:trace>
  <inkml:trace contextRef="#ctx0" brushRef="#br0" timeOffset="130817.046">25001 10157 176 0,'0'0'535'0,"0"0"-353"0,0 0-110 16,0 0 752-16,0 0-341 0,0 0-121 0,-15-70-140 15,10 62-52-15,-4 3 102 0,0 3 1 16,-2-1-45-16,1 3-87 0,-5 0-5 15,-1 2 23-15,-2 6 21 0,-1 8-47 16,-3 7-31-16,-1 8-19 0,3 7 9 0,-2 6-3 16,4 6-6-16,3 1 9 15,2 3-7-15,6-2 0 0,1 0-3 16,5-3-12-16,1-3-36 0,1-5-34 16,7-4-25-16,4-5-96 0,4-8-31 15,4-5-47-15,2-4-31 0,7-8-79 16,4-3-125-16,9-4-288 0,-10-4-587 0,21-12-602 0</inkml:trace>
  <inkml:trace contextRef="#ctx0" brushRef="#br0" timeOffset="131183.576">25622 10242 1554 0,'0'0'1696'0,"0"0"-1097"15,0 0-250-15,0 0-119 0,0 0 5 16,0 0 22-16,-95-12 21 0,72 29-80 15,-2 6-86-15,3 7-42 0,2 2-18 0,0 8-7 16,3-3 1-16,3-2-10 0,3-7-15 16,5-6-21-16,4-5-15 15,2-7-15-15,0-3-13 0,2-5-17 16,7-2-31-16,4 0-21 0,3-2-22 16,3-5 18-16,1-7 28 0,2-5-10 0,1 0-34 15,-2-4-28-15,2 1 16 16,-3-1-2-16,-2 1-9 0,-1-1 27 0,-4 3 40 15,1-1 49-15,-3 3 39 0,-3 3 19 16,-1 5-4-16,1 4 49 0,-5 3 8 0,1 3 3 16,0 3 40-16,1 7 49 0,2 7-47 15,-2 2 9-15,1 6 21 16,-1 3-24-16,0 0-13 0,-2 1-31 0,4-2-46 0,-2-2-33 16,0-5-17-16,1-2-90 15,0-2-58-15,4-2-12 0,-1-5-33 0,2-2-65 16,1-3-299-16,-2-1-627 15,6-3-581-15</inkml:trace>
  <inkml:trace contextRef="#ctx0" brushRef="#br0" timeOffset="131411.527">26135 10360 1808 0,'0'0'723'0,"0"0"50"0,0 0-388 16,0 0-215-16,0 0 5 0,19 80 54 0,-19-56 32 15,0 4-49-15,-2-2-116 16,-7 5-93-16,-1-4-3 0,-2 0-71 16,1 1-52-16,-4-8-59 0,3-2-117 15,3-5-277-15,-4-2-889 0</inkml:trace>
  <inkml:trace contextRef="#ctx0" brushRef="#br0" timeOffset="132174.776">26433 9751 774 0,'0'0'91'0,"0"0"-91"0,0 0 1124 15,0 0-693-15,0 0-22 0,0 0-62 16,0 0-10-16,0 0-30 0,0 0-46 16,0 0-52-16,31 53-54 0,-29-44-22 0,5-1-22 15,-4 2-12-15,0 3-20 0,2 4-11 16,-5 6-4-16,0 6-9 0,0 9 0 0,-5 7-12 16,-6 8-16-16,-4 5-3 0,-2 4-8 15,1 4 23-15,-2-1-2 16,2-5-36-16,-2-5-1 0,8-9-3 15,4-8-15-15,3-9 15 0,3-8-19 16,0-4-27-16,2-7-63 0,4-4-20 16,2-4 19-16,3-2 24 0,1 0 46 0,3-4-3 15,1-5-4-15,1-3 19 0,0-1-3 16,2-3 4-16,-2 1 5 0,2-1 3 16,-1 0 1-16,0 2 2 0,0 2-3 15,-1 4 4-15,1 0-1 0,-2 5-3 0,3 3 22 16,-2 0 56-16,2 2 31 0,-3 7-28 0,1-1-35 15,-4 4-5 1,2 1 9-16,-7 0 12 0,4 1 15 16,-5 1-9-16,-1-2-18 0,-3 1-7 0,-2 0-8 15,-1-1-1-15,-1 2-11 0,-7-1 0 16,-4-1 2-16,-2-1 0 0,-3 0-3 16,-2-1-52-16,-5-4-37 0,-3 0-47 0,-4-2-53 15,1 0-91-15,-2-2-256 0,9-1-503 16,-13-2-446-16</inkml:trace>
  <inkml:trace contextRef="#ctx0" brushRef="#br0" timeOffset="132833.787">25932 10445 927 0,'0'0'270'15,"0"0"804"-15,0 0-587 0,0 0-127 16,0 0-130-16,0 0-30 0,0 0 15 0,0 0 5 16,0 0-50-16,0 0-64 0,0 0-28 15,14 4-19-15,-8-3-19 0,-3-1 22 16,1 1-19-16,-1-1-40 0,0 2-3 15,-2 2-2-15,2 2 2 16,2 2 16-16,-1 3 30 0,-3 2-24 16,0 4-10-16,-1-1-10 0,0 2 0 0,0-3 13 15,0 2-2-15,-2-1-10 0,-2-3 25 16,1-1-10-16,0-5-15 0,1-1 9 16,2-2-11-16,0-2-1 0,0-2 0 0,-1 0-3 15,1 0 0-15,0 0-15 0,-2 0-56 16,2 0-31-16,0 0-34 15,-1-2-51-15,-1-6-55 0,0-2-79 16,-3 0-144-16,-2-10-1142 0</inkml:trace>
  <inkml:trace contextRef="#ctx0" brushRef="#br0" timeOffset="132993.051">25891 10259 886 0,'0'0'345'15,"0"0"91"-15,0 0 792 0,0 0-749 0,0 0-146 16,0 0-18-16,89-24-158 16,-64 15-107-16,0-1-50 0,1 0-99 0,-1 1-143 15,-2-1-172-15,-6 7-348 0,5-1-786 0</inkml:trace>
  <inkml:trace contextRef="#ctx0" brushRef="#br0" timeOffset="133409.212">26956 10585 1133 0,'0'0'258'0,"0"0"-31"0,0 0 516 15,0 0-236-15,0 0-193 16,0 0-37-16,0 0-58 0,80 21-58 15,-73-11-17-15,-3 3-27 0,1 2-23 16,-1 3 5-16,-4 2 22 0,0 1 19 0,0 0-54 16,-9 0-40-16,3-1 9 0,1-2-21 0,-1-2-12 15,0-8-12-15,3 3-10 0,3-10-25 16,-1 2-36-16,1-3-81 0,0 0-19 16,0-6-75-16,0-4-172 0,0-1-327 15,0-12-1299-15</inkml:trace>
  <inkml:trace contextRef="#ctx0" brushRef="#br0" timeOffset="133574.353">26988 10313 947 0,'0'0'1941'0,"0"0"-1420"0,0 0-204 0,0 0-81 15,0 0 0-15,0 0-65 0,88-24-171 0,-55 11-37 16,3-2-225-16,1 0-195 0,-9 1-566 15,9 0-877-15</inkml:trace>
  <inkml:trace contextRef="#ctx0" brushRef="#br0" timeOffset="133826.595">27503 10028 1102 0,'0'0'127'16,"0"0"355"-16,0 0 755 0,0 0-688 0,87 79-195 16,-61-53-86-16,2 0-63 0,-4 2-16 0,-1 3 9 15,0 0-42-15,-7 2-15 0,-1-2-46 16,-7 0-37-16,-5 4-49 0,-3-2-9 16,0 0-27-16,-13 1-1 15,-5-1-12-15,-8 1-12 0,-1-2-39 0,-3-1-1 0,-3 1 18 16,2-4-30-16,0-4-63 15,2-3-106-15,0-2-154 0,8-6-263 16,-5-2-674-16</inkml:trace>
  <inkml:trace contextRef="#ctx0" brushRef="#br0" timeOffset="136134.355">28673 10109 515 0,'0'0'160'16,"0"0"-79"-16,0 0 506 0,0 0-216 15,0 0-131-15,0 0-26 16,0 0 13-16,0 0 51 0,0 0-5 0,0 0-17 16,14-41-33-16,-14 41-7 0,-4-1-17 15,0 1-1-15,-4-2-16 0,2 2-39 0,-6 0-75 16,-1 0-34-16,-6 9 3 0,-1 4 6 16,-3 9-15-16,0 6 28 0,-2 7-13 15,5 5 3-15,0 4-18 16,4 1 12-16,1 1-7 0,7-3 7 0,3-2 3 15,5-4 6-15,0-6 3 0,5-8-15 16,3-2-16-16,3-6-21 0,3-4-9 16,-1-4-9-16,1-1-7 0,1-6-18 15,0 0-15-15,0 0-25 0,2-4-61 16,-1-4-72-16,-2-5-151 0,-2 3-328 0,-2-9-790 0</inkml:trace>
  <inkml:trace contextRef="#ctx0" brushRef="#br0" timeOffset="136311.978">28403 10331 215 0,'0'0'561'0,"0"0"855"0,0 0-921 16,0 0-206-16,0 0-36 0,90-6 8 16,-50 5-77-16,8-5-83 0,2 0-86 15,-2-1-15-15,2-2-63 0,-5 1-79 0,-2-2-118 16,-3-2-140-16,-12 2-372 15,11-8-967-15</inkml:trace>
  <inkml:trace contextRef="#ctx0" brushRef="#br0" timeOffset="136626.319">29135 9719 1053 0,'0'0'173'15,"0"0"1445"-15,11 88-1096 0,-6-44-113 0,-2 9-63 16,0 2 8-16,-2 5-27 0,-1 0-64 0,0 1-80 16,0 2-61-16,0 0-52 0,-3-3-34 15,0 0-18-15,0-5-18 16,0-2 0-16,1-7-3 0,1-4-12 15,-1-6-3-15,2-4-31 0,-1-7-21 0,-1-4-27 16,2-4-28-16,0-6-28 16,0-4-12-16,0-4-7 0,0-3-54 0,3 0-85 15,5-8-165-15,3-1-152 0,-2-3-352 16,8-11-521-16</inkml:trace>
  <inkml:trace contextRef="#ctx0" brushRef="#br0" timeOffset="136939.607">29166 10279 329 0,'0'0'1899'0,"0"0"-841"0,0 0-724 16,0 0-154-16,0 0-76 0,0 0 34 15,0 0 103-15,0 0 7 0,0 0-125 0,105-1-73 16,-63-7-47-16,-1-4-3 0,2 0-43 16,-1-4-44-16,-3 2-27 0,0-2-69 0,-4 1-84 15,-4-1-177-15,-9 4-268 0,1-5-504 16</inkml:trace>
  <inkml:trace contextRef="#ctx0" brushRef="#br0" timeOffset="137325.255">29619 9813 404 0,'0'0'398'0,"0"0"791"0,0 72-477 16,-2-37-224-16,-1 7-138 0,-1 4-82 16,1 5-26-16,1 3-7 0,-1 1-27 15,2 1-38-15,-1-2-38 0,0 0-31 16,-1-3-43-16,1-5-46 16,1-1-9-16,1-7-3 0,0-1-3 0,0-8-46 15,0-4-33-15,3-2-10 0,0-3-22 0,-1-4-44 16,3-4-53-16,-1-4-131 15,2 1-256-15,-3-5-422 0,8-4-224 0</inkml:trace>
  <inkml:trace contextRef="#ctx0" brushRef="#br0" timeOffset="137776.98">30072 9979 690 0,'0'0'85'16,"0"0"1835"-16,0 0-1288 0,0 0-198 15,20 81-157-15,-7-48 17 0,-1 4-16 0,2 2-10 16,2 5-54-16,0 0-62 0,3 0-58 0,-2 2-27 15,0-2-27 1,3-3-38-16,-4-4-2 0,1-2-1 0,0-5-2 16,-2-5-22-16,1-2-38 0,1-8-74 15,-1-3-59-15,2-2-12 0,2-8-50 0,2-2-171 16,-5 0-345-16,14-6-666 0</inkml:trace>
  <inkml:trace contextRef="#ctx0" brushRef="#br0" timeOffset="138018.345">30525 10084 336 0,'0'0'2001'0,"0"0"-1475"0,0 0-219 16,-106 88-106-16,72-54 15 0,-1 6 109 15,-1-2 20-15,2 3-66 0,-1 1-112 16,0-4-109-16,-1 1-30 0,2-4-27 16,-1-3-1-16,1-1-22 0,2-5-30 0,3-4-105 15,3-3-23-15,2-2-47 0,4-5-87 16,5-4-171-16,5-3-210 0,6-5-368 0,4-1-154 0</inkml:trace>
  <inkml:trace contextRef="#ctx0" brushRef="#br0" timeOffset="138350.834">31153 9767 729 0,'0'0'248'0,"0"0"1678"0,0 101-1344 0,-9-57-181 15,-1 12-106-15,-2 1 16 0,-5 4 3 16,-3-1-23-16,4 0-66 16,-2-5-82-16,5-4-43 0,-2-4-39 0,7-5-37 15,0-6-24-15,2-4 0 0,1-2-2 0,4-11 0 16,-2 0-19-16,3-5-34 15,0-3-63-15,0-3-55 0,4-6-35 0,7-2 3 16,5 0-130-16,6-9-311 16,-4 0-797-16,17-14-887 0</inkml:trace>
  <inkml:trace contextRef="#ctx0" brushRef="#br0" timeOffset="138677.194">31696 10094 1080 0,'0'0'117'16,"0"0"1301"-16,0 0-968 0,0 0-121 16,0 0-72-16,0 0 48 0,-65 75-44 15,40-57-44-15,-4-2-90 0,-4-1-59 16,-5 2-47-16,-4 1-21 0,-5-1-1 16,0-3-11-16,4 2-13 0,6-4 7 15,10-4 16-15,7-2 2 0,9 0 26 0,5-1 27 0,2-1-19 16,1 2 15-1,2 1 3-15,1 1 19 0,0 4 39 16,0-3 3-16,4 4-43 0,3 0-27 0,5 2-1 16,4-1 4-16,1 1-16 0,5 1-2 15,4-2-25-15,-1 2-1 0,1-3-2 0,2 0-3 16,-1-1-25-16,2 2-11 0,1-2-37 16,-1 1-10-16,2 1-45 0,-3 3-50 15,0 1-43-15,0 1-8 0,-2 2-100 16,-6-5-340-16,7 6-1216 0</inkml:trace>
  <inkml:trace contextRef="#ctx0" brushRef="#br0" timeOffset="139577.216">25132 11362 365 0,'0'0'346'0,"0"0"-177"0,0 0 1058 15,0 0-761-15,0 0-83 0,0 0 48 16,0 0-133-16,0 0 11 0,-69 68-24 16,49-40 0-16,3 4-57 0,0 0-32 15,3 2-16-15,1-1-7 0,4-3-30 16,2-2-31-16,3-4-33 0,-2-5-12 16,5-2-31-16,1-5-21 0,0-3-3 0,0 0-12 15,0-6-15-15,1 0-30 0,5-2-13 0,2-1 1 16,3 0-7-16,3-4-33 15,3-5 6-15,3-7 3 0,3-4-19 16,-2-3-9-16,2-2-31 0,-3 0-15 16,-1-1-20-16,-2 0 52 0,-3 0-31 15,-2 0 11-15,-2 1 12 0,-4 0 47 16,-3 1 28-16,-2 1 22 0,-1 2 40 16,-1 3 1-16,-4 3 3 0,-1 5 32 0,-1 3 21 15,-3 4-5-15,2 3-51 0,-3 0-17 16,-1 6 2-16,-2 1 14 0,-3 4 0 15,1 0-131-15,1 0-407 0,3-4-521 0,-2-1-645 16</inkml:trace>
  <inkml:trace contextRef="#ctx0" brushRef="#br0" timeOffset="139833.738">25333 11256 767 0,'0'0'114'0,"0"0"999"0,0 0-549 16,83 13-210-16,-62 0-69 0,-1 10 24 15,-5 3-31-15,-1 7-45 0,-4 2-42 16,-2 3 8-16,-4 3-32 0,-2-1-37 16,-2 0-14-16,0-5-48 0,-8-3-41 15,2-4-11-15,-1-5-16 0,2-5 3 16,0-7 9-16,4-6-12 0,1-1 1 0,0-4 13 0,0 0-11 16,1-6-3-16,6-7-3 0,5-8-73 15,2-6 33-15,6-6-59 0,0-5-48 16,2-3-33-16,1 2-75 15,-3-3-107-15,-1 6-219 0,-4 8-518 0,5-3-485 0</inkml:trace>
  <inkml:trace contextRef="#ctx0" brushRef="#br0" timeOffset="140990.92">24946 12212 290 0,'0'0'105'16,"0"0"188"-16,0 0 333 0,0 0 86 15,0 0-233-15,0 0-83 0,0 0-44 0,0 0-24 16,0 0-69-16,0 0-52 0,-35-6-78 15,26 14-26-15,-5 2-13 0,1 5 15 16,0 4 13-16,0 2 29 0,-1 6-14 16,2 3-26-16,2 3-22 0,2 0-2 0,1-1-13 15,1-4 3-15,3-1-22 16,1-4-26-16,1-4-4 0,1-6-9 16,0-2 3-16,0-4-15 0,4-3-12 0,1-2-24 0,0-2-19 15,7 0-18-15,-1-7 15 0,3-3-12 16,1-4-25-16,1-5 22 15,3-3-25-15,-1-1-50 0,-1 0-6 16,-2 1-4-16,-2 0 9 0,1-1-52 16,-5 2 32-16,-1 0 46 0,-3 6 76 0,-3 1 47 15,-1 5 19-15,-1 3 69 0,0 3 35 0,0 3-10 16,0 3-22 0,0 6-7-16,0 7 59 0,4 3-19 0,-2 4 9 15,1 4-19-15,1 1 0 0,0 0 2 16,-1-4-12-16,0-1-34 0,2-3-33 15,2-3-35-15,-2-4-2 0,0-1-1 16,1-6-63-16,2-3-98 0,-1-3-37 0,3 0-26 16,-1-5-192-16,-1 0-618 15,1-10-630-15</inkml:trace>
  <inkml:trace contextRef="#ctx0" brushRef="#br0" timeOffset="141184.956">25228 12497 1782 0,'0'0'1039'0,"0"0"-505"0,0 0-270 16,0 0-40-16,0 0 65 0,0 0-12 16,0 0-5-16,0 0-106 0,82 59-96 15,-71-49-39-15,0 1 9 0,-4 1 9 0,-1 2-3 16,-4 1-7 0,-2 0-36-16,0 2-3 0,-8-1-64 0,-2 1-49 0,-1-5-25 15,1-4-28-15,-2-3-41 0,2-5-98 16,1 0-332-16,-1-12-876 0</inkml:trace>
  <inkml:trace contextRef="#ctx0" brushRef="#br0" timeOffset="141321.424">25246 12322 1964 0,'0'0'618'15,"0"0"-87"-15,0 0-279 0,0 0-138 0,0 0 127 16,0 0 8-16,87-31-117 0,-63 27-132 0,-1 0-120 15,1 2-195-15,-8 0-193 0,7 2-629 0</inkml:trace>
  <inkml:trace contextRef="#ctx0" brushRef="#br0" timeOffset="141875.448">25721 12558 434 0,'0'0'192'0,"0"0"-3"0,0 0-42 15,0 0 920-15,0 0-792 0,0 0-152 16,0 0-81-16,0 0-35 0,0 0-7 0,0 0-52 16,6 23-107-16,-6-23-97 0,0 1-107 0,-3 1-116 15,-1 1 26 1,-1 0-52-16</inkml:trace>
  <inkml:trace contextRef="#ctx0" brushRef="#br0" timeOffset="142475.752">25822 11991 404 0,'0'0'336'0,"0"0"713"0,0 0-463 0,0 0-18 16,0 0-143-16,0 0-146 0,28 68-23 16,-25-44-24-16,2 0-32 0,-1 2-36 15,-1 0-19-15,2 4-31 0,-1-1-19 16,0 3-21-16,-1 2-19 0,0 3 3 15,1 0-9-15,-4 0-7 0,0 2-14 0,-4-2-13 16,-3 0-14-16,-2-2-1 16,0-1-1-16,-2-2-32 0,4-5-38 15,0-3 7-15,2-6 21 0,2-5 19 0,3-2-13 16,0-6-24-16,0-3-13 16,5-2 16-16,1 0 27 0,5-1 31 0,3-7 1 15,5-2 14-15,3-4 4 0,2-3-19 16,1-1-35-16,1-1-30 0,-2 0 13 15,2 3 2-15,2 3 10 0,-3 1-16 16,-2 5 13-16,1 2 18 0,-3 3 7 16,-1 2-4-16,-2 0 19 0,-2 5-10 15,-6 3 13-15,-1 1 18 0,-3 2 1 16,-1-1-17-16,-2 2 10 0,-3-1 16 16,0 0-3-16,0 0-7 0,-2 1 7 0,-4-1 0 15,-2-1-22-15,-1-1-3 16,-2 2-1-16,-2-5-18 0,-2 1-33 0,-2-3-26 0,0-2-18 15,-2-2-35 1,0 0-99-16,0-1-159 0,2-6-244 0,3 1-482 16,-2-9-364-16</inkml:trace>
  <inkml:trace contextRef="#ctx0" brushRef="#br0" timeOffset="142908.122">26573 12665 815 0,'0'0'147'16,"0"0"1276"-16,0 0-1074 0,0 0-191 15,0 0 12-15,0 0 88 0,0 0 6 16,0 0-8-16,0 0-65 0,0 0-58 15,57 72-46-15,-55-59-13 0,-2 2 4 0,0-2-32 16,0 0-15-16,-4 0-9 0,-5-1 6 16,3 0-7-16,2-1-2 0,0-4-7 0,1-2-12 15,3-4 0-15,-2 0-2 0,2-1-19 16,0-1-81-16,2-7-88 0,4-3-82 16,2-6-122-16,-2 4-366 0,5-12-833 0</inkml:trace>
  <inkml:trace contextRef="#ctx0" brushRef="#br0" timeOffset="143058.161">26724 12416 2379 0,'0'0'1432'0,"0"0"-1086"0,0 0-153 0,0 0-4 16,84-12-25-16,-60 7-81 0,-1-1-83 0,0-4-62 15,-5 4-117-15,-2-2-62 0,-5 3-113 16,-6 0-272-16,-4 3-581 15,-4 1-430-15</inkml:trace>
  <inkml:trace contextRef="#ctx0" brushRef="#br0" timeOffset="143441.905">25746 12627 950 0,'0'0'13'0,"0"0"221"0,0 0 540 16,0 0-326-16,0 0-148 0,0 0-30 16,0 0-30-16,0 0-43 0,0 0-3 15,0 0-46-15,-67 66-34 0,63-56 17 16,0 1 11-16,0 3-23 0,-1 2 14 16,-1 1 13-16,1 0-38 0,-1 1-35 0,-3-2-30 15,4 0-21-15,-4-3-22 0,1 2-80 16,-3-1-124-16,2-1-134 0,2-3-257 15,-6 0-715-15</inkml:trace>
  <inkml:trace contextRef="#ctx0" brushRef="#br0" timeOffset="143875.14">24624 12215 721 0,'0'0'16'0,"0"0"82"0,0 0 527 16,0 0 103-16,0 0-272 0,0 0-38 16,-43 93-86-16,27-57-66 0,1 3-26 15,-1 8-5-15,1 1-14 0,1 1-29 16,3 1-50-16,0-2-28 0,5 2-28 0,-1-3-25 15,3-3-21-15,4-2-40 16,0-9 0-16,4-3-95 0,9-3-37 16,4-6-6-16,5-3-39 0,7-3-31 0,4-6-124 15,-5-1-285-15,20-5-654 0</inkml:trace>
  <inkml:trace contextRef="#ctx0" brushRef="#br0" timeOffset="144396.966">27762 12203 843 0,'0'0'271'0,"0"0"927"0,0 0-656 0,73 71-145 15,-50-45-145-15,-2 3-46 0,-1 1-40 16,-3 2-28-16,-3 2-24 0,-2-1-39 15,-2 0-28-15,-6 1-16 0,-4-1 0 16,0 0-20-16,-5 1-11 0,-10 0-12 16,-5 0-44-16,-5 0-72 15,-6 0-11-15,-2-2-11 0,-3-2-40 0,1-2-57 16,-1-7-108-16,4-2-208 0,8-7-539 16</inkml:trace>
  <inkml:trace contextRef="#ctx0" brushRef="#br0" timeOffset="144790.156">29053 12189 797 0,'0'0'290'16,"0"0"851"-16,0 0-637 0,0 0-151 16,0 0-126-16,-78 27 21 0,58-7 1 0,-6 4-16 15,-2 6-48-15,-4 4-55 0,-3 7-15 16,-1 3-16-16,2 4 27 15,0 3 34-15,6-3-22 0,5 1-7 16,6-4-9-16,5-4-12 0,7-6-7 0,5-5-9 16,3-6-27-16,11-5-25 0,3-2-29 15,3-5-13-15,3-5-15 0,0-2-43 0,4-5-35 16,1 0-38-16,-1-8-52 16,-3-5-15-16,-5-2-127 0,-2 1-264 15,-6-1-500-15,-3 4-216 0</inkml:trace>
  <inkml:trace contextRef="#ctx0" brushRef="#br0" timeOffset="144944.739">28738 12624 352 0,'0'0'2039'0,"0"0"-1418"15,0 0-272-15,0 0-108 0,0 0-11 16,0 0 54-16,0 0 8 0,0 0-88 16,115 17-35-16,-66-15 12 0,6 0-52 0,1-2-93 15,0-2-36-15,-3-2-74 0,-4-4-110 0,-3-1-86 16,-7 2-177-16,-10 2-554 0,1-2-1141 15</inkml:trace>
  <inkml:trace contextRef="#ctx0" brushRef="#br0" timeOffset="145485.515">29828 11912 68 0,'0'0'617'15,"0"0"810"-15,0 0-829 0,11 79-142 0,-9-42-93 16,-2 8-66-16,0 5-4 0,0 5-16 16,-1 6-36-16,-3 3-51 0,-2 2-33 15,-3 2-26-15,1 4 28 16,-3 0 20-16,0-5-70 15,1-1-54-15,1-12-45 0,1-6-10 0,4-8-70 16,4-9-45-16,0-8-28 0,4-6-52 0,9-8-31 0,3-9-113 16,7-3-341-16,-3-6-797 15,13-18-905-15</inkml:trace>
  <inkml:trace contextRef="#ctx0" brushRef="#br0" timeOffset="145767.971">30346 12270 7 0,'0'0'2225'0,"0"0"-1711"16,0 0-321-16,-105 63-27 0,60-36 112 15,3 3-5-15,-1-1-49 0,1-1-130 16,6 2-64-16,2-6-30 0,3 0-47 0,6-2-72 16,-1-1-29-16,7-5 11 0,4-3-5 15,5-5 65-15,7-2 64 0,3-2 13 0,0 0 32 16,3 1 38-1,7 4 54-15,3-1 12 0,3 4 3 0,4-1-10 0,6 1 16 16,1-1 76-16,5 1-38 16,1 0-75-16,1-4-59 0,-1 1-31 15,-2-2-18-15,0-3-3 0,-3 0-87 0,1-4-83 16,-1 0-66-16,-4 0-104 0,5-6-211 16,-9 2-495-16,8-10-704 0</inkml:trace>
  <inkml:trace contextRef="#ctx0" brushRef="#br0" timeOffset="145984.605">30714 12418 1162 0,'0'0'218'0,"0"0"890"0,0 0-510 0,0 0-50 15,44 86-94 1,-29-59-84-16,5 0-93 0,-1-3-74 0,4-3-56 15,0-2-68-15,2-5-79 0,1-3-73 16,2-5-65-16,1-6 3 0,1 0-49 16,0-5-57-16,2-4-216 0,-8-3-578 0,5-12-765 0</inkml:trace>
  <inkml:trace contextRef="#ctx0" brushRef="#br0" timeOffset="146164.408">31061 12359 1611 0,'0'0'42'0,"0"0"938"16,0 0-726-16,-98 85-61 0,65-49 126 15,0 4 124-15,-1 2-48 0,-2 1-134 0,2 0-172 16,-3 0-89-16,0-3-52 0,1-5-100 16,0-2-118-16,4-4-152 0,7-11-366 0,-1 0-678 15</inkml:trace>
  <inkml:trace contextRef="#ctx0" brushRef="#br0" timeOffset="146558.639">31575 11987 620 0,'0'0'2028'0,"0"0"-1230"0,-19 100-268 16,8-53-133-16,-1 8-45 0,4 2-36 0,-5 5-11 16,3-2-69-16,1 0-54 0,1-3-49 15,0-2-64-15,5-4-42 0,3-3-11 16,0-8-15-16,0-5-1 16,5-8-17-16,1-6-52 0,2-8-43 0,1-3-33 0,-1-5-58 15,5-4-31-15,-1-1-68 16,0-6-269-16,-3-1-658 0,2-13-785 0</inkml:trace>
  <inkml:trace contextRef="#ctx0" brushRef="#br0" timeOffset="146725.068">31508 12520 1887 0,'0'0'1515'15,"0"0"-1113"-15,0 0-191 0,0 0 92 0,109 19 16 16,-72-19-37-16,5 0-122 0,4-6-157 15,-2-6-3-15,2-3-123 0,-4-5-67 16,-2 0-109-16,-1-2-263 0,-15 6-782 16,10-10-1119-16</inkml:trace>
  <inkml:trace contextRef="#ctx0" brushRef="#br0" timeOffset="146891.534">32051 12272 1497 0,'0'0'231'16,"0"0"751"-16,0 0-741 15,-31 73-32-15,22-41 167 0,-2 5 81 16,3-1-48-16,-4 8-106 0,1-1-138 16,0-1-73-16,-4 0-21 0,-1-4-16 15,-3-3-31-15,1-3-24 0,-1-2-53 0,-1-5-115 16,1-3-53-16,1-5-107 0,5-5-426 16,4-4-1515-16</inkml:trace>
  <inkml:trace contextRef="#ctx0" brushRef="#br0" timeOffset="155448.328">9076 10024 929 0,'0'0'33'15,"0"0"1410"-15,-46-68-1182 0,30 46-110 0,-1 0 20 16,2 4 107-16,4 5 12 0,2 7-53 0,2 5-36 15,1 1 9-15,-2 1-8 16,0 9-66-16,1 4-56 0,-2 8-6 16,-1 7 9-16,2 7 16 0,-4 4-1 0,2 8-46 15,-3 3 0-15,-3 3-31 0,0 2 1 16,-2 5-22-16,-4 0-27 0,3-1-10 16,-1-2-9-16,4-8 16 0,0-6 30 15,6-7-1-15,1-7 0 0,6-4-27 16,3-4-36-16,0-1 36 0,5 0 26 15,5-1-10-15,3-1-25 0,1-1 19 0,3 0-38 16,0 2 56-16,-1 2 19 0,-2 3 24 16,1 3-16-16,-3 4 7 0,0 7 12 15,-1 3 0-15,1 2 6 16,-2 6-12-16,0 3 0 0,0 0-25 0,-1 6 9 16,2-2-22-16,-5 4-4 0,1-2-23 15,1 2-24-15,-3-8-52 0,5 0-55 16,-2-5-85-16,2-5-122 0,1-5-178 15,-1-1-436-15,-2-11-309 0</inkml:trace>
  <inkml:trace contextRef="#ctx0" brushRef="#br0" timeOffset="156916.276">32402 10184 729 0,'0'0'1749'0,"0"0"-1019"16,0 0-358-16,0 0-189 0,0 0-4 0,82-66 107 16,-56 49-47-16,5 0-97 0,3 0-56 15,-1 0-18-15,4 1-4 0,-6 4 7 0,0 2-47 16,-6 4-24-16,-2 4-4 15,-4-1-14-15,-2 3 6 0,-3 0 9 16,-6 3-25-16,-1 5-6 0,-7 0 19 16,0 8-3-16,-7 3 17 0,-10 9-33 15,-8 7 9-15,-6 4 10 0,-5 10-47 16,-5 4 44-16,-3 5-25 0,-1 1 18 0,-1 5-6 16,2-4 20-16,4 1 11 0,7-4 46 15,4-6 25-15,8-5-16 0,3-4-38 16,7-6-17-16,3-4-12 0,5-1 8 15,1-5-20-15,2-2 22 0,0-4-17 16,5 1-42-16,3 0 24 16,3 0-16-16,2 2 18 0,2 2 35 0,2 5 49 15,0 2-5-15,3 6-4 0,-1 3 3 0,1 2 3 16,0 6 16-16,0 0-16 0,-3 4-12 16,-4 1-13-16,1 7-20 0,-2-4-1 0,-1 4 33 15,-1 1-32-15,0-3 16 0,3 5-14 16,-1-3 28-16,3 3 24 0,-1 0-18 15,0 1-36-15,3-2 75 16,-4 0-73-16,2-2-3 0,-4-2-23 16,2-2 7-16,-3-2-11 0,-4-7-1 0,-3-1-14 15,-3-4-7-15,-1-4-68 0,-10-6-52 16,-3 0-19-16,-3-6-27 0,-3-3 27 0,-2-2-41 16,-3-1-113-16,-1-3-271 0,6-4-444 15,-8 4-95-15</inkml:trace>
  <inkml:trace contextRef="#ctx0" brushRef="#br0" timeOffset="169116.421">2160 13821 1558 0,'0'0'617'0,"0"0"-307"0,0 0 64 16,0 0 65-16,0 0-112 0,0 0-52 15,0 0-21-15,0 0-5 0,0 0-70 16,-16 12-43-16,26-12-22 0,9 0-35 16,7 0 16-16,17 0 167 15,12 1-119-15,8 1-64 0,6-2-27 0,1 0-7 0,-1-6-42 16,0-3 15-16,-6-1-18 0,-2-2-15 15,-8-2 0-15,-5 0-9 16,-8-2-12-16,-5 2-55 0,-8 1-40 16,-5 1-9-16,-8 0-40 0,-3 2-109 0,-6 1-169 15,-5 1-206-15,-2 3-583 0,-22 1-399 0</inkml:trace>
  <inkml:trace contextRef="#ctx0" brushRef="#br0" timeOffset="169591.016">2366 13862 722 0,'0'0'2312'0,"0"0"-1942"0,0 0-344 16,-3 68 120-16,3-45 18 16,0 5 50-16,3 3-13 0,-2 6-73 0,2 4-38 0,0 6-16 15,0 2-2-15,3 2-17 0,-2 3-27 16,3 5 9-16,-1 2 12 0,1 2-27 15,1 2-7-15,-3-2-14 16,-1 1 12-16,2-3-13 0,-1-5-2 0,0-5 2 16,5-2 0-16,-1-3 2 0,1-7 2 15,3-3-2-15,-1-5 0 0,1-3 13 16,1-2 0-16,-1-4 1 0,0-1-14 16,2-4 1-16,-3-1-1 0,0-2 0 0,0-2 0 15,-1 1 10-15,-1-3 4 0,-1 2 8 16,1-2 7-16,-3-1-13 15,2 0 10-15,-2-1 2 0,3-2 16 16,0 0 52-16,0 0-34 0,4-3-34 0,1 2-17 16,4 0-10-16,2-3-2 0,1 1 0 15,4-1-1-15,3 0 0 0,1-2 0 16,5 0-3-16,-2-2-15 0,0-3 18 0,4 0 0 16,-1-2 1-16,3-3-2 0,-4-1-1 15,2-1-22-15,1-1 12 0,-4-2-16 16,-2 0-51-16,0-1-28 0,-5 0-6 15,-2 0-10-15,-1-2-25 0,-2-1-81 16,-2-1-219-16,-7 5-509 0,0-10-597 0</inkml:trace>
  <inkml:trace contextRef="#ctx0" brushRef="#br0" timeOffset="170340.833">4395 13711 688 0,'0'0'1397'16,"0"0"-986"-16,0 0-92 0,0 0 53 15,0 0 23-15,0 0 18 0,0 0-106 16,0 0-100-16,0 0-40 0,0 0-32 15,-11 5-46-15,5-2-28 0,-3 0-24 16,-5-1-10-16,1 4 10 0,-6 1-18 0,-1 3-16 16,-5 4-3-16,-2 5 0 0,-5 4 0 15,0 4-3-15,2 4-13 0,-3 2 13 0,4 6-9 16,0 0 12-16,4 3 11 16,4 3-11-16,1 2-2 0,4 2-11 15,6-1 13-15,3 1 2 0,4 1-2 0,3-2-2 16,3-1-13-16,6-1 15 15,5-2 0-15,3-3 1 0,6-1 26 16,3-4 1-16,3 0 39 0,4-4 3 0,2-2-28 16,4-3-5-16,1-4-4 0,5-5-2 15,-2-4-13-15,2-1 6 0,-2-6 10 16,3-3-16-16,-3-4 3 16,-2 0-9-16,-1-7-12 0,-4-4-30 0,-6-2-25 0,-4-3-27 15,-4-2-21-15,-3-4 8 0,-5-2-18 16,-5 0-34-16,-8-2-37 0,-1 1-78 0,-7 0-179 15,-10 2-127 1,-6 1-192-16,-6 2-333 0,7 4 116 0</inkml:trace>
  <inkml:trace contextRef="#ctx0" brushRef="#br0" timeOffset="170507.914">4395 14471 1566 0,'0'0'608'16,"0"0"-91"-16,0 0-112 16,0 0-77-16,0 0-23 0,0 0-10 0,0 0-51 15,0 0-48-15,0 0-69 0,0 0 48 16,0 0-22-16,79 6-27 0,-50-4 20 15,3-2-30-15,-2 0-52 16,0-8-36-16,-1-1-28 0,0-2-70 0,-3-5-15 0,1-1-9 16,-2-2-16-16,-3-3-62 0,-1 0-135 15,-2 2-245-15,-8 0-421 0,-2 7-173 16,-6 2-297-16</inkml:trace>
  <inkml:trace contextRef="#ctx0" brushRef="#br0" timeOffset="170674.28">4745 14289 408 0,'0'0'1246'0,"0"0"-798"0,0 0-111 15,0 0-69-15,0 0-20 0,0 0 17 16,-10 77-38-16,16-56-53 0,4 1-4 16,0 4 3-16,5 1 13 0,0 4 66 15,0 0-79-15,-2 0-99 0,1-2-40 0,-1 1-33 16,-1-4-1-16,-2 0-28 0,0-1-46 16,0-4-43-16,0-3-57 0,0-2-57 0,3-6-169 15,-3-4-295-15,7-6-592 0</inkml:trace>
  <inkml:trace contextRef="#ctx0" brushRef="#br0" timeOffset="170886.794">5450 14456 2546 0,'0'0'754'0,"0"0"-481"16,0 0-225-16,0 0 78 0,0 0 110 15,20 66 68-15,-17-47-130 16,1 5-128-16,-2 1-32 0,-1 0-14 16,-1 1-28-16,0 2-62 0,0 2-68 15,0-2-27-15,-3-3-4 0,-1-5-38 0,1-5-65 16,-1-6-236-16,3-7-738 0</inkml:trace>
  <inkml:trace contextRef="#ctx0" brushRef="#br0" timeOffset="171491.668">6504 13616 650 0,'0'0'401'0,"0"0"77"16,0 0 104-16,0 0-39 0,11-65-58 0,-11 60-71 16,0 2-82-16,0 3-71 0,0 0-6 15,-7 0-29-15,1 1-57 0,-4 3-43 16,-4 1-59-16,-4 3-37 0,-2 5-2 16,-1 4-7-16,-1 8 10 0,-1 8 21 15,-2 7-7-15,1 8-14 0,2 9-10 16,-1 7 0-16,4 2 13 0,3 1-20 15,2 1-14-15,4-5 0 0,4-1 0 16,3-5 12-16,3-2 16 0,2-6 8 16,11-4 10-16,5-3 23 0,8-6-69 0,5-2 0 15,2-6-26-15,4-3 26 0,2-8 15 0,6-2 1 16,0-7-1-16,2-3-12 0,4-5 12 16,2 0 0-16,-1-5-15 0,-3-7-2 15,-3-2-22-15,-4-3-28 0,-5-2-30 16,-6-2-12-16,-4 0-13 0,-6 0-5 15,-5 0-23-15,-4 0-40 0,-8 2-40 16,-4-1-83-16,-3-1-109 16,-11 0-256-16,-2-2-303 0,2 7 531 0,-17-9-743 0</inkml:trace>
  <inkml:trace contextRef="#ctx0" brushRef="#br0" timeOffset="171658.266">6664 14236 783 0,'0'0'1472'0,"0"0"-1007"0,0 0-131 0,0 0 17 16,0 0 13-16,0 0-30 0,0 0-20 15,0 0-94-15,87 16-48 0,-52-23-28 16,2-5-40-16,1-3-49 0,-1-5-28 16,-2-1-25-16,-3-3-2 0,-2 1-28 15,-3 1-64-15,-2-1-36 0,-6 2-32 16,-2 1-62-16,-7 4-91 0,0 4-200 16,-7 4-175-16,-3 4-352 0,0 2 234 15,-12 4-12-15</inkml:trace>
  <inkml:trace contextRef="#ctx0" brushRef="#br0" timeOffset="171803.32">7024 14120 1418 0,'0'0'750'0,"0"0"-297"0,0 0-189 0,-2 77-23 0,10-50-8 16,0 2-30-16,2 2-42 15,2 0-16-15,1 1-51 0,0-1-2 16,1 0-54-16,0 3-19 0,4 0-17 0,-4-1-2 16,3 0-32-16,-5-2-66 0,1-3 7 15,0-8-186-15,3-3-108 0,3-4-180 0,-5-7-59 16,11-6-565-16</inkml:trace>
  <inkml:trace contextRef="#ctx0" brushRef="#br0" timeOffset="172607.757">7579 13628 134 0,'0'0'2043'16,"0"0"-1507"-16,0 0-221 0,0 0-68 15,0 0-21-15,0 0-46 0,0 0-41 0,0 0-76 16,0 0-22-16,0 0-39 0,0 0 0 15,86-80-2-15,-70 65-2 16,0 3-1-16,-2 1-13 0,-1 3 3 0,-3 0 13 16,-1 3 0-16,-2 0 4 0,0-1 11 0,-2 3-12 15,-1 0 13-15,-1 0-14 0,1 0 0 16,2-1 14-16,-2 1-14 0,0 2 14 16,2-3-16-16,0 4-29 0,0 0 29 15,4 0 17-15,-1 4 24 0,-1 0 29 16,2 4 36-16,-1 2-31 0,1 1 3 0,0 4-4 15,0-1-12-15,-1 3-6 0,2 1-19 16,-2 1-7-16,3 2-2 16,-1 0-9-16,1 3 5 0,-1 1-8 15,5 4 5-15,-3 0 22 0,3 2-15 0,0 0-13 16,1-1 1-16,-1-2 5 0,1 1-2 16,2 1-4-16,-3-3 0 0,2 2 1 15,-3-1-13-15,2 0 0 16,1 1 12-16,-3 0-14 0,-2 1-1 15,0 1-1-15,-3-3 1 0,-2 0-3 16,-3-1 1-16,2-2-16 0,-2-1-16 0,-1 0-3 16,-1-2-6-16,0 0 6 0,3-2-6 0,-3 0 0 15,2 0 6-15,-1-2 34 0,2-2-9 16,-3-3 12 0,2-1 1-16,-1-2 1 0,-1-1 1 0,1-3-1 15,0 0 13-15,1 0 1 0,-2-4-13 0,0 3 0 16,1-2-3-16,0 1-3 0,-1-1 0 0,0-1-34 15,-1 0-3-15,2-1 12 16,-3 0 27-16,-1 1-1 0,0-2 2 16,1 1 0-16,-1-1 3 0,0 0 9 15,2 0 4-15,-2 1 8 0,0-1 10 0,0 0 0 16,0 2-31-16,0-2-3 0,0 4 0 16,0-2-18-16,-3 2 8 0,-2 0-42 0,-1 1-34 15,-4 1-17 1,-2 0-9-16,-7 4-15 0,-4 2-9 0,-5 0 36 15,-6 0 27-15,-5 2-12 0,-3 1-19 0,-6 4-197 16,-3-1-183-16,-1 2-58 16,12-4-16-16,-18 8-419 0</inkml:trace>
  <inkml:trace contextRef="#ctx0" brushRef="#br0" timeOffset="180867.678">10655 14397 1896 0,'0'0'84'0,"0"0"59"0,0 0 319 16,0 0-213-16,0-70 17 0,0 54 24 0,0-1-42 15,-4 0-71-15,0 0-1 0,-1 0 53 16,-6 3-80-16,4 1-50 0,-5 3-25 15,2 1 28-15,-1 3-13 0,0 4 19 16,-3 2 51-16,1 2-37 0,-3 10-46 16,-3 7-36-16,-1 7-6 0,-1 10-19 15,-1 10 21-15,5 5-8 0,-3 5-26 16,4 1-1-16,0 1-1 0,7-10-13 16,3-7 11-16,5-10-16 0,1-10-3 0,7-6 0 15,3-11-19-15,9-1 10 0,4-4-4 0,3-11 1 16,7-7-10-16,0-7-31 0,0-5-33 15,-1-4 25-15,-6 4 36 16,-3-1 15-16,-1 2 9 0,-7 3 19 16,-1 3 3-16,-4 0-1 0,-3 6 1 15,-3 4 34-15,-2 4-12 0,-1 6 2 0,-1 4 13 16,0 0-3-16,2 0-4 0,-1 4-29 16,2 9 24-16,0 7 45 0,-2 5 1 15,2 4-26-15,-3 5-2 0,0 1-6 16,2-1-10-16,-1-5-27 0,5-2-34 15,2-4-8-15,3-5-10 0,3-2 28 16,0-7-50-16,3-5-30 0,2-4-3 16,3 0-16-16,5-11-56 0,-1-3-222 15,-2-3-227-15,-4 2-387 0,1-6-247 0</inkml:trace>
  <inkml:trace contextRef="#ctx0" brushRef="#br0" timeOffset="182008.53">12487 14191 3109 0,'0'0'427'0,"0"0"-203"16,0 0-183-16,0 0-38 0,0 0 117 15,0 0 78-15,0 0 29 0,0 0-131 0,0 0-52 16,0 0-26-16,0 0 19 16,9 20 31-16,-2-1-40 0,0 8 3 0,-4 3-4 0,-3 5-2 15,0 4-3-15,-1 2-4 0,-8 3 0 16,0 1-18-16,-2 0 0 0,1-2-3 16,-1-1 3-16,3-9-2 0,2-7-13 15,5-9 0-15,1-9-16 0,0-4-28 16,0-2-70-16,4-2 89 0,5-3 40 0,-1-6 27 15,4-6-25-15,2-5 2 16,1-7 26-16,2-2-8 0,-1-2-7 16,3-3-11-16,-3 1-4 0,2 0 0 15,-1 3 1-15,-1 3 1 0,-1 6 1 16,-4 6-1-16,-3 5-2 0,-3 5 2 0,2 5 19 16,-1 0 13-16,0 5-6 0,1 6 18 0,1 1 10 15,-3 6 5-15,-1 2-9 0,-2 6-9 16,-2 2 3-16,0 1-28 0,-6 5 7 15,1-3-23-15,-3 2 1 16,4-2-3-16,-2-4-17 0,5-5-71 16,-1-7-50-16,2-5-7 0,0-4 0 15,2-6-22-15,6 0-118 0,3-12-200 0,4-6-160 16,-2 4-335-16,7-17-90 0</inkml:trace>
  <inkml:trace contextRef="#ctx0" brushRef="#br0" timeOffset="182277.367">12927 14486 1858 0,'0'0'628'0,"0"0"-247"0,0 0-125 16,11 73 3-16,-8-45 49 0,-1 0-16 16,1 0-94-16,2-5-64 15,5-4-44-15,3-5-22 0,4-5-15 0,6-5-25 16,2-4-28-16,3-4-13 0,0-11-36 16,3-5-66-16,-1-3-37 0,-3-3-1 0,-1-1 11 15,-4 2 29-15,-6 1 43 0,-6 1 33 16,-3 3 35-16,-7 1 2 0,0 1 48 15,-13 1 15-15,-3 1-13 0,-3 4 57 0,-2 5 10 16,0 3 1 0,1 4-34-16,3 2-25 0,-2 6-21 15,-1 5-23-15,1 4-12 0,1 2-2 16,2 1-1-16,0-1-30 0,4-2-26 0,3-3-130 16,1 0-173-16,5-5-295 0,0-1-965 0</inkml:trace>
  <inkml:trace contextRef="#ctx0" brushRef="#br0" timeOffset="182566.122">13259 14364 329 0,'0'0'1994'0,"0"0"-1700"0,0 0-101 0,0 0 173 16,0 0 117-16,48 71-61 0,-39-48-126 15,2-1-126-15,-1 1-55 0,1-1-42 16,-3 2-36-16,-1-1-15 0,-2-4-22 0,-4 2-1 15,-1-3-1-15,0-5-1 0,0-1-1 16,0-3 4-16,-1-4 13 16,1-3-1-16,0-2 13 0,0 0 27 0,0 0-9 15,0-7-40-15,1-5-3 0,6-7-55 16,6-7-10-16,3-9 37 0,4-4-8 16,2-5-38-16,1 2-37 0,2 3 18 15,-1 3 19-15,0 7 2 0,-3 7-21 16,0 3-47-16,-2 7-93 0,-4 3-185 0,-7 4-341 15,1 1-930-15</inkml:trace>
  <inkml:trace contextRef="#ctx0" brushRef="#br0" timeOffset="183357.96">13948 14439 1451 0,'0'0'212'15,"0"0"820"-15,0 0-701 16,0 0-24-16,0 0-31 0,77-4-20 0,-66 13-83 16,-3 3-51-16,-3 3-34 0,-2 3-20 15,-3 1 10-15,0 1-32 0,0-1-27 16,-3-1-19-16,-1 0-22 0,1-6-9 16,0-3-9-16,2-3-13 0,-1-2-34 15,2-4-44-15,0 0-20 0,0 0 28 16,0 0 60-16,0-9 61 0,5-3-14 15,2-2-6-15,0-5-13 0,3-1-3 0,2-2-6 16,-2 2 12-16,6 4 13 0,-2 0 17 16,0 5 2-16,1 2 3 15,-1 2 42-15,-1 3 37 0,-1 4 25 0,-2 0-25 16,-1 4 0-16,-1 4-4 0,-1 6-2 0,-2 0-7 16,-1 0 3-16,0 3-26 0,-2-1-32 15,1-2-14-15,0-2-16 0,4-2-9 16,0-4-12-16,3-5-41 0,7-1-6 0,2-5-15 15,4-8-33-15,2-5-28 0,0-2-14 16,1 0 18 0,-4 1 73-16,-2 5 48 0,-1 5 35 0,-6 3 0 15,-1 6 76-15,-3 0 4 0,0 10 28 16,-4 3 22-16,-2 3 31 0,0 5-4 16,-1 2-24-16,1 1-33 0,1 0-19 15,2 1-7-15,1-3 60 0,2-2-20 0,1-5-78 16,0-7-36-16,3-4-22 15,2-4 10-15,2-4-25 0,3-12-71 16,3-4-54-16,1-7-53 0,3-7-18 0,0-2-67 16,2-2-92-16,-2-2-152 0,-7 9-116 15,9-23-426-15</inkml:trace>
  <inkml:trace contextRef="#ctx0" brushRef="#br0" timeOffset="183550.145">14956 13803 1691 0,'0'0'769'0,"0"0"-302"0,0 0-169 0,0 0-5 15,0 0 16 1,0 0-1-16,0 0-99 0,-9 87-63 0,9-51 39 16,0 4 33-16,0 8-93 0,0 3-60 15,0 6-44-15,-1 7-9 0,-5 2-12 16,-1 0-12-16,-2 0 0 0,-2-4 0 16,2-3-37-16,2-6-52 0,2-7-43 0,4-5-26 15,1-7-49-15,1-9-150 0,5-8-310 0,9-5-678 16</inkml:trace>
  <inkml:trace contextRef="#ctx0" brushRef="#br0" timeOffset="183974.08">16071 14404 1865 0,'0'0'1571'15,"0"0"-1242"-15,0 0-162 0,0 0-25 0,0 0 61 16,0 0-23-16,0 0-75 0,0 0-102 15,0 0 9-15,0 0-12 0,-68 75 13 16,65-58-10-16,3-1-3 0,0 1 0 16,8-3 20-16,5 1-17 0,4-1 0 15,2-2-3-15,4 0-15 0,0-1 15 16,0-3 2-16,-3 3-2 0,2-2 0 16,-4-1-2-16,-4 3 0 0,-3-1-13 0,-4 2 15 15,-4 1 16-15,-3 0-1 0,0 1 4 16,-4 3-1-16,-8-3-4 15,-1 4-14-15,-2-3-19 0,1-1-21 16,-3-3-49-16,4-5-100 0,4-5-76 0,1-1-91 16,5-4-345-16,3-15-490 0</inkml:trace>
  <inkml:trace contextRef="#ctx0" brushRef="#br0" timeOffset="184308.105">16524 14528 2327 0,'0'0'654'0,"0"0"-232"0,0 0-29 0,5 65-10 0,-7-40-29 16,-4 0-62-16,0-2-114 15,3-2-141-15,2-4-37 0,1-5-37 0,0-3-12 16,6-4-18-16,6-2-1 0,2-3 19 16,4-1-31-16,4-10-59 0,2-2-31 15,2-6-76-15,-3-2-119 0,0 0-53 16,-7 4 108-16,-1-1 137 0,-4 1 109 15,-3 1 28-15,-1-2 5 0,-2 5 31 16,-3 4 45-16,-1 3 161 0,-1 6 79 16,0 0-72-16,0 8-10 0,0 4 8 15,0 7-50-15,0 6-46 0,0 4 19 16,0 0 58-16,-1 2 6 0,1-2 10 0,0-5-95 16,0-5-113-16,3-7-40 15,5-5-147-15,3-7 42 0,4-5-37 0,1-11-107 16,4-8-233-16,-3 3-696 0,5-19-975 0</inkml:trace>
  <inkml:trace contextRef="#ctx0" brushRef="#br0" timeOffset="184641.693">17005 13996 1608 0,'0'0'149'16,"0"0"192"-16,0 0 409 15,0 0-226-15,0 0-61 0,0 0-46 16,-1 94-95-16,1-56 7 0,0 5-20 15,0 4-66-15,0 0-95 16,-2 0-63-16,-1-1-61 0,-1-3-24 0,0-4-21 16,2-4-12-16,2-5-12 0,0-6 2 15,5-4-11-15,3-3 17 0,6-4-5 16,-2-1-25-16,4-1-9 0,0-3 15 16,0 1 12-16,0-1 0 0,1 1 7 0,-3 0 14 0,-1 0 16 15,2 1-9-15,-4 0-1 0,-1 1-11 16,0 0-4-16,-2-2 12 0,-2 2 7 15,-1-2-6-15,-4 0 11 0,1-2-14 16,-2-1-23-16,-2 3 14 16,-9-3 5-16,-2 0-6 0,-6 0-34 0,0-1-43 15,-4-1-26-15,1-1 4 0,-3-2-128 16,2-1-137-16,-2-3-224 0,5-4-454 16,-6-11-536-16</inkml:trace>
  <inkml:trace contextRef="#ctx0" brushRef="#br0" timeOffset="185207.94">18224 14661 889 0,'0'0'1154'15,"0"0"-475"-15,0 0-316 0,0 0-111 0,0 0-74 16,-103-20 38-16,71 36 7 0,0 6-25 16,-4 8-55-16,3 8-37 0,1 2-4 15,5 2-19-15,6-5-18 0,7-5-59 16,7-8-6-16,7-8-43 0,0-7-89 16,15-4 35-16,6-5 42 15,6-3-39-15,2-12 7 0,4-4-52 16,-2-5-5-16,-4-2 40 0,0 1 38 15,-3 1 28-15,-6 5 9 0,-1 4 7 0,-5 4-6 16,-5 5-55-16,-1 3-37 0,-6 2 81 16,0 1 39-16,0 1 26 0,0 7 79 15,0 4-23-15,-3 2 4 0,0 4-13 16,2 0 34-16,0-1 3 0,1 2-19 0,0-3-28 16,0-2-50-16,5 0-13 0,0-4-16 15,2 1-73-15,-2-6-96 0,1 0-17 16,0-1-46-16,0-4-17 0,-1 0-21 15,1 0-33-15,-1-6-108 0,3-4-564 0</inkml:trace>
  <inkml:trace contextRef="#ctx0" brushRef="#br0" timeOffset="185457.626">18400 14789 696 0,'0'0'58'0,"0"0"-28"0,0 0 341 16,0 0 410-16,0 0-260 0,4 79-92 15,-4-56-64-15,0 2-40 0,0 5-32 0,0 4-54 16,0 4-76-16,-1 7-61 0,-5 10 37 16,-1 6 3-16,-2 5-71 0,-5 5-28 15,-3 3-12-15,-5 1-15 0,-1-2-16 16,0 1-12-16,-2-3-28 0,4-6-9 16,3-3-25-16,4-5-6 0,5-7-28 15,4-6-10-15,2-8-25 0,0-8 37 0,3-10 1 16,0-7-36-16,0-10-90 15,0-4-137-15,0-12-142 0,0-7-53 16,0-9-181-16,0 5-449 0,-6-23 1177 0</inkml:trace>
  <inkml:trace contextRef="#ctx0" brushRef="#br0" timeOffset="185941.488">18514 14740 130 0,'0'0'310'15,"0"0"-225"-15,0 0-26 0,0 0-14 16,0 0 457-16,0 0-134 0,0 0-192 16,0 0-108-16,0 0-55 0,0 0 10 15,0 0-23-15,32 1-2 0,-31 1-1 16,1-1 0-16,-2-1 3 0,1 2 46 15,1-1 64-15,-2-1-38 0,1 0-14 16,-1 0 26-16,0 0 49 0,0 0 48 0,0 0 13 16,3 0 2-16,-3 0 3 0,1 0 12 15,1 0-23-15,0 0-32 0,1-6-11 16,3-2-44-16,2-4 12 0,3-1 4 0,-2-2-23 16,1 2-26-16,0 2-27 0,-3 4 18 15,0 3-16-15,1 4-24 16,1 0-4-16,2 6 69 0,0 6-1 0,3 5-12 15,-2 2-25-15,-2 3-24 0,0 2 3 16,0-2-1-16,-4 3-21 0,-1-3 0 16,-4-2-1-16,-1-2 11 0,0 1-10 0,-9-1 9 15,-7-1-11-15,-5 1-1 16,-7-3-34-16,-3-1-49 0,0-1-19 16,-2-5-2-16,4-2 14 0,-1-4-28 0,4-2-57 15,3 0-93-15,6-2-133 0,1-5-136 16,4-2-238-16,5-2-528 0,4 2 778 15</inkml:trace>
  <inkml:trace contextRef="#ctx0" brushRef="#br0" timeOffset="186993.003">18148 14761 307 0,'0'0'0'15,"0"0"22"-15,0 0 213 0,0 0-196 16,0 0 36-16,0 0 307 16,0 0 210-16,0 0-303 0,0 0 0 0,0 0-88 15,-29-41-37-15,29 41-9 0,0 0-36 16,0 0-58-16,0 0-42 0,0 0 17 15,0 0 5-15,0-2 4 0,0 2 16 0,0 0 32 16,0 0 25-16,0 0 15 0,0 0-9 16,0 0-1-16,0 0 54 0,0 0-61 15,0 0-56-15,2 0-60 0,-1 0 0 16,-1 0-26-16,4 0 23 0,-1 0 3 16,1 0 1-16,-1 0 1 0,0-2-2 15,-3 2-1-15,3 0-1 0,-3 0 2 0,2 0 13 16,-2 0 9-16,0 0 10 15,1 0 5-15,-1 0 4 0,3 0-4 0,-1 2 7 0,2 2 21 16,0 1-9-16,0 3 58 16,-1 0 44-16,0 1-97 0,0 0-12 15,1 1-24-15,1 1-10 0,-1 1 7 16,3 4 15-16,-1 1-4 0,0 2 1 16,0 3 0-16,-1 1-1 0,2 2 7 0,-4 2 0 15,0-2-1-15,-3 2-8 0,0-1-10 0,0 0-6 16,-1 0-12-1,-4 2 0-15,-2-2 0 0,-1 3 0 0,0-1-2 16,-2 3-1-16,-1 0-2 0,-1 2 0 16,-1-1-1-16,3-2 3 0,-1-1-3 0,-1-3 1 15,1-4-1-15,0 0 3 16,-1-2 2-16,0-5 0 0,-1 0 11 0,3-3-1 16,0-4 0-16,-1-2 0 0,-1 0 3 15,0-4-2-15,-2 1-11 0,-1-3-2 0,1 0-31 16,0-3-33-1,-2-3-24-15,3-4-22 0,-1-5-28 16,3-4 0-16,4-3-41 0,1-3 2 0,2-1-66 16,3-2-65-16,1 3-113 0,0 1-159 15,0 4-209-15,1 4-486 0,5-1 665 16</inkml:trace>
  <inkml:trace contextRef="#ctx0" brushRef="#br0" timeOffset="187674.995">19447 14662 3 0,'0'0'506'15,"0"0"-399"-15,0 0-81 0,0 0 1278 0,0 0-857 16,0 0-47-16,0 0-86 0,0 0-4 15,0 0 0-15,0 0-42 0,11 4-17 16,-11 9-87-16,-3 5-59 0,-3 12 16 16,-1 4-32-16,1 4-3 0,-2 1 9 15,0-5-3-15,4-4-28 0,1-6-64 16,3-9-24-16,2-4-7 0,8-6 10 16,3-4-43-16,5-1 24 0,4-6-25 15,4-10-2-15,2-5-19 0,0-3-16 16,-3-3-19-16,-4 0 31 0,-5 1 13 15,-1 4 27-15,-7-1 19 0,-3 3 19 16,-5-3 11-16,0 2 2 0,-5 0 9 16,-6 4 14-16,-5 0 33 0,-1 6 39 0,-1 2 12 15,1 5-30-15,3 4-7 0,-1 0-71 0,2 6-15 16,2 2-6-16,1 4-17 0,2 1-20 16,3-1-23-16,2 3-133 0,1 0-232 15,2-3-537-15,0-1-511 0,0-4 219 16</inkml:trace>
  <inkml:trace contextRef="#ctx0" brushRef="#br0" timeOffset="187797.504">19730 14741 199 0,'0'0'476'0,"0"0"808"15,0 0-744-15,100 24-53 0,-66-23-97 0,3-1-124 16,-1-1-140-16,1-8-91 16,0-4-35-16,-1-3-37 0,3-3-61 0,0-6-108 15,0-3-116-15,-9 6-237 0,6-9-550 0</inkml:trace>
  <inkml:trace contextRef="#ctx0" brushRef="#br0" timeOffset="188082.355">20086 14391 437 0,'0'0'293'0,"0"0"1263"0,0 0-1184 16,0 0-89-16,-90 31-65 0,78-13-5 16,3 4 16-16,2 5-21 0,7 4-29 15,0 5-18-15,7 5-8 0,5 5-14 16,1 2-18-16,1 2-44 0,-1 3-25 15,-1 1-30-15,-1 0-7 0,-5 1 34 16,1-5-6-16,0 1-24 0,-4-5-19 16,2-4 2-16,1-2-2 0,-4-3-2 15,3-5-14-15,-4-4-5 0,-1-2-10 16,0-4-27-16,0-2 2 0,-4-5 1 0,-3-2-10 16,-1-3 31-16,-2-3-6 0,-1-4-50 15,-4-3-44-15,-2 0-25 0,-3-2-14 16,-3-8-3-16,-2-2-40 0,-4-5-137 0,1-2-155 15,-1-4-165-15,0-5-364 16</inkml:trace>
  <inkml:trace contextRef="#ctx0" brushRef="#br0" timeOffset="188733.326">21236 14245 912 0,'0'0'1032'16,"0"0"185"-16,0 0-927 0,0 0-52 16,0 0 70-16,0 0 17 0,0 0-83 15,0 0-97-15,0 0-115 0,-89 57-14 0,62-18 5 16,-2 9 19-16,-2 6-38 0,0 6 11 15,-2 5-12-15,-1 4 20 16,1 3 40-16,3 1 43 0,4-8-6 0,6-4 18 16,8-11 63-16,7-9-18 0,5-9-100 15,4-5-37-15,8-8 3 0,6-5 3 16,6-3-30-16,4-5-2 16,6-5-13-16,3-2-36 0,3-11-19 0,-1-7-36 0,-1-7-25 15,-4-3-24-15,-8-3 9 0,-9 1-53 16,-8-1-100-16,-9-2-154 0,-3 2-182 0,-14 0-182 15,-8 0-166-15,-6 3-43 16,-4 2 570-16,-4 4 456 16,0 9 101-16,2 3-23 0,1 8-13 0,4 3 173 15,3 6 1174-15,8 3-826 0,6 2-139 16,5 0-138-16,10 1-36 0,0 1-37 16,14 3 37-16,5 0-15 0,7 1-38 15,7-4-24-15,4-3-40 0,6-5-55 0,1-5-40 16,2 0-34-16,-2-9-27 0,-1-5-71 0,-7-2-81 15,-3 0-48 1,-6 0-24-16,-6-1-80 0,-3 3-176 16,-6 2-210-16,-4 1-429 0,-3 4-191 0,-5 1 807 0,0 4 451 15,-6 2 52-15,-4 0 95 0,1 4 195 16,1 7-166-16,-2 1-26 0,4 5 358 16,2 2 772-16,-2 4-764 0,3 3-92 15,0 3-51-15,1 5-55 0,1 4-31 16,-1 3-3-16,2 0 13 0,0-1-36 0,0 4-52 15,-4 0-81 1,3 0-76-16,-2-1-34 0,-1-1-89 0,-1-2-58 16,1-5-73-16,-2 0-137 0,1-4-883 15,0-11-1159-15,2 3 2235 0</inkml:trace>
  <inkml:trace contextRef="#ctx0" brushRef="#br0" timeOffset="197423.304">1448 16222 901 0,'0'0'2010'16,"0"0"-1623"-16,0 0-202 0,0 0 21 0,0 0 77 15,0 0-7-15,0 0-81 16,0 0-87-16,0 0-52 0,10-4 6 0,22 8 24 16,5 3-39-16,6-3-45 0,2 0 2 15,-2 1-4-15,-1-4-18 0,0-1 5 16,-3 0 1-16,-3 0-37 0,-4 0-10 16,-5-1-79-16,-6-3-48 0,-6 2-51 0,-5 1-113 15,-6-1-180-15,-4 2-274 0,0 0-542 0</inkml:trace>
  <inkml:trace contextRef="#ctx0" brushRef="#br0" timeOffset="197638.443">1533 16276 821 0,'0'0'1728'0,"0"0"-1515"0,0 0-107 16,0 0 0-16,0 0 153 0,-32 75 34 0,32-49-31 15,6 7-79-15,4 5-38 0,0 7-42 16,2 7 33-16,-5 7 19 0,-1 0-74 15,-2 2-75-15,-1-2-6 16,-2-8-34-16,1-6-9 0,-1-12-7 16,1-6-71-16,-1-11-25 15,0-4-52-15,1-6-183 0,-2-3-237 0,1-3-437 0,1-3-362 16,-2-2 963-16,0-13 374 0</inkml:trace>
  <inkml:trace contextRef="#ctx0" brushRef="#br0" timeOffset="197792.223">1592 16698 303 0,'0'0'333'0,"0"0"1258"16,0 0-1126-16,0 0-128 0,0 0 2 0,96-35-50 16,-65 30-87-16,-1-1-23 0,2 2-82 15,-4-1-40-15,0 1-57 0,-3 1-51 0,-5 2-18 16,-3 1-79-16,-7 0-63 0,-4 8-27 16,-6 4-161-16,0 6-261 0,-7-1-617 0</inkml:trace>
  <inkml:trace contextRef="#ctx0" brushRef="#br0" timeOffset="197945.095">1592 17008 740 0,'0'0'316'0,"0"0"610"0,0 0-456 0,0 0-241 15,0 0-32-15,0 0 117 0,0 0 7 16,0 0 20-16,98 15-126 0,-65-15-59 16,5 0-63-16,1 0-52 0,2 0-22 15,0 0-19-15,-2-7-25 0,-2-1-111 16,-3-3-24-16,1-3-183 0,-9 2-335 15,12-11-510-15</inkml:trace>
  <inkml:trace contextRef="#ctx0" brushRef="#br0" timeOffset="198124.384">2115 16665 1299 0,'0'0'414'0,"0"0"222"0,0 0-275 16,0 0-229-16,49 83 364 0,-24-52-175 0,1 4-75 15,1 2 24 1,2 4-43-16,1-4-103 0,-1-1-115 0,-1-6-9 16,0-4-40-16,3-7-127 0,-1-7-23 15,0-8-134-15,-1-4-343 0,-5-2-732 16</inkml:trace>
  <inkml:trace contextRef="#ctx0" brushRef="#br0" timeOffset="198282.136">2549 16724 443 0,'0'0'2657'0,"0"0"-2408"16,0 0-227-16,-76 78 71 0,47-43 166 15,-4 2-7-15,-2 1-252 0,-1-2-38 0,-3 0-122 16,-4-4 30-16,-2 0-50 16,-5-1-85-16,-9-2-100 0,14-7-239 0,-40 13-964 0</inkml:trace>
  <inkml:trace contextRef="#ctx0" brushRef="#br0" timeOffset="198564.976">1000 17401 212 0,'0'0'1403'0,"0"0"-728"15,0 0-255-15,91 10-66 0,-51-4-41 16,3-3-31-16,4 2-80 0,4 0-45 15,4 1-37-15,2-2-33 0,5-1-25 16,6 2-31-16,5-2-3 0,6 2 22 0,7 0-19 16,3 1-31-16,5-1-1 15,0-3-1-15,-1 0-42 0,1-2 16 0,-5 0 7 16,-2-2-79-16,-5-4 56 0,-4-3-5 16,-9-2-43-16,-8 0-24 0,-10-1-51 15,-10 2-73-15,-8 1-91 0,-7 1-109 16,-9 1-339-16,-7 2-589 0</inkml:trace>
  <inkml:trace contextRef="#ctx0" brushRef="#br0" timeOffset="199917.906">3566 16633 714 0,'0'0'1937'15,"0"0"-1593"-15,0 0-180 0,0 0-97 0,0 0-35 16,0 0 9-16,0 0-41 0,0 0-51 16,0 0-301-16,81 61-242 0,-75-58-585 15,-2-1 158-15,-4 4 927 0</inkml:trace>
  <inkml:trace contextRef="#ctx0" brushRef="#br0" timeOffset="200057.2">3533 16861 659 0,'0'0'329'0,"0"0"1030"0,0 0-1061 16,0 0-215-16,0 0 62 0,0 0 29 0,0 0-15 16,0 0-18-16,62 65-93 15,-40-57-48-15,4 0-13 0,3-5-172 0,1 1-148 0,2-1-407 16,-9-1-976-1,8-1 1683-15</inkml:trace>
  <inkml:trace contextRef="#ctx0" brushRef="#br0" timeOffset="201311.103">5403 16362 855 0,'0'0'232'0,"0"0"1181"0,0 0-981 15,0 0-140-15,0 0-108 0,0 0-15 16,0 0 14-16,0 0-44 0,0 0-2 16,0 0 33-16,79-8 20 0,-42 5-48 15,6-1-55-15,-2 3-23 0,-2-1-15 16,-2 1-27-16,-4 1-22 0,0 0-22 0,-5 0-2 16,1 0-32-16,-6 0-36 0,-2 0-32 0,-5 0-50 15,-3 0-73-15,-6 0-147 0,-4 0-282 16,-3 0-478-16,0 3-446 0</inkml:trace>
  <inkml:trace contextRef="#ctx0" brushRef="#br0" timeOffset="201805.693">5477 16436 264 0,'0'0'108'0,"0"0"1794"0,0 0-1376 15,0 0-192-15,0 0-114 0,0 0-13 16,0 0-39-16,0 0-68 0,0 0-40 0,0 0-28 16,0 0-29-16,-7 82 12 0,7-59 32 15,-2 2-22-15,0-1 20 0,2 2-13 0,0 2 8 16,-1 3 7-16,1 0-16 16,-2 0-15-16,1 4-1 0,-1-1-2 15,-1 1-13-15,-1 1-1 0,1-1 0 0,0-4-18 16,2-1 18-16,1-2-12 0,-2-5-3 15,2-3 14-15,0-1 4 0,0-3 1 16,0-2 31-16,2-3-31 16,-1-1-2-16,2-2 24 0,0-1-3 0,3-2-3 15,-2 2-1-15,3 0-14 0,0-1 14 16,1 0 1-16,2 2 12 0,1 0 0 16,2-3-6-16,1 4 6 0,1-3 6 0,-1-1-3 15,2 0-1-15,0 1-5 0,0-2 22 0,5-2 33 16,1-1 6-16,0 0-40 0,4-1-19 15,-2 0-5-15,2 0-23 0,0 3 1 16,0-3 40 0,-1 0-22-16,-2 0-21 0,-2 1 0 0,-3 1-12 15,-1-1 11-15,-4 1-14 0,0 0 12 16,-5 1-22-16,0-1-12 0,-4 0-33 0,-1 0-22 16,1 0-28-16,-4-2-28 0,0 0-32 15,0 0-127-15,0 0-169 0,0 1-253 16,0 1-993-16</inkml:trace>
  <inkml:trace contextRef="#ctx0" brushRef="#br0" timeOffset="202332.908">6867 16375 956 0,'0'0'108'0,"0"0"1376"0,0 0-899 15,0 0-187-15,0 0-135 0,0 0 30 0,-44-71-10 16,31 64-107-16,2 0-49 16,-2 4-1-16,-2 1-37 0,1 2-13 15,-3 0-45-15,-3 5-16 0,-3 5-3 16,-2 7 1-16,-1 5-13 0,-3 5 3 16,-1 8 18-16,1 5 1 0,-1 3-7 15,0 7-12-15,1 3-3 0,2 4-11 16,2 1 9-16,3 0-11 0,4-1 10 0,2-4 1 0,4 0 1 15,6-8 1-15,5-2 23 0,1-6 7 16,7-4-18-16,7-3 4 16,4-3-14-16,5-5 31 0,4-3-2 0,4-5 2 15,0-1 34-15,0-5 12 0,0-3-39 16,0-5 2-16,-3 0-24 0,1-7-3 16,-3-3-15-16,0-2-11 0,-3-4-22 15,-1-3-49-15,-5-2-15 0,-1-2-10 16,-4-1-21-16,-4 2-56 0,-4 0-108 0,-4 2-145 15,-3 1-118-15,-9-1-228 0,-6 3-540 0</inkml:trace>
  <inkml:trace contextRef="#ctx0" brushRef="#br0" timeOffset="202506.9">6502 16904 661 0,'0'0'107'0,"0"0"1476"0,0 0-1064 0,0 0-138 16,0 0-117-16,0 0-23 0,0 0-2 15,0 0-79-15,0 0 36 0,0 0 52 16,0 0-51-16,78 19-38 15,-53-19-33-15,3 0-29 0,0-2-27 0,-1-7-70 0,-3 2-25 16,-2-3-76 0,-5 0-30-16,-1-2-31 0,-3 1-72 0,-4-2-179 15,1 1-315-15,-6 4-539 0,-4 0-583 16</inkml:trace>
  <inkml:trace contextRef="#ctx0" brushRef="#br0" timeOffset="202673.238">6750 16822 1155 0,'0'0'274'0,"0"0"669"0,0 0-697 15,0 0-117-15,0 0 38 0,0 0 124 0,13 82-20 16,-6-62-109-16,0 3-83 16,1 1-22-16,0 0 15 0,1 4 4 15,-2-2-1-15,0 0-21 0,-2-3-54 16,0-2-41-16,-1-4-94 0,1-3-126 0,2-2-89 16,1-5-128-16,1-3-255 0,-1-4-672 15</inkml:trace>
  <inkml:trace contextRef="#ctx0" brushRef="#br0" timeOffset="203115.452">7165 16315 969 0,'0'0'297'16,"0"0"1123"-16,0 0-920 0,0 0-156 16,0 0-72-16,0 0-14 0,0 0 23 0,0 0-83 15,0 0-28-15,0 0-50 0,48 83-16 16,-44-48-31-16,-1 4-24 0,-3 4-18 16,0 4-4-16,0 3-6 0,0 1-19 0,-3 3 0 15,-1-3-1-15,-1 3 2 0,1-3-3 16,-2 0-4-1,3-2-8-15,0-6 1 0,1-4 10 16,0-4 1-16,2-6 0 0,0-3 0 0,2-4-2 16,3-3 0-16,1-4 2 0,1 0 18 15,2-5 7-15,2 1-7 0,1 0 15 16,5-1 10-16,-1 0-6 0,3-1 24 0,0-1-19 16,1-1 7-16,0-2-4 0,-1 0-14 15,-1-1-19-15,-3-2-11 0,2 1-1 0,-1-3-11 16,0 0-11-16,-2 0-5 15,-1 0-25-15,0 0-8 0,-3-2-10 16,0-1-19-16,-2 1-8 0,-1-3-16 16,-2 0-19-16,-2-2-28 0,2 1-90 15,-4-4-234-15,2 1-263 0,-3-6-658 0</inkml:trace>
  <inkml:trace contextRef="#ctx0" brushRef="#br0" timeOffset="204106.645">7623 17114 967 0,'0'0'127'16,"0"0"1051"-16,0 0-742 0,0 0-76 0,0 0-9 15,0 0-72-15,0 0-59 0,0 0 1 16,0 0 6-16,0 0-51 16,0 0-37-16,60 55-38 0,-51-32-42 0,-1 1-28 15,-4 2-7-15,-1 3-21 0,-3 1-3 16,0-4-2-16,0-1-10 0,0-3-7 16,-3-5-14-16,2-3-23 0,-1-5 4 15,1-3 12-15,-1-3-9 0,2-3-16 16,0 0-12-16,0 0-35 0,0-8 22 0,0-1 47 15,3-5 15-15,3-5 26 16,1-3 1-16,3-3-3 0,0 0-24 0,-1 3 7 16,4 1-4-16,-3 5 25 0,1 4 19 15,-2 5-15-15,0 0 11 16,0 5 1-16,0 2-1 0,0 0 10 0,1 5-12 0,-1 5 2 16,-2 3-12-16,2 1 25 0,-3 3-3 15,-2 2-12-15,0 1 2 0,0 1-15 16,-2-2 0-16,-1 2-43 15,2-3-76-15,2-3-22 0,-1-4-66 0,0-3-271 16,3-6-183-16,-1-2-465 16,0 0-430-16</inkml:trace>
  <inkml:trace contextRef="#ctx0" brushRef="#br0" timeOffset="204424.251">8394 16410 1018 0,'0'0'593'0,"0"0"70"0,0 0-498 16,0 0 19-16,0 0 228 0,0 0 3 0,0 0-121 16,0 0-158-16,0 0-45 0,0 0 32 15,-73-26-45-15,60 39-13 16,-2 5-52-16,2 7 12 0,-1 6 28 15,1 4 18-15,3 7 46 0,-3 3-8 16,1 4-26-16,2 3-22 0,0 2 1 0,3 2-10 16,1-2-31-16,3-7-21 0,3-7-18 0,0-8-13 15,2-5-3-15,5-10 4 0,2-2-26 16,2-6-54-16,4-3-14 0,2-5-43 16,3-1-17-16,3-13-77 0,5-8-140 15,-1-5-213-15,0-10-571 0,-8 9-504 16</inkml:trace>
  <inkml:trace contextRef="#ctx0" brushRef="#br0" timeOffset="204653.422">8697 16429 114 0,'0'0'1019'0,"0"0"1110"0,0 0-1824 0,0 0-175 15,0 0 125-15,-12 64 105 16,11-40-29-16,-1 2-122 0,1 5-105 0,1 4-30 15,0 5 2-15,0 3 6 0,-4 1-24 16,-2 1-24-16,-4 3-34 0,0 2-11 16,-3-3-49-16,-2-3-81 0,2-5-9 0,1-6-12 15,3-10 8-15,3-9 30 16,3-10-12-16,3-4-129 0,3-11-316 0,4-9-219 16,1 2-467-16</inkml:trace>
  <inkml:trace contextRef="#ctx0" brushRef="#br0" timeOffset="204873.694">8829 16426 280 0,'0'0'1085'0,"0"0"614"0,0 0-1453 16,0 0-132-16,6 86 108 0,-6-48 137 0,0 5-12 16,-3 8-102-16,-4 1-91 0,0 1-41 15,-2 4-12-15,-1-1-39 0,-4-2-38 0,2-2-24 16,-3-4-31-16,0-4-112 15,-1-6-26-15,3-9 24 0,1-5 61 16,1-7-2-16,2-6-39 0,2-9-94 0,-1-2-101 16,0-5-233-16,4-11-184 0,1 2-688 15,2-18 581-15</inkml:trace>
  <inkml:trace contextRef="#ctx0" brushRef="#br0" timeOffset="205213.154">8755 16567 160 0,'0'0'2950'16,"0"0"-2514"-16,0 0-395 0,0 0 146 16,0 0 118-16,0 0-37 0,0 0-101 15,96-5-77-15,-71 5-50 0,-1 0 3 0,0 0-21 0,-2 4-22 16,0 1-2 0,-4 3-20-16,-3 1-12 0,-4 4-3 15,-5 2-28-15,-6 4 10 0,0 4 27 0,-6 6-28 0,-9 2 3 16,-3 5 13-16,-3 0 0 0,-4 0-13 15,2-1-10 1,0-3 51-16,1-2 12 0,5-5 21 0,4-6 75 0,6-7 10 16,0-4-47-16,4-3-39 0,3-3-20 15,0-1 0-15,0 3 0 0,8 1 24 16,3 3 32-16,2 1-13 0,4 1 3 16,0 1 19-16,5 1-22 0,-1-1-18 15,2 0-4-15,1 0 1 0,-1 0-22 0,0-1-2 16,0-4-63-16,-3-1-83 0,2-2-34 0,-4-3-45 15,0 0-59 1,-3-4-147-16,-3-2-236 0,-3-8-552 0</inkml:trace>
  <inkml:trace contextRef="#ctx0" brushRef="#br0" timeOffset="205564.771">9198 16417 1251 0,'0'0'572'0,"0"0"186"16,0 0-359-16,0 0-104 0,0 0 57 0,0 0-84 16,0 0-44-16,0 0-6 0,84-13-45 0,-67 21-34 15,5 4-28-15,-3 4-34 0,2 2-19 16,-2 1-3-16,-2 2-12 0,-1-1-25 15,0 2-7-15,-2 0-11 0,-2 2-2 16,0 1 0-16,-3 1-1 16,0 4-30-16,-3 1-7 0,-3 4-3 15,1 4-3-15,0 4 9 0,-2 4 7 16,-2 2 14-16,-2-4-45 0,-8 1-53 16,0-6-32-16,-4-3-24 0,1-2-5 15,-2-3-29-15,-2-4-36 0,0-2-81 0,1-2-72 16,-1-3-113-16,-2-4-279 0,3-3-603 15</inkml:trace>
  <inkml:trace contextRef="#ctx0" brushRef="#br0" timeOffset="206316.849">10167 17186 1425 0,'0'0'65'0,"0"0"1135"0,0 0-824 0,0 0-124 16,0 0-13-16,0 0 54 0,0 0-47 16,0 0-71-16,0 0-64 0,0 0-49 15,33 84-15-15,-34-62-45 0,-7 2-2 16,0-1-1-16,-5 1-15 0,0-1-39 0,-1-3-66 16,0-1-35-16,0-2-46 0,1-1-24 15,1-5-31-15,3-1-93 16,1-5-255-16,4-1-687 0,-2-4 194 0</inkml:trace>
  <inkml:trace contextRef="#ctx0" brushRef="#br0" timeOffset="207365.155">11128 16429 163 0,'0'0'2428'16,"0"0"-1997"-16,0 0-146 0,0 0-82 16,0 0 9-16,0 0 40 0,-14-67-54 15,8 61-67-15,-4 6-26 0,1-2-9 0,-2 2-6 16,-4 0-16-1,-1 8-22-15,-2 6-31 0,-2 7-21 0,-1 8 0 0,0 10-3 16,-1 5-12-16,2 6-10 16,0 6 10-16,-2 2 3 0,5 2-4 15,-2-1 1-15,6-1 3 16,0-3 9-16,7-4 3 0,5-3 20 0,1-8 32 16,4-3-5-16,8-4-20 0,1-6 1 15,2-3-7-15,3-5-5 0,2-4 14 0,-1-5 4 16,1-3 0-16,2-4-19 0,-3-2-13 15,1-1-2-15,-2 0-18 0,0-6-28 0,-1-3-49 16,-3-4-44-16,-1 0-40 16,-4-4-44-16,-5 1-100 0,-4-1-224 15,0 0-454-15,-3 4-280 0</inkml:trace>
  <inkml:trace contextRef="#ctx0" brushRef="#br0" timeOffset="207542.425">10837 16914 277 0,'0'0'1790'0,"0"0"-1156"0,0 0-249 0,0 0-136 0,0 0 15 16,0 0 92-16,0 0-52 16,91 23-105-16,-60-17-76 0,3 0-55 15,0-3-6-15,-3-3-41 0,-1 0-21 0,-3-2-37 16,-1-3-98-16,-2-4-45 0,-5 0-53 16,1-1-88-16,-2-1-179 0,-4 2-267 15,-5 0-761-15</inkml:trace>
  <inkml:trace contextRef="#ctx0" brushRef="#br0" timeOffset="207702.623">11140 16880 470 0,'0'0'352'0,"0"0"927"0,0 0-813 0,0 0-182 15,-22 74-76-15,21-52-6 0,1 4 27 16,0 1 37-16,4 0-43 0,2 3-34 0,1-4-12 16,-3-4-71-16,3-2-106 0,-4-4 0 15,2-2-44-15,-2 1-124 0,0-5-32 16,1 0-17-16,1-3-125 15,1-4-258-15,3-3-677 0,0 0-326 16</inkml:trace>
  <inkml:trace contextRef="#ctx0" brushRef="#br0" timeOffset="207998.472">11511 16368 802 0,'0'0'284'16,"0"0"737"-16,0 0-672 0,0 0 48 16,-5 73 58-16,1-38-93 0,1 4-123 0,0 8-84 15,1 2-27-15,-1 3-10 0,-1 3-13 0,1 6-24 16,-3 0-32-16,-1 0-21 16,0 3-6-16,1-5-1 0,2-3 13 15,2-7 6-15,2-5 22 0,0-6 11 0,5-9-20 16,3-4 5-16,7-6-15 0,-1-4 12 15,3-5 12-15,5-2-24 0,1-5-43 0,6-3-27 16,1 0-9 0,2-5-32-16,1-6-39 0,-3-3-89 0,-1 0-119 15,-6-3-126-15,-7 5-255 0,-3-6-636 0</inkml:trace>
  <inkml:trace contextRef="#ctx0" brushRef="#br0" timeOffset="208336.366">11831 17030 615 0,'0'0'1413'0,"0"0"-840"0,0 0-235 0,0 0-111 16,0 0 85-16,0 0 5 0,25 74-82 16,-24-54-81-16,-1 1-82 0,0-2-69 0,0 0-3 15,-4 0 0-15,0-2-2 0,-1-1-10 16,1-4-1-16,4-4-2 0,-1-4-1 15,1-2-9-15,0-2-9 0,4 0-74 16,3-7 5-16,5-4 59 0,3-2 6 16,0-5 13-16,4 1 3 0,-3 2 9 15,-1 0 11-15,0 6 2 0,-2 4 22 0,-2 2 51 0,-2 3 8 16,1 0-15 0,-3 8 10-16,-1 1-23 0,1 3-25 0,0 3 0 15,-4 1-24-15,0 0 6 0,-3 2-10 16,1 1-56-16,1-3-35 0,-2 1-66 15,0-3-83-15,0 1-118 0,1-7-232 16,-1 3-700-16</inkml:trace>
  <inkml:trace contextRef="#ctx0" brushRef="#br0" timeOffset="208873.702">12559 16316 888 0,'0'0'36'16,"0"0"1067"-16,0 0-576 0,0 0-153 15,0 0-9-15,0 0-29 0,0 0-162 16,0 0 52-16,0 0-3 0,-52 83-80 16,39-46-23-16,2 6 4 0,1 5 8 0,2 6-12 15,1 2-19-15,2 5-12 0,2 0-19 16,3-1-31-16,0-2-5 0,0-4-13 15,3-6-15-15,5-9-6 0,4-9-42 16,2-10-38-16,6-7-17 0,3-4-23 16,5-8-18-16,-1-1-40 0,3-7-82 15,2-7-103-15,-3-5-276 0,-9 2-461 16,8-13-471-16</inkml:trace>
  <inkml:trace contextRef="#ctx0" brushRef="#br0" timeOffset="209106.681">12937 16387 1183 0,'0'0'306'0,"0"0"631"0,0 0-553 16,0 0-54-16,0 0 107 0,-10 86-40 0,10-53-90 16,0 7-96-16,0 6-51 0,0 2-3 0,0 5 2 15,0 2-45-15,-3 2-60 0,-3 0-34 16,0-3-20-16,1-3-43 0,-3-3-70 15,2-7-37-15,1-6-19 0,2-9 21 16,2-7-4-16,1-9-28 0,0-6-184 16,4-4-293-16,3-4-661 15,2-16-518-15</inkml:trace>
  <inkml:trace contextRef="#ctx0" brushRef="#br0" timeOffset="209319.031">13072 16504 1740 0,'0'0'1289'16,"0"0"-969"-16,0 0-205 0,0 0-61 16,0 0 126-16,12 89 116 15,-12-48 1-15,0 5-129 0,0 4-106 16,0 3-16-16,-3 0 13 0,-3-1-22 16,-4-3-37-16,1-3-29 0,-2-5-107 0,-1-7-31 15,2-5-20-15,1-5-11 0,1-6-35 0,4-5-94 16,1-4-175-16,1-6-195 15,1-3-339-15,1-6 74 0</inkml:trace>
  <inkml:trace contextRef="#ctx0" brushRef="#br0" timeOffset="209691.008">13084 16483 359 0,'0'0'2169'0,"0"0"-1769"16,0 0-185-16,0 0-78 0,0 0 76 15,0 0 103-15,0 0-45 0,0 0-130 0,76 17-79 16,-54-8-37 0,1-1-13-16,-3 1-12 0,2-2-1 15,-4 1-17-15,-2 0-20 0,-4 1-61 0,-4 1 2 16,-5 3 8-16,-3 3 39 0,-9 3 9 0,-8 5-28 16,-7 4-42-16,-6 3-2 0,-2 0 43 15,-1 0 16-15,1-2 42 0,3-4 12 16,7-4 19-16,2-5 19 0,3-1-6 15,7-6 3-15,4-4 9 16,3 0-12-16,3-1-32 0,0-1-17 0,0 4 17 16,6 4 35-16,4 1 59 0,3 5 1 15,0 1 5-15,4 1-27 0,2 2-10 16,1-1-4-16,3-1 10 0,-2-1-19 16,0-3-13-16,2-2-12 0,2-3-25 15,-2-1-13-15,1-1-65 0,-1-1-25 0,0-4-61 16,-2 1-94-16,-3-4-87 0,-2 0-154 0,-6 0-260 15,-3-4-384-15</inkml:trace>
  <inkml:trace contextRef="#ctx0" brushRef="#br0" timeOffset="210042.741">13596 16394 192 0,'0'0'1616'0,"0"0"-897"0,0 0-220 0,0 0-39 15,64 66-50-15,-45-35-61 0,3 4-123 16,-2 1-75-16,-4 3-24 0,-1 0-26 15,-5-2-27-15,1-1-22 16,-5 0-25-16,-4-1-25 0,-2-1 0 16,0-2-1-16,-2-1-1 0,-9-1-27 15,-2-2-31-15,-4-1-62 0,-3-1-21 16,1 0-1-16,-5-2 27 0,-1 1-18 0,1-1-36 16,-1-4-80-16,2-1-98 15,0-6-64-15,2-4-191 0,5-3-614 0,-5-6 98 0</inkml:trace>
  <inkml:trace contextRef="#ctx0" brushRef="#br0" timeOffset="210915.319">14133 16326 1210 0,'0'0'101'16,"0"0"947"-16,0 0-792 15,0 0-182-15,0 0 38 0,0 0 14 0,83-24-20 16,-61 15-42-16,1-3-58 0,-1 4-6 0,1-3-25 16,-4 4-1-16,1 3 13 0,-4 4-9 15,-1 0 6-15,-3 4 14 0,-1 5 2 16,-3 1 2-16,-4 2 0 0,2 1 27 15,-3-1 41-15,0 0-32 0,0 0-22 0,-2 0 20 16,2-1-11 0,0 1-9-16,-2-1 13 0,-1 2 3 0,3-1 3 15,-2 4-3-15,2-1 9 0,-1 4 13 16,-1 1-6-16,2 0 31 0,0 3-3 0,0-1 22 16,4 1 18-16,-3 3 26 0,2 1-7 15,1 3 2-15,-1 2 34 0,0 1-17 16,2 1-52-16,-2 0-32 0,0 0-23 0,1 0-17 15,2-1-29-15,0 0 0 0,1 0 14 16,1 0-3 0,-1-1 22-16,0-1-19 0,2-2 0 0,-5-2 0 15,0 0-12-15,-2-2 0 0,-1-2 9 16,-2-1-12-16,-2-1 0 0,0-2 0 0,0-1 1 16,0-1 0-16,0-3-1 0,0-1 0 15,0-2-3-15,0-2 0 0,-2-2 0 16,2-3 0-16,0-2 1 0,0-2-1 15,0 0 3-15,0 0 0 0,-1 0 0 16,-1 0-12-16,-1 0-12 0,-3 2-19 16,-4-2 12-16,-4 1-73 0,-1-1 18 15,-2 0-13-15,0 0 3 0,0-3-25 16,-3-1-15-16,-1 1-27 0,-2-3-45 16,0 1-117-16,-1 0-83 0,2 1-119 0,-1-1-79 15,3 3-47-15,2-1-325 0,4 1 626 0</inkml:trace>
  <inkml:trace contextRef="#ctx0" brushRef="#br0" timeOffset="-212481.299">17194 16417 401 0,'0'0'1527'16,"0"0"-561"-16,0 0-608 0,0 0-198 16,0 0-30-16,0 0 53 0,0 0 69 0,0 0-91 15,0 0-93-15,-85 25-30 0,60-12-10 16,-1 4 12-16,-4 3 25 0,-2 5-6 16,-1 1 15-16,-1 4-9 0,0-2-19 15,3 1-9-15,3-4 3 0,5-1-15 16,5-4-22-16,5-4-3 0,5-4 0 15,4-2-15-15,2-4-1 0,2-1-11 0,6 2 14 16,8 0 1-16,7 3 12 0,6 1 0 16,5-1 18-16,1 2-18 0,2-2-3 15,-2 2 3-15,-1 1-1 0,-2 1 1 16,0 1-3-16,-4 3 3 0,0-1 0 16,-4 2 1-16,-3-3 0 0,-2 0 12 0,-3 2 8 15,-5-4-21-15,-1 3-3 0,-2-1 0 16,-4 1 3-16,-1-2-1 0,-1 1-11 15,-1 2 10-15,-5-3-14 0,-5 1 14 0,0-2 1 16,-4 0-36 0,-1-3-25-16,0-2 4 0,0-2-4 0,-1-5 6 15,1-2-62-15,-3 0-38 0,2-2-17 16,-2-6-63-16,2-2-40 0,1-6-178 0,0-2-307 16,5 4-610-16</inkml:trace>
  <inkml:trace contextRef="#ctx0" brushRef="#br0" timeOffset="-212114.676">17531 16280 196 0,'0'0'2024'0,"0"0"-1414"0,0 0-187 16,0 0 0-1,0 0-13-15,0 0-149 0,0 0-50 0,36 81-73 0,-36-50-39 16,0 6-35-16,-3 2-21 16,-5 5-12-16,-3 5-16 0,-1-1-15 0,-1 2-3 15,-2 0-15-15,4 1 15 0,0-3-10 16,2-2 11-16,4-5 0 0,1-5 0 16,2-1 0-16,2-6 2 0,0-3 0 15,3-4 3-15,2-4 13 16,3-3 8-16,2-1-22 0,2-3 32 0,5-1 27 15,1-2-15-15,2 0-25 0,3-2-9 16,0-2-12-16,0-1-3 0,0-3-67 16,-2 0-34-16,0 0-25 0,-3-6-46 0,0 1-66 15,-4-4-77-15,-1 1-281 0,-3 2-506 16,0-6-610-16</inkml:trace>
  <inkml:trace contextRef="#ctx0" brushRef="#br0" timeOffset="-211760.11">17864 16895 1072 0,'0'0'133'16,"0"0"430"-16,0 0 82 0,0 0-107 15,0 0-33-15,0 0-110 0,0 0-124 16,0 0-62-16,0 0-92 0,19 90-24 16,-19-59-37-16,-6 2-16 0,0 1-3 15,1-3-37-15,0-2 0 0,2-4-16 16,0-6-2-16,0-4-10 0,3-5-12 15,0-4-28-15,0-4-59 0,0-2-13 0,8 0 41 16,0-8 39-16,7-3 9 0,-1-3 32 16,0-4 18-16,3-1-1 0,-3 0 2 0,0 5 22 15,-2 2 26-15,1 5 33 0,0 1 16 16,0 5 9 0,-2 1-13-16,2 1-47 0,-1 5-9 0,-1 1-15 0,2 3-10 15,-3 4 0-15,-1-1 13 0,2 3-10 16,-5 2 1-16,0-1-14 0,-2 4 14 15,-1-1-16-15,-3 0-40 0,0-1-62 16,0-3-65-16,0-3-79 0,0-3-12 16,0-5-115-16,0-1-263 0,5-4-881 15</inkml:trace>
  <inkml:trace contextRef="#ctx0" brushRef="#br0" timeOffset="-211231.226">18699 16394 995 0,'0'0'66'0,"0"0"1113"15,0 0-653-15,0 0-134 0,0 0-67 16,0 0 38-16,0 0-83 0,0 0-74 16,0 0-11-16,0 0-69 0,-11 43-24 0,8-24 2 15,-2 4 28-15,-2 4-4 0,1 5-39 16,-1 4-16-16,-1 7-13 0,-2 5-2 16,-1 5-6-16,-1 3-10 0,1 1 13 15,-2 0-22-15,1 0-12 0,1-4-21 16,0-3 0-16,2-5-1 0,1-4-2 0,3-2-21 15,-1-3-6-15,3-3-7 16,1-4-11-16,2-3-19 0,0-6-21 16,0-3-16-16,3-7-11 0,3-5-11 15,1-3-27-15,1-2-28 0,4-6-120 0,0-4-96 16,2-7-122-16,1-2-92 0,-2-3-370 16,-5 4-445-16,1-7 1036 0</inkml:trace>
  <inkml:trace contextRef="#ctx0" brushRef="#br0" timeOffset="-210640.353">18930 16413 633 0,'0'0'2'16,"0"0"312"-16,0 0 1209 0,0 0-985 0,0 0-104 0,0 0-76 16,0 0-43-16,18 67-54 0,-18-39-57 15,0 5-43-15,-2 6-32 0,-2 5-25 16,-2 7-10-16,-1 3-23 0,-3 1-17 16,1 4-14-16,-1-2-7 15,-3-1-29-15,2-1 10 0,-3-4-14 16,0-3-19-16,1-3-60 0,-2-2 3 0,1-4-49 0,2-3 21 15,4-5-13-15,1-6 6 16,3-7-34-16,2-9-22 0,2-3-45 0,0-6-87 16,0-6-134-16,3-1-336 0,7-16-340 0</inkml:trace>
  <inkml:trace contextRef="#ctx0" brushRef="#br0" timeOffset="-210231.692">18924 16436 722 0,'0'0'1661'0,"0"0"-1251"15,0 0-246-15,0 0-71 0,0 0 201 16,0 0 89-16,0 0-48 0,92-3-154 0,-61 7-88 16,4 5-28-16,-1 0 12 15,-1 1-6-15,-2 2-46 0,-2 1-25 0,-8 1-27 16,-2 1-19-16,-7 2 12 15,-7 2 15-15,-5 3-2 0,-5 5-10 0,-11 2 9 16,-7 3 3-16,-5 2-30 0,-5 4 27 0,0-1 22 16,0-1 12-1,1-3-12-15,3-6 16 0,6-4-14 0,6-7 48 16,3-6-7-16,6-3-9 0,5-2-12 16,0-2-22-16,3 0-19 0,0 3 19 15,6 3 7-15,2 4 20 0,6 2 29 16,0 3-13-16,6 2-3 0,3-1 34 15,1 0-28-15,2 0-6 0,2 0 3 16,0 1-18-16,1-3-25 0,-4 0-12 16,1-3-77-16,-4 0-53 0,-2-4-6 0,-1-3-20 15,-5-1-35-15,-2-1-30 0,1-3-57 0,-4-2-127 16,-2 0-223-16,0-1-554 16</inkml:trace>
  <inkml:trace contextRef="#ctx0" brushRef="#br0" timeOffset="-209806.508">18514 16336 228 0,'0'0'202'0,"0"0"-133"16,0 0 671-16,0 0 325 0,-60 70-645 15,45-52-105-15,-1 1-72 16,3 2-36-16,0 1-14 0,3 2-16 0,1 3-55 16,4 4-62-16,1 5 0 0,2 6 6 15,2 4 5-15,0 4 10 0,0 6-34 16,0 0-32-16,2 1-15 0,2-1-18 16,-1-3-1-16,-1-5 4 0,3-4-20 15,1-8-30-15,0-5-130 0,3-9 4 0,4-5-43 0,5-6-64 16,-5-6-299-16,17-5-628 0</inkml:trace>
  <inkml:trace contextRef="#ctx0" brushRef="#br0" timeOffset="-209564.414">19805 16483 1293 0,'0'0'49'16,"0"0"1314"-16,0 0-875 0,65 91-148 0,-51-59-17 0,1 2-40 15,-2 2-75-15,-3 3-25 0,-1 2-47 0,-2 2-50 16,0 3-37-16,-6 2-34 0,-1 2-15 16,-3-1-98-16,-11-4-47 0,-3-3 12 15,-5-1-59-15,-4-2-69 0,-1 0-123 16,-2-3-122-16,6-9-296 0,-16 11-860 0</inkml:trace>
  <inkml:trace contextRef="#ctx0" brushRef="#br0" timeOffset="-205057.183">15081 16749 1843 0,'0'0'1030'0,"0"0"-305"0,0 0-227 0,0 0-181 16,0 0-57-16,0 0-36 0,0 0 5 0,0 0-46 15,0 0-31-15,69 30-52 0,-37-30-24 16,4 0-25-16,7 0-5 0,1 0-22 15,4-5 0-15,-3 2 3 0,3 0-25 16,-4 2 1-16,1-1 9 0,1 0-11 16,-1 1 0-16,1-1-1 15,3-2-1-15,3 3-17 0,4-3 15 16,0-1-12-16,0-2 3 0,-3 1-15 0,-5-1-16 16,-9 1-41-16,-8 1-16 0,-10-1-37 15,-8 3-24-15,-4 3-160 0,-8-1-169 16,-1 1-183-16,-4 0-457 0,-15 1-267 0</inkml:trace>
  <inkml:trace contextRef="#ctx0" brushRef="#br0" timeOffset="-204614.858">15117 17086 430 0,'0'0'1981'16,"0"0"-1424"-16,0 0-224 0,0 0-59 0,0 0 38 15,0 0-26-15,0 0-31 0,0 0-57 16,0 0-48-16,0 0-33 0,0 0-7 15,72 15-6-15,-57-12 0 0,-4-1-7 0,2 1-15 16,0-1-21-16,3 2 0 16,3-1-1-16,2 1-11 0,0-2-13 15,3 1-21-15,2-1-12 0,4-1 9 16,3 0-12-16,1-1 0 0,3 0 0 16,5 0 0-16,1 0-12 0,6 0 9 15,2 0 1-15,2-2-22 0,-1-1-3 0,-2 0-28 16,-4-1-12-16,-4 2 7 0,-2-1-10 0,-4 0 9 15,-5 2 0-15,-6 0 6 0,-3 0-18 16,-6 1-25 0,-3 0-9-16,-2 0-22 0,-3 0-52 0,-2 0-42 15,-1 0-66-15,-2 0-29 0,-1 0-101 16,-1-2-231-16,1 0-694 0</inkml:trace>
  <inkml:trace contextRef="#ctx0" brushRef="#br0" timeOffset="-138323.593">566 16509 440 0,'0'0'1133'0,"0"0"-837"0,0 0-141 0,0 0 8 16,0 0 115-16,3-83-23 0,5 49-97 15,3-4-94-15,0-8-19 0,2-1-23 16,0-2 78-16,1-1-62 0,-2 1 13 16,1 4-19-16,-3-2 29 0,0 3-20 15,0 3-19-15,-1 3 1 16,-3 1-8-16,-1 6-13 0,0 3 42 16,-1 3-28-16,2 2 32 0,-3 3-20 0,-2 6 1 15,2 3 18-15,0 6-15 0,0 3-32 16,4 2-10-16,4 2 10 0,7 6 64 15,8 7 18-15,5 5-4 0,6 8-78 16,4 7-14-16,0 5-8 0,-1 3 6 0,3 0-44 0,-3 0 0 16,1-4-22-1,0-2 41-15,-3-5-45 0,-5-2-57 0,-4-7-71 16,-5-3 37-16,-6-3 62 16,-2-4-1-16,-9-3-107 0,-4-2-130 0,-3 1-98 15,-5-4-44-15,-17 6 0 0</inkml:trace>
  <inkml:trace contextRef="#ctx0" brushRef="#br0" timeOffset="-137990.656">752 16425 726 0,'0'0'329'16,"-117"31"-29"-16,68-20 194 0,-3-2-341 15,0-1 333-15,8-2-203 0,9-4-90 0,9-2-190 16,10 0 222-16,6 0 90 0,9-5-201 16,1-6-113-16,1-7-1 0,12-9 67 15,6-8 77-15,10-9-15 0,8-4-104 0,8-2-12 16,8-4-13-16,2 3 2 15,0 3 4-15,1 1-6 0,3-1-31 16,-3 3 28-16,-1-2-13 0,-4 4-28 0,-4 1-16 16,-5 4-28-16,-6 5 28 0,-4 8 38 15,-8 8-9-15,-4 7 8 0,-5 6 20 16,-4 4-16-16,-5 0 0 0,0 9 19 16,-3 5 55-16,-2 5-7 0,-1 7-10 15,-6 3-10-15,-7 6 19 0,-1 4-25 0,-5 3 25 16,-1 4-47-16,-5 2 7 15,0 4 8-15,-6 2-30 0,-2 4 5 0,-3 5-12 16,-6 5-88-16,-2-1 60 16,0 4-121-16,1-1 50 0,4-5-45 0,6-5-7 15,9-5-61-15,3-8-137 0,8-14-209 16,3 3-84-16</inkml:trace>
  <inkml:trace contextRef="#ctx0" brushRef="#br0" timeOffset="-136335.906">425 16304 1471 0,'0'0'575'16,"0"0"-287"-16,0 0-165 0,0 0 84 0,0 0 25 0,0 0-97 16,0 0-46-16,0 0-9 15,0 0 6-15,0 0 23 0,-20 54 8 16,18-47-6-16,1-1 0 0,-1 0-10 15,1 3 2-15,-1-3-9 0,2 0-11 0,-1 1-24 16,1-2-3-16,0 0-9 0,-2-2-10 16,2 1-12-16,0-3-10 0,0-1-13 15,0 0-2-15,0 0 0 0,0 0-18 16,0 0-10-16,0 0-16 0,0 0 6 16,0 0 36-16,6 0-15 0,3-1 14 15,4-3 3-15,1 3-1 0,5-3 26 16,0 1-44-16,1-2 19 0,3-1-25 15,1 0-12-15,0 0 25 0,3-2-26 16,0 3 37-16,2-1-91 16,0 0 39-16,0 0 3 0,-2 1-20 0,3 0 42 15,-1-2-13-15,0 2 16 0,0-3-29 0,-2 0-15 16,2-1 28-16,0-1-4 0,-2-1 4 16,1 0-7-16,-2-2-38 0,-2 3 42 15,-2-1 6-15,4-1-4 0,0 3 42 16,-2 1-16-16,2 0 16 0,-3 1-3 15,-1 0-16-15,-1 2 19 0,1-1 17 0,-3 1-17 16,1 0-10-16,-4-2 10 0,1 2-3 16,0 0 3-16,-4-1-22 15,0 0 18-15,2 1-5 0,-5 1 6 16,0 0-55-16,-3-1-41 0,-4 3-39 0,0 0 12 0,-2 0-9 16,-1 2-85-16,0 0-159 0,0 0-167 15,0 0-190-15,-7-1 28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8:11:33.1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3344 1513 1186 0,'0'0'123'0,"0"0"973"16,0 0-777-16,0 0 63 0,0 0-37 0,0 0 3 0,0 0-21 15,0 0-10-15,0 0-61 16,0 0-47-16,5-31-13 0,14 29-35 0,4 0-42 16,1 2-13-16,-1 0-6 0,0 4-42 15,2 1-25 1,1 0-31-16,1-2-2 0,3 1 2 16,-1-2 13-16,0-1-15 0,-3-1 0 0,-1 0-15 15,-1 0-12-15,-1-1-40 0,-3-4-45 16,-3 3-104-16,-2-2-92 0,-7 2-169 0,-2 1-151 15,-4-1-172-15,-4 0-502 0</inkml:trace>
  <inkml:trace contextRef="#ctx0" brushRef="#br0" timeOffset="392.451">3451 1541 1018 0,'0'0'1493'16,"0"0"-1164"-16,0 0-72 0,0 0-34 0,0 0 41 15,0 0-30-15,0 0-68 0,0 0-55 0,0 0 14 16,0 0 42-16,0 0-15 0,-10 80-35 16,13-52-34-16,-2-1-12 0,-1 6-6 15,0 3-35-15,0 2-15 16,0 8-15-16,0 5-17 0,0 3 5 0,0 4 0 16,2 2-7-16,1-3-11 15,0 0 2-15,1-3 6 0,0-3-2 0,3-3 12 16,1-8 12-16,-1-8 9 0,2-4 61 15,0-8-11-15,2-5-35 0,-4-3-2 16,6-3-20-16,-3-2 28 0,3-1-14 0,1 0 8 16,2-1 4-16,3 0-10 15,1 1 6-15,2-1-8 0,1-1 3 16,0 0-17-16,1-2-2 0,-1 2 0 0,2-1 0 16,-1-2-2-16,-1 0 1 0,-2-1-1 15,-3 0-14-15,-2 0 16 0,0 0 0 16,0-4-3-16,0-2-40 0,1-1-122 0,-1-2-35 15,4-1-69-15,-1-1-77 0,-3 1-305 16,4-4-836-16</inkml:trace>
  <inkml:trace contextRef="#ctx0" brushRef="#br0" timeOffset="788.412">4355 1566 2981 0,'0'0'1015'16,"0"0"-971"-16,0 0-44 0,0 0 0 15,0 0 153-15,0 0 52 0,0 0 20 0,0 0-28 16,23 80-50-16,-17-35-33 16,2 6-26-16,-4 12-24 0,-1 3-3 0,-1 7-9 0,-2 0-13 15,0 0-27-15,0-2-12 16,0-5-24-16,-2-7-16 0,2-7 10 15,0-8-10-15,2-9-54 0,4-8-19 0,1-8-15 16,1-9-23-16,1-4-92 0,1-6-173 16,0 0-155-16,2-12-154 0,-5-1-375 15,6-13-131-15</inkml:trace>
  <inkml:trace contextRef="#ctx0" brushRef="#br0" timeOffset="942.955">4509 2175 1714 0,'0'0'513'15,"0"0"-132"-15,0 0-21 16,0 0 37-16,0 0-67 0,0 0-31 0,0 0-61 0,0 0-39 15,101-49-17 1,-74 48-6-16,3 0-75 0,2-2-61 0,1 3-16 0,0-2-24 16,-1-4-1-16,1 0-17 15,-4-3-37-15,1-1-25 0,-4-2-83 0,-1-5-78 16,-2 0-206-16,-6 2-539 0,-1-10-547 0</inkml:trace>
  <inkml:trace contextRef="#ctx0" brushRef="#br0" timeOffset="1183.042">4833 1698 3231 0,'0'0'486'0,"0"0"-360"0,0 0-7 0,0 0 120 16,0 0 31-16,0 0-32 0,0 0-66 0,0 0-35 0,0 0-8 15,45 91 2 1,-32-56 14-16,-2 4-17 0,2 3-46 0,-4 5-37 0,-3 3-24 15,-3 5-18-15,-2 1-3 0,-1 4-24 16,0-1-15-16,-1-2-70 0,-1-1-43 16,2-6-15-1,3-6 39-15,7-4 8 0,2-12-30 0,2-6-136 16,5-10-99-16,-6-7-309 0,10-12-755 0</inkml:trace>
  <inkml:trace contextRef="#ctx0" brushRef="#br0" timeOffset="1393.586">5426 2177 3198 0,'0'0'445'16,"0"0"-344"-16,0 0 13 0,0 0 197 0,2 84 21 0,0-57-55 0,1 2-117 16,-2-2-81-16,3 0-42 0,-4 3-37 15,0-3 0-15,0 1-79 0,0-2-62 16,0-2-25-16,-5-5-19 0,2-2-30 15,0-7-101-15,2-6-285 0,-1-4-555 16,-2-8-1039-16</inkml:trace>
  <inkml:trace contextRef="#ctx0" brushRef="#br0" timeOffset="1683.081">5640 1323 1714 0,'0'0'810'0,"0"0"-362"0,0 0-26 16,35 86 11-16,-21-43 25 0,1 10-77 15,0 5-157-15,0 6-65 0,-1 5 0 16,-1 6-68-16,-5 5-49 0,-4 1-23 15,0-4-19-15,-4-3 0 0,0-2-34 16,0-6-2-16,1-4-19 0,2-7-9 16,-1-11 0-16,1-10-25 0,3-11-33 0,1-11-41 15,7-9-136-15,1-3-305 0,-4-3-193 16,11-21-520-16</inkml:trace>
  <inkml:trace contextRef="#ctx0" brushRef="#br0" timeOffset="1999.413">6215 1780 2857 0,'0'0'452'0,"0"0"-360"16,0 0-32-16,-92 64 83 0,57-38 62 0,-2 0-7 16,1 4-78-16,6-4-54 0,1 2-29 15,3-3-37-15,3 1-13 0,1-3-12 16,6-1-3-16,2-7 28 0,8-2 31 15,3-4 40-15,3-1-46 0,0-2-25 0,9 0 31 16,1 3 19-16,7 0 3 0,2 1 6 16,1 2 2-16,6 0-5 15,3 4 18-15,1-1 15 16,1 2 3-16,-3 0 6 0,1 2-24 16,-3-4-29-16,1 2-8 0,-5-1-14 0,-2-2-23 0,0-3-21 15,-5-1 6-15,1-3-22 0,-5-2-58 16,-1-2-76-16,2-3-29 0,-4 0-98 15,3-4-241-15,-3-4-463 0,2-9-417 0</inkml:trace>
  <inkml:trace contextRef="#ctx0" brushRef="#br0" timeOffset="2518.91">6555 1558 3142 0,'0'0'635'0,"0"0"-468"16,0 0-64-16,0 0 182 0,0 0-59 15,0 0-91-15,98-13-46 0,-70 9-33 0,-1-3-46 0,3 2-10 16,-2 0-22 0,-4 2 1-16,2 2-7 0,-3 1 1 0,-1 0-4 15,-5 6 31-15,-1 4 45 0,-3 0 38 16,-3 4-10-16,-1 0 1 0,-2 3-16 0,0 0-24 15,2 4-4-15,-2 1-2 0,-1 3-10 16,1 0 15-16,3 2 4 0,-1 2 18 16,1-1 60-16,1 0-5 15,1 3-44-15,-2-4-14 0,3 1-13 0,-3 0-3 0,0 0 1 16,0-1-1 0,-1 0-15-16,-2 0-9 0,-1 0-10 0,2 0-2 15,-3 2 0-15,-1-2-1 0,2 2-2 0,-2-2-15 16,-1-2 0-16,0 0 0 0,1-3-6 15,-1-4 5-15,0-3 1 0,-2-3 6 16,1-2 12-16,-1-1 0 0,-1-3 2 0,0-1 16 16,0-2-18-16,0 2-1 0,-4-2-20 15,1 1 3 1,-4 1-6-16,1-3 3 0,-1 3-1 0,1-3 10 16,-1 1-9-16,-3-1-3 0,0-2-13 0,-2 0 19 15,-5 0-9-15,1-4-16 16,-4-2-42-16,-2-1-27 0,-1-1-1 15,2 0-12-15,-4 2-41 0,-1 0-108 0,-1 3-198 16,0 0-284-16,5 2-564 0,-10-2-572 0</inkml:trace>
  <inkml:trace contextRef="#ctx0" brushRef="#br0" timeOffset="3232.531">7819 1806 2500 0,'0'0'682'0,"0"0"-319"0,0 0-44 0,82 0 1 15,-54-1-93-15,2-3-100 0,-1-1-37 16,-2 0-66-16,-4 1-21 16,-3-1-3-16,-1-1-16 0,-6 1-40 15,-1 1-114-15,-5 1-72 0,-3 2-129 16,0 1-392-16,-4 0-906 0</inkml:trace>
  <inkml:trace contextRef="#ctx0" brushRef="#br0" timeOffset="3423.41">7779 2071 2330 0,'0'0'757'0,"0"0"-285"0,0 0-179 0,0 0-66 16,0 0-89-16,0 0-51 0,0 0 6 0,0 0-13 15,101-19-36-15,-62 5-44 0,0-3-34 16,2 1-47-16,-2-1-55 0,-3 2 17 16,0 2-180-16,-4-1-268 15,-7 7-564-15,-2 1-897 0</inkml:trace>
  <inkml:trace contextRef="#ctx0" brushRef="#br0" timeOffset="4107.366">8634 1552 457 0,'0'0'619'15,"0"0"662"-15,0 0-845 0,0 0-45 0,92 25-88 0,-59-16-15 16,6-1-62-16,-2-3-34 0,-2 1-105 16,-3-3-50-16,-2-1-23 0,-4-2-14 15,0 0-31-15,-6 0-13 0,0-2-134 16,-1-1-61-16,-6-1-141 0,-4-1-298 0,-8 4-855 15</inkml:trace>
  <inkml:trace contextRef="#ctx0" brushRef="#br0" timeOffset="4434.903">8744 1601 121 0,'0'0'1616'16,"0"0"-855"-16,0 0-284 0,0 0-125 0,0 0-70 15,0 0-4-15,0 0-36 0,0 0-55 16,5 68-44-16,-2-43-47 0,0 2-38 16,0 3-2-16,-2 2-41 0,-1 5-15 15,1 3 12-15,-1 2-5 0,0 2-7 16,0 5-2-16,0-2-14 0,0 1-15 16,3-1 31-16,1-5-2 0,4-4-7 15,0-5 9-15,5-6 3 0,-1-2 25 16,0-3-16-16,2-4-12 0,0-1 2 0,2-5 14 0,0-2-14 15,3-2-2-15,1-5 3 0,0-1-3 16,3-2-39-16,0-3-17 0,4-5 4 16,-2-4-53-16,3-2-53 0,-1-5-51 15,-1 1-100-15,0-1-160 16,-6 6-247-16,7-9-605 0</inkml:trace>
  <inkml:trace contextRef="#ctx0" brushRef="#br0" timeOffset="4758.186">9393 1433 1505 0,'0'0'445'0,"0"0"238"0,0 0-233 16,0 0-55-16,0 0-97 0,50 78-38 0,-37-43-28 16,3 10-61-16,0 5 2 0,-2 7 39 15,-2 4-40-15,-2 4-71 16,0 0-25-16,-4-2-15 0,-3 1-28 16,-3-3-33-16,0-1-13 0,0-3-14 15,-6-5-34-15,3-4-52 0,-1-11-12 0,4-9 23 16,4-13-5-16,6-10-35 0,6-5-143 15,4-8-125-15,3-13-87 0,-7 3-208 16,15-22-665-16</inkml:trace>
  <inkml:trace contextRef="#ctx0" brushRef="#br0" timeOffset="5065.859">10028 1641 714 0,'0'0'2188'0,"0"0"-1810"0,0 0-273 15,0 0 19-15,0 0 88 0,-89 29 21 0,57-10-41 16,1 5-86-16,-4 2-66 0,5 1-15 16,2 1-9-16,2-1-16 0,5 1-2 15,1 3-23-15,2-1-16 0,3-2-15 16,2 0 28-16,4-5 16 16,2 0 12-16,6-5 1 0,1 0 1 15,0-2-1-15,6 2 27 0,5-2 16 0,0 0-1 16,5 0 25-16,3-1-6 0,2 1 4 0,5-2 14 15,-1 0-6-15,2-1-19 0,0 0-30 16,0-1-22-16,-1-2-3 0,-3-1 0 16,-2 2-37-16,-2-4-31 0,1 2-46 15,-1-1-66-15,-3-1-63 0,2-1-97 16,-6 0-229-16,-2-1-473 0,0-2-481 0</inkml:trace>
  <inkml:trace contextRef="#ctx0" brushRef="#br0" timeOffset="5479.602">10338 1994 2546 0,'0'0'620'15,"0"0"-594"-15,0 0 60 16,0 0-83-16,0 0 302 0,0 0 108 0,12 77-137 16,-9-40-130-16,-2 7-57 15,-1 6 1-15,0 0 36 0,-7 0 22 0,0-3-72 16,-2-5-42-16,2-7-25 0,0-5-9 0,2-7-31 16,2-8-70-16,2-5-62 0,1-7-46 15,4-3-121-15,5-6-287 0,1-1-118 16,6-20-646-16</inkml:trace>
  <inkml:trace contextRef="#ctx0" brushRef="#br0" timeOffset="5724.735">10704 1507 2436 0,'0'0'535'15,"0"0"-228"-15,0 0-2 0,13 91 101 0,-10-48 1 16,-1 4-80-16,-1 6-91 0,-1 5-25 16,0 4-44-16,0-2-82 0,0 0-42 15,-6-5-43-15,-1-3-22 16,0-8-39-16,-2-5-70 0,4-8-18 16,0-6 21-16,2-10 14 0,3-6-21 15,0-3-87-15,0-6-236 0,0 0-304 0,0-4-634 16,2-7-283-16</inkml:trace>
  <inkml:trace contextRef="#ctx0" brushRef="#br0" timeOffset="5894.654">10771 1982 2651 0,'0'0'562'16,"0"0"-253"-16,0 0-47 0,0 0 97 0,79 0-70 16,-54 6-2-16,3-2-26 0,1 2-54 0,1-3-88 15,2 0-76-15,1-3-43 16,-1 0 0-16,3-5-34 0,-1-5-63 0,3-2-80 15,-3-3-44-15,-3-3-84 0,0-5-240 16,-11 8-610-16,7-9-506 0</inkml:trace>
  <inkml:trace contextRef="#ctx0" brushRef="#br0" timeOffset="6115.628">11246 1541 222 0,'0'0'2205'0,"0"0"-1747"15,0 0-192-15,0 0-4 0,0 0 80 0,0 0-40 16,3 79-9-16,2-41-54 0,0 4-33 16,2 4-16-16,-2 2-41 0,1 2-30 15,-2 0-31-15,-1 1-36 0,-3-1-22 16,0-1-29-16,0-3-1 0,-3-1-18 16,0-4-18-16,-1-1-71 0,1-4-51 15,1-2 17-15,2-3 3 0,0-8-21 16,0-5-85-16,6-5-184 0,0-8-351 0,11-5-861 0</inkml:trace>
  <inkml:trace contextRef="#ctx0" brushRef="#br0" timeOffset="6862.198">11912 1638 3503 0,'0'0'687'15,"0"0"-343"-15,0 0-264 16,0 0-33-16,0 0-14 0,0 0 38 0,0 0 33 0,0 0-55 16,0 0-42-16,0 0-7 0,0 0-40 15,27-12-3-15,-15 5 9 0,1 1 13 16,4 1 5-16,-1 0 1 16,-1 1-10-16,-2 1 23 0,2 2-1 15,-1-2-21-15,1 2 8 0,-2-1-5 0,0 1-10 16,2 1 0-16,-3 0-12 0,0 0 3 15,-2 0 12-15,0 3-3 0,0 1 28 16,-2 0-10-16,-3 2 13 0,2 0 0 0,-1 0 28 16,-1 1 25-16,-3 2 2 15,3 0-15-15,-2 2-6 0,-2 3-15 0,2 1-7 16,0 3 4-16,-2 3-4 0,1 3 15 16,-1 2 29-16,0 2-35 0,1-1-5 15,-1 3 8-15,2 2 10 0,0 0 3 16,-1 3-1-16,1-1 1 0,1 3-9 0,-1 0-7 15,2 1 7-15,-2 0-1 0,0 0 3 16,2 2 1-16,-1 0-4 0,3-1-11 16,-2 0-13-16,0-3 15 15,-2 0 3-15,1-4-2 0,1-4-1 0,-2-1-3 0,1-6-12 16,-1-4 9 0,0-3-10-16,1-3 1 0,-3-4 0 0,1-1 12 15,-1 0-2-15,-1-5 2 0,0-1-3 16,0 2 3-16,0-2 12 0,0 2 1 15,0-2 39-15,0 1 69 0,-3-1-91 0,-5 0-43 16,-1 0-2-16,-5 0-3 0,-8-1-24 0,-2-3 0 16,-4-2 15-16,-5 1 9 15,-3-1-9-15,-3 0-19 0,-2 3 7 0,-3-2-18 16,-2 0-19 0,3 2-12-16,-1 0-12 0,3 3-19 0,5 0 4 15,1 0 5-15,2 2-24 0,1 5-87 16,-2-2-181-16,-2 3-266 0,7-1-404 0,-19 5-576 0</inkml:trace>
  <inkml:trace contextRef="#ctx0" brushRef="#br0" timeOffset="16138.203">1187 2104 1395 0,'0'0'1027'0,"0"0"-853"0,0 0-32 0,0 0-58 0,0 0 182 16,0 0 130-16,25-66-68 0,-24 61-85 15,1 3-46-15,-2 1-23 0,0-1-7 16,0 2-26-16,0 0-33 0,0 2-32 16,0 4-17-16,2 4 26 0,1 7 16 0,0 6-4 15,0 7-27-15,-2 5-61 0,-1 3-9 0,0 3-12 16,-1 3 9 0,-5 1-36-16,1-2 5 0,0-3 4 0,1-2-13 0,1-5-3 15,3-7-18-15,-2-6-64 16,2-6-25-16,0-6-57 0,0-4-72 15,0-3-128-15,0-1-211 0,2-7-408 0,-2-3-359 16,0 0 719-16</inkml:trace>
  <inkml:trace contextRef="#ctx0" brushRef="#br0" timeOffset="16566.747">929 1969 1626 0,'0'0'727'15,"0"0"-501"-15,0 0-168 0,0 0 84 16,-101 8 163-16,77 7 1 0,-2 5-99 16,7 4-65-16,2 7-22 0,7 6-23 15,4 7 17-15,6 4 23 0,0 9 16 0,4 4-45 16,8 4-28-16,3 1-18 0,3-1 3 16,5-6-50-16,0-7 16 0,4-7-15 15,1-9-16-15,1-9-1 0,1-4 1 0,0-6 25 16,0-6-10-16,2-6 13 0,0-3 3 15,4-2 1-15,-2-12-32 16,2-5-61-16,2-6-22 0,-2-7 9 0,0-4-40 16,1-5 9-16,-4-5-7 0,-1 0-3 15,0-4 0-15,-5-2-37 0,-2-1 30 16,-2-3 37-16,-4-3 24 16,-6-2-2-16,-6-2 63 0,-3 3 0 0,-4 2 67 15,-8 4 21-15,-7 5 6 0,-5 10-43 0,-3 5 103 16,0 7-32-16,-5 7 37 15,0 6-41-15,-4 5-75 0,0 7-3 16,-5 1-40-16,-6 13-34 0,-4 12-31 0,-7 11-22 16,-4 11 19-16,-4 10 9 15,-1 7-25-15,-2 3-64 0,1 3-154 16,2 4-124-16,16-17-229 0,-14 33-844 0</inkml:trace>
  <inkml:trace contextRef="#ctx0" brushRef="#br0" timeOffset="17069.124">1226 4386 1865 0,'0'0'1131'0,"0"0"-945"0,88 0-65 16,-39-1 64-16,7-4 59 0,-1 0-87 15,-6 0-69-15,-3-1-32 0,-7 1 2 16,-4 3-5-16,-10 1-53 0,-5 1 0 0,-6 0-47 16,-10 5 9-16,-4 7-16 0,0 5 54 15,-13 6-25 1,-9 6 25-16,-5 6-41 0,-6 2-34 0,-3 2 65 16,-3 1 10-16,1 2 0 0,4-2 0 15,3-4 30-15,7-2 1 0,7-6 16 0,7-4 3 16,7-6 20-16,3-1-26 0,10-4 0 15,10-2-1-15,6 0 23 0,5-4-16 16,6-2 8-16,-1-2 14 0,1-3-32 16,-2-4-13-16,-2-7-27 0,-4-3-59 15,-3-3-68-15,-3-4-66 0,-2-3-122 16,-6-4-99-16,-5-1-236 0,-3 6-860 0,-7-13 317 16</inkml:trace>
  <inkml:trace contextRef="#ctx0" brushRef="#br0" timeOffset="17469.241">1233 4116 7 0,'0'0'2157'15,"0"0"-1821"-15,-76 14-90 0,47 2 65 0,0 8 44 16,6 7-48-16,3 9-30 0,4 5-48 16,9 13-89-16,3 2-7 0,4 9 0 15,8 4 8-15,8 5-39 0,3 2-44 16,4 0-46-16,3-7 0 0,3-6 13 15,1-9-7-15,5-12 13 0,3-13-1 16,3-5-24-16,2-8-5 0,3-9-1 0,2-4 49 16,2-6-47-16,0-2 13 15,3-11-15-15,1-6-51 0,-1-9-26 0,1-5 4 16,-4-5 8-16,1-9 22 0,-8-4-18 0,0-4 0 16,-7-2-4-16,-4-4 31 0,-8 1-3 15,-6 0 18-15,-7-1-5 0,-11 4-26 16,-3-3 10-16,-15 5 38 15,-11 0 4-15,-9 5 18 0,-6 6 45 16,-4 8-41-16,-2 6-8 0,0 11-14 16,2 11 10-16,0 7-12 0,2 4-31 0,0 12-55 15,3 7 14-15,1 9 13 0,2 4-50 16,5 5-28-16,6 3-90 0,7 2-308 16,5 1-126-16,10-1-519 0,2-11-195 15,5 12 1359-15</inkml:trace>
  <inkml:trace contextRef="#ctx0" brushRef="#br0" timeOffset="17857.787">3177 4179 1596 0,'0'0'723'16,"0"0"-161"-16,0 0-216 0,0 0-34 16,0 0 82-16,94 75-74 0,-58-58-10 0,3-3-46 15,1-6-80-15,2-3-62 0,6-5-3 16,-2-3-43-16,3-8-33 16,-4-6-43-16,-4-2-70 0,-2-3-82 15,-6-1-47-15,-5 2-86 0,-7 0-102 0,-8 6-219 16,-7 3-473-16,-6 3-679 0</inkml:trace>
  <inkml:trace contextRef="#ctx0" brushRef="#br0" timeOffset="18044.284">3533 4392 398 0,'0'0'280'0,"0"0"1031"0,13 85-955 0,-4-49 54 0,2 8 46 15,0 1 62-15,-4 0-125 16,3-3-119-16,-5-1-166 0,0-5-96 0,-1-4-12 15,-4-3-21-15,0-6-53 0,0-3-19 16,-6-4-32-16,-2 2-79 0,-8-5-149 0,0 2-284 16,-7 1-645-16,-1-3-186 15,2-2 1416-15,-11 1-115 0</inkml:trace>
  <inkml:trace contextRef="#ctx0" brushRef="#br0" timeOffset="18187.358">3298 5018 362 0,'0'0'254'0,"0"0"1401"0,0 0-1132 0,0 0-196 0,0 0-65 15,81 43 61-15,-52-34-36 0,4-6-89 0,0-3-43 16,3 0-59-16,0-6-3 0,0-5-41 16,-1-3-30-16,1-3-22 0,-3-2-99 15,0-3-133-15,2-3-147 0,-11 6-373 16,9-12-1117-16</inkml:trace>
  <inkml:trace contextRef="#ctx0" brushRef="#br0" timeOffset="18366.245">4098 4784 642 0,'0'0'369'0,"0"0"1267"0,0 0-1331 0,0 0-74 16,0 0 107-16,78 0-70 0,-55-16-135 16,5-4-133-16,0-8-63 0,3-3-114 15,-1-5-80-15,0-1-116 0,-1-2-287 16,-9 10-576-16,3-12 109 0</inkml:trace>
  <inkml:trace contextRef="#ctx0" brushRef="#br0" timeOffset="18644.339">4245 4264 868 0,'0'0'1340'0,"0"0"-852"16,0 0-134-16,0 0-105 0,-40 81-1 0,34-50-42 15,3 4-5-15,3 1-3 16,0 5-36-16,0 0-32 0,3 3-18 0,3 0-29 15,-2 6-34-15,2 0-12 0,0 6-12 16,1 0-1-16,-1 1 10 0,2 2-12 16,-2-5-10-16,1-4 0 0,1-2-12 15,-3-6 2-15,2 0 10 0,-1-6-12 16,0-3-1-16,0-2-2 0,-2-3-18 16,-3-6-1-16,1-4-18 0,-2-4-18 15,0-4-13-15,-3-3-9 0,-4-3-31 0,-3-3 2 16,-6 0-9-16,-4-1-41 0,-8 0-17 0,-6-2-64 15,-5-7-106 1,-6-5-328-16,-1-2-612 0,9 2 940 0,-18-14-126 16</inkml:trace>
  <inkml:trace contextRef="#ctx0" brushRef="#br0" timeOffset="26765.641">12577 4559 1235 0,'0'0'761'0,"0"0"-26"15,0 0-424-15,0 0-144 0,0 0 53 0,0 0 8 16,0 0-1-16,0 0 0 16,0 0-50-16,50 69-28 0,-44-34-41 15,-2 8-37-15,-4 4-18 0,0 3-23 16,-6 3-28-16,-1-2-2 0,1-4-17 0,0-6-4 15,2-10-4-15,1-8 6 0,2-6 16 16,1-8-21-16,0-4-13 0,0-4 9 16,0-1 3-16,0 0-55 0,4-8-51 0,6-5-9 15,3-9 43-15,1-7-1 0,3-4-12 16,-2-7-73-16,0 2 34 16,-2-1 86-16,-3 0 12 0,-1 3-19 0,-1 0 13 15,2 5 54-15,0 6 0 0,1 5 3 16,0 7 67-16,-2 2 67 0,1 8 15 0,0 3-13 15,-2 0-26-15,3 9-3 0,1 5 3 16,-3 4-19-16,1 3-13 0,-3 4 12 16,-2 4-22-16,-4 1 3 0,0 3-18 15,-1 0-16-15,0 2-34 16,0-3-3-16,-2-1-1 0,0-2-24 16,1-6-9-16,1-7-15 0,0-3 15 15,0-5 31-15,0-1-16 0,0-4-37 16,0 0-6-16,0 0-9 0,0-2-35 0,0 1-18 0,1 2-23 15,-1 2-96-15,0-1-117 0,0 1-217 16,0 1-467-16,0-1-507 16</inkml:trace>
  <inkml:trace contextRef="#ctx0" brushRef="#br0" timeOffset="27273.45">13137 4796 840 0,'0'0'1416'0,"0"0"-1141"0,0 0-130 15,0 0 0-15,0 0 137 0,-30 77 47 0,24-52-79 16,3 0-117-16,0 4-58 16,3-3 41-16,0-2-43 0,2 0-32 15,2-2 12-15,3-4-19 0,0-3-21 0,2-4-11 16,0 0-2-16,4-8 1 0,-2 0 8 15,5-3-7-15,2-2 14 0,2-8-16 0,1-3-62 16,0-10-44-16,0 1 36 0,-1-4 14 16,-1 1-19-16,-2-4 37 0,-4 5 27 15,-4 0 11 1,-5 5 29-16,-4 3-13 0,-1 1 43 0,-11 4-31 16,-1-1 1-16,-5 1-1 0,0 0-28 0,-3 2-2 15,2 5 2-15,0-1 28 0,5 5 11 16,-1 1-39-16,1 7-42 0,2 4 1 15,1 1-3-15,-1 1-12 0,1 1-17 16,-1 0 4-16,4 0-117 0,-1-1-193 16,2-2-338-16,-2-1-902 0</inkml:trace>
  <inkml:trace contextRef="#ctx0" brushRef="#br0" timeOffset="27581.927">13333 4653 29 0,'0'0'291'0,"0"0"1259"0,0 0-1187 0,0 0-46 0,0 0 41 16,82-24-6-16,-64 31-101 0,-3 8-29 16,1 1-52-16,-2 5-35 0,-2 4-19 15,0 6 6 1,-2 4-51-16,-4 2-24 0,-1 3-5 0,-3 1-42 16,-2-7-15-16,0-5-4 0,0-5 0 0,1-7-2 15,-1-7 9-15,2-3 12 0,-2-3 13 16,0-3 11-16,0-1 23 0,0 0 6 0,0 0 8 15,0-2-36-15,1-8-6 0,2-2-19 0,4-9-31 16,0-5-22-16,1-7 22 16,0-1-3-16,1-1-46 0,-2 0-23 15,3 4-50-15,-2 3 15 0,1 2-57 16,-1 5-96-16,-1 2-118 16,0 5-157-16,0 4-475 0,-4 3-9 0,-3 2 711 15</inkml:trace>
  <inkml:trace contextRef="#ctx0" brushRef="#br0" timeOffset="28170.561">13788 4663 646 0,'0'0'1975'0,"0"0"-1669"0,0 0-194 15,0 0 128-15,0 0 90 0,0 0 26 16,0 0-145-16,31 72-49 0,-28-42-44 0,-2 4-16 16,0 5 6-16,-1 2-19 0,0 2-37 15,0-4-52-15,0-2-2 0,0-9-44 0,0-5 6 16,0-6-12-16,3-5-35 16,2-6-11-16,1-5-23 0,3-1-35 15,2-4 16-15,2-7-21 0,1-6-28 0,4-5-1 16,0-3-39-16,1-5 28 0,-2 1 137 15,0-2 31-15,-5 1-24 0,2 1 21 16,-5 6 36-16,-2 3 18 0,-4 3 17 16,0 8 80-16,-1 5 61 0,-2 4-17 15,0 0-25-15,0 0 21 16,0 1-51-16,0 6-66 0,0 5 44 0,-3 1-1 16,0 2-8-16,1-2 27 0,-1-3-53 15,0-4-47-15,3-2-27 0,0-2 6 0,0-2 21 16,0 0 37-16,2 0 19 0,5-6-53 15,4-5 7-15,3-3-10 0,0 0-34 16,3-1-66-16,0 0-1 0,-2 7 38 16,2 1 7-16,-1 3 5 0,0 4 51 15,-3 0 38-15,1 5 6 0,-1 5 22 16,-2 3 13-16,1 0-26 0,-4 2 6 16,0 2 16-16,-2-2 0 0,0 2 8 0,-3 0-15 15,-2-1 0-15,-1 2 10 0,0 1-26 16,0-1-40-16,0-3-12 0,0-2-31 15,0 0-2-15,0-6-57 0,0 0-74 16,9-3-44-16,1-4-25 0,9 0-18 16,3-11-85-16,7-4-83 0,3-8-151 15,1-1-503-15,-8 3-91 0</inkml:trace>
  <inkml:trace contextRef="#ctx0" brushRef="#br0" timeOffset="28461.611">14610 4773 326 0,'0'0'294'0,"0"0"-210"0,0 0 1570 0,0 0-1070 16,0 0-226-16,0 0-66 0,0 0-55 15,-60 80 3-15,39-52 28 0,1 2-61 16,4-1-43-16,2-2-14 0,5-5-33 0,5-5-69 16,1-6-32-16,3-3-16 0,0-3-19 15,0-1 16-15,4-2 0 0,2 0 2 16,4-2-17-16,0 0 15 0,3 0-28 16,0-2 13-16,0-3-10 0,0 0-14 15,1 0 5-15,-2 1-6 0,-2-2-28 0,0 1 22 16,-1 0 12-16,-2-1 9 0,0 0 26 15,-1-1 0-15,-2 1 2 16,1-3 12-16,-1 1-12 0,-1-3-6 16,0-1-46-16,-2-2-75 0,1-1 6 0,-2-1-35 15,0-3-51-15,0-3-181 0,0-2-158 16,0-4-79-16,0 0-98 0,0-1-26 16,1-3 12-16,-1-1 734 0,4 1 3 0,1-2-176 15</inkml:trace>
  <inkml:trace contextRef="#ctx0" brushRef="#br0" timeOffset="28749.694">14689 4489 255 0,'0'0'180'15,"0"0"-102"-15,32-73-78 0,-23 49-29 16,2 0 16-16,-4 0-7 0,2-3 20 0,2 1 113 16,-3 1-112-16,0-2 239 0,0 2-73 0,0 4-24 15,-1 1 127-15,-1 7 72 0,-1 6 67 16,-4 0-47 0,-1 7-65-16,1 0-24 0,-1 0-43 0,0 0-55 15,0 0-26-15,0 3-16 0,0 5-39 16,-1 4-3-16,-2 4 19 0,-1 6 4 0,-1 3 29 15,-1 4-32-15,4 5-2 0,-4 3-20 16,3 6-9-16,0 5-9 0,-1 5-28 16,-2 3 19-16,3 5-17 0,-3 3-8 15,-1-4-37-15,3 1 0 16,0-5-1-16,-1-4-2 0,4-4-34 0,1-6 22 16,0-4-9-16,0-1-35 0,3-4-48 15,3-2-20-15,2-5 1 0,-1-4-51 16,2-4-86-16,-2-6-118 0,2-5-119 15,-1-4-150-15,1-3-546 0,-3 0-44 0,1-11 1220 0</inkml:trace>
  <inkml:trace contextRef="#ctx0" brushRef="#br0" timeOffset="29537.371">16407 4713 1603 0,'0'0'1191'0,"0"0"-733"0,0 0-165 16,0 0-141-16,0 0 97 0,0 0 2 15,0 0-83-15,-97 5-63 0,66 13-25 16,-5 6-12-16,1 2 16 0,1 5-23 16,5 2-18-16,4-4-22 0,9-2-5 15,6-2-16-15,3-4-3 0,7-6-19 16,0 0 1-16,7-3-1 0,6-2-2 15,7-1-7-15,4-2-12 0,5-1 3 16,4-2-10-16,2-3 13 0,1 2 0 16,-1-2 0-16,-2 0 3 0,-4 2-6 0,-3 0 3 15,-9 2-4-15,-1 0 32 0,-7 3 9 16,-5-1 28-16,-2 4 22 0,-2-1-1 16,-2 5 4-16,-8-2 9 0,-6 5-13 15,0-1-3-15,-7 1-24 0,0-1-7 16,0 0 7-16,-1-3-22 0,1-5-2 15,5 0-32-15,3-6-34 0,4-1-74 16,0-2-47-16,7-5-68 0,2-7-165 0,2-7-556 16,3-7-321-16,4 4 108 0,13-19 1062 15</inkml:trace>
  <inkml:trace contextRef="#ctx0" brushRef="#br0" timeOffset="29878.197">16613 4811 430 0,'0'0'792'0,"0"0"304"0,0 0-647 15,0 0-93-15,0 0 59 0,0 0-34 16,25 71-86-16,-25-44-43 0,-3 0-57 0,-2 1-51 16,1-2-31-16,3-5-54 0,-1-2-58 15,2-5-1-15,0-4-16 0,3-3-8 16,3-1 5 0,3-6-63-16,5 0-44 0,2-6 33 0,5-6-21 15,-1-3-53-15,2-5-23 0,-2 0 11 16,0-1 12-16,-5 1 47 0,-1 2 6 0,-1 0-45 15,-4 4 16-15,-1 2 121 16,-2 2 22-16,-4 5 111 0,-1 3 23 0,1 2 8 16,-1 0-25-16,1 8-19 0,1 3 34 15,-2 6 7-15,2 2-24 0,-2 5-3 0,2 1 3 16,-1-2 5-16,0-1 10 16,0-3-41-16,-1-4-83 0,1-5-6 0,-1-4-15 15,2-3-13-15,0-3-104 16,3-1-35-16,3-9-7 0,6-7-183 15,1-5-327-15,4-3-618 0,-3 2-468 16,5-14 1692-16</inkml:trace>
  <inkml:trace contextRef="#ctx0" brushRef="#br0" timeOffset="30232.215">17140 4332 774 0,'0'0'290'16,"0"0"741"-16,0 0-594 0,0 0-131 0,0 0-40 0,0 0 72 15,3 86-27-15,0-50-9 0,0 5-55 0,-1 0-77 16,-2 5 0-16,0 0-65 0,0-4-59 16,0-5-9-16,0-3 2 0,1-8-5 15,2-1-12-15,3-4-22 0,0-3-1 16,4-2-1-16,0 0-11 0,5 0-17 16,-1 0-1-16,4 0 0 0,0 2-12 15,2 1 0-15,-3-1 6 0,3 0 4 16,-4-1-1-16,-3 0 3 0,-1-1-6 15,-2-1 9-15,-5-1 17 0,0 1 11 0,-2-2 3 16,-2-5 0-16,-1 2-1 0,0-3 13 16,-1-1 10-16,-5 0-10 0,-3 0 3 0,-2-4-18 15,-2 4-22-15,-3-2-15 0,1-2-21 16,-2-2-11 0,-2 0 7-16,-1-1-43 0,-3-7-45 15,0-3-55-15,0-2-82 0,0-3-120 16,4-2-197-16,6-2-573 0,3 7-78 0,3-7 1118 15</inkml:trace>
  <inkml:trace contextRef="#ctx0" brushRef="#br0" timeOffset="31226.549">17877 4929 2518 0,'0'0'303'15,"0"0"-146"-15,0 0-38 0,0 0 120 0,0 0 57 16,0 0-22-16,-78-56-73 0,63 56-79 15,-2 6-29-15,-3 8-6 0,1 9 12 0,-1 3 6 16,0 3 15-16,7 1-18 0,2-5-23 16,2-3-36-16,6-7-18 0,3-5-10 15,0-2-3-15,0-4-12 0,8-1-33 16,3-3-4-16,2 0-12 0,7-8-34 16,3-2-15-16,0-3-29 15,2-2-9-15,-2-1 22 0,-2 1 17 16,-2 1-6-16,-2 3-26 0,-1 3 4 0,-4 3 55 15,-1 4 26-15,-3 1 22 0,0 6 22 0,-1 4 88 16,-1 4-3-16,-1 4-19 0,-1 1-19 16,0 3-5-16,0 3 5 0,-1 0 3 15,2 5-10-15,-1 1 26 0,0 1-1 16,1 0 28-16,-1 2-31 0,-1-2-47 16,2-2 16-16,0-1-9 15,-2 2-19-15,0-1 0 0,0-2 9 0,-2-3 1 16,-1 1 14-16,0-2 10 0,0-1-24 0,0 1 11 15,-4-3-5-15,-2 0-1 0,-4-3 1 16,1-1 11-16,-2-5-11 16,-2 0-4-16,-2-4 4 0,-3-3-7 15,0 0-12-15,-3-5-19 0,-2 0-11 16,-2-9-13-16,5-2-13 0,-2-4-45 16,6-7-29-16,1-3-84 0,6-6-72 0,3-5-92 15,5 0-218-15,1-1-214 0,0 7-700 0,8-12 1307 0</inkml:trace>
  <inkml:trace contextRef="#ctx0" brushRef="#br0" timeOffset="31516.114">18354 5047 1773 0,'0'0'675'0,"0"0"-221"0,7 88-98 15,-2-42 12 1,-4-1-71-16,1 2-59 0,-2 2-57 16,0 4-51-16,-2 2-40 0,-5 4-16 15,-2 2 3-15,-4-2 3 0,-3-1-53 0,-1-3 16 16,1-7-18-16,-1-3-24 0,5-4-1 16,2-5-11-16,3-5-5 0,4-5-51 15,3-5-44-15,0-7 6 0,0-6 3 0,3-2-12 16,3-6 11-16,-2-3-68 0,3-10-132 15,-1-6-134-15,4-6-236 0,2-9-492 16,-4 8-88-16,1-21 1240 0</inkml:trace>
  <inkml:trace contextRef="#ctx0" brushRef="#br0" timeOffset="31750.215">18345 4997 72 0,'0'0'554'0,"0"0"919"0,11-73-1168 0,-3 58-21 16,5-2 53-16,0 4-17 0,4 6-54 15,2 2-45-15,3 5-10 0,1 0-67 0,1 10-72 16,-2 4-35-16,-2 1-2 0,-4 7-4 16,-2 2 0-1,-6 0-13-15,-4 2 23 0,-4 2-17 0,-4-1-2 16,-10 1 0-16,-4 1-2 0,-4-4-20 16,-4 1-25-16,0-3-49 0,-1-4-22 0,0-2-19 15,2-5-19-15,4-1-77 16,2-5-83-16,2-5-196 0,3-1-518 0,3 0-602 15,2 0 1570-15</inkml:trace>
  <inkml:trace contextRef="#ctx0" brushRef="#br0" timeOffset="32115.729">19076 4982 2711 0,'0'0'1668'0,"0"0"-1368"0,0 0-239 16,0 0-39-16,-78 66 9 0,65-46 76 15,6 0 58-15,4 1-73 16,3-4-65-16,0-4 1 0,13-1 29 16,2-3-57-16,5-3-36 0,3-3-25 15,4-3-24-15,1-2-13 0,0-8-12 0,-2-1-1 16,0-3-12-16,-1-3 0 0,-6 1 5 15,-1 2 25-15,-5-1 46 0,-3 1 16 16,-4 0 31-16,-5 2 13 0,-1-4 43 16,-1 1 55-16,-10-2 22 0,-2-1-28 0,-5 1-9 15,-1 1-29-15,1 4-27 0,-1 4-25 16,0 6-15-16,-1 2-30 0,3 0 8 16,0 7 1-16,2 0-16 0,2 4-9 0,3-3-3 15,4 2-121-15,3-3-38 0,3 0-247 16,0-3-537-16,11-3-403 15,-1-1 174-15,16-4 998 0</inkml:trace>
  <inkml:trace contextRef="#ctx0" brushRef="#br0" timeOffset="32268.621">19409 4978 696 0,'0'0'91'0,"0"0"2227"0,100 13-1856 0,-62-13-152 16,6 0-141-16,2-2-90 0,-2-9-35 16,-3-3 6-16,-3-3-50 0,-3-4-22 15,-2-1-84-15,-4-5-131 0,-5 1-158 0,-4-1-203 16,-9 0-216-16,-7 3-306 0,-4 0 354 0,-8 4 704 15,-7 0-37-15</inkml:trace>
  <inkml:trace contextRef="#ctx0" brushRef="#br0" timeOffset="32516.345">19830 4647 202 0,'0'0'105'0,"0"0"260"0,-81-61-290 0,57 49 1030 15,3 5-816-15,3 3-52 0,5 4 28 16,1 1 18-16,4 7 2 0,2 4 27 16,1 2-12-16,2 4-42 0,3 5-49 15,0 1 5-15,0 3 8 0,0 6-19 0,2 0-11 16,1 7-36-16,-2 2-47 0,1 6-36 15,-2 6-18-15,0 1-10 0,-2 4-27 16,-4 1-6-16,1-1-12 0,-4-1 0 16,3-3-2-16,-1-2-14 0,1-4-2 15,1-3-31-15,0-5-8 0,1-3 17 16,1-3 13-16,0-5-22 0,0-3-5 0,3-4 2 16,-3-6 6-16,3-3-15 0,-3-5-18 15,2-2 2-15,-2-6-18 0,-1 1-24 16,-2-2-11-16,-4-2-64 0,-3-4-99 15,-6-3-97-15,-2-2-115 0,-4-4-130 16,-3-3-512-16,7 3 133 0,-11-14 822 0</inkml:trace>
  <inkml:trace contextRef="#ctx0" brushRef="#br0" timeOffset="32999.674">21030 4447 1630 0,'0'0'798'16,"0"0"0"-16,0 0-312 0,0 0-178 15,0 0-132-15,0 0-73 0,0 0-17 0,-108 67 20 16,74-28-4-16,-4 6-13 0,-1 9 6 0,-2 5 40 15,3 3 9-15,2 6-37 0,3 1-19 16,5-1 22-16,7-4 81 0,9-3-49 16,8-11-45-16,4-5-21 15,7-7-22-15,10-7-15 0,2-4-15 0,4-5 1 16,5-4-25-16,0-4-1 0,4-3-30 16,1-7-29-16,0-4-28 0,-2-2-24 15,-3-11-24-15,0-7-18 0,-8-2-50 16,-3-6-120-16,-6-3-281 0,-10-6-709 15,-1 8-618-15</inkml:trace>
  <inkml:trace contextRef="#ctx0" brushRef="#br0" timeOffset="33170.334">20717 4947 833 0,'0'0'2160'0,"0"0"-1475"16,0 0-323-16,0 0-130 0,0 0 19 0,0 0 4 16,0 0 113-16,0 0-28 0,81 45-128 15,-38-40-97-15,5-5-48 0,5 0-67 16,1-9-9-16,-1-4-31 0,0-3-47 15,-4 0-40-15,-7 1-37 0,-3-3-31 16,-7 3-55-16,-5 2-93 0,-7 1-184 16,-8 3-266-16,-7 1-363 0,-5 2-374 0,0 2 992 15,-14 4 446-15</inkml:trace>
  <inkml:trace contextRef="#ctx0" brushRef="#br0" timeOffset="33334.004">21212 4914 718 0,'0'0'115'0,"0"0"1625"0,0 0-1338 0,-28 68-98 16,26-41-81-16,-1 4 17 0,3 2 56 15,0 5 47-15,0 1-61 0,3 0-86 16,1 3-37-16,0-1-27 0,-2 3-29 16,1-1-42-16,-3-3-34 0,0 0-27 0,0-2 0 0,0-4-1 15,0-4-14-15,0-4-97 16,-2-2-81-16,-1-4-43 0,0-3-65 0,-2-4-243 16,0-4-606-16,0-2-880 15,-8-3 1821-15</inkml:trace>
  <inkml:trace contextRef="#ctx0" brushRef="#br0" timeOffset="41894.424">5541 4142 1299 0,'0'0'1461'16,"0"0"-1240"-16,0 0-67 0,0 0 136 15,0 0 46-15,0 0-69 16,0 0-66-16,0 0-55 0,0 0-19 0,0 0 30 16,24 37 49-16,-18-3-59 0,-2 8-34 15,1 8-24-15,-2 9-38 0,-3 7-11 16,0 4-19-16,0 3 4 0,-8 6-7 0,0-1-12 16,-5 3-6-16,0 0-12 0,1-2-10 15,-1-8 7-15,5-4-21 0,0-11-22 16,3-8-21-16,2-11-19 0,3-9-46 0,0-11-31 15,3-6-50-15,2-8-126 16,1-3-177-16,0-8-71 0,-2-3-152 16,5-20-584-16</inkml:trace>
  <inkml:trace contextRef="#ctx0" brushRef="#br0" timeOffset="42108.133">5545 4798 2489 0,'0'0'409'0,"0"0"-226"15,0 0-84-15,0 0 185 0,0 0 26 0,0 0-37 16,85-28-79-16,-53 24-82 0,5-1-19 16,2 0 37-16,4 0-31 0,1 1-62 0,-1-1-10 15,-3-3 1-15,1 0-6 0,-4-1-22 16,-1 1-12-16,-1 0 10 0,-5-1-59 16,-5 3-81-16,-4 2-37 0,-2 0-67 15,-8 1-78-15,-2 3-129 0,-2 0-207 16,-7 0-626-16</inkml:trace>
  <inkml:trace contextRef="#ctx0" brushRef="#br0" timeOffset="42365.665">6119 4207 2749 0,'0'0'315'0,"0"0"-264"0,0 0 74 0,0 0 113 0,0 0 19 15,0 0-31-15,0 0-34 0,-16 77-42 16,23-44-51-16,0 9 3 0,-1 5 3 16,3 6-25-16,-3 1-18 0,-1 3 2 15,2 5-62-15,-2 0-2 0,-1 3 0 16,-1-1-3-16,-3-1 3 0,3-1-55 16,-2-3-37-16,2-5 8 0,-1-4-67 15,3-4-38-15,-1-7-31 0,5-6-53 16,1-7-181-16,0-9-204 0,8-7-545 0</inkml:trace>
  <inkml:trace contextRef="#ctx0" brushRef="#br0" timeOffset="44197.78">13026 2300 1687 0,'0'0'195'0,"0"0"-127"0,0 0-32 16,0 0 420-16,0 0-159 0,0 0-53 0,0 0-51 15,0 0-37-15,-6 67-35 0,3-60-29 16,0 2-32-16,-5 3-35 0,2 0-25 16,-4 0-19-16,0 1-28 0,-1 1-58 15,-3 1-130-15,-1-2-86 0,2-2-98 0,1-4-333 16,2-1-529-16</inkml:trace>
  <inkml:trace contextRef="#ctx0" brushRef="#br0" timeOffset="50882.244">6746 5106 130 0,'0'0'2327'16,"0"0"-2023"-16,0 0-240 0,0 0 36 16,0 0 137-16,-26 86 72 0,24-61-59 15,-1-1-77-15,-1 5-41 0,1-1 0 16,0-1-23-16,2 0-56 0,-2 0-28 16,1-2-24-16,0-1-1 0,0-1-13 15,1-5-43-15,-1-5-53 0,2-3 6 0,0-4-61 16,0-4-73-16,0-2-64 0,0 0-205 15,3-12-285-15,1 2-847 0,2-15 1296 0</inkml:trace>
  <inkml:trace contextRef="#ctx0" brushRef="#br0" timeOffset="51178.603">7240 4239 2218 0,'0'0'336'0,"0"0"-52"0,0 0 97 0,30 66 17 16,-17-35-61-16,3 4-64 0,1 4-127 16,1 4-56-16,-1 1 12 0,0 5-3 15,-1 3-29-15,-1 3-48 0,-1 3-22 16,-6 3-3-16,0 1-10 0,-5 2 13 0,-2-1-49 15,1-2 6-15,-2-7-19 16,0-8-80-16,1-12-13 0,2-8-16 0,1-10-68 16,2-8-175-16,0-7-232 0,1-2-469 15,1-5-401-15,2-16 1340 0</inkml:trace>
  <inkml:trace contextRef="#ctx0" brushRef="#br0" timeOffset="51499.393">7835 4548 342 0,'0'0'2355'16,"0"0"-1988"-16,0 0-169 0,0 0-23 0,0 0 47 15,0 0-64-15,0 0-64 0,-98 13-84 16,75 5-10-16,-2 3-3 0,1 3-22 0,0 5 3 16,-1 0 19-16,5 0 2 15,0 2 1-15,3-6 44 0,5 0 38 16,2-3-9-16,5-7-33 0,1 1-18 15,4-2-9-15,0 1-10 0,7 2 31 0,2 2 16 16,4-1 15-16,4 4 59 0,3 0 19 16,4 0-60-16,3-2-6 15,5 2-9-15,-1-1 5 0,3 0-18 0,1-3-21 0,-3-3-16 16,0 1 10-16,-2-4-28 16,-1 2 0-16,-3-3-3 0,-2-1-34 15,1 0 25-15,-4-3-19 0,-3 0-104 0,-3-1-59 16,0 0-47-16,-4-2-81 0,0 1-198 15,-6-1-442-15,1-1-695 0</inkml:trace>
  <inkml:trace contextRef="#ctx0" brushRef="#br0" timeOffset="55500.025">9661 4654 2345 0,'0'0'1032'0,"0"0"-870"16,0 0-77-16,0 0 42 0,0 0 21 0,-92-33 38 15,73 33-40-15,3 1-15 0,-1 8 8 16,2 2 31-16,-2 7 2 0,4 7-74 15,0 7-12-15,3 5-7 0,-1 8 67 0,1 4-30 16,1 3-59-16,0-4-29 0,4-2-25 0,2-11 15 16,3-8-17-16,0-10-1 0,6-9-16 15,6-5 16 1,0-3 0-16,7-11-6 0,1-6 5 16,0-8-48-16,6-7-33 0,1-8-33 15,-1-3-7-15,-1-1-7 0,-8 4 4 0,0 5 29 16,-4 5 7-16,-4 5 6 0,-1 6-4 0,0 5 16 15,-4 6-10-15,1 4-74 16,-1 4 80-16,3 4 75 0,-1 6 93 16,2 9 16-16,3 2-6 0,-2 5-4 0,2 0-34 15,-1 3 6-15,0 0-10 0,-2-4-8 16,1-1-10-16,-1-3-28 0,-2-5-15 16,2-6-28-16,-2-4-12 0,-1-2 4 15,1-4 17-15,1 0 4 0,-3 0-7 0,2-4-138 16,-1-6-64-16,-2-3-139 15,-2-3-191-15,1 6-406 0,-2-6-249 0</inkml:trace>
  <inkml:trace contextRef="#ctx0" brushRef="#br0" timeOffset="55828.203">9951 4610 2262 0,'0'0'414'0,"0"0"-154"0,0 0 83 0,0 0 13 16,0 0-82-16,0 0-44 0,89 41-44 0,-73-21-12 15,-2 6-10-15,1 0-2 0,-1 5-57 16,-1 0-23 0,-3 1-36-16,0 1-12 0,-5-1-32 0,-1-3 0 15,-1 0 8-15,-3-5-10 0,0-3 0 16,0-5 1-16,0-6 1 0,0-3-2 16,0-4 0-16,0-3 30 0,0 0 22 0,0 0 3 15,1 0 12-15,3-5 24 16,-1-7-21-16,2-7-70 0,2-9-23 0,5-7-8 0,2-6 1 15,2-1 9 1,3 6 3-16,-1 0-7 0,1 7 4 0,0 5 0 0,-3 5-10 16,-1 6-18-16,-1 2-8 15,-3 4-7-15,-1 2-22 0,-1 3-76 16,1 0-109-16,-2 2-101 0,3 0-144 0,1 0-163 16,-6 2-441-16,4 0-529 0</inkml:trace>
  <inkml:trace contextRef="#ctx0" brushRef="#br0" timeOffset="56182.218">10575 4847 2229 0,'0'0'301'0,"0"0"-134"15,0 0 145-15,0 0 68 0,0 0-25 16,0 0-36-16,86 30-98 0,-64-40-44 16,4-6-51-16,1-4-64 0,5-8-62 0,-1-2 0 15,0-1-18-15,-3 0-4 0,-1 5-3 16,-3 1 22-16,-5 6 0 0,-5 2 2 15,-5 4 1-15,-6 4 25 0,-3-1 0 0,-5 4 5 16,-9-1-30-16,-2 1-3 0,-7 0-9 16,0 6 21-16,-3 0-10 0,-1 14 2 15,0 3-1-15,0 9 0 16,1 7 22-16,0 0 15 0,5 3 15 16,2 3 9-16,2-1-15 0,4-3-21 15,1 0 3-15,7-5-1 0,3-4 10 0,2-2-1 16,2-6 7-16,6 0 0 0,7-4-3 0,2-3-4 15,6 0-33-15,4-2 9 0,5-4-12 16,4-2-12-16,3-3-37 16,4 0-5-16,1-7-41 0,2-2-61 0,-2 1-63 0,4 1-44 15,-2 3 11-15,-1-2-60 16,-12 3-192-16,7-5-1097 0</inkml:trace>
  <inkml:trace contextRef="#ctx0" brushRef="#br0" timeOffset="57940.754">3912 7089 2020 0,'0'0'1456'0,"0"0"-1133"0,0 0-188 16,0 0-60-16,0 0 42 0,0 0 79 15,100-5-25-15,-56 2-57 16,4-3-40-16,1 0-16 0,-3-3-18 0,2 0-15 16,-5-1-25-16,0-3-2 0,-4 1-44 15,-3-4-22-15,-6 4-135 0,-2-2-64 16,-8 1-79-16,-6 5-208 0,-9-3-723 0</inkml:trace>
  <inkml:trace contextRef="#ctx0" brushRef="#br0" timeOffset="58163.26">4172 6660 1717 0,'0'0'247'0,"0"0"-23"0,0 0 467 16,0 0-371-16,0 0-24 0,-3 74 14 0,6-29-51 16,-1 11-25-16,1 3 69 0,-3 3-94 0,0-1-80 15,2-3-53 1,1-5-76-16,1-7-57 0,5-11-13 15,1-11-16-15,3-8-83 0,3-9 39 0,5-7 9 0,5-12-65 16,3-13-112-16,3-9-279 0,-6 3-526 16,7-29-579-16</inkml:trace>
  <inkml:trace contextRef="#ctx0" brushRef="#br0" timeOffset="58516.38">4627 6174 1630 0,'0'0'1231'0,"0"0"-888"0,0 0-88 15,0 0-27-15,0 0 81 0,2 90 10 16,-2-36-31-16,-2 8-76 0,1 8 15 0,-1 2-32 16,-1 3-64-16,-1 3-34 15,1 2-30-15,-3 0-40 0,1-2-3 16,2-6-24-16,3-11-42 0,0-13-28 0,0-11 15 0,8-15-8 16,-2-11-1-1,3-4 3-15,1-7 12 0,1 0 43 0,2-8 6 16,3-6 30-16,0-7-27 0,1-2-3 15,-5-1-22-15,4-1 19 0,-5 4 1 16,0 8-13-16,-2 1-10 0,-1 6-8 0,-1 5-28 16,3 1-3-16,0 0 64 15,0 8 39-15,3 5 62 0,0 4 15 0,0 2-25 16,0 3-36-16,-1 1 6 0,-1-4-25 16,-1 0-36-16,-1-5-26 15,-2-2-11-15,3-3 1 0,-1-5 3 16,0-1-19-16,2-3-67 0,2 0-21 0,1-7-13 15,2-4-102-15,1-3-232 0,2-4-265 16,-5 2-395-16,4-9 9 0</inkml:trace>
  <inkml:trace contextRef="#ctx0" brushRef="#br0" timeOffset="58769.972">5146 7022 365 0,'0'0'659'16,"0"0"634"-16,0 0-606 0,0 0-148 16,0 0-95-16,0 0-93 0,0 0-97 15,0 0-64-15,95 25-52 0,-72-26-34 0,3-10-24 16,1-4-28-16,2-6-19 0,1-4-33 15,-5-1-54-15,-3-1-56 0,-5 3-12 0,-7 5-25 16,-6 2 33-16,-2 6 18 0,-2 3 41 16,-6 2 21-16,-6 4 2 0,-6-1 32 15,-4 3 40-15,0 1 19 16,-2 9 15-16,-2 8-22 0,3 6 22 16,-1 6 15-16,2 5 6 0,-1 4 9 0,1 2 3 15,3 0 15-15,4-2 6 0,3-5-92 16,8-3-36-16,0-6-79 0,4-6-39 0,5-5-50 15,8-8-22-15,7-6-1 16,6-5-68-16,7-14-144 0,-5 2-373 0,14-24-985 16</inkml:trace>
  <inkml:trace contextRef="#ctx0" brushRef="#br0" timeOffset="59016.379">5648 6900 1213 0,'0'0'1955'0,"0"0"-1414"0,0 0-287 15,8 74-15-15,-8-42 74 0,-3 3 17 16,-2-2-21-16,0-2-66 0,4-7-109 15,1-4-77-15,1-6-43 0,6-3-14 16,6-7-39-16,3-4-9 0,6 0 20 16,5-14 10-16,2-7-52 15,1-3-33-15,-1-3-7 0,1 0-3 0,-1 3 12 16,1 1 13-16,-2 8-10 0,-4 4-10 16,-2 5 3-16,-2 6 53 0,-5 0 52 15,-1 8 50-15,-3 8 46 16,1 2-32-16,-2 4-15 0,-4 3-21 0,0 3-3 0,-3 4 21 15,-2 0-16-15,-1 4-30 0,3-1-30 16,1 2-139-16,2-1-246 0,0-6-667 16,14 11-566-16</inkml:trace>
  <inkml:trace contextRef="#ctx0" brushRef="#br0" timeOffset="59426.919">7181 6699 1289 0,'0'0'263'16,"0"0"823"-16,0 0-581 0,0 0 10 0,109 8-80 15,-71 0-34-15,5 0-78 0,2 3-44 16,-1-2-57-16,5-1-100 15,-2-3-77-15,0-2-45 0,-1-3 2 16,0 0-2-16,-4-3-27 0,-4-5-10 16,-3-1-45-16,-4 2-112 0,-9-3-66 15,-4 4-66-15,-11 1-241 0,-4 3-557 16,-10 2-772-16</inkml:trace>
  <inkml:trace contextRef="#ctx0" brushRef="#br0" timeOffset="59697.941">7458 6801 1235 0,'0'0'332'0,"0"0"-97"16,0 0 571-16,0 0-336 0,0 0-91 0,0 0-78 0,0 0 1 0,0 0 4 16,4 68-50-16,4-40-6 15,-3 6-24-15,-1 2-31 0,-1 0-49 0,0 3-49 16,-3 1-15 0,3-2-7-16,-2 2-23 0,1-1-13 0,1 0-21 0,0-2-3 15,2-2 3-15,1-1-6 0,0 0 7 16,1-5-4-16,0-2-14 0,5-4-1 15,-2-1-11-15,2-4 9 0,2-2 0 16,3-3-13-16,0-3-13 0,5-2-14 16,2-5 0-16,5-3 14 0,0 0-35 15,4-3-40-15,2-6-22 0,-1-2-20 16,-2 0-35-16,4-2-47 0,0-1-123 16,-8 3-331-16,11-7-892 0</inkml:trace>
  <inkml:trace contextRef="#ctx0" brushRef="#br0" timeOffset="60117.318">8472 6650 183 0,'0'0'1092'0,"0"0"-315"15,0 0-73-15,0 0-210 0,0 0-78 0,0 0-9 16,0 0-99-16,68 67-17 0,-57-24-79 16,-2 6-29-16,-2 6-18 0,-2 3-65 15,-2 2 1-15,0 2 17 0,-1-3-18 16,2-3-46-16,1-6-42 0,-1-5-12 0,2-5-39 16,1-5-18-16,0-7-49 15,-1-7 8-15,1-5-20 0,-2-7-44 0,1-4-85 16,-1-5-135-16,1 0-145 0,-2-8-121 15,1-3-531-15,-4-15-39 0</inkml:trace>
  <inkml:trace contextRef="#ctx0" brushRef="#br0" timeOffset="60270.52">8613 7091 1729 0,'0'0'1249'0,"0"0"-754"16,0 0-223-16,0 0 100 16,0 0-24-16,78-2-77 0,-49 6-22 0,4-3-11 15,3-1-38-15,4 0-87 0,2-5-77 16,0-7-36-16,0-6-42 0,-2-3-40 0,-4-4-91 15,-2-2-62-15,-4 2-75 16,-7-2-256-16,-8 7-667 0,-6-8-860 0</inkml:trace>
  <inkml:trace contextRef="#ctx0" brushRef="#br0" timeOffset="60455.625">9012 6644 1410 0,'0'0'355'0,"0"0"1020"0,0 0-1138 16,0 0-110-16,0 0 31 0,0 0 69 15,0 0 134-15,0 0-51 0,15 84-67 0,-6-49-19 16,1 5 1-16,-2-1-61 16,0 4-54-16,-4 0-53 0,3-2-42 15,-4 1-15-15,-2 1-39 0,-1 0-13 0,0-2-69 0,0-1-43 16,0-4-28-16,0-3-93 16,5-5-173-16,-1-11-513 0,6-5-652 15</inkml:trace>
  <inkml:trace contextRef="#ctx0" brushRef="#br0" timeOffset="60631.286">9520 7113 1433 0,'0'0'1286'0,"0"0"-687"0,0 0-402 16,0 0 3-16,6 86 102 16,-9-54 7-16,-3 1-30 0,2 2-101 0,-1 0-82 15,1-4-41-15,2 0-55 0,0-5-24 16,2-4-28-16,0-3-141 0,0-3-58 0,5-5-104 15,4-8-191-15,-2 1-433 0,10-11-518 0</inkml:trace>
  <inkml:trace contextRef="#ctx0" brushRef="#br0" timeOffset="60892.066">9910 6493 1763 0,'0'0'771'0,"0"0"-183"16,8 76-173-16,-7-34 57 0,2 12-41 0,-3 4-89 15,4 5-78-15,-2 5-78 0,1-3-46 16,2 2-22-16,1 3-39 0,1-2-50 16,-1 1-28-1,-1-3 10-15,0-3-11 0,-4-13-48 0,2-5-89 0,2-8-14 16,1-8-57-16,4-8-52 0,4-8-76 15,2-13-210-15,-2 0-463 0,15-26-275 0</inkml:trace>
  <inkml:trace contextRef="#ctx0" brushRef="#br0" timeOffset="61164.315">10451 6746 395 0,'0'0'2754'0,"0"0"-2416"16,0 0-256-16,-101 52 35 0,59-23 110 15,-4 4 50-15,1 7-66 0,1 0-115 0,3 2-47 0,4 1 1 16,5-2-13-16,5-1-22 0,5-3-15 16,8-2-2-16,2-6 2 0,5-5-3 15,3-5-12-15,4-3-7 0,0-3 22 16,1-1 27-16,9-3 25 0,3 2 16 16,5 0-4-16,3-3 1 0,2 3 8 0,4-3-21 15,1 1 0-15,-3 0-30 16,0 2-22-16,1-4-1 0,-4 4-24 15,-2-4-6-15,2 3-24 0,1-3-110 0,1 4-57 16,8-6-53-16,1 2 119 16,2-3-80-16,-10-2-541 0,13-4-697 0</inkml:trace>
  <inkml:trace contextRef="#ctx0" brushRef="#br0" timeOffset="61782.618">10869 6715 1805 0,'0'0'1586'0,"0"0"-1297"15,0 0-194-15,0 0-51 0,0 0 9 16,0 0 63-16,0 0 107 0,0 0-120 16,0 0-29-16,0 0 10 0,0 0-22 0,63-48-25 15,-54 42 9-15,-1 1 1 0,-2 1-10 16,-2 0-4-16,-1 1-2 0,0 0-6 0,-3 3-13 16,0 0-12-16,2 0-2 0,-1 0-14 15,4-2 16-15,-1 0 11 0,6 0 1 16,-1-2 2-16,2 2-14 0,-1-3 0 15,2 1 1-15,-1 1-1 0,2-1-2 16,-3 3-16-16,2-1-10 0,-4 2-6 16,0 0 19-16,-1 2 12 0,1 4 3 15,-2 5 30-15,0 1 7 0,1 3-7 16,-2 4-5-16,0 3-22 0,0 2 9 16,-3 7-10-16,3 0 11 0,-4 2-13 15,2 5 0-15,-1 2 0 0,-1 1 0 16,-1 3 10-16,0 3-10 0,2-2-1 0,-2 2-17 0,3 1 18 15,-2-1 2 1,4-4 11-16,1-1-1 0,0-9 3 0,0-2 1 16,1-5 8-16,2-4 0 0,-5-2-6 0,3-7-18 15,-1-1 0-15,-2-1 0 0,1-4 0 16,0-2-2-16,-3-1 2 0,-1-1-2 16,-1-3-11-16,0 2 10 15,0 0 0-15,0-2 0 0,0 0-15 16,0 0-10-16,0 0-14 0,0 0-1 0,-3 1 15 15,-8 0 3-15,-1 0-2 0,-5 3-53 16,-5-4-37-16,-4 0-41 0,-4 0-72 0,-4 0-97 16,-5 0-132-16,9 0-208 15,-21 0-570-15</inkml:trace>
  <inkml:trace contextRef="#ctx0" brushRef="#br0" timeOffset="62883.234">12842 6793 1261 0,'0'0'271'16,"0"0"-66"-16,0 0 804 0,0 0-599 0,0 0-40 0,0 0-70 15,0 0-10-15,0 0-41 0,0 0-14 16,0 0-35-16,13-12-16 0,-18 13-59 16,-6 3-46-16,-11 6-51 0,-7 5-28 15,-7 6-37-15,-6 6 19 0,-5 0 18 16,-1 5 21-16,-1 0-18 0,-2 2 15 16,1-1 19-16,-3 3-16 0,1-4-6 15,3 2-15-15,3 0-2 0,7-6-1 16,6-2 1-16,7-7-1 0,10-7-15 0,6-1-18 15,3-6-4-15,6-2-9 0,1-2-3 0,0 2-6 16,5 3 46-16,11 1 12 0,5 0 49 16,6 0 12-1,3-1-18-15,5-1-16 0,2 0-6 0,-1-3 1 16,6 2-4-16,-2-3-6 16,5 1-9-16,0 2 9 0,1 1-9 0,0 1 21 15,4 1 6-15,1 0-15 0,-4 0 4 0,1-3-4 16,-3 1 6-16,-2-3 10 0,-2-2-7 15,-1 0 0-15,-7 0 3 16,-5-2 1-16,-5-2-4 0,-6 3 15 0,-6-3 13 16,-7 2 8-16,-1 1 7 0,-1-1 5 15,-2 2-2-15,0 0 2 0,0-2 13 16,0 1 20-16,-6-6 19 0,-3-5-124 0,-7-6-6 16,-2-4-24-16,-3-4-30 15,-2-5-34-15,-4-3-36 0,1-3-21 0,0-4 9 16,4 0-40-16,-1 3-85 0,6-4-161 15,3 7-184-15,3 3-376 0,3 9-23 16,2-1-325-16</inkml:trace>
  <inkml:trace contextRef="#ctx0" brushRef="#br0" timeOffset="63919.305">14494 6360 1372 0,'0'0'1467'0,"0"0"-853"15,0 0-200-15,0 0-175 0,0 0-42 16,-79-11-8-16,54 21 2 0,-3 3-28 15,1 7-50-15,-5 7-27 0,-1 9-13 16,0 7 6-16,-3 11 13 0,0 5 14 16,-2 5-3-16,3 4-15 0,1 2 0 0,6 5-3 15,3-2-1 1,3 0-8-16,9-6-28 0,5-2-24 16,8-10-21-16,1-5 19 0,12-6-7 0,4-6-13 0,6-9 1 15,2-5 27-15,2-5-6 0,2-5-21 16,1-3-2-16,3-6 1 0,0-5-2 15,1 0-19-15,-1-6-14 0,-3-7-16 16,-3-4-20-16,-2-2-34 0,-8-2-45 16,-5 0-25-16,-7-2-42 0,-5 3-69 15,0-3-81-15,-11-1-119 0,-5 1-45 0,-4-1-47 16,-2 0 6-16,-4 1 113 16,0 3 337-16,-2 1 120 0,2 1 308 0,3 4-62 15,4 4 87-15,5 5 55 0,6 1-16 16,5 4-15-16,2-2-75 0,1 2-42 15,0 0-36-15,4 0-41 0,8 0 8 0,8 3 104 16,7 0-47 0,5 0-37-16,4-3-58 0,3 0-42 0,4-5-10 15,-2-4-29-15,2-3-22 0,-3 0-21 16,-1-5-9-16,0 3-24 0,-2 1-16 0,-5-2-50 16,-2 2-64-16,-5 4-34 0,-3 0 6 15,-4 5-31-15,-5-1-105 0,-4 3-98 16,-5 2-103-16,-4 0-111 0,0 0-105 15,-11 7 175-15,-2-2-55 0,-6 3 101 16,0 0 276-16,-1 0 238 0,3 1 329 16,2-2 146-16,0 5-84 0,4 0-31 0,3 1-14 15,2 0-21-15,0 5-10 16,3 4-32-16,2 1-1 0,1 2-55 0,0 4-10 16,4 0-12-16,2 3 12 15,0 3-8-15,-2 0-59 0,3 1-37 16,-1 1-27-16,-1-1-53 0,0-3-30 15,-1 2-3-15,-1 0-2 0,-3-2-31 16,2 1 17-16,-2-1-5 0,0 2-49 0,0-6-71 16,0 0-74-16,1-4-85 0,4-1-206 15,-2-10-571-15,5-2-1087 0</inkml:trace>
  <inkml:trace contextRef="#ctx0" brushRef="#br0" timeOffset="64117.567">15454 7809 2771 0,'0'0'1864'15,"0"0"-1349"-15,0 0-296 0,0 0-177 0,0 0-42 16,0 0-54-16,0 0-56 0,0 0-128 16,0 0-164-16,0 0-572 0,-23-27-1222 0</inkml:trace>
  <inkml:trace contextRef="#ctx0" brushRef="#br0" timeOffset="71729.779">6481 9694 297 0,'0'0'78'0,"0"0"2195"0,0 0-1724 15,0 0-161 1,0 0-91-16,0 0-14 0,0 0 52 15,0 0-61-15,0 0-32 0,0 0-92 0,-3-36-47 0,14 35-17 16,5 1 26-16,4-1-63 0,6 1-32 16,4 0-17-16,-1 0-1 0,4 0-20 15,-1 2 8-15,-2 3-2 0,-1-1-12 16,1-2 6-16,-5-1-4 0,1-1-66 16,-6 0-25-16,-4 0-64 0,-2-1-108 15,-7-1-175-15,-4 0-254 0,-1 2-508 16,-5 0-429-16</inkml:trace>
  <inkml:trace contextRef="#ctx0" brushRef="#br0" timeOffset="72034.226">6564 9746 375 0,'0'0'1694'0,"0"0"-1186"16,0 0-225-16,0 0-80 0,0 0 40 15,0 0 55-15,0 0-55 0,0 0-61 16,0 0-62-16,0 0-36 0,-43 44 3 0,41-28-12 15,1 2 2-15,-2 1-12 0,0 1-3 16,-1 4-16-16,0 4-3 0,-2 1-12 16,-2 3-28-16,0 4 9 0,1-1-9 15,-2 2-3-15,3 4-1 0,0-3-17 16,2 0-4-16,3 1 21 16,1-3-23-16,0-2 24 0,5-3-6 0,1-4 6 15,0-4-1-15,4-7-15 0,3-1 14 16,2-4-1-16,5-4 3 0,1-1 15 0,4-3-2 15,5-3 2-15,-1-3-15 0,3-5-48 16,-2-2-66-16,0-1-63 0,-1-2-88 16,-2 2-91-16,-7 0-280 15,2-3-748-15</inkml:trace>
  <inkml:trace contextRef="#ctx0" brushRef="#br0" timeOffset="72763.047">5893 10013 232 0,'0'0'342'0,"0"0"166"15,0 0 231-15,0 0-408 0,0 0-111 16,0 0-10-16,-79-66-10 0,67 58-14 16,-1 1-35-16,-1 4 6 0,2 3-46 0,-1 0-12 15,-2 5-20-15,4 8 0 16,-3 8 13-16,3 5 37 0,1 5 28 0,2 6-37 15,0 2-14-15,4-2-4 0,1 0-55 16,3-8-47-16,0-5 0 16,0-8-13-16,5-7-21 15,0-3 6-15,7-3-62 0,-1-3 40 0,5-3-12 0,1-9-52 16,4-5-24-16,-4-4-54 16,2-3-1-16,-2-2 21 0,-3 4 28 0,-1-2 96 15,0 4-22-15,-4 1 50 0,0 7 8 16,-4 0 12-16,0 5 45 0,-4 4 9 15,-1 1-12-15,1 2-39 0,1 0 32 16,-1 5-13-16,2 6 58 0,-1 3 54 0,1 6-17 0,1 5 4 16,-1 5 11-16,4 2-25 15,-1 4 9-15,0 2-15 0,1 1-10 0,-3 2-20 16,2 2 1-16,-3 0-10 0,-2-1-19 16,-1 1 3-16,0 1 7 0,-1-1-7 15,-5-2-21-15,0-2 36 16,-1-5-24-16,0-2-15 0,-3-1 2 15,1-6-5-15,-1-2 5 0,0-4-2 16,-3-3 12-16,3-5-1 0,-3-1-5 16,3-6 5-16,-2-2 16 0,-2-2 6 15,2 0-24-15,-3-8-31 0,-3-5-40 0,-3-3-9 16,-1-5-12-16,0-5-24 0,1 0-1 16,-1-1 12-16,6 3 18 0,2 4-24 15,4 1 6-15,2 5 9 0,5 3-6 0,2 1-32 16,1 3 25-16,1-1-53 15,7-1-55-15,2 1-88 0,4-2-147 16,-2 2-370-16,12-6-958 0</inkml:trace>
  <inkml:trace contextRef="#ctx0" brushRef="#br0" timeOffset="73470.562">7050 9339 1015 0,'0'0'1516'0,"0"0"-1143"0,0 0-68 15,0 0 0-15,36 76 14 0,-22-38 18 0,0 4-76 16,4 7-51-16,-4 0-47 0,2 4-22 0,-3 0-10 16,-3 1-3-1,-1 0-30-15,-7 5-40 0,0-1-7 16,-2 2-32-16,-3-1-16 0,0-5-3 15,-2-5 0-15,2-8-28 0,3-7-2 0,0-8 12 16,0-10-13-16,1-4 10 0,2-5-9 16,-1-5-74-16,2 1-15 0,-3-3 0 15,5 0 45-15,0-6 40 0,3-4 7 0,3-4-7 16,0-3 0-16,0-3 3 0,0-1-2 16,-1-4-32-16,0 1 28 15,-2 4 15-15,-2 3-12 0,0 4 10 0,0 6 2 16,-3 4-9-16,2 3-25 0,0 1 56 15,1 9 112-15,3 3-20 0,-4 5-30 16,0 1-25-16,1 5 6 0,-4 0-3 0,3-1-6 16,-4-1-31-16,3-3 9 0,-1-1-12 15,-1-3-1-15,3 1-24 0,-2-3 4 16,3 0 18-16,-1-2-86 0,-1-1-99 16,-1-1-76-16,3-3-337 0,2 3-434 15,-2-5-419-15</inkml:trace>
  <inkml:trace contextRef="#ctx0" brushRef="#br0" timeOffset="74298.577">7783 10220 466 0,'0'0'2357'0,"0"0"-1880"0,0 0-245 16,0 0-23-16,0 0 90 15,0 0-30-15,0 0-77 0,0 0-93 16,0 0-47-16,0 0-6 0,0 0-28 15,-3 56-18-15,-2-38-12 0,-1-2-13 16,0-1 0-16,0-1-12 0,2-2-68 0,-1-1-40 16,4-5-32-16,-2 0-40 0,3-4-108 15,0-2-251-15,9-2-414 0,1-10-331 16,0 3 776-16</inkml:trace>
  <inkml:trace contextRef="#ctx0" brushRef="#br0" timeOffset="74916.04">8100 9549 454 0,'0'0'264'15,"0"0"1392"-15,0 0-1246 0,0 0-175 0,0 0 37 16,0 0 74-16,0 0-94 0,0 0-85 15,0 0-67-15,0 0-37 0,0 0 5 0,-3 11-12 16,9 3 9-16,1 8 28 0,5 6 0 16,-2 6 21-16,0 7 5 0,0 1-51 15,-1 2-22-15,-3 2 0 0,-1 3-13 16,2 5-14-16,-4 0-7 0,-1 1-9 16,-2-1-3-16,0-2-20 0,-2-4-11 15,-5-5 0-15,3-7-11 0,1-6 5 16,0-11 6-16,3-3 4 0,-1-8 25 15,1-6-26-15,0 0-58 0,-2-2 0 0,2 0 12 16,0-4 3-16,0-7-13 0,2-6 0 16,5-4 41-16,3-8 9 0,-1-4-13 0,-1-2-34 15,-2 0-8-15,1 0 70 0,-1 5 0 16,1 1 18-16,1 8 1 0,1 2 2 16,0 5 24-16,1 4 62 0,0 4 0 15,0 3-14-15,1 2-2 16,-3 1-4-16,4 0 0 0,-5 4-25 15,0 2 7-15,-2 3-13 0,-1 1 3 0,-3 4-9 16,-1 0-31-16,0 3-23 0,-8 0-14 0,-1 1 3 16,0-1-31-16,-1 0-15 15,2-3 9-15,0-2 12 0,2-1 34 16,2 1 12-16,3-3-24 0,1 5 6 16,0-1 28-16,0 1-16 0,5 1 19 0,3-1 0 15,0-1 19-15,4 0-4 0,-1-2-12 0,3 0 22 16,3-4 7-16,1-1-17 15,0-2-15-15,2-3-12 0,1-1-79 0,0-5-57 16,0-3-122-16,2-6-186 16,-2-2-237-16,-6 4-629 0,4-9 87 0</inkml:trace>
  <inkml:trace contextRef="#ctx0" brushRef="#br0" timeOffset="75321.424">8705 9806 904 0,'0'0'1938'0,"0"0"-1454"0,0 0-176 0,0 0 7 15,0 0 20-15,0 0-75 0,0 0-109 16,0 0-71-16,0 0-21 0,0 0-29 0,77-35-20 16,-60 24-10-16,-2 2-28 0,0 1-18 15,-4 6 3-15,-1 2-28 0,0 0 0 16,-3 6 28-16,-1 6 43 15,0 4 15-15,-2 3 7 0,0 2-6 0,0 2 2 16,-1 1-17-16,2 1-1 0,-1-1 0 16,3-1-1-16,0 1 1 0,0 2 14 15,2 0 42-15,0 1-7 0,-1 0 19 16,0 0-4-16,-1 3-3 0,-1 0-6 0,-2 4 9 16,2-1 28-16,-3 0 2 0,-1-2-33 15,0-1-12-15,1-4-25 0,-2-2-9 16,-1-3-15-16,2-5-3 0,-1-2-12 15,-1-3 3-15,0-6-37 0,-1-1-30 16,-5 0-61-16,-3-1 18 0,-5 0 12 16,1-1-7-16,-6 0-31 0,-4 1-31 15,0-3-88-15,-3 0-155 0,2-3-290 0,5-1-798 16,-4-13 90-16</inkml:trace>
  <inkml:trace contextRef="#ctx0" brushRef="#br0" timeOffset="75898.648">9540 9996 1319 0,'0'0'1239'15,"0"0"-616"-15,0 0-384 0,0 0-49 0,0 0 113 16,-88-3-2-16,68 17-102 0,1 7-90 16,2 6-66-16,1 4-9 0,0 2 28 15,6-1 8-15,2-2-5 0,3-7-22 0,5-6-22 16,0-6-21-16,2-3-30 0,5-6-53 16,1-2 12-16,4 0 15 0,2-8 35 15,4-6-41-15,0-5-55 0,0-1-23 0,-1-2 21 16,0 1 26-16,-2 2 17 0,-2 3 22 15,0 3 29 1,-3 1 23-16,1 6 2 0,-4 1 21 0,1 5 73 16,-1 0-2-16,1 0 14 0,0 7 15 0,2 3-6 15,-1 3-10-15,2 4-9 0,-2 6-17 16,1 2-8-16,0 6-19 0,0 4 19 16,-1 3-19-16,0 4-9 15,-1 4-10-15,-1-1 7 0,-1 1-13 16,-2-1 1-16,2-1-10 0,-2-2 6 0,-2-3-2 15,-1-1-10-15,2-1-10 0,-3-3-2 16,0-2-1-16,0-5-1 0,0 1 2 16,-4-5 0-16,-1-3 1 0,-2-2 11 15,-1-1 0-15,-3-3-9 0,-1-2 19 16,0-1-10-16,-4 0 6 0,-1-4-6 16,-2 0-10-16,2-3 17 0,-3-3-1 0,-2-1-3 0,2-7-15 15,-5-10-36-15,2-3-43 0,-3-8-39 16,3-7-5-16,0-7-23 0,3-3-17 15,1-3-4-15,5-3-37 0,1 1-150 16,1-2-188 0,5 0-243-16,3 12-704 0</inkml:trace>
  <inkml:trace contextRef="#ctx0" brushRef="#br0" timeOffset="76100.23">9949 9712 1292 0,'0'0'2140'0,"0"0"-1607"0,0 0-107 15,78 12-10-15,-55-11-113 0,2-1-132 0,-2 0-107 16,1 0-61-16,-2-3-3 0,1-7-107 0,-2 1-85 16,2-6-65-16,-4 1-182 0,-3 2-686 15,-1-6-781-15</inkml:trace>
  <inkml:trace contextRef="#ctx0" brushRef="#br0" timeOffset="76299.488">10341 9436 871 0,'0'0'254'16,"0"0"1234"-16,0 0-970 0,0 0-107 0,0 0-29 16,0 0-31-16,0 0-76 0,0 0-53 15,0 0-26-15,9 73-18 0,-5-38 4 0,-2 5 10 16,-1 1-77-16,-1 2-52 0,0-1-41 15,0 2-22-15,-3-2-14 0,-4 0-1 0,1-2-30 16,0-6-76-16,-2-4-52 16,7-3-34-16,-1-7-72 0,2-2-164 0,0-6-641 15,7-3-804-15</inkml:trace>
  <inkml:trace contextRef="#ctx0" brushRef="#br0" timeOffset="76558.479">11122 9993 2353 0,'0'0'1837'0,"0"0"-1586"16,0 0-251-16,0 0 0 0,0 0 41 0,0 0 134 15,108 0 105-15,-76 1-121 0,4 5-101 16,0-2-34-16,0-1-24 0,-3 0-16 16,-1-1-66-16,-4-2-111 0,-4 0-75 15,-5 0-106-15,-8 0-584 0,-3 0-604 16</inkml:trace>
  <inkml:trace contextRef="#ctx0" brushRef="#br0" timeOffset="76706.881">11233 10249 1110 0,'0'0'1762'16,"0"0"-1107"-16,0 0-522 16,0 0-120-16,0 0 103 0,0 0 79 0,0 0 168 0,78 58-134 15,-46-57-136-15,1-1-56 0,6 0-37 0,-2-1-42 32,-1-5-165-32,1-2-57 0,-6-1-173 0,-6 3-703 0,1-3-1219 15</inkml:trace>
  <inkml:trace contextRef="#ctx0" brushRef="#br0" timeOffset="77445.832">12604 9790 2387 0,'0'0'478'0,"0"0"-97"16,0 0-38-16,0 0 14 0,89-2-35 15,-53 2-55-15,3 0-82 0,1 0-56 16,2 2-40-16,-4-2-31 0,-1 0-46 16,-2 0-12-16,-2-3-12 0,-1-3-19 0,-2-3-100 15,-1-1-51-15,-3-1-37 0,-6 1-89 16,-3 1-253-16,-7 2-505 0,-10 6-602 0</inkml:trace>
  <inkml:trace contextRef="#ctx0" brushRef="#br0" timeOffset="77698.735">12826 9849 680 0,'0'0'20'15,"0"0"745"-15,0 0 258 0,0 0-614 0,0 0-108 16,-40 67-37-16,38-46-13 0,1 0-6 16,1 3-40-16,0 0-75 0,1 3-33 0,2 2-14 15,1-1-6-15,-1 0 1 16,3 0-23-16,-2 0-12 0,-1-3 3 15,4 0 0-15,-2-5-3 0,1 1-6 16,2-4-22-16,-1 0-13 0,3-3 14 16,2 2-16-16,2-2-13 0,5 2-5 0,1-4 6 15,6-4-22-15,3 0-89 16,9-2-15-16,3-6-42 0,5 0-96 0,3 0-266 16,-13 0-712-16</inkml:trace>
  <inkml:trace contextRef="#ctx0" brushRef="#br0" timeOffset="79245.804">13833 9675 1600 0,'0'0'20'0,"0"0"752"0,0 0-398 16,0 0-165-16,0 0 15 0,0 0 25 16,0 0-69-16,-81 3-60 0,67 15-16 15,2 5-19 1,0 7 19-16,0 0-22 0,5 4-23 0,-2-4-15 16,6-4-7-16,-1-2-24 0,3-6-13 15,1-5-19-15,0-5-12 0,0-3-50 0,1-4-17 16,6-1 51-16,2 0-16 0,2-6-25 15,4-8-50-15,-1-3-55 0,1-4 62 16,0-2-25-16,-3-2 83 0,2 2 57 16,-5 4 16-16,1 1 21 0,-3 3-20 15,-2 3 52-15,-3 3 5 0,1 5-23 16,-1 3 47-16,-1 1-31 0,1 1-28 16,1 10-23-16,3 3 111 0,0 5-42 0,2 8 17 15,-1 1-17-15,0 3 16 0,0 3 6 16,-1-1 1-16,-2 3-5 0,2 0 13 15,-4 0 9-15,1 1-26 0,-3-4 78 0,0-2-75 16,0-1-30-16,-3-5-26 16,-5-3-8-16,1-3-20 0,-3-2-2 0,-1 1 0 15,-5-5-58-15,3 1-16 0,-4-5-22 16,1-2-12-16,-1-1-19 16,2-5 3-16,-1-1-4 0,3 0-8 15,0-7-43-15,-3-4-68 0,3-8-161 0,-1-5-77 16,5-6-312-16,-1-11-620 15,5 11 1045-15</inkml:trace>
  <inkml:trace contextRef="#ctx0" brushRef="#br0" timeOffset="79641.327">14208 9289 1656 0,'0'0'581'0,"0"0"400"0,0 0-564 16,0 0-55-16,0 86-80 0,0-49 0 0,3 2-39 16,-2 5-78-16,2 3-48 0,-2 1-38 15,-1 1-18-15,0 3-37 0,0 0-22 16,-4 2-2-16,-3-1-12 0,1-4-18 0,-3-4-7 16,5-7-9-1,3-10-9-15,1-7-3 0,0-6-6 16,1-6-37-16,5-4 6 0,-2-3 18 0,2-2 21 0,3 0 19 15,1-7 10-15,1-5-4 0,2 0 9 16,0-2-18-16,-2-2 21 0,1 4 4 16,-3 5-10-16,1 3-31 0,0 2 7 15,0 2 49-15,-1 6 0 0,4 5 99 16,-3 4-22-16,-1 3-6 0,1 5-15 16,-2-1-25-16,-2 0 9 0,1-1-12 15,2-2-28-15,-3-1-3 16,1-5-21-16,0-1-10 0,2-1-111 0,-1-5-66 0,3 0-152 15,1-6-226-15,-1 0-443 0,-1 0-596 16</inkml:trace>
  <inkml:trace contextRef="#ctx0" brushRef="#br0" timeOffset="80049.694">14874 9889 163 0,'0'0'2244'15,"0"0"-1431"-15,0 0-393 0,-82 53-111 16,54-25 54-16,2 3-50 0,3 4-55 0,5-4-75 16,7-5-76-16,2-5-40 0,6-4-43 0,3-5-24 15,0-5-64-15,0-1-6 0,2-5-12 16,5-1-16-16,2 0 40 0,3-1 6 16,2-10 0-16,1-2-28 0,2-2-13 0,-3-2-9 0,3 1-3 15,-3 1 6 1,0 2-1-16,-3 3 10 0,2 2 11 15,-3 6 25-15,2 2 10 0,-1 0 1 0,0 7 43 16,-3 4 28-16,2 3 53 16,-1 5 17-16,-3 3-35 0,1 6 18 0,-2-2-13 15,0 5 7-15,-4 4-4 16,1-1 3-16,-2 4-9 0,0 0 9 0,-2 1-6 16,-6 0-16-16,4-3-18 0,-1-2-7 0,-1-3 1 15,1-2 12-15,0-5-7 0,-2-2-14 16,1-6-16-16,-2 0-1 0,0-4-2 15,-4-5-1-15,-2-1-82 16,-1-5-21-16,-3-1 5 0,0-1-5 0,0-11-17 0,1-5-52 16,1-5-52-16,3-11-153 15,2-5-236-15,2-8-179 0,5-5-637 16,1 10 618-16</inkml:trace>
  <inkml:trace contextRef="#ctx0" brushRef="#br0" timeOffset="80213.548">15122 9741 78 0,'0'0'1707'15,"0"0"-725"-15,0 0-440 0,0 0-136 0,0 0-155 16,0 0-137-16,90 13-64 0,-67-24-50 16,-2-3-258-16,3-3-191 0,-7 4-611 15,4-10-1226-15</inkml:trace>
  <inkml:trace contextRef="#ctx0" brushRef="#br0" timeOffset="80419.155">15372 9475 287 0,'0'0'1971'16,"0"0"-1294"-16,0 0-137 0,0 0-104 0,0 0-75 0,0 0-64 15,-3 93-63-15,8-60-53 16,-2 6-83-16,0 3-44 0,1 0-14 15,-3 2-40-15,2 0-13 0,0-2-5 16,1-3-13-16,-1-3-70 0,2-6-141 16,-1-1-35-16,4-5-238 0,-2-5-680 15,4 3-1029-15</inkml:trace>
  <inkml:trace contextRef="#ctx0" brushRef="#br0" timeOffset="80975.531">16065 10126 1398 0,'0'0'1313'0,"0"0"-991"15,0 0-130-15,0 0 56 0,0 0 87 0,0 0 5 16,25 82-57-16,-22-52-64 0,-2 3-83 0,-1 2-35 16,0 0-12-16,0-2-22 0,0-3-45 15,0-3-22-15,0-4-40 16,0-5-42-16,0-3-81 0,2-3 0 16,-1-4-25-16,2-3-58 0,4-4-159 0,-1-1-211 15,4-1-502-15,-3-4-579 0,3-9 1472 0</inkml:trace>
  <inkml:trace contextRef="#ctx0" brushRef="#br0" timeOffset="81529.952">16963 9937 434 0,'0'0'1776'0,"0"0"-1088"0,0 0-116 0,0 0-180 16,-82 2-62-16,59 12-76 0,-2 9-34 15,1 2-42-15,1 7-31 0,3-1-25 0,4-2-27 16,3-5-41-16,6-4-54 0,3-8-3 15,4-7-27-15,0-2-19 0,3-3-27 16,8 0-19-16,3-6 93 0,8-7-50 16,-2-4-30-16,3-3-35 0,0-3 0 0,-1 1 18 0,-5 3-9 15,0 6 6-15,-2 1 8 16,-2 6 23-16,-2 6 8 0,0 0 26 16,-2 2 37-16,0 9 87 0,0 3 32 15,-2 4-5-15,2 5-24 0,-4 3-12 16,1 5-17-16,-3 6-8 0,0 4 2 15,-1 6 22-15,-2 3 52 0,1 0-22 16,1 1-25-16,1-5-33 0,0 0-47 16,0-5-1-16,2-3 20 0,-1-1-9 0,0-2-10 15,2-4 1-15,-3-5-2 0,-3-1 1 16,3-4-1-16,-3 1-1 0,0-5-3 16,0-3 3-16,-3-4 0 0,-3-2-4 15,-4-4-59-15,-2-2-29 0,-5-2 19 16,-3 0 11-16,1-2 20 0,-2-5 2 0,-1-5-19 15,3-2-18-15,-1-6-34 16,0-5-68-16,3-4-173 0,0-6-280 0,4-2-402 16,1 6-525-16,3-15 1041 0</inkml:trace>
  <inkml:trace contextRef="#ctx0" brushRef="#br0" timeOffset="82157.227">17475 9501 303 0,'0'0'2457'0,"0"0"-1887"0,0 0-164 0,0 0-111 0,14 98-47 16,-8-60 24-16,0 6-34 0,-2 4-64 16,3 6-45-1,-2 5-26-15,-2 2 50 0,-3 1 4 0,0-3-81 16,0-1-52-16,-3-3-22 0,-5-5-1 16,0-5-1-16,2-5-2 0,0-5-1 0,0-5 0 15,1-7-15-15,1-5 16 16,2-6-10-16,1-5-18 0,1-4-49 0,0-3-49 15,0 0 0-15,0-3 7 0,0-3 44 16,0-6 7-16,0-2-13 0,0-7 19 16,1-3-29-16,5-3-15 0,-2-4-18 15,2-1 42-15,1 1 53 0,2 3 31 16,2 2 18-16,2 3 16 0,0 5 19 16,2 2 2-16,0 4 1 0,-2 3-13 15,1 4 0-15,0 3 3 0,-4 2-9 0,3 0 9 16,-4 4-3-16,-4 4-15 0,0 1-28 0,-5 3-2 15,0 2-10-15,-5 1-4 0,-9 4 4 16,-3 2-10-16,-5 1-14 16,0 0-17-16,-2-2 16 0,1 0-15 0,1-5 9 15,5-4 28-15,1-1 15 0,7-3 16 16,4-2-7-16,2-2-6 0,3 1 16 16,0 2-1-16,4 2 25 0,3 2-3 15,5 2 16-15,-1 1-26 16,5-1 7-16,0 2-6 0,4-2-19 15,1 0-9-15,0-2 13 0,-1-1-16 0,1-2-13 0,-1-2-97 16,-3-3-59-16,0-1-70 0,0 2-381 16,-8-3-597-16,1 0-953 0</inkml:trace>
  <inkml:trace contextRef="#ctx0" brushRef="#br0" timeOffset="82830.23">18253 10078 496 0,'0'0'172'0,"0"0"1001"0,0 0-558 15,0 0-176-15,0 0-141 0,0 0-15 16,0 0-29-16,-89 1-28 0,70 13-34 0,0 6-46 16,-2 5-28-16,-1 11-6 0,-1 2-7 0,3 3-4 15,0-4-21-15,5-2-22 0,5-6-18 16,5-9-37-16,5-8-3 0,0-3-76 16,5-7-1-16,7-2 37 0,2 0 18 15,6-10-5-15,-1-3-29 16,3-8-9-16,-1-1 13 0,-2-2-1 0,0 2 16 15,-4 5-3-15,0 2-7 0,-3 4-2 16,-2 4 11-16,-2 7 10 0,0 0-3 0,1 5 31 16,-1 8 59-16,-1 5 16 0,3 8-22 15,-3 3-10-15,0 7-3 16,1-1-9-16,-2 5 25 0,-1-2-7 0,-1-1 10 16,-4 2 6-16,0-1 14 15,0-1 11-15,-4 0 26 0,-3 0 18 16,-2-3-24-16,1-3-49 0,-1-3-37 15,3-7-13-15,-1-4-10 0,3-5 0 16,1-6 0-16,-2-4-1 0,0-2-76 0,-2 0-64 16,-1-8-43-16,-2-4 103 0,-3-5-64 0,3-3-54 15,1-9-100-15,0-2-148 16,1-4-269-16,2-7-325 0,2-3-387 0,1 9 1120 16</inkml:trace>
  <inkml:trace contextRef="#ctx0" brushRef="#br0" timeOffset="82999.771">18477 9958 326 0,'0'0'2445'16,"0"0"-1852"-16,0 0-80 0,0 0-115 16,83 30-104-16,-60-29-143 0,3-1-87 15,0-7-64-15,3-5-98 0,0-5-121 16,0-2-138-16,-7 5-357 0,3-7-1002 0</inkml:trace>
  <inkml:trace contextRef="#ctx0" brushRef="#br0" timeOffset="83192.969">18805 9750 241 0,'0'0'49'0,"0"0"2355"0,0 0-1874 16,0 0-89-16,-16 87-73 0,16-53-30 15,0 2-38-15,0 1-76 0,3 0-99 16,2-5-73-16,1 2-52 0,2-3-17 16,-2-2-96-16,-2-3-123 0,2-2-36 15,1-6-165-15,-3-6-627 0,8-2-862 0</inkml:trace>
  <inkml:trace contextRef="#ctx0" brushRef="#br0" timeOffset="83613.07">19392 9771 1027 0,'0'0'2157'0,"0"0"-1775"0,0 0-277 16,0 0 14-16,0 0 64 15,0 0 2-15,83-47-66 0,-63 40-88 16,3 0-30-16,-4 3 33 0,-3 4 0 15,-1 0 3-15,-3 3 10 0,-1 5 2 16,-3 3 19-16,2 4-3 0,-3 2 30 0,-1 2-12 16,-1 5-27-16,-2-1-4 0,2 4-22 15,-2 0 1-15,1 1 2 0,-1 2 10 16,0 0-3-16,2 2 6 0,-2 1 18 0,-1 1 21 16,0 2-18-16,-2-1-19 0,0 3-14 15,0 4-7-15,0 2-14 16,-2 0-13-16,0 0-15 0,0-3 3 0,-1-6 0 15,0-4 0-15,0-3 11 0,0-6-2 16,0-1-10-16,-1-2 11 0,-3-3 0 16,1-1-1-16,-2 0-18 0,-3-2 0 15,0-3-10-15,-1-1 1 0,1-3-31 16,-1-3-18-16,2 0-28 0,-4-3-18 16,1 0 2-16,-3-3-3 0,-3-5-99 15,-1-2-218-15,-3-5-300 16,1 2-687-16,2 0-6 0,-13-8 1025 0</inkml:trace>
  <inkml:trace contextRef="#ctx0" brushRef="#br0" timeOffset="85194.142">21166 9832 668 0,'0'0'88'16,"0"0"-29"-16,0 0 918 0,0 0-423 15,0 0-137-15,0 0-138 0,0 0-39 0,0 0-23 16,0 0-9-16,0 0-22 0,-5 0-48 0,1 0-43 16,0 0-14-16,-2 0-79 0,-4 0 11 15,-2 0-13-15,-1 0 0 16,-4 3 1-16,-3 5 2 0,0 0 16 15,-5 7-16-15,-1 0 19 0,0 5-7 16,-5 4 4-16,1 2-16 0,-2 5-3 16,0-1 0-16,0 1 0 0,4 0-9 0,2-1 9 15,5-3 27-15,4-1-8 16,5-3 0-16,4-3-16 0,4 1-1 16,2-2-1-16,2 0 14 0,0 0-2 0,5 0-11 15,4-3 35-15,0 3-12 16,4-4-3-16,0 0 5 0,3 1-8 0,1-3-16 15,3-1 19-15,-2-3-20 0,3-2 13 16,-2 0-12-16,3-4 0 0,1 1 13 0,0-3-14 16,2 2 0-16,0-3 10 0,1 0-12 15,-1 0 0-15,1 0-1 0,-5-4-1 16,0 3 0-16,-3-3-10 0,-5 2-4 16,1 1-15-16,-6-2-15 0,-2 2 21 15,-4 1-18-15,1-2-7 0,-3 2 10 0,0-1 0 16,0 0-1-16,0 1-2 0,0-2-4 15,0 2-6-15,0 0-17 16,0 0-30-16,0 0-26 0,-1-1-41 16,-1 1-4-16,2-1 8 0,-1-2-47 15,-2 2-118-15,0-3-169 0,-3 3-321 0,-1-2-389 16,0 2 972-16,-5 1 210 0,54 15 25 0</inkml:trace>
  <inkml:trace contextRef="#ctx0" brushRef="#br0" timeOffset="85767.834">20820 10268 124 0,'0'0'505'0,"0"0"1010"16,0 0-1123-16,0 0-95 0,0 0-21 0,0 0 58 16,0 0-45-16,0 0-53 0,0 0-60 15,0 0-42-15,86-6-26 0,-57-2-2 16,4 1-1-16,0-1 3 0,2-1-29 0,0 1-29 16,-1-1-17-16,-2 2-5 0,1 0-13 15,-5-2-14 1,-1 3-1-16,-3 1-24 0,-4-2-68 0,-1 3-68 15,0-2-50-15,-4 1-61 0,0-1-141 16,-2 0-281-16,-3 4-738 0</inkml:trace>
  <inkml:trace contextRef="#ctx0" brushRef="#br0" timeOffset="88364.331">22169 9550 817 0,'0'0'2007'0,"0"0"-1670"16,0 0-50-16,0 0-46 0,0 0 79 0,79-6-4 16,-46 6-43-16,5 0-89 15,3 0-61-15,0 0-49 0,0 0-32 0,-6 3-25 16,-2-1-17-16,-7 0-31 0,-4 1-24 16,0-1-58-16,-7-2-50 0,-2 0-72 15,-5 0-116-15,-4 1-262 0,-4-1-533 16,0 1-824-16</inkml:trace>
  <inkml:trace contextRef="#ctx0" brushRef="#br0" timeOffset="88679.478">22288 9607 778 0,'0'0'202'0,"0"0"342"16,0 0 203-16,0 0-202 0,0 0-163 0,-40 79-127 15,34-55-43-15,3 3-4 0,-1 5-25 16,1 2-42-16,0 3-35 0,0 2-23 0,0 2-14 16,-1-2-17-16,0 3-12 0,0 4 19 15,-1-3 18-15,2-1 9 0,0-2-28 16,3-3-11-16,0 0-26 0,0-5-9 16,3-2 0-16,3 0-9 0,4-4 15 15,2-2-3-15,2-2 10 0,3-1-22 16,2-3 9-16,4-2-10 0,0 0-2 0,3-3 0 15,2 0 0-15,0-4-3 0,1-3-28 16,-3-3-54-16,3-3-7 0,-1 0-28 0,0-7-44 16,1-4-50-1,0-3-118-15,0-5-265 0,-8 2-541 16,12-9-544-16</inkml:trace>
  <inkml:trace contextRef="#ctx0" brushRef="#br0" timeOffset="88929.727">23026 9635 1459 0,'0'0'400'16,"0"0"626"-16,0 0-696 0,0 0 49 15,0 0-67-15,13 93-11 0,-8-54-40 16,-2 6-42-16,0 4-59 0,0 3-41 15,0 4 31-15,0 0 24 0,-3 1-65 16,0-2-45-16,0-5-34 0,0-7-28 0,-3-2-2 16,-2-5-12-16,1-9-15 0,1-5-40 0,1-9-51 15,2-4-53-15,0-6-80 0,0-3-134 16,3-2-567-16,5-15-788 0</inkml:trace>
  <inkml:trace contextRef="#ctx0" brushRef="#br0" timeOffset="89115.896">23121 10076 1929 0,'0'0'803'0,"0"0"-214"0,0 0-236 15,0 0-51-15,0 0 110 0,0 0 11 16,0 0-120-16,104 27-123 0,-71-27-104 0,6 0-76 16,1-10-15-16,0-4-165 0,-3-3-67 15,-2-2-42-15,-4-4-238 0,-8 8-658 16,2-8-775-16</inkml:trace>
  <inkml:trace contextRef="#ctx0" brushRef="#br0" timeOffset="89349.404">23495 9670 333 0,'0'0'1440'0,"0"0"-704"15,0 0-336-15,0 0 3 0,0 0-29 0,0 0 8 16,4 90-58-16,0-54-77 0,-1 5-44 15,0 3-44-15,-3 3-34 0,0 0-27 16,0 2-16-16,-4 1-15 0,-3 1-19 16,-4-2-26-16,2-2-22 0,0-2 0 15,1-3-15-15,3-3-1 0,-1-4-17 16,5-4-67-16,1-7-86 0,0-4-47 16,7-2-56-16,4-6-164 0,1-5-286 0,4-2-663 15,-5-5-575-15</inkml:trace>
  <inkml:trace contextRef="#ctx0" brushRef="#br0" timeOffset="89546.312">23931 10369 1434 0,'0'0'55'15,"0"0"1285"-15,0 0-805 0,-5 82-67 16,0-52-78-16,1 1-83 0,-2 0-67 0,0-2-50 0,1 0-95 15,-3-4-58-15,2-1-37 0,0-5-15 16,-2-2-55-16,2-3-150 0,1-4-48 16,3-2-30-16,1-4-180 0,1-4-251 15,0 0-762-15,7-10 119 0</inkml:trace>
  <inkml:trace contextRef="#ctx0" brushRef="#br0" timeOffset="89851.393">24516 9634 150 0,'0'0'2315'16,"0"0"-1691"-16,0 0-60 0,26 69-154 0,-17-29-37 0,-2 12-40 15,0 10 19-15,-4 7-66 0,-3 5-55 0,0 2-23 16,-3 4-44-16,-4-4-56 16,-1-1-36-16,0-3-32 0,0-6-22 15,1-7-18-15,2-10-3 0,2-9 0 0,0-9-30 16,3-8-52-16,0-8-60 0,3-3-42 16,3-5-22-16,4-6-24 15,3-1-106-15,7-8-196 0,-4-3-646 0,20-18-818 0</inkml:trace>
  <inkml:trace contextRef="#ctx0" brushRef="#br0" timeOffset="90162.919">25240 9916 1967 0,'0'0'1402'0,"0"0"-949"0,0 0-236 15,-81 60-76-15,45-30 64 16,-8 4 117-16,-3 2 15 0,-3 2-127 0,-1-1-134 15,-2 0-60-15,1 1-16 0,-2-3-13 16,4 0-8-16,0-3-28 0,5-1-51 16,7-6-10-16,9-4 6 0,8-5 15 0,9-6 46 15,7-7 16-15,2 0-26 0,3-2-5 16,0 1-1-16,5 3 59 0,3 1 31 16,4 5 40-16,4 1-31 0,2-1 6 0,7 1-6 15,-1 0 12-15,4 0-6 0,-1 1 0 16,2-3-19-1,1 0-11-15,-2 1-15 0,-2-4-1 0,-1-1-19 16,0-2-45-16,-2-1-55 0,0-1-32 0,-1-1-59 16,1-1-169-16,-1 0-227 0,-5-3-517 15,11-4-630-15</inkml:trace>
  <inkml:trace contextRef="#ctx0" brushRef="#br0" timeOffset="90738.327">25702 9743 1398 0,'0'0'2238'0,"0"0"-1832"0,0 0-318 15,0 0-32-15,0 0 159 0,0 0 137 16,0 0-125-16,0 0-163 0,0 0-64 15,87-47-22-15,-62 33 4 0,-2 2 15 16,2 4-9-16,-3-3 0 0,-2 6 11 16,0-1 0-16,-6 4 1 15,-2 1 27-15,-4-1 13 0,-3 2 0 0,-2 0-7 16,-1 0-12-16,-1 0-8 0,-1 0-11 16,2 0 0-16,-1 3-2 0,2 3 0 15,2 5 58-15,-2 2-34 0,2 5-23 0,-2 2 1 16,1 7 10-16,-1 4-9 15,1 4 9-15,-1 3 25 0,1 3 12 0,-1-1 17 16,2 0 95-16,-2-1-49 0,-1 0-45 16,1-1-19-16,0 0-18 0,-1-1-18 15,-1 1 4-15,1-1-4 0,-1 0 9 0,1 1 0 16,-1-1 6-16,2 1 3 0,-1-2-9 16,0 0-2-16,-1-1 20 15,-1 2 24-15,0-2 9 0,0 1-23 0,0-1-28 16,0-4-19-16,-3 0-2 15,-2-4-1-15,-1-3 1 0,3-2 0 16,-1-1-2-16,0-2-1 0,1-4 1 16,1-4-22-16,-1 1 0 0,2-5 2 0,-1-1-2 15,-2 0 6-15,1-3-12 0,-2 0-12 16,-6 1-27-16,-3-2 11 0,-5 0-23 16,-7-1-22-16,-5-1-6 0,-6 0-6 0,-8 0-22 15,-5-1-6-15,-7-1-89 0,-4-1-160 16,-1 0-221-16,0 2-421 0,13 1-488 15</inkml:trace>
  <inkml:trace contextRef="#ctx0" brushRef="#br0" timeOffset="93529.052">9596 8924 2009 0,'0'0'1159'0,"0"0"-704"0,0 0-184 16,0 0-78-16,0 0-9 0,0 0 20 0,0 0-3 16,0 0-17-16,29-86-52 0,-16 53-68 15,3-5-31-15,4-8-33 0,-1-4-25 16,-2-5-11-16,0-4 2 16,-1-4-18-16,0 0-3 0,-1 0-10 0,-3 1-2 0,-1 5-1 15,-3 3-21 1,-2 6 15-16,-2 5-25 0,-1 6 9 15,0 5 0-15,0 7-38 0,-2 6-108 0,-1 6-175 16,0 3-187-16,0 5-443 0,0 3-592 16,0 2 1620-16</inkml:trace>
  <inkml:trace contextRef="#ctx0" brushRef="#br0" timeOffset="93792.393">9825 8584 1926 0,'0'0'1373'0,"0"0"-1055"0,0 0-154 16,0 0-76-16,0 0 35 15,0 0 165-15,0 0-22 0,0 0-84 0,0 0-87 16,0 0-24-16,-4 50-37 0,11-56-13 16,6-6 80-16,3-5-31 0,3-7-36 15,-2-4-21-15,2-5-13 0,-2-5-43 16,-4-1-9-16,0-4-6 0,-2-1-49 0,0-6-34 15,-3-1-31-15,4-1-11 0,-5 2-97 16,2 3-75-16,-2 4-48 16,0 8-19-16,-3 4-151 0,-1 5-454 15,-1 8-228-15,-2 0 1163 0</inkml:trace>
  <inkml:trace contextRef="#ctx0" brushRef="#br0" timeOffset="94100.035">9802 7914 676 0,'0'0'1933'16,"0"0"-1579"-16,0 0-219 0,-82 30-27 16,52-13 97-16,-6 7 55 0,1 6-59 15,-1 2-72-15,2 3-59 0,2 0-20 0,5-5-34 16,4-5-16-16,8-6-15 0,5-6-58 16,3-6-37-16,7-7-53 15,0-4-135-15,13-8-389 0,-3 0-793 16</inkml:trace>
  <inkml:trace contextRef="#ctx0" brushRef="#br0" timeOffset="94264.46">10030 7864 1093 0,'0'0'176'0,"0"0"647"0,0 0-303 0,0 0-34 15,76 93 4-15,-53-61-115 0,3 1-86 16,2-4-109-16,0 2-93 0,6-2-70 0,0-4-17 15,4-6-22-15,-1-2-126 0,5-6-136 16,-14-3-233-16,16 0-816 0</inkml:trace>
  <inkml:trace contextRef="#ctx0" brushRef="#br0" timeOffset="128896.397">4412 12762 2428 0,'0'0'381'0,"0"0"-176"0,0 0 16 16,0 0 139-16,0 0-42 0,0 0-54 0,-31-67-46 0,22 59-33 16,0-1-40-16,-1 3-25 0,2 3-16 15,-3 2-9 1,0-1-16-16,-2 2-21 0,1 3-3 0,-6 6 45 0,-4 8-51 15,-2 7-49-15,-1 7-15 16,-1 8-6-16,2 0-10 0,2 4 4 16,6-6-13-16,3-9 10 0,8-11-10 15,5-9 1-15,0-4-16 0,1-4-43 0,10-1-6 16,0-5 52-16,3-4 12 0,3-1-28 16,-2-1 13-16,2-2 21 0,-1 0 6 15,-2 0 16-15,-2 1-10 0,1 4-15 16,-3 4-6-16,-1 2-13 0,0 3 56 15,3 5 37-15,2 8 50 0,1 7-29 16,3 5-11-16,0 7 2 0,2 9 22 16,-1 3-44-16,-3 10 10 0,-3 6 24 0,-3 4 10 15,-5 4 2-15,-3 2-9 0,-2-3 6 16,0 0-6-16,-4-6-12 0,-4-5-9 0,0-9-1 16,-1-8-9-16,3-9-11 0,-1-7-22 15,-1-7-6-15,3-5-25 0,-2-6-51 16,0-4-15-16,-5-1-13 15,1-7-33-15,-6-9-17 0,-2-6 16 0,-3-10-141 16,-1-8-187-16,1-10-116 0,4 7-108 16,-7-32-466-16</inkml:trace>
  <inkml:trace contextRef="#ctx0" brushRef="#br0" timeOffset="129312.536">4790 12172 668 0,'0'0'379'0,"0"0"1526"15,0 0-1260-15,0 0-147 0,0 0-88 16,0 0-22-16,62 98-80 0,-51-52-70 0,1 14-59 16,-2 8-43-16,-3 10 12 0,-4 9-42 15,-1 3-40-15,-2 1-39 0,-6 0-27 16,-3-8-48-16,-2-7-25 15,2-12-20-15,5-12 29 0,2-15 40 0,2-11-3 16,0-11 3-16,4-8-22 0,4-2-14 0,1-5 11 16,3 0 13-16,0-7-16 0,5-7-2 15,1-3 5-15,2-7 16 0,0-2 30 0,0-4-43 16,0-1 13-16,0 2 31 16,-1 5 0-16,-2 5-16 0,-1 3 18 15,0 10 0-15,-3 2 0 0,0 4 25 0,-3 4 8 16,-1 7 10-16,2 2 2 15,-2 6-8-15,1 4 8 0,-3 5-17 16,2 3-1-16,-5-1-27 0,-1-4-17 16,-1-2-47-16,-1-3-33 0,0-3-46 15,1-3-71-15,2-3-200 0,1-3-212 16,-1-2-468-16,3-6-540 0</inkml:trace>
  <inkml:trace contextRef="#ctx0" brushRef="#br0" timeOffset="130254.537">5715 12201 1603 0,'0'0'69'16,"0"0"1015"-16,0 0-859 0,0 0-55 15,0 0 76-15,0 0 93 0,0 0-63 0,0 0-93 16,0 0-84-16,0 0-43 15,7 0-19-15,-7 0 4 0,0 0 11 16,2 0-2-16,-2 1-7 0,0 0-3 0,0 2-15 16,0-1 0-16,0-2-10 0,0 1-12 15,1-1-1-15,-1 0-1 0,2 3-1 16,-2-3-2-16,1 0-1 0,-1 0 1 0,2 0-1 16,-2 0-9-16,0 0 8 0,0 0 1 15,0 0-9-15,0 0 10 0,0 0-1 16,0 0 1-16,0 0-1 0,0 0 1 0,0 0-1 15,0 0-10-15,0 0 10 16,0 0 0-16,0 0 3 0,0 0 0 16,0 0 2-16,0 0 1 0,0 0 0 15,0 0 10-15,0 0-11 0,0 0 13 0,0 0-12 16,0 0 0-16,0 0 10 0,0 0-12 16,0 0 1-16,0 2 10 0,0 0 16 15,0 3 2-15,0 3 4 0,0 2 3 16,1 2-9-16,2 5-7 0,0 4 1 15,1 5 5-15,0 6-24 16,1 12 28-16,-1 9-10 0,-1 12-18 0,-3 13 46 16,0 6-6-16,-6 3 0 0,-5 2-34 15,-2-5-9-15,-3-6-15 0,4-9-6 16,-1-7 20-16,0-9 0 0,5-10 1 16,0-8-2-16,4-10-13 0,0-9 12 0,4-7-12 15,0-8-31-15,0-1-25 16,0-3-20-16,7-7-23 0,0-8 15 0,2-5-43 0,4-8 0 15,3-8 8 1,1-5-20-16,0-2-50 0,2-3 46 0,-1 2 73 16,0 3 21-16,1 5 42 0,-3 8 22 15,1 8 14-15,-3 6 27 0,2 10 51 0,-3 3 3 16,-3 4 15-16,2 0 3 0,-6 8 4 16,-2 2-8-16,-1 6-16 0,-3 0-6 15,-2 5-34-15,-6 2-19 0,-5 2-18 16,-3 3-16-16,-3-1-29 15,0-2 4-15,-1-2-6 0,4-1 9 16,1-5 22-16,4-4 9 0,3-6 16 0,4-1 3 16,4-5-14-16,0-1-12 0,4 0 14 15,6 0 31-15,1 4 5 0,7-3-24 16,-1 3-13-16,5 2 16 0,2 0-28 0,2 0-2 16,-1 3 76-16,4-1-15 0,-1 2-32 0,0-3-14 15,-1-1-16-15,0 0-7 0,-4-2-97 16,-2-2-124-16,-1 0-120 0,0-2-276 15,-7 0-536-15,4 0-768 0</inkml:trace>
  <inkml:trace contextRef="#ctx0" brushRef="#br0" timeOffset="131115.399">6607 12184 271 0,'0'0'2569'16,"0"0"-2092"-16,0 0-232 0,0 0-118 0,0 0 181 16,0 0 64-16,0 0-26 0,0 0-85 15,0 0-90-15,0 0-13 0,19 74-64 16,-16-36-27-16,1 10 9 0,-1 3 69 16,-3 10-45-16,0 4-61 0,0 5-11 0,-7 3 8 15,-2 0-6-15,-1-2-30 0,-1-8-18 16,0-7-27-16,4-7 11 15,0-10 16-15,4-8 3 0,2-8-3 0,1-6 3 16,0-6-6-16,0-5-4 0,0-4 7 16,3 1-3-16,-2-3-18 0,5 0-31 15,0 0 15-15,-1-6-5 0,3-2 17 16,0-2 13-16,-1-3 6 0,-1-1 11 16,-1-3 12-16,-1-1-11 0,-1-1 10 0,-2 0-19 15,2 0 0-15,-3 2 5 0,3 2 15 16,-2 2-2-16,1 4-9 15,-2 1 12-15,0 5 0 0,1 0 3 16,-1 0 0-16,0 2 22 0,0-1-13 16,0 0-12-16,0 0 0 0,0-2-1 0,2-1-17 15,-1-2-13-15,2-2 10 0,1 0 21 0,1 2 3 16,-2 0-1-16,-2 1 0 0,1 1 10 16,-2 5 6-16,0-1 4 0,0 1-7 15,1 0-12-15,-1 0 15 16,0 0-3-16,0 0-14 0,0 0-1 15,0 0-12-15,0 1 9 0,0-1-12 16,0 0 14-16,0 0-1 0,0 0-10 0,2 0 10 16,-2 0 2-16,2 0 0 0,-2-5 0 15,3 3 2-15,-3-3-2 0,3 4 12 0,-2 0-9 16,-1-1 0-16,0 1 15 0,0 1-6 16,0 0-10-16,0 0 11 15,2 0-11-15,-1 0 10 0,1 0 12 0,2 0-6 0,-1 0 16 16,4 0-13-16,0 0-6 0,2 4-12 15,1 1 18-15,1 3 1 16,1 4-19-16,1 1 0 0,-1 5 9 16,-2 2 0-16,-1 1-9 0,-1 1 15 15,-1 0-18-15,-1 1-2 0,0 0 0 0,0-3-13 16,-1-1 12-16,-1-2-12 16,1-3-9-16,-1-2-25 0,-1-3-48 0,2-3-28 15,-1-2-15-15,1-2-169 0,0-2-99 16,1 0-114-16,-2-5-112 0,-1 1-89 15,3-9-474-15</inkml:trace>
  <inkml:trace contextRef="#ctx0" brushRef="#br0" timeOffset="131358.954">6930 12239 3325 0,'0'0'607'15,"0"0"-331"-15,0 0-173 0,0 0 49 0,0 0 101 16,0 0 47-16,98 36-156 0,-72-36-108 16,-2-3-36-16,2-5-14 0,-2-4-83 15,0-3-72-15,-1-6-61 0,-2-1-169 0,-6 5-572 16,2-13-731-16</inkml:trace>
  <inkml:trace contextRef="#ctx0" brushRef="#br0" timeOffset="131540.783">7240 11890 3082 0,'0'0'589'15,"0"0"-306"-15,0 0-44 0,0 0 111 0,-9 84 22 16,9-53-66-16,0 7-151 15,2 4-94-15,-1 3-31 0,1 3-21 0,-2 2-9 16,0 0-42-16,-8 1-40 0,-2 1-125 16,2 0-38-16,-1-2-201 0,3-14-696 15,-2 9-986-15</inkml:trace>
  <inkml:trace contextRef="#ctx0" brushRef="#br0" timeOffset="132436.499">7848 12026 173 0,'0'0'541'0,"0"0"-287"0,0 0-45 16,0 0 610-16,0 0-284 0,0 0-139 0,0 0-38 16,0 0-27-16,0 0-7 0,0 0-4 15,0 0-59-15,59 54-73 16,-49-20-59-16,-1 6-25 0,2 11 15 0,-5 6 12 16,-1 9-24-16,-4 6-34 0,-1 6-12 0,-4 2-19 15,-8 3-12-15,-2 3 4 0,-4-4-7 16,-2-5-27-16,2-10-36 0,3-11 8 15,2-10 13-15,6-14 3 0,3-10 0 16,2-9-15-16,2-7-49 0,0-4-19 16,0-2-26-16,0-2-44 0,3-6 33 15,4-4-12-15,3-6 11 16,-1-6-25-16,3-3-9 0,2-5-11 0,-4-3-62 16,4-3 35-16,-2 1 72 0,-2-2 66 0,0 3 29 15,0 0 35-15,-1 7 0 0,2 5-13 16,-1 5 16-16,2 11 57 0,-1 4 57 0,1 4-19 15,-2 0 35 1,-1 7-23-16,-4 5 0 0,1 2 13 0,-6 3-17 16,0 2-44-16,0 1-22 0,-7 1-12 15,0 1-12-15,-5 0-13 0,1-1-3 0,-2-1-43 16,4-2-41-16,2-4 24 16,1-2 35-16,3 0 3 0,3-4 8 0,0 3 17 15,3 3 13-15,7 0 43 0,2 1 16 16,4 0-25-16,1 0-13 15,5 1 13-15,1-1-32 0,1-1 47 16,-1-1 6-16,3-2-3 0,-1-3-65 16,-1-3-21-16,-1-4-106 0,-1-1-19 15,1-1-61-15,-3-10-142 0,-1-3-269 0,-5-1-615 0,1-8-605 16</inkml:trace>
  <inkml:trace contextRef="#ctx0" brushRef="#br0" timeOffset="132626.621">8370 12329 3372 0,'0'0'576'16,"0"0"-269"-16,0 0-90 0,85 35 70 15,-54-30 38-15,4-3-115 0,0-2-210 16,2-12-34-16,4-6-88 0,-1-5-58 0,-1-4-99 15,0-5-217-15,-12 6-492 16,9-13-660-16</inkml:trace>
  <inkml:trace contextRef="#ctx0" brushRef="#br0" timeOffset="132796.329">8938 11887 2391 0,'0'0'1181'0,"0"0"-928"0,0 0-20 0,-21 73 4 15,10-37 172-15,1 5-51 0,-3 5-175 16,0 1-146-16,-2 1-37 0,-2 2-95 16,-3 3-91-16,-2 2-81 0,-2-1-296 15,4-11-752-15,-13 14-1011 0</inkml:trace>
  <inkml:trace contextRef="#ctx0" brushRef="#br0" timeOffset="133704.258">5309 13416 1573 0,'0'0'221'0,"0"0"172"0,0 0 410 16,0 0-337-16,0 0-171 15,7 75-72-15,0-44-13 0,3 6-4 0,2 2-49 16,-1 7-24-16,1-1-35 0,1 0-39 15,-3-1-29-15,-1 2-8 0,-1-2-22 16,-5-2-24-16,1-5-6 0,-2-4-19 0,-1-11-25 16,1-3 25-16,-1-9-59 0,-1-4-38 15,2-2-18-15,-2-2-56 0,1-2-88 16,-1-4-133-16,2-7-227 16,-2 1-125-16,1-14-651 0</inkml:trace>
  <inkml:trace contextRef="#ctx0" brushRef="#br0" timeOffset="133879.219">5384 13602 114 0,'0'0'1080'16,"0"0"103"-16,0 0-745 0,0 0-34 0,0 0-66 15,0 0 6-15,-94 35-52 0,71-14-109 16,-1 2-71-16,-1 3-35 0,0-2-31 16,2-2-46-16,3-5-1 0,6-4-48 0,1-7-100 15,6-5-75-15,2-1-71 0,2-10-119 16,3-6-20-16,0-7-297 0,2 5-269 15,5-15 11-15</inkml:trace>
  <inkml:trace contextRef="#ctx0" brushRef="#br0" timeOffset="133991.486">5179 13556 228 0,'0'0'724'15,"0"0"-105"-15,0 0-103 0,0 0-89 0,0 0-53 16,0 0-18-16,0 0-92 16,79-1-46-16,-58 7-4 0,2 1-43 0,2 2-56 0,4 0-59 15,3 2-56-15,1 1-6 0,0 1-138 16,2 2-287-16,-8-5-330 15,8 8-535-15</inkml:trace>
  <inkml:trace contextRef="#ctx0" brushRef="#br0" timeOffset="134945.18">5244 14734 2126 0,'0'0'126'0,"0"0"204"0,0 0-252 16,0 0 41-16,0 0 51 0,-77-14 74 15,62 19 7-15,2 5-114 0,-3 4-64 16,1 5-16-16,1 4-4 0,4 4 26 0,0 1 9 16,1-2-13-16,5-5-27 0,1-2-32 0,2-9 0 15,1-5-16-15,0-3-13 0,0-2-69 16,5-5-44-16,5-3 38 15,-1-3 69-15,4-3-22 0,0-3-13 0,0 1 13 16,0-1-35-16,-4 3 3 16,-2 5 29-16,0 3 2 0,0 6-6 0,0 0 48 15,2 10 20-15,2 9 110 0,1 4-35 16,1 4-54-16,1 4-38 0,0 4 1 16,-2-2 27-16,0 1-12 0,-5 0 10 15,-1-1 27-15,-3 3-18 0,-2-4 22 16,-1-1 72-16,0-5 28 0,-1-2 12 0,-3-5-42 15,1-5-50-15,0-4-40 0,0-3-9 16,0-4-3-16,-1-3-28 0,-1 0-12 16,-3-5-112-16,-2-2 13 15,-2-5-39-15,-2-2-72 0,1-1-8 0,-3-4-86 16,1-4 64-16,0-3-103 0,0-2-288 0,6 8-400 16,-2-11-137-16</inkml:trace>
  <inkml:trace contextRef="#ctx0" brushRef="#br0" timeOffset="135418.037">5728 14616 450 0,'0'0'2459'0,"0"0"-2027"0,0 0-318 0,0 0 0 0,0 0 35 15,0 0 56-15,0 0-35 0,-85 77-52 16,76-54-46-16,4 1-41 16,0-2-31-16,4-2-2 0,-2-6-26 0,3-5-3 15,0-3-10-15,3-3-5 0,1-2-32 16,2-1-30-16,3-1 11 0,2-7 2 0,1-1 10 16,-2-2-16-16,3-3-29 15,-2 3 19-15,0-3 28 0,1 6 29 16,-3-1 12-16,1 6 7 0,-1-1 35 15,-2 4 0-15,2 2 51 0,-2 6 86 16,3 3-16-16,-1 6-19 0,-2 2-36 0,3 3-9 16,-3 3-6-16,0 0-10 0,1 2 18 15,0 1 17-15,1 2-13 0,-2 1-13 16,2 1 7-16,1 2-13 0,-2-2 6 16,-2 0-25-16,0-3-10 0,-1-2 7 0,-2-4-20 15,0-2 23-15,0-8 0 0,-3 0 3 16,2-4-9-16,-2-5-18 15,0 0-1-15,-3-4-68 0,-7 0-63 0,-2 0-73 16,-2-5 15-16,-6-2-140 0,-3-6-55 16,-2-1-72-16,-5-2 3 0,10 2-376 15,-15-7-462-15</inkml:trace>
  <inkml:trace contextRef="#ctx0" brushRef="#br0" timeOffset="135711.355">5142 14583 2035 0,'0'0'805'16,"0"0"-491"-16,0 0-224 0,0 0 85 16,0 0 126-16,0 0-18 0,0 0-54 15,84 6-111-15,-69-6-74 0,-1-5-42 0,-2 0-2 16,0-2-68-16,-1-4-66 0,-1-2-71 0,-1-3-131 16,2-2-208-16,-5 2-613 15,0-7-705-15</inkml:trace>
  <inkml:trace contextRef="#ctx0" brushRef="#br0" timeOffset="135874.11">5273 14380 2308 0,'0'0'513'0,"0"0"-346"0,0 0-103 0,0 0 93 0,4 66 145 16,6-46-8-16,3 3-108 15,3-3-117-15,1 0-69 0,0-1-13 16,1-2-134-16,-1-3-112 0,-1-2-145 15,-3-1-286-15,0-1-856 0</inkml:trace>
  <inkml:trace contextRef="#ctx0" brushRef="#br0" timeOffset="136835.539">6323 13218 965 0,'0'0'1249'0,"0"0"-700"0,0 0-116 15,0 0-64-15,43 84-9 0,-31-47-37 16,1 5-66-16,-3 7-47 0,0 3-41 15,-1 0-65-15,1 4-34 16,-3-5-39-16,-2-1-19 0,-1-5-12 16,-1-4-2-16,-2-4-26 0,3-8-21 0,-1-4-48 15,0-7-14 1,-1-6 19-16,-1-5-59 0,2-4-13 0,-2-3-69 0,1 0-138 16,2-9-101-16,1-1-127 0,-2-1-383 0,2-12-269 0</inkml:trace>
  <inkml:trace contextRef="#ctx0" brushRef="#br0" timeOffset="137020.315">6456 13525 2224 0,'0'0'492'0,"0"0"-222"16,0 0-59-16,0 0 104 0,0 0 30 0,-75 89-37 16,56-62-72-16,0-2-84 0,1-1-69 15,3-5-55-15,0-5-28 0,3-6-30 16,5-3-91-16,-1-5-58 0,3-1-70 0,2-11-133 15,0-6-72-15,2-4-317 0,1 3-263 16,1-18-114-16</inkml:trace>
  <inkml:trace contextRef="#ctx0" brushRef="#br0" timeOffset="137154.076">6358 13343 183 0,'0'0'1744'0,"0"0"-1303"0,0 0-260 15,0 0-68-15,0 0 74 0,0 0 44 0,0 0-94 16,0 0-51-16,0 0-44 15,0 0-4-15,88 40 29 0,-59-24-64 16,0 1-3-16,2 1-100 0,-2 0-117 16,4-4-84-16,-8-2-264 0,9 4-976 0</inkml:trace>
  <inkml:trace contextRef="#ctx0" brushRef="#br0" timeOffset="137869.055">7459 13298 1322 0,'0'0'504'0,"0"0"-228"0,0 0-68 0,0 0 44 16,0 0 54-16,-51 68-11 15,39-48-91-15,0 2-77 0,-2 4-19 0,1 2 3 16,-5 6 21-16,2 3 16 0,-1 5-10 16,-3 9-29-16,-2 3-12 0,-4 3 14 15,1 5-9-15,-3 0-24 0,-1-2-35 16,2-5-33-16,1-7-10 0,1-6 0 0,7-11 0 16,3-8-1-16,5-9-1 0,5-7-26 15,3-2-52-15,2-5-53 0,0-2-50 16,0-7-90-16,7-6-83 0,6-8-227 15,-4 3-513-15,12-20-553 0</inkml:trace>
  <inkml:trace contextRef="#ctx0" brushRef="#br0" timeOffset="138112.328">7348 13339 1790 0,'0'0'496'0,"0"0"-254"0,0 0-125 15,-78 52 57-15,49-31 95 0,-1 1-55 16,1 0-107-16,5-3-107 0,5-5-95 16,8-6-26-16,8-5 54 0,3-3-116 15,7-7-107-15,9-8-204 0,7-1-218 0,-2 1 136 16,21-10 2-16</inkml:trace>
  <inkml:trace contextRef="#ctx0" brushRef="#br0" timeOffset="138202.497">7548 13333 1245 0,'0'0'660'0,"0"0"-12"0,93 1-82 0,-56 5-237 0,-4 0-183 15,-7 0-83-15,-1 3-63 0,-7-2-12 16,-3 3-213-16,-5 1-229 0,0-3-537 16,-9 9-810-16</inkml:trace>
  <inkml:trace contextRef="#ctx0" brushRef="#br0" timeOffset="138987.742">6505 13933 88 0,'0'0'1445'0,"0"0"-1110"16,0 0-167-16,0 0-70 0,0 0 5 0,0 0 114 15,0 0-7-15,0 0-72 0,0 0-35 0,0 0 42 16,0 0 63-16,3-11-27 0,-3 16-38 16,0-2 12-16,0 3-20 0,-3 4-9 15,0 2-66-15,-3 3-16 0,-1 3-19 16,0 3 3-16,-2 0 3 0,-1 3-9 15,1 1-3-15,-5 1-16 16,1 1 10-16,0-1 2 0,0 0-12 0,0-3 8 16,2-3-11-16,-1 2-13 0,1-8 1 15,2 3-10-15,0-6-34 0,3-3 9 16,1-2-12-16,2-2-36 0,3-2-28 16,0-2-9-16,0 0-45 0,3 0-56 0,7 0-48 15,3 0-82-15,4-5-135 0,-4 1-250 0,13-7-499 16</inkml:trace>
  <inkml:trace contextRef="#ctx0" brushRef="#br0" timeOffset="139243.848">7207 14194 414 0,'0'0'1762'15,"0"0"-1400"-15,0 0-226 0,-91 70-69 0,59-50 33 16,-5 4 41-16,-2-1-3 0,-4 3-103 0,-1 0-35 16,-3 0-89-16,3 0-23 0,3 0-40 15,5-3 4-15,9-2-39 0,5-6-69 16,9-6-289-16,6-4-262 0</inkml:trace>
  <inkml:trace contextRef="#ctx0" brushRef="#br0" timeOffset="140411.385">9573 12847 1565 0,'0'0'114'0,"0"0"866"0,0 0-691 16,0 0-7-16,0 0-75 0,98 6-39 15,-72-6-57-15,-3 0-82 16,0 0-29-16,-3-2-34 0,-4-1-153 0,0 2-122 16,-4-2-156-16,-2 2-308 0,-2 1-545 0</inkml:trace>
  <inkml:trace contextRef="#ctx0" brushRef="#br0" timeOffset="140553.706">9700 13015 1398 0,'0'0'598'16,"0"0"-264"-16,0 0-146 0,0 0-30 0,0 0 3 0,0 0 25 16,0 0-42-16,79 51-125 0,-46-51-19 15,6 0-147-15,5 0-87 0,-8-2-280 16,24-10-843-16</inkml:trace>
  <inkml:trace contextRef="#ctx0" brushRef="#br0" timeOffset="141028.817">10732 12693 3201 0,'0'0'672'0,"0"0"-339"16,0 0-177-16,0 0-32 0,-82 2 58 0,60 9 30 16,2 4-75-16,1 8-69 0,2 4-41 15,4 1-3-15,3 1-24 0,3-4-9 16,4-3-30-16,3-6-35 0,0-4-5 15,3-7-10-15,6-2-37 0,3-3-16 16,5-1 16-16,2-8-48 0,1-5-68 0,5-5-94 16,-2-5-67-16,3 0-107 0,0-3 75 15,-2 0 137-15,-1 5 122 0,-2 1 176 16,-3 6 26-16,-5 4 182 0,-1 8 48 16,-5 3 6-16,0 2 91 0,-2 13 82 0,-1 4-74 15,0 5-125-15,0 6-70 0,1 6-7 16,-1 3-20-16,-1 7-46 0,0 2-22 15,-3 2-16-15,1 4 4 16,-1-2 5-16,0 3-2 0,0-5-10 16,0 0 18-16,0-5 13 0,0-4 14 15,0-4-36-15,-1-3-40 0,-2-4-8 0,-1-4-11 16,-1-2-2-16,-2-4 0 0,2 0-3 16,-3-5 0-16,1-3 1 0,-3-5-1 0,-3-2-40 15,0-3-12-15,-6-2 0 0,-1-3-9 16,-2-8-3-16,-2-6 27 0,-3-2-27 15,-1-5-10-15,1-6 22 0,1-1-50 16,3-5-102-16,3-6-126 0,5 0-174 16,2-2-199-16,7 8-456 0,5-11-290 0</inkml:trace>
  <inkml:trace contextRef="#ctx0" brushRef="#br0" timeOffset="141487.677">11289 12128 2194 0,'0'0'665'0,"0"0"-108"0,0 0-206 0,0 0-14 15,0 0 8-15,47 72-27 16,-32-35-48-16,-4 9-72 0,0 11-22 0,-5 6-33 16,-2 7 2-16,-4 5 37 0,0-1-68 15,-7-2-44-15,-3-9-49 0,1-5-21 16,-1-12-16-16,3-7-17 0,3-11-13 16,2-8-8-16,2-4-6 0,0-8-10 15,0-4-24-15,5-3-15 0,0-1 31 0,5 0 11 16,-1-3 3-16,3-3 34 0,3-3 12 15,-3-2-7-15,4 0 22 0,-3 2-12 0,1 3 0 16,-2 0-13 0,-2 6 13-16,4 0 15 0,-2 6 25 15,2 6-1-15,-2 2-3 0,-1 4-9 0,1 0-9 16,-4 1-1-16,1 0-2 0,-1-4-2 16,1-3-43-16,0-4-65 0,2-4-55 0,1-4-132 15,0 0-105-15,3-6-134 0,-4-2-244 16,4-6-780-16</inkml:trace>
  <inkml:trace contextRef="#ctx0" brushRef="#br0" timeOffset="141869.542">12004 12825 3528 0,'0'0'752'0,"0"0"-375"0,0 0-33 0,0 0-45 16,-85 14-77-1,57 0-50-15,-1 10-60 0,0 2-42 0,3 3-25 16,6 0-18-16,4-4-25 0,4-5-2 16,6-7-10-16,3-5-29 0,3-2-22 0,0-6-17 15,6 0-7-15,6 0 12 0,4 0-11 16,3-10-7-16,4-1 15 0,1-5 6 16,-1-1-16-16,0 3-8 0,0 2 8 15,0 5 1-15,-1 2 11 16,0 5-3-16,-1 0-30 0,-1 7-41 15,-4 6 52-15,-3 4 21 0,-1 7 50 0,-5 4 25 16,0 4 27-16,-4 3 4 0,-3 7 59 16,0-3 3-16,-3 3 3 0,-4-2 5 0,-3-3 25 15,-1-3 12-15,0-4-44 0,2-6-48 0,0-4-31 16,0-4-14-16,3-4 1 16,0-9-2-16,0 0-54 0,-3-3-46 0,1-11-53 15,-2-3-19 1,2-7-63-16,-1-6-144 0,5-6-348 0,1 3-410 0,-2-25-556 0</inkml:trace>
  <inkml:trace contextRef="#ctx0" brushRef="#br0" timeOffset="142045.119">12248 12502 3097 0,'0'0'626'0,"0"0"-238"0,0 0-62 16,0 0 66-16,82 32-44 0,-59-29-108 15,0-3-139-15,3-5-101 0,1-8-67 16,2-4-67-16,0-3-79 0,-1-4-44 0,-2 1-175 16,-8 4-614-16,0-8-1008 0</inkml:trace>
  <inkml:trace contextRef="#ctx0" brushRef="#br0" timeOffset="142179.124">12558 12262 1638 0,'0'0'1239'0,"0"0"-817"15,0 0-136-15,0 0 14 0,-12 83 20 0,12-48 31 16,0 1-62-16,0 4-115 0,0 1-73 16,0 1-58-16,0 1-41 0,0-3-2 15,-1 2-79-15,-8-3-160 0,0-2-75 16,0-11-260-16,-6 11-829 0</inkml:trace>
  <inkml:trace contextRef="#ctx0" brushRef="#br0" timeOffset="143435.6">13723 12645 160 0,'0'0'1380'0,"0"0"-776"0,0 0-83 0,0 0-113 16,0 0-41-16,0 0-63 0,0 0 5 0,0 0-22 15,-77-9-83-15,64 26-59 0,-1 8-31 16,0 9-50-16,-3 1-30 0,6 2 15 16,-1-5-20-16,4-4-29 15,3-10-19-15,2-5-24 0,3-6-82 16,0-6-29-16,6-1-10 0,8 0-56 15,2-2 13-15,4-9 31 0,2-3-13 16,1-3-77-16,2-6-92 0,-2 4-14 0,-3-1 87 16,0 2 75-16,-1 4-40 0,-3 4 36 15,-1 6 90-15,0 4 124 0,-1 5 240 16,-2 12 87-16,-2 7-71 0,1 5-14 0,-2 5-55 16,0 8 22-16,-1 1-2 0,-2 8 4 15,0 3 7-15,-3 1-16 0,-3 0 18 0,0-4-67 16,-2-2-4-1,-5-6-13-15,0-8-41 0,-2-4-30 0,-1-7 3 16,3-3-16-16,-3-4-28 0,3-6-24 16,-2-3-1-16,-2-4-75 0,-1-4-54 15,0 0-61-15,-5-9-67 0,3-7-18 16,-3-3-46-16,-1-5-123 0,2-5-330 16,5 6-469-16</inkml:trace>
  <inkml:trace contextRef="#ctx0" brushRef="#br0" timeOffset="144153.557">14251 12080 1239 0,'0'0'371'0,"0"0"631"16,0 0-478-16,0 0-65 0,0 0-22 0,16 98-99 0,-13-52-91 16,0 8-28-16,2 7-33 0,0 6-39 15,2 4-13-15,-1 0 100 0,-2 0-68 16,-4-3-87-16,0-6-49 0,0-7-29 15,-6-6-1-15,1-8-42 16,-3-7 6-16,4-9 2 0,-3-6-2 16,4-5-28-16,0-9-36 0,2-1-12 0,1-4-3 0,0-1-35 15,0-9 22-15,3-2-1 16,4-5-9-16,1-4 6 0,1-5 8 0,3-4 25 16,0-2 21-16,-3-2 1 0,1 0 27 15,2 0 28-15,-1 4 19 0,-2 0 0 16,5 10 3-16,-2 3 15 0,1 7 51 0,-2 6 8 15,-2 2 10 1,1 2 9-16,-6 0-9 0,1 5-35 16,-4 4 3-16,-1 4 22 0,0 4 3 0,-1 3-22 15,-8 3-24-15,-1 2-10 0,1 0-18 0,1 0 0 16,2-2-3-16,4-4-4 0,2-1-14 16,0-1 18-16,6-4 23 0,4 0 47 15,6-1-3-15,0-1 16 0,4-1-1 16,1-2-27-16,2-2-38 0,0-2-17 15,1-1-61-15,-1-3-58 0,0 0-61 16,2-4-13-16,-1-2-63 0,-1-3-161 16,-4 0-374-16,7-2-726 0</inkml:trace>
  <inkml:trace contextRef="#ctx0" brushRef="#br0" timeOffset="144536.303">15049 12753 1110 0,'0'0'1949'0,"0"0"-1445"0,0 0-251 16,0 0 27-16,-83-14 53 0,60 14 40 0,0 10-24 15,3 7-127-15,-2 7-82 0,2 2-44 16,5 6-17-16,0-2-12 16,5-3-4-16,4-7-20 0,3-2-22 0,3-8-21 0,0-3-34 15,3-3-17-15,7-4-9 0,3 0-16 16,3-4-9-16,5-4 22 0,1-5 8 15,0-1-21-15,1 0-27 0,-2 1 11 16,0 4 10-16,-1 2 27 16,0 4 12-16,-1 3 10 0,-1 4-19 0,1 10 33 15,-3 5 19-15,-1 8 12 0,-3 4 1 16,-2 7-13-16,-4 2 2 0,-2 2 16 0,-4 3 25 16,0-2 33-16,-7-3 13 15,-3 0-7-15,0-5 0 0,-4-5-9 0,0-5-36 0,0-6-19 16,1-4-6-1,1-4 0-15,-2-5-12 0,1-4-25 0,0-2-88 16,-1-3-57-16,0-10 14 0,0-4-18 16,4-6-88-16,0-8-163 0,5-8-218 0,2 7-480 15,3-31-546-15</inkml:trace>
  <inkml:trace contextRef="#ctx0" brushRef="#br0" timeOffset="144704.38">15345 12551 2327 0,'0'0'1079'0,"0"0"-629"16,0 0-89-16,92 15 115 0,-66-13-62 16,3-2-170-16,-2-10-199 15,5-5-45-15,0-6-106 0,-1-4-104 0,3-1-66 16,-1-2-249-16,-9 4-734 0,8-8-920 0</inkml:trace>
  <inkml:trace contextRef="#ctx0" brushRef="#br0" timeOffset="144864.328">15802 12202 2236 0,'0'0'575'0,"0"0"-104"0,0 0 55 0,0 0-96 15,-5 84-36-15,3-48-41 0,0 7-91 16,-1 3-46-16,-1 2-49 0,-5 2-83 0,1 2-84 16,-6-1-6-16,0-3-151 15,-2-1-113-15,-1-7-63 0,7-9-327 16,0 7-838-16</inkml:trace>
  <inkml:trace contextRef="#ctx0" brushRef="#br0" timeOffset="146079.85">17083 12489 741 0,'0'0'658'0,"0"0"414"0,0 0-627 16,-84 50-19-16,53-17-43 0,-3 9-27 0,3 8-88 15,-1 0-48 1,3 4-38-16,5-6-63 0,5-5-21 0,8-8-52 16,3-10-43-16,5-8-3 0,3-10-49 15,0-3-27-15,8-3-22 0,3-1 12 16,8-3 15-16,2-8-25 0,5-5-18 16,-1-8-26-16,2-2 3 0,-1-5 27 0,-3 0 50 15,0 0 26-15,-2 3 12 16,-1 0-7-16,-3 4 28 0,-1 4-24 15,-6 4 25-15,0 5 15 0,-6 4 38 16,-1 7-6-16,0 0-12 0,2 6 6 16,-1 8 103-16,2 8-66 0,1 7-16 15,1 6-12-15,0 7 12 0,-1 4 3 0,4 5 18 16,-2 2-28-16,0 3-5 0,-2 1 8 16,-1 2 0-16,-2-1 71 0,-3-5-3 0,-1-4-41 15,0-6-36-15,0-5-25 0,-4-4-3 16,-3-4-2-16,-2 0-16 0,-1-6 0 15,-2-4-3-15,-2-2-1 16,-2-5-54-16,-2-1-70 0,-2-1-13 0,-2-3 37 16,2-1 21-16,-2-4 16 0,3 1-16 15,1-4 0-15,-2 0 15 0,2-2-6 16,-3-6-29-16,2-5-43 0,1-5-61 0,1-5-44 16,6-9-117-16,3 5-289 0,8-25-571 0</inkml:trace>
  <inkml:trace contextRef="#ctx0" brushRef="#br0" timeOffset="146537.327">17734 12100 1611 0,'0'0'1580'0,"0"0"-981"15,0 0-122-15,0 0-90 0,0 0-6 0,31 82-86 16,-23-46-85-16,1 4-56 0,-1 5-33 16,-2 4-24-16,-4-1-37 0,-2 4-32 15,0 0-26-15,-5 0-2 0,-6-5-2 0,2-3-20 16,-1-8 7-16,4-5-9 0,-1-10 6 15,7-6-3-15,0-3-24 0,0-5-40 16,0-3-30-16,6-2-15 16,0-2-1-16,-1 0 46 0,4 0-3 0,2-4 5 15,1-1 13-15,0 0 31 16,1 0-4-16,-2 3-3 0,0 2 3 0,1 2 20 16,-3 8 23-16,1 4 30 0,0 3 28 15,-1 2 19-15,-3 4-25 0,-2 2 0 16,1-2-31-16,-2 0-20 0,-3-1 1 0,2-2-2 15,-2-4 0-15,0-5-28 16,0-1-60-16,0-5-71 0,0-3-102 0,0-2-173 16,0 0-167-16,0-5-374 0,0-5-221 0</inkml:trace>
  <inkml:trace contextRef="#ctx0" brushRef="#br0" timeOffset="148486.526">18567 12612 942 0,'0'0'1343'16,"0"0"-759"-16,0 0-248 0,-85 47-77 0,54-22 29 16,-3 5 4-16,4-1-26 15,3-1-92-15,5-3-82 0,6-6-39 16,6-6-7-16,5-6-9 0,3-3-37 15,2-4-17-15,0 0-66 0,9 0 6 16,-1 0 40-16,5-4 35 0,5-3-79 16,-1-5-33-16,5-1 1 0,1-3 4 0,1 1-8 15,-1 0-21-15,0 2 6 0,-3 2 40 16,-2 6 51-16,-2 4 12 0,-3 1 29 16,-1 10 83-16,-1 5 59 0,-3 5-29 0,1 4-16 15,-3 2 2-15,-1 5-18 0,1 3 6 16,-1 1 25-16,-1 2-13 0,-2-1 9 15,0 0 40-15,-2-1 15 16,0-1-25-16,-4 0-13 0,-3-2-15 0,-1 0-22 16,0-3-9-16,0-5-15 0,-1-3-22 15,1-7-20-15,2-4-19 0,2-4 0 0,0-5-1 16,-3-1-2-16,2 0-56 0,-3-1-20 16,0-10-51-16,1-3-142 0,0-5 125 15,3-5-120-15,2-5-111 0,2-5-248 16,0 6-389-16,5-24-469 0</inkml:trace>
  <inkml:trace contextRef="#ctx0" brushRef="#br0" timeOffset="148646.411">18883 12574 2179 0,'0'0'685'0,"0"0"-151"0,0 0-116 0,0 0-20 16,0 0-106-16,86 31-131 0,-67-31-161 15,0-5-65-15,4-8-164 0,1-5-96 16,-8 2-376-16,9-10-1172 0</inkml:trace>
  <inkml:trace contextRef="#ctx0" brushRef="#br0" timeOffset="148808.766">19230 12255 1311 0,'0'0'1378'16,"0"0"-881"-16,0 0-159 15,0 0 147-15,-31 86-35 0,23-46-47 16,0 5-131-16,0 1-119 0,-1 1-80 16,-2-2-64-16,1-4-9 0,0-1-146 0,0-4-138 15,1-3-29-15,1-6-181 0,4-6-537 16,-4 3-710-16</inkml:trace>
  <inkml:trace contextRef="#ctx0" brushRef="#br0" timeOffset="149394.937">16606 12441 430 0,'0'0'483'16,"0"0"-82"-16,0 0-8 0,0 0-23 0,0 0-52 16,0 0-66-16,0 0-53 0,0 0-19 15,-74 68 3-15,60-44 17 0,1 3 10 16,1 4-33-16,-2 5-11 0,2 2-14 16,1 5-31-16,1 5-18 0,1 0-16 0,3 6-1 15,-1 2-12-15,6-1-27 0,1 1-32 0,0-3-15 16,10-3-17-16,2-4-57 15,6-6-87-15,5-4-97 0,9-7-142 16,-3-8-306-16,27-6-690 16</inkml:trace>
  <inkml:trace contextRef="#ctx0" brushRef="#br0" timeOffset="149732.531">19594 12686 833 0,'0'0'1679'16,"0"0"-1148"-16,1 82-230 0,-1-48-117 0,-1 4 19 16,-4 3 42-16,-1-2 0 15,-1 2-81-15,-4 0-55 0,1-4-41 16,-1-1-40-16,-1-3-28 0,-2-6-32 0,0-3-42 16,0-3-16-16,-2-5-25 15,1-4-47-15,1-4-49 0,2-5-76 0,2-3-197 16,0 0-490-16,-1-9-780 0</inkml:trace>
  <inkml:trace contextRef="#ctx0" brushRef="#br0" timeOffset="149978.111">19999 12219 2624 0,'0'0'1019'15,"0"0"-468"-15,0 0-207 16,0 0-104-16,0 0-120 16,0 0-120-16,93 12-49 0,-70-25-138 0,5-5-101 15,0-4-200-15,-3 5-589 0,12-13-630 0</inkml:trace>
  <inkml:trace contextRef="#ctx0" brushRef="#br0" timeOffset="150178.778">20416 11833 1045 0,'0'0'1497'0,"0"0"-982"16,0 0-55-16,0 68-47 0,0-36-47 0,0 6-71 15,0 3-40-15,-3 4-105 0,-2 4-67 16,-4 3-41-16,0 2-21 0,-2 2-21 16,0-2-19-16,0 0-82 0,4-5-113 15,4-6-45-15,3-7-122 0,0-8-341 16,12-2-929-16</inkml:trace>
  <inkml:trace contextRef="#ctx0" brushRef="#br0" timeOffset="151031.571">21732 12659 1018 0,'0'0'463'0,"0"0"-89"0,0 0 779 16,0 0-766-16,0 0-48 0,0 0-66 16,0 0-25-16,0 0-37 0,0 0-38 15,0 0-29-15,0 0 4 0,-40-19-14 0,30 32-21 16,-5 13-28-16,-3 9 10 0,-5 8 8 16,2 4 49-16,0 2-53 0,2 1-53 0,4 0-46 15,1-6 0-15,5-2-3 0,4-3-40 16,5-5-23-16,0-7-46 15,11-7-55-15,9-8-13 0,12-8-30 0,7-4-82 16,6-4-228-16,2-9-212 0,-11 2-502 16,18-11-593-16</inkml:trace>
  <inkml:trace contextRef="#ctx0" brushRef="#br0" timeOffset="151470.591">22176 12835 2300 0,'0'0'671'15,"0"0"-97"-15,0 0-130 0,0 0-65 0,-85 84-70 0,62-48-51 16,1 3-66-16,1-2-61 0,6-4-36 16,4-6-44-16,6-6-51 0,5-5-19 15,0-9-60-15,12-2-49 0,-1-4-3 16,4-1-19-16,2-6-3 0,2-2-5 16,1-8-8-16,2-2-96 0,1-6-65 15,1 2-24-15,1-3-9 0,-1-1 62 16,2-1 69-16,0 1 61 0,-3-1 48 15,-3 4 120-15,0 1 20 0,-6 6 135 16,-2 4 55-16,-4 8 28 0,-3 0-27 16,-2 4-32-16,0 6 47 0,-1 8 27 15,-1 5-37-15,2 5-27 0,0 7-37 16,0 5 19-16,-2 5 1 0,1-1-15 16,0 4-50-16,-2 1-43 0,3-2-51 0,-1-1-13 15,-1-2 0-15,2-2 0 0,-1-2 3 0,-1-2 9 16,-1-3 0-16,0-3-11 0,-1-1 12 15,-7-4-1 1,0-3-9-16,-4-2 0 0,1-1-3 0,-4-6-17 16,2-1-32-16,-4-2 6 0,1-4-3 15,-2-1 21-15,1-3 1 0,-3-2 12 0,3-5-31 16,-2-5-74-16,2-5 6 16,3-3-43-16,-1-6-45 0,7-5-108 0,2-6-208 15,1 7-530-15,5-20-652 0</inkml:trace>
  <inkml:trace contextRef="#ctx0" brushRef="#br0" timeOffset="152306.518">22977 12202 137 0,'0'0'1710'15,"0"0"-1097"-15,0 0-256 0,0 0-13 0,0 0 130 16,-7 67-147-16,3-27 2 0,-1 8-84 15,-3 6-48-15,1 3-10 16,-4 9 0-16,-1 0 14 0,-3 2-25 0,-2-3-36 16,-1-2-34-16,1-9-28 0,0-6-48 15,0-5-30-15,3-6-15 0,0-6-6 0,1-4-9 16,5-8 0-16,2-5-31 0,3-5-15 16,3-6-14-16,0-3-20 0,0 0-20 15,4-3 2-15,2-6-10 0,4-2 22 16,2-4 24-16,3-5-6 0,2-3-44 15,1-5-41-15,1-1-7 0,1 0 14 16,2-1 29-16,-3 4 68 0,1 2 19 16,-3 6 60-16,-3 6 1 0,-3 5 100 15,0 7 6-15,-4 0 20 0,-1 0 10 0,-3 5-37 16,-2 2-1-16,-1 4-12 0,0 2-44 16,-8 1-18-16,-3 1-10 0,-3 2 13 15,1-2-27-15,0 1-1 0,2-4-1 0,3 0-12 16,5 0-14-16,3 0-1 15,0-1 26-15,3-1 2 0,5 2 11 16,3 0-11-16,5-1-6 0,2-3-40 16,2 1-16-16,2-3-16 0,1 0 35 0,2-4-63 15,1-1-86-15,1-1-198 0,-7 0-322 16,8 0-629-16</inkml:trace>
  <inkml:trace contextRef="#ctx0" brushRef="#br0" timeOffset="152795.468">23508 12833 1357 0,'0'0'1456'16,"0"0"-848"-16,0 0-266 0,0 0-36 0,-80 44-29 15,54-25 8-15,3 3-21 0,0-1-105 16,7-2-49-16,2-5-40 0,8-3-37 0,3-4-20 16,3-6-12-16,0 2-1 0,5-2-49 15,8-1-15-15,0 0 15 0,7 0-21 16,4-4 0-16,1-4 27 0,-1-3-25 15,2 3-21-15,-4 0 13 16,-3 4 11-16,-1 2 28 0,-3 2 3 16,-1 3 34-16,-1 5 3 0,-1 9 28 0,-2 2 6 15,-1 7-16-15,-1 3 29 0,-4 4-50 16,1 2-11-16,-4 1 8 0,-1 1 3 16,0 0 0-16,0-1 1 15,-4 0 58-15,-5-1-7 0,-1-4 0 0,-3-2-15 0,-3-5-13 16,2-5 19-16,0-1-27 15,2-7-14-15,2-3-2 0,1-3-46 16,3-5-28-16,1 0-15 0,-1-5-43 16,1-6-38-16,1-4-41 0,3-6-165 15,1-6-188-15,0 4-581 0,7-21-941 0</inkml:trace>
  <inkml:trace contextRef="#ctx0" brushRef="#br0" timeOffset="152962.065">23923 12681 2869 0,'0'0'731'0,"0"0"-359"0,0 0-12 15,0 0 54-15,0 0-59 0,95 25-108 16,-71-25-156-16,1-7-91 0,5-8-107 16,1-3-54-16,-1-3-77 0,-1-5-131 0,-6 7-324 0,1-13-828 15</inkml:trace>
  <inkml:trace contextRef="#ctx0" brushRef="#br0" timeOffset="153136.365">24257 12421 238 0,'0'0'2085'0,"0"0"-1485"0,0 0-178 16,-13 70-1-16,7-39 97 0,2 5-24 16,0 0-136-16,-1 1-108 0,1-7-83 15,1-2-85-15,0-5-70 0,0-5-12 16,2-3-79-16,0-3-85 0,1-3-70 0,0-2-50 15,5-3-212-15,4-3-618 16,8-1-794-16</inkml:trace>
  <inkml:trace contextRef="#ctx0" brushRef="#br0" timeOffset="153339.88">24624 12735 1873 0,'0'0'545'0,"0"0"-226"0,0 0 124 0,12 93-4 15,-11-56 6-15,-1 6-60 0,3 2-88 0,-1-1-104 16,-1 3-31-16,2-2-16 0,-3-2-55 16,0-4-42-16,-6-2-31 0,-2-5-18 15,-4-4-21-15,-4-5-88 0,-2-4-16 16,-3-1 9-16,-2-6-19 0,-3-2-28 16,1-6-28-16,0-3-109 0,5-1-209 15,6-5-259-15,0-14-567 0</inkml:trace>
  <inkml:trace contextRef="#ctx0" brushRef="#br0" timeOffset="153563.073">24942 12454 1547 0,'0'0'1901'15,"0"0"-1276"-15,0 0-227 0,84 19-80 0,-50-15-162 16,0-4-111-16,2-5-45 0,0-5-64 16,-2-2-99-16,0-4-77 0,-1-4-259 0,-7 3-725 15,6-15-1030-15</inkml:trace>
  <inkml:trace contextRef="#ctx0" brushRef="#br0" timeOffset="153728.468">25495 12171 2443 0,'0'0'1281'0,"-14"68"-725"0,9-25-123 15,0 8-47-15,0 6-76 0,1 2-34 0,2 0-79 16,2-5-67-16,0-5-67 16,0-3-63-16,0-8-63 0,0-3-119 15,0-4-60-15,0-3-43 0,0-1-155 0,0-6-612 16,0 11-978-16</inkml:trace>
  <inkml:trace contextRef="#ctx0" brushRef="#br0" timeOffset="-133897.351">1493 16659 1812 0,'0'0'1636'0,"0"0"-1506"0,0 0-111 15,0 0-19-15,99-10 85 0,-79 10 35 16,2 5-78-16,-5 0-41 0,-1 4-2 15,1 3 0-15,-4 2 1 0,-4 4 53 16,-2 4-27-16,-4 0 2 0,-3 6 44 16,0-1-37-16,-9-1 28 0,-1-1-48 0,-1-1 7 15,-2-4-19-15,0-3 29 16,0-6-17-16,4-2-14 0,2-3-1 0,4-1 0 16,3-3 0-16,0 4-68 0,6 0 68 15,6 2 15-15,2 1 7 16,2 1 25-16,1 1-46 0,-3-2 17 0,2 0-17 15,-4 1 38-15,1 0 8 16,-6 2 27-16,0 4 19 0,-4-1 55 0,-3 6-10 0,0 0-70 16,-4 0-25-1,-5-1-15-15,-1 0 8 0,-5-4 1 0,1-2-3 16,0-3-16-16,-1-5-18 0,-2-6-29 0,1-2-93 16,-6-14-47-16,-2-7-84 15,-2-11-33-15,-6-11-223 0,8 7-266 0,-16-35-957 16</inkml:trace>
  <inkml:trace contextRef="#ctx0" brushRef="#br0" timeOffset="-133499.983">958 16376 1618 0,'0'0'23'16,"0"0"795"-16,0 0-461 0,-62 92-17 0,46-48-43 15,5 8 1-15,2 8-9 0,6 9-61 0,3 5-32 16,6 5-23-16,7 5-19 0,8 2-41 15,8 0-30-15,6-1-40 0,11-2-40 16,6-9-3-16,6-8-25 0,2-9-33 16,2-12 31-16,0-7 2 0,3-7-27 15,-2-7 33-15,3-6-8 16,-2-4-7-16,-1-7 19 0,1-4-34 0,-2-3 2 16,-3-12 4-16,0-7 20 0,-4-8 21 15,-4-8 4-15,-2-7 30 0,-4-6-16 16,-4-7 2-16,-3-7 10 0,-3-4-28 0,-3-6 0 15,-4-1-31-15,-3-3 0 16,-9 0 19-16,-4 1-3 0,-8 2 2 16,-4 4-14-16,-18 0 2 0,-7 4 25 0,-10 1 2 0,-9 5 20 15,-6 5-22 1,-6 9 12-16,-3 8-12 0,0 10 15 0,0 10 16 16,1 10-28-16,2 7 16 15,1 3-19-15,-1 11-62 0,0 4-18 0,-3 5-32 16,2 2-43-16,-3-1-90 0,-2-2-317 15,16-6-446-15,-19-7-1008 0</inkml:trace>
  <inkml:trace contextRef="#ctx0" brushRef="#br0" timeOffset="-130355.597">4391 16574 153 0,'0'0'2774'0,"0"0"-2406"15,0 0-257-15,0 0 124 0,0 0 111 0,92-19-60 16,-56 10-97-16,0-3-87 0,3 1-62 16,-3-2-6-16,-1 1-34 0,-5-2-17 15,-4 4 14-15,-2 1-12 0,-7 3-41 16,-2 2-24-16,-6 1-140 0,-4 3-47 15,-5 0-73-15,0 6-185 0,-7 4-148 16,-4 5-600-16</inkml:trace>
  <inkml:trace contextRef="#ctx0" brushRef="#br0" timeOffset="-130088.442">4486 16612 427 0,'0'0'1973'0,"0"0"-1627"0,0 0-150 15,0 0-58-15,0 0 73 0,0 0 90 16,0 0-76-16,-59 86-78 0,57-59-62 0,2 4 22 15,-1 4 24-15,1 3 27 0,0 3-71 16,0 3-7-16,0-2-21 0,0 1-44 16,0-3 31-16,0 0-30 0,4-2-1 15,5-4 16-15,1-1-13 0,6 0-17 16,4-3-1-16,2-1 31 16,4-3-31-16,-1-3 3 0,4-4 12 15,-1-5-15-15,-1-5 0 0,2-3-1 0,-3-6-29 16,1 0-7-16,1-6 15 0,-2-5-33 15,-2-2-56-15,-1-1-37 0,-3-2-66 16,0 0-81-16,-1-2-137 0,-3 1-275 16,-4 3-613-16</inkml:trace>
  <inkml:trace contextRef="#ctx0" brushRef="#br0" timeOffset="-129694.92">5158 16590 939 0,'0'0'1994'0,"0"0"-1706"16,0 0-252-16,0 0-24 0,-9 65 125 0,6-30 92 15,1 8-2-15,1 4-98 0,0 7-63 16,-1 0-19-16,1 1-3 0,-1-3-44 0,1-3-19 15,-1-6-18-15,1-4-33 0,1-7-15 16,0-9-44-16,0-6-13 0,0-9-115 0,1-3-148 16,2-5-201-16,2-2-91 0,-1-7 88 15,2-3-4-15,0-2 392 0,-1-2 133 16,-1-2 88-16,2-2 19 16,-3 2 337-16,3 2-109 0,0 2 771 15,4 3-437-15,0 1-85 0,6 1-128 16,4 1-8-16,6 1-29 0,6 1-93 0,2 0-67 15,6 0-43-15,1 1 7 0,-1-1-79 16,-1 0-56-16,-3-2-40 0,-1 0 12 16,-4-2-77-16,0-1-47 0,-4-1-47 0,-4-4-106 15,-3 0-195-15,-8 4-550 16,-1-8-787-16</inkml:trace>
  <inkml:trace contextRef="#ctx0" brushRef="#br0" timeOffset="-129504.598">5584 16612 2491 0,'0'0'387'0,"0"0"-240"0,0 0-22 0,10 77 76 15,-4-42 129-15,3 3-37 16,-1 4-95-16,4 0-89 0,-5 4-38 16,2 1-40-16,-4-1-31 0,1 0-12 0,-2-3-44 15,-1-6-128-15,2-6-80 0,-1-8-61 16,3-8-205-16,3-9-706 0,-1-4-452 0,4-6 1662 0</inkml:trace>
  <inkml:trace contextRef="#ctx0" brushRef="#br0" timeOffset="-129326.221">6133 16976 1307 0,'0'0'1764'0,"0"0"-1492"0,0 0-177 15,0 0 67-15,3 79 160 0,-7-51-34 16,-1 3-107-16,-1 1-163 0,2-1-18 15,1 0-40-15,-1-3 3 0,4-2-60 0,0-2-88 16,0-6-101-16,0-4-237 0,0-5-639 16,4-5-568-16,1-4 1678 0</inkml:trace>
  <inkml:trace contextRef="#ctx0" brushRef="#br0" timeOffset="-128780.101">6590 16448 320 0,'0'0'2091'0,"0"0"-1646"15,0 0-166-15,0 0-33 0,0 0 118 16,0 0-14-16,0 0-33 0,0 0-125 0,10 78-72 15,-3-36-12-15,0 8-1 0,-1 11 58 0,0 4-34 16,1 5-46-16,0 1-39 0,-1-1 18 16,-3-2-64-16,1-5-22 0,1-8-20 15,-2-8-28-15,0-8-37 16,2-10-18-16,4-9-6 0,1-11-20 16,3-9-67-16,4-5-145 0,2-13-200 0,-6-1-241 15,13-24-739-15</inkml:trace>
  <inkml:trace contextRef="#ctx0" brushRef="#br0" timeOffset="-128533.371">6934 16733 36 0,'0'0'3131'0,"0"0"-2790"16,0 0-290-16,0 0-1 16,-73 75 140-16,53-52 90 0,0 2-155 15,2-1-123-15,1-3-2 0,2-1-12 0,3-2-7 16,3-3-18-16,2-1 18 0,2-2 3 15,5-2 4-15,0-1 11 0,2 0 1 16,8 1 25-16,6 2 21 0,3 1-8 16,4 0 27-16,2 3-18 0,4-2 12 0,0-2-22 15,3 0 7-15,-1-3-26 0,3-2 10 16,-4-4-28-16,2-3-42 16,-2 0-54-16,-1-11-147 0,-2-3-198 15,5-6-615-15,-10 4-554 0,18-15 967 0</inkml:trace>
  <inkml:trace contextRef="#ctx0" brushRef="#br0" timeOffset="-128080.31">7535 16376 2459 0,'0'0'1618'0,"0"0"-1272"0,0 0-263 0,0 0 31 16,0 0-40-16,0 0 3 0,0 0-18 15,0 0-56-15,80-34-3 0,-59 21-16 0,2 0 1 16,-1 1-50-16,1 4 47 0,1 0-40 16,-1 5 36-16,-2 3-21 0,-4 0 9 15,-1 7 33-15,0 5 1 0,-5 4-2 0,1 4-1 16,-5 2 3-16,2 3 10 16,-3 1-10-16,-1 2-10 0,1-1 8 15,-3 3-9-15,1 2 10 0,-1 0 1 0,1 1 0 16,2 3 9-16,0 3-9 0,1 0 0 15,0 4 31-15,-2 1 9 0,-1-2-12 16,3 0 25-16,-3-5-10 0,1-2-16 16,1-3-25-16,-2-4 17 0,2-3-4 15,-1 0 10-15,-2-4-4 0,0-5-6 16,-2-1 4-16,1-3-1 0,-2-2-16 16,0-4 11-16,0 0-11 0,0-2 1 15,-4-1-3-15,-6 0-61 0,-2-2-22 16,-3 2-3-16,-5-3 6 0,-3 0 9 0,-2 0-6 15,-6 0-25-15,-2-6-63 0,-3-2-102 16,-3-3-153-16,-4-3-293 0,1-3-549 16,9 4-76-16,-16-6 1178 0</inkml:trace>
  <inkml:trace contextRef="#ctx0" brushRef="#br0" timeOffset="-125731.111">10050 16146 228 0,'0'0'336'0,"0"0"1228"0,0 0-1120 16,0 0-71-16,0 0-101 0,0 0 2 15,0 0 80-15,26 64-74 0,-20-25-102 0,2 9-60 16,-3 3-29-16,-4 5-30 15,1-1 18-15,-2-2-12 16,0 2-31-16,0-5-10 0,0-1-22 16,0-2-2-16,-3-1-1 0,-2-6-20 0,-3-1-10 0,5-8-18 15,-1-7-10-15,2-5-21 0,1-8-28 16,1-4-7-16,-2-6-41 16,2-1-61-16,0 0-79 0,0-1-98 15,0-6-78-15,0-5-35 0,5-6-64 0,-2-2-80 16,0-2 84-16,-1 0 117 0,0-2 424 15,2 2 26-15,-3 2 0 0,2 5 13 0,-1 1 395 16,1 4-183-16,0 4 114 0,-2-1 761 16,6 2-718-16,2 0-111 0,2 0-4 0,4-1 59 31,4 1-47-31,3 0-70 0,4 0-55 0,1-2-50 16,1 1-7-16,3-1-4 0,-1-1-21 0,2-3-38 15,-4 1-19-15,3-4-15 0,-1 1-13 0,0-5-49 16,-4 3-75-16,0-2-64 0,-3-1-136 15,-4 1-230-15,-5 1-601 16,-4 4-622-16</inkml:trace>
  <inkml:trace contextRef="#ctx0" brushRef="#br0" timeOffset="-125466.724">10621 16176 7 0,'0'0'2569'0,"0"0"-2164"0,0 0-264 0,0 0 0 0,0 0 186 16,0 0 33-16,0 0-81 0,0 0-130 15,0 0-130-15,0 0 6 16,10 46 30-16,-3-18 4 0,-1 7-13 16,0 6-9-16,-2 4 7 0,0 2-17 15,-1 3-18-15,-3 4-9 0,0-2-15 16,0 3-10-16,0-1-5 0,0 0-10 15,-1-4-44-15,-1-3-27 0,1-4-57 16,1-4-52-16,0-8-110 0,0-5-150 0,4-4-176 16,4-5-567-16,-3-5 1 0</inkml:trace>
  <inkml:trace contextRef="#ctx0" brushRef="#br0" timeOffset="-118146.222">9344 16418 163 0,'2'0'597'16,"-2"0"1930"-16,0 0-2045 0,0 0-296 0,0 0-88 15,-3 0 36-15,-6 2 90 0,0 3-85 16,-7 4-105-16,-1 1-31 0,-5 6-3 16,-2 3 3-16,-5 2-3 0,-4 5 3 15,-2 0-3-15,-1 6 1 0,0 0-2 16,0 1-1-16,-1-1 1 0,1-1 1 0,4-2 1 15,-1-2-1-15,4-2-16 0,3 0 16 16,3-6 46-16,3-1-45 0,4-4 18 16,5-4-16-16,5-4-6 15,4-3-3-15,-1 1 5 0,3-4-18 0,0 0 16 16,0 0 3-16,0 0 16 16,0 0 27-16,0 0-3 0,0 0-3 0,0 0 18 15,3 0 9-15,2 0-24 0,2 1 3 16,7 6 37-16,4-1-31 0,2 2-19 0,4 1-29 15,1-1 11-15,2 1 13 0,4 0-10 0,2-2-15 16,0 2-1-16,6-1-2 16,0-2-12-16,0 0 13 0,2 1-20 0,1-1 7 15,-1 2 3-15,0-1-19 0,-3 3-70 16,-4-2 6-16,-4 1-12 16,-5 2-75-16,-9-2-190 0,-3-1-280 15,-6-1-406-15,-4 2-633 0</inkml:trace>
  <inkml:trace contextRef="#ctx0" brushRef="#br0" timeOffset="-113583.391">9315 16436 620 0,'0'0'211'0,"0"0"99"0,0 0-46 15,0 0 516-15,0 0-292 0,0 0-173 16,0 0-104 0,0 0-4-16,0 0 28 0,7 0-11 15,-7 0-58-15,0 0-49 0,0 0 1 0,0 0 0 16,0 0-28-16,0 0-13 0,0 0-15 15,0 0-12-15,0 0-26 0,0 1-12 16,2 5 10-16,1 5 15 0,0 3-16 16,-1 5-20-16,1 2 15 0,0 2-14 0,0 2-2 15,0 0 0-15,-1 3-3 16,2-2-13-16,-3 1-2 0,2 0 3 0,1-1-16 16,-2 0-12-16,-1-2-10 0,2 1-5 15,-1-3 2-15,-1 2 16 0,1-4 18 16,-2 1 7-16,1-5-29 0,-1 0 7 15,0-2 12-15,1-2 4 0,1-2-10 16,-2-1 2-16,1-5-2 0,1 0-15 0,-1 0 14 0,-1-2-2 16,0 1 9-16,0-1 12 15,3-2 0-15,-3 3-3 0,1-2-6 16,-1 1 4-16,0-1-1 0,0 2 6 16,0-2-18-16,0 0-7 0,2 0-6 0,-2 0-3 15,0-1-4-15,0 0-2 16,0 0-1-16,0 2-6 0,0-2 38 0,0 0-70 15,0 0-39-15,1 0-6 0,-1 0-17 16,2 0 10-16,-1-2-20 0,1 0-46 16,-1 0-77-16,2-2-203 0,0 1-139 15,-2-5-379-15,-15 27 895 0</inkml:trace>
  <inkml:trace contextRef="#ctx0" brushRef="#br0" timeOffset="-95112.931">19132 16279 347 0,'0'0'326'15,"0"0"1046"-15,0 0-1019 0,0 0-56 16,0 0 12-16,0 0-25 0,0 0-13 16,0 0 0-16,0 0-51 0,0 0-25 0,-25-13-28 15,31 13-34-15,5 0-52 0,7 5 32 0,6 3 13 16,4 0-28-16,4 2-21 0,1-1-50 16,-5 1-25-16,-3-3-2 0,-2-1-61 15,0-2-49-15,-7-3-31 0,2-1-25 16,-5 0-48-16,-2-4-97 15,-2-2-182-15,-6-1-186 0,-3 2-370 0,-2-3-113 0</inkml:trace>
  <inkml:trace contextRef="#ctx0" brushRef="#br0" timeOffset="-94881.49">19211 16267 1016 0,'0'0'147'0,"0"0"107"0,0 0 269 15,0 0-208-15,0 0-44 16,0 0-32-16,-39 84 12 0,34-59-37 0,5 4-48 0,0 0-20 15,0 2-4-15,0-1-6 16,5-1 27-16,1-1-15 0,0 0-23 0,1-3-50 16,-1 1-23-16,1-1-8 0,0 0 2 15,2-4 10-15,0-3-13 0,2-5-34 16,1-4-9-16,4-3-46 16,0-6-41-16,5 0-27 0,2-2 5 15,3-7-25-15,2-5-52 0,-1-3-82 16,2-2-171-16,-8 2-288 0,10-11-626 0</inkml:trace>
  <inkml:trace contextRef="#ctx0" brushRef="#br0" timeOffset="-94448.391">19831 15829 95 0,'0'0'55'16,"0"0"343"-16,0 0 890 0,0 0-704 0,0 0-85 0,0 0-108 15,13 94-112-15,-10-58-73 0,0 7-30 16,-3 6-16-16,0 6-1 16,0 6-1-16,-3 1-25 0,-5-1-65 15,-1 0-49-15,1-6-19 0,-1-2-16 16,1-8 4-16,5-6-3 0,0-6-1 0,2-8 16 15,1-3-1-15,0-8-17 0,0-3-4 0,1-5-40 16,2-4 10-16,3-2-7 0,0 0-31 16,5-2-44-16,3-8 18 0,0-3 40 15,3-2 38 1,-1-2 26-16,-1 2-4 0,-1-1 1 0,-3 6 15 0,0 2 21 16,-2 4 30-16,0 4 14 0,-2 0 33 15,2 5 8-15,2 6-28 0,0 1-25 16,1 4-19-16,-3 0-32 0,1 2 17 15,-1 1-8-15,2-3-11 0,-2 0-12 16,-1-4-29-16,1 0-55 0,0-3-38 16,0 0-67-16,1-6-38 0,-2-2-85 0,0-1-210 0,-1 0-451 15,3-3-303-15</inkml:trace>
  <inkml:trace contextRef="#ctx0" brushRef="#br0" timeOffset="-94272.714">20370 16617 232 0,'0'0'2469'0,"0"0"-1895"16,0 0-298-16,-10 73-111 0,6-48 33 0,-1-1 69 0,2-1-68 16,-1-2-199-16,0-3-9 0,1-4-178 0,2-2-86 15,-1-2-134-15,2-4-297 0,-3 0-631 0</inkml:trace>
  <inkml:trace contextRef="#ctx0" brushRef="#br0" timeOffset="-93564.382">20468 15836 1391 0,'0'0'146'0,"0"0"1233"0,0 0-976 0,10 81-155 0,-4-44-77 16,-1 5 33-16,0 4 82 0,-1 4-38 16,1 3-72-16,-2 2-77 0,-2 3-23 15,1 0-20-15,-2 0-13 0,0-3-27 0,-5-3-16 16,-1-4-2-1,-3-10-47-15,3-6-9 0,1-8-4 0,5-5 41 16,0-7-7-16,0-8-40 0,0-1-30 16,2-3-14-16,4 0 1 0,2-7 58 0,1-4 6 15,2-3 7-15,0-3 18 0,1-3-22 16,2-3 32-16,-2-1-52 0,1-2 61 0,-4 0-10 16,4 0 11-1,-3 1 3-15,0 1-1 0,0 5 42 16,0 3-17-16,-2 4-23 0,-1 7 36 0,-5 2-10 15,1 3 0-15,-1 5 40 0,-2 3 50 16,0 5-71-16,0 2-44 0,-5 3-3 16,-4 1-3-16,-2 1-19 0,-2 2-15 15,-4 0-69-15,1-3-46 0,0-2-25 16,5-4 29-16,1-3 76 0,3-1 58 0,4-5 14 16,1-1 15-16,2-2-15 15,0-1 0-15,0 0 23 0,6 4 49 0,1 1 54 16,6 0 1-16,0 1 1 0,4 1-35 15,2 0-15-15,3-3-10 0,1 0-18 16,1-1 2-16,1-2-30 0,2-1-20 16,-1 0-2-16,-3 0-1 0,0-4-49 15,-2-2-80-15,-3-2-69 0,-2-2-109 0,0-1-93 0,-3-1-297 16,-3 2-405 0,0-6-250-16</inkml:trace>
  <inkml:trace contextRef="#ctx0" brushRef="#br0" timeOffset="-93094.345">21115 16044 1037 0,'0'0'42'15,"0"0"1646"-15,0 0-1178 0,0 0-196 0,0 0-124 16,0 0-118-16,0 0-40 0,94-17-4 0,-75 8-13 15,2 0-15-15,-1 1-16 0,-1 0-18 16,-2 5-26-16,-3 2 22 0,-2 1 10 16,-3 3 12-16,-2 6 16 0,1 2 47 15,-3 4 13-15,0 4-16 0,-3 0-13 16,0 2 1-16,-1-1-11 0,-1 1-21 0,0 0 0 16,0-1 2-16,0 2 35 15,2 0-15-15,-2 3 33 0,0 0 1 0,0 5 59 16,0 1-16-16,0 2-27 15,0 1-4-15,0 2 6 0,-2 2 3 0,-1-1-9 16,3 0-22-16,0 1-29 0,0-2-17 16,0-1 0-16,0-3 1 0,0-5 2 0,0 0 8 15,3-6-11-15,0-3-2 0,0-3-12 16,-1-3 12-16,-1-1 3 0,1-2-2 16,-2-2 1-16,0-2-24 0,0-2-4 15,0 0 0-15,-3-2-5 0,-2 1-17 16,-3-2-8-16,-7 3 17 0,-1-3-14 15,-4 2-48-15,-6-1-68 0,-4 2-61 0,-5-1-102 16,-4 1-80 0,8-2-270-16,-22 5-627 0</inkml:trace>
  <inkml:trace contextRef="#ctx0" brushRef="#br0" timeOffset="-85939.28">14568 15208 2055 0,'0'0'1106'16,"0"0"-797"0,0 0-72-16,0 0-60 0,0 0 143 0,0 0 46 15,26 85-107-15,-19-38-76 0,2 7-54 16,2 7 2-16,-3 3-10 0,-2 1-84 0,-1-1-36 15,-2-6-1-15,1-3-43 0,-2-11-6 16,-1-9-42-16,1-10-25 0,-1-9-18 16,-1-7-71-16,2-6-94 0,-1-3-137 15,-1-12-126-15,0-4-154 0,0 1-391 0,0-19-45 16</inkml:trace>
  <inkml:trace contextRef="#ctx0" brushRef="#br0" timeOffset="-85789.984">14633 15586 1712 0,'0'0'499'16,"0"0"12"-16,0 0-81 0,0 0 6 15,0 0-48-15,0 0-84 0,0 0 2 16,89-22-75-16,-51 22-111 0,6 0-50 0,1 0-12 0,3 0-30 16,-1-2-28-16,2-8-25 0,-2-4-82 15,-3-3-77-15,-5-5-37 0,-4 0-96 16,-7-1-198-16,-8 5-449 16,-5-10-626-16</inkml:trace>
  <inkml:trace contextRef="#ctx0" brushRef="#br0" timeOffset="-85614.898">15049 15158 1865 0,'0'0'1109'0,"0"0"-770"0,0 0-234 0,0 0 0 15,0 0 148-15,0 0 74 16,19 85-25-16,-7-45-104 0,-1 8-66 16,0 1-18-16,0 3-4 0,-1-1-33 15,-1 0-28-15,-1-1-49 0,-1 0-19 0,-1-3-63 16,0-1-84-16,-1-5-40 0,0-3-91 15,1-2-94-15,0-7-160 0,-2-10-125 0,6-7-564 0</inkml:trace>
  <inkml:trace contextRef="#ctx0" brushRef="#br0" timeOffset="-84923.265">15962 15351 878 0,'0'0'1313'0,"0"0"-906"0,0 0-43 16,0 0 13-16,0 0-34 0,0 0 35 0,0 0-47 0,0 0-106 16,0 0-65-16,0 0-31 0,0 0-126 15,-30 19-3-15,4-3 0 0,-2 4 6 16,-4 3-6 0,1 2-3-16,-2 0-18 0,0 1 20 0,2 2-1 15,1-3 1-15,5-1-21 0,2-2 19 16,5-3-9-16,3-4-3 0,5-3 13 0,3-3-20 15,6-3-12-15,1-3-21 16,0 0-16-16,5 0 71 0,10 3 0 0,4-1 13 16,5 0 17-16,3-1-28 0,4-1-1 15,-1-1 24-15,-1-2-24 16,-1 2 18-16,0-1-17 0,-2 1-4 0,-4 0-8 16,1 0 10-16,-3 1 25 0,-3-2-10 15,-1-1 10-15,-3 1-23 0,-3-1 29 16,-3 0 5-16,-3 0-5 0,1-1 6 15,-2-5 18-15,0-6 6 0,1-5-55 16,0-5-6-16,-1-4-52 0,-2-3-18 0,-1 1-4 16,0 1-15-16,0 1 0 0,-1 1-50 0,-4 3-6 15,-1-1-35-15,1 4-3 16,2 2-140-16,0 2-157 0,0 6-527 0,-1-1-629 0</inkml:trace>
  <inkml:trace contextRef="#ctx0" brushRef="#br0" timeOffset="-84605.428">16718 14997 395 0,'0'0'3244'0,"0"0"-2781"0,0 0-432 16,0 0 44-16,0 0 62 0,0 0 101 15,-34 94-16-15,19-53-139 0,2 6-56 16,-1 5 28-16,2 5 22 16,1 4-10-16,2 1-24 0,1-1-7 15,3-6-26-15,4-3-10 0,1-8-9 0,1-5 9 16,8-8 31-16,4-8 11 16,4-5 44-16,3-5-50 0,5-5-12 0,2-7-24 15,2-1-3-15,0-5-24 0,1-11-13 16,-1-4-23-16,-4-4-41 0,-4-2-64 15,-6-2-49-15,-4 2-132 0,-7-2-254 0,-4 4-408 16,0 6-273-16,-12-5-70 0</inkml:trace>
  <inkml:trace contextRef="#ctx0" brushRef="#br0" timeOffset="-84451.32">16633 15446 1956 0,'0'0'1033'0,"0"0"-599"0,0 0-120 15,0 0-103-15,0 0-85 0,0 0 5 16,0 0 111-16,0 0-75 0,0 0-87 15,108 2-45-15,-70-18-35 0,-1-5-74 16,-2 0-61-16,-3-1-61 0,-3 1-37 0,-4 1-41 16,-5 2-119-16,-5 4-231 0,-5 4-460 15,-4 2-178-15</inkml:trace>
  <inkml:trace contextRef="#ctx0" brushRef="#br0" timeOffset="-84319.173">16960 15363 398 0,'0'0'1668'15,"0"0"-1225"-15,-15 66-175 0,13-37-43 16,-1 0-36-16,0 5 8 0,3-3 0 0,0 0-32 15,0 2-11-15,0-1-10 16,3-3-27-16,0 0-73 0,0 0-44 0,0-3-109 16,-3-4-108-16,0-1-130 0,0-7-315 15,0 4-953-15</inkml:trace>
  <inkml:trace contextRef="#ctx0" brushRef="#br0" timeOffset="-83682.121">16145 16661 2395 0,'0'0'715'0,"0"0"-301"0,0 0-136 15,0 0-127-15,0 0 19 0,0 0-20 16,0 0-70-16,0 0 32 0,0 0 64 0,119 23-10 15,-67-15-71-15,4-3-31 0,3-4-30 16,3-1-33-16,0-4-1 0,0-5-34 0,0-3 7 16,0-2-16-16,-4-1 6 0,-5 0-95 15,-2 1-22-15,-9 0-25 0,-8 6-11 16,-8 2-96-16,-7 5-213 16,-10 0-524-16,-9 2-430 0</inkml:trace>
  <inkml:trace contextRef="#ctx0" brushRef="#br0" timeOffset="-83495.5">16597 16748 1623 0,'0'0'717'0,"0"0"-307"16,0 0-131-16,0 0-7 0,0 0-11 0,0 0-56 15,0 0-79-15,0 0-94 0,0 0 141 0,0 0 17 16,0 0-35-16,90 66-80 16,-51-57-32-16,1-5-43 0,3-4-34 15,-2 0-28-15,-1-5-50 0,0-6-37 16,-2-2-17-16,-4-4-39 0,-2-1-28 0,-2-2-334 15,-10 4-659-15</inkml:trace>
  <inkml:trace contextRef="#ctx0" brushRef="#br0" timeOffset="-83212.886">16886 16390 1944 0,'0'0'667'0,"0"0"-448"0,0 0-161 0,0 0 61 0,0 0 12 15,96 28 96 1,-59-17-87-16,2-3 15 0,2 3-7 0,3-1-38 16,-2-1-9-16,0 1-56 0,-2 1-14 15,-7 2-15-15,-1 0 2 0,-6 2-18 16,-7-1 2-16,-5 2 26 0,-5 2 19 16,-6 2 34-16,-3 4-3 0,-6 3 15 15,-7 5-22-15,-3 1-40 0,-4 5-29 16,-2 1-2-16,-1 0-2 0,-2 0-11 15,-1-2 10-15,1 0-25 0,3-4-9 0,-2-2-12 16,2-3-60-16,3-6-34 0,1 1-42 16,2-8-89-16,3 0-196 0,4-5-330 15,0-2-820-15</inkml:trace>
  <inkml:trace contextRef="#ctx0" brushRef="#br0" timeOffset="-81865.457">22163 16204 2677 0,'0'0'510'0,"0"0"-163"16,0 0-154-16,0 0-10 16,0 0 87-16,0 0 44 0,0 0-141 15,-78-2-96-15,54 10-41 0,-3 3 29 0,-4 3-19 16,0 5 12-16,0 0 6 0,-2 4 13 15,4 1-44-15,-2 4-33 0,0 3-24 16,1 2 6-16,2 4-4 0,1 1 7 16,4-2 0-16,4-3-7 0,8-2 4 0,6-3 15 15,5-4-19-15,0-2 20 0,9-3 2 0,8-1 38 16,5-4-14-16,6-1-21 16,5-5 15-16,3-2-18 0,4-6-13 15,0 0-30-15,2-5-46 0,-2-6-6 16,-2-3-43-16,-8 2-17 0,-3-2-31 15,-9 1-89-15,-4 1-185 0,-6 3-290 0,-8-4-694 0</inkml:trace>
  <inkml:trace contextRef="#ctx0" brushRef="#br0" timeOffset="-81691.708">21814 16597 2508 0,'0'0'528'15,"0"0"-240"-15,0 0-123 0,0 0 22 0,0 0-26 0,0 0-4 16,0 0-34-16,0 0-2 0,0 0 59 15,90-24-3-15,-53 13-106 0,6-1-58 16,-1-1-13-16,3-2-25 0,-3-1-46 16,-3 2-108-16,-5 1-51 0,-2-1-91 15,-5 4-179-15,-8 3-675 0,-2-4-823 0</inkml:trace>
  <inkml:trace contextRef="#ctx0" brushRef="#br0" timeOffset="-81014.948">22768 15886 1383 0,'0'0'614'15,"0"0"-157"-15,0 0-179 0,0 0-18 16,0 0 44-16,0 0-34 0,0 0-86 16,0 0-33-16,0 0-35 0,0 0-21 0,0 0-5 15,3 12-3-15,3-2-6 16,-2 5 68-16,3 5-17 0,-1 4-36 0,-1 6-26 15,-1 4-21-15,0 8 0 0,-3 3-12 0,-1 8-15 16,0 2-10-16,-5 4-12 0,-1 2 0 16,0-1-16-16,-2-1 1 0,2-2 0 15,0-6-3-15,3-7-25 0,3-9-77 16,0-10-37-16,3-6-1 0,7-9-6 16,-1-5-20-16,0-5-43 15,3 0-123-15,0-12-142 0,-2 0-517 0,2-13-541 0</inkml:trace>
  <inkml:trace contextRef="#ctx0" brushRef="#br0" timeOffset="-80730.632">22823 16396 329 0,'0'0'1320'16,"0"0"-921"-16,0 0-182 0,0 0-6 16,0 0 27-16,0 0-6 0,0 0-33 15,0 0-49-15,0 0-32 0,0 0-17 16,0 0-2-16,26 2 24 0,-13-2 6 16,4 0 25-16,5 0-47 0,0 0-7 15,2 0-35-15,3 0-31 0,-1-2-34 16,5-1-20-16,-3-1 20 0,1-1-31 15,1-3-85-15,1 0-32 0,0-4-119 16,-2-1-56-16,-8 3-272 0,7-8-603 0</inkml:trace>
  <inkml:trace contextRef="#ctx0" brushRef="#br0" timeOffset="-80430.966">23453 15917 2327 0,'0'0'442'0,"0"0"-188"15,0 0-158-15,0 0 80 0,0 0 81 0,0 0 59 16,0 0-73-16,0 0-131 16,0 0-28-16,0 0 24 0,22 64 66 15,-17-30-45-15,2 3-61 0,-4 5 2 16,0 1-15-16,-1 4-30 0,1 0-23 0,-3 1-2 15,0-4 0-15,0 1-15 0,0 0-7 16,0 1 4-16,-2-4-31 0,-1 0-44 16,2-4-48-16,-1 2-29 15,2-5-35-15,0 2-40 0,0-5-114 0,0-1-198 16,0-7-483-16,3 7-491 0</inkml:trace>
  <inkml:trace contextRef="#ctx0" brushRef="#br0" timeOffset="-77238.431">19881 17083 1676 0,'0'0'97'0,"0"0"539"0,0 0-136 0,0 0-123 16,0 0-53-16,0 0-52 0,0 0-36 16,0 0-49-16,0 0-32 0,-2 13-32 0,2 1-24 15,2 7 12-15,0 10-16 0,-1 8-25 16,-1 3-42-16,0 4-26 0,0-4-2 16,0-2-43-1,0-6 3-15,0-8-3 0,0-5-6 0,0-6-55 16,0-6-20-16,0-6-46 0,6-3-128 0,0 0-197 15,4-11-56-15,2-6-77 0,-4 3-364 16,8-17-186-16</inkml:trace>
  <inkml:trace contextRef="#ctx0" brushRef="#br0" timeOffset="-77106.523">20013 17208 729 0,'0'0'1231'16,"0"0"-674"-16,0 0-180 0,0 0-76 0,0 0-40 15,0 0-45-15,0 0-112 0,0 0-75 16,0 91-27-16,-3-59-2 0,-2 2 0 15,2-1 0-15,-2 0-77 0,1 1-199 16,-2-1-149-16,1-9-212 0,-12 12-573 0</inkml:trace>
  <inkml:trace contextRef="#ctx0" brushRef="#br0" timeOffset="-76559.619">18995 17798 1542 0,'0'0'559'0,"0"0"-9"0,0 0-187 0,0 0-46 16,0 0-15-16,0 0-82 0,0 0-66 15,0 0 63-15,0 0-12 0,0 0-38 16,90 78-56-16,-70-40-38 0,-3 9-20 0,-2 5-4 16,-3 3-28-1,-6 3-19-15,0-3-2 0,-4 1-24 0,-2-4 2 16,0-4-21-16,-3-2-12 0,-2-6-28 15,-1-5-22-15,2-6 12 0,1-7 4 16,1-8 17-16,0-6 13 0,2-6-16 16,0-2-34-16,0 0 20 0,0-6 14 0,7-4 75 15,0-6 10-15,-1-4 2 0,2-1 26 16,-2-5-38-16,0 0-69 0,-3-1 50 0,2 2 6 16,-2 3-2-16,1 1 8 15,0 7 7-15,-1 4 0 0,3 4 10 16,-1 4 20-16,1 2-29 0,3 2 14 15,4 5 51-15,-2 5-38 0,0 3-26 16,1 2 23-16,-3 3-9 0,-1-2-16 16,-2 1 0-16,-1-2-35 0,-1 4-37 0,1-5-63 15,-3 1-89-15,1-2-184 16,0 0-180-16,-1-3-209 0,-1 3-309 0</inkml:trace>
  <inkml:trace contextRef="#ctx0" brushRef="#br0" timeOffset="-75730.172">20161 17819 2024 0,'0'0'677'16,"0"0"-170"-16,0 0-291 0,0 0-67 15,0 0 73-15,15 92 26 0,-9-49-66 16,-1 8-73-16,-2 4-57 16,-2 3-5-16,-1 0-7 0,0 1-18 0,-8-1-22 15,2-3-22-15,0-5 19 0,0-11-19 16,2-7-5-16,1-13 8 0,1-6-24 0,2-6-41 15,0-6 18-15,0-1-55 16,0-3-28-16,0-7-30 0,5-7-39 16,2-8 178-16,-1-5 40 0,2-5 35 0,-3 1-13 15,2-1 3-15,-1 2 51 0,-1 4 34 16,-3 4 23-16,4 8-74 0,-3 2 23 0,1 7-3 16,1 5-26-16,0 3-9 0,1 0-1 15,2 0 41-15,1 7-13 16,0 0-30-16,0 3-40 0,-2 3-1 15,2-1-19-15,-4 3-18 0,-2-1-53 16,-3 1-31-16,0 0 18 0,0-1 26 0,-3-1 43 16,-2-1 34-16,0-6 22 0,1-1 16 15,1-1-9-15,3-2 5 16,0 0-9-16,0 3 16 0,0 1-41 0,9 4 2 0,-1 0 26 16,6 1 0-1,1-1 16-15,3-3-32 0,3-2-12 0,2 1 0 16,0-3-25-16,0-3-56 0,-1 0 16 15,-1 0-40-15,-2 0 17 0,0-3-132 16,-4-6-266-16,-4 2-241 0,1-7-507 0</inkml:trace>
  <inkml:trace contextRef="#ctx0" brushRef="#br0" timeOffset="-75268.369">20689 17731 2659 0,'0'0'577'0,"0"0"-277"16,0 0-231-16,0 0 32 0,0 0 79 15,8 91 25-15,-5-52-71 0,0 5-94 0,0 7 35 16,0 3-16-16,1 0 0 0,-3-1-13 16,2-2-3-16,-1-5-19 0,-1-4-24 0,1-4-18 15,-1-7-1-15,1-7-21 0,1-6-16 16,-2-6 22-16,2-7 9 16,-1-2-15-16,0-3-7 0,1 0-12 0,1-6-6 15,4-3 65-15,0-7 25 16,1-4 28-16,4-3-26 0,-3 0-27 0,2 1-41 15,1 2 22-15,-3 3 4 0,2 3-1 16,-1 2-6-16,-1 6-6 0,1 2 0 16,-1 4 28-16,-1 0 16 0,2 6 49 15,0 4-30-15,-3 2-23 0,2 0-12 0,-2 2 1 0,-3 1-1 16,1 2-12 0,-1-3-29-16,0 2-43 0,-1-2-58 15,-1-2-75-15,0-1-164 0,0-3-253 0,0-3-500 16,1-4-429-16</inkml:trace>
  <inkml:trace contextRef="#ctx0" brushRef="#br0" timeOffset="-74955.822">20939 17774 2914 0,'0'0'470'16,"0"0"-286"-16,0 0-155 0,0 0 18 0,0 0 142 15,0 0 73-15,104 25-91 0,-68-25-96 16,2 0-72-16,1-8-3 0,-2-4-103 16,2-5-122-16,-5-3-125 0,-9 5-389 0,-2-11-1195 0</inkml:trace>
  <inkml:trace contextRef="#ctx0" brushRef="#br0" timeOffset="-74785.845">21272 17533 1907 0,'0'0'1055'0,"0"0"-869"0,0 0-151 16,0 0 48-16,-4 85 134 0,8-58 96 15,-1 2-103-15,2 1-127 0,0 0-55 16,-2 3-26-16,0 0-2 0,-3-2-66 0,0 5-173 16,0-3-154-16,-1-7-353 0,-8 7-1031 0</inkml:trace>
  <inkml:trace contextRef="#ctx0" brushRef="#br0" timeOffset="-73798.19">21651 17656 2149 0,'0'0'556'0,"0"0"-257"16,0 0-123-16,0 0 73 0,0 0 92 16,0 0-99-16,23 78-53 0,-15-39-92 0,0 6-32 15,-2 4 18-15,0 4-49 0,-5 2-3 16,-1-1-31-16,0 0-9 0,-3-3-6 15,-5-4-16-15,1-5-10 0,-1-7-27 16,2-8 12-16,4-6 19 0,-2-9 15 0,2-3 3 16,2-6-27-16,0-3-48 0,0 0-1 15,0-3 20-15,0-7-7 0,0-3 60 16,6-8 22-16,-1-1 22 0,3-4-19 16,0 0 16-16,2 3-3 0,-2 4 31 15,0 3 44-15,0 6 7 0,1 2-14 16,0 4-22-16,1 2-27 0,-1 1-13 15,0 1-4-15,-1 0-5 0,-2 0-13 0,1 5 31 16,-3 0-29-16,-1 1-2 0,0 2-10 16,-3 0-27-16,0 3-10 0,0 0 19 15,-7 1 13-15,-3 1-19 0,1 0-10 16,-2 0 3-16,-1 0 4 0,1-3-8 16,2-1 44-16,1-2 1 0,5-4 12 15,1 1 21-15,2-2-18 0,0 0-15 0,0 2-9 16,10 3 9-16,0-1 53 0,5 1 10 15,3-1-14-15,1 1-21 0,1 0-25 16,1-1-3-16,1 0-3 0,0 2 2 16,4-2-17-16,-3-1-1 15,2 0-25-15,-3-3-119 0,0 0-3 0,1 0-128 0,0-2-251 16,-8 0-548-16,2 0-761 16</inkml:trace>
  <inkml:trace contextRef="#ctx0" brushRef="#br0" timeOffset="-73422.672">21966 17729 2699 0,'0'0'463'0,"0"0"-211"0,0 0-154 16,0 0 23-16,0 0 5 0,85 19-35 15,-64-19-43-15,3-6-48 16,-2-5-29-16,4-2-157 0,-1-4-131 16,-8 3-160-16,8-10-576 0</inkml:trace>
  <inkml:trace contextRef="#ctx0" brushRef="#br0" timeOffset="-73249.261">22262 17406 2917 0,'0'0'445'0,"0"0"-297"0,0 0-147 0,0 0 99 16,0 0 131-16,11 66 8 0,1-37-111 15,-1 6-87-15,2 2-7 0,-1 2-34 0,-1 1-1 16,-1 2-102-16,-2 1-151 0,-3 1-160 15,-2-13-543-15,-3 18-828 0</inkml:trace>
  <inkml:trace contextRef="#ctx0" brushRef="#br0" timeOffset="-56276.477">20360 17476 1661 0,'0'0'357'0,"0"0"-101"16,0 0-88-16,0 0-58 0,0 0 447 0,0 0-245 15,0 0-109-15,-85-4-76 0,69 9 55 16,1 1 32-16,-2 2-27 0,0 1-69 0,1 3-44 16,-1 0-6-16,-2 2-13 15,-1 3-15-15,-3 2 6 0,0 0-21 16,-3 4-25-16,-3 0 0 0,0 0 0 15,1 2-6-15,0 1 4 0,1 2-20 16,0 1 7-16,1 2-4 0,1 1 16 16,2 2-24-16,0-1-4 0,1 2 12 0,6 1-5 15,-1-1-10-15,1 1 9 0,4 1 3 0,1-2 1 16,2 1-1-16,0 0 3 0,4 1-2 16,2-1-4-16,0 0 6 15,3 0-15-15,0 0 32 0,3 1-23 0,3 0 1 16,3 2 11-16,2-2-2 15,2 1-4-15,3-1 16 0,2-2-28 0,3-1 3 16,3-1 6-16,1 0-3 0,1 0 3 16,5 1-19-16,1 2 9 0,7 0-9 15,2 0 0-15,6-1-9 16,1-2 22-16,2-4-22 0,3-6-7 0,2-8 16 16,5-7 28-16,3-5 1 0,4-1 12 15,1-2 11-15,6 0-11 0,2 0 0 16,4 0-22-16,2 0 22 0,2 0 0 15,2 0 0-15,2 0-2 0,2 0 2 16,1 0 0-16,1 0-12 0,-1 0-1 0,1 0 11 16,-2 0-24-16,0 0 26 0,-2 0-1 0,0-8-19 15,1-9 20-15,1-9 4 0,1-10-1 16,-2-2 22-16,2-4-25 16,-3-4-3-16,-2-3-13 0,-4-1-35 15,-2-2 26-15,-5-3-13 0,-8 0-10 16,-5 2 13-16,-6-5 16 0,-8 4-9 15,-3-1 25-15,-8 5-32 0,-4-2 15 16,-8 3 17-16,-8-1-32 0,-4 0 0 0,-10 1-6 16,-3-1 31-16,-11 2 10 0,-8 1 13 0,-7-2 35 15,-7 5-16-15,-6-1-30 0,-6 1 26 16,-4 1-2-16,-6 1 2 0,-7 3 36 16,-3 2-26-16,-5 0 10 15,-2 5 18-15,-5 1-12 0,-2 1-19 16,-6 4 19-16,0 3-23 0,-1 4 19 15,-2 1-15-15,0 3-3 0,2-1-14 0,-1 1-3 16,5 1-14-16,1-1 0 0,3 0-1 16,0 1 1-16,3 0 6 0,-2 0-7 0,3 2-28 15,1 2 16-15,1 0 2 0,2 3 8 16,5 2 4-16,0-1-2 16,3 3 0-16,4 0 0 0,1 3-1 0,1 0 1 15,3 0 0-15,0 6 0 16,1 3-2-16,0 0-17 0,0 4-6 0,3 0 23 15,0 2 1-15,3-2 0 0,-2 3 1 16,6-1 3-16,0-2 0 0,2 3-3 16,4-2 0-16,2 1-12 0,3 2-7 0,3 0 0 15,5-1-10-15,5 2 11 0,4 0-17 16,7 1-6-16,5-1 0 0,2 0-26 16,8-2-85-16,10 0-20 0,6-3-216 0,7-1-44 15,-6-4-152-15,21-2-242 0</inkml:trace>
  <inkml:trace contextRef="#ctx0" brushRef="#br0" timeOffset="-55609.586">24134 17597 421 0,'0'0'805'16,"0"0"-451"-16,0 0 257 0,0 0-139 15,0 0-122-15,0 0-110 0,0 0-64 16,0 0-18-16,0 0 32 0,0 0-80 15,0 0-66-15,-85-55 3 0,63 67-16 0,2 2-6 16,-1 7-24-16,0 6 12 0,4 8 10 0,0 5 5 16,6 6-6-16,4 5 12 0,5 3 13 15,2-1 0-15,6-1-16 0,5-5-9 16,8-5-10-16,1-8-10 0,6-4-2 16,2-8-14-16,0-6-9 15,3-5 21-15,0-6 1 0,3-4-15 16,-3-1-27-16,-2-9-76 0,-2-6-20 0,-4-2-46 15,-5-2-27-15,-5-4-145 0,-7-1-285 16,-4 6-539-16,-2-6 71 0</inkml:trace>
  <inkml:trace contextRef="#ctx0" brushRef="#br0" timeOffset="-55453.252">23965 17937 2156 0,'0'0'502'0,"0"0"-216"0,0 0-161 0,0 0-16 15,0 0 15-15,0 0 80 0,110 39-39 16,-71-48-77-16,3-7-28 0,1-5-29 0,-2-5-31 16,-1-4-42-16,-3 1-160 0,-3-4-154 15,-12 9-208-15,5-13-677 0</inkml:trace>
  <inkml:trace contextRef="#ctx0" brushRef="#br0" timeOffset="-55224.334">24682 17202 1820 0,'0'0'551'0,"0"0"-157"16,0 0-31-16,23 79 3 0,-15-42-43 16,1 8-59-16,-3 4-73 0,0 4-67 15,1 2-22-15,0 1-9 0,-2-1-41 16,-1 1-32-16,0-4-20 0,-1 0-28 0,-3-7-59 15,3-4-92-15,-1-6-61 0,1-7-62 0,0-5-131 16,3-3-169-16,-3-9-513 0,0 0-367 0</inkml:trace>
  <inkml:trace contextRef="#ctx0" brushRef="#br0" timeOffset="-55064.681">24914 17706 2236 0,'0'0'617'0,"0"0"-217"15,0 0-82-15,0 0 14 0,87 14-50 16,-60-12-58-16,3-2-88 0,3-2-83 0,3-9-53 16,3-5-127-16,1-4-112 0,0-6-109 0,-4-4-165 15,-8 6-521-15,4-13-666 0</inkml:trace>
  <inkml:trace contextRef="#ctx0" brushRef="#br0" timeOffset="-54886.638">25401 17261 1620 0,'0'0'29'0,"0"0"681"0,0 0-194 16,-6 84-157-16,6-43-50 0,0 3 0 15,3 9-82-15,2 3-52 0,3 4-63 16,5 3-69-16,3 4-30 0,6-3-10 16,2 4 25-16,1-5-28 0,-1 0-48 15,-1-2-104-15,0-5-83 0,-2 1-254 16,-3-17-626-16,2 20-972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8:10:57.084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10647 6676 0 0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8:15:13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17953 5817 1641 0,'0'0'801'0,"0"0"-167"16,0 0-318-16,20-68-2 0,-14 42-43 0,0 1 2 0,-1-3-13 16,-3-1-41-16,1-1-44 0,-3 1-31 15,0 0 2-15,0-1-21 0,0-1-34 16,0 2-18-16,-5 0-9 0,-4 1 39 15,0 3-46-15,-4 5-29 0,2 1-10 16,-4 5 18-16,1 2-12 0,-2 5-6 16,-1 1-15-16,-3 5 9 15,-5 1-1-15,-4 1-11 0,-4 12-2 16,-4 5-17-16,-5 9 16 0,-4 6 0 0,-1 9-9 16,-3 8-18-16,2 6-3 0,0 7 12 15,4 3-15-15,6 4 36 0,7 2 2 16,4 0-1-16,8 2 21 0,3-4 38 15,9-1-9-15,6-4 28 0,1-5 18 0,11-7-49 16,6-8-15-16,3-6-6 16,7-7-24-16,4-2-1 0,5-2 22 15,3-4-9-15,0-2 6 0,0-2 1 0,1-5-10 16,-1-3 3-16,2-1 2 0,-3-4-17 16,-2-1-1-16,-4-4-2 0,-3-2-12 15,-6 0 14-15,-1-2-11 0,-2-2 9 0,-3-5-31 16,0-3-74-16,-5-1-1 0,-1 0-6 15,-6-5-27-15,-5 1-24 0,0-5-68 16,-8 1-166-16,-6-3-263 0,-3-2-411 16,1 5-180-1,-13-11-235-15</inkml:trace>
  <inkml:trace contextRef="#ctx0" brushRef="#br0" timeOffset="163.535">17636 6178 775 0,'0'0'1909'15,"0"0"-1481"-15,0 0-14 0,0 0-149 16,0 0-20-16,0 0 19 0,0 0 42 15,0 0-38-15,0 0-85 0,78 31-40 16,-56-30-51-16,-1 2-22 0,3-3-28 16,-1 0-42-16,0-8 0 0,-1 0-70 15,0-3-57-15,-2-2-57 0,-3-1-70 0,-2-2-116 16,-3 2-238-16,-4 4-523 0,-1-6-365 0</inkml:trace>
  <inkml:trace contextRef="#ctx0" brushRef="#br0" timeOffset="352.543">17923 6141 388 0,'0'0'1943'0,"0"0"-1571"0,0 0-154 0,0 0 26 0,-17 76 59 16,16-51 23-16,1 2-40 0,0 6-67 15,0 3-40-15,3 6-30 0,3 6 130 16,-3 2-160-16,-3 0-73 0,0-2-24 16,0-5-11-16,0-1-11 0,0-6-21 15,5-5-7-15,-1-3-58 0,0-6-42 16,4-4-14-16,2-5-24 0,0-5-101 0,5-8-203 15,-3 0-239-15,15-17-561 16</inkml:trace>
  <inkml:trace contextRef="#ctx0" brushRef="#br0" timeOffset="628.715">18570 6042 3332 0,'0'0'466'15,"0"0"-215"-15,0 0-106 0,0 0 125 0,0 0 81 16,0 0-36-16,95 14-92 0,-64-10-93 16,3 0-51-16,2-3-6 0,-1 0-22 15,2 0-21-15,-2 2-19 0,-3-1-11 16,-2-2-28-16,-3 0-8 0,-4 0-43 15,-2 0-57-15,-4 0-22 0,-6 0-31 16,-3 0-71-16,-4 0-259 0,-4 0-693 16,-6 6-798-16</inkml:trace>
  <inkml:trace contextRef="#ctx0" brushRef="#br0" timeOffset="962.397">18635 6269 2629 0,'0'0'353'16,"0"0"-157"-16,0 0-78 16,0 0 79-16,0 0 31 0,0 0-45 0,0 0-52 15,0 0-79-15,0 0-52 0,0 0 2 16,0 0 10-16,26-2-10 0,-22 1-2 16,1-1-3-16,-2 2-16 0,0 0 4 15,3-1 2-15,-3 1 9 0,3 0-12 16,0-2 1-16,1 1 2 0,5 1 13 15,1 0 0-15,2 0 1 0,2 0 1 16,1 0 33-16,1 0 10 0,3 0 11 16,-1 0 6-16,3 0 0 0,-3 0-2 15,0 0-11-15,2 0-9 0,-4 0-24 16,1 0-1-16,-5 0-15 0,-1 0-1 0,-4 0-11 16,0 0-10-16,-5 0-12 0,-4 0-87 15,1 0-98-15,-2 0-67 0,0 0-66 0,0 0-144 16,-3 0-526-16,-6 1-434 15</inkml:trace>
  <inkml:trace contextRef="#ctx0" brushRef="#br0" timeOffset="1413.122">18233 6547 2872 0,'0'0'474'16,"0"0"-293"-16,0 0-149 0,0 0 94 0,0 0 54 15,0 0 115-15,0 0-89 0,0 0-85 16,27 78-38-16,-21-61-24 0,0 4-1 0,-2 1-2 16,3 0-10-16,-4 1-13 15,-1 0-5-15,-1-1-3 0,1-1-22 0,-2 0-3 16,0-3-1-16,0-3-2 0,0 2-16 15,0-2-5-15,0 0-38 16,0-3-33-16,0-3-29 0,0-1-40 0,3-2-31 16,2-2-91-16,1-2-150 0,5-2-233 15,-2 0-461-15,4-4-413 0</inkml:trace>
  <inkml:trace contextRef="#ctx0" brushRef="#br0" timeOffset="2540.712">20331 5617 1516 0,'0'0'306'0,"0"0"-14"15,0 0-39-15,0 0 51 0,0 0 27 0,46-79-2 0,-44 65-37 16,-2 1-43-1,0 0-28-15,0 1-43 0,-3 1-11 0,-4 0-9 0,-2 0-44 16,0-1-37-16,-3 1-28 0,-1 1 0 16,-1 0-16-16,2 3 4 15,-1 1 6-15,1 1 0 0,-1 1-10 0,1 1 10 16,-2 3-28-16,-3 0-14 16,-5 3-1-16,-1 5-3 0,-4 5-12 0,-3 1-6 15,-2 9-1-15,-3 5-2 0,-1 4-1 16,-1 5-2-16,0 6 12 0,3 2 12 15,1 2 3-15,1 2-3 0,4 1-10 16,0 2 13-16,5 0 28 0,1 1-1 0,2-1 4 16,4-2 12-16,1 2-10 0,4-4 10 15,1 0-10-15,3-4-2 16,6-3-7-16,1-1 7 0,3-5-16 0,10-1 0 16,3-3 16-16,7-4 5 0,2-2 110 15,4-2-58-15,4-3-40 0,4-5-27 16,2 1-9-16,5-4-10 0,2-4 10 15,3-2-11-15,1-3-1 0,-2-3-3 0,0 0-12 16,-5-5-9-16,-5-6-52 16,-5-1-18-16,-4-1-27 0,-5-1-22 15,-6-4-19-15,-3-3-43 0,-4 1-108 0,-8-2-163 16,-3-2-273-16,0 6-570 0,-11-8-292 0</inkml:trace>
  <inkml:trace contextRef="#ctx0" brushRef="#br0" timeOffset="2742.76">20053 6125 1618 0,'0'0'1146'0,"0"0"-828"0,0 0-136 16,0 0 57-16,0 0 86 15,0 0 2-15,0 0-28 0,0 0-89 0,0 0-118 16,0 0 18-16,0 0 4 0,94-3-7 16,-59 5-4-16,-4-1-14 0,0 1-35 15,-4-2-32-15,-3 0-22 0,1 0-22 16,-2 0-35-16,-3-2-87 0,0-1-36 0,-2-3-38 15,0 1-90-15,-5 0-167 0,0 0-225 16,-3 0-435-16,-4 1-167 0</inkml:trace>
  <inkml:trace contextRef="#ctx0" brushRef="#br0" timeOffset="2918.175">20451 6107 1345 0,'0'0'796'0,"0"0"-340"0,0 0-195 0,0 0-55 0,-22 67 21 15,20-44 49-15,-1 3-4 0,0 3-84 16,1 1-6-16,-1 2-51 0,2 3-19 15,-4 0-23-15,1 0-15 0,-4 1-34 0,0-2-21 16,1 0-18-16,1-2-1 16,-2-2-25-16,4-2-46 15,1-6-37-15,1-1-28 0,2-5-23 16,0-3-42-16,3-2-82 0,4-6-207 16,0-3-532-16,6-2-493 0</inkml:trace>
  <inkml:trace contextRef="#ctx0" brushRef="#br0" timeOffset="9843.565">18212 7857 2797 0,'0'0'681'0,"0"0"-336"0,-3-71-200 15,-2 48-19-15,-2-2 73 16,-3 0 89-16,-4 5-17 0,0 4-75 16,-3 4-126-16,1 1-21 0,-2 7 0 15,-5 3 63-15,-2 1 4 0,-4 7-68 0,-4 9-20 16,-3 6-1-16,0 8 24 0,-3 7 7 16,1 7 15-16,-2 8-25 0,1 4 21 0,3 5 16 15,-1 7-25-15,4 3-23 0,2 4 5 16,7-1 6-16,5-2-9 0,8-2-12 15,8-10 19-15,3-8 17 0,14-7 27 16,11-7-30-16,6-7-29 16,7-7-29-16,8-6 1 0,0-8-2 15,2-4 0-15,-2-6-1 0,1-9 0 0,-3-5-12 16,-3-5-31-16,-5-5-59 0,-7 1-28 16,-4-2-14-16,-6-2 8 0,-8 2-64 0,-5 2-145 15,-6 0-294-15,-9 0-531 0,-10-1-115 16,1 7-385-16,-21-9 1385 0</inkml:trace>
  <inkml:trace contextRef="#ctx0" brushRef="#br0" timeOffset="10132.399">17719 8381 688 0,'0'0'2001'0,"0"0"-939"0,0 0-707 0,0 0-71 16,0 0-3-16,0 0 68 0,0 0-44 16,0 0-62-16,80 50-137 0,-45-59-70 15,-1-6-36-15,3 1-38 0,-6-7-44 0,0 2-75 16,-4 0-47-16,-3 1-34 0,-4 1-100 0,-4-2-229 15,-1 5-186 1,-7 2-234-16,-3 2 247 0,-4 4 161 16,-1 1 387-16,-1 5 192 0,-7 5 322 0,1 6 215 15,-3 5 125-15,3 4-62 0,1 5-124 16,0 3-49-16,3 4-107 0,3 3-40 0,0 3-76 16,0 4 1-16,0-1 31 0,0 5-20 15,2-2-18-15,-1-2-86 0,2-3-37 0,0-1-41 16,0-6-34-16,0-3-34 15,4-4-17-15,0-5-28 0,0-4-69 16,4-5 11-16,4-4-43 0,1-7-218 0,4-4-367 16,3-10-623-16,-5-2-772 15,6-13 1945-15</inkml:trace>
  <inkml:trace contextRef="#ctx0" brushRef="#br0" timeOffset="10465.463">18615 8388 2448 0,'0'0'1537'16,"0"0"-1127"-16,0 0-194 0,0 0-31 15,0 0-44-15,0 0 149 0,0 0 26 16,0 0-131-16,92 72-92 0,-69-60-44 0,-1 1-16 16,-1-1-31-16,-2 0-2 0,-5 4-15 15,-5-3-9-15,-4 5-16 0,-5 1 28 16,-3 3 9-16,-13 5 3 0,-4 2-1 0,-6 3-2 15,-3 1-10-15,0-2 13 16,5-4 1-16,5-2 29 0,6-4 31 16,6-6-4-16,5-3 4 0,2-4-13 0,2-2-18 15,9 0-15-15,5-3-3 16,5-1-10-16,8-2-2 0,4-3 0 16,2-5-45-16,4-4-24 0,-1-1-31 0,-1-3 3 15,-3 1-45-15,0-1-19 0,-3-1-112 0,-2 0-220 16,1 1-444-16,-11 1-516 0</inkml:trace>
  <inkml:trace contextRef="#ctx0" brushRef="#br0" timeOffset="10711.085">19529 8325 3041 0,'0'0'1608'16,"0"0"-1252"-16,0 0-212 0,86 10-4 0,-56-7-52 16,1-2 179-16,-4-1-1 0,-1 0-130 15,0 0-88-15,4-1-42 0,-1-3-6 16,-2 0-81-16,-4 0-76 16,-3 0-43-16,-8 0-27 0,-5 4-270 0,-7 0-550 15,-5 0-425-15,-6 4-629 16,-26 8 2099-16</inkml:trace>
  <inkml:trace contextRef="#ctx0" brushRef="#br0" timeOffset="10867.542">19409 8571 1861 0,'0'0'2062'0,"0"0"-1739"16,0 0-246-16,0 0 47 0,0 0 68 0,0 0 121 16,0 0 62-16,0 0-141 15,78 47-98-15,-44-43-36 0,5-2-30 16,4 0-55-16,-1-2-15 0,3 0-58 0,1 0-60 15,-3-2-63-15,0 0-59 0,-2-2-78 0,-5 2-198 16,-9-1-820-16,4 1-1564 0</inkml:trace>
  <inkml:trace contextRef="#ctx0" brushRef="#br0" timeOffset="11517.767">21046 7559 2353 0,'0'0'1031'15,"0"0"-749"-15,0 0 55 0,0 0-15 0,87 35-58 16,-46-25 12-16,3-3-86 0,2 0-56 15,1-7-94-15,2 0-22 0,-1-4-18 0,-1-3-11 16,-3-1-77 0,-4-5-65-16,-3 2-55 0,-6-1-54 0,-7 1-164 15,-6 3-546-15,-13-1-643 0</inkml:trace>
  <inkml:trace contextRef="#ctx0" brushRef="#br0" timeOffset="11837.486">21274 7588 942 0,'0'0'743'0,"0"0"405"0,0 0-767 0,0 0-66 16,0 0-15-16,-45 69-7 0,42-44-41 0,0 4-26 15,1 4-54-15,-3 4-34 16,-1 3-18-16,-2 0-17 0,-4 6-29 16,-1 1-23-16,-3 3-20 0,-4 2 5 0,1 1-33 15,-3-3 10-15,1-2-13 0,5-1-15 16,2-4 3-16,5-5 11 0,4-1-2 15,5-3-15-15,0 0 18 0,7-5 14 16,6-1 4-16,1-3 4 0,6-3-7 0,-1-3 3 16,3-1-3-16,1 0 0 15,1-6 13-15,0 1-13 0,1-3-6 16,3-2-9-16,1-1-18 0,-1-2-34 0,4-1-42 16,0-2-40-16,2-2-40 0,0 0-41 15,-1-3-13-15,1-3-104 0,-2-3-297 16,-7 2-806-16,8-6-715 0</inkml:trace>
  <inkml:trace contextRef="#ctx0" brushRef="#br0" timeOffset="12190.568">22749 7724 3082 0,'0'0'1035'0,"0"0"-709"0,0 0-119 16,0 0 8-16,0 0 57 0,0 0-40 0,0 0-77 16,0 0-137-1,0 0-18-15,0 0-43 0,0 0-2 16,-86 12 2-16,57 19 13 0,-4 7 30 0,-3 10 15 16,-3 6 34-16,0 7 14 0,-1 7-14 15,-1 2 2-15,-2 2 7 0,6 1 93 0,2-4 12 16,9-7-57-16,8-9-25 15,8-10-14-15,10-5-13 0,1-5-15 0,13-3-15 16,7-5-23-16,5 0 1 0,5-5-2 16,2-6 1-16,5-6-1 0,2-4-3 15,-1-4-12-15,-3-4-15 0,0-7-24 16,-3-3-40-16,-4-4-29 0,-6-4-16 16,-3 0-21-16,-7-1-58 0,-4-1-108 15,-5-6-206-15,-4 1-519 0,0 6-527 16,-16-14-268-16</inkml:trace>
  <inkml:trace contextRef="#ctx0" brushRef="#br0" timeOffset="12518.679">22414 8347 1099 0,'0'0'2166'0,"0"0"-1728"0,0 0-158 16,0 0 127-16,0 0 9 0,0 0 18 16,0 0-118-16,93 40-101 0,-54-39-85 15,0-1-55-15,4-2-50 0,-4-8-25 0,-1-1-76 16,-2-3-54-16,-3 2-18 0,-1-3-34 15,-5 1-76-15,-4 1-75 0,-4 1-198 16,-6 3-245-16,-4 2-247 0,-4 4-11 16,-3-1 259-16,-2 4 240 0,0 0 515 15,-5 3 20-15,-5 6 388 0,2 2-163 16,0 5 952-16,-3 3-600 0,4 2-111 16,0 1-105-16,2 3-40 0,1 3-35 0,0-1-19 15,2-2-53-15,1 2-29 16,1-1 12-16,0-2-10 0,0 0-59 15,0 1-58-15,1-1-26 0,3-7-44 0,-1-1-92 0,0-4-51 16,2-3-19-16,-3 1-53 16,4-4-85-16,-1-1-302 0,2-5-814 15,-2 0-560-15,1-4 1693 0</inkml:trace>
  <inkml:trace contextRef="#ctx0" brushRef="#br0" timeOffset="12715.723">23270 8575 7 0,'0'0'2210'16,"0"0"-991"-16,0 0-1038 0,0 0-8 15,-28 67 164-15,13-44 51 0,2-1-80 16,0 1-170-16,1-1-113 0,3 0-25 0,1-2-2 16,2-1-78-16,3-2-92 0,0-2-71 15,3-3-71-15,0-4-231 0,6-4-259 16,5-4-822-16,0 0 426 0</inkml:trace>
  <inkml:trace contextRef="#ctx0" brushRef="#br0" timeOffset="13040.525">24388 7803 1190 0,'0'0'2649'0,"0"0"-2176"0,0 0-302 16,0 0-125-16,-82-4 59 16,53 19 196-16,-5 7-17 0,-2 9-123 0,-3 9-88 15,-3 6-12-15,0 7 17 0,2 6 65 16,0 5-4-16,1 4-37 0,2 0-29 16,1-3-22-16,2-2-21 0,3-6 0 15,4-6-9-15,9-7-9 0,4-4-12 16,9-4 16-16,5-4-15 0,2-3 1 15,12 2-1-15,4-1-1 0,8 1-22 0,4-8-14 16,3-1-6-16,7-8 15 16,-1-6-18-16,0-6-25 0,1-2-35 15,-3-12-68-15,-4-3-18 0,-2-6-58 16,-6-2-108-16,-5-5-248 0,-9 9-642 0,-8-13-741 16</inkml:trace>
  <inkml:trace contextRef="#ctx0" brushRef="#br0" timeOffset="13227.698">23957 8466 1512 0,'0'0'1939'0,"0"0"-1531"16,0 0-138-16,0 0 112 15,0 0 27-15,35 65 22 0,-9-53-107 0,7-4-115 16,4-2-76-16,8-2-46 0,-2-4-54 16,2-7-33-16,0-7-78 0,0-1-46 15,-5-4-42-15,-3-2-31 0,-2 0-61 16,-5 0-163-16,-6 3-199 0,-5 5-456 0,-7 0-143 15,-6 3-141-15,-6 3 819 0</inkml:trace>
  <inkml:trace contextRef="#ctx0" brushRef="#br0" timeOffset="13358.022">24463 8406 354 0,'0'0'261'0,"0"0"750"0,-53 73 549 15,36-42-1057-15,-2 4-205 16,3 1-100-16,0 5 11 0,2 0 90 0,-1 2 20 16,5 0-63-16,1-4-73 0,4-2-56 0,2-5-57 15,3-8-57-15,0-5-13 0,1-3-73 16,9-7-63-16,1-4-71 0,7-5-40 15,7-2-72-15,6-8-208 0,-7-2-942 16,27-12-1171-16</inkml:trace>
  <inkml:trace contextRef="#ctx0" brushRef="#br0" timeOffset="13906.603">25574 7936 1653 0,'0'0'707'15,"0"0"-1"-15,0 0-502 0,0 0-118 0,0 0-38 16,0 0 158-16,0 0 103 0,97-58-132 0,-73 51-118 16,4 0-40-16,-2 3-7 0,0 3 20 15,-5 1 30-15,-3 0 46 0,-3 0 26 16,-2 0-54-16,-4 2-25 0,-1 1-5 0,-3 2 20 15,-2 2 29-15,1-1 26 16,1 5-30-16,-3 2-28 0,1 0-9 16,3 4 3-16,-3 1-10 0,0 4-2 15,0 1 0-15,-1 3 5 0,-2 2 4 16,0 1 30-16,0 6-7 0,0-1-17 0,0 3-13 16,-4 1-8-16,-2 4 5 0,-1-2-9 0,0 3-3 15,0-1-2-15,1 1 8 0,-2-1-18 16,2-1 6-16,1 1 0 0,0-3-15 15,-1 2-3-15,1-1 7 0,-2-3-7 16,4-1-11-16,1-3-1 16,-1 1-1-16,3-4 0 0,0 1 1 0,0-2 0 15,0-5 0-15,0 1-1 16,0-7-2-16,0 0-10 0,0-4 10 16,0 0-9-16,0-2 9 0,-2-1-12 0,-1 1-6 15,-1-1 3-15,-2 0 0 0,-1-2-12 16,1-2-15-16,-2 0-4 0,-1-2-14 0,-2-1-13 15,-1 0 13-15,-4-3 2 0,0 2-5 16,-4-3-13 0,-3 0-21-16,-2 0-40 0,-9-4-36 0,-8-3-11 15,-6 0-30-15,-9-3-129 16,-7 3-264-16,-7-4-522 0,15 4-478 0,-34-1 1014 0</inkml:trace>
  <inkml:trace contextRef="#ctx0" brushRef="#br0" timeOffset="14705.773">18276 10114 400 0,'0'0'395'16,"0"0"1482"-16,0 0-1415 0,0 0-89 0,42-77-120 15,-38 59 5-15,-4 0 33 0,0-1-40 16,0 3-20-16,-10 1-103 16,-1 2-48-16,-4 1-28 0,0 2-3 15,-3 5 0-15,-2 0 2 0,-3 3-14 16,1 2 0-16,-4 12-4 0,-3 4-12 0,-4 10 4 16,-1 10-7-16,-3 8 6 0,0 9-3 15,0 12 10-15,1 5 5 16,1 5 1-16,5 8 26 0,5 1-2 0,8-1-19 0,9-8 10 15,8-4 2-15,3-11-18 16,15-10-11-16,8-6-1 0,6-6-3 16,5-8 0-16,7-5-6 0,4-5 6 15,0-5-21-15,0-7-12 0,-4-8-15 16,1-1-36-16,-6-11-49 0,-4-6-34 16,-5-4-33-16,-6-3-55 0,-7 1-44 0,-8 0-143 15,-9 0-182-15,-1 1-191 0,-15 1-548 16,-6-2-78-16,1 6 1293 0,-17-10-20 15</inkml:trace>
  <inkml:trace contextRef="#ctx0" brushRef="#br0" timeOffset="14865.367">17964 10600 395 0,'0'0'2259'0,"0"0"-1799"0,0 0-148 0,0 0-67 16,0 0 88-16,0 0 51 0,0 0-25 0,0 0-47 16,71 70-77-16,-42-58-53 0,1-3-49 15,4-4-66-15,0-4-67 0,-1-1-43 16,4-6-42-16,-3-6-36 0,2-5-74 15,-4 1-58-15,-2-4-110 0,-4 1-189 16,-7 0-467-16,-5 2-297 0,-6 4-331 0,-6-2 1594 0</inkml:trace>
  <inkml:trace contextRef="#ctx0" brushRef="#br0" timeOffset="15007.352">18392 10534 1451 0,'0'0'1140'16,"0"0"-479"-16,0 0-286 0,-19 78-182 0,13-46 17 15,0 5 122-15,1 1 26 0,0 0-82 0,1 0-99 16,1-3-46-16,0-3-13 0,-1-2-26 15,1-7-65-15,2-1-27 0,-1-8-103 16,2 2-107-16,0-7-74 16,0 1-116-16,0-5-302 0,7-5-798 0</inkml:trace>
  <inkml:trace contextRef="#ctx0" brushRef="#br0" timeOffset="15299.208">18738 10765 1182 0,'0'0'2295'0,"0"0"-1972"0,0 0-138 0,0 0 119 0,83 4-22 16,-73-1 35-16,0 1-54 0,-3 0-138 16,-1-1-71-16,-1 4-20 15,-2 2-10-15,-1-1-6 0,-2 3 10 16,0 2 8-16,0 5-9 0,-5-2 1 16,3 1-13-16,1 2-15 0,1 1-12 0,1 3 9 15,7 1 3-15,3-1 0 0,3 1-2 16,2 1 0-16,2-1-11 0,2 1 13 15,-2 0 34-15,-3-2-31 16,0-3 0-16,-6 1-3 0,-4-2-1 0,-3 0-23 16,-2-1-13-16,-5-1-5 15,-6 2-16-15,-4 0-27 0,0-5-49 0,-3-5 24 16,1-9-31-16,-3 0-64 0,0-15-194 0,3-7-658 16,3 3-180-16,-1-22-142 0</inkml:trace>
  <inkml:trace contextRef="#ctx0" brushRef="#br0" timeOffset="15531.829">19647 10492 1140 0,'0'0'1338'0,"0"0"-688"0,0 0-157 0,91 9-134 15,-57-4-67-15,2-2-51 0,0 1-46 16,4 1-60-16,2-1-92 16,0-1-43-16,1-3-29 0,-4 0-143 15,-1 0-128-15,-6-3-119 0,-11 0-309 0,-6 3-801 0</inkml:trace>
  <inkml:trace contextRef="#ctx0" brushRef="#br0" timeOffset="15696.415">19715 10753 1535 0,'0'0'1021'0,"0"0"-30"16,0 0-672-16,0 0-70 0,-44 72 43 16,51-60 23-16,13 0 37 0,7-4-56 15,11-3-117-15,6-2-76 16,6-3-59-16,2-6-44 0,4-4-78 0,1 0-95 16,0-3-58-16,1 1-29 0,-4-1-62 0,-12 2-788 15,9-3-1431-15</inkml:trace>
  <inkml:trace contextRef="#ctx0" brushRef="#br0" timeOffset="17868.189">27268 8206 813 0,'0'0'215'0,"0"0"1089"15,0 0-813-15,0 0-164 0,0 0-53 16,0 0 43-16,0 0-15 0,0 0-117 0,-92 32-48 16,55-21-44-16,-2 6-38 0,-3-2 10 0,-1 3 9 15,2-1-28-15,2 1 25 0,-2-1-16 16,5 1 1-16,2-1-1 0,2 1-12 16,2-2-13-1,4 0-27-15,1-1-3 0,6 0-1 16,2-5-2-16,4 0-12 0,3-3-7 0,6-3 4 15,3 0 18-15,1-2 0 0,0-1 0 0,2 2-1 16,5 0 1-16,1 3 0 0,0-1 2 16,3 0 12-16,1 2-14 0,2 2-2 15,0-2 2-15,2 1-1 16,2-1 1-16,1 4 0 0,6-2 1 0,1 1 0 0,5 0-1 16,3 2-1-16,5 0 1 15,2-1 1-15,2 1 15 0,0 0 5 16,2-1-3-16,-3-1 22 0,-2 0 0 15,-6-3-10-15,-3 0-11 0,-5 0-4 0,-5-3 12 16,-3 1-2-16,-5-4-10 0,-1 0 12 0,-7 2-2 16,-2-3-10-1,-3 0 9-15,0 0 10 0,0 0 14 16,0 0 1-16,-3-3 24 0,-1-4-22 0,0-7-51 16,-2-9-15-16,3-2-49 0,0-4-5 0,0-5-26 15,2 2-5-15,-2-4-1 16,-1 5-21-16,1-4 6 0,-2 3-31 0,0-2-38 15,1 3-41-15,1 0-175 16,1 2-193-16,2 0-96 0,0 0-342 0,0 10-489 16</inkml:trace>
  <inkml:trace contextRef="#ctx0" brushRef="#br0" timeOffset="18336.82">28305 8035 825 0,'0'0'290'0,"0"0"1462"16,0 0-1416-1,0 0-186-15,0 0 41 0,0 0 222 0,0 0-47 16,0 0-106-16,0 0-93 0,-90 89-60 0,56-52-15 16,-2 8 15-16,-3 3 12 0,1 2-6 15,0 4-28-15,3-2-34 0,2-2-32 16,7-3 11-16,3-7-15 0,10-5 31 15,6-2-1-15,5-7-21 0,2-2 7 16,5-1-10-16,7-4 3 0,6 0 0 0,3-1-21 16,4-2-3-16,6-2-25 15,2-5-11-15,2-5-16 0,3-4-8 16,-2 0 2-16,0-6-12 0,-4-6-30 16,-5-2-25-16,-1 0 3 0,-10-3-31 0,-2-6-37 15,-8 4-69-15,-4-5-319 0,-4 1-213 0,-4 4-854 16,-16-9 239-16</inkml:trace>
  <inkml:trace contextRef="#ctx0" brushRef="#br0" timeOffset="18509.424">28006 8568 1585 0,'0'0'2025'0,"0"0"-1573"0,0 0-191 16,0 0-59-16,0 0 53 16,0 0 113-16,79 11-82 0,-51-11-135 15,1-5-90-15,3-6-61 0,-2 1-48 16,-1-3-36-16,-2-1-41 0,-6 1-39 15,-1-3-74-15,-4 2-69 0,0 2-179 0,-6-2-265 16,0 4-410-16,-5 3-45 0</inkml:trace>
  <inkml:trace contextRef="#ctx0" brushRef="#br0" timeOffset="18628.292">28354 8457 587 0,'0'0'280'16,"0"0"-65"-16,0 0 1240 0,-35 85-1024 16,24-59-232-16,2 3-119 0,-2 2 35 15,-1 2 41-15,2 2 30 16,1 4-50-16,3 0-102 15,3 1-5-15,3-1 18 0,3-4 60 0,6-2-40 0,-1-5-67 0,0-3-148 16,1-3-123-16,-3-5-189 0,2 4-778 0</inkml:trace>
  <inkml:trace contextRef="#ctx0" brushRef="#br0" timeOffset="27798.97">20909 10228 600 0,'0'0'0'15,"0"0"-55"-15,0 0 38 16,0 0-45-16,0 0 43 0,0 0 19 16,0 0 11-16,0 0 28 0,0 0-7 0,0 0-28 15,-6-35 9-15,9 35-10 0,-3 0 10 0,0 0-12 16,0 0-1-16,0 0-55 0,0-1-157 16,0 1 81-16,0-2 102 0</inkml:trace>
  <inkml:trace contextRef="#ctx0" brushRef="#br0" timeOffset="28507.381">20914 10265 16 0,'0'0'564'15,"0"0"895"-15,0 0-1132 0,0 0-91 0,0 0-62 16,0 0 25-16,0 0 92 0,0 0-33 0,0 0-21 16,0 0-29-16,0 0-63 15,23-2-64-15,-4 2 12 0,3 0 25 16,7 0 9-16,0 0-28 0,4 2-32 16,-2 2-17-16,-1-1-23 0,0 3-12 15,-3 0-15-15,1-1-2 0,-5 0-14 0,-3 1-5 16,-1-3-16-16,-5 1-34 0,0-3-31 15,-5 3-28-15,-3-3-12 0,-2-1-36 0,-2 2-52 16,-2-2-114 0,0 2-209-16,-7-1-253 0,-7-1-489 15,3 0 538-15</inkml:trace>
  <inkml:trace contextRef="#ctx0" brushRef="#br0" timeOffset="28940.173">20924 10426 851 0,'0'0'270'16,"0"0"336"-16,0 0-437 0,0 0-10 0,0 0 81 0,0 0 122 15,20 80 14-15,-17-61-73 16,0 3-74-16,0-1-80 0,-2 1-26 0,3 3-23 16,-3-2-6-16,-1 1-11 0,0 0-24 15,0 0-15-15,0 2-13 16,-5 2-19-16,1-2-10 0,-1 5-2 0,2 1-1 15,-2 4-2-15,-1-3 1 0,0 5-8 16,2-1 10-16,0 0 15 16,1 0-14-16,0-5 15 0,3 0-1 0,0-5 13 15,0-2 13-15,0-4 2 0,0-3-6 16,3-4-12-16,0-1-13 0,2-1 7 0,-2-2-4 16,3-3-13-16,-2 0 1 0,0-3-3 15,-1 0-2-15,2 0 0 0,-1 0-1 16,1-2 0-16,1 3-9 0,0-2 10 0,-1 1 0 15,3-1 0-15,4-1 0 16,-1 2-1-16,6-3-22 16,2 1 3-16,1-2-18 0,3 0 3 0,2 0 2 15,0-5-36-15,1 1-10 0,1 0-54 16,0-2-32-16,1 1-38 0,-3 1-58 16,0 2-72-16,-2-2-118 0,-3 1-123 0,-7 2-182 15</inkml:trace>
  <inkml:trace contextRef="#ctx0" brushRef="#br0" timeOffset="29565.663">21854 10907 390 0,'0'0'0'15,"0"0"-215"-15,0 0 40 0</inkml:trace>
  <inkml:trace contextRef="#ctx0" brushRef="#br0" timeOffset="29664.756">22009 10906 160 0,'0'0'0'0,"0"0"-121"0</inkml:trace>
  <inkml:trace contextRef="#ctx0" brushRef="#br0" timeOffset="30073.37">22583 10632 313 0,'0'0'303'16,"0"0"-71"-16,0 0 569 0,0 0-379 0,36-79-46 16,-36 63-60-16,0-2-37 0,-8 5-1 15,0 0-33-15,-3 0-36 0,-3 1-46 16,1 1-27-16,-3 0-45 0,3 2-10 0,-2 1-25 15,1 4-1-15,-3 1-5 16,0 2-22-16,-2 1 6 0,-2 3-22 0,0 7-8 16,-5 7-3-16,0 6 11 0,-4 3 6 15,0 5 10-15,-2 7 3 16,1 1 3-16,-1 4 6 0,0 5 6 0,3-2 7 16,3 1 14-16,4-2 1 0,5 0-10 0,3-3-12 15,8-1-7-15,2 0 7 0,4-2-18 16,1-2 5-16,8-1 1 0,4-4 6 15,3-2-4-15,6-2-2 0,0-4-1 16,4-5 34-16,2-1-25 0,-1-5-26 16,2-2-16-16,-3-6-3 15,-1-2-43-15,-1-1 10 0,-3-2-4 16,-5-2-27-16,0-2-12 0,-3-4-13 0,-2 1-12 16,-3-5-30-16,-4 0-42 0,-4-2-105 15,0-2-207-15,-3-3-235 0,-6 7-390 0,-8-10-155 16</inkml:trace>
  <inkml:trace contextRef="#ctx0" brushRef="#br0" timeOffset="30274.148">22172 11003 33 0,'0'0'2606'16,"0"0"-2178"-16,0 0-169 0,0 0-88 0,0 0 0 16,0 0 122-16,0 0-4 0,0 0-41 0,0 0-44 15,99 45-57-15,-69-36-28 0,2-6-33 16,1 1-55-16,-1-4-31 0,-2 0-86 15,-2-4-52-15,0-3-31 16,-3-1 9-16,-1-1-29 0,0-3-85 0,-1 2-174 0,-3-1-228 16,-6 4-422-1,3 0-198-15</inkml:trace>
  <inkml:trace contextRef="#ctx0" brushRef="#br0" timeOffset="30415.856">22625 11000 863 0,'0'0'160'15,"0"0"38"-15,0 0 845 0,0 0-787 0,-37 72-53 16,29-49-55-16,0 1 16 0,2 4 44 0,1 0 11 15,-1 0-32 1,3 1-63-16,0-4-20 0,3 0-48 16,0-4-39-16,0-2-17 0,0-4-38 0,0-2-119 0,5-3-65 15,2-3-64-15,0-2-108 16,-1-1-262-16,3-2-486 0</inkml:trace>
  <inkml:trace contextRef="#ctx0" brushRef="#br0" timeOffset="31527.205">22946 11331 2050 0,'0'0'476'16,"0"0"-192"-16,0 0-197 0,0 0-74 15,0 0 105-15,0 0 196 0,0 0 9 16,-20 81-108-16,14-62-99 0,-2 0-66 0,0 2-27 15,1-2-7-15,-1-3-2 0,4-1-14 16,0-3-12-16,-1-3-58 0,4-4-81 16,-1-1-32-16,-1-2-51 15,3-2-69-15,0 0-192 0,0 0-269 16,0-11-790-16</inkml:trace>
  <inkml:trace contextRef="#ctx0" brushRef="#br0" timeOffset="31940.031">23717 10747 1441 0,'0'0'179'15,"0"0"593"-15,0 0-520 0,0 0-207 16,0 0 9-16,0 0 95 0,0 0 56 0,0 0-7 0,-85-33-106 16,67 43-47-1,-2 0-17-15,-1 7 11 0,-1 4 46 16,-1 6 45-16,-2 5 24 0,2 5-28 0,1 2-19 16,0 4-32-16,-1 1 9 0,2 3 22 15,3-1 46-15,0-2-23 0,8-4-24 0,1-4-7 16,5-4-12-16,3-6-10 0,1-4-8 15,5-3-14-15,6-3-11 0,4-4-9 16,1-3-19-16,7-1-15 0,2-6-3 16,2-2-25-16,3 0 7 15,-2-8-34-15,-1-4-36 0,1-3-35 0,-5-3-70 16,-2 0-11-16,-5 0-54 0,-2 1-121 16,-5 1-141-16,-7 3-128 0,-2 1-129 15,-5 3-318-15</inkml:trace>
  <inkml:trace contextRef="#ctx0" brushRef="#br0" timeOffset="32065.69">23506 11178 10 0,'0'0'1646'16,"0"0"-1045"-16,0 0-146 0,0 0-117 16,0 0-54-16,0 0 43 15,0 0-37-15,0 0-11 0,82 14-77 0,-56-14-75 16,4 0-81-16,1-7-46 0,-3-3-114 0,1-3-97 16,-4-2-93-16,0 1-166 0,-10 4-282 15,3-6-556-15</inkml:trace>
  <inkml:trace contextRef="#ctx0" brushRef="#br0" timeOffset="32218.5">23761 11149 1596 0,'0'0'1108'15,"0"0"-790"-15,0 0-161 0,-24 74-23 0,15-44 136 0,3 4 140 16,1-2-72-16,0 2-128 0,2-4-96 16,-1-4-52-16,2-2-62 0,1-4 0 0,1-5-148 15,0-5-87-15,0-3-91 0,1-2-134 16,2-2-500-1,-1-3-822-15</inkml:trace>
  <inkml:trace contextRef="#ctx0" brushRef="#br0" timeOffset="33355.19">23810 10468 1542 0,'0'0'248'15,"0"0"122"-15,0 0-240 0,0 0-128 0,85-11 29 16,-63 7 195-16,-2 0 96 0,0 1 2 16,2 2-53-16,-3 1-43 0,2 0-52 0,-1 0-35 15,1 0-14-15,-1 0-28 0,1-1-24 16,1 0-32-16,0-2-41 0,1 3-2 15,-1-2-15-15,0 2 3 0,-2 0-7 0,2 0 0 16,-5 3 4-16,2 2-10 0,-4 5-3 16,-1-3 6-16,-2 5-3 15,-4 0 15-15,1 1 10 0,-2 5 18 16,-1 3-2-16,-2 2-16 0,1 3-1 0,-1 2-13 16,1 3 12-16,0 3 4 0,-1 2 10 15,1 0-12-15,-3 6-1 16,4 0 1-16,-3-1 18 0,3 0 11 15,-2-2 11-15,0 2-3 0,-1-1-6 0,-3-3-12 0,2 2-2 16,-2 0-15-16,0 0 7 0,-3 0-7 16,-3-2 8-1,-2 0-8-15,-1 0 11 0,0-2-4 0,0-4-8 16,-2 0-1-16,2-3 2 0,2-3 0 16,-1-3 1-16,0-3-1 0,1-6 1 0,0 2-3 15,-2-7-10-15,2 0-24 0,-2-2-47 16,-2-1-52-16,-4 2-50 0,2-3-15 15,-7-3-35-15,0-1-89 0,-2 0-194 16,2 0-478-16</inkml:trace>
  <inkml:trace contextRef="#ctx0" brushRef="#br0" timeOffset="34042.405">20439 9899 741 0,'0'0'1518'0,"0"0"-1156"16,0 0-72-16,0 0-101 0,0 0 12 0,0 0 41 15,0 0 26-15,0 0-25 0,0 0-77 16,0 0-67-16,61 12-12 0,-32-7-31 15,2 1-28-15,0 0-28 0,-1-2-1 16,-2-2-27-16,-1 2 15 0,-3-2 1 0,-1 1-38 16,-3 0 23-16,-2-2-23 15,-3-1-53-15,-3 0-54 0,-2 0-38 16,-3 0-117-16,-2 0-125 0,-4 0-206 0,-1 0-509 0</inkml:trace>
  <inkml:trace contextRef="#ctx0" brushRef="#br0" timeOffset="34506.726">20478 10031 691 0,'0'0'23'0,"0"0"36"0,0 0 1103 16,0 0-725-16,0 0-101 0,0 0-88 0,-80 69-43 16,72-51-39-16,-2 5 6 0,4 7 2 15,0 5-26-15,0 6-16 0,1 6-15 16,1 6-30-16,1 4-12 0,0 1-3 0,3 1 2 15,0-2 16-15,0 1-10 16,1-1-36-16,5-4-20 0,-1 1-24 0,1-1-15 16,-1 0-7-16,-1-1 4 15,-1 2-10-15,-3-2-21 0,0-2 2 16,0 1 16-16,2-2 0 0,-1-1 3 0,1-4-9 16,-1-2 15-16,2 1 4 0,0-6 15 15,1-1 3-15,-1-3-1 0,3-2-1 16,2-1 2-16,0-4 1 0,-1 0 2 0,3-4 29 15,-3-3-8-15,1 1 7 0,-3-5 10 16,3 2 15-16,0-1-22 0,-1-2-10 0,1 3-22 16,0-3-1-16,1 0-1 0,1 1-2 15,0-2-1 1,1-1-12-16,4-2-1 0,1 1 13 16,3-3-15-16,4-2-1 0,3 0 0 0,2 0 4 0,1-1 3 15,4 0 12-15,0-2-10 0,2 3 10 16,1-1 19-16,4-4-19 0,-2 2 0 15,-1-2-28-15,2 1-87 16,1-2-85-16,-1 0-39 0,6-7-68 0,4 1-130 16,4-2-190-16,-14 3-408 15,20-1-377-15</inkml:trace>
  <inkml:trace contextRef="#ctx0" brushRef="#br0" timeOffset="35115.274">24922 11333 316 0,'0'0'2681'15,"0"0"-2294"-15,0 0-285 0,-2 68-99 0,-4-41 29 16,-3 2 113-16,-2 1 73 0,-3 1-86 16,-1-2-84-16,-1-1-45 0,-1-2-2 15,1-3-1-15,0-1-29 0,3-3-50 16,1-3-12-16,4-4-47 0,4-5-65 0,4-4-128 0,0-3-328 15,9-6-944-15</inkml:trace>
  <inkml:trace contextRef="#ctx0" brushRef="#br0" timeOffset="35454.935">26397 10757 2334 0,'0'0'1276'0,"0"0"-1023"0,0 0-209 0,0 0-28 16,0 0 34-16,-91-28 89 0,61 28 144 16,-4 9-113-16,-4 9-81 0,-5 8-18 15,-3 10-9-15,-5 12 11 0,-4 7 4 16,-1 10 21-16,1 2 39 0,1 5-46 0,7-5-30 15,7-6-15-15,12-7-25 0,9-8-6 16,10-8-15-16,6-8-1 0,3-4 0 16,13-4-26-16,3-4 3 15,7-2 8-15,4-4 1 0,5-5 13 0,4-3-22 16,0-4-13-16,4 0-27 0,-1-10 10 16,-2-3-75-16,-4-3-24 0,-2-3-34 15,-5-4-70-15,-6 0-120 0,-4-2-207 16,-6 7-204-16,-8-10-513 0</inkml:trace>
  <inkml:trace contextRef="#ctx0" brushRef="#br0" timeOffset="35639.129">25901 11216 2705 0,'0'0'491'16,"0"0"-166"-16,0 0-60 0,0 0 103 0,0 0-14 15,0 0-58-15,0 0-39 0,78 48-71 16,-48-47-82-16,2-1-95 0,3-7-9 15,-1-4-67-15,-1-2-25 0,1-1-36 0,-6-2-34 16,1-1-19-16,-4 2-69 0,-3-1-138 0,-4 4-247 16,-5 0-345-16,-6 6-92 0,-7 3-312 0</inkml:trace>
  <inkml:trace contextRef="#ctx0" brushRef="#br0" timeOffset="35783.576">26264 11172 127 0,'0'0'783'0,"0"0"-34"0,0 0 13 0,-33 78-291 15,27-52-119-15,0 4-50 0,1 1-21 16,2 1-61-16,-3 2-63 15,4 0-11-15,-1-2-6 0,0 2-14 0,3-4-49 16,0-5-45-16,3-5-32 0,5-5-68 16,3-5-70-16,6-3-51 0,4-7-70 15,5 0-110-15,6-10-200 0,-4-1-447 16,15-16-860-16</inkml:trace>
  <inkml:trace contextRef="#ctx0" brushRef="#br0" timeOffset="36322.585">27266 10459 2564 0,'0'0'815'0,"0"0"-815"15,0 0-112-15,0 0 64 0,0 0 48 0,90-27 230 16,-67 24-65-16,2 2-105 0,4 1-44 15,-1 0-15-15,0 0-1 0,-6 5 0 16,0 3 3-16,-5 2 98 0,-4 3 46 16,-3 3-26-16,-1 1-25 0,-5 2 17 0,-3 2-17 15,-1 1-19-15,0 1 4 0,-4 3-16 16,1-2-10-16,1 6 1 0,2-2 2 16,0 3 16-16,4-1 48 0,3 3 4 0,2 1-50 15,1 2-18-15,1 0-25 16,1 2-30-16,-3 1 13 0,0-1-16 15,-3 1 0-15,-1-1-2 0,-2 1-1 0,-2-2-15 16,1 1-18-16,-2-6 14 0,0 2-5 16,0-3-1-16,0-2 1 15,0-1-1-15,-2-2 28 0,1-1 0 16,-2-1 0-16,1-3 0 0,1 1 16 16,-1-5 8-16,1-2-24 0,-1 1 0 0,-1-2-1 15,0 2-17-15,-3-3 15 0,1 0 3 16,-1 1 0-16,1 0 1 0,0-2 0 15,-1 1 11-15,-1 1 0 0,2-3-11 16,-3 1 11-16,2-2-10 0,-3 1 20 16,1-3-19-16,-3-2-3 0,-4 0-25 15,2 0-14-15,-2-1-13 0,2-1-9 16,-5 0 12-16,2 0 0 0,1 0-19 16,-3-1-27-16,-3-3-22 0,-4 0 12 0,-6 4-10 15,-6-4-18-15,-6 0-143 0,-9 0-204 0,10 0-549 16,-32 2-358-16</inkml:trace>
  <inkml:trace contextRef="#ctx0" brushRef="#br0" timeOffset="38402.574">18419 12597 825 0,'0'0'1484'0,"0"0"-923"0,0 0-205 15,0 0-149-15,0 0 24 16,0 0 112-16,0 0-30 0,0 0-50 15,0 0-87-15,0 0-53 0,-27-22-59 0,9 22-27 16,-5 0-4-16,-4 4-11 0,-6 8-10 16,-6 7-12-16,-4 7-2 0,-4 10-9 15,-4 11 11-15,-1 9 24 0,1 8-5 16,4 7 20-16,3 5 1 0,11 2 12 16,9-2 27-16,10-4-9 0,12-6-34 0,7-8 7 15,17-8-7-15,9-8 7 0,10-6 20 16,7-10 1-16,4-5-31 15,2-11-9-15,0-7-24 0,-2-3-13 16,-2-9-17-16,-4-6-31 0,-7-3-5 0,-3-3-47 16,-7-1-72-16,-9-2-29 0,-6 0-55 0,-8 1-105 15,-6 1-186-15,-8 3-391 16,-4 6-121-16,-16-5-243 0</inkml:trace>
  <inkml:trace contextRef="#ctx0" brushRef="#br0" timeOffset="38722.582">18027 13153 1793 0,'0'0'1117'0,"0"0"-740"16,0 0 11-16,0 0-127 0,0 0 18 0,0 0 78 0,101 33 30 16,-61-23-6-1,2 0-104-15,1-2-99 0,-2-3-60 0,-4-4-64 0,-4-1-54 16,-2 0-42-16,-6-2-94 0,-5-6-33 16,-2 0-35-16,-4-1-54 0,-4-1-91 15,-4-2-167-15,-3 0-264 0,-3 0-271 16,0 4 227-16,-3-3-427 0,-6-1 1251 15,-2 7-130-15,-2-1 341 0,0 0 382 0,-3 4-46 16,5-1-47-16,-1 3-109 16,1 0-26-16,2 5-48 0,0 8 24 0,1 7-10 15,0 6-72-15,1 9-32 16,3 6-10-16,2 4-14 0,2 4-53 16,0-1-15-16,0-1-25 0,5-1-19 15,-1-5-51-15,0-4-22 0,2-7-18 0,0-7-134 16,2-8-49-16,3-5-35 0,4-7-22 0,4-3-164 15,-2 0-319-15,14-17-659 0</inkml:trace>
  <inkml:trace contextRef="#ctx0" brushRef="#br0" timeOffset="38918.123">18877 13362 3082 0,'0'0'579'15,"0"0"-371"-15,0 0-145 0,-3 71-38 0,0-45 111 16,0 0 222-16,3-1-69 0,0-3-141 15,6-3-81-15,4-4-18 0,8-2 9 16,1-3 9-16,6-4 3 0,1-4-36 16,5-2-34-16,0-2-35 0,2-7-53 0,-1-3-13 15,0-3-40-15,-3-3-21 0,-2-1-70 16,-3 0-63-16,-6 0-186 16,-5 4-265-16,-2-8-537 0</inkml:trace>
  <inkml:trace contextRef="#ctx0" brushRef="#br0" timeOffset="39115.094">19119 13274 157 0,'0'0'2488'0,"0"0"-2010"0,0 0-210 16,-37 66-125-16,25-35 35 0,4 3 123 15,0 4 43-15,1 3-81 0,3 2-124 16,1 2-62-16,0-1-31 0,-1 4-28 16,-1-4 0-16,1 0-14 0,-2-2-4 0,-1-3-67 15,0-2-7-15,1-5-30 0,0-1-26 16,-2-5 16-1,5-4-10-15,2-4-13 0,1-3-67 0,0-7-162 0,5-6-265 16,5-2-391-16,6-8-475 0</inkml:trace>
  <inkml:trace contextRef="#ctx0" brushRef="#br0" timeOffset="39341.776">19779 12978 1482 0,'0'0'2414'0,"0"0"-1994"16,0 0-252-16,0 0-134 0,94 19-10 16,-66-14 1-16,-4-4 46 0,-1 2-25 15,-3-3-46-15,2 0-76 0,-2 0-147 0,-6 0-133 16,-1 0-189-16,-6-3-586 0,-7 3-751 15</inkml:trace>
  <inkml:trace contextRef="#ctx0" brushRef="#br0" timeOffset="39506.386">19723 13232 3172 0,'0'0'679'0,"0"0"-380"0,0 0-177 15,0 0-23-15,0 0 19 0,107 21 134 0,-73-21-61 16,5 0-124-16,1-2-67 0,-1-3-18 15,-2-2-114-15,-6 0-52 0,-3 0-48 0,-7 1-101 16,-8 1-378 0,0 1-918-16</inkml:trace>
  <inkml:trace contextRef="#ctx0" brushRef="#br0" timeOffset="40036.382">20832 12883 1062 0,'0'0'465'15,"0"0"439"-15,0 0-482 0,0 0 7 0,107 17-7 16,-62-12-15-16,4 0-81 15,3-3-67-15,0-2-62 0,1 0-53 0,0-2-65 16,-5-5-45-16,-2-2-34 0,-5 2-40 16,-5-2-113-16,-6 1-83 15,-6-1-60-15,-8 3-145 0,-7 2-525 0,-9 0-468 0</inkml:trace>
  <inkml:trace contextRef="#ctx0" brushRef="#br0" timeOffset="40243.988">21125 13027 2141 0,'0'0'418'0,"0"0"10"16,0 0-265-16,-30 67-121 0,26-41-7 16,2 1 226-16,1 4 131 0,1 1-91 15,0 2-111-15,0 2-78 0,1 3-45 0,4 1-2 16,-2 1-25-16,0 2-21 0,-1-1-7 16,1-2-9-16,4-1 13 0,-1-3-13 15,4-2-1-15,2-3-2 0,4-2-16 16,0-4-42-16,5 0-41 0,1-3-15 15,4-5-63-15,2-4-56 16,6-6-8-16,3-4-63 0,7-3-198 0,-11-3-253 16,24-11-972-16</inkml:trace>
  <inkml:trace contextRef="#ctx0" brushRef="#br0" timeOffset="40598.548">21967 13246 3414 0,'0'0'552'16,"0"0"-369"-16,0 0-183 0,0 0-75 16,105-28 75-16,-61 18 119 0,-3 4-4 0,4 0-44 15,-2 1-46-15,0 3-25 16,-4-3-2-16,-3 3-94 0,-5-1-122 15,-5 1-82-15,-6 0-165 0,-7 1-530 0,-7 1-416 16</inkml:trace>
  <inkml:trace contextRef="#ctx0" brushRef="#br0" timeOffset="40832.198">22147 13256 2556 0,'0'0'461'0,"0"0"-250"0,0 0-189 0,0 0 58 0,-59 69 136 16,50-44 100-16,2 5-14 15,0 2-119-15,4 3-62 0,2 1-41 16,1 0-18-16,0 0 0 0,0 0-10 0,0 0-6 16,3-4-30-16,2-2 5 0,2-3-3 0,-1-6-17 15,3-3-1 1,4-1-13-16,-1-4-14 0,3-1-16 16,1-4-4-16,4-4 1 0,3 1-15 0,4-5-32 0,1 0-22 15,6-8-40-15,1-5-96 16,1-2-175-16,-7 3-309 0,10-10-668 15</inkml:trace>
  <inkml:trace contextRef="#ctx0" brushRef="#br0" timeOffset="41300.152">23153 13183 874 0,'0'0'1607'16,"0"0"-1320"-16,0 0-126 0,0 0-1 15,-95-11 99-15,68 30 87 0,-4 10 35 16,2 7-107-16,2 8-54 0,1 5 45 16,3 2-100-16,3 7-31 0,1-5-39 15,8-2-28-15,3-2 3 0,4-7-19 16,4-5-11-16,12-8-26 0,5-5-14 15,6-5-3-15,4-4-27 0,2-7-10 0,1-2-39 16,1-6-12-16,0 0 6 0,-2-9-1 16,-3-7-24-16,-5 1-56 0,-6-2-28 0,-5-3 21 15,-7 1-29-15,-3-2-55 16,-5 0-55-16,-10 1-146 0,-4-4-55 0,-4 1 8 16,-1-2 20-16,-1 3 483 15,-1-2 4-15,3 6 261 0,0 3-65 16,7 3 158-16,4 7 28 0,7 4 7 15,5 1-23-15,0 1-3 0,2 5-70 0,7 3-38 0,2 4-36 16,3 2-37-16,6-1-22 0,3 0-25 16,5-6-48-16,0-1-89 15,1-6-6-15,1-1-86 0,-2 0-39 16,-2-5-58-16,-1-3-69 0,-5-2-95 16,-6 0-252-16,-3 1-438 0,0-3-320 0</inkml:trace>
  <inkml:trace contextRef="#ctx0" brushRef="#br0" timeOffset="41454.387">23273 13532 59 0,'0'0'2689'0,"0"0"-2100"16,0 0-325-16,-15 89-169 15,7-57 15-15,0 4 183 0,-1-2 83 0,0-2-126 16,3 2-130-16,2-9-80 0,-1-2-40 16,1-4-6-16,3-3-142 0,1-5-108 15,0-3-73-15,0-3-169 0,0-3-611 0,10-2-688 0</inkml:trace>
  <inkml:trace contextRef="#ctx0" brushRef="#br0" timeOffset="41947.553">23764 13864 2232 0,'0'0'658'0,"0"0"-248"16,0 0-248-16,12 72-101 0,-17-44 46 0,-5-2 86 16,-6 0-23-16,-4 1-114 0,0-4-56 15,0-4-13-15,1-3-43 0,6-6-35 16,3-3-13-16,2-5-16 0,3-2-38 16,5 0-33-16,0-11-61 0,0-2-73 15,6 0-88-15,14-17-831 0</inkml:trace>
  <inkml:trace contextRef="#ctx0" brushRef="#br0" timeOffset="42348.033">24346 13190 261 0,'0'0'2809'0,"0"0"-2331"0,0 0-257 0,-69 89-85 16,47-47 106-16,-1 3 84 0,3 5-2 15,1 5-85-15,5-1-99 0,3-1-67 16,2-4-21-16,3-3-25 0,6-7-12 16,0-4-2-16,0-5-10 0,3-8-3 15,6-2-29-15,-1-6-16 16,0-4 8-16,1-2-12 0,-3-4-42 0,-3-4-37 16,0 0-38-16,0-6-31 0,2-4 3 15,-4-2-36-15,0-4-160 0,-1-4 121 16,0 2-106-16,0-1-27 0,-2 0-163 0,-4 0 302 15,-2 0-68-15,-3-1 331 0,1 0 78 16,-2-3 123-16,1 3 14 0,1 2 115 16,5 5 5-16,2 5 38 0,3 5 44 15,0 3-29-15,3 0-46 0,5 0-104 16,3 3-31-16,6 2-35 0,5 2-53 16,4 1-18-16,7-5-31 0,0 1-39 0,0-4-31 15,0-5-92-15,1-3-67 0,0-4-49 16,-3-4-36-16,-3 2-29 0,-3-1-122 15,-5 1-191-15,-6 4-473 0,-3-2-411 16</inkml:trace>
  <inkml:trace contextRef="#ctx0" brushRef="#br0" timeOffset="42515.666">24395 13616 2563 0,'0'0'524'0,"0"0"-256"0,0 0-166 15,5 86 73-15,-1-58 162 0,2 1 47 0,-1 1-81 16,1-1-118-16,0-6-66 15,1 0-45-15,-1-5-71 0,-2-3-3 0,-2-4-104 16,1-4-53-16,-2-3-43 0,3-1-38 16,-1-3-84-16,2-1-183 0,-1-5-298 15,10-10-502-15</inkml:trace>
  <inkml:trace contextRef="#ctx0" brushRef="#br0" timeOffset="42898.942">24832 13328 3112 0,'0'0'604'16,"0"0"-207"-16,0 0-282 0,0 0-93 0,0 0 15 0,0 0 22 16,0 0-22-16,82-13-37 15,-62 5-28-15,1-1 13 0,2 5 13 0,0 1-23 16,-4 3 3-16,-1 0 1 15,-3 11-4-15,-3 5 3 0,-3 3 22 16,-4 5 11-16,-2 4 8 0,-3 4-18 0,0 1 15 16,-5 3 5-16,-1 1-2 0,0-2 3 0,4 0 24 15,-1-1-6-15,3 0-2 16,0-2 8-16,0-1-27 0,3 0 11 0,1-1-28 16,0-4 1-16,-1 0-3 0,0-1-15 15,-1 0 3-15,1-4 12 0,-3 0-1 16,1-7-15-16,-1 1-5 0,0-5-29 15,0-1 1-15,-1-1-13 16,-7-3-38-16,1 0 7 0,-3-2-31 0,-4-3-29 0,0 2-27 16,-3-2-35-1,-2-2-53-15,-4-4-230 0,6 1-519 0,-14-6-665 0</inkml:trace>
  <inkml:trace contextRef="#ctx0" brushRef="#br0" timeOffset="43322.651">25528 13755 1144 0,'0'0'1642'0,"0"0"-1253"16,0 0-192-16,38 70-133 0,-30-43 34 0,-4 1 70 0,-4 2 100 16,0 1-95-1,-11-1-70-15,-1-1-35 0,-2-1-12 16,1-2-44-16,1-3-12 0,-2-3-71 0,5-5-69 16,2-5-55-16,2-5-47 0,3-5-66 15,2 0-155-15,0-8-321 0,9-17-514 0</inkml:trace>
  <inkml:trace contextRef="#ctx0" brushRef="#br0" timeOffset="43601.182">26414 13123 1737 0,'0'0'823'16,"0"0"-415"-16,-71 73-161 0,37-36 109 15,-2 10 137-15,-1 6-21 0,4 4-106 16,1 5-109-16,4 0-50 16,4 1-86-16,3-3-51 0,6-4-34 0,5-9-24 15,4-7 13-15,6-9-7 16,7-5-17-16,6-7-1 0,6-6-33 0,0-4-16 16,2-5-15-16,1-4 10 15,-3 0-43-15,-1-8-40 0,-4-6-34 0,-2-2-28 16,-7-1-56-16,-5-2-121 0,0 0-92 15,-9-4-341-15,-8 6-402 0,2 3 1084 16,-15-7-1383-16</inkml:trace>
  <inkml:trace contextRef="#ctx0" brushRef="#br0" timeOffset="43739.544">26002 13598 1800 0,'0'0'613'0,"0"0"-49"0,0 0-79 16,0 0-23-16,0 0-102 0,0 0-13 16,0 0-43-16,87 74-109 0,-51-63-61 15,5-5-27-15,4-6-37 0,1 0-34 0,2-8-36 16,-2-5-21-16,-4-5-113 15,-5-3-94-15,-3 0-48 0,-7-3-56 16,-4 2-208-16,-9 7-585 0,-4-3-506 0</inkml:trace>
  <inkml:trace contextRef="#ctx0" brushRef="#br0" timeOffset="43897.545">26452 13637 2338 0,'0'0'503'15,"0"0"-227"-15,-5 77-132 0,5-47 79 16,0 4 194-16,0 3-7 0,0-4-141 15,0-3-152-15,0-3-70 0,0-4-47 16,0-4-87-16,0-1-88 0,0-3-43 16,0-5-61-16,3-1-118 0,0-4-266 0,8-5-618 0</inkml:trace>
  <inkml:trace contextRef="#ctx0" brushRef="#br0" timeOffset="44997.745">26771 13171 365 0,'0'0'1391'16,"0"0"-394"-16,0 0-506 15,109-12-195-15,-69 4-94 0,2-3-35 0,1-2-42 16,-1-2-33-16,0 0-45 0,-3 3-25 16,-2 0-4-16,-2 3-16 0,-3 0 0 15,-2 3-2-15,-4 2-2 0,-5 2-10 0,-6 2 10 16,-4 0-14-16,-4 0-9 0,-1 4 25 15,-3 6 25-15,-1 2 13 0,-2 6-1 16,0 4 19-16,0 4 0 0,-2 7 3 0,-1 4-28 16,-1 4-29-16,0 4 0 0,-1 3-2 15,1 3 2-15,1 2 0 0,3 5 14 16,0 0 2-16,0-1 22 16,0 3-3-16,0-5-18 0,0-2-7 15,0-5-11-15,-6-5-1 0,-2-6-12 0,-6-3-25 16,-3-4-25-16,-6-4 3 15,-4-2-24-15,-2-6-26 0,-2 0-28 16,-4-3-33-16,-3-6-63 0,-4 1-104 0,-3-9-129 16,8 3-228-16,-29-4-589 0</inkml:trace>
  <inkml:trace contextRef="#ctx0" brushRef="#br0" timeOffset="45701.477">20489 12666 1258 0,'0'0'1453'15,"0"0"-1109"-15,0 0-50 16,0 0-113-16,0 0-4 0,0 0 100 0,0 0 2 0,79-2-52 16,-60-2-79-16,1 3-53 0,1-5-42 15,4 3-29 1,-1-6-24-16,2 2-61 0,5-3-72 0,-3-2-61 16,1 3-11-16,-2-1-34 0,-1 3-60 0,-7 2-92 15,-5 1-141-15,-5 4-518 0</inkml:trace>
  <inkml:trace contextRef="#ctx0" brushRef="#br0" timeOffset="45975.474">20525 12870 1987 0,'0'0'972'0,"0"0"-758"0,0 0-169 0,-15 70-10 0,14-42 109 0,1 6 135 15,0 3 10-15,0 2-66 0,0 3-79 16,0 4-42-16,0 3-9 0,-3 5-10 15,1 5-3-15,-2 4-12 0,-2 4 9 16,-1 0-40-16,1 1 2 16,3 0-36-16,0-3 21 15,3-2-24-15,0-6-22 0,3-6-11 0,6-4 5 0,2-5-3 16,2-5-2-16,1-2 31 0,3-4-17 16,1-4 4-16,3-4-1 0,2-1-8 0,3-4-7 15,1-1-9-15,3-4-37 0,6-3-37 16,3-7-54-16,7-3-47 15,5 0-100-15,4-10-187 0,-11 1-587 16,25-8-962-16</inkml:trace>
  <inkml:trace contextRef="#ctx0" brushRef="#br0" timeOffset="46613.343">27734 13989 101 0,'0'0'2913'15,"0"0"-2529"-15,0 0-282 0,0 0-102 16,6 85 31-16,-14-58 58 0,-4-1 69 16,-2 2-38-16,-4-1-83 0,-2-1-35 15,3-4 17-15,1 0-19 0,0-2-49 16,3-3-68-16,5-4-53 0,2-7-132 15,4-3-127-15,-1-3-210 0,3-7-510 0</inkml:trace>
  <inkml:trace contextRef="#ctx0" brushRef="#br0" timeOffset="46956.13">29545 12969 3665 0,'0'0'550'0,"0"0"-550"16,0 0-21-16,-95-14 5 0,59 19 16 15,-4 11 205-15,-2 8 55 16,0 9-94-16,-2 12-31 0,1 10-4 0,1 6 4 15,2 7-5-15,-2 4-20 0,5 1-7 0,1-2-12 16,5-3-22-16,8-6-38 0,12-11-13 16,8-8-18-16,6-11-6 0,16-8-40 15,12-11-23-15,9-7-22 16,8-6 12-16,4 0-49 0,0-13 13 0,-6-4-34 16,-5-6-7-16,-10 1-22 0,-6-3-75 15,-10 1-123-15,-7 2-201 0,-8 5-482 0,-6-8-279 16</inkml:trace>
  <inkml:trace contextRef="#ctx0" brushRef="#br0" timeOffset="47117.852">29070 13511 2463 0,'0'0'995'16,"0"0"-530"-16,0 0-227 0,0 0-94 0,0 0 51 16,67 78 147-16,-38-69-49 0,2-2-113 15,8-5-95-15,7-2-53 0,1-10-32 0,-2-7-92 16,0-2-72-16,-5-3-25 0,-2-3-41 15,-3 0-75-15,-7-3-270 0,-5 10-488 16,-4-9-271-16</inkml:trace>
  <inkml:trace contextRef="#ctx0" brushRef="#br0" timeOffset="47260.953">29527 13444 985 0,'0'0'283'0,"0"0"1309"0,0 0-1309 15,-34 90-162-15,22-58-67 0,4 4 131 16,0-1 165-16,-2 1-51 0,5-1-125 0,0-3-115 15,2-3-59-15,0-7-9 0,2-1-143 16,-1-6-90-16,2-2-76 0,0-2-124 0,0-6-264 16,9-3-544-16</inkml:trace>
  <inkml:trace contextRef="#ctx0" brushRef="#br0" timeOffset="47865.291">30241 12933 1994 0,'0'0'1929'16,"0"0"-1417"-16,0 0-311 0,0 0-158 15,0 0-41-15,0 0-2 0,0 0 65 16,0 0-11-16,0 0-54 0,0 0-25 16,85-23 10-16,-57 16 12 0,6 0-19 15,-3 2 10-15,0 3 10 0,-6 2-10 16,-4 0 9-16,-4 0-10 0,-4 4 13 16,-2 3 31-16,-3-1 12 0,-4 3-21 15,-1 1-20-15,-2 5 1 0,-1 0 0 16,0 2 9-16,-5 7 10 0,-3 2-20 15,-1 2 10-15,0 3 12 0,0 4-2 0,-2 3 15 16,2 2-7-16,2 2 16 0,-1 0 6 0,3 1 30 16,1 0 34-16,2-2-34 0,2 1-21 15,0 0-24 1,0-4-34-16,2 3 12 0,4-1-13 16,-3-2-2-16,2-1-37 0,-2 3-14 0,-3-2-19 15,0 0 15-15,0 0 12 0,0-1 16 16,0 0-3-16,0-2 30 0,0-1 1 0,0-2 0 15,0-3 0-15,1-2 13 0,1-4-14 16,1-2-1-16,-1-3-11 0,3-2-16 16,-2-4-12-16,4-2 13 15,-4-3 6-15,-3-3 17 0,1-1 1 16,-1-2-24-16,0-1-28 0,-4 0-37 16,-5 0 27-16,-4 1 10 0,-5 1 3 0,-4 1-7 15,-7-1-2-15,-4-2-13 0,-7 3-10 16,-5-3 0-16,-4 0-56 0,-3 0-93 0,-6 0-132 15,-2 0-107-15,-4 3-107 0,15-3 0 16,-26 4-225-16</inkml:trace>
  <inkml:trace contextRef="#ctx0" brushRef="#br0" timeOffset="50430.02">18879 14533 1456 0,'0'0'1380'16,"0"0"-964"-16,0 0-31 0,0 0-161 16,28 81-121-16,-26-56-65 0,-2 0-38 15,0 0-20-15,0 1-39 0,0 0-181 16,-4 3-144-16,2-9-335 16,-2 12-636-16</inkml:trace>
  <inkml:trace contextRef="#ctx0" brushRef="#br0" timeOffset="50583.518">18886 15512 825 0,'0'0'635'0,"0"0"-407"0,0 0-228 16,0 0-173-16,4 84-546 0</inkml:trace>
  <inkml:trace contextRef="#ctx0" brushRef="#br0" timeOffset="50745.527">19034 15923 2504 0,'0'0'624'16,"0"0"-302"-16,0 0-40 0,0 0 124 15,0 0 13-15,0 0-93 0,0 0-155 16,0 0-128-16,0 0-43 0,0 0-15 0,20 36-89 15,-20-18-71-15,0 2-71 0,0 4-80 16,-4 3-227-16,-1-4-401 0,-7 24-278 0</inkml:trace>
  <inkml:trace contextRef="#ctx0" brushRef="#br0" timeOffset="54090.358">3689 11468 1882 0,'0'0'356'15,"0"0"-168"-15,0 0-101 16,0 0 13-16,0 0 219 0,0 0-27 0,0 0-92 15,0 0-66-15,0 0-11 16,34-42 57-16,-26 41 34 0,-2-2-67 0,2 2-69 16,2 1-38-16,2-2-18 0,5 1-1 0,3 1-20 15,3-4 0-15,8 4 11 0,3-5-12 16,6 3-11-16,4-2-13 0,5 0-1 16,1 1-12-16,2 2-1 0,6 0 37 15,-1 1-30-15,2 0 9 0,3 0-6 16,0 2-31-16,2-1-7 15,-1 2 3-15,2 0-13 0,1-3-5 0,2 3 28 0,4-3 52 16,2 0-89-16,-1-3-119 0,3 0-104 16,1-2 67-16,4-1 101 0,2 1 145 0,6 0 250 15,1 4-23-15,5-1-227 0,0 0-108 16,0 0-84 0,0 2 192-16,-1 0 70 0,4 0 90 15,-1 6-61-15,2-3-41 0,3-2-27 0,-1-1 36 16,5 0 6-16,0-6-52 0,2-1-21 0,5-3-1 15,2-2-14-15,0-1-11 0,2 0-18 16,3-2-10-16,-2 2-10 0,-2-1-13 16,-2 0 4-16,-4 0 9 0,-4 3 16 15,-5 3 13-15,-3-2 33 16,-8 4-1-16,-4-1 3 0,-5 4 0 0,-2-2 4 16,-5 3 8-16,-8 0 4 0,-2 2-16 15,-7-1-15-15,-7 1-116 0,-8 0-7 16,-6 0-23-16,-8 1-198 0,-10 3-225 0,-9 3-721 0</inkml:trace>
  <inkml:trace contextRef="#ctx0" brushRef="#br0" timeOffset="56272.581">17376 7027 1524 0,'0'0'507'0,"0"0"-60"16,0 0-192-16,0 0-30 0,0 0 69 16,0 0 18-16,0 0-12 0,0 0-23 15,0 0-66-15,0 0-71 0,0 0-69 0,0 0-37 16,31-5-3-16,-11 5-1 15,5-2 1-15,2-1-28 0,-1 2 7 0,2 0-10 16,1 1 0-16,-2-2-16 0,0 2-12 16,-1 0 7-16,-2 0-4 0,-2 0 10 15,-2 0-4-15,-2 2-18 0,-7-1-6 0,-2 1 12 16,-3 2 3-16,-1 2 13 16,-5 1-1-16,0 4 13 0,0 2-12 15,-7 3 13-15,-1 3 0 0,-4 6 0 0,-2-1-22 16,-2 5 23-16,-1-1-18 15,-2 0-6-15,0 1 3 0,-2 0-12 16,1-2 34-16,-1 1 0 0,2-3 16 16,0 1-15-16,-1-5 55 0,7-2-4 0,1-2 17 0,4-7-4 15,5-2-35-15,0-3-5 16,0-3-6-16,2-1 8 0,-2-1 10 16,2 3 0-16,-5-3 3 0,3 0 3 0,-3-4-18 15,-2-3-13-15,-1-5-12 0,-1-1 1 16,0-4-1-16,-3-3-15 0,0-5-16 15,1-2-21-15,-5-2-13 16,1-1-24-16,-2 0-1 0,-1 1-12 0,4 1 15 0,1 0-35 16,5 4-79-16,1 0-158 15,3 2-160-15,4 6-167 0,1-5-420 0</inkml:trace>
  <inkml:trace contextRef="#ctx0" brushRef="#br0" timeOffset="57231.391">17626 9110 127 0,'0'0'2436'0,"0"0"-2002"16,0 0-264-16,0 0-151 0,0 0 32 0,0 0 45 15,0 0 35-15,0 0 5 0,0 0-51 16,0 0-22-16,0 0-6 0,104 0-47 15,-77-6-10-15,0-1-19 0,-2 3 12 16,1-2-12-16,-4 4 10 0,-5 2-16 0,0 0 6 16,-5 1-35-16,-1 6 4 0,-3 3 12 15,-4 1 3-15,0 3 35 16,-4 3 11-16,0 1-7 0,0 4-1 16,-2 0 12-16,-3 6-11 0,-1-1 15 15,-1 5-18-15,-3 2 2 0,3 1 13 0,-2 2 0 16,-1 1-4-16,-1 0 33 0,2-2-1 15,-2-1-13-15,3-4 4 0,2-3 12 16,1-3 3-16,0-5-6 0,1-1 3 16,1-7 4-16,2-1-13 0,-1-7-10 15,2-2-6-15,-1-2 28 0,-2-5 0 16,-3-2-48-16,-3-6 0 0,-3-4 1 16,-1-2 0-16,-5-3-1 0,-1-4-1 0,-1-1-1 15,0-1-28-15,1-3-37 0,-1 1-7 16,4-1-17-16,1 1-8 0,3 3 18 15,2 1-94-15,4 3-43 0,-1 2-145 16,4 5-215-16,0 4-91 0,0 0-488 0</inkml:trace>
  <inkml:trace contextRef="#ctx0" brushRef="#br0" timeOffset="58405.683">17770 11733 1380 0,'0'0'1015'15,"0"0"-589"-15,0 0-173 0,0 0-134 0,0 0 82 16,0 0 116-16,0 0-91 0,0 0-71 16,0 0-37-16,0 0-21 0,16 50-17 15,-1-48-11-15,2-2-20 0,0 0-21 16,6 0-28-16,2 0 0 0,-2-5-3 15,4-2 1-15,-1 2-17 0,-1 1 7 0,-2-2-7 16,-1 5-18-16,-2 0 9 16,-3 1-12-16,-3 0 3 0,0 0-13 15,-2 2 3-15,-5 2 10 0,-1 1 3 16,0 1-1-16,-3 2-15 0,0 3 15 16,-2 1 35-16,-1 4 0 0,0 3-3 0,0 1 1 15,-3 6-17-15,-4 3 6 16,1 1-5-16,-1 4 14 0,0 2-14 0,-1 3 17 15,-3-2 1-15,2 1 18 0,-1-5-17 16,2 0 18-16,1-3 19 0,1-3-3 16,1-3-16-16,1-2 12 0,0-4 7 15,1-4 15-15,2-2-25 0,-1-6-13 16,2 0-14-16,0-6 3 0,0 0 14 0,0 0 10 16,0-6 3-16,-3-1-30 0,0-5-1 15,-3-4 0-15,-2-5-22 0,-4-4 0 16,1-2 20-16,-5-3-18 0,-3-1 17 15,-1 0 2-15,-3-4-27 0,0 0-16 0,0 3-15 16,1-1-7-16,2 2 18 0,4 5-11 16,3 2-79-16,3 5-14 0,3 3-117 0,3 3-147 15,2 6-241 1,2-3-728-16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7:52:33.44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2801 7797 261 0,'0'0'502'16,"0"0"-228"-16,0 0-98 0,0 0 123 15,0 0-55-15,0 0-65 0,0 0-30 0,0 0 13 16,0 0 61-16,0 0 13 0,13 0-72 16,-10-3-61-16,0 2-23 0,-2 1 386 15,-1 0-210-15,2 0-118 0,-2 0-66 0,0 0 11 16,1 0 1-16,0 0-9 0,1-2-44 15,4-1-29-15,-2 1 25 16,4-2-26-16,0 1-1 0,1-1 0 16,-2 3 13-16,0-4 2 0,3 3-15 0,0-2 1 15,0 1 1-15,5-1-2 16,1 1-25-16,4-1 4 0,1-1-4 0,1 0 14 16,1 2 9-16,2-1-11 15,-1 0-15-15,-2 1 7 0,1 0 20 0,1 1-32 0,1-2 14 16,-1 3 19-16,1-1-1 0,2 0-9 15,-1 1-2-15,0 1 12 0,0 0 0 16,1 0 1-16,-1 0 2 0,0 0-3 16,2 0-31-16,-1 0 31 0,2 0 1 15,1 0-1-15,-1 0-20 0,-2 0 8 16,1 0-7-16,-4 0 17 0,2 0-11 16,-1 1-6-16,-2 1 19 0,0-2 3 0,-4 2 11 15,-1-1-14-15,-2-1-19 0,1 3 18 16,-1-3-11-16,0 0 12 0,1 0 0 15,-1 0 0-15,0 0 0 16,0 0 0-16,0 0-16 0,-5 0 3 16,1 0 12-16,1 0-1 0,-2 0 0 15,2 0 1-15,-1 0 0 0,-2 1-27 0,0-1 28 16,-1 0 0-16,-1 0 2 0,5 2 11 16,-1-2-1-16,2 0 35 0,2 0-14 0,1 0-33 15,-2 0 0-15,0 0 0 0,0 0 13 16,2-2-12-16,-1-2 1 0,1 3 15 0,1-1-17 15,-1 0-1 1,0-1-1-16,2 3 2 0,-3-2-16 16,0 0 14-16,1 1 2 0,-1 1 0 0,1-2-3 15,2 0-10-15,1-1 10 0,-1 1-9 16,4 0 12-16,0-1 3 0,4 0-2 16,1 1 27-16,-1-2-28 0,2 2 0 0,0-2 9 15,-2 2-8-15,2-2-2 0,0 1 1 16,0-1-14-16,-2 3 13 0,3-3-26 15,1 2 27-15,-4 1 3 0,2 1 0 16,-3-4-2-16,-2 4 11 0,-1 0 9 16,2 0-21-16,-2 0 0 0,0 0-1 0,-1 0 1 15,-1 0 2-15,-1 0 10 0,-1 0-12 16,-2 0-3-16,-1 0 1 16,0 0 2-16,-3 0-1 0,0 0 0 0,0 0-15 15,1 4-9-15,-1-4 24 0,2 1-1 16,1 1-17-16,2-1 16 0,-2 0-13 15,3 1 16-15,-2-2-2 0,2 1-1 16,-3-1 2-16,2 0 1 0,1 0 0 16,-1 4 3-16,0-4-2 0,0 1 12 15,0-1-12-15,2 0-1 0,-2 2 0 0,-1 0-3 16,2 0-8-16,1 0 11 16,0 1 1-16,2-2-1 0,-1-1-1 0,2 1 1 15,2 0 22-15,-2-1-21 0,2 0 15 16,-1 0-16-16,-1 0-1 0,0 0 1 15,2 2 0-15,-1-2 3 0,0 0 9 0,1 2-10 16,1-2 12-16,-1 1-13 16,-1 2-1-16,2-2 16 0,0 1 1 15,1-2-17-15,-2 1-13 0,4-1 10 0,0 0 0 16,-2 0-10-16,2 0-15 0,-2 2 28 16,2 0 3-16,-3-2-1 0,1 3 11 15,-2-1-11-15,1 0-2 0,0 1 22 0,1-1-21 16,0 3 22-16,1-2-11 0,-1 1-12 15,2-2-3-15,0 1 3 0,2-1 0 16,1-1 13-16,3-1-1 16,1 0-12-16,-2 0 0 0,2 0-1 15,1 0-13-15,-2 0 12 0,0 0 3 16,-2 0-1-16,0 0 0 0,0 0 35 0,1 0-23 16,-3 0 4-16,1 0-15 0,0 1 2 15,-2 1-1-15,2-2-2 0,-2 0-16 0,2 0 15 16,-2 0-17-16,2 0-17 0,-1 0 35 15,1 0-1-15,1 0 1 16,-1 0 31-16,-2 0-31 0,1 1 0 16,-3 1 0-16,0 2 1 0,-1 1 17 0,2-2 10 15,-2 1-27-15,0 1 6 0,2 0 24 16,-2-2-22-16,1 2-8 0,-2-3 0 16,2 2-2-16,0 1-9 0,1-2 7 15,0 1-17-15,0 1 20 0,1 1 0 0,0-4 0 16,2 3-1-16,0-2-4 0,2 0 5 15,-2 0 28-15,4-2-25 16,-1-1 16-16,-1 0-17 0,4 0-2 16,-2 0-18-16,0 0 18 0,1-1 1 15,1-2 17-15,-1 3-17 0,2-1-2 0,-1-1-21 16,1 1 20-16,1 1 2 0,-1-1-1 16,0 1-12-16,1 0 10 0,0 0-13 0,-1 0 16 15,0 0 1-15,0 0 0 0,0 2 0 16,0 1 20-16,-1-2 1 15,0 2-19-15,0 0 10 0,-1 2 2 16,-1-3 10-16,2 3 13 0,-1 1-35 16,2-3-3-16,-1 2 15 0,2-1-15 0,2-1 19 15,-2 0-16-15,1-2-3 0,2 2 0 16,-1-3-3-16,-1 2 3 0,1-1 19 0,-2 2-18 16,2-2 2-16,-3 1 15 0,3-1-5 15,-1 1 5-15,0 0-5 0,1-1-12 16,2-1 23-16,-2 0-24 0,0 0-3 0,0 0-31 15,0 0 31-15,1 0-13 0,-3-1 16 16,1-3 2 0,-1 1-2-16,2-1-2 0,-2 1 2 15,-1 0 3-15,1 1-2 0,-1-1 11 0,0 1 1 16,0 2-13-16,1-3 0 0,-2 0-16 16,1 3 13-16,1-1 3 0,2-1-28 0,-3 0 25 15,4 1 0-15,-1-1 3 0,-2 1-1 16,3-2-9-16,-1 2 10 0,0 1 3 15,0-2 15-15,0 0-5 16,0 2-12-16,1 0 55 0,-3 0-55 0,2 0 5 16,-3 0 19-16,0 0-25 0,1 0 24 15,0 0-11-15,-1 0 2 0,0 0-15 16,0 0-23-16,1-2 22 0,-4-2 1 0,2 2-10 16,-2-3 8-16,1 1-8 0,-1 1 10 15,-2-1 6-15,0 1-4 0,2-1 13 0,-4 4 9 16,3-3-24-16,-4-1-9 0,1 4 8 15,0-1 2 1,-2-3-2-16,0 2-14 0,-1 0 15 0,1-1-15 16,-1 3 10-16,0-4 5 0,1 2 21 0,2-3-20 15,-2 2-1-15,3-2 0 16,-1 1 11-16,1 2-8 0,0-3-1 0,2 4 1 16,1-4-3-16,-2 3-10 0,2-2 10 15,1 3 1-15,0-3-1 0,0 1-13 0,2-1 10 16,-1-1-21-16,-1 1 14 0,3 0 10 15,1 0 0-15,-2-3-17 16,2 3 17-16,0 0 21 0,1 0-8 16,-3-1-10-16,4 3 10 0,-4-1-11 15,0 1 2-15,3 0 12 0,-3 0-16 16,0 2 0-16,1-2-3 0,-1 2 0 0,0-1 6 16,0-3-4-16,1 4 2 0,0-1-1 15,1-1 0-15,0-2-2 0,1 3 2 16,0-2 0-16,3 2 15 0,-2-1-15 0,0 1 12 15,0-1-12-15,2 2-1 16,0-1-11-16,-2 0-10 0,3 1 7 16,0-1 3-16,2-1 11 0,-1 1 1 15,4 1-1-15,-1-2 1 0,-1 2 1 0,3 0 12 16,1 0-13-16,-2-1 0 0,5 1 0 16,0-1 0-16,-3-2-10 0,3 3 10 15,-2-1 11-15,1 1-10 0,-2-1 0 0,2-2-1 16,-2 2 0-16,1 0-2 0,0 1-9 15,1-2 10-15,-1-1-17 16,2 2 3-16,-2 1-34 0,1 0 48 16,-1-2-26-16,0 2 27 0,0 0-10 15,-1 0 8-15,-1 0 4 0,0 0 7 16,-1 2-9-16,-1-1 0 0,0 2 16 16,0-1-13-16,0-1-1 0,1 2-2 0,-1-1 0 15,1-1 15-15,1 0 1 0,0 1-16 0,1-1 0 16,1 0-16-16,-1-1 14 0,-2 2-13 15,2-2 14-15,-2 0 1 16,-1 1 0-16,0-1 2 0,0 0 7 16,0 0-9-16,-2 0 0 0,0 0 22 0,0-1-19 15,-1-1-1-15,1 2-2 0,-2 0 0 16,1 0-25-16,1 0 22 0,0 0-6 16,0 0 6-16,-1 0 2 0,1 0-2 0,0 0-41 15,1 0 43-15,0-1 1 16,-1 1 10-16,-1-1-10 0,-1 1 0 15,3 0 25-15,-4 0-23 0,2 0 12 0,0 0-14 0,0 0 0 16,0 0 1-16,-2 0 0 16,2 0 0-16,-1 1-1 0,-1 0-3 15,2-1 2-15,-2 0-18 0,1 0-15 16,1 0 22-16,2 0 10 0,-1 0-14 16,2-2 16-16,2-1 0 0,-1 2 1 0,1-1 8 15,-1 0-8-15,-1 1 1 0,1 0-1 16,-3 1-1-16,2-2 4 0,1 2 8 0,-4-3-10 15,2 2-1-15,-1 1 7 16,-1-2-5-16,0-1-3 16,0 1 4-16,-2-2-2 0,1 1 19 0,-3 1-21 15,2-1-10-15,-2-1 8 0,2 3 4 0,-3-3 8 16,-1 2-10-16,2 0-14 0,-4-1 14 16,3 2 0-16,-2 0 0 0,1 0 0 15,-1-1 0-15,2 0 0 16,-2 2 14-16,-1-2-14 0,-1 0-13 0,2 1 13 15,-2-1 0-15,-2 1 11 0,1 1-10 16,-3-1 1-16,1 0 26 0,-2 1-22 16,-1 0 7-16,-2 0 9 0,-1 0-22 15,-3 0 0-15,-3 0-2 0,2 0 2 16,-4 1 26-16,0 0-4 0,-1-1-3 0,0 1-16 16,-3-1 34-16,2 0-16 0,-3 0 16 15,0 0-34-15,-5 0 10 0,1 0 8 0,-5 0 1 16,-3 0-1-16,1 0-8 0,-4 0-10 15,1 0 12-15,-2 0-3 16,0 0-8-16,0 0 11 16,0 0 3-16,0 0-2 0,0 0-1 0,0 0 7 15,0 0-22-15,0 0-2 0,-2-1-25 0,-1-3 2 16,-3 1-9-16,0-1-30 0,-5-1-47 16,2-2-34-16,-4 0-32 0,-2-3-109 15,-1-1-165-15,4 3-642 0,-7-8-367 0</inkml:trace>
  <inkml:trace contextRef="#ctx0" brushRef="#br0" timeOffset="11357.073">16630 5626 1816 0,'0'0'544'0,"0"0"-201"0,0 0-189 0,0 0-83 16,0 0 112-16,0 0 113 0,0 0-39 16,0 0-93-16,101-13-82 0,-73 10-22 15,2 3-1-15,5-1-5 0,3 1 9 0,-2 0-38 16,3-2-22-16,0-1-3 0,1 1-2 15,-2-2-32-15,-2 1 21 16,-1-2-15-16,-5 0 0 0,0-1-52 16,-5 0-29-16,-5-1-46 0,-3 0-44 0,-4-2-49 15,-3 1-50-15,-5 2-81 16,-5-3-230-16,0 1-393 0,-3 0 236 0,-3 3 763 16,-8-3-218-16</inkml:trace>
  <inkml:trace contextRef="#ctx0" brushRef="#br0" timeOffset="11772.742">17177 5331 702 0,'0'0'427'15,"0"0"578"-15,0 0-665 0,0 0-18 0,0 0-110 16,0 0 41-16,0 0 8 0,79 18-56 15,-55-4-66-15,-1 3-60 16,2 2-36-16,-5 4-43 0,-1-3-15 0,-3 2 15 16,-2 0-13-16,-4 1 29 0,-4 0-32 15,-4 0 4-15,-2 0-13 0,-8 2 23 16,-5 0-27-16,-7 3-9 0,-3 0 10 16,-2-1-10-16,-2-2-34 0,0 0-26 15,1-4-26-15,4-6-3 0,3-3-52 0,7-4-51 16,4-5-160-16,4-1-365 0,2-2-544 0,2 0 1090 15</inkml:trace>
  <inkml:trace contextRef="#ctx0" brushRef="#br0" timeOffset="12404.48">18047 4723 46 0,'0'0'81'0,"0"0"1211"16,0 0-619-16,0 0-301 0,0 0-108 16,0 0-42-16,0 0-4 0,0 0-10 15,0 0-40-15,0 0-64 0,0 0-31 16,3 28-16-16,-3-25-26 0,0 0-30 0,0 0-1 16,0-3-31-16,0 0-13 0,0 1-7 15,0-1-37-15,0 0-61 0,0 0-106 16,0 0-111-16,0 0-215 0,3 0-447 0,-2 0 112 15,-1-1 851-15,2-5-171 0,-8 9 236 0</inkml:trace>
  <inkml:trace contextRef="#ctx0" brushRef="#br0" timeOffset="13105.458">18136 4632 754 0,'0'0'147'0,"0"0"-20"16,0 0 1000-16,0 0-671 0,0 0-108 0,0 0-22 15,0 0 8-15,0 0-47 0,0 0-89 0,0 0-57 16,0 0 5-16,0 15 33 0,2 6-31 15,-1 3-31-15,-1 7-25 0,0 6-10 16,0 0-5-16,-1 7-7 16,-4 6-25-16,-2 6-8 0,-1 4-16 0,-4 6-18 15,-2 0-1-15,-2 2 8 16,-1 3-10-16,-1-7-23 0,3-2 23 0,3-6 1 16,3-9-1-16,4-6-1 0,3-14-23 15,2-5-28-15,0-10 12 0,6-4-33 16,0-4 6-16,2-4 3 0,3-1-16 0,3-9-18 15,2-3-10-15,2-6 0 16,2-6 12-16,1-4-6 0,-1-2 18 16,-2 1 12-16,-1-4 35 0,0 2-22 15,-4 2 1-15,-2 2 8 0,-1 5 34 16,-1 5 16-16,-2 6 32 0,-2 5 2 16,2 6 14-16,-2 1-10 0,1 0 18 0,0 4 59 15,1 5-9-15,2 6-57 0,-2 1 1 0,-3 4-4 16,2 5 34-16,-3 0-6 15,-1-2-18-15,-1 1-4 0,2-3-28 16,-3-2-24-16,1-3-1 0,1-4-48 0,0 0 9 16,1-2-15-16,3-3-34 15,0-5-75-15,1-2-57 0,6 0-36 16,0-2-236-16,4-5-5 0,2-5-193 0,-2 1-405 16,2-2-13-16</inkml:trace>
  <inkml:trace contextRef="#ctx0" brushRef="#br0" timeOffset="13456.678">18605 5379 623 0,'0'0'713'0,"0"0"405"16,0 0-728-16,0 0-101 0,0 0 14 15,0 0-24-15,0 0-65 0,0 0-50 0,-58 67-64 16,45-50-26-16,3-3-21 0,2-3-26 16,3-3-27-16,2-3-31 15,3-1-15-15,0-3 5 0,0-1 4 0,0 0-1 0,8-3-9 16,0-4-51-16,5-3-30 0,0-3-58 15,3-1-23-15,-3 0 37 0,0-1-7 16,-3 2 19-16,-3 2 64 16,-1-1-14-16,-2 3 39 0,-1-1 71 0,-2 2 35 15,-1 4 48-15,0 2 72 0,0 2 5 16,0 0-16-16,0 0 8 0,-4 7-34 0,-1 4-39 16,0 2 44-1,2 5-9-15,0-1-20 0,0 1-9 0,3-6 0 16,0 1-51-16,6-1-34 0,7-6-43 0,2 2 42 15,5-4 0-15,2-3-24 0,2-1-117 0,5 0-69 16,0-6-58 0,2-3-44-16,1 1-33 0,0-4-122 15,-2 0-161-15,0 0-153 0,-2-1 96 0,-7 2 501 16,6-6 185-16</inkml:trace>
  <inkml:trace contextRef="#ctx0" brushRef="#br0" timeOffset="13885.679">19183 5227 700 0,'0'0'323'15,"0"0"9"-15,0 0 695 0,0 0-563 0,0 0-22 16,0 0-38-16,0 0-71 0,0 0-76 15,0 0-90-15,0 0-105 0,-65 80-44 16,45-62-18-16,2 1-2 16,0-2-26-16,3 1 27 0,5-5-24 15,1-2-9-15,7-3-3 0,2-3 0 16,0-1-13-16,2-1 16 0,4 1 12 0,5-2 21 16,1 1-11-16,4-1-4 0,0 2 0 15,2 0 1-15,3 1-1 0,0 1 15 16,2 4 1-16,-1-1 13 15,1 1-11-15,-3 0 23 0,-1 2 3 0,-2-2 53 0,-5 3-35 16,1-2-2 0,-4 1-26-16,-4-1 7 0,0 1 0 0,-4 0 6 15,-1 0-1-15,0 0-8 0,-6-3-7 0,-4 1 7 16,-1 0-22-16,-1-3 0 0,1 1-37 16,-2-2-43-16,1-4-53 0,-1 0-51 15,0-2-30-15,-1 0-151 0,0 0-244 0,0-2-568 16,3-3-350-16,4-7 1393 0</inkml:trace>
  <inkml:trace contextRef="#ctx0" brushRef="#br0" timeOffset="22716.67">20467 5252 1535 0,'0'0'413'0,"0"0"111"15,0 0-31-15,0 0-138 0,13-70-40 0,-13 53 15 16,0 0-16-16,-2 3-63 0,-5-1-14 15,-3 2-38-15,1 3-55 0,-4-1-37 0,-1 5 8 16,1 0 28-16,-3 3-58 16,-1 3-15-16,-3 0-22 0,-5 6-30 0,-1 9-7 15,-1 4-10-15,-4 6-1 0,0 9 1 16,-1 4 18-16,5 3-4 0,-1 3 6 16,5 0-21-16,5-1-30 0,3-6-4 15,6-3-2-15,3-7 33 0,6-6-33 16,0-5 2-16,6-6-2 0,6-3 9 15,3-4 15-15,3-3-1 0,5-5-8 16,5-7-21-16,2-4-37 0,2-4-3 16,2-7 9-16,1 1-10 0,-2-4 37 15,-3 2 19-15,-1 0 15 0,-5 3 12 0,-2 2-1 16,-4 0-30-16,-5 2 31 0,-4 6 15 16,-3 3 7-16,-4 6 24 0,-2 6-7 15,0 0-26-15,0 5 11 0,0 7 12 0,0 4 4 16,-2 6-19-16,2 4 4 0,-1 6 33 15,1-1-10-15,0 0 28 16,4 2-27-16,6-4-31 0,5-1-18 16,1-5-15-16,5-4-58 0,5-5 9 15,1-4-82-15,2-3-43 0,1-3-65 0,2-4-225 16,-10 0-510-16,14-3-535 0</inkml:trace>
  <inkml:trace contextRef="#ctx0" brushRef="#br0" timeOffset="23486.001">21624 5096 638 0,'0'0'1825'0,"0"0"-1281"0,0 0-65 0,0 0-135 0,0 0-48 15,0 0-28-15,0 0-55 0,86-35 2 16,-74 47 9-16,1 7-87 16,-4 8-27-16,-5 7-28 0,-2 5-12 15,-2 4-3-15,-9 1-61 0,-1 2-6 0,-6-4-19 16,1-5-14-16,1-3 0 16,5-7 5-16,1-6 1 0,2-9 3 0,5-4-1 15,1-7-17-15,0-1-25 0,3 0-6 0,5-7-4 16,1-5 16-16,5-4 43 0,3-6-19 15,2-5 3-15,1-4 7 0,2-5-13 16,-1 0 25-16,1-2-4 16,-2-3 7-16,2 1 12 0,-2 0 9 15,0 2 16-15,0 7 18 0,-4 5-13 0,2 8 4 16,-5 6-22-16,-2 7 10 16,-2 5 30-16,-1 5 6 0,1 10 15 15,-2 7-9-15,-2 8-18 0,-3 5 42 16,0 4-31-16,-2 1-2 0,0 2 9 0,-6-3-28 15,-1 1-21-15,-3-5-15 0,1-4-15 0,2-1-18 16,2-11-4-16,0-2-11 16,4-6 8-16,1-8-36 0,0-1-18 0,3-2-43 15,3-2-37-15,0-7-23 0,3-3-58 16,1-5-169-16,3-6-204 0,0-1-122 16,-2 6-414-16,5-15-316 0</inkml:trace>
  <inkml:trace contextRef="#ctx0" brushRef="#br0" timeOffset="23782.384">22259 5134 1463 0,'0'0'1128'16,"0"0"-752"-16,0 0-129 0,5 73 24 15,-7-42 139-15,-3 2 19 0,0 2-30 0,1-3-92 16,1-3-118-16,3-4-22 0,0-6-49 16,5-3-99-16,7-9-19 0,0-2-16 15,5-5 16-15,1 0 0 0,2-5 1 16,1-6-1-16,0-2-3 0,0-5-45 0,2-1-13 15,0-1 3-15,-4-2-15 0,-2 0 0 16,-1-2 0-16,-4-2 0 16,-7-2-7-16,-2-2 4 0,-3 1 27 0,0-1-13 15,-8 4 62-15,-4 6 16 0,-1 5 45 16,0 12 13-16,-3 3-35 0,-1 3-20 16,0 13 2-16,-3 3 4 0,2 4 11 0,0 3 16 15,0-2-15-15,2 1-37 0,2-3-9 16,1 1-25-16,1-4-76 0,0-2-110 0,3-3-253 15,0-3-278-15,4-5-650 0,3-4-670 16</inkml:trace>
  <inkml:trace contextRef="#ctx0" brushRef="#br0" timeOffset="24089.089">22665 4910 1759 0,'0'0'1039'15,"0"0"-788"-15,0 0 24 0,0 0 156 0,0 0 6 0,0 0-62 16,53 85-138-16,-49-50-81 16,-1 2 21-16,-2 5-15 0,-1-1-65 0,0 0-66 15,-1-1-31-15,-3-4-4 0,-1-2 1 16,1-7-21-16,1-6 24 16,2-6 0-16,-1-4 0 0,2-5-11 15,0-3-4-15,0-3 3 0,0 0 12 0,0-9-43 0,3-5-3 16,4-5-2-16,1-3 2 0,3-8 6 15,2-5 1-15,0-6 14 16,0-4-17-16,1-4-35 0,-2-1-27 16,2 2 21-16,0 4-9 15,0 6-16-15,0 8 9 0,-1 6-72 0,-3 10-47 16,0 3-97-16,-4 6-141 0,0 4-283 0,-3 1-765 0</inkml:trace>
  <inkml:trace contextRef="#ctx0" brushRef="#br0" timeOffset="24825.355">23121 5020 2531 0,'0'0'761'15,"0"0"-273"-15,0 0-104 0,0 0-52 16,0 0-70-16,19 76-81 16,-19-45 5-16,-6 1-18 0,-4 1-80 15,1-3-27-15,1-4-19 0,2-2-42 16,2-5-61-16,1-3 10 0,1-6 5 0,2-5-2 16,0-2-10-16,3-3 6 0,5 0-12 0,1-5-86 15,0-6-28-15,3-3 15 0,1-3 77 16,0-2-4-16,1-4 31 0,-1 0 31 15,2-2 26-15,0-3-23 0,-1 0 25 16,1-1 13-16,0 4 30 16,0 3-18-16,-1 8 6 0,-2 3 34 0,2 8 9 15,-4 3 34-15,0 4 12 0,-3 9 0 16,-3 8-56-16,-4 2-40 0,0 4 13 16,-9 2 24-16,0 0-21 0,0-3-1 15,2-3-39-15,2-6-15 0,4-5-34 0,1-5 16 16,0-2 14-16,7-2 16 0,3-3-27 15,7 0 2-15,1-3 1 0,5-6-7 0,1-3-27 16,1-2 30-16,-2-2 16 16,-1 1-10-16,-2 3 10 0,-4 0 3 15,-4 3-1-15,-4 4 11 0,-4 2 2 16,-2 3 0-16,0 0 31 0,0 6 58 0,-1 1 30 16,1 4-21-16,0 1-40 0,-2 4-3 15,2-1 9-15,-1 3 18 0,-1-1 6 16,0 2-30-16,0-3-52 0,2-3-6 15,1 0-46-15,3-2-78 16,-1 0 8-16,4-4-3 0,4-2-61 16,4-3-189-16,3-2-248 0,-1 0-369 0,14-11-415 15</inkml:trace>
  <inkml:trace contextRef="#ctx0" brushRef="#br0" timeOffset="25116.614">23946 5182 1228 0,'0'0'1510'16,"0"0"-949"-16,0 0-202 0,0 0-51 0,0 0 25 15,0 0-24-15,-82 44-91 0,56-22-37 16,-2 1-25-16,5-3-37 0,6-1-49 0,3-4-55 16,6-4-15-16,4-5-1 0,3-3-27 15,1 0-26-15,0-2-41 0,2-1 25 16,9 0 24-16,1-2 7 0,6-6-1 16,3-1-21-16,2-3-4 0,0-2 4 15,1 1-16-15,-3 1 40 0,-2 4 10 16,-6 3-17-16,-6 2 14 0,-2 3 30 0,-5 3 24 15,0 7 103-15,0 2-20 16,0 2-43-16,-3 2 10 0,0 1-7 0,0 0 3 16,1-2 0-16,1-3-30 15,1-3-40-15,0-3-2 0,7-3-59 0,7-3-6 16,2 0-55-16,4-12-47 0,3-5-114 16,2-3-238-16,-5 2-493 0,15-14-617 0</inkml:trace>
  <inkml:trace contextRef="#ctx0" brushRef="#br0" timeOffset="25318.16">24432 4561 2206 0,'0'0'1044'0,"0"0"-647"16,0 0-66-16,0 0-5 0,0 0-57 0,0 0-4 0,0 0-42 16,0 0-3-16,-2 74-20 0,4-39-33 15,0 4-16-15,5 5-60 0,-4 6-46 16,0 6-27-16,-3 2-6 15,0 3-10-15,-6-1-2 0,-3-1 0 0,1-5-24 16,2-7-60-16,3-4-80 0,3-6-36 16,3-8-55-16,6-5-32 0,1-4-168 15,0-8-318-15,6 1-858 0</inkml:trace>
  <inkml:trace contextRef="#ctx0" brushRef="#br0" timeOffset="25872.177">25596 4941 810 0,'0'0'1389'0,"0"0"-724"15,0 0-220-15,0 0-125 0,0 0-14 0,0 0-51 0,0 0-66 16,0 0-53 0,-86 50-52-16,49-23-35 0,-2 6 16 0,0 0-7 15,4-2 1-15,4-1-10 0,10-6-13 0,6-7-5 16,10 0-31-16,5-6-23 0,2-1-14 16,10 1-34-16,5 1 53 0,6 0 5 15,4-1-20-15,-1 0 33 0,1 0-1 16,-1 0 1-16,-3 0-2 0,-3 1 2 15,-6 0 12-15,0-1 34 0,-6 1-6 16,-3 0 9-16,-2-3-31 0,-3 1 7 16,0 1-13-16,-5 0-11 0,-6-2-1 15,-4 2 1-15,-1-3-1 0,-4 1-23 16,-3-3-45-16,2 1-36 0,3-5-41 16,1-2-6-16,6 0-54 0,2-1-5 0,2-7-133 15,7-4-377-15,0-1-646 0</inkml:trace>
  <inkml:trace contextRef="#ctx0" brushRef="#br0" timeOffset="26206.744">25763 5243 2168 0,'0'0'794'0,"0"0"-337"0,0 0-156 16,0 0 20-16,0 0-9 0,0 0-86 15,0 0-106-15,0 0-120 0,79-23-56 16,-56 7-95-16,3-2-129 0,-2-3 54 0,-1 3-19 15,-5 3 14-15,-3-1 8 0,-3 4-39 16,-7 0-14-16,-5 1 189 0,0 3 87 0,-9-2 151 16,-4 4 93-1,-3 3-23-15,-2 2-122 0,1 1-52 16,-4 8 26-16,0 6 45 0,-1 3 24 0,3 6 3 16,-1 1-1-16,3 6-15 15,-3 1 8-15,4 4 24 0,3-3 34 0,2 4-8 16,5-3-31-16,3-3-18 0,3-4 2 0,1-2-13 15,10-2-45-15,1-4-24 16,5-4-45-16,4 0-13 0,6-6-45 0,3-2-43 16,5-4-43-16,3-2-40 15,2 0-43-15,-1-2-71 0,0-5-215 0,-9 2-486 16,8-4-610-16</inkml:trace>
  <inkml:trace contextRef="#ctx0" brushRef="#br0" timeOffset="26856.139">26169 4998 1315 0,'0'0'22'0,"0"0"1401"0,0 0-1006 0,0 0-29 15,0 0-79-15,0 0-4 16,87-6-66-16,-73 15-31 0,-3 3-30 0,1 6-40 15,-4 5 3-15,-5 7-13 0,-3 2-7 16,0 5-48-16,-9-1-39 0,-3 2-22 16,-1-1-9-16,-1 1-3 0,-2-4 0 15,1 3 0-15,0-7-1 0,2-3 0 0,1-6-2 16,7-8 3-16,2-5-1 0,1-6-11 16,2-1 12-16,0-1 18 0,0 0 24 15,5-2-30-15,0-5-9 0,5-5-3 16,3-4 2-16,6-7-4 0,1-7-18 15,6-3 2-15,0-2 16 0,0-3-10 0,-2 0-12 16,-2 1-10-16,0-1-2 0,-4 4-52 16,1-1-1-16,-2 4-20 15,-2 4-29-15,-1 5-52 0,-3 6-23 16,-3 4-81-16,-3 5-92 0,2 4-156 0,-6 2-505 0,0 1-304 16</inkml:trace>
  <inkml:trace contextRef="#ctx0" brushRef="#br0" timeOffset="27065.163">26718 5007 1106 0,'0'0'466'15,"0"0"-258"-15,0 0 563 0,0 0-263 0,0 0-112 16,24 81-13-16,-24-54-60 0,0 3-55 16,-5 2-55-16,-1 0-32 0,1 0-15 15,0-2-44-15,-2-4-55 0,2-2-41 16,-1-3-26-16,1-2-27 0,2-4-34 15,2-3-73-15,1-4-35 0,0-5 22 16,0-1-11-16,0-2-49 0,1 0-56 16,2-5-64-16,-1-5-204 0,-1 3-696 0,1-11-429 15</inkml:trace>
  <inkml:trace contextRef="#ctx0" brushRef="#br0" timeOffset="27225.624">26695 4898 2333 0,'0'0'536'16,"0"0"-148"0,0 0-55-16,0 0 27 0,0 0-90 0,0 0-103 15,85-9-108-15,-63 9-59 0,6 0-40 0,-3 0-44 16,4 0-121-16,-4 2-123 0,-6-1-188 16,4 0-752-16</inkml:trace>
  <inkml:trace contextRef="#ctx0" brushRef="#br0" timeOffset="27598.895">27092 5111 1737 0,'0'0'405'16,"0"0"719"-16,0 0-803 0,0 0-37 0,0 0-29 16,19 67-65-16,-2-61-53 0,0-4-63 15,6-2-22-15,2 0-52 0,1-2-39 16,2-8-38-16,0-1-44 0,-2-5 15 0,0 3 7 15,-3-4 17-15,-3 3 25 0,-6-4 29 0,-1 3 28 16,-6-1 31-16,-4-2 13 16,-3 2-12-16,0-3-4 0,-4 0 38 15,-3 1 24-15,-2 2 10 0,2 4-10 16,-2 4-10-16,-3 4-80 0,-3 4-37 16,-4 2-31-16,0 8 52 0,-4 7 16 15,-2 6 47-15,-3 4-32 0,-1 6-12 0,1 4 41 16,2 0 20-16,4 0 26 15,3-2-1-15,9-4-6 0,6-6-3 0,4-4-4 16,4-4-24-16,6-4-49 0,6-5-3 16,1-2-40-16,5-2 4 0,2-4 5 15,5-3-39-15,3-6-69 0,2-2-86 16,3-6-132-16,-3-2-257 0,-5 3-724 0,12-11-469 16</inkml:trace>
  <inkml:trace contextRef="#ctx0" brushRef="#br0" timeOffset="27871.937">27840 4856 2827 0,'0'0'586'15,"0"0"-421"-15,0 0-67 0,0 0 195 0,0 0 82 16,0 0-23-16,0 0-152 0,-39 80-130 0,27-59-27 16,5-2 15-16,1-1-9 0,3-3 9 15,2 1 3-15,1-3-21 0,0 1-37 0,0 0-3 16,4 0 0-16,2 0-3 0,1 1-22 15,2-1-2-15,0 1-19 0,-1-2 6 16,0-1 4-16,1 1 5 0,-3-3-2 16,2 4 14-16,-4-3 7 15,-1 0 9-15,-3-2-24 0,0 1-41 16,-3-1 19-16,-9 4 6 0,-2 0-27 0,-5 0-63 16,-4 2-89-16,-3 1-80 0,-3 0-20 0,-4 0-115 15,7-5-359-15,-16 5-595 0</inkml:trace>
  <inkml:trace contextRef="#ctx0" brushRef="#br0" timeOffset="29481.45">21001 6236 783 0,'0'0'1766'0,"0"0"-1415"0,0 0-15 0,0 0-21 15,0 0 23-15,91 36-12 16,-55-30-68-16,3-3-100 0,6-3-91 16,1 0-45-16,3-10-22 0,-1-2-34 15,1-5-117-15,-5-2-72 0,-1 0-93 16,-7-3-186-16,-10 4-734 0,0-10-811 0</inkml:trace>
  <inkml:trace contextRef="#ctx0" brushRef="#br0" timeOffset="30521.783">29214 4214 1413 0,'0'0'1751'15,"0"0"-1306"-15,0 0-158 0,0 0-51 16,0 0 103-16,38 95-89 0,-29-48-44 16,-3 6-60-16,-3 5-36 15,-2 6-43-15,-1 3-12 0,0-2 24 16,-4 1-40-16,-4-4-27 0,1-5-12 0,0-5-22 16,1-5-14-16,6-12-83 0,0-6-24 15,0-9-1-15,0-6-46 0,4-5-56 16,-1-3-253-16,-1-5-566 0,1-1-529 0</inkml:trace>
  <inkml:trace contextRef="#ctx0" brushRef="#br0" timeOffset="30681.987">29315 4807 1261 0,'0'0'147'0,"0"0"1364"0,0 0-1028 16,0 0-217-16,0 0-23 0,0 0 114 15,79-4-62-15,-52 4-113 0,5 1-84 0,2-1-75 16,6 0-23-16,4-7-40 0,2-5-110 15,-5-1-91-15,1-6-86 0,-4-2-152 16,-14 3-528-16,2-8-530 0</inkml:trace>
  <inkml:trace contextRef="#ctx0" brushRef="#br0" timeOffset="30897.15">29805 4260 1780 0,'0'0'1012'15,"0"0"-599"-15,0 0-142 0,0 0-43 0,0 0-42 16,0 0 22-16,0 0 91 0,0 0-52 0,14 99-32 16,-9-59-1-16,-1 7-37 0,-4 2-55 15,0 1-16-15,0 3-39 0,-2 0-46 16,-5-3-21-16,-1 2-12 0,-1-4-18 16,0-2-43-16,1-1-76 0,0-6-37 15,3-4-16-15,2-6-9 0,3-4-92 16,0-6-213-16,2-7-498 0,12-6-460 0</inkml:trace>
  <inkml:trace contextRef="#ctx0" brushRef="#br0" timeOffset="31114.781">30141 4989 1208 0,'0'0'1251'0,"0"0"-836"16,0 0-69-16,0 0 64 0,0 0-60 0,0 0-108 15,0 0-84-15,77 0-77 0,-62 0-49 16,-1 0-32-16,0 0-34 0,-4 5-22 15,-3-1-18-15,-2 4-54 0,-5 0-35 16,-2 7 12-16,-10 1 113 0,-3 6 35 0,-6 2-22 16,-5 0 25-16,1-1-1 0,-3-2 1 15,7-3 0-15,3-4-1 0,8-5-2 16,2-4-32-16,5-5-170 0,3 0-107 16,0-1-188-16,9-17-965 0</inkml:trace>
  <inkml:trace contextRef="#ctx0" brushRef="#br0" timeOffset="31251.865">30407 4770 798 0,'0'0'2101'0,"0"0"-1663"16,0 0-288-16,0 0 46 0,0 0-13 0,0 0-92 16,79-34-91-16,-65 27-50 15,-1-2-123-15,-4 0-87 0,-3 4-312 16,-6-2-1149-16</inkml:trace>
  <inkml:trace contextRef="#ctx0" brushRef="#br0" timeOffset="32119.543">28924 4177 417 0,'0'0'258'16,"0"0"836"-16,0 0-294 0,0 0-291 0,0 0-197 16,0 0-89-16,0 0-34 0,0 0-32 0,0 0-43 15,0 0-30-15,0 0-34 0,-8 16-12 16,2-8 18-16,1 4 6 0,-4 2 6 15,3 4 0-15,-2 4 25 0,-4 4 2 0,2 7-24 16,-3 1-31-16,-3 5-37 0,-3 4-2 16,-4 3-2-16,-1 0-17 15,0 2 6-15,2-1-3 0,-1 2-16 16,6-4 0-16,0-1 1 0,6-2 8 16,2-5-12-16,7-5 3 0,2-5 3 0,0-4 1 15,5-3-1-15,4-4 26 0,1-1-20 16,-1-2 7-16,0 2 12 0,0-1 3 15,2 3 0-15,-4 2-3 0,-1 3 3 16,2 0-2-16,-2 0-1 16,-2 5 3-16,1-3 0 0,-2 0-2 0,2-3-10 15,1-2-10-15,0-1-6 0,2-3-40 16,0-2-106-16,3-6 4 0,-2 0 12 0,1-3-3 16,0-3-6-16,-3-1 30 15,-1 0 54-15,0-2 45 0,0-7-23 0,2-1-99 16,-1-5-133-16,1 2-153 0,-3-1-83 0,1-2 110 15,-3 3 171-15,-2 2 4 0,-1 3 81 16,0 4 163-16,0 4 6 16,0 1 11-16,0 10 64 0,-1 2 239 15,-2 3 25-15,-3-2-131 0,4 3 59 16,0-1-81-16,1-2-82 0,-1 2 13 0,2-2 26 16,0 2-43-16,0-1-106 0,0 1-112 15,2-1-153-15,1-3-264 16,-1 5-778-16</inkml:trace>
  <inkml:trace contextRef="#ctx0" brushRef="#br0" timeOffset="32655.664">30999 4166 1421 0,'0'0'2225'16,"0"0"-1687"-16,0 0-339 0,0 0-59 16,0 0 78-16,0 0 9 0,81-20-116 0,-70 20-111 15,-2 0-28-15,-4 7-52 0,0 4 1 16,-4 9 78-16,-1 7-21 0,-11 10 19 16,-9 6 0-16,-9 7 1 0,-6 5-16 15,-2 2 17-15,2-3 1 0,6-6 9 16,8-5 34-16,9-7-3 0,8-2-40 0,4-1-12 15,5-2-1-15,6 2-11 16,4-1 12-16,-2 2-16 0,4-1 16 16,-2 1 12-16,-1 3 0 0,-1-1 1 0,-2 2 60 15,1-2 6-15,-1 0 4 16,-3-1-29-16,4-1-8 0,-1-3-17 0,-3-5-17 16,1 2-2-16,-3-4-19 0,-1-5-31 0,-4 1-9 15,-1-4-3-15,0 1-10 0,-6 0-24 16,-5-4-22-16,-2 4-10 0,-2-3-37 15,-5-3-171-15,5-3-460 0,-7 1-1518 0</inkml:trace>
  <inkml:trace contextRef="#ctx0" brushRef="#br0" timeOffset="34117.586">30128 5031 1076 0,'0'0'238'16,"0"0"-37"-16,0 0 261 0,0 0 350 0,0 0-306 16,0 0-179-16,0 0-18 0,0 0-48 15,0 0-31-15,0 0-23 0,0 0-14 0,0 0-46 16,0 0-27-16,0 0 5 0,0 0-10 15,0 0-39-15,0 0-21 0,2 0-16 16,-1 0-8-16,5 0-13 0,0 0-17 16,5 0 1-16,3-1 0 0,3-4-2 15,0 1-1-15,0-1-11 16,0 0-6-16,-2 0-1 0,-1 0-14 0,-2-2-22 16,-1 2 1-16,-1 1 23 15,-2 1 1-15,-3 2 3 0,-2-1-7 0,0 2 10 16,-3 0-22-16,0 0-12 0,0 0-15 15,0 3-10-15,-3 4 22 0,-2 3 52 16,-6 2 9-16,-1 6 18 0,-2 1 4 0,-3-1-10 16,0 2 6-16,0 1-6 0,1-1 19 15,-2-1 3-15,4 0-1 0,-2 0 1 16,5 1 2-16,-1-1 19 16,2-1 6-16,1 0 6 0,3-4-33 0,2 2 14 15,2-4-2-15,0-2 5 0,2 0-14 0,0-1 2 16,0-1-9-16,2-4 16 0,4 2-16 15,0-2-6-15,5 0-21 0,-3-3-3 16,6-1 0-16,3 0-1 0,0 0-1 16,3-3 1-16,0-4-17 15,5-2-9-15,-3-3-31 0,4 0-23 0,2-1-59 16,-3-4-27-16,0 0-1 16,-2 0-37-16,-3 2-44 0,-4-3-102 0,-1-1-173 15,-7 7-471-15,1-7-501 0</inkml:trace>
  <inkml:trace contextRef="#ctx0" brushRef="#br0" timeOffset="36755.734">21187 6317 629 0,'0'0'0'0,"0"0"0"0,0 0 688 16,0 0-142-16,0 0-189 0,0 0-101 0,0 0-18 16,0 0 10-16,0 0-27 15,0-19-17-15,0 19-7 0,0 0 49 16,0 0-48-16,-1 0-53 0,-1 0-30 16,0 0 0-16,-3 0-19 0,-2 2-59 15,-2 4-6-15,-2-1-29 0,-2 2 16 16,1 1 10-16,-1 1-9 0,1-2-4 0,-2 1 7 0,2 2-4 15,1-4-15-15,1 1-2 0,3 0-1 16,1-1-2 0,2-1-10-16,3-2 0 0,1 0-15 0,0 1 26 15,3-2-20-15,5 5 19 16,9-1 2-16,3 3 0 0,2 0-1 0,7 0-2 0,1-1-12 16,2-2-1-16,1 2 4 0,0 0-16 15,-1 0 3-15,-2-3 10 16,-4 5-3-16,-3-1 14 0,-4 0-11 0,-5 0 3 15,-3 2 12-15,-3-3 12 0,-4 3 44 16,-2-4 8-16,-2 2-8 0,0 0-10 0,0-2-12 16,-2 0-3-16,-1 1 6 0,-2-1-13 15,-4-1-12-15,3-2-12 0,-2 0-10 0,0 0-11 16,2-3-35 0,0-1-48-16,0 0-47 0,1 0-48 0,1-3-39 15,1-6-73-15,2 2-450 0,1-11-719 0</inkml:trace>
  <inkml:trace contextRef="#ctx0" brushRef="#br0" timeOffset="37113.742">21686 6307 1049 0,'0'0'670'0,"0"0"530"15,0 0-777-15,0 0-30 0,-7 85-43 16,1-57 26-16,0 2-86 0,-1-2-94 0,1-2-86 15,3-2-80-15,3-5-30 0,0-3-28 16,0-4-15-16,6-5-91 0,2 0-11 0,3-6-49 16,2-1 15-16,4-1-33 15,1-10-58-15,3-3-27 0,1-3-46 0,-2-2-103 16,0-3 114 0,-1 2 177-16,-5-1 132 0,0 3 23 0,-2 0 68 15,-3 3 84-15,-1-1 103 0,-5 4 31 0,0 4-5 16,-1 2 8-16,-2 4-27 15,1 2-58-15,-1 0-48 0,1 2-59 0,-1 10-7 16,3 1 24 0,0 5 50-16,2 3 41 0,-1 4-37 0,2-2-64 15,-2-2-60-15,0-2-44 0,2-3-58 16,1-3-73-16,3-6-44 0,3-1-58 0,4-5-46 16,2-1-165-16,0-3-535 0,14-14-776 0</inkml:trace>
  <inkml:trace contextRef="#ctx0" brushRef="#br0" timeOffset="37298.144">22363 6339 859 0,'0'0'2043'15,"0"0"-1382"-15,0 0-267 0,0 0-52 0,0 0-51 16,-99 75 16-16,74-45-62 0,3 4-75 16,4-2-30-16,2-2-7 0,8-6-42 15,2-3-79-15,6-7-12 0,0-4-97 0,7-6-18 16,7-3 30-16,7-1 9 0,5-8-61 15,5-9-55-15,2-8-84 0,1-4-232 16,0-5-458-16,-8 7-555 0</inkml:trace>
  <inkml:trace contextRef="#ctx0" brushRef="#br0" timeOffset="37613.625">22628 5916 2231 0,'0'0'694'0,"0"0"-177"0,0 0-175 15,0 0 48-15,-4 87-2 0,-1-51-22 16,2 4-85-16,-2 3-50 0,-2 0-62 16,-2 2-53-16,-1-2-47 0,-3-1-36 15,-1-2-32-15,2-3-1 0,-1-6-24 0,-1-2-18 16,5-8 0-16,3-5 8 16,5-7-14-16,1-5-64 0,4-4-67 0,8 0 45 15,7-8 76-15,4-3 0 0,1-4 15 16,5-1-9-16,-1-2 12 0,-3 1 13 15,-2 5 15-15,-4 5 12 0,0 2 0 0,-6 5 48 16,1 0 4-16,-3 11 0 16,-6-3 19-16,2 9-4 15,-5 2-22-15,-1 1-8 0,-1 1-16 0,0-1-3 16,0-3-18-16,0-1-1 0,0-4-44 0,0-5-53 16,0-1-18-16,2-5-49 0,1-1-151 15,-1 0-414-15,4-3-792 0</inkml:trace>
  <inkml:trace contextRef="#ctx0" brushRef="#br0" timeOffset="38144.171">23487 6392 784 0,'0'0'94'16,"0"0"1886"0,0 0-1420-16,0 0-190 0,0 0-52 0,0 0-19 15,0 0-12-15,0 0-87 0,83 52-72 0,-45-46-45 16,4-6-19-16,3-4-28 0,5-10-36 16,2-4-52-16,0-7-125 0,-1-3-81 15,-4-2-178-15,-14 8-351 0,0-15-1006 0</inkml:trace>
  <inkml:trace contextRef="#ctx0" brushRef="#br0" timeOffset="38330.457">23821 5966 398 0,'0'0'430'0,"0"0"1175"0,0 0-1042 0,-25 68-128 15,19-35-18-15,-1 10-18 0,0 8-25 16,-1 4-63-16,-4 4-70 0,0-3-58 15,-4-2-80-15,5-5-103 0,0-6-3 16,6-10-28-16,-1-7-66 0,6-9-43 0,0-6-9 16,10-6-20-16,0-3-80 15,6-2-113-15,1-7-150 0,-2-2-200 16,9-15-638-16</inkml:trace>
  <inkml:trace contextRef="#ctx0" brushRef="#br0" timeOffset="38722.878">24158 5798 1114 0,'0'0'797'0,"0"0"5"0,0 0-333 15,0 0-144-15,0 0 22 0,0 0 11 0,7 65-44 16,-7-30-83-16,-3 11-72 0,-3 2-9 16,0 8 39-16,-2 2 0 0,0 0-83 15,-3 0-58-15,2-2-32 0,-2-4-16 16,-1-7 0-16,4-5-43 0,3-9-27 15,4-8-27-15,1-6-24 0,4-9 14 16,8-2 10-16,4-2 14 0,-2-4 16 16,5 0 27-16,1-10 0 0,0 0-3 15,2-5 40-15,-1-3 1 0,0 1 2 16,-3 3 2-16,-5 1 44 0,2 3-9 0,-7 5 0 16,-3 2-7-16,1 3 16 0,-4 0 27 15,4 5 1-15,-3 4-1 0,0 5-3 16,0 3 15-16,0 2 9 0,-3 1-27 0,2-4-31 15,3 0-18-15,-1-4-18 0,5-5-2 16,-1 0-19-16,3-3-43 16,4-4 1-16,4 0-22 0,4-7-49 15,4-4-46-15,2-6-31 0,2-1-100 0,-3-1-163 16,1 2-170-16,-2 0-342 0,-9 7-21 16,5-3 274-16</inkml:trace>
  <inkml:trace contextRef="#ctx0" brushRef="#br0" timeOffset="38884.456">24691 6396 1127 0,'0'0'1137'0,"0"0"-453"0,0 0-81 15,0 0-143-15,-25 69-69 0,15-48-30 0,-3 3-70 16,5-5-50-16,-1 0-41 0,3-3-66 16,2-4-71-16,4-6-42 15,0 0-21-15,1-4-36 0,9-2-34 0,3 0 1 16,3-2 2-16,5-8-30 0,1-8-49 16,7-1-40-16,2-5-47 0,0-4-140 15,1 0-164-15,1-5-107 0,2-3-159 16,-9 10-333-16,11-26 383 0</inkml:trace>
  <inkml:trace contextRef="#ctx0" brushRef="#br0" timeOffset="39230.433">25141 5928 1299 0,'0'0'1024'0,"0"0"-498"15,0 0-116-15,0 0-92 0,0 0-34 0,0 0-14 16,0 0-8-16,0 0-30 0,-5 66-66 16,2-29 8-16,0 4 43 0,0 6-56 0,1-1-42 15,-4 2-49-15,-3 0-37 0,1 2-8 16,-3-4-25-16,2 0-27 0,-2-6 0 15,5-4-25-15,2-4-2 0,4-4 29 16,0-7 13-16,0-2-15 0,4-4-40 16,2-3-9-16,-1-5 18 0,1-1 15 15,-3-2-9-15,0-2-6 0,0-2-34 16,-1 0 13-16,-1-2-63 0,-1-5-80 16,0-2-63-16,-4-6-39 0,-4 1-39 0,-3-5 79 15,3-4 96-15,-7 4 188 16,2-2 22-16,2 0 106 0,-2 2 41 0,3 1 44 0,4 2-64 15,4 7 46 1,2 0 22-16,5 4-42 0,9 2-64 0,6-2-27 16,11-2 42-16,2 1 22 15,6-4-92-15,4 3-56 0,-1 0-27 0,0 0-50 16,-1-1-123-16,-5 1-104 0,0 1-212 0,-13 1-712 16,8 0-1064-16</inkml:trace>
  <inkml:trace contextRef="#ctx0" brushRef="#br0" timeOffset="39763.683">26757 6191 1003 0,'0'0'2031'0,"0"0"-1597"0,0 0-39 16,0 0-59-16,0 0-13 0,0 0 0 15,45 76-23-15,-36-40-11 0,-5 3-77 16,-1 7-46-16,-2 0-48 16,-1-3-21-16,0-1-43 0,-1-2-54 0,-2-8-15 15,-1-2-12-15,0-3-37 0,1-8-17 16,1-2-19-16,-1-9-33 0,3-3-64 16,0-4-71-16,0 0-83 0,-3-1-143 15,0 0-183-15,1 0-405 0,-4-8-696 0</inkml:trace>
  <inkml:trace contextRef="#ctx0" brushRef="#br0" timeOffset="39898.314">26811 6472 1520 0,'0'0'1357'0,"0"0"-744"15,0 0-224-15,0 0-32 0,0 0 9 16,0 0-31-16,0 0-33 0,89-16-120 0,-63 16-81 0,4-1-59 16,4-4-41-16,3-4-1 0,0-3-85 15,2-3-73-15,-1-2-43 0,-2-2-77 16,-3-3-200-16,-13 7-640 0,0-9-859 0</inkml:trace>
  <inkml:trace contextRef="#ctx0" brushRef="#br0" timeOffset="40087.621">27162 6003 82 0,'0'0'1411'0,"0"0"-119"15,0 0-779-15,0 0-167 0,0 0 48 16,0 0-29-16,12 89-29 0,-4-49-38 0,-2 7-51 0,2 2-35 15,-1 1-36-15,0-2-70 0,-1-2-78 16,-5-2-28-16,-1-3-27 16,0-2-43-16,0-4-48 0,-4-6-61 15,1-1-37-15,0-7-22 0,3-5-59 16,0-2-277-16,0-5-507 0,0-5-745 0</inkml:trace>
  <inkml:trace contextRef="#ctx0" brushRef="#br0" timeOffset="40296.877">27443 6560 866 0,'0'0'1860'16,"0"0"-1433"-16,0 0-168 0,0 0 130 15,0 0 7-15,0 0-101 0,0 0-64 0,0 0-65 16,84 56-41-16,-78-38 4 0,-2 2 14 16,1-1-40-16,-5 0-57 0,0-1-35 15,0-6-11-15,0 0-18 0,0-5-80 16,0-2-45-16,0-5-25 0,-2 0-15 15,-2 0-88-15,-1-10-259 0,2 2-862 0,-2-11-1097 0</inkml:trace>
  <inkml:trace contextRef="#ctx0" brushRef="#br0" timeOffset="40439.67">27445 6313 68 0,'0'0'2753'0,"0"0"-2060"0,0 0-242 0,0 0-78 0,0 0-110 15,0 0-66-15,0 0-93 0,86-9-104 16,-50 0-6-16,6-2-181 0,3-5-125 16,0 0-226-16,-10 0-720 15,15-4-901-15</inkml:trace>
  <inkml:trace contextRef="#ctx0" brushRef="#br0" timeOffset="40725.003">28429 5926 1646 0,'0'0'1145'16,"0"0"-642"-16,0 0-113 15,0 0-59-15,-21 72-25 0,11-47-27 0,-4 5-82 16,-1 3-59-16,-4 5-37 16,-6 3-10-16,-2 4-27 0,-8 4-30 0,-5 3-22 15,-6 3-12-15,-6 4-9 0,-4 2-12 0,-1 3-4 16,-2-1-5-16,0 0-4 15,2-1-2-15,1-3 8 0,5-2-3 0,4-4 10 16,4-6-19-16,8-4 7 0,5-8-29 16,6-4-36-16,7-8-34 15,4-2-47-15,3-4-88 0,6-3-88 0,2-3-187 16,2-5-532-16,0-5-699 0</inkml:trace>
  <inkml:trace contextRef="#ctx0" brushRef="#br0" timeOffset="41415.618">28125 6704 1266 0,'0'0'52'16,"0"0"979"-16,0 0-567 0,0 0-73 16,0 0-50-16,9 77-25 0,-7-57 7 15,-2 4-43-15,2 4-46 0,-2 0-65 16,0 1-49-16,0 1-13 0,-2-1-22 0,-3 1-15 16,1-2-21-16,-1-2-28 0,-1-2-21 15,2-4 0-15,0 0-3 0,-2-8-30 16,5-3-19-16,-1-4-40 0,2-4-63 15,0-1-57-15,0 0-56 0,0-1-180 0,0-1-536 16,0-8-570-16</inkml:trace>
  <inkml:trace contextRef="#ctx0" brushRef="#br0" timeOffset="41567.278">28139 6968 2285 0,'0'0'744'0,"0"0"-338"0,0 0-137 16,0 0 150-16,0 0-31 0,0 0-12 15,93 0-126-15,-65-1-106 0,3-7-84 0,3-4-60 16,4-3-65-16,-1-3-121 0,1-2-65 16,-2-3-113-16,-3-1-280 0,-13 8-697 15,3-8-708-15</inkml:trace>
  <inkml:trace contextRef="#ctx0" brushRef="#br0" timeOffset="41763.711">28479 6606 1292 0,'0'0'1186'16,"0"0"-668"-16,0 0-112 0,0 0-39 16,0 0-5-16,-2 86-4 0,2-56-13 15,0 1-97-15,2 2-56 0,3 0-44 16,-1 1-20-16,-1-3-58 0,2-4-70 0,-4 0-16 16,1-4-120-16,-2 2-55 15,0-1-29-15,0-4-28 0,0 1-140 0,0-7-346 16,-3 3-717-16</inkml:trace>
  <inkml:trace contextRef="#ctx0" brushRef="#br0" timeOffset="41991.98">28769 6979 2493 0,'0'0'595'0,"0"0"-352"0,0 0-2 15,0 0 135-15,0 0-72 0,0 0-34 16,0 0-64-16,0 0-120 0,79 68-31 15,-73-52 4-15,2 0-23 0,-5-1 4 0,-1 2-12 16,1-3-13-16,-3-3-15 0,0 0-2 16,3-3-26-16,-3-6-76 15,1 0-31-15,-1-2-34 0,0 0-38 16,0-6-104-16,0-5-229 0,0 3-733 0,-7-13-328 0</inkml:trace>
  <inkml:trace contextRef="#ctx0" brushRef="#br0" timeOffset="42139.204">28769 6817 49 0,'0'0'2557'0,"0"0"-1953"0,0 0-372 0,0 0-86 16,0 0 53-16,0 0 91 0,0 0-62 16,81 0-134-16,-54 0-94 0,3 0-93 0,2-4-69 15,-2 4-105-15,1 0-183 0,-9 0-659 16,5 0-819-16</inkml:trace>
  <inkml:trace contextRef="#ctx0" brushRef="#br0" timeOffset="42280.201">29161 6972 2040 0,'0'0'1069'0,"0"0"-798"16,0 0 24-16,0 0 105 0,0 0-89 0,0 0-69 15,82 16-92-15,-54-24-150 0,2-5-86 16,4-2-108-16,-2-3-120 0,-2 0-278 0,-11 4-634 15,7-9-957-15</inkml:trace>
  <inkml:trace contextRef="#ctx0" brushRef="#br0" timeOffset="42463.636">29515 6685 1239 0,'0'0'1212'0,"0"0"-825"16,0 0-102-16,0 0 98 0,0 0 56 0,-17 89 8 15,15-63-83-15,-3 2-153 0,1-1-88 0,1 3-53 16,3-1-28-16,-1 1-26 16,-1-2-16-16,2-1-37 0,0 1-63 0,0-4-29 15,0-3-52 1,6-2-50-16,1-1-169 0,-1-7-368 0,3 7-944 16</inkml:trace>
  <inkml:trace contextRef="#ctx0" brushRef="#br0" timeOffset="42915.023">30177 6457 241 0,'0'0'806'0,"0"0"290"0,2 71-443 16,-4-40-281-16,-1 2-53 0,-1 1-25 0,-1-3 55 0,0-3-87 15,2-4-142-15,3-5-120 0,0-6-43 16,0-4-109-16,5-6-22 15,1-1-18-15,0-2-142 0,-1 0-390 16,1-14-1081-16</inkml:trace>
  <inkml:trace contextRef="#ctx0" brushRef="#br0" timeOffset="43068.737">30183 6179 836 0,'0'0'111'0,"0"0"1653"0,0 0-1311 0,0 0-329 16,0 0-124-16,84-2-9 0,-59 2-234 16,4 0-308-16,-8-2-904 0,13 2 676 0</inkml:trace>
  <inkml:trace contextRef="#ctx0" brushRef="#br0" timeOffset="43316.427">30630 6357 1011 0,'0'0'748'15,"0"0"336"-15,0 0-613 0,0 0 48 0,0 0-39 16,-91 71-81-16,74-56-129 0,5 1-118 16,2-1-82-16,7-1-27 0,3 2 12 15,0-1-16-15,5 2-5 0,7 0-7 0,-1 1-12 16,4 0-15-16,1 0 0 0,0 0-1 16,-1 1 0-16,0 0 0 0,-2 2 1 15,-2-4-1-15,-2-1 0 0,0 1-29 0,-4-1 12 16,-2-3 0-16,-3 1-65 0,0-2-35 15,-6 0-50-15,-5 0 14 16,-3-1 10-16,0 0-16 0,-3-4-45 16,-5-1-114-16,-1-1-176 0,6-3-493 15,-14-2-608-15</inkml:trace>
  <inkml:trace contextRef="#ctx0" brushRef="#br0" timeOffset="44197.509">27317 7774 163 0,'0'0'241'15,"0"0"1033"-15,0 0-242 0,0 0-614 0,0 0-80 16,0 0-66-16,0 0 5 0,0 0-36 0,0 0-21 16,0 0-22-16,-90 0-69 15,63 12 9-15,-2 12 24 0,-3 4-7 16,2 6-6-16,3 5-18 0,3-1-13 16,4-2-27-16,6-5-25 0,7-4-23 0,5-7-43 15,2-7-24-15,3-3-12 0,12-3-15 16,1-6 20-16,8-1 1 0,6-1-3 15,4-13-43-15,2-7 0 0,2-5-18 16,-2-5-33-16,-3 2-14 0,-4-2-8 16,-1 1 8-16,-4 7-22 0,-4-1 18 15,-2 5 6-15,-7 2 37 0,-3 3 48 16,-3 4 54-16,-1 5 52 0,-4 3 45 16,0 2 5-16,0 0 6 0,0 2-22 15,0 5-21-15,0 6-13 0,0 6 12 0,0 6 22 16,0 3-31-16,0 5 25 0,0-1-7 15,0-3-6-15,0-1-46 0,0-7-21 0,5-4-39 16,4-5-105-16,-1-1-42 16,6-10 32-16,0-1-49 0,3 0-189 15,-6-6-378-15,9-12-795 0</inkml:trace>
  <inkml:trace contextRef="#ctx0" brushRef="#br0" timeOffset="44590.567">27815 7307 1429 0,'0'0'396'0,"0"0"860"0,0 0-750 16,26 71-43-16,-18-36-104 0,-6 9 2 0,1 8-73 16,-3 2-26-16,-3 1-107 15,-2 4-73-15,-6-5-37 0,-1-4-30 0,1-3-15 16,0-6-1-16,2-6-15 0,4-8-29 15,2-8-10-15,3-4-2 16,0-8-31-16,3 0 2 0,4-4 4 0,6-1 49 16,-2-1 17-16,9-1-2 15,0 1 17-15,1-1-11 0,2 0 9 0,1 0-21 16,1 3 2-16,-4 0 1 0,-1 2-4 16,-3-1 7-16,-3 3 18 0,-4 4 24 15,-3-2 19-15,-1 2-3 0,-3 1 3 0,-3 5-4 16,0-3 7-16,0 1 6 0,-9 1-10 15,1 0-14-15,-3 2 2 0,-4-4-9 16,-1 1-21-16,-2-3-14 0,-1-3-47 0,-1-2-60 16,0-4-44-16,4-3-10 15,1 0-61-15,4-7-223 0,3-8-530 16,3 2-556-16,5-14 400 0</inkml:trace>
  <inkml:trace contextRef="#ctx0" brushRef="#br0" timeOffset="44939.829">28157 7982 1800 0,'0'0'1061'0,"0"0"-638"0,0 0-23 0,0 0 66 16,0 0-69-16,0 0-43 0,0 0-131 15,0 0-107-15,0 0-13 0,0 0-11 16,91 44-20-16,-68-55-72 0,2-5-75 0,1-4-35 16,-1-2-30-16,0 1 6 0,-2 3 21 15,-9 2 12-15,-3 2 8 0,-3 4 14 16,-7 0 8-16,-1 1 58 0,-3 2 13 15,-8-1 13-15,-4 2 30 0,1 4 12 0,-3 2-3 16,1 4-2-16,-1 8-7 0,0 4-10 16,0 6 13-16,0 2-3 0,0 5 15 15,1 0 37-15,1 2-4 0,1 0-2 16,3-2-4-16,3-4 9 16,2-3 3-16,2-4 18 0,4-5-9 15,0-4-55-15,4-2-51 0,4-3-6 0,3-1-27 0,4-3-21 16,2 0-13-16,5-4-6 0,2-3-11 15,0-5-41-15,1-1-48 0,0 1-74 16,-1-3-162 0,1 0-243-16,-9 4-612 0,7-9-638 0</inkml:trace>
  <inkml:trace contextRef="#ctx0" brushRef="#br0" timeOffset="45214.841">28753 7550 2270 0,'0'0'1177'16,"0"0"-763"-16,0 0-97 0,0 72-68 0,0-41 44 15,0 4-35-15,-3 4-54 0,-2-3-64 16,1 5-40-16,-1-2-15 0,2 0 0 15,0-2-15-15,0 1-19 16,0-3-30-16,1-2-21 0,0-3-19 0,1-4-77 16,-2-6-59-16,3-3-49 0,0-7-12 15,0-2-35-15,8-8-147 0,0 0-203 16,1 0-569-16,6-12-824 0</inkml:trace>
  <inkml:trace contextRef="#ctx0" brushRef="#br0" timeOffset="45388.68">29076 7949 91 0,'0'0'2584'0,"0"0"-2119"0,0 0-327 15,3 66-33-15,-3-42 120 0,0-2 40 0,0-1-16 16,0-3-126-16,3-2-123 0,2-4-91 16,1-4-51-16,0-1-43 0,2-3-10 0,-3-4-15 15,4 0-64-15,-5 0-266 0,1-11-599 0</inkml:trace>
  <inkml:trace contextRef="#ctx0" brushRef="#br0" timeOffset="45555.422">29048 7817 108 0,'0'0'2726'0,"0"0"-2093"0,0 0-367 0,0 0-8 0,0 0 73 0,0 0 0 0,0 0-57 16,87 7-131-16,-56-7-118 15,-3-3-25-15,3-4-98 16,-3-1-95-16,-2 1-87 0,-2 1-115 16,-1-1-220-16,-6 2-708 0,0 1-778 0</inkml:trace>
  <inkml:trace contextRef="#ctx0" brushRef="#br0" timeOffset="45971.353">29543 7810 153 0,'0'0'2146'0,"0"0"-1736"0,0 0-242 15,0 0 21-15,0 0 6 0,0 0 91 16,-60 66 61-16,42-47-27 0,0-1-90 16,5 0-35-16,-2 0-38 0,2-1-25 15,4-4 5-15,1 0 10 0,4-4-7 16,1 0-46-16,1-4-37 0,2 0-35 16,0-3 8-16,0 0-2 0,0-2-28 15,0 0-36-15,2 0-28 0,-1 0-18 0,2 0 18 16,2 0 10-16,-2 0 11 0,3 0 40 15,0 0-40-15,2 0 4 0,-1 0 17 16,3-2 22-16,1-5 0 0,6-1-20 16,-1-3-26-16,3-3-12 0,0 0-21 15,3-1-13-15,-2-2-10 0,-3 2 7 0,-1 1-1 16,-2 4 7-16,-2 1 51 0,-7 3 38 16,1 2 12-16,-3 4 22 0,-3 0 28 15,2 3 40-15,-2 4-10 0,3 2-6 16,-3 1 0-16,3 4 18 0,-1 1-15 15,1 3-7-15,3 0-9 0,1 1-15 16,3-2-25-16,2-3 4 0,-1-2-37 0,1-3-18 16,1-2-34-16,0-6-21 15,0 3-31-15,0-4-52 0,-2-4-43 0,1-1-140 16,-1-3-319-16,-5 2-609 0,0-7-725 0</inkml:trace>
  <inkml:trace contextRef="#ctx0" brushRef="#br0" timeOffset="46314.488">29991 7832 2767 0,'0'0'1068'0,"0"0"-751"0,0 0-71 0,-8 68 124 16,-1-43-33-16,3-1 25 0,3-1-129 0,1-6-127 15,2-2-54-15,0 0-23 0,0-5-29 16,0-1-37-16,0-5-50 0,1-2-46 15,6 0-10-15,2-2 16 0,5 0 20 16,2-7 1-16,7 0 5 0,2-3 6 0,3-4 16 16,3 2 17-16,0-4 1 15,3 2-7-15,-3 0 13 0,0 3 51 16,-3 1 4-16,-2 5 90 0,-5 4 45 16,-3 1-10-16,-2 0-2 0,-4 6-17 15,-1 1-20-15,-2 4-38 0,-5 1-5 16,-3 1-16-16,-1 2-11 0,0 0-16 0,0 3-27 15,-5-4-9-15,-1 1-49 0,0-3-89 0,-2 0-46 16,-7-1-110 0,2 2-315-16,2-3-545 0,-17 2-954 0</inkml:trace>
  <inkml:trace contextRef="#ctx0" brushRef="#br0" timeOffset="67873.696">20141 7304 75 0,'0'0'584'0,"0"0"-122"0,0 0-90 15,0 0-89-15,0 0-121 0,0 0-3 16,0 0-68-16,0 0-43 0,0 0-9 0,0 0 23 15,0 0 2-15,0 0 201 0,15-16-59 16,-13 16-10-16,-2 0 24 0,0 0 44 0,0 0-23 16,0 0-3-16,0 0-18 0,0 0-12 15,0 0-32-15,0 0-16 0,0 0-35 16,2 0-57-16,-2 3-28 0,0-2-7 16,1-1-14-16,2 3-4 15,1 4 0-15,4 2 28 0,3 4-7 0,5 4 1 16,3 2 5-16,1 3-8 0,6 4-7 15,1 2-5-15,2 3-10 0,4 1-9 16,2 2 0-16,0 4 9 0,1 2-12 0,2-1-13 16,-2 2 12-16,0-1-14 0,-1-2 12 15,0 2-25-15,-1-2 27 16,1-2-2-16,-4 2-30 0,0-3 5 16,-4 0-8-16,-2-4 24 0,-4-2-1 0,-1 2-11 15,-4-4 21-15,1-1-15 0,-3-4-1 16,-3-1 7-16,1-2 9 0,-2-2-12 15,-3 0 0-15,1-4 2 0,-2-3 11 16,-1-2-1-16,0-1-24 0,-2 2-4 0,2-6 13 16,-1 1 0-1,-3-1-7-15,1-3-27 0,-2 0-31 0,1 0-24 0,-1-3-10 16,2-3 18-16,-2-5 15 16,0-4-40-16,0-5-88 0,0-2-226 0,-5-6-283 15,-2 8-544-15,-9-15-222 0</inkml:trace>
  <inkml:trace contextRef="#ctx0" brushRef="#br0" timeOffset="68188.658">20135 7155 1820 0,'0'0'406'16,"0"0"123"-16,0 0-195 0,0 0 33 15,0 0-72-15,0 0-10 0,0 0-68 16,0 0-87-16,0 0-24 0,0 0-11 16,0 0-33-16,-29 77 0 0,9-45-10 15,-3 6-28-15,-4 1-24 0,-4-2-10 0,3-2-17 16,0-4-7-16,5-3-12 0,3-9-13 15,7-4-40-15,4-5-31 0,4-4-16 0,2-4-55 16,3-2-53-16,0-2-88 0,5-3-288 16,9-7-632-16</inkml:trace>
  <inkml:trace contextRef="#ctx0" brushRef="#br0" timeOffset="68374.348">20158 7322 2024 0,'0'0'567'15,"0"0"-101"-15,0 0-153 0,0 0 83 16,0 0-31-16,0 0-69 0,80-15-86 0,-57 15-75 16,5 0-27-16,7 4-17 0,4 7-51 15,6-3-28-15,2 4-12 0,1 2 0 0,2 0-39 16,-1-2-13-16,0 2-71 16,-3-3-18-16,-2 1-26 0,-3 0-90 0,-5-4-196 15,-10 0-316-15,5 0-756 0</inkml:trace>
  <inkml:trace contextRef="#ctx0" brushRef="#br0" timeOffset="69530.466">21187 8982 411 0,'0'0'1254'0,"0"0"-906"15,0 0 440-15,0 0-294 0,0 0-91 0,0 0-19 0,0 0-72 16,0 0-53-16,0 0-56 0,0 0-77 15,25-4-59-15,-5 2-24 0,6-2 15 16,4 1-37-16,1-1-10 0,0-1-11 0,3-1 0 16,-3 1-2-16,1 2-25 0,-2-4-4 15,-1 0-5-15,-5 3-10 16,-2-2-18-16,-7 2-4 0,-3 4-8 0,-4-2-4 16,-3 2 6-16,-2 0-9 15,0 6 2-15,0 4 78 0,-1 5-9 0,0 3 11 16,-2 6 1-16,0 3 2 0,-2 6-1 15,-4 4 1-15,-2 3-1 16,0 6-1-16,-4 4-11 0,4 3 11 0,-3 4 10 0,2-1 55 16,1 2 9-16,0-1 9 15,3 0 34-15,1-7-13 0,2-5-40 0,2-7-15 16,0-7-21-16,3-4-16 0,3-6-12 16,1-5-2-16,1-4 0 0,0-3-10 15,-2-4-37-15,-2-1-25 0,-2-3 4 16,-1-1-38-16,-1 0-21 0,0-1-62 0,0-8-123 15,-6-3-250-15,2 3-441 0,-10-12-487 0</inkml:trace>
  <inkml:trace contextRef="#ctx0" brushRef="#br0" timeOffset="69731.408">21238 9518 2047 0,'0'0'492'0,"0"0"-99"0,0 0-89 15,0 0-27-15,0 0 24 0,0 0 19 16,0 0-55-16,0 0-89 16,99-7-71-16,-70 3-44 0,-3 4-57 15,-3 0-4-15,-3 0-34 0,-3 0-56 16,-5 0-67-16,-3 0-67 0,-5 0-136 0,-2 6-233 16,-2-1-515-16,-3 2-529 0</inkml:trace>
  <inkml:trace contextRef="#ctx0" brushRef="#br0" timeOffset="69903.505">21206 9772 1956 0,'0'0'745'0,"0"0"-267"15,0 0-207-15,0 0 8 0,0 0 48 16,0 0-40-16,0 0-67 16,79 18-45-16,-47-18-43 0,4-2-46 15,-1-4-37-15,1 0-49 0,-2-3-19 0,-1 2-82 16,-1 0-111-16,1-1-66 0,0 3-138 15,-8 1-331-15,12-3-911 0</inkml:trace>
  <inkml:trace contextRef="#ctx0" brushRef="#br0" timeOffset="71958.813">22195 9082 787 0,'0'0'306'0,"0"0"-192"16,0 0 98-16,0 0 519 0,0 0-207 0,0 0-126 15,0 0-98-15,0 0-27 0,0 0-8 0,0 0-45 16,0 0-20-16,31-62-30 0,-29 62-34 15,-1 0-28-15,-1 0-44 0,2 0-18 16,1 5-18-16,2 8 24 0,4 5 12 16,0 11-3-16,-2 4-33 0,-3 11 2 15,-2 4-15-15,-2 4-14 16,0 5 0-16,-5-1-2 0,-5 0-13 0,-1-4-13 0,-1-3-16 16,2-3-15-16,-1-9 18 15,3-6-18-15,4-6 24 0,1-7-6 16,2-4-3-16,-1-7-24 0,2-4-26 0,0-1-27 15,0-2-38-15,3-3-13 0,4-4-34 0,2-5 13 16,4-6-60-16,1-2-22 0,4-6 24 16,-2 0-7-1,-1-3 18-15,1 2 42 0,-1-2 97 0,-4 1 100 16,1 3 70-16,-1 5 95 0,-2 3 67 16,0 4 26-16,1 4-8 0,-2 4-59 15,3 3-16-15,1-1-4 0,-2 1-14 0,-1 2-59 16,0 0-45-16,-4 5-21 0,0 0-7 15,-4 3 7-15,-1 4-29 16,0 0-3-16,-3 5-19 0,-8 1-16 16,-2 1-22-16,-2 2 23 0,-3-2-29 0,2-2 12 15,1-2 26-15,4-5 24 16,2-2 0-16,5-1-1 0,4-2-23 0,0 0 25 16,0-1 3-16,2 5 76 0,6 0 21 0,1 0-20 15,2 0-21-15,4-2-9 16,-2 0 9-16,2 4 3 0,1-4-6 15,1-1-6-15,-3 1-4 0,1-1-18 16,1 0-28-16,-1 1-1 0,-1-1-21 0,3 2-33 16,-1-2-48-16,1-2-15 0,2 0-133 15,0-2-141-15,-6-2-275 0,12 0-857 0</inkml:trace>
  <inkml:trace contextRef="#ctx0" brushRef="#br0" timeOffset="72462.752">23841 9282 2549 0,'0'0'713'0,"0"0"-256"15,0 0-259-15,0 0-75 0,0 0 3 16,0 0 29-16,-93 64 10 0,67-42-79 15,1-3-40-15,3 0-2 0,3-1-14 0,6-4 4 16,2-1-6-16,6-4 2 0,2 2-11 16,3-1-4-16,0 0-15 15,6 2 1-15,5 3 21 0,0-2-22 0,3 3-11 16,5-1-11-16,1-1-15 0,0 0-12 16,0-1 0-16,3 0 6 0,-4-1 27 0,-2 0 1 15,-2 1-16 1,-2-1 28-16,-6 2 0 0,-2 0 3 0,-4-1 59 15,-1 0 37-15,0 1-25 0,-7-1-28 0,-1 0-13 16,-3-1-8-16,2-4-3 16,-1 0-19-16,3-4-135 0,-2-1-62 15,4-3-75-15,0 0-73 0,2 0-138 16,3-12-981-16</inkml:trace>
  <inkml:trace contextRef="#ctx0" brushRef="#br0" timeOffset="72630.095">24091 9676 1979 0,'0'0'622'0,"0"0"-179"0,0 0 26 16,0 0 58-16,0 0-51 0,-3 69-122 15,-2-55-161 1,0-2-126-16,2-5-67 0,0 0-10 0,3-2-69 16,0-2-99-16,3-3-31 0,6 0-78 15,7-8-173-15,-5-1-531 0,17-13-931 0</inkml:trace>
  <inkml:trace contextRef="#ctx0" brushRef="#br0" timeOffset="73021.638">24570 9124 1949 0,'0'0'596'0,"0"0"-146"0,0 0-60 0,-29 92 19 16,19-52-42-16,-2 5-40 0,2 5-81 15,-3 3-111-15,2 0-52 0,1-3-25 16,-5 3-30-16,7-9-28 0,0-1 0 16,5-8-13-16,3-5 13 0,0-5 4 15,8-5 32-15,0-5-36 0,1-5-6 16,0-2-28-16,-1-5-17 0,1-3-41 16,1 0-16-16,-1-8-5 0,-1-5-45 0,0-4-78 15,-4-2-206-15,-4 0-138 0,0-4-66 16,-9 3-43-16,-5-3 38 0,-3 0 97 15,-2-2 385-15,-4 2 169 0,-3 0 456 0,-2 3 140 16,0-1-128-16,0 4-34 0,8 5-19 16,3 1-5-1,9 7-42-15,6 3-47 0,2 1-23 0,0 0-97 16,8 0-16-16,9 0 21 0,8 0-53 16,8 3-49-16,10-2-34 0,4-1-42 0,3 0-28 15,-1 0-30-15,-4-3-4 0,-3 2-57 16,-2-1-111-16,-6 1-103 0,-8 0-299 15,2 1-1024-15</inkml:trace>
  <inkml:trace contextRef="#ctx0" brushRef="#br0" timeOffset="73171.017">24944 9776 3123 0,'0'0'551'16,"0"0"-397"-16,0 0-154 0,0 0-19 0,0 0-50 15,0 0-23-15,0 0-289 0,0 0-720 16,0 0-904-16</inkml:trace>
  <inkml:trace contextRef="#ctx0" brushRef="#br0" timeOffset="73764.132">25888 9338 1489 0,'0'0'1207'16,"0"0"-572"-16,0 0-182 0,90 12-186 15,-51-11-69-15,3-1-6 0,3 0-16 0,2 0-53 16,2 0-70-16,0 0-32 0,-2 0-9 16,0 5-11-16,-7 1-1 0,-7 1-24 15,-6 3-10-15,-9 2-6 0,-6 3 3 16,-9 5-3-16,-3 3-3 0,-8 4 6 16,-7 4-12-16,-8 0-7 0,-4 5 31 15,-5 0 4-15,-4 0 18 0,-4 3 2 0,-3 0 1 16,-4 2 0-16,2 0 35 0,-2-3 39 15,7 0 40-15,3-2 6 0,10-5 21 16,7-6 3-16,9-3 24 0,5-3-56 16,6-2-27-16,6-2-3 0,7 0 12 15,8-3-6-15,8 2-49 0,6-5-22 16,5 1-17-16,4-8-55 0,1-2-27 16,0-2-51-16,0-9-65 0,-5-4-43 0,-1-4-154 15,-11 4-350-15,3-8-814 0</inkml:trace>
  <inkml:trace contextRef="#ctx0" brushRef="#br0" timeOffset="74341.367">26518 9675 1117 0,'0'0'755'0,"0"0"-282"15,0 0 307-15,0 0-294 16,0 0-67-16,22 80-84 0,-21-48-45 0,-1 5-53 15,0 1-47-15,0 3-29 0,-3 2-24 16,-7-1-46-16,0 1-27 0,0 0-22 0,-3-3-21 16,-1 2-19-16,-1-5-2 0,2-1-3 15,0-3 3-15,3-5-15 0,0-3 14 16,4-4-11-16,-1-6 9 16,7-4-24-16,0-5-13 0,0-2-23 0,0-4-41 15,6 0 25 1,1-3-21-16,5-4 20 0,3-5 28 0,3-6-49 0,1-4-21 0,1-4-63 15,-3-1-19-15,2-2 24 0,-5-2 99 16,1 0-10-16,-2 2 56 0,-1-1 35 0,-1-1 0 16,-1 5 35-1,0 2 43-15,-2 4 10 0,0 7-13 16,0 1-13-16,-1 2 3 0,-2 7-3 16,-1 0-7-16,1 3-18 0,-3 0 6 0,3 1 22 15,-2 4 0-15,0 3-10 0,1 2-3 0,-3 2-12 16,-1 4-9-16,0-1-7 0,0 2-24 15,-7 1 0-15,0-2-49 0,-3 2-18 16,-5 0-7-16,2 0-18 0,-2-4 12 16,-1 3 15-16,1-6 31 0,2-3 9 15,2 0 22-15,1-3 2 0,4-1 1 16,2-2 1-16,2-2-1 0,2 2 0 16,0-1-25-16,0 2-18 0,6 3 43 15,3 1 15-15,3 0 19 0,2 3-6 16,3-3-12-16,0-2-14 0,5 0 16 0,-1 1-15 0,1-2 16 15,0-2 36-15,-2-2-14 0,-1 0-17 16,1 0-24 0,-2 0-65-16,1-1-49 0,-2-3-44 15,2-1-127-15,0-2-314 0,-3 2-545 0,3-6-526 0</inkml:trace>
  <inkml:trace contextRef="#ctx0" brushRef="#br0" timeOffset="74571.632">27317 9755 2797 0,'0'0'1148'0,"0"0"-872"0,0 0-90 16,82 21 68-16,-51-18 49 0,5-3-52 0,-1 0-93 0,3 0-107 15,-1-3-51-15,2-2-13 0,-5-2-84 16,-3 2-101-16,-8 0-56 0,-6 4-75 16,-8 1-179-16,-4 0-276 0,-9 2-821 0</inkml:trace>
  <inkml:trace contextRef="#ctx0" brushRef="#br0" timeOffset="74730.259">27213 9997 2323 0,'0'0'757'0,"0"0"-349"0,0 0-155 0,0 0 33 0,0 0 52 16,0 0-11-16,78 46-106 0,-41-45-95 0,6-1-65 15,2-1-61-15,1-5-12 0,-3-5-120 16,-1 2-67-16,-2-3-79 0,-2 0-161 0,-11 3-291 16,7-4-946-16</inkml:trace>
  <inkml:trace contextRef="#ctx0" brushRef="#br0" timeOffset="75487.709">28724 9447 1816 0,'0'0'1479'0,"0"0"-1133"0,0 0-84 16,-83 4-14-16,43 7 41 0,-6 3-14 15,-1 9-48-15,-2 4-96 16,2 8-45-16,1 5 5 0,1 5-21 16,0 6 3-16,2 5 9 0,3-2 15 15,5 2 3-15,7-1-15 0,9-5-10 16,7-6 13-16,6-2 24 0,6-6-34 15,5-4-24-15,8-3-17 0,4 0-10 16,5-3-27-16,3-3 1 0,6 1-2 0,0-2-1 16,3-3-16-16,0-6 16 0,-1-2-23 15,1-9-44-15,0-2-55 16,-1-8-21-16,3-5-45 0,-3-5-22 16,0-5-38-16,-1-1-117 0,-2-4-114 0,-4-3-96 15,-7-1-138-15,-5-2 61 0,-5-1 103 0,-6 4 359 16,-3 1 192-16,-3 6 341 0,-8 5-49 15,-4 5 28-15,-1 2 12 0,-2 3-63 16,-1 4 8-16,2 1-49 0,2 2-5 16,7 2 10-16,3 0-31 0,2 0-4 15,3 0-16-15,0 1 11 0,5 2-40 16,4-1-13-16,0 2-6 0,6 2-40 16,1 1-3-16,1 0-6 0,0 1-19 15,1-2-11-15,0-3-19 0,-2 1-15 0,4-3-21 16,2-1-2-16,0 0-79 0,2 0-31 15,1-1-7-15,2-3-2 16,-3 1-19-16,-2 0 3 0,-2 1-16 16,-3 1 37-16,-6 1 30 0,-3 0 12 15,-5 0-34-15,-1 0-47 0,-2 1-28 16,0 2 30-16,0 0 71 0,-5-1-56 0,3 3-188 16,-4 0-14-16,3 0 6 0,0-2 125 0,1 2 64 15,1 2 12-15,-1-2 10 0,2 2 123 16,0 2 33-16,-2 0 241 15,2 0 42-15,-4 1 30 0,-1 2-21 16,2 0-66-16,-3 0-30 0,1-1-78 0,-3 4-39 0,-3-2-46 16,1 0-32-16,0 0-32 15,-5-1-2-15,5-1 0 0,-1-1-28 16,2-1-53-16,3-2-15 0,0 0 11 16,5-3-50-16,0 0-120 0,-1-3-228 0,1 1-671 15,-2-2-674-15</inkml:trace>
  <inkml:trace contextRef="#ctx0" brushRef="#br0" timeOffset="76029.871">28513 9970 1451 0,'0'0'420'15,"0"0"66"-15,0 0-127 0,0 0-9 16,0 0-37-16,0 0-47 0,0 0-76 16,0 0 4-16,76-1 20 15,-56 2-53-15,0 0-50 0,4-1-24 16,0 0-32-16,3 0-33 0,1 0-22 0,1 0-2 16,-1-2-35-16,-2-2-25 0,-2 1-27 15,-1-2-45-15,-6 2-21 0,-4 0-37 16,-6 3-37-16,-4 0-103 0,-3 0-202 15,0-1-286-15,-1 1-593 0</inkml:trace>
  <inkml:trace contextRef="#ctx0" brushRef="#br0" timeOffset="76321.572">28771 10050 1031 0,'0'0'619'0,"0"0"-139"0,0 0-91 0,0 0-70 15,0 0-2-15,0 0-7 0,1 80-38 16,2-64-24-16,-1 4-43 0,2 1-25 0,-4-2-10 16,0 3 21-16,0-1-40 0,-6 1-50 15,0 3-25-15,1-2-12 16,-1 1-12-16,0 2-25 0,0 0-5 16,1 0-21-16,2-1 2 0,0 0-3 15,3 1 0-15,-2-5 1 0,2 1 0 0,0-5-1 16,0-2-3-16,2-2-43 15,1 1-51-15,0-4-20 0,-2 1-5 0,0-3-4 0,1 1-31 16,-1-3-60 0,-1-2-124-16,0 0-227 0,0-2-458 15,0 0-323-15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8:18:50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10742 12994 1297 0,'0'0'170'0,"0"0"869"16,0 0-720-16,0 0 2 0,-28-70 1 0,27 57 57 16,0 3-8-16,1 0-74 0,-2 5-75 15,2 2-56-15,0 3-37 0,0 0-7 16,3 11 27-16,7 13 39 0,7 10-6 15,1 14-58-15,2 16-45 0,-3 11-22 0,-4 8-18 16,-4 10-24-16,-9 6-15 0,0-1-21 16,-3 4-15-16,-7-9-27 15,-1-7-7-15,2-11-2 0,3-16-4 0,2-14-6 0,2-15-18 16,2-10-52-16,0-12-101 0,0-8-186 16,7-9-174-16,-1-13-149 15,2-9-574-15,-2 3-279 0,-1-30 1409 0</inkml:trace>
  <inkml:trace contextRef="#ctx0" brushRef="#br0" timeOffset="265.713">10765 12969 2914 0,'0'0'559'16,"0"0"-290"-16,0 0-152 0,0 0 71 0,93-75 159 16,-55 63-100-16,4 2-78 15,5 6 0-15,3 1-50 0,3 3-46 0,0 4-27 0,2 8-4 16,-2 5-27-1,-5 7-15-15,-8 7-34 0,-7 7-18 0,-10 10 52 16,-13 7 6-16,-8 9-6 0,-6 8 0 16,-15 7-58-16,-9 3-24 0,-5 4 9 15,-7-2 60-15,-3-2 10 16,-3-7 1-16,-1-4-9 0,1-9 11 0,5-8 0 0,3-9-3 16,5-9-43-16,4-10-40 15,9-8-40-15,5-8-96 0,4-6-120 16,8-2-194-16,3-2-259 0,0 0-684 0,13-9 801 0</inkml:trace>
  <inkml:trace contextRef="#ctx0" brushRef="#br0" timeOffset="507.375">11713 13747 673 0,'0'0'2253'0,"0"0"-1962"0,0 0-141 15,0 0 129-15,13 87 30 0,-23-57-77 16,-3 2-67-16,0 1-72 0,-3 2-34 0,3 0-9 15,-1-1-13-15,5-1-25 16,3-2-9-16,6-1 25 0,0-5 30 16,8-5-30-16,6-1 9 0,9-4 0 15,3 0 15-15,4-3 18 0,5-4 47 0,1-2-50 16,3-5-67-16,-2-1 0 0,2-3-58 16,-3-9-71-16,-1-5-27 0,-2-2-51 0,-2-3-84 15,-6-2-158-15,-5-2-252 0,-6 7-694 16,-5-10 4-16</inkml:trace>
  <inkml:trace contextRef="#ctx0" brushRef="#br0" timeOffset="716.088">11931 13753 1494 0,'0'0'1544'0,"0"0"-1253"0,0 0-123 16,0 0-38-16,0 0 97 0,-39 74 53 0,36-43-52 15,0 9-61-15,2 6-44 0,1 3-34 16,0 2 4-16,0 6-8 15,-3 0-51-15,-3 4-34 0,-4 1 0 16,-3 0-43-16,0 0-36 0,-1 1-60 16,-2-6-33-16,1-3-30 0,4-9-73 0,1-5 11 15,1-11-126-15,5-2-273 0,-1-8-752 16,4-9 202-16,-2-7 1115 0</inkml:trace>
  <inkml:trace contextRef="#ctx0" brushRef="#br0" timeOffset="8733.392">10914 15009 1737 0,'0'0'1622'15,"0"0"-1236"-15,0 0-244 0,0 0-126 0,0 0 18 16,0 0 86-16,0 0 89 15,2 88-69-15,-2-56-81 0,-1 2 3 16,1 5-10-16,0-3-9 0,0 2-30 16,0-2-13-16,0-5-14 0,0-3-1 15,0-6-22-15,0-7-31 0,0-5-68 0,0-8-57 16,4-2-84-16,3-8-156 0,2-7-168 16,3-7-566-16,-1 1-434 0</inkml:trace>
  <inkml:trace contextRef="#ctx0" brushRef="#br0" timeOffset="8899.477">11174 14993 1854 0,'0'0'1474'0,"0"0"-1024"0,0 0-296 15,0 0-123-15,0 0 77 0,-3 94 45 16,2-56 5-16,-1 5-118 0,2 4-39 16,0 2 0-16,0-1 14 0,3 2-15 0,2-1-68 15,-2-2-75-15,-2 1-149 0,-1 0-232 16,-4 2-719-16,-2-11-687 15,-16 24 1832-15</inkml:trace>
  <inkml:trace contextRef="#ctx0" brushRef="#br0" timeOffset="9293.831">11173 15955 1994 0,'0'0'677'15,"0"0"-497"-15,0 0-180 0,0 0-3 16,-94-56 3-16,64 47 86 0,-2 3 87 16,3 6-16-16,-1 0 21 0,3 12-3 15,-4 6-20-15,0 6-58 0,-4 11-28 0,2 4 6 16,-3 8-8-16,0 6-10 0,1 7-8 15,4 1 8-15,2 4 26 0,8-1-8 16,6-3-4-16,6-7-6 0,6-8-12 16,3-7-20-16,6-8 26 15,6-9-22-15,8-7 15 0,3-5 22 0,7-4-10 0,3-5-27 16,2-1-35-16,1-3-2 0,-4-5-12 16,-4-1-25-16,-2-1-3 0,-4-1-33 15,-8 0-17-15,-2 1-14 0,-4 1-66 16,-6 0-76-16,-2 0-103 0,-6 1-104 15,-7-1-300-15,-4 1-789 0,1 2 503 16</inkml:trace>
  <inkml:trace contextRef="#ctx0" brushRef="#br0" timeOffset="9465.684">10663 16451 375 0,'0'0'1985'16,"0"0"-1302"-16,0 0-338 0,0 0-170 16,0 0 81-16,0 0 96 0,0 0-72 15,92 1-58-15,-59-1-62 0,0-1-32 0,-1-4-30 16,0-1-40-1,-2-3-58-15,-4 2-47 0,-2 0-51 16,-4-4-27-16,-2 4-53 0,-1-2-35 0,-4 0-120 16,1 2-130-16,-5-2-341 0,-2 0-705 15,-4 4 162-15,-1-7 1347 0</inkml:trace>
  <inkml:trace contextRef="#ctx0" brushRef="#br0" timeOffset="9596.426">11068 16309 715 0,'0'0'72'0,"0"0"1804"0,0 0-1289 0,0 0-313 16,0 0-87-16,15 66-8 0,-6-42 26 15,0 3-30-15,4 2-61 0,-2-1-52 0,2 1-18 16,-1-3 2-16,-1-2-29 0,4 1-17 16,-4-4-19-16,2-2-89 0,0-3-72 15,1-5-84-15,0-3-196 0,3-7-512 0,-1-2-642 16,-1-7 1183-16,6-17 60 0</inkml:trace>
  <inkml:trace contextRef="#ctx0" brushRef="#br0" timeOffset="9764.071">11516 16442 1380 0,'0'0'1012'16,"0"0"55"-16,0 0-851 0,3 73-115 0,-3-43 62 16,0 4 29-16,3 3-30 0,1 1-59 15,6 5-63-15,0 2-15 0,0 0-25 0,0 1-19 16,0 1-40-16,-4-3-74 0,0-2-58 16,-3-4-95-16,-2-2-232 0,-1-3-507 15,0-10-714-15,0 7 1703 0</inkml:trace>
  <inkml:trace contextRef="#ctx0" brushRef="#br0" timeOffset="12860.261">13274 12983 2394 0,'0'0'474'0,"0"0"-154"0,0 0-74 15,0 0 67-15,0 0-4 0,0 0-78 16,0 0-82-16,0 0-69 15,0 0-39-15,0 0-14 0,17 8 38 0,-2 4 21 16,5-1 3-16,2 2-36 0,2 0-20 16,2-1-5-16,1 0-4 0,4 0 1 15,0-2-4-15,2 1-2 0,2 0 20 16,-2-3-23-16,3 4 17 0,-2-1 4 16,1 2-22-16,-2 0 28 15,1 0-10-15,-4-1-9 0,-3 0-24 0,-3 0-21 0,-3-1 18 16,-2-2-9-16,-3 0-6 15,-4-2-1-15,-1-1 7 0,-4-1-6 0,-3-1 3 16,-1-1-1-16,-3 1 16 16,0-4-1-16,0 2 1 0,0-2 1 0,0 2 2 15,0-1-3-15,0 1 0 0,-6 5 0 16,-4 1 3-16,-5 3 31 0,-4 3-22 0,-7 0 0 16,-5 3-12-16,-3 1-18 15,-4 3-12-15,-3-1 5 0,0 2-8 16,-1 0 2-16,1 0 1 0,0-1 2 15,2-1 13-15,5 1-1 0,2-3-2 16,6-4 15-16,3 0-18 0,7-2 5 0,3-4 4 16,3 0-6-16,0-3-10 0,4 1 0 15,2-2-24-15,3-3-15 0,-1-1-16 16,2 0-47-16,0 0-72 16,0 0-145-16,0-1-235 0,2-6-476 0,-2 2-661 15,0-7 1289-15</inkml:trace>
  <inkml:trace contextRef="#ctx0" brushRef="#br0" timeOffset="14005.948">13300 12984 271 0,'0'0'251'0,"0"0"1207"16,0 0-1072-16,0 0-66 0,0 0-89 0,0 0-61 15,0 0 25-15,0 0 47 0,0 0-27 16,6 68-86-1,-2-39-10-15,0 5-2 0,3 1-39 0,-2 2-22 16,-1-2-28-16,1 3-6 16,-1-1 3-16,-1-1-22 0,-2 0-3 0,1 0-3 0,-2-1-16 15,0 0-2-15,0-2-14 0,0-2 33 16,-2-2-29-16,-2-4-9 16,1-3 5-16,2-6-44 0,1-6-56 0,0-5-41 15,0-4-77-15,1-1-155 0,3 0-259 16,-1-4-561-16</inkml:trace>
  <inkml:trace contextRef="#ctx0" brushRef="#br0" timeOffset="15049.065">15103 12877 457 0,'0'0'94'16,"0"0"-12"-16,0 0 1054 0,0 0-656 15,0 0-79-15,0 0-124 0,0 0-18 0,0 0 25 0,0 0 1 16,0 0-68-1,13-22-72-15,-13 22-49 0,0 3-21 0,-2-3-19 16,-1 3-25-16,-6 1-31 0,-2 3-25 16,-7 5-21-16,-1 5 2 0,-6 2-3 15,1 4 10-15,-3 5-4 0,-1-2 11 0,0 2 29 16,1-1-13-16,3-3 4 0,1-1 10 16,3-4 13-16,2-1 15 15,3-2-3-15,3-2-13 0,2-2 4 16,3-3-13-16,2 0-1 0,1-3-2 0,4 0-1 15,0 0 1-15,0 0 1 16,0 3 30-16,4-2-3 0,3 0-6 0,1 1 6 16,0 0 0-16,4 1 12 0,2 0-27 15,1 1 2-15,3 3-12 0,1 1 19 0,0 0-11 16,1 3-11-16,1 0 0 16,0 1-2-16,-1-3-15 0,-2 1 16 0,0-2-20 15,1 0-1-15,-5-1 4 0,0-3-13 0,-2 0-63 16,-2-2-72-16,2 1-25 15,-4-2-103-15,0-1-155 0,-2-2-308 16,0-2-795-16,-3-2 1125 0</inkml:trace>
  <inkml:trace contextRef="#ctx0" brushRef="#br0" timeOffset="15740.164">15655 13999 160 0,'0'0'2515'0,"0"0"-2014"16,0 0-202-16,0 0-64 16,0 0 19-16,0 0-18 0,0 0 3 0,-18-71-78 0,18 49-106 15,-3-4-15-15,3-1 3 0,0-5-18 16,0-4-25-16,0-5-22 15,0-6-21-15,0-5-43 0,0-3 21 16,0-5-30-16,-6 1-5 0,0-1 63 16,0 1-72-16,-1 1 31 0,2 3 9 0,1 5 67 15,1 0 2-15,3 5 13 0,0 4-10 0,9 3-4 16,-1 6 2-16,6 2 14 0,0 8 13 16,0 3 9-16,2 5 4 0,-1 5-13 15,0 4 0-15,-3 3-16 0,-1 2 8 16,-2 0-20-16,0 4-28 15,-3 4 12-15,-3 6 16 0,-1 5 3 16,-2 7 22-16,-5 4-6 0,-6 6-16 0,-3 3-3 16,-5 3-2-16,1 1-26 15,-1 0 0-15,-3-2-22 0,2-4-88 0,1-1 6 16,-1-3-22-16,3-4-20 0,2-5-42 16,2-6-136-16,3-4-169 0,6-5-547 0,3-3-171 15,1-6 1193-15</inkml:trace>
  <inkml:trace contextRef="#ctx0" brushRef="#br0" timeOffset="15993.88">15960 13395 199 0,'0'0'2311'0,"0"0"-1995"0,0 0-75 16,0 0-8-16,0 0 59 0,0 0-26 0,79 14-68 16,-76-11-76-16,0 3-63 0,-3 1 0 15,0 4-15-15,-3 4-10 0,-5 0-18 0,-4 6-14 16,-1 0 1-1,-1-2 0-15,2 2-3 0,1-1 0 0,2-2 1 16,6-2 13-16,2-3 20 0,1 0-9 0,0-4-25 16,3 0-2-16,4-3 2 0,3 1 3 15,0-2-3-15,4-4 0 0,2-1-65 16,4 0-56-16,5-7-63 0,0-6-83 16,2-4-161-16,0-4-360 0,-7 3-1081 15,3-12 1118-15</inkml:trace>
  <inkml:trace contextRef="#ctx0" brushRef="#br0" timeOffset="16310.387">16385 13057 1208 0,'0'0'1454'0,"0"0"-739"0,0 0-382 0,0 0-94 15,0 0 140 1,0 0-55-16,0 0-57 0,85 46-114 0,-57-33-76 15,3-1-7-15,3 4-12 0,0-1-28 16,2 0-28-16,-1 0-2 0,-2-3-21 0,0 1 6 16,-4 0-13-16,-3-1 7 0,-2 2-1 15,-7-2-8-15,-5 1-52 0,-3 0 21 0,-6-1 36 16,-3 3 25-16,-3 0 11 16,-7 2 5-16,-7 2-16 0,-5 3 0 0,-6 3-2 15,-2-1-2-15,-3 2-29 16,-3-2 2-16,-1 0-30 0,1-1-22 15,0 0-30-15,2-4-42 0,3-1-74 16,5-4-203-16,4-4-297 0,6-4-723 16,6-4-209-16,3-3 1615 0</inkml:trace>
  <inkml:trace contextRef="#ctx0" brushRef="#br0" timeOffset="18173.221">15277 14387 124 0,'0'0'143'15,"0"0"1711"-15,0 0-1227 0,0 0-216 0,0 0-131 16,0 0-17-16,23 92 14 0,-18-61-35 16,0 0-71-16,0 4-44 0,-2-4-38 0,2-2-24 15,-2-3-43-15,0-4-22 16,1-4-33-16,-1-4-48 0,2-3-64 15,1-5-32-15,2-5-130 0,-1-1-116 16,3-1-312-16,-1-9-831 0,-1 2 735 0,6-14 434 16</inkml:trace>
  <inkml:trace contextRef="#ctx0" brushRef="#br0" timeOffset="18338.534">15594 14416 888 0,'0'0'1912'0,"0"0"-1543"16,0 0-171-16,0 0 21 15,0 0 37-15,6 67-29 0,-6-38-43 0,0 5-106 16,0 1-44-16,0 3 0 0,0 1 2 16,0 2-36-16,0 1-22 0,0 0-55 15,0 0-169-15,0-1-132 0,-3 1-297 16,2-12-1044-16,-6 16 612 0</inkml:trace>
  <inkml:trace contextRef="#ctx0" brushRef="#br0" timeOffset="18847.92">15466 15833 2463 0,'0'0'396'0,"0"0"-184"0,0 0-30 0,30-67 48 15,-27 49 29-15,-1 3-20 0,-2 3-66 0,-2 4-23 16,-8 3-20-16,1 1-19 16,-5 4-21-16,-2 0-35 0,-1 0-18 15,-5 12 0-15,2 5-9 0,-3 8-1 0,-1 8 29 16,1 7-1-16,2 8 43 0,1 3-13 16,4 3-39-16,0 1-7 0,3-3-26 15,2-3-13-15,5-6-25 0,3-7-2 0,3-6-4 16,2-6 13-16,6-9-6 15,7-3-10-15,-1-4 31 0,3-3-18 16,-1-3-4-16,3-2-24 0,-6-2-46 0,1-5-37 16,-6-1-16-16,-4-3-75 0,-1-2-127 15,-3 1-205-15,-3-4-207 0,-6 1-506 16,-4-2 67-16,-4 2 1178 0,5 3-174 16</inkml:trace>
  <inkml:trace contextRef="#ctx0" brushRef="#br0" timeOffset="18986.013">15201 16110 776 0,'0'0'75'0,"0"0"1711"0,0 0-1227 15,0 0-206-15,0 0-100 0,0 0-36 16,0 0 27-16,0 0-14 0,0 0-36 0,101 27-80 16,-73-23-37-16,1-4-22 0,0 0-55 15,1 0-96-15,-1-5-95 16,-3-2-38-16,-1 0 3 0,-4-2-249 16,-5 1-322-16,-3 1-688 0,-6 0 128 0,-4-3 1280 0</inkml:trace>
  <inkml:trace contextRef="#ctx0" brushRef="#br0" timeOffset="19126.482">15508 16105 163 0,'0'0'2773'0,"0"0"-2284"0,0 0-339 16,0 0-65-16,-19 82 35 0,19-57 84 15,-1-2 10-15,1 0-102 0,0-2-90 16,0-3-10-16,4-3-12 0,0-3-93 0,1 0-88 16,3-4-84-16,-1-3-89 0,2-3-183 15,0-2-603-15,-2-2-375 0,4-12 1514 0</inkml:trace>
  <inkml:trace contextRef="#ctx0" brushRef="#br0" timeOffset="19356.962">15766 16206 238 0,'0'0'2292'0,"0"0"-1678"15,0 0-280-15,82-15-87 16,-57 14-8-16,0 1-53 0,-2 0-24 0,-3 0-57 0,-4 6-61 16,0 2 18-16,-3 2-7 0,-4 3-55 15,-1 3-2-15,-5 5-1 0,-3 3 1 16,0 5-10-16,-3 2 9 15,-8 4-13-15,-1 0 16 0,-2 2 1 0,3-2-1 16,0-2 19-16,3-6 2 0,7-4-11 16,1-3-10-16,6-5-18 0,6-4 17 15,7-1 0-15,1-4-51 0,6-4-60 16,4-2-81-16,1-3-48 0,2-7-96 0,1 1-176 16,-2-2-597-16,-8 0-568 0,5 2 1391 0</inkml:trace>
  <inkml:trace contextRef="#ctx0" brushRef="#br0" timeOffset="24089.94">17913 12986 284 0,'0'0'1777'16,"0"0"-982"-16,0 0-254 0,0 0-253 0,0 0-61 15,-8 66 28-15,8-38-31 0,0 4-57 16,3 7-26-16,3 1-39 0,-3 6-41 15,0 0 4-15,-3 4-16 0,0-3-13 16,-3-2-35-16,-1-4-1 0,-1-6-21 16,0-6-37-16,4-8 24 0,1-8-46 15,0-6-64-15,0-6-69 0,3-1-79 0,3-11-158 16,-3 1-518-16,5-16-408 0</inkml:trace>
  <inkml:trace contextRef="#ctx0" brushRef="#br0" timeOffset="24474.097">17933 13006 2111 0,'0'0'560'16,"0"0"-156"-16,0 0-65 0,0 0 25 0,0 0-9 16,0 0-37-16,0 0-118 0,65 63-92 0,-46-47-47 15,1-4-33-15,2 3 18 0,4-4-22 16,5 2 1-16,1-2-25 15,4 1 0-15,4-1 0 0,-1 1-39 0,3-1 38 16,0 1-10-16,-3-1-7 0,-3 2-13 16,-3-1 15-16,-6 2-8 0,-1-1 9 15,-6-1-4-15,-4-1-12 0,-3 1 19 16,-4-3-6-16,-5-2 5 0,-2 1 10 0,-2-1 3 16,0 3 18-16,-5 0 9 0,-5 0-5 15,-3 2-10-15,-1-1 7 0,-5 2-16 16,-2 2 15-16,-3 0-18 15,-6 2-1-15,-2 5-14 0,-6-1-4 0,0 3 4 16,-4 1-28-16,1 0-3 16,-1 1-13-16,1-2 10 0,4-1-10 0,1-2 7 15,7-3-17-15,4-4-30 0,7-4-44 0,5-5-74 16,7-2-178-16,3-3-340 0,3 0-960 0</inkml:trace>
  <inkml:trace contextRef="#ctx0" brushRef="#br0" timeOffset="27406.506">19639 12977 1063 0,'0'0'130'0,"0"0"757"15,0 0-273-15,0 0-168 0,0 0-146 0,0 0-56 16,0 0-29-16,0 0-71 0,0 0-96 16,0 0-48-16,-36 26 0 0,19-13-10 15,-1 4 10-15,-1 2 0 0,-4 1-3 16,-2 4-16-16,-5 3-19 0,-2 3 13 0,-4 4 12 16,0-1 10-16,1 2-38 0,4-4 41 15,5-3 10-15,4-6 43 0,9-6-25 16,3-4-15-16,5-3-13 0,5-2-25 15,0-4 25-15,4 1 22 0,9 2 85 0,4 1-17 16,5 2 47 0,4 2-137-16,1 2 19 0,-1-2-19 0,-4 3 52 15,1 0-24-15,0 1 9 0,-2-1 0 0,-3 0 13 16,-3 0-19-16,-2-2-28 0,-2-1-1 16,-2-1-2-16,0 0-13 15,-1-2-14-15,-3-1-13 0,4 1-66 0,-2-1-111 16,0-4 58-16,1 2-162 0,1-1-92 15,0-2-176-15,1-2-178 0,0 0-475 16</inkml:trace>
  <inkml:trace contextRef="#ctx0" brushRef="#br0" timeOffset="27948.084">19980 13308 904 0,'0'0'13'16,"0"0"795"-16,0 0-432 0,0 0-117 0,0 0-65 16,0 0-20-16,0 0 10 0,0 0-21 15,0 0-57-15,0 0-45 0,0 0-20 16,78 37-15-16,-63-38-26 0,-3-4-32 0,2-3-83 15,-2-1-20-15,-2 1 42 0,1-4 16 16,-2 1 32-16,-2-1 23 0,-1 1-33 16,-2-1 55-16,-1 0 13 0,-1 0-11 15,-2-1-2-15,0 0 29 0,0-2 22 16,-2 1-28-16,-3-1 32 0,0 0-4 16,-2 3-13-16,0 0 55 15,1 5 13-15,-2-1-20 0,-1 3 10 0,0 1-20 16,-2 2-31-16,-1 2-23 0,-1 0-21 15,-3 2 1-15,-1 4 11 0,-2 5-1 16,1 3 4-16,1 2-14 0,0 0 0 0,4 2-2 16,-1 2 1-16,2 2 12 0,1 3 19 15,-1 2-30-15,2 2 17 0,1 5 16 16,1 0-13-16,2 2-3 0,2-2 0 16,2 0 3-16,1-3 3 0,1-4 16 0,3-1 12 15,6-6 20-15,6-1-5 0,0-2-49 16,3-3 48-16,2-3-33 15,2-5-6-15,1-2-25 0,5-4-3 16,-1 0-39-16,0-4-23 0,1-5-74 16,-2-6-91-16,-2 2-84 0,1-5-188 0,-4-1-279 15,-6 5-733-15,3-12 934 0</inkml:trace>
  <inkml:trace contextRef="#ctx0" brushRef="#br0" timeOffset="28305.964">20551 13027 935 0,'0'0'1761'0,"0"0"-1394"16,0 0-80-16,0 0-52 0,0 0 18 0,0 0-1 0,57 76-71 15,-38-63-82 1,0 4-62-16,4-4-15 0,2-1 12 16,1 0-23-16,0-3-11 0,-1 1-1 0,-1-3-17 15,-1-1 5-15,-1 0 11 0,-5 0-26 0,-2-1 0 16,-4 1 0-16,-5-1 4 0,-3 2-10 16,-3 0 34-16,0 4 6 0,-6 2 28 15,-5 2-31-15,-4 4-3 0,-4 0-37 16,-1 3 24-16,-3 1-5 15,1 2-10-15,-5 2-16 0,1 2-84 0,-4 1-71 0,0 1-21 16,0-2-63-16,1-2-168 16,9-8-223-16,-2 3-608 0</inkml:trace>
  <inkml:trace contextRef="#ctx0" brushRef="#br0" timeOffset="28866.293">19938 14218 1271 0,'0'0'196'0,"0"0"783"0,0 0-641 16,0 0-62-16,0 0 79 15,0 0-7-15,0 0-84 0,55 66-88 0,-43-38-64 16,-3 3-6-16,-3 4 8 0,-2 3-12 16,-1 1-34-16,-3-1-48 0,2-2-20 15,-1-4-12-15,-1-2-19 0,3-7-15 16,1-4-16-16,1-9-99 0,0-6-62 0,6-4-66 16,1-7-221-16,-1-2-475 0,6-20-536 15</inkml:trace>
  <inkml:trace contextRef="#ctx0" brushRef="#br0" timeOffset="29042.168">20222 14194 913 0,'0'0'75'0,"0"0"1562"0,0 0-1273 16,0 0-147-16,0 0-3 16,0 0 33-16,0 0 2 0,1 75-78 0,3-42-84 15,-2 2-31-15,-1 1 3 0,-1 3-28 16,0 1-31-16,0 1-36 0,0 2-95 0,-3 0-45 15,-2 4-38-15,-2-4-106 0,2-10-342 16,-3 12-752-16</inkml:trace>
  <inkml:trace contextRef="#ctx0" brushRef="#br0" timeOffset="29789.723">20063 15595 811 0,'0'0'2'0,"0"0"1097"0,0 0-393 16,0 0-291 0,-24-71-150-16,9 57-84 0,-2 2-22 0,0 1 14 15,1 4 32-15,0 1-36 0,4 2-50 16,-2 2-5-16,1 2-36 0,-3 6-32 15,0 7-24-15,-2 9-20 0,-4 7 10 0,2 13 19 16,-2 8 12-16,2 9-15 16,1 4 15-16,-1 3-21 0,4-1-21 15,1-3 1-15,4-8 1 0,5-7-2 0,5-9 2 16,1-5 15-16,7-9 22 0,5-4-24 16,5-4-1-16,2-5-15 0,3-3-21 15,2-4-40-15,-1-4-10 0,-3-4-3 0,0-8 10 16,-3-3-76-16,-3-2-55 15,-3-5-38-15,-2 3-69 0,-5 0-63 0,-4 1-134 16,0 3-319-16,-7-4-755 0</inkml:trace>
  <inkml:trace contextRef="#ctx0" brushRef="#br0" timeOffset="30115.332">19749 15930 333 0,'0'0'420'0,"0"0"-198"0,0 0 1011 16,0 0-832-16,0 0-114 15,0 0-44-15,0 0 22 0,0 0-5 16,0 0-36-16,0 0 0 0,0 0-44 0,50 28-43 15,-32-27-41-15,4-1-84 0,-4 0-12 16,-2-5-93-16,1 0-37 0,-6-1-66 16,0 0-53-16,-4 2-41 0,-3 1-86 15,2 0-95-15,-4 2 12 0,-1-1 31 16,-1 2 80-16,0 0 123 0,0 0 225 0,0 0 105 16,0 0 213-16,0 0 46 0,-1 3 31 0,1-1-14 15,0 0-70-15,0 2-104 0,0 4-32 16,1 1-1-16,5 5-38 15,2 3-23-15,0 4 1 0,3 2-18 16,-1 2 14-16,0 2-76 0,-1-1-16 16,1 0-5-16,-3 3 8 0,-2-2-21 15,1 0-2-15,-4-1-25 0,4-4-39 0,-3 0-68 16,3-4-64-16,-1-3-73 0,0-3-91 16,-1-5-251-16,2-1-642 0</inkml:trace>
  <inkml:trace contextRef="#ctx0" brushRef="#br0" timeOffset="30643.36">20419 15977 2508 0,'0'0'570'0,"0"0"-366"0,0 0-38 0,0 0 78 16,0 0-18-16,0 0-80 0,0 0-90 15,0 0-53-15,0 0 0 16,0 0 22-16,68 71-25 0,-69-54-39 0,-7 1 7 16,-3 1 32-16,-4 1 1 0,2-1-1 0,-1-1 0 15,2-1 0-15,5-3-12 0,0-2 12 16,4 0 19-16,3-2-4 15,0-1-2-15,3 1-1 0,6-4 13 16,2 1-14-16,2 1-11 0,3-1 0 0,0 1 1 16,1-1 2-16,2 0 12 0,-2 2-15 15,0 0 2-15,0 1-1 16,-2 2 15-16,-2-2 21 0,-1 1-15 0,-5 1-19 0,-3-1-3 16,-1 2 0-1,-3 2-21-15,0 2-48 0,-6-2-98 0,-4 6-65 0,-6-2-12 16,-1-1-42-16,-2-1-221 0,5-5-558 15,-8 0-574-15</inkml:trace>
  <inkml:trace contextRef="#ctx0" brushRef="#br0" timeOffset="34156.495">21510 13297 153 0,'0'0'1209'15,"0"0"33"-15,0 0-674 0,0 0-223 0,0 0 8 16,0 0-101-16,0 0 9 15,0 0-10-15,0 0-39 0,0 0-53 16,4-44-25-16,-4 44-9 0,2 3-21 16,-1 3-7-16,1 6 15 0,2 5-6 0,0 11-60 15,-1 5-31-15,-3 8-12 0,0 0-3 16,-7 0 0-16,-2-2-3 0,-2-5-12 16,1-2-16-16,0-4-23 0,1-7-49 15,3-4-13-15,1-6 1 0,3-4-37 0,1-7-56 16,1 0-142-1,0-2-147-15,4-8-188 0,3-6-7 0,1 2-362 16,6-15-254-16</inkml:trace>
  <inkml:trace contextRef="#ctx0" brushRef="#br0" timeOffset="34498.838">21677 13198 1216 0,'0'0'771'0,"0"0"336"15,0 0-862-15,0 0-210 0,0 0 67 16,0 0 155-16,0 0 89 0,0 0-65 15,0 0-99-15,0 0-77 0,85 41-46 16,-66-30-32-16,4-1 10 0,2-1-18 0,0 0-19 16,6-3-1-16,0 1 0 0,3-3-15 15,0-1-2-15,2 1-31 0,-2 1-19 0,-3 0 3 16,-3 1 34-16,-4 2-6 0,-8 0 22 16,-2 2 2-16,-5-2 13 0,-5 4 2 15,-4 0 23-15,0 1 3 0,-5 2 15 16,-9 3-3-16,-3 0-18 0,-3 1-20 15,0-1 1 1,-3 1-1-16,-2-1 10 0,1 1-9 0,-2-1 13 0,-3 3-15 16,-3 2-1-16,1-3-11 0,-4 2 7 15,-1-2-23-15,-1-4-7 0,-1 1-37 16,1-2-31-16,-1-1-1 0,7 0 16 0,6-4-3 16,6-4-64-16,8-2-89 0,5-4-131 15,5 0-314-15,1-1-664 0</inkml:trace>
  <inkml:trace contextRef="#ctx0" brushRef="#br0" timeOffset="36206.671">23323 13025 95 0,'0'0'2432'0,"0"0"-1971"15,0 0-183-15,0 0-26 0,0 0 57 0,0 0-4 0,0 0-71 16,0 0-86-16,0 0-58 0,0 0-22 15,0 0-22-15,3 2-28 16,-19 8-18-16,-10 5-21 0,-5 6-7 16,-8 8 7-16,-7 3 2 0,-1 5-2 15,1 2 2-15,6-2-21 0,5-4 6 0,6-4 31 16,7-5 3-16,8-5 14 0,3-5-13 0,7 1-1 16,2-1 0-16,2 0 50 0,3 4 21 15,8 2-44-15,6 2-5 0,4 0 2 16,3 2-5-16,4 0-18 0,0-2 0 15,-1 1-1-15,0 1-2 0,1-3-20 16,-4 0-18-16,-1-2 10 16,-3-2-26-16,-1-3-15 0,-2 0-59 15,1-4-87-15,0 0-123 0,-2-4-208 0,-2-3-507 16,2-3-577-16</inkml:trace>
  <inkml:trace contextRef="#ctx0" brushRef="#br0" timeOffset="36682.253">23644 13453 225 0,'0'0'424'16,"0"0"-209"-16,0 0-55 16,0 0-14-16,0 0 531 0,0 0-297 0,0 0-176 15,0 0-130-15,84 6-35 0,-61-16-20 0,0-5-9 16,3-3-10-16,-2-1-78 0,0-3 36 16,-4 1-3-16,-3 0 35 0,-5 2 10 15,-6 1 36-15,-4 0-4 0,-2 2 16 16,-2 1 17-16,-9 0 3 15,-1 2 64-15,-3 0-7 0,-1 3-9 0,-1 3-17 16,-2 4-13-16,2 3 13 0,-3 3-99 16,-2 8 0-16,3 5 16 0,-2 4 42 15,-1 3 5-15,2 1 10 0,0 3-3 16,0 3-3-16,4-1 40 0,1 2 44 0,5-3-32 16,7 0-43-16,3-2 5 0,0-2 0 15,11-3-26-15,1-1-55 0,4-3-74 16,4-3-14-16,-1-2 29 0,3-4 12 15,1-3-26-15,1-3-34 0,4-2-53 16,-1-3-43-16,2-8-74 0,1 0-117 16,-10 0-258-16,9-7-524 0</inkml:trace>
  <inkml:trace contextRef="#ctx0" brushRef="#br0" timeOffset="36978.596">24313 13087 859 0,'0'0'65'15,"0"0"1300"-15,0 0-861 0,0 0-75 0,0 0-75 16,0 0-77-16,0 0-98 16,87 48-59-16,-73-37-48 0,1-1-22 0,0 0-50 15,0 2 0-15,1 0-19 0,-3 0 7 16,1 0 12-16,-2 2-19 15,-2 1 3-15,-2 1 16 0,-4 2 35 16,-4 1 14-16,0 1-21 0,-11 4-12 16,-3 0-16-16,-8 5-37 0,-5 0-23 0,-6 2-55 15,-3 1-27-15,-2 2-15 16,-4-1-13-16,5 1 8 0,-1-2-48 0,5-1-187 16,9-9-352-16,-4 4-675 0</inkml:trace>
  <inkml:trace contextRef="#ctx0" brushRef="#br0" timeOffset="38281.863">23542 14349 375 0,'0'0'290'0,"0"0"838"0,0 0-593 0,0 0-157 15,0 0-124-15,0 0 5 16,0 0 41-16,0 0-66 0,0 0-8 16,0 0 3-16,36 4 7 0,-23 15-53 15,4 8-51-15,-4 8-22 0,-4 5-39 16,-3 4-34-16,-3 2-23 0,-3-1-14 0,0-2-15 16,-7-4-25-16,2-3-9 0,1-5-37 15,2-9-49-15,2-4-41 0,0-6-85 0,6-6-103 16,6-6-181-16,2 0-177 15,-2-4-352-15,8-14-71 0</inkml:trace>
  <inkml:trace contextRef="#ctx0" brushRef="#br0" timeOffset="38434.628">23859 14458 39 0,'0'0'20'16,"0"0"638"-16,0 0 448 0,0 0-762 15,0 0-40-15,0 0-17 0,0 0 76 0,-18 87-82 16,12-46-18-16,-2 6-67 0,-1 3-52 15,1 3-57-15,0 1-87 16,-1 0-48-16,-2 0-172 0,0 0-125 16,-3-4-98-16,5-15-234 0,-7 19-624 0</inkml:trace>
  <inkml:trace contextRef="#ctx0" brushRef="#br0" timeOffset="38890.958">23833 15418 783 0,'0'0'827'0,"0"0"-343"0,0 0-106 15,0 0-52-15,0 0-2 0,0 0-2 16,0 0-65-16,0 0-109 0,0 0-63 16,-86-50-13-16,66 65-31 0,-1 6 4 0,-2 9 20 15,-2 6 19-15,-1 8 16 0,1 4-4 16,-2 2-34-16,1 6-3 0,1 0-32 0,1 0 10 15,3-2-9-15,6-4 0 0,4-4 0 16,7-7 15 0,4-4-6-16,4-6 6 0,11-4 12 0,5-2-28 15,5-3-27-15,-1-4-2 0,2-4-19 16,2-8-37-16,-1-4-35 0,-1 0-36 0,-3-8-4 16,-3-4-59-16,-3-2-36 15,-4-2-68-15,-3-1-135 0,-5-1-188 16,-5 0-148-16,-2 0-56 0,-9-1 64 15</inkml:trace>
  <inkml:trace contextRef="#ctx0" brushRef="#br0" timeOffset="39020.178">23678 15942 24 0,'0'0'580'0,"0"0"-19"0,0 0 15 0,0 0-8 16,0 0-20-16,-79-49-71 0,76 49-96 15,3 0-123-15,0 0-94 0,0 0-99 0,8 0-64 16,9 0 58-16,3 0-9 0,8 0-31 16,0-7-19-16,3-3-41 0,0-4-62 15,-3 0-101-15,0-3-104 0,-4 2-89 16,-2-2-197-16,-8 5-403 15,-3-1-75-15</inkml:trace>
  <inkml:trace contextRef="#ctx0" brushRef="#br0" timeOffset="39147.921">23849 15751 805 0,'0'0'1314'15,"0"0"-858"-15,0 0-118 0,0 0-47 16,0 0-42-16,-42 78-46 0,39-53-58 0,1 2-47 16,-1 4-29-16,1-1-19 0,1 1 7 15,-1 0-28-15,2-2-29 0,0-3-31 0,0 2-105 16,0-4-106-16,-1-2-123 15,1-3-222-15,0-9-406 0,3-3-60 0</inkml:trace>
  <inkml:trace contextRef="#ctx0" brushRef="#br0" timeOffset="39353.703">24143 15985 2500 0,'0'0'663'0,"0"0"-481"0,0 0-154 16,0 0 42-16,0 0 95 0,-20 70 81 0,16-54-92 15,-1 2-124-15,5-2-30 0,0-1-17 16,3-1 17-16,5-2 1 16,4-2-1-16,1-2-19 0,2-3-15 15,2-3-64-15,2-2-31 0,1-3-10 0,2-5 15 16,-1-4-60-16,1-3-114 0,-6 4-246 16,4-10-630-16</inkml:trace>
  <inkml:trace contextRef="#ctx0" brushRef="#br0" timeOffset="39525.711">24286 15979 1865 0,'0'0'1199'16,"0"0"-960"-16,0 0-169 0,-46 91 51 0,33-56 120 0,1 1 87 0,4 2-107 16,0 0-125-16,4 0-55 15,-1-1-41-15,0-5-76 0,1-2-104 16,2-7-66-16,-1-4-69 0,3-5-111 15,0-6-301-15,0-1-809 0</inkml:trace>
  <inkml:trace contextRef="#ctx0" brushRef="#br0" timeOffset="40265.031">25538 13357 245 0,'0'0'169'16,"0"0"-84"-16,0 0-49 0,0 0 16 0,0 0 982 15,0 0-554-15,0 0-143 0,0 0-143 16,0 0 22-16,0 0 34 0,0 0-46 16,0 0-54-16,3 0-68 0,3 0-82 0,5 0-22 15,5 2-6 1,4 1-160-16,6-1-177 0,-6-2-267 0,7 0-764 0</inkml:trace>
  <inkml:trace contextRef="#ctx0" brushRef="#br0" timeOffset="40406.828">26250 13491 382 0,'0'0'0'0</inkml:trace>
  <inkml:trace contextRef="#ctx0" brushRef="#br0" timeOffset="40585.989">27449 13530 980 0,'0'0'1900'0,"0"0"-1721"0,0 0-179 16,90-11-289-16,-59 2-95 15,3 0-115-15,-1-1-60 0,-6 6-21 16,15-1-168-16</inkml:trace>
  <inkml:trace contextRef="#ctx0" brushRef="#br0" timeOffset="40743.131">28499 13527 965 0,'0'0'1575'0,"0"0"-1575"0,0 0-1105 0</inkml:trace>
  <inkml:trace contextRef="#ctx0" brushRef="#br0" timeOffset="41698.453">29065 13154 712 0,'0'0'235'0,"0"0"1150"0,0 0-910 0,0 0-62 16,82-26-120-1,-72 21 17-15,-6 4-36 0,-1 1-34 0,-1 0-61 16,-2 0-46-16,0 0-22 0,-6 1-62 15,-5 6-49-15,-8 2-12 0,-7 6-19 16,-8 6-9-16,-3 5 3 0,-5 2 0 0,2 4 10 16,-1 1 11-16,4 0-12 0,1-2 10 15,7-3-4-15,7-2 1 0,5-4 19 16,6-3 2-16,6-2 21 0,2 0 15 0,3-1-36 16,3 3 0-16,9 3 11 0,4 2 2 15,3 3-1-15,4 0-9 0,2 1 10 16,1-2 2-16,2-2 0 0,-1-1 1 15,-1-2-15-15,-1-1-1 0,1-2-19 16,-3-3 4-16,-2-3-13 16,2 0-46-16,0 0-62 0,-1-6-72 15,3 1-109-15,-1-5-171 0,-5-2-252 0,12 0-581 0</inkml:trace>
  <inkml:trace contextRef="#ctx0" brushRef="#br0" timeOffset="42464.247">29922 13318 589 0,'0'0'46'0,"0"0"58"15,0 0 1073-15,0 0-607 0,0 0-163 0,0 0-209 16,0 0-60-16,0 0 21 15,0 0 57-15,0 0-45 0,13-52-71 16,-19 47-65-16,-5 0-7 0,-1 2-9 16,1 0 6-16,-6 3-25 0,1 0-22 15,-5 0-3-15,1 3 6 0,1 3 4 16,-1 3 15-16,0 0 15 0,3 1-2 0,1 0-12 16,6-4 15-16,3 1 31 0,2-2-4 0,4-4-7 15,1 1-34 1,0-1 1-16,0 1 44 0,0-1-6 0,0 2-10 0,4-1 37 15,1 2-33-15,3-1-11 16,1 2-5-16,5 0-4 0,1-2 7 16,4 2-6-16,1 0-13 0,0-4-3 0,3 0 0 15,1-1-19-15,2 0 7 0,3-2-4 16,1-3-15-16,1-3 3 0,0-2-31 16,2 1-13-16,-5-2 4 0,-2-3 4 15,-3 0 5-15,-4-1 5 0,-6-1 23 0,-4 0-23 16,-3-3-43-16,-6 1-1 0,-3 3 41 15,-11-2 41-15,0 1 3 0,-8 3 13 16,-1 0 3-16,-3 5 10 16,-2 0 57-16,-3 5-70 0,0 3-19 0,-3 2-3 15,-2 8-10-15,0 4 32 0,-1 5 6 16,1 4 42-16,-2 2-1 0,5 2-21 0,4 0 2 16,5 3 29-16,4-2 12 0,8 1 38 15,5-3 7-15,7 2 14 0,0-2-41 16,11 3-28-16,2-1 9 0,7 0-12 15,2-2 15-15,6-1-9 16,2-5-16-16,2-2-21 0,5-1-14 0,0-9-11 16,-1-2-59-16,4-5-49 0,0-1-19 15,-1-7-40-15,-2-6-72 0,1-5-63 16,-1-1-159-16,-9 3-505 0,6-13-366 0</inkml:trace>
  <inkml:trace contextRef="#ctx0" brushRef="#br0" timeOffset="42822.747">30734 13022 1793 0,'0'0'997'0,"0"0"-513"0,0 0-239 0,0 0 1 15,0 0 94-15,0 0-16 0,0 0-92 16,0 0-116-16,0 0-79 0,90 75-9 16,-65-61-25-16,4-3-1 0,1 1-1 15,1-2-1-15,1 2-34 0,0-2-15 0,0 3-15 16,-4 1 17-16,-4-1 7 0,-3 1 9 16,-4 3 4-16,-5 1 5 0,-5 1 10 15,-4 2 9-15,-3 2-1 0,-4 2-14 16,-8 1-4-16,-6 4 1 0,-3-1-10 15,-5 2-10-15,-2 0-21 0,-4 1-28 16,-3-2-44-16,-2 1-77 0,1 0-45 16,-2-4-48-16,2 0-48 0,0-1-138 15,10-6-483-15,-8 1-213 0</inkml:trace>
  <inkml:trace contextRef="#ctx0" brushRef="#br0" timeOffset="50773.09">18744 9085 1066 0,'0'0'3'0,"0"0"749"16,0 0-525-16,0 0-185 0,0 0 7 0,0 0 55 0,0 0 67 15,0 0 65 1,0 0 22-16,-76 53-40 0,73-46-52 16,0-1-26-16,3 0-1 0,0 3 16 0,0-3 6 15,0 0-10-15,0-1-35 0,2 0-16 16,2-1 12-16,-1-2 18 0,0-1-7 0,0 3-33 16,5-3-29-16,0 3-18 0,3-1-9 15,4-3 3-15,4 0-22 0,4 0-13 16,2-1-2-16,3-5 0 15,-1 0-18-15,3-1 16 0,-1-4-26 16,1 3 7-16,1-1-25 0,-3 0 3 0,-3-1-28 16,0 2 9-16,-4 0-9 0,-3 1 0 15,-3 2-13-15,-6 0-2 0,-2 3 1 16,-3 2 1-16,-4 0 12 0,0 0-20 0,-4 1 27 16,-6 3 30-16,-3 4 0 0,-6 2 10 15,-6 2 0-15,-4 2-22 0,-3 1-1 16,-1 3 26-16,0-5 19 0,4 0 3 15,2-1 16-15,8-5 6 0,2-1 44 0,6-1 10 16,5-4-1-16,5 1 1 0,1-1 0 16,0-1-8-16,1 0-24 0,5 0-41 15,3-3-3 1,4 2-1-16,4 0 1 0,3-3 3 0,1 3-3 16,2-2-18-16,0-1-63 0,-2 3-27 15,-2-2-21-15,1 2 16 0,-4 0-23 16,1-1-121-16,-2 2-105 0,-2 0-137 0,-5 0-240 15,-2 0-515-15</inkml:trace>
  <inkml:trace contextRef="#ctx0" brushRef="#br0" timeOffset="53957.364">12506 9507 1026 0,'0'0'78'16,"0"0"-6"-16,0 0 1054 0,0 0-751 16,0 0-28-16,0 0-53 0,0 0-90 0,0 0 58 15,0 0-7-15,0 0-55 0,60 80-41 16,-35-48-35-16,1 0-19 0,1 8 12 16,3-2-22-16,-3 4-16 0,1-4-11 15,-5 2-25-15,0-4-25 0,-5-1-18 0,-3-4 0 16,0-4-15-16,-1-4-1 0,-2 0-2 15,-1-6-28-15,-2-4-27 16,0-2-19-16,-3-4-10 0,-3-3-21 16,-2-1-19-16,3-3-39 0,-4 0-38 0,0 0-86 15,-4-5-60-15,-3-5-218 0,1 1-170 16,-9-14-538-16</inkml:trace>
  <inkml:trace contextRef="#ctx0" brushRef="#br0" timeOffset="54173.615">12578 9518 1034 0,'0'0'107'16,"0"0"-3"-16,0 0 703 0,0 0-180 0,-87 19-126 15,60-3-154-15,-5 3-88 0,-2 6-61 16,-5 3-40-16,0 3-27 16,-3 1-35-16,2-1-47 0,4-3-49 15,3-4-24-15,8-8-14 0,6-6-39 0,7-4-26 16,4-6-54-16,2 0-63 15,5-9-157-15,1-6-170 0,0-4-101 16,4 4-361-16,16-15 178 0</inkml:trace>
  <inkml:trace contextRef="#ctx0" brushRef="#br0" timeOffset="54314.842">12307 9530 212 0,'0'0'1429'0,"0"0"-841"0,0 0-187 16,0 0-102-16,0 0 15 0,82-39-15 0,-59 36-31 15,3 3-35-15,4 0-17 0,5 5-30 16,5 2-47-16,5 4-77 0,0 0-62 15,2 4-31-15,2-2-46 16,2 5-84-16,0-1-75 0,5 5-117 0,-15-7-259 16,21 14-703-16</inkml:trace>
  <inkml:trace contextRef="#ctx0" brushRef="#br0" timeOffset="54718.313">13624 10132 2892 0,'0'0'540'0,"0"0"-252"15,0 0-250-15,0 0 15 0,0 0 45 16,0 0 31-16,0 0 21 0,0 0-84 0,0 0-50 15,0 0-16-15,0 0 24 0,71-25-24 0,-52 21-1 16,1 1-20-16,-2 2 17 0,0 1-14 16,0 1 18-16,-3 8 12 15,2 3-9-15,-2 4 0 0,-3 4 35 0,0 5-36 16,-3 5 1-16,-2 5 43 0,-1 2-18 16,-3 4-6-16,-2 5-11 0,-1 0-11 15,0 5 0-15,-3-1 0 0,-4-2 2 16,-2-1 16-16,-1-4 1 0,4-6-1 15,-2-8-18-15,7-7 0 0,-1-9-2 0,2-2-23 16,0-7-6-16,0-4-62 16,0 0-44-16,0-1-29 0,0-6-51 15,0-4-77-15,0-4-210 0,-3 3-319 0,0-15-707 16</inkml:trace>
  <inkml:trace contextRef="#ctx0" brushRef="#br0" timeOffset="55014.302">13619 10437 2737 0,'0'0'376'16,"0"0"-80"-16,0 0-184 0,0 0 30 16,0 0 28-16,0 0 28 0,0 0 12 15,0 0-64-15,0 0-127 0,0 0-19 0,67 17-65 16,-52-14-72-16,-5-3-80 0,-3 2-81 0,-3 3-87 16,-4 2-111-16,0 4-92 0,-10 2 33 15,-4 4 73-15,-8 5 23 0,-4 0 131 16,-1 4 328-16,-2-1 300 0,3 0 42 0,0 2 114 15,3-4 25-15,7-2 24 16,6-3-35-16,4-5-92 0,6 0-73 0,0-3-78 16,3-2-32-1,10-1-7-15,7-3-27 0,5 2-40 0,6-5-16 16,7-1-34-16,5-2-32 0,5-7-8 16,1-1-31-16,-3-5-13 0,1 0-55 15,-3-3-77-15,-4-3-34 0,0 2-76 0,-4-4-209 16,-10 8-349-16,9-12-735 0</inkml:trace>
  <inkml:trace contextRef="#ctx0" brushRef="#br0" timeOffset="55547.08">14418 9857 2168 0,'0'0'489'0,"0"0"-181"0,0 0-135 16,3 89 67-16,-3-47 130 0,-3 7 30 15,-4 7-40-15,-2 4-125 0,-2 5-85 0,-1-1-46 16,-5 1-28-16,3 1-27 0,-5-5-21 16,4-5-14-16,-2-8-14 15,6-7-21-15,3-11-22 0,4-10 0 16,3-6-39-16,1-6-13 0,0-6-40 0,8-2-7 15,2-2 15-15,6-8-37 16,0-8 21-16,6-1-18 0,1-5 20 0,-1-6 78 16,0 1-9-16,0-2 21 0,-3 1 51 15,-3 5 3-15,-3 1 32 0,-2 6 31 16,-4 6 3-16,-2 3 7 0,-1 4-4 0,-2 2 1 16,-1 2-10-16,1 1-14 0,-2 0 14 0,0 1-13 15,0 2-16-15,-2 4 6 0,-2 1-21 16,-1 3-4-16,-5 5-12 0,-1 3 13 15,-4 0-4 1,0 1-9-16,1-2-2 0,0-3 18 0,5-4-17 16,4-3 0-16,2-1 1 0,3-2 10 15,0 2-11-15,3 2 28 0,5 1 4 16,5 1-6-16,2 1 3 0,2 0 3 0,0-1-22 16,3 1-9-16,-1-2 19 15,3-1-1-15,-1 1 4 0,-3-1-25 0,0-5-28 16,-2 0-46-16,-1-2-24 0,-4 0-79 0,2-2-97 15,-3 0-174-15,-2 0-548 16,1 0-603-16</inkml:trace>
  <inkml:trace contextRef="#ctx0" brushRef="#br0" timeOffset="56072.734">15489 10243 2714 0,'0'0'440'16,"0"0"-156"-16,0 0-189 0,0 0-44 15,0 0 60-15,0 0 68 0,0 0-37 0,0 0-38 16,-58 83-45-16,35-50-28 0,2 1 4 15,-2-1-14-15,4-3 4 0,7-4 3 0,6-4-15 16,5-4 11-16,1-3-8 16,7-3-16-16,5-2-10 0,5 0-6 15,2-3-12-15,6-1 0 0,2 0-3 16,2-2-3-16,2 0-16 0,0-1-9 0,-1 1-24 16,-1 2-8-16,-2 5 35 0,-1 1 56 15,-6 0 16-15,-4 3 18 0,-3 0 13 16,-5-2 39-16,-3 3-24 0,-5-2-12 15,0 1-6-15,-8 0-44 0,-3 0-3 16,-3-1-50-16,-3-1-44 0,-2-2-39 16,3-4-87-16,-1 2-113 0,5-7-260 15,3-2-428-15,8 0-93 0</inkml:trace>
  <inkml:trace contextRef="#ctx0" brushRef="#br0" timeOffset="56216.808">15820 10687 2448 0,'0'0'621'0,"0"0"-178"0,0 0-196 15,0 0 1 1,64 66 40-16,-55-48 59 0,-4-2-80 0,-2-2-86 16,0-1-102-16,-1-8-79 0,0 0-24 0,4-5-175 15,1-6-43-15,5-8 13 0,7-7-134 16,-5 2-335-16,17-21-1086 0</inkml:trace>
  <inkml:trace contextRef="#ctx0" brushRef="#br0" timeOffset="56465.566">16452 10131 2485 0,'0'0'733'15,"0"0"-351"-15,0 0-202 0,-30 101-20 0,15-55 198 16,-4 7 96-16,-1 3-126 0,1 4-149 16,-1 0-93-16,1-1-29 0,4-5-14 0,6-9-4 15,5-7-27-15,4-8 16 0,0-7-25 16,5-7-3-16,4-5-39 15,4-5-21-15,-1-3-44 0,2-3-57 16,2-5 5-16,-2-6 22 0,-1-1-38 0,-3-2-82 16,-4-2-110-16,-6 3-134 15,0-3-114-15,-6 2-153 0,-2 4-377 0,-15-9 80 16</inkml:trace>
  <inkml:trace contextRef="#ctx0" brushRef="#br0" timeOffset="56599.013">16205 10570 1387 0,'0'0'667'15,"0"0"-59"-15,0 0-101 0,0 0-156 0,0 0-61 16,0 0-51-16,0 0-16 0,0 0-56 15,0 0-34-15,0 0-34 16,0 0-44-16,16-31-3 0,23 29 16 0,2-4-36 16,3 0-32-16,-4-1-108 0,1-4-18 15,-2 3-72-15,-3-4-84 0,-2 4-254 16,-8 0-554-16,7-4-513 0</inkml:trace>
  <inkml:trace contextRef="#ctx0" brushRef="#br0" timeOffset="57781.036">18094 10543 1456 0,'0'0'461'0,"0"0"-149"0,0 0-79 0,0 0 6 15,0 0 114-15,12-75 14 0,-12 60-34 16,-1 2-82-16,-4 1-93 0,2 2-59 15,-3 2-21-15,1 2-10 0,1 3 7 16,-2 1 2-16,0 2 31 0,-2 0-1 16,-3 2-39-16,1 4-37 15,-7 4-31-15,-3 6-28 0,-5 12 28 0,-4 6 14 16,-2 10 17-16,-2 6 9 16,-1 5-10-16,3 4 1 0,3 0-13 0,2-2 7 0,8 2 33 15,5-9-19-15,7-3 22 16,4-5 15-16,2-8 31 0,11-2-31 0,3-4-25 15,3-7-23-15,5 0-4 16,-2-6-24-16,3-5-3 0,-1-4-27 0,1-5-34 16,-3-1-9-16,2-3-30 0,-1-6-31 15,-2-2-13-15,1-4-6 0,-4 0-13 16,-2 1-38-16,-3-3-25 0,-3 6-13 0,-4-3-47 16,-4 3-82-16,0-1-10 0,-6-1-27 15,-5-1 184-15,-3-2-6 0,-3 0-91 16,-3 1-108-16,1 1 74 15,1 2 355-15,2 5-105 0,4 1 434 0,4 5 272 16,4 1-234-16,2 0 140 0,2 0-108 16,5 0-7-16,4 4-73 0,6-1-38 15,3 1-32-15,3-3-23 0,5-1-26 16,2 0-56-16,2-2-49 0,-1-8-52 0,1-1-43 16,-3-3-58-16,-2-1-37 15,-1-4-49-15,-2 3-47 0,-6-1-85 16,-2 1-135-16,-5 3-168 0,-5 2-215 15,-1 3-505-15,-3 2 100 0</inkml:trace>
  <inkml:trace contextRef="#ctx0" brushRef="#br0" timeOffset="57922.381">18168 10822 1603 0,'0'0'578'0,"0"0"-141"0,0 0-135 0,0 0-61 16,-12 74-40-16,12-52 27 0,0 0-22 16,0 6-43-16,3-2-18 0,0 4-20 15,0-1-16-15,0 0-10 16,-1-2-25-16,-1-4-34 0,-1-2-40 15,2-6-71-15,-1-3-108 0,0-3-46 0,2-2-99 16,0-2-184-16,-1 1-548 0,2-2-665 0</inkml:trace>
  <inkml:trace contextRef="#ctx0" brushRef="#br0" timeOffset="59573.616">18505 11037 1603 0,'0'0'419'15,"0"0"-43"-15,0 0-176 0,0 0 23 0,0 0 69 16,0 0 36-16,0 0-62 0,0 0-77 16,0 0-41-16,28 77-10 0,-24-48-10 15,0 4-7-15,-1 6 9 0,-1 1-16 16,-1 1-31-16,1 0-28 0,-2-2-18 0,0-1-9 0,0-3-13 16,0-3-14-16,-2-4-1 0,-1-3-25 15,3-6-18-15,0-6 10 0,0-1-7 16,0-7-22-16,0-1-21 15,0-2-25-15,0-2-10 0,2 0-28 16,-1-5-55-16,1-1-50 0,-1-2-46 16,1-3-57-16,3-2-70 0,-1-5-25 0,2-2 14 15,0-4 39-15,1-1 90 0,0-1 172 16,1-1 134-16,0-3 179 0,0 2 43 16,3 2-8-16,-1 2-32 0,3 5 42 0,0 4-42 15,0 4 67-15,3 5 13 16,-3 5-15-16,1 1 19 0,-1 1 5 0,3 5-53 0,-3 5-88 15,-1-1-42 1,-2 2-41-16,-2 0-22 0,-5 2-10 16,-3-2-15-16,0 1-12 0,0 1-13 15,-8 0-16-15,-1 0-16 0,-4 2-12 0,0-2-22 16,-1 2-4-16,2-2 16 0,3-4 44 16,2 0 35-16,3-3 27 0,4-1 59 15,0-3 15-15,4 2-13 0,5-4-25 16,2 2 3-16,3 0-9 0,3-3-29 0,1 2-12 15,3-1-16-15,2 1-17 16,-2-2-11-16,1 1-10 0,0 0-22 0,-4 2-34 16,-2-3-80-16,0 2-57 0,-4 0-95 15,-5 0-195-15,3-1-596 0</inkml:trace>
  <inkml:trace contextRef="#ctx0" brushRef="#br0" timeOffset="60114.76">19183 10757 417 0,'0'0'2358'15,"0"0"-1721"-15,0 0-320 0,0 0-223 16,0 0-47-16,0 0 7 0,0 0 68 16,90 2 79-16,-64-2-96 0,-1 0-64 15,1 3-27-15,1-3-14 0,-4 0-65 16,-1 0-72-16,-8 0-83 0,-1 0-126 16,-6 0-192-16,-4 0-535 0,-3 0-606 0</inkml:trace>
  <inkml:trace contextRef="#ctx0" brushRef="#br0" timeOffset="60272.661">19223 10944 2764 0,'0'0'519'0,"0"0"-169"0,0 0-218 16,0 0-34-16,0 0 24 0,0 0 61 16,89 2 6-16,-63-5-95 0,3-3-94 15,4-3-53-15,-1-3-56 0,1 2-84 16,0-4-84-16,-1 0-144 0,-9 4-271 15,12-5-814-15</inkml:trace>
  <inkml:trace contextRef="#ctx0" brushRef="#br0" timeOffset="60962.096">20027 10393 1182 0,'0'0'1383'15,"0"0"-910"-15,0 0-291 16,0 0-105-16,0 0-10 0,0 0 108 16,0 0 103-16,0 0-74 0,0 0-59 0,0 0-55 15,0 0-37-15,17 3-19 0,-11-6-34 16,0-4-11-16,1-1-11 0,2-2-3 16,0-2 0-16,-1 2-40 0,2 0-51 15,0-1-1-15,-4 4 26 0,0 1 16 16,-2 1 5-16,0 1 17 0,-1 2 12 15,-3 2-1-15,0 0 8 0,0 0-1 16,0 0 33-16,0 0 2 0,0 4 25 16,0-2 13-16,-1 3 19 0,-1-4 6 15,-2 5-19-15,3 1-6 0,0 4 0 16,-1 3 31-16,-1 4 3 0,2 6 4 0,-1 2-16 16,2 6-7-16,-1 4 19 15,1 7-13-15,0 1 25 0,0 1 3 16,0-1-7-16,1 0-34 0,4-1-3 0,0-4-5 15,2-3-20-15,-2-5 4 0,1-3 2 16,-1-5-24-16,0-4 0 0,-2-5-34 16,1-3-43-16,-1 0-37 0,-1-6-32 15,-2-2-75-15,0 1-112 0,0-4-273 0,0 0-689 16,-11 1-604-16</inkml:trace>
  <inkml:trace contextRef="#ctx0" brushRef="#br0" timeOffset="61157.607">20011 11034 1982 0,'0'0'673'0,"0"0"-316"0,0 0-184 0,0 0 0 15,0 0 68-15,0 0 71 0,0 0-51 16,0 0-112-16,0 0-53 0,91 3-27 0,-68-1-17 16,3-1-21-16,-1-1-25 0,-1 0-6 15,-1 0-15-15,0-1-62 0,2-4-85 16,-2 2-74-16,-2-2-86 0,-2 3-138 15,-5-1-301-15,3 1-675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8:20:20.95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3903 1386 2816 0,'0'0'1258'15,"0"0"-1024"-15,0 0-185 16,0 0 54-16,0 0 60 0,0 0 4 16,0 0-5-16,87 8-52 0,-47-11-43 15,5-2-27-15,1-1-25 0,-2-3-15 16,-4 2-18-16,-6 1-6 0,-2-1-7 16,-5 1 1-16,-3 0-29 0,-4 3-97 0,-3-1-71 15,-7 3-98-15,-4 0-252 0,-2-2-511 16,-4 3-507-16</inkml:trace>
  <inkml:trace contextRef="#ctx0" brushRef="#br0" timeOffset="392.724">4071 1421 1299 0,'0'0'267'0,"0"0"812"16,0 0-806-16,0 0-16 0,0 0-6 15,-3 75 9-15,3-48-39 0,0 1-54 16,-2 3-17-16,1 2-20 0,0 4-6 0,-2 5-6 16,0 4-10-16,-3 5 2 0,-1 3 19 15,-2 0-68-15,-1 0-27 0,0 0-19 16,0-6-1-16,3-1-13 0,2-4 0 16,1-3 0-16,1-5 18 0,3-4-16 15,0-3-3-15,4-2-1 0,4-3 1 0,-1-1 3 16,3-1 12-16,3-2 12 0,-1 0 4 15,2-2-4-15,-1 1-11 0,4-4 5 16,-1 1 6-16,3-1 1 16,0 0-10-16,1-2-6 0,1-1-10 15,0-1 0-15,2-2 1 0,1-2-1 0,2-1-2 16,1-1 2-16,1-4-1 0,-4 0-1 16,2 0-3-16,-1-5-18 0,-2-1-19 15,-1-2-33-15,-1-3-6 0,2-1-22 16,3-4-61-16,-3-1-100 0,2-2-141 0,-5 2-354 15,10-10-836-15</inkml:trace>
  <inkml:trace contextRef="#ctx0" brushRef="#br0" timeOffset="772.683">5584 1514 1277 0,'0'0'1966'0,"0"0"-1689"0,0 0-138 16,10-70 38-16,-10 53 174 0,0 4-46 0,0 3-80 15,0 4-72-15,0 2-73 0,0 2-28 0,-2 2-9 16,-1 0-13 0,-3 0-30-16,-5 2-17 0,-3 6-32 0,-5 4-9 15,-5 7-15-15,-6 9 30 0,-2 6 12 0,2 7 31 16,-2 0 2-16,3 8 23 15,2 1-7-15,1 2 34 0,1 5 22 16,5 2 33-16,1-2 2 0,9-6-8 0,3-3 2 16,7-8-15-16,0-7-6 0,7-4 0 15,5-5-22-15,6-2-20 0,4-3-19 16,7-2 0-16,1-5 0 0,8-1 12 16,2-4-2-16,2-4-31 0,2-3-21 0,-3 0-55 15,-3-6-27-15,-7-4-27 0,-3-4 5 16,-5-3-23-16,-3-1-60 0,-9-2-138 15,-5 1-224-15,-6-2-524 0,-1 5-739 0,-17-10 787 0</inkml:trace>
  <inkml:trace contextRef="#ctx0" brushRef="#br0" timeOffset="942.376">5473 1980 623 0,'0'0'2208'0,"0"0"-1708"0,0 0-129 15,0 0 45-15,0 0 19 0,0 0-66 0,85 6-55 16,-56-12-116-16,1-5-89 15,3-1-61-15,2-4-48 0,-2-4-51 0,0 0-65 16,-3-4-42-16,-2 3-40 16,-6 0-93-16,-4 3-175 0,-5 3-273 15,-4 4-583-15,-8-3-451 0</inkml:trace>
  <inkml:trace contextRef="#ctx0" brushRef="#br0" timeOffset="1096.22">5820 1754 1053 0,'0'0'124'16,"0"0"341"-16,0 0 301 0,0 0-250 0,-1 76-110 15,5-50-6-15,1 2-66 0,-2 3-35 16,-2 0 1-16,4 0-58 0,-2-1-74 16,0-4-82-16,0 0-53 0,2-3-33 15,-1-3-27-15,2-2-104 0,2-5-84 16,1 0 0-16,4-2-67 0,6-1-307 0,-5-2-828 16,12-1-645-16</inkml:trace>
  <inkml:trace contextRef="#ctx0" brushRef="#br0" timeOffset="1298.676">6473 2038 1770 0,'0'0'1766'16,"0"0"-1542"-16,0 0-170 0,-27 68-7 15,15-42 195-15,1 2 94 0,-1 0-80 16,2-1-120-16,3 0-100 0,0 0-36 0,1-4-17 15,0-2-72-15,2-5-83 0,-1-1-67 0,4-7-130 16,1-5-327-16,0-3-756 0,0-5-127 0</inkml:trace>
  <inkml:trace contextRef="#ctx0" brushRef="#br0" timeOffset="1652.143">7489 1256 995 0,'0'0'2411'0,"0"0"-1883"16,0 0-462-16,0 0-47 0,0 0 79 16,0 0 67-16,0 0 55 0,0 0-81 15,0 0-56-15,0 0-9 0,0 0-7 16,-101 94 31-16,71-44 76 0,-3 8 30 0,-3 7-61 15,-3 3-28-15,3-1 3 0,1-1-39 16,5-2-18-16,4-8-4 0,9-6-3 16,4-6 10-16,9-9 32 0,4-4 10 15,3-5-43-15,9-4-27 0,4-1-6 0,7-3-14 16,8-2-16-16,3-4-27 0,10-5-15 16,6-5 6-16,5-2-18 0,1-2-13 15,-3-7-35-15,-4-6-31 0,-5 1-39 16,-7-5-25-16,-9-2-92 0,-7-3-264 0,-7 0-441 15,-10-2-333 1,-4 7-608-16,-8-13 1889 0</inkml:trace>
  <inkml:trace contextRef="#ctx0" brushRef="#br0" timeOffset="1820.074">7351 1796 995 0,'0'0'2300'0,"0"0"-1774"0,0 0-268 15,0 0-52-15,0 0 39 0,0 0 11 16,0 0 38-16,0 0-102 0,85-1-92 0,-48-7-54 15,2-8-46-15,2-3-21 16,2-2-55-16,-3-5-55 0,-1 1-55 16,-1-3-102-16,-4 3-167 0,-2 1-249 15,-6 4-720-15,-6 3-617 0,0 0 1973 0</inkml:trace>
  <inkml:trace contextRef="#ctx0" brushRef="#br0" timeOffset="1984.097">7792 1655 264 0,'0'0'2581'0,"0"0"-2116"0,-20 69-258 0,13-35 1 15,4 2 158-15,0-1-12 0,1-1-24 16,2-1-85-16,0-3-86 16,3-4-67-16,3-2-59 0,-2-4-33 0,3-2 0 15,-1-2-52-15,0-1-64 0,0-1-55 16,0-2-19-16,2-1-7 0,1-5-69 16,1-4-255-16,-1-2-592 0,6-2-812 0</inkml:trace>
  <inkml:trace contextRef="#ctx0" brushRef="#br0" timeOffset="2533.211">8553 1174 2341 0,'0'0'307'0,"0"0"-239"0,0 0 64 0,0 0 108 16,0 0-7-16,85-42-61 16,-62 35-55-16,0 2-3 0,-2 2-13 15,-3 3-16-15,-1 0-7 0,-5 0 11 0,-4 3 11 16,2 0 3-16,-5 4-16 0,1 1-22 16,-2 0-9-16,0 4-16 0,2 4 12 15,0 2 7-15,2 3 33 0,1 2 37 0,5 2-19 16,-2 3-24-16,5 2-10 0,-2 0 4 15,2 2 5-15,-1 3 42 0,-1 0 1 16,0 2-37-16,-1 0-19 0,-3 1-17 0,-1 0-13 16,-2 2-2-16,-2-1-10 0,1 0-9 15,-4 0-18 1,2-2 0-16,-1 0-3 0,3-4 0 0,-1 0-2 16,-2 1 1-16,3-3 1 0,-1-2 2 0,3-1-2 15,-5-2-12-15,2-2 11 0,-2-3 1 16,1 1 0-16,-1-2 0 0,0 4 1 15,-1 1-1-15,-2-1 0 0,1-3-15 16,-2 0 14-16,1-4-1 16,-1-5-10-16,2-1 0 0,-2-3-22 0,1-2-20 15,-1-1-10-15,0-2 1 0,0-1-4 16,0-1-9-16,-4-1-6 0,-1 0 9 16,-3 0 16-16,-4 0 20 0,-5 0-6 15,-5 0-5-15,-5 0-7 0,-5 0-18 0,-7-5-68 16,-4 1-124-16,-2-1-97 0,-2-3-24 0,1 0 7 15,0 2-115-15,2-1-501 0,13 2-425 16,-18 1 849-16</inkml:trace>
  <inkml:trace contextRef="#ctx0" brushRef="#br0" timeOffset="13527.363">804 1487 927 0,'0'0'88'16,"0"0"212"-16,0 0 493 0,0 0-502 15,0 0-52-15,0 0-26 0,0 0 34 0,0 0 56 16,0 0 8-16,-72-10-60 0,72 10-31 0,0 0-27 15,0 0-54-15,0 0-34 0,0 0-31 16,2 0-18-16,15 0 11 0,8 1 44 16,13 1 35-16,11 1-8 0,3-3-59 15,1 0-49-15,0 0-9 16,-1 0-8-16,0 0 11 0,-3-5-24 0,0-2-12 0,-3-1-9 16,0-1-1-16,-5-1-5 15,-2-1-43-15,-6-1-49 0,0 0-31 16,-7-1-52-16,-2 3-103 0,-5 0-161 0,-6 0-306 15,-7 2-694 1</inkml:trace>
  <inkml:trace contextRef="#ctx0" brushRef="#br0" timeOffset="13761.186">1167 1457 202 0,'0'0'2284'16,"0"0"-1871"-16,0 0-176 0,0 0-36 0,-22 89 120 15,22-58-3-15,0 6-58 16,5 2-67-16,3 6-57 0,-2 6-34 0,1 7-47 16,-2 4 22-16,-4 1-37 0,0 0-13 15,-1-3-27-15,0-2 0 16,-1-5-12-16,0-3-6 0,-2-3-10 0,3-8-15 16,0-1-28-16,0-7-55 0,4-3-47 15,6-6 8-15,2-5-95 0,1-6-90 16,1-8-111-16,-1-3-115 0,-2-4-627 0</inkml:trace>
  <inkml:trace contextRef="#ctx0" brushRef="#br0" timeOffset="14280.654">1596 1174 1410 0,'0'0'1598'0,"0"0"-1352"15,0 0-124-15,0 0 5 0,0 0 101 0,0 0 76 16,0 0-44-16,29 92-83 0,-22-51-50 0,2 7-44 16,1 9 9-16,-1 11 0 0,-2 10-40 15,-3 9-3-15,-2 3-15 0,-2 0 0 16,0-4-16-16,0-9 4 0,-2-8-22 15,-2-10-27-15,1-9 25 16,0-6-1-16,2-8-9 0,1-9-7 16,0-8-2-16,0-7-13 0,0-6-27 15,1-3 9-15,5-3 9 0,0 0 18 16,7-11-5-16,0-5-29 0,1-9 1 0,2-6-29 16,0-7-18-16,-3-3 0 0,-2-2-35 15,1 4 27-15,-5 3 18 0,-1 8 29 16,0 6 53-16,-2 8 13 0,-3 2 31 0,1 5 16 15,-1 2 48-15,0 4 24 0,1 1 21 0,-2 0-13 16,3 0-41-16,0 2-70 16,3 5 5-16,2 5 35 0,5 5 33 15,-1 3 10-15,2 5-14 0,-2 2-11 16,-4 1-16-16,2 3-15 0,-2-4-22 0,-4-1-20 16,2-1-1-16,-2-6-1 0,0-4-23 15,-1-5 5-15,-1-1-5 0,-1-7-59 16,-1 2-58-16,0-2-34 0,1-2-50 15,-1 0-99-15,0-1-266 0,0-4-465 0,2-11-420 16</inkml:trace>
  <inkml:trace contextRef="#ctx0" brushRef="#br0" timeOffset="14797.378">2045 1874 992 0,'0'0'1275'0,"0"0"-232"0,0 0-821 15,0 0-22-15,0 0 48 0,35 78 75 16,-27-49-26-16,-4 0-94 0,-1 6-93 16,0 2-42-16,-3 0-35 0,0 1-30 15,0-1-3-15,-6-4-9 0,2-7-70 16,-1-5-10-16,2-9 6 0,1-4-16 0,2-6-12 16,0-2-12-16,0 0-5 0,0-4 7 15,8-7-18-15,1-9 80 0,4-8-10 16,3-6-120-16,-2-2-71 0,5-1-23 15,-2 5 103-15,2 4 113 0,-2 8 16 16,-2 7 51-16,-4 7 71 0,-1 3 96 16,-4 3 18-16,-3 0 16 0,1 6 14 15,-2 2-23-15,-2 3-3 0,0 2-30 0,0 2-25 16,0 2-32-16,-3-3-28 0,0-2-22 16,2-4-24-16,1-4-28 0,-2 1-15 15,2-5 15-15,0 0 15 0,0 0 18 0,2 0-33 16,2-5-55-16,7-6 17 0,1 3 38 15,2-9 0-15,2 3-34 0,1-2-53 16,1 2-6-16,0 3 0 0,0 5 6 16,-1 3 16-16,1 3 71 15,-1 0 47-15,-2 8 6 0,0 2 28 0,-3 4-16 16,0 2 15-16,-1 2 4 0,-4 3-16 16,1-1-25-16,-2 4 16 0,-3 0-7 0,-3-1 9 15,1 1-30-15,-1-1-31 0,0 1-1 16,0-5-21-16,0 0-11 0,0 0-56 15,0 0-47-15,-4-2-62 0,0 3-101 0,-3-1-216 16,-2 0-584-16,0-7-660 16,-8 2 1191-16</inkml:trace>
  <inkml:trace contextRef="#ctx0" brushRef="#br0" timeOffset="15213.4">1013 2856 104 0,'0'0'2602'16,"0"0"-2255"-16,0 0-241 0,0 0 79 15,0 0 154-15,0 0-49 0,0 0-52 16,0 0-57-16,89 1-48 0,-66-1-44 16,3 0-15-16,6 0-25 0,5 0 1 15,3-1-38-15,7-1 9 0,7 0-21 16,7-4 28-16,7 1-16 0,4-4-10 16,3 0 0-16,4-3-2 0,3 0 0 15,3 3-18-15,2 1-16 0,-3 4 6 0,-4 3 4 16,-5 1 22-16,-9 0 2 0,-4 1 0 15,-3 3 2-15,-8 2 0 0,-4-2-1 0,-5-2-1 16,-3-1-1 0,-6-1-33-16,0 0-52 0,-7-1-31 0,-4-5-72 15,-2-2-67-15,-7-1-106 0,-2-3-293 0,-3-1-733 16,-5 2-287-16</inkml:trace>
  <inkml:trace contextRef="#ctx0" brushRef="#br0" timeOffset="15460.78">2967 2227 3461 0,'0'0'581'0,"0"0"-581"0,0 0 1 0,0 0 44 0,0 0 73 16,0 0-21-16,0 0-66 0,0 0-31 16,82 39-13-16,-72-31-155 0,-1 4-156 15,-5 2-281-15,-4-2-1035 0,0 7 191 0</inkml:trace>
  <inkml:trace contextRef="#ctx0" brushRef="#br0" timeOffset="15598.066">3066 2474 992 0,'0'0'2396'0,"0"0"-1978"16,0 0-349-16,0 0 41 0,0 0 107 15,0 0 103-15,0 0-120 0,0 0-135 0,0 0-65 16,0 0-65-16,87 22-114 0,-71-20-109 16,-5-1-236-16,2 3-848 0</inkml:trace>
  <inkml:trace contextRef="#ctx0" brushRef="#br0" timeOffset="16656.123">11373 1731 163 0,'0'0'2653'16,"0"0"-2166"-16,0 0-213 0,0 0 35 0,20 65 17 15,-14-36-12-15,-2 3-56 0,1 2-74 16,-4-2-43-16,2-2-50 0,-3-2-17 16,0-2-38-16,0-5-6 0,-4-1-29 15,-2-4-1-15,2-2-12 0,-1-3-18 16,-1-2-55-16,2-3-46 0,-1-2-53 15,0-2-105-15,-4-2-173 0,1 0-524 0,-1-3-1107 16,-5-14 1422-16</inkml:trace>
  <inkml:trace contextRef="#ctx0" brushRef="#br0" timeOffset="16817.331">11233 1583 36 0,'0'0'2644'16,"0"0"-2095"-16,0 0-240 0,0 0 66 15,0 0-2-15,0 0-125 16,0 0-118-16,87-16-124 0,-63 15-6 16,5 1-68-16,0 0-108 0,4 0-129 0,2 0-244 15,1 1-715-15,-10 2-969 0</inkml:trace>
  <inkml:trace contextRef="#ctx0" brushRef="#br0" timeOffset="17111.144">11889 1681 848 0,'0'0'1920'0,"0"0"-1653"0,0 0-88 16,0 0 44-16,-82 88 160 0,60-66-37 0,1 1-70 16,1-2-93-16,5-1-60 0,6-4-22 15,2-2-37-15,4-3-18 0,3 3-45 0,3-3 11 16,7 2 4-16,3-1-13 0,4 4-1 16,2-5 15-16,4 0-16 0,3 0-2 15,-1-2 0-15,0 0-20 0,-3-1-13 16,0 2 16-16,-5 0-4 0,1 4 19 15,-5 2 3-15,-2 3 24 0,-7 0-12 0,-1-1 9 16,-3 0-6 0,-3-2-15-16,-4-1-1 0,-3 0-18 0,0-4-45 15,-2-2-22-15,-3-3-24 0,0 0-45 16,-2-5-33-16,-2-1-46 0,-3 0-144 0,1-1-273 16,0-8-403-16,3 2-485 15,-5-8 1376-15</inkml:trace>
  <inkml:trace contextRef="#ctx0" brushRef="#br0" timeOffset="22349.432">13268 1939 1793 0,'0'0'1386'15,"0"0"-1064"-15,0 0-205 0,0 0-35 0,0 0 113 16,0 0 154-16,110-51-80 0,-64 42-87 0,3 3-71 15,3 2-28-15,0 1-23 0,1 2-60 16,-4 1-24-16,-2 0-25 0,-3 0-1 0,-5 0-17 16,-6 0-69-1,-3 0-95-15,-7 0-62 0,-4 0-186 0,-6-4-277 16,-6 0-658-16,-4-9-36 0</inkml:trace>
  <inkml:trace contextRef="#ctx0" brushRef="#br0" timeOffset="22572.942">13565 1445 225 0,'0'0'267'0,"0"0"1018"0,-40 91-469 16,22-43-180-16,-3 14-75 15,-4 11-130-15,1 7-149 0,2 6-124 0,2 5-60 16,4-3-98-16,8-8-23 15,8-16-66-15,4-12 12 0,12-17 28 0,4-15-1 0,5-11-6 16,3-9-49-16,1-5-26 16,6-18-39-16,-1-7-125 15,5-11-271-15,-9 7-465 0,14-30-624 0</inkml:trace>
  <inkml:trace contextRef="#ctx0" brushRef="#br0" timeOffset="23013.664">14189 856 1826 0,'0'0'493'16,"0"0"33"-16,0 0-42 0,10 92-34 16,-8-46-82-16,-2 8-70 0,0 10-57 15,-5 11-66-15,-8 9-31 0,-4 12-52 0,-7 8-50 16,-4 12-20-16,-3 5-20 15,-1-3 10-15,0-6 0 0,6-17-12 0,7-18 0 0,5-20-3 16,8-17 1 0,5-17 1-16,1-8-14 0,4-14-13 0,7-1 7 15,6-4 21-15,4-11 15 16,6-9-15-16,2-6 0 0,1-8-51 0,1-3 5 16,-5-1-6-16,-2 6 15 0,-4 3-3 0,-5 8 0 15,-2 11 0-15,-3 4 4 16,-1 9-7-16,1 1 43 0,-2 5 16 0,3 8 30 15,-2 5 52-15,-1 5 3 0,0 4-6 16,-2 3-22-16,0 1-21 16,-2 2 21-16,2-4-37 0,-3 2 7 0,0-5 2 15,0-2-45-15,0-2-3 0,-1-7-18 16,3-1 0-16,-1-6-22 0,-1-2-20 16,0-2-1-16,-2-4-28 0,4 0-82 0,-1 0-81 15,3-4-103-15,3-7-166 0,6-2-155 16,4-6-432-16,-5 3-495 0,9-14 1563 0</inkml:trace>
  <inkml:trace contextRef="#ctx0" brushRef="#br0" timeOffset="23293.373">14607 2155 1289 0,'0'0'1321'15,"0"0"-676"-15,0 0-304 0,0 0-155 16,0 0-51-16,56 66-3 0,-40-60 13 0,-1-6-30 16,6-4-31-16,2-9-25 0,3-6 5 15,3-5-30-15,0-1-34 0,-2-4-25 16,-4 2-65-16,-4 1 37 0,-6 6 22 15,-7-1 13-15,-6 6 18 0,0 2 37 0,-12 2-3 16,-4 1-17-16,-7 4-17 16,2 4-13-16,-4 2 13 0,1 7 62 15,-1 8 12-15,2 8-21 0,-3 3-7 0,2 8 13 16,-1 1 94-16,2 3 9 0,3 1-85 16,3-2-47-16,8-2 10 0,6-3-38 0,3-5-2 15,9-2-1-15,9-5 1 0,8-2 18 16,7-2-12-16,9-3-6 0,6-2-42 15,8-5-47-15,6-4-147 0,6 0-127 16,-18-2-574-16,32 0-1003 16</inkml:trace>
  <inkml:trace contextRef="#ctx0" brushRef="#br0" timeOffset="23898.268">16847 1688 1956 0,'0'0'738'16,"0"0"-336"-16,0 0-102 0,0 0-18 15,0 0-33-15,0 0-38 0,0 0-37 0,0 0 3 16,0 0-60-16,0 0-55 16,-110 8-36-16,55 31-25 0,-7 9 29 15,0 4 16-15,9 2 9 0,10-5 13 16,14-6-40-16,10-11-28 0,9-7-35 16,7-9 10-16,3-1 7 0,3-2-19 15,12-3 16-15,8 2 21 0,8-2 1 0,8 0 32 0,4-2 1 16,2-2-9-1,0 0-1-15,-1-1 4 0,-2 1-1 0,-7-1-7 0,-3 2-18 16,-8 0 6 0,-5 1-8-16,-6 1 0 0,-5-4 12 15,-2 4-10-15,-4-1 16 0,-2-1 1 0,-2 2-7 16,-4 0 16-16,-6-1 15 16,-3 3-43-16,-4-5-76 0,-1 0-25 0,-2-1-37 15,2-5-59-15,0 0-66 0,1 0-112 0,4-9-127 16,3-4-173-16,3-5-455 0,2 4-274 15,3-14 1238-15</inkml:trace>
  <inkml:trace contextRef="#ctx0" brushRef="#br0" timeOffset="24413.76">17188 1809 1175 0,'0'0'1908'15,"0"0"-1602"-15,0 0-65 0,0 0 87 0,0 0 45 16,32 66-24-16,-32-39 34 0,-9 4-78 15,-4 5-108-15,-3-3-61 0,-4 3-60 16,1-1-76-16,-1-1 0 16,0-2-39-16,4-4-10 0,4-3-57 15,3-7-9-15,4-7-10 0,4-5 13 0,1-4-7 16,0-2-70-16,7-5-23 0,4-5-4 16,4-8 27-16,4-3 58 0,-2-6 47 15,5-7 39-15,-2-2 45 0,-1-2 3 16,-1-1-3-16,0 3-9 0,0 5-1 15,-2 7 10-15,-1 6 92 0,-2 8 61 0,-2 5-7 16,-4 5-17-16,-2 0-33 16,-2 11-16-16,-3 4-18 0,0 6 30 15,-5 5 15-15,-4 1-9 0,0 1-53 0,-2-1-44 16,4-5-1-16,3-5-27 0,2-2-10 16,2-7 1-16,0-1-1 0,0-7 3 0,5 0 7 15,3-2 24-15,3-6 2 0,6-3-24 16,1-5 13-16,1 0 11 0,3-2 0 15,-2 0 1-15,-1 1 9 0,-1 3 9 16,-1 3-18-16,0 4-24 16,-3 4 24-16,0 3 43 0,-2 2 12 15,-1 7-34-15,0 6 37 0,0 3 34 16,-1 4 2-16,0 2-24 0,-1 0 3 0,0 1 43 16,-2-3 8-16,-1 2-73 0,-1-3-51 0,-2-2-9 15,0-2-33-15,-1-4-4 16,-1-1-48-16,2-4-18 0,0-1-40 0,-2-3-83 15,3-4-170-15,4 0-234 16,1-1-433-16,6-9-197 0,-5 2 78 0</inkml:trace>
  <inkml:trace contextRef="#ctx0" brushRef="#br0" timeOffset="24806.054">17956 2000 1702 0,'0'0'1429'15,"0"0"-1024"-15,0 0-74 0,0 0-54 0,0 0-28 16,0 0 23-16,0 0 22 0,-98 77-74 15,72-59-89-15,1 0-37 0,0-4 3 16,3 3 46-16,1 0-80 0,-2 4-41 16,2 5-20-16,-2 4-2 0,0 3-20 15,3 3-10-15,6 2-15 0,5-2-10 16,6-4-8-16,3-6 8 0,4-7-15 16,10-6-3-16,4-7 12 0,4-6-18 15,5-6-18-15,5-9 5 0,1-9-15 16,4-3-31-16,0-4-10 0,-1-1 18 0,-2 0 56 0,-1 3 72 15,-4-2 2-15,-4 2 21 16,-4 2 23-16,-6 0-7 0,-4 4 18 16,-2 0 1-16,-6 8 46 0,0 3-26 15,-3 4-5-15,0 7-16 0,0 1 6 16,0 5-49-16,-3 7-11 0,-2 7 62 16,-3 8 35-16,-2 4-13 0,-3 5 21 15,0-1 7-15,0-3-101 0,5-4-12 0,2-7-67 16,4-7 0-16,2-4 6 0,2-6 4 15,7-3-23-15,2-1-27 0,2-3-42 0,5-10-70 16,4-5-239-16,2-6-273 16,3-2-458-16,-5 4-192 0</inkml:trace>
  <inkml:trace contextRef="#ctx0" brushRef="#br0" timeOffset="25047.42">18544 1428 300 0,'0'0'2024'16,"0"0"-1630"-16,0 0-70 0,0 0 40 16,-23 70 45-16,13-34-4 0,1 7-61 0,-2 11-43 15,2 3 8-15,-2 6-78 0,-2 6-185 16,-2 5 127-16,-6 2-107 0,-4 3-45 16,-2-1-21-16,2-2-9 0,-1-8-9 0,6-8-27 15,7-14-92 1,7-13-97-16,6-10 36 0,2-10 85 0,8-7 15 0,5-6-52 15,5-8-79-15,4-11-137 16,6-11-170-16,2-7-454 0,-8 5-487 0,14-25 427 16</inkml:trace>
  <inkml:trace contextRef="#ctx0" brushRef="#br0" timeOffset="25281.18">18887 1381 1144 0,'0'0'1545'15,"0"0"-1342"-15,0 0-85 0,0 0 119 0,0 0 116 16,-1 94 19-16,-3-56-59 0,-1 7-84 0,-1 4-53 16,0 4 12-16,-5 4 7 0,0 4-70 15,-5 5-67-15,-2 0-42 0,0 0-16 16,0-2-13-16,0-5-14 16,2-6-13-16,4-6-21 0,4-7-64 0,3-9-13 15,5-6-18-15,0-7-8 0,3-7-80 16,6-4-179-16,1-7-201 0,1 0-610 15,-2-5-562-15,4-11 1597 0</inkml:trace>
  <inkml:trace contextRef="#ctx0" brushRef="#br0" timeOffset="25640.145">19240 2277 1213 0,'0'0'2257'0,"0"0"-1975"16,0 0-201-16,0 0-79 0,0 0 67 0,0 0 139 16,0 0 112-16,0 0-162 15,0 0-132-15,92-64-26 0,-64 43-15 16,-3 0-10-16,-2 1-71 0,-2-1-46 16,-6 0-14-16,-3 1-1 0,-6 0 28 0,-6-1-9 15,-3 3 40-15,-9 2 76 0,-3 6 22 16,-4 5 199-16,-1 5-105 0,-4 1 3 15,-4 11-5-15,2 4 11 0,-1 5 9 16,1 6-13-16,3-1-6 16,0 5 2-16,1 2-24 0,6-3 3 0,-1 1 6 15,5-1 6-15,3-4 51 0,4-2 1 16,5-2-41-16,0-1-30 0,7-4-16 16,3-3-17-16,4-1-34 0,3-5 0 15,3 0-52-15,2-5-18 0,3-3-30 0,6 0-43 16,3-11-47-16,5-5-120 0,4-1-270 15,-11 0-613-15,21-11-628 0</inkml:trace>
  <inkml:trace contextRef="#ctx0" brushRef="#br0" timeOffset="25964.316">20081 1919 2070 0,'0'0'1289'0,"0"0"-928"15,0 0-203-15,0 0-42 16,-67 64 75-16,35-37 101 0,-4 3 13 0,-1-1-63 15,0-3-107-15,5-1-38 0,5-3-33 0,6-4-39 16,8-4-25-16,5-4-13 16,6-3-14-16,2-2-16 0,2 1-2 15,8 0 8-15,6 2 10 0,4 0 11 16,4 1 4-16,2-1-6 0,0 1 6 0,-1 1-10 16,-3 0 7-16,-4 2 15 15,-2 0 23-15,-5-1 10 0,-5 3 4 0,-4-4 30 16,-2 5 21-16,-2-1-12 0,-8-1-34 15,-6 5-11-15,0-3 2 0,-4 0-15 0,-3-2-8 16,0 0-10-16,-1-2-31 16,1-4-54-16,3-3-61 0,3-4-31 15,6-1-3-15,2-11-78 0,7-5-279 0,2-7-151 16,8-11-36-16,2 9-1437 0,17-30 1728 0</inkml:trace>
  <inkml:trace contextRef="#ctx0" brushRef="#br0" timeOffset="26198.32">20439 1610 16 0,'0'0'2930'0,"0"0"-2292"16,0 0-527-16,0 0-4 0,0 0 132 15,16 71 95-15,-21-33-25 0,-6 10-82 16,-4 9-80-16,0 2-16 0,-1 6 18 0,0 3-39 16,4-1-65-16,3 1-33 0,3-3 10 15,4-5-22-15,2-8-24 16,3-6 0-16,6-7 0 0,7-6-3 0,-2-8-31 15,4-5-33-15,-2-9-16 0,-1-6-33 16,-4-5-50-16,-1 0-32 0,-3-11-103 16,-6-5-173-16,-1-3-294 15,-7-4-733-15,-2 4 493 0</inkml:trace>
  <inkml:trace contextRef="#ctx0" brushRef="#br0" timeOffset="26324.195">20154 2145 795 0,'0'0'723'16,"0"0"918"-16,0 0-1320 0,0 0-181 0,0 0 2 15,0 0 9-15,0 0 69 0,0 0 60 16,0 0-63-16,0 0-85 0,111 3-46 16,-66-6-86-16,2-3-49 0,2-1-93 15,-3 0-74-15,0 1-170 0,-7 0-673 16,-10 1-1264-16,1 1 1650 0</inkml:trace>
  <inkml:trace contextRef="#ctx0" brushRef="#br0" timeOffset="33746.692">22175 1795 474 0,'0'0'153'0,"0"0"-153"0,0 0 95 16,0 0-33-16,0 0 723 0,0 0-172 0,0 0-144 15,0 0-89-15,0 0-39 0,0 0-27 16,5-25-21-16,-2 18-20 0,0 3-19 15,1 0-4-15,-1 1-23 16,-1 3-38-16,-1 0-58 0,1 2-28 0,0 8-27 0,1 8-3 16,0 5-22-1,-3 5-5-15,2 4-19 0,-2 1-9 0,0 2 3 16,0-3 4-16,-2 1-25 0,2-5 0 0,-3-4-43 16,0-1 19-16,2-5 9 15,-2-1-12-15,0-4-16 0,2-2 4 0,-1-4-40 16,2-2 0-16,0-4-9 0,0-1-9 15,0 0-1-15,5-1 12 0,2-6 19 16,0-6 31-16,3-4-1 16,5-2 15-16,1-5 4 0,1-4 17 0,1-1 1 15,0-2 3-15,0-1 0 0,-1 1 34 16,-2 1-19-16,1 5 10 0,-2 4 15 16,0 4-7-16,-2 3 4 0,-1 3 3 15,0 5 60-15,3 2-2 0,-2 2-37 16,2 2-19-16,1 0-14 0,-2 4-4 0,-3 3-6 15,-4 1-21-15,0 3-1 0,-2 5 1 16,0 1 37-16,-3 4-13 0,-1 1-9 0,0 4 0 16,-7 0-15-1,-1 2-1-15,-3-3-32 0,-1 0-25 0,2 1-3 16,1-4-21-16,0-4-88 0,4-2-25 0,2-4-42 16,1-6-130-16,2-4-43 0,0-2-63 15,0 0-112-15,5-1-79 0,-1-5-80 16,4-9-523-16</inkml:trace>
  <inkml:trace contextRef="#ctx0" brushRef="#br0" timeOffset="34130.451">22698 1817 802 0,'0'0'531'0,"0"0"1061"0,0 0-1339 15,0 0-52-15,0 70 116 16,0-47 29-16,0 2-49 0,0 2-83 16,0-1-85-16,0-5-67 0,0 0-34 0,1-5-28 15,2-3-18-15,0-2 5 0,1-5 10 0,-1 0 1 16,4-5-1-16,2-1-83 0,1 0-25 16,4-6 37-16,2-4 12 0,2-3 0 15,-2-3-25-15,1-1 15 0,-4 0 32 16,-3 1 12-16,-4-3 28 0,-4 0 37 15,-2-1-36-15,0 0 2 16,-7 2 41-16,-3 3-7 0,5 4 44 0,-1 5 3 16,1 2 0-16,-1 4-23 0,2 0-25 15,-4 4-36-15,-3 7-24 0,1 3 24 16,-2 4 12-16,0 2 31 0,1-2-28 16,0-1-15-16,3 1 0 0,-1-3-62 0,-1 1-37 15,3-4-125-15,1-1-121 16,1-1-295-16,3-6-676 0,-2-4-512 0</inkml:trace>
  <inkml:trace contextRef="#ctx0" brushRef="#br0" timeOffset="34449.073">22885 1721 764 0,'0'0'1230'15,"0"0"-628"-15,0 0-280 0,0 0-88 0,0 0 85 0,0 0-18 16,0 0-41-16,0 0-3 0,79 31-68 15,-66-10-37-15,1 2-23 0,-2 5-40 16,-2-3-22-16,-4 3-27 0,0-2 9 0,-5 0-18 16,-1 0-7-16,0-1-9 0,-7-1-15 15,-3-1-26-15,-2-2-20 0,3-3-12 16,1-6 12-16,2-2 28 0,2-4 18 16,3-5 12-16,-1-1 31 0,2 0-40 15,0 0 9-15,0-4 28 16,4-5 9-16,2-6-18 0,2-7-31 0,1-4-1 15,2-7-17-15,0-7 3 0,1 1-31 16,-1 1-64-16,3 4-13 0,-3 6-6 16,0 4-60-16,-1 8-13 0,2 3-33 15,-2 3-159-15,1 1-266 0,-3 2-388 16,-2 0-510-16</inkml:trace>
  <inkml:trace contextRef="#ctx0" brushRef="#br0" timeOffset="34986.361">23254 1701 2194 0,'0'0'488'0,"0"0"-102"0,0 0-41 0,0 0 28 16,27 81-45-16,-22-55-36 0,-2 5-94 15,-3 1-53-15,0 2 14 0,0-1-55 16,-2-2-52-16,-4-2-36 0,2-6-16 0,-2 2-22 15,-1-5 1-15,1-4-1 0,3-4-39 0,1-4-40 16,0-4-28-16,2-3 3 0,0-1 15 16,0 0 27-1,2-5 22-15,5-6 25 0,1-3-4 0,2-3 38 16,2-2 2-16,2-3 1 0,1-1 37 16,1-2-18-16,-2 0 3 0,2 2 21 0,-3 1-6 15,-3 5 44-15,1 7-32 0,-6 3 19 16,-2 5-18-16,-2 2-7 0,-1 0-6 15,0 1 6-15,0 6 15 0,0 0 9 0,0 2-5 16,0-2-41-16,0 2-10 16,0-3-11-16,0-2-15 0,0-2-10 15,0 0-14-15,2-2-29 0,4 0-5 16,3-2 23-16,2-2 50 0,2-4 28 16,2-1-28-16,0 0 0 0,1 1-15 15,-3 2-13-15,-1 3-30 0,-4 3 11 16,-2 0 47-16,-1 5 68 0,2 7 18 15,-2 2 0-15,-2 4-15 0,1 1-7 0,-1 0-37 0,0 0 10 16,0-3-12-16,0-1-4 0,0-3-4 16,2-1-17-16,-1-3-3 15,2-2 0-15,0-2-24 0,1-2-105 0,5-2-21 16,-1 0-22-16,4 0-14 0,1-4-53 16,4-2-205-16,3-3-239 0,1-1-335 15,-3 2 15-15,9-4-29 0</inkml:trace>
  <inkml:trace contextRef="#ctx0" brushRef="#br0" timeOffset="35446.742">23875 1957 287 0,'0'0'496'0,"0"0"662"16,0 0 6-16,0 0-677 0,0 0-124 16,0 0-78-16,0 0-5 0,0 0-25 0,-22 74-16 15,14-55-68-15,1 0-76 16,2-5-56-16,1-1-27 0,2-2-12 16,2-4-2-16,0-1-19 0,3-2-37 0,5-2-24 0,0-2-10 15,4 0 16-15,-1-1 45 0,5-4 7 16,0-2-28-16,3-4-16 0,0-1-27 15,2-1-13-15,2-2-3 0,-2-1 6 16,0-2 18-16,-1-3 41 0,-4 2 24 16,1-6 9-16,-4-3 10 15,-1-2 3-15,-2-4 1 0,-1 1 18 0,0-3 21 16,0 1-40-16,-1-1-18 0,0 1-60 16,1 2 19-16,-1 2-39 0,1 2 13 15,2 3-25-15,1 4 44 0,1-1-73 0,1 2 50 16,3-2 13-16,1-1 57 0,1 1 19 15,-2-1 22-15,0 1 13 0,-2 2 105 0,-2 6 14 16,-5 3 7 0,-2 5 12-16,-3 4-17 0,-3 3-48 0,0 0 4 15,0 0 14-15,0 0-15 0,-1 6-44 16,-4 7-30-16,1 8 0 0,-3 5 33 16,-2 8 13-16,1 5 79 0,-1 3-41 0,0 4-66 15,1 4-37-15,0 1-3 0,0 4-15 16,-2 1-2-16,0 1 2 0,-1-1 0 15,-3-3-2-15,2-5-13 0,1-4-33 0,2-6-44 16,4-3-20-16,3-6-29 16,2-4-30-16,0-5-51 0,9-4-156 15,4-2-270-15,-2-4-500 0,9-6-471 0</inkml:trace>
  <inkml:trace contextRef="#ctx0" brushRef="#br0" timeOffset="36039.121">25938 1833 1505 0,'0'0'32'0,"0"0"666"0,0 0-184 16,0 0-119-16,0 0 9 15,0 0-13-15,0 0-90 0,0 0-111 16,0 0-85-16,0 0-12 0,-62-17-63 16,31 28-5-16,0 6 3 0,0 2-10 15,3 0 4-15,6 1 2 0,4-1 22 0,10-2-15 16,3 2-31-16,5-5 0 0,0 3-15 15,5-1 15-15,5-1-1 0,2-3 1 16,3 1 3-16,1-2 24 0,1 0-8 0,3-1-1 0,-1 0-17 16,-1-1-1-1,-2-2-2-15,-1 4 1 0,-4-5-11 0,-3 1 12 16,-2-1 13-16,-5 2 24 0,-1 1 0 16,0 2-10-16,0 0 7 0,-7 0-7 15,0 1-11-15,-5-1-16 0,0-2-31 0,0-2 0 16,0-1-48-16,2-4-74 15,3-2-41-15,3 0-38 0,4-2-106 0,0-10-313 16,4 0-751-16,15-14-140 0</inkml:trace>
  <inkml:trace contextRef="#ctx0" brushRef="#br0" timeOffset="36371.769">26240 1955 2459 0,'0'0'569'0,"0"0"-227"0,0 0 29 16,0 0 7-16,0 0-11 0,0 0-99 15,10 80-87-15,-16-61-59 0,-1 3-30 0,1-4 17 16,0 1-27-16,3-5-56 0,3-2-26 16,0-2-28-1,0-3-5-15,1-2-43 0,7-2-34 0,3-1-15 16,0-2-80-16,6-3 5 0,0-4-33 16,2-4-28-16,0-1-1 0,-1-1 26 15,-3-1 13-15,-2-2 42 0,-1 0 78 16,-4 0 103-16,-3 2 42 0,-2 1 105 0,-2 3 133 15,-1 5 1-15,0 2-10 0,0 3-60 0,0 0-19 16,-1 6-43 0,-2 6-57-16,1 2-15 0,-1 5 42 15,-1 3 10-15,3 2 29 0,-1-1-36 0,2 1-78 16,0-2-44-16,4-5-27 16,2-3-58-16,2-5-37 0,3-5 24 0,2-4-24 15,6 0-34-15,0-12-94 0,5-5-283 0,-5-1-623 16,8-12-809-16</inkml:trace>
  <inkml:trace contextRef="#ctx0" brushRef="#br0" timeOffset="36731.028">26845 1452 1618 0,'0'0'984'0,"0"0"-601"15,0 0 10-15,0 0 78 0,0 0-88 0,9 73-94 16,-9-38-34-16,-1 6-46 0,-8 3 29 0,-3 5-31 15,-4 3-89-15,1 1-82 0,-1 0-34 16,0-3-2 0,4-6-13-16,5-4-14 0,6-7-16 0,1-8-2 15,1-5 8-15,6-2 13 16,4-6-6-16,0 0-4 0,1-1 16 0,4-2 6 0,1 0-3 16,4 0 0-16,0-2-7 15,0 2-5-15,1-2-7 0,-3 2 1 0,-1-1-7 16,-2 2 13-16,-3-3-7 0,-4 0 10 15,-5-1-7-15,-2 0-9 0,-2-1 39 16,0 0 1-16,-6 0 16 0,-4 2-16 16,-8-1-16-16,-1-1 15 0,-6 0-13 15,-1 0-20-15,-2-5-18 0,2 0-25 16,1-3-52-16,3-6-93 0,0-4-165 16,8-5-251-16,-1 1-471 0,7-12-862 0</inkml:trace>
  <inkml:trace contextRef="#ctx0" brushRef="#br0" timeOffset="37188.868">27802 2071 2617 0,'0'0'344'0,"0"0"-312"16,0 0 189-16,0 0 214 15,-102-16-9-15,69 27-77 0,-5 5-99 0,-1 6-41 16,-1 4 35-16,1 2-34 0,8-1-52 16,6-2-70-16,8-6-64 0,8-3-24 0,3-7-51 15,6 0-28-15,4-6 21 0,5 1 4 16,7-4 20-16,6 0 19 0,4-4-15 15,4-5-40-15,2-7-22 0,-2-1 25 16,-1-1 9-16,-4 1 12 0,-3 1 6 16,-2 0-15-16,-2 3-12 15,-7 2 36-15,-3 5 31 0,-3 3 15 0,-5 0 4 16,0 3-4-16,2 0 22 0,0 4-37 16,0 3 0-16,2 3 40 0,1 4 24 15,0 4 22-15,1 2-1 0,3 2 4 16,-4 0-10-16,1-3-25 0,2 0-29 0,-1-1-25 15,1-4-3-15,1 2-12 0,0-4-25 16,3 0-57-16,2-3-34 0,3-3-16 0,3 0-86 16,3-6-191-16,4 0-258 0,-6 0-647 15,6-6-653-15</inkml:trace>
  <inkml:trace contextRef="#ctx0" brushRef="#br0" timeOffset="37563.942">28288 1933 1663 0,'0'0'665'16,"0"0"-155"-16,0 0-39 0,0 0-43 15,0 0-107-15,0 0-84 16,0 0-41-16,0 0-20 0,0 0-10 0,-10 86-25 15,6-61 27-15,-4 2 36 0,-1 6-74 16,0 3-39-16,0 4-9 0,-3 4 0 16,0 3 14-16,-3 6-38 0,-2 1-28 15,-1 5-27-15,-3 0 9 0,-1 3-12 16,-1 3-2-16,3 0-10 0,-2-1-12 16,2 0-28-16,1-1 22 0,2-4 12 0,4-6-15 15,0-5-16-15,6-10-11 0,0-4-7 16,2-8 7-16,2-7 11 0,2-5-9 0,0-7-21 15,1 0-24-15,0-7-34 0,0 0-19 16,0-5-31-16,1-4-51 0,3-5-59 16,2-3-80-16,3-3-127 15,2-5-37-15,-1 4-56 0,9-17-564 16</inkml:trace>
  <inkml:trace contextRef="#ctx0" brushRef="#br0" timeOffset="37838.646">28282 2013 2404 0,'0'0'293'0,"0"0"-100"16,40-80-13-16,-21 49 37 0,1 4 44 15,3 5-27-15,-1 7-114 0,3 7-11 0,1 5 30 0,-1 3-2 16,3 11-44-16,-2 6-37 0,-2 5-31 16,-3 6 15-16,-1 1-9 0,-7 3 12 15,-2 1-2-15,-2-1-41 0,-5-1-34 16,-2-2-18-16,-2 0-32 0,-6-4 4 15,-7-1 39-15,-5-1-14 0,-4-2-5 16,-9-1 7-16,-2-3-12 0,-5-2 4 16,-2-3 11-16,1-1 16 15,-1-3-10-15,1-4-76 0,0-3-117 0,2-1-94 16,4-1-134-16,7-3-308 0,-6-9-667 0</inkml:trace>
  <inkml:trace contextRef="#ctx0" brushRef="#br0" timeOffset="38681.257">27770 2166 1284 0,'0'0'748'16,"0"0"-259"-16,0 0-160 0,0 0-50 0,0 0-27 16,0 0-30-16,0 0-29 0,0 0-14 15,0 0-53-15,0 0-14 16,0 0-24-16,28 18 11 0,-25-10 34 0,0 1 33 16,0 3-3-16,-1 2-22 0,1 4-3 15,-3 1-4-15,0 5-13 0,0 5-33 16,0 3-27-16,0 2-22 0,0 4-21 15,0 2 4-15,0 2-4 0,3 1 6 16,-3-1-12-16,3-1-12 0,-3 1 2 0,0-4-2 0,0 1 1 16,-3 0 0-1,-3-3-1-15,-4-3-1 0,-2-1 1 0,-2-1 0 16,-3-4 2-16,0-2 0 0,-3 0 0 16,-3-4-2-16,2-2 0 0,-5-3-21 15,2-4 20-15,0-1-1 0,-2-4-10 16,2-4-12-16,-2-3-1 0,1 0 1 15,-6-8-3-15,0-6-16 0,-3-3-23 0,1-6-10 16,0-4-37-16,3-6-36 0,4-4-22 16,4-7-133-16,8-4-372 15,3 12-772-15,9-23-859 0</inkml:trace>
  <inkml:trace contextRef="#ctx0" brushRef="#br0" timeOffset="39193.837">29406 1994 2466 0,'0'0'461'0,"0"0"-135"16,0 0-39-16,0 0 110 0,0 0-33 0,0 0-33 15,0 0-110-15,42 77-43 0,-35-54-41 16,0 2 9-16,-4-2-6 15,0-1-67-15,-1-1-49 0,-2-3-24 0,0-4-1 0,0-2-20 16,0-6-22-16,0-2-60 0,0-1-34 16,-2-3-40-16,1 0-89 0,-2-4-182 15,0-2-662-15,-4-11-1054 0</inkml:trace>
  <inkml:trace contextRef="#ctx0" brushRef="#br0" timeOffset="39362.45">29501 1760 2833 0,'0'0'553'16,"0"0"-258"-16,0 0 54 0,0 0-55 0,0 0-142 15,0 0-139-15,0 0-13 0,0 0-50 16,0 0-108-16,0 0-93 0,85 25-149 16,-72-16-250-16,-4-4-538 0,2 9-568 0</inkml:trace>
  <inkml:trace contextRef="#ctx0" brushRef="#br0" timeOffset="39629.263">29619 2019 2651 0,'0'0'415'0,"0"0"-207"16,0 0-49-16,-36 64 170 0,24-45 42 15,4-2-47-15,2-3-93 0,2-2-99 0,3-1-70 0,1-4 11 16,0 0-12-16,5-2-61 16,6-1-3-16,0-3-33 0,7-1 11 15,3 0-24-15,2-6-6 0,5-2 3 16,1-1-10-16,-1-2 7 0,0 2-10 0,-2-1 16 0,-2 4 6 15,0 1 6-15,-5 2 24 0,1 3 13 16,-6 0 40-16,-2 3 31 0,-3 2-24 0,-2 4 36 16,-1 1-25-1,2 1-21-15,0 1-25 0,-1 2-11 16,0 0 0-16,2-2 30 0,-3 0-31 16,2-2 0-16,3-2-34 0,0 0-76 15,3-4-81-15,6-3-61 0,5-1-149 0,-5 0-233 16,25-12-630-16</inkml:trace>
  <inkml:trace contextRef="#ctx0" brushRef="#br0" timeOffset="40030.517">31170 1645 703 0,'0'0'2432'0,"0"0"-2040"0,0 0-215 0,0 0 97 15,0 0-92-15,-99 13-7 16,54 14 20-16,-2 7-7 0,-2 9 60 0,2 8-13 15,4 5-46-15,1 2-43 0,3 3-4 0,3-3-9 16,1-2-57-16,8-6-46 0,4-6-16 16,8-5-14-16,7-8 0 15,4-5 0-15,4-5 0 16,0-5-27-16,7 0-6 0,5-4-40 0,-1-5-15 16,4 0-5-16,4-7-29 0,2 0-8 15,2 0-10-15,3-11-13 0,2-3-49 0,-3-1-74 16,-2-3-40-16,-7-3-67 0,-4-1-78 15,-6-2-15-15,-6 2 144 0,0 0 67 16,-6 2 265-16,-4 4 65 0,0 5 213 16,2 4 88-16,1 1-104 0,3 3 30 15,4 2-58-15,0 1-29 16,0 0 10-16,8 0-4 0,1 0-63 0,8 0-37 16,5 4-7-16,9-1 58 0,5 3 27 15,5-2-88-15,3-3-68 0,1-1-33 16,-3 0-30-16,-1 0-10 0,-3-7-112 0,-1 2-65 0,-3-6-44 15,-2 3-98-15,-9 2-320 16,0-6-827-16</inkml:trace>
  <inkml:trace contextRef="#ctx0" brushRef="#br0" timeOffset="40195.041">31221 2167 2485 0,'0'0'589'0,"0"0"-359"15,0 0-99-15,-34 79 132 0,22-51 150 16,1 3 40-16,0 2-100 0,1 0-160 15,1-2-86-15,0 2-107 0,0-1-43 16,-2-3-211-16,3 0-167 0,-2-8-586 16,-3 6-1048-16</inkml:trace>
  <inkml:trace contextRef="#ctx0" brushRef="#br0" timeOffset="41384.637">5848 3395 2795 0,'0'0'592'0,"0"0"-237"16,0 0 38-16,0 0-44 0,0 0-66 0,0 0-87 16,0 0-98-16,0 0-40 15,-81 68-21-15,57-42-37 0,3 4-2 16,1-3-17-16,7 1 16 0,5-6 3 0,8-1-18 16,0-4-37-16,7-3 21 0,7 4 22 15,6-2-12-15,3 0 24 0,5 2 9 0,2-2-9 16,4-2 0-16,0 1-1 0,-4-1-19 15,0-1 17-15,-5-2 1 16,-1 3 2-16,-2-4 13 0,-6 4 17 16,-2-3 1-16,-5 4-7 0,-3 1 1 15,-5 1 8-15,-1 2-2 0,-3 1-13 16,-10 2-18-16,-5-1-9 0,0-1-43 0,-3 0-21 16,-1-3-13-16,3-1-33 0,2-6-7 15,5-4-13-15,1-5-19 0,4-1-56 16,4-5-280-16,1-14-107 0,2 3-39 15,0-18-759-15</inkml:trace>
  <inkml:trace contextRef="#ctx0" brushRef="#br0" timeOffset="41729">6228 3645 261 0,'0'0'1911'0,"0"0"-1259"0,0 0-162 0,0 0-87 0,0 0-79 15,0 0-52-15,38 76-43 0,-33-49-19 16,-5 1-23-16,0 0-1 0,2 2-55 15,-1-4-73-15,2-4-58 0,1-6-30 16,1-2-22-16,2-7-9 0,3-2-46 16,0-5 28-16,5 0-65 0,3-9-75 15,5-8-78-15,3-3-75 0,-2-5-54 16,0-1 15-16,-4-2-36 0,-2 2-15 16,-3-2 196-16,-3 1 159 15,-2 0 107-15,-4 0 36 0,-5 4 298 0,-1 3 35 16,0 6 14-16,0 3 96 0,-1 4-71 0,-1 6-140 15,1 1-128-15,1 0-66 0,0 8-61 16,0 6-13-16,3 7 49 0,4 7 7 16,2 7 108-16,-1 1 33 0,1 1-44 15,-1-1-92-15,4 0-61 0,-3-4-39 16,2-2-29-16,2-4-137 0,3-5-61 16,3-3-101-16,-5-6-357 0,12-12-742 0</inkml:trace>
  <inkml:trace contextRef="#ctx0" brushRef="#br0" timeOffset="41932.892">7044 3628 927 0,'0'0'1724'15,"0"0"-987"-15,0 0-483 0,0 0-131 16,0 0 199-16,0 0-27 0,-79 79-29 0,60-41-97 16,0 4-34-16,5 0 48 0,4-1 28 15,5-4-81-15,5-6-130 0,2-3-27 16,7-9-110-16,5-6-15 0,3-4 39 15,3-9 0-15,6-5-25 0,6-15-81 0,1-7-72 16,0-8-173-16,-5 6-270 16,6-21-911-16</inkml:trace>
  <inkml:trace contextRef="#ctx0" brushRef="#br0" timeOffset="42263.852">7379 3088 290 0,'0'0'2374'16,"0"0"-1748"-1,0 0-233-15,0 0-66 0,0 0-66 0,0 0-44 16,0 0-54-16,-14 83 16 0,14-37 41 16,-1 8-10-16,-2 7-21 0,-1 5-53 0,-4 3-42 15,-3 5-21-15,-1-1-52 0,-3 2-21 16,0-7-27-16,2-5-43 16,3-13-36-16,4-8-12 0,6-16 30 0,0-10-7 15,6-10 1-15,8-6 21 0,5-3-16 0,4-13-24 16,3-8 36-16,0-5 4 15,1-6-29-15,-6 3-15 0,0 3 55 0,-5 5 28 16,0 7 17-16,-3 4 17 16,-2 7 66-16,-2 4 23 0,0 2 16 15,-1 4-10-15,1 10 7 0,-2 4-26 0,2 3-12 16,-1 5-30-16,1 0-22 0,0 1-10 16,4 0-2-16,-3-3-1 0,3-3-2 0,1 0-21 15,-1-7-13-15,3-1-131 0,0-3-122 16,1-4-293-16,-5-4-680 0,6-2-1049 0</inkml:trace>
  <inkml:trace contextRef="#ctx0" brushRef="#br0" timeOffset="42772.481">8961 3550 1505 0,'0'0'230'15,"0"0"1098"-15,0 0-800 0,0 0-149 0,0 0-54 0,96 69-40 16,-51-57-45-16,1-3-41 0,10-7-58 16,3-2-74-16,2-6-28 0,2-9-39 15,-1-5-51-15,0-4-74 0,-1-1-37 0,-5-4 5 16,-7 0-71-1,-6 0-166-15,-13 6-607 0,-8-10-993 0</inkml:trace>
  <inkml:trace contextRef="#ctx0" brushRef="#br0" timeOffset="42971.926">9390 3187 1115 0,'0'0'491'0,"0"0"613"0,-3 108-587 15,3-51 57-15,0 4-57 0,0 1-106 16,2 1-153-16,2-3-112 0,0-3-85 16,2-5-58-16,3-7-3 0,-1-9-100 0,4-8-32 15,2-9-18-15,2-8 18 0,4-11 15 16,6-5-44-16,3-16-100 0,3-11-234 16,-9 5-557-16,10-25-497 0</inkml:trace>
  <inkml:trace contextRef="#ctx0" brushRef="#br0" timeOffset="43338.465">9794 2808 333 0,'0'0'410'0,"0"0"1455"0,0 0-1415 15,0 0-181-15,0 0-47 0,0 0 88 16,0 0 10-16,0 0-108 0,21 84-42 16,-15-28 8-16,0 8 62 0,-2 6 4 15,-1 6-89-15,-3 4-49 0,0-1-3 16,-1 0-24-16,-7-2-43 0,-2-5-36 15,0-10-14-15,4-5-13 0,4-14-49 16,2-11-15-16,0-10 0 0,4-10 12 0,7-10 0 16,5-2 3-16,4-9 6 15,6-13 30-15,3-8 0 0,-1-6 10 0,-1-2-13 16,-1-2-3-16,-2 3 15 0,-4 6 1 16,-5 6 14-16,-5 9 16 0,-1 7 39 0,-4 6 23 15,-2 3 26 1,0 6-2-16,3 8 20 0,0 7-48 0,2 4-9 0,-2 1-12 15,0 4-16-15,1 0 9 0,-1-1 1 16,-1-3 8-16,3-3-15 0,-1-4-22 0,0-3-2 16,3-4-27-1,0-5 0-15,5-3-40 0,-1-4-52 0,6-3-18 16,5-10-58-16,4-6-26 0,7-6-294 16,-10 3-514-16,18-9-400 0</inkml:trace>
  <inkml:trace contextRef="#ctx0" brushRef="#br0" timeOffset="43972.157">10588 3574 404 0,'0'0'2654'16,"0"0"-1932"-16,0 0-317 0,0 0-131 16,0 0 31-16,0 0-41 0,0 0-2 15,-28 74-80-15,21-63-73 0,0-3-57 0,4 1-52 16,0-7-3-16,3-1-19 0,0 2 1 0,0-3-3 16,0 0-24-16,0 0-25 0,5 0-15 15,3-5-7-15,2-1 62 0,3-1 33 16,0 2 15-16,-3-4-15 0,-1 4-3 15,-2 1-9-15,-4 4 12 0,-2 0 49 0,1 4 39 16,-1 5 21-16,1 3-21 0,-1 4-24 16,1 0-13-16,1 0-15 15,-2 2-5-15,0-4-13 0,4 0 6 16,2-4-12-16,0-1 3 0,8-3-15 16,2-3 0-16,3-3-12 0,2 0 9 15,4-12-79-15,1-5 7 0,5-7-34 0,2-4-37 16,2-5-24-16,6-3-47 0,-2-6-65 15,4-3-108-15,-3-5-158 0,0-6-59 0,-5-1-23 16,-7-4-5-16,-6 3 128 0,-9 3 110 16,-5 11 397-16,-5 9 440 15,0 13 206-15,-2 8-41 0,-1 9-108 16,-1 2-92-16,0 3-62 0,0 3-45 0,0 7-121 16,-1 7-68-16,-1 8-4 0,2 8 36 15,0 9 95-15,0 6-4 0,3 0 8 0,3 5-43 16,5-2-49-16,3 3-69 0,4-2-31 15,0-2-39-15,3-3-9 0,-2-4-30 16,0-4-24-16,-1-7-13 16,-3-4-11-16,-2-9-25 0,-5-1-16 15,0-10-5-15,-7-2-16 0,-1-2-21 16,0-4-44-16,-12 0-11 0,-5 0 22 16,-6 0-73-16,-4-8 60 0,-5-2 62 0,-4-5 60 15,0-3 41-15,-1-3 44 0,-1-5 31 16,-2-2 4-16,5-1 41 0,4 1 24 0,5 7-2 15,10 2 2-15,5 9 34 16,6 3 0-16,5 2-45 0,5 2-45 16,7 0-42-16,10 0 59 0,6-1 102 15,10 0-15-15,7-2-112 0,7-1-36 16,4 2 0-16,1-4-15 0,1 0-49 0,-3 1-145 16,0-3-122-16,-15 5-315 0,13-3-884 0</inkml:trace>
  <inkml:trace contextRef="#ctx0" brushRef="#br0" timeOffset="67872.862">28954 1539 117 0,'0'0'0'0,"0"0"-52"0</inkml:trace>
  <inkml:trace contextRef="#ctx0" brushRef="#br0" timeOffset="68304.229">28954 1539 104 0,'-5'-20'114'0,"5"18"-71"16,0 2-17-16,0 0 23 0,0 0-27 0,0 0-22 0,0-1-13 16,0 1 9-16,0 0-15 0,0 0 2 15,0-2 16-15,0 2 1 0,0 0 43 16,0 0-30-16,0 0-11 0,0 0 34 15,0 0-10-15,3 0 0 0,-3-1 3 16,3 1 356-16,-3 0 48 0,0-2-146 0,2 2-95 16,-2 0-1-16,0-1 46 0,0 1 15 15,0-2 0-15,0 2-40 16,0-1-16-16,0 1 2 0,0 0 6 16,0 0 4-16,0 0-22 0,0 0-28 0,0 0-24 0,0 0-9 15,0 0-5-15,0 0-8 16,0 1-23-16,0 4-15 0,0 5-19 0,0 4-2 15,1 5 2-15,4 5-6 0,-1 6 9 16,-2 4 0-16,-2 3 15 0,0 1-12 16,0 6-30-16,0 0-4 15,0 2-3-15,0-1-8 0,0 2-15 16,0-4-1-16,-2-4-2 0,2-3-41 0,0-4 13 16,0-2 29-16,0-3-21 0,0-4 7 0,2-2-15 15,0-6 5 1,1-1-18-16,0-4-2 0,0-1-59 0,0-5-38 15,-2 0-27-15,1-3-41 0,0-1-114 16,-2 0-89-16,3 0-22 0,-3-5-33 0,2 1-237 0,-1-10-548 16</inkml:trace>
  <inkml:trace contextRef="#ctx0" brushRef="#br0" timeOffset="68600.17">28981 1965 764 0,'0'0'0'16,"0"0"-42"-16,0 0 42 0,0 0 371 16,0 0 147-16,0 0-5 15,0 0-109-15,0 0-81 0,0 0-31 0,0 0-56 16,0 0-46-16,33-2-35 0,-27 1-29 16,3-1-28-16,-1-1-20 0,0-1-5 15,0 1-26-15,4-1-10 0,-2 0-21 16,-1 0-14-16,3 0-2 0,-4 2 0 15,0-3-13-15,2 4-11 0,-1-2 5 0,-2 0-15 16,1 2 2-16,-2-1 7 0,0 1-10 16,-3 0 7-16,2 0 2 0,-5 1-14 0,1-1-26 15,-1-1-48-15,0 2-22 16,0-3-38-16,0 2-52 0,0-4-104 16,0-1-248-16,0 1-201 0,0-1-495 15</inkml:trace>
  <inkml:trace contextRef="#ctx0" brushRef="#br0" timeOffset="69079.303">29223 1586 82 0,'0'0'531'16,"0"0"-58"-16,0 0 324 0,0 0-347 0,0 0-133 0,0 0-8 16,0 0-47-16,-26 69-54 0,26-44-2 15,0 4-45 1,0 2-45-16,0 2 16 0,3 2 12 16,-3 1 9-16,3 0 36 0,-1 0-20 0,-1-2-49 15,1-2-43-15,2-1-31 0,-4-2-16 16,2 0-27-16,-2-4 7 0,3 0-10 0,-3-2-13 15,2-4-5-15,-1 0-3 0,-1-3-4 16,2-1-5-16,-2-4-16 0,1 0-56 16,-1-1-27-16,2-3-16 0,-2 1-41 15,0-2-81-15,0-1-187 16,0 0-559-16,0-4-659 0</inkml:trace>
  <inkml:trace contextRef="#ctx0" brushRef="#br0" timeOffset="85304.82">13478 3214 658 0,'0'0'150'15,"0"0"592"1,0 0 310-16,0 0-628 0,25-84-31 16,-21 62-48-16,-4-1 73 0,0-2-79 0,0 1-84 0,-5 0-28 15,-1 2-16-15,0 3-50 0,-1 5 24 16,-3 5-31-16,1 5 10 0,-2 4-22 15,-5 4-10-15,1 6-2 0,-3 6-76 16,-1 6-51-16,-1 3 21 0,-2 6-24 16,0 11 0-16,-1 5 0 0,-2 11-18 15,0 8 15-15,2 5 2 0,6 0-20 16,2-5 6-16,10-4 15 0,5-9 2 16,0-6 19-16,8-6 0 0,8-8-9 15,1-4-12-15,4-6-21 0,2-7 19 16,2-4-28-16,1-5 15 0,-1-4-9 15,1-3 0-15,0-1-31 0,-2-6-32 0,-4-2-34 16,-4-5-66-16,-4 2-104 0,-2-4-138 0,-7-1-213 16,-3-2-493-1,0 5-302-15,-13-9-151 0</inkml:trace>
  <inkml:trace contextRef="#ctx0" brushRef="#br0" timeOffset="85496.394">13312 3463 1634 0,'0'0'1017'16,"0"0"-557"-16,0 0-81 0,0 0-110 15,0 0-33-15,0 0 8 0,0 0 57 16,0 0-36-16,0 0-78 0,0 0-83 0,95 21-49 16,-68-21-55-16,0 0 0 0,1-8-61 15,-1-1-111-15,-1-1-42 0,-3-2-70 16,-1-1-151-16,-4 2-232 0,-3 3-410 16,-2-3-160-16</inkml:trace>
  <inkml:trace contextRef="#ctx0" brushRef="#br0" timeOffset="85595.431">13562 3473 779 0,'0'0'561'0,"0"0"654"0,0 0-915 0,-26 90-159 0,21-57 29 0,0 3 212 0,2 3-47 16,0-1-62-16,3 2-86 15,0-2-88-15,0-2-31 0,6 1-68 0,2-4-12 16,1-3-93-16,5-5-88 0,1-7-21 0,4-5-129 16,-2-3-272-16,11-9-671 0</inkml:trace>
  <inkml:trace contextRef="#ctx0" brushRef="#br0" timeOffset="86295.482">14822 3532 413 0,'0'0'681'16,"0"0"344"-16,0 0-705 16,0 0-68-16,0 0 34 0,0 0 12 15,0 0-37-15,-61-66-18 0,45 66-33 16,-2 7-68-16,0 9-23 0,-3 9 5 0,1 6-15 15,-1 6 14-15,3 4 0 0,-1 2 12 16,4-3-6-16,5-4-34 0,-1-5-50 16,8-10-45-16,3-4 0 0,0-7-48 15,4-4-17-15,8-6-20 16,2 0 20-16,6-9 13 0,1-5-21 16,3-5-32-16,-1-3-28 0,0-2 22 0,-2 1 21 15,-3 1 21-15,-1 4 32 0,-5 2 18 0,-3 4 18 16,-3 5 1-16,-1 4 0 0,-4 3 1 15,2 0 86-15,-1 8 10 0,-1 6 21 16,2 5-32-16,0 4-30 0,0 9-32 16,0 4 7-16,1 7 9 0,-1 7 61 15,1 2 10-15,-2 4-26 0,-2 5-8 16,0-4 5-16,0 3-18 0,-6-2-30 16,-1-2-31-16,1-5-3 0,2-6-19 15,1-6 1-15,1-8-43 0,2-7-52 16,0-7-15-16,0-7-16 0,0-6-4 0,3-4-53 15,3-6-217-15,3-12 9 0,1-8-219 0,1-7-69 16,-3 3-566-16</inkml:trace>
  <inkml:trace contextRef="#ctx0" brushRef="#br0" timeOffset="86871.144">15130 3496 1398 0,'0'0'725'0,"0"0"18"16,0 0-346-16,0 0-73 0,3 67 42 0,-7-42 16 16,-2 4-42-16,0 2-128 0,0 3-111 15,-3-2-65-15,1 2-11 0,2-3 6 16,-1-4-4-16,3-5-27 0,0-5-11 16,2-9-8-16,2-1-5 0,0-4-46 0,0-3-19 15,0 0 21-15,2 0-11 0,3 0-4 16,1-6 39-16,0 0 7 0,0 0-12 15,1-4-10-15,0 4-6 0,-1-2-12 0,0 2-32 16,-1 0-38-16,1 0-32 0,0-3-14 16,-2 2 10-16,0 0 30 15,-1 0 58-15,0 2 43 0,-3 0 46 16,2 1 6-16,-1-3 29 0,1 0 9 16,1 2 29-16,-2-3 0 0,2 2-23 0,1 0-15 15,-3-1-28-15,2 0-1 16,-1-1-3-16,-1 0-10 0,2 0 13 0,-1 0 0 0,-1 1 2 15,-1 2 11-15,0 0 6 0,2 0-16 16,-2 1 10-16,0 2-11 16,1 1 10-16,-1-2-12 0,3 1-22 15,-2 0 4-15,2 0 18 0,-1 0 38 16,1 0 9-16,1 1-3 0,-3-1 1 16,1 2 15-16,-2 0-10 0,1 0 4 15,-1 0 12-15,0 0 9 0,0 2 4 0,0 5 3 16,1 1-26-16,-1 3 9 0,2 3-9 0,-2 1 15 15,0 5-15-15,0 0-9 0,1 2-4 16,-1 1-9-16,0 2-19 0,0 0 4 16,0 0 15-16,0-1-25 0,0-5-9 15,0-3-28-15,0-4 26 16,0-3-29-16,0-6-40 0,3 0-71 16,-3-3-88-16,3 0-157 0,-1-1-281 15,2-6-613-15,-1 0-281 0,8-6 1497 0</inkml:trace>
  <inkml:trace contextRef="#ctx0" brushRef="#br0" timeOffset="87206.736">15434 3652 1276 0,'0'0'16'0,"0"0"1323"0,0 0-966 16,0 0-44-16,-27 85-21 0,21-65 35 0,3 2-64 15,0-3-86-15,3-1-107 0,0 0-55 16,0-6-28-16,5-1 10 0,2-2-13 16,4-4-25-16,2-2-37 0,3-3-46 15,2 0-45-15,3-9 29 16,1-3 7-16,0-6-5 0,-1-1-45 0,3-1-68 16,-3-1-42-16,-3 0 8 0,-4 2 108 15,-5 2 161-15,-4 6 10 0,-5 0 109 16,0 6 121-16,-8 2 6 0,-1 3 65 15,-3 0-62-15,-4 2-48 0,0 6-58 0,-4 4-53 16,1 3-31-16,1-2 0 0,3 0-13 16,2-3-46-16,3-3-31 0,4-2-89 0,3-5-61 15,3 0-89-15,0-5-168 16,3-9-366-16,5 0-798 0</inkml:trace>
  <inkml:trace contextRef="#ctx0" brushRef="#br0" timeOffset="87413.355">15913 3132 95 0,'0'0'2846'0,"0"0"-2510"15,0 0-212-15,0 0 38 0,23 87 176 0,-18-47 56 16,-2 6-19-16,0 4-81 0,-3 6-68 16,0 0-49-16,0 3-53 0,-1-3-75 0,-5-2-49 15,-4-4-3-15,4-4-88 0,-1-7-98 16,1-7-36-16,3-6 38 0,1-9 18 15,2-6-35-15,0-5-94 0,-2-6-193 16,-1 0-248-16,-2-6-738 0,-9-6 134 0</inkml:trace>
  <inkml:trace contextRef="#ctx0" brushRef="#br0" timeOffset="87570.887">15720 3586 143 0,'0'0'2624'0,"0"0"-2159"0,0 0-169 0,0 0-46 16,0 0 11-16,77 5-79 15,-48-5-27-15,4 0-49 0,5-3-48 0,1-4-58 16,4-5-37-16,-1 0-205 0,1-4-112 0,-11 4-305 16,11-7-897-16</inkml:trace>
  <inkml:trace contextRef="#ctx0" brushRef="#br0" timeOffset="87726.91">16381 3610 104 0,'0'0'2554'15,"0"0"-2255"-15,-20 72-152 0,13-47 86 0,-2 5 195 0,-1-3 15 16,1 0-102-16,1-8-174 0,3-2-167 16,-2-5-25-16,3-5-166 0,1-2-51 15,2-3-71-15,-2-2-206 16,1-3-597-16,-1-5-1124 0,0-7 2170 0</inkml:trace>
  <inkml:trace contextRef="#ctx0" brushRef="#br0" timeOffset="87861.647">16328 3443 3027 0,'0'0'390'0,"0"0"-238"0,0 0-19 0,0 0-29 15,0 0-22 1,76 0-82-16,-53 0-3 0,0 0-205 16,2 0-84-16,1 2-181 0,-9 1-849 0,8 5-268 0</inkml:trace>
  <inkml:trace contextRef="#ctx0" brushRef="#br0" timeOffset="87979.411">16700 3688 1094 0,'0'0'2164'0,"0"0"-1815"16,0 0-203-16,0 0-49 0,0 0 7 0,0 0 16 15,0 0-11 1,0 0-109-16,0 0-90 0,82-29-109 0,-56 5-151 0,-1 1-298 16,-6 3-575-16,0 2-335 15,-9 4 1496-15</inkml:trace>
  <inkml:trace contextRef="#ctx0" brushRef="#br0" timeOffset="88120.691">16858 3532 696 0,'0'0'19'0,"0"0"2046"0,0 0-1619 16,0 0-220-16,-79 78-74 0,59-56 94 16,2 0 78-16,0-2 2 0,5-2-79 0,1-3-125 15,6-5-66 1,6-6-9-16,0 0-47 0,2-4-61 0,8 0-58 16,7-5 42-16,8-6-28 0,5-7-99 15,3-2-193-15,5-1-349 0,-1-1-544 16,-9 6-303-16</inkml:trace>
  <inkml:trace contextRef="#ctx0" brushRef="#br0" timeOffset="88262.408">17123 3542 222 0,'0'0'508'0,"0"0"63"16,0 0 1300-16,0 0-1352 0,28 65-274 15,-28-44-87-15,-5 3 44 0,-1 0 176 16,1-2 63-16,1-3-194 0,1-4-162 0,1-5-73 16,2-3-12-16,0-4-37 0,0-3-90 0,2 0-38 15,8-8-24-15,4-6-54 0,5-7-202 16,-5 4-576-16,11-15-839 0</inkml:trace>
  <inkml:trace contextRef="#ctx0" brushRef="#br0" timeOffset="88580.399">17525 3187 711 0,'0'0'2387'0,"0"0"-1960"16,0 0-215-16,0 0-11 0,0 0 150 0,0 0 33 15,-25 86-7-15,16-55-118 0,-1 5-80 16,-2 1-48-16,-1 3-47 0,0-1-51 0,2-1-33 15,3 0-12-15,1-6 10 0,5-3 2 16,2-1-1-16,0-3 1 0,4-4-13 16,1 1 1-16,1-5-9 0,-1-2-18 15,1 1-13-15,-2-1-8 0,1-1 5 16,0 0-6-16,1 0 10 0,-1 1-1 16,1-1-3-16,0-2 3 15,-1 3 10-15,3-1 17 0,-2-1 25 0,2 1 1 16,-1 0 24-16,-2-2 11 0,-4-6-23 15,-1 0-11-15,-1-3-2 0,-11 1-23 16,-2 0-19-16,-6-2-59 0,1 1 6 0,-3 0 0 16,-1-3-37-16,0 0-112 15,1 0-154-15,2-3-202 0,-3-4-618 16,9-2-766-16,-6-13 1815 0</inkml:trace>
  <inkml:trace contextRef="#ctx0" brushRef="#br0" timeOffset="90649.717">17233 3467 192 0,'0'0'1343'0,"0"0"-681"0,0 0-248 15,0 0-31-15,0 0-6 16,78 0-31-16,-51 0-116 0,0 0-79 0,-1 0-64 16,-4 0-59-16,0 0-21 0,-4 0-7 0,0-1-13 15,-1-2-2-15,-3 0-79 0,2-1-108 16,-3-3-88-16,1 0-152 0,-3-1-282 15,-3 0-602-15</inkml:trace>
  <inkml:trace contextRef="#ctx0" brushRef="#br0" timeOffset="90945.793">17580 3135 778 0,'0'0'20'16,"0"0"599"-16,0 0 115 0,0 0-259 15,0 0-188-15,0 0 30 0,0 0-43 0,0 0-97 16,0 0 50-16,0 0-38 16,0 0-55-16,-21 82-56 0,10-54-32 0,0 4-8 15,-1 3-7-15,-2 5-19 0,-2 3-9 16,0 4-3-16,-2 3-3 0,0 3-16 0,5-2 17 16,-2 1 0-16,3 1-10 0,3-3 11 15,3-2 1-15,5-2 0 0,1-5 65 16,0-7-34-16,6-6-31 0,2-5 0 15,4-5-19-15,4-9 16 16,1-2-25-16,6-3-18 0,3-4-41 0,6-7-47 16,3-6-42-16,1-9-79 0,4 0-182 0,-1-6-369 15,-11 7-794-15</inkml:trace>
  <inkml:trace contextRef="#ctx0" brushRef="#br0" timeOffset="91442.6">18392 3123 241 0,'0'0'1876'0,"0"0"-1158"15,-18 79-146-15,10-37-167 0,-1 8-46 16,-1 8-58-16,-3 3-48 0,1 1-60 16,1 4-67-16,-2 0-47 0,1-6-48 0,2-2-31 15,3-10-6-15,3-11-5 16,2-8 11-16,2-9 0 0,0-8-20 0,0-4-29 0,2-5-61 15,2-1 15-15,3-2-12 0,2-3 15 16,2-7 39-16,1-1-2 0,5-3 8 16,0-2-15-16,-1 3 13 15,3 5-4-15,-3 2 0 0,1 1 10 16,-2 5 43-16,-3 0 0 0,-1 8 68 0,-2 1 13 16,-4 3-22-16,-1 2-16 15,-2-1 0-15,-2 3 16 0,0 0 12 0,-6-1-25 16,-1 1-3-16,-5-2-6 0,-2-2-3 15,1 0-33-15,-3-4-1 0,2-4-71 0,-2 0-71 16,4-4-40-16,1 0-48 0,2-9-77 0,4-5-260 16,3-5-468-16,2 3-494 15,2-19 963-15</inkml:trace>
  <inkml:trace contextRef="#ctx0" brushRef="#br0" timeOffset="91806.382">18720 3732 1054 0,'0'0'124'15,"0"0"1497"-15,10 67-1000 0,-10-38-128 0,-3 4-39 16,-1-1-68-16,-2-4-46 0,2-4-124 16,-2-6-116-16,6-5-100 0,0-5 0 0,0-4-24 15,4-3-3-15,5-1-31 0,7 0-24 16,4-8 24-16,5-6-12 16,3 1-13-16,-2-3-6 0,1 1 1 15,-2 1-11-15,-2 5-9 0,0 4-9 16,-4 3 21-16,3 2 37 0,-4 10 59 0,1 4 22 15,-2 4 25-15,-2 4-1 0,1 3-3 16,-5 3-27-16,2 6-13 0,-3 1 34 0,-2 2 0 16,0 1 25-16,1 8 24 15,-5-1 12-15,-2 2 9 0,-2 2 37 16,-5-4 26-16,-7-8-33 0,-2-6-55 0,-3-7-24 16,3-5-37-16,-1-3-18 0,2-6 15 15,-1-5-3-15,0-2-15 0,0-3-24 16,-1-7-49-16,2-8-2 0,1-6-7 15,2-8-10-15,4-10-66 0,3-10-16 16,3-6-81-16,0-7-204 0,9-7-708 0,1 18-582 16,16-30 520-16</inkml:trace>
  <inkml:trace contextRef="#ctx0" brushRef="#br0" timeOffset="91961.89">19712 3799 3016 0,'0'0'791'0,"0"0"-342"15,0 0-22-15,85 55-13 0,-58-43-92 16,0-4-82-16,3-4-101 0,5-4-72 16,4-2-49-16,5-11-18 0,6-4-124 15,5-6-79-15,2-4-61 0,2-3-90 0,-12 6-312 16,10-14-995-16</inkml:trace>
  <inkml:trace contextRef="#ctx0" brushRef="#br0" timeOffset="92162.273">20282 3234 1197 0,'0'0'359'0,"0"0"1042"16,0 0-1052-16,-57 66-26 0,42-28 106 0,-1 8 38 15,2 8 6-15,-1 6-83 0,-2 7-96 0,-2 4-67 16,-4 2-67-16,-1 3-82 0,-2-4-48 16,0-8-30-1,7-7-66-15,5-12-24 0,8-11-16 0,5-12 24 16,1-12-23-16,10-7-71 0,10-3-94 0,9-16-29 15,6-11-227-15,-7 3-552 0,24-30-782 0</inkml:trace>
  <inkml:trace contextRef="#ctx0" brushRef="#br0" timeOffset="92578.671">20725 3177 1087 0,'0'0'2204'0,"0"0"-1823"0,-20 74-98 0,5-31-32 16,-1 11 81-16,-3 7 98 0,-2 3-30 15,-1 5-124-15,-1-1-107 0,-1-1-63 16,2-5-73-16,4-9-33 0,4-4-60 16,7-12-43-1,7-8 21-15,0-7 16 0,7-6-7 0,7-4-45 0,4-6-13 16,5-3-12-16,4-3 33 0,2 0-37 16,2-6-27-16,0 0-5 0,1 0 83 15,0-1 56-15,-1-2 15 0,1 0 25 16,-2-1 12-16,1-3 32 0,-1-3 45 15,-1-2-30-15,-1-2-59 0,0 1-9 16,-3-4-56-16,-4 4 34 0,-5 1 13 0,-5 3 18 0,-6 3 46 16,-5 4 43-16,-5 6 22 0,-9 2 21 15,-5 0-49 1,-7 10 3-16,-4 6 5 0,-3 3 22 16,-2 4 24-16,2 2 21 0,3 0-22 0,3-2-30 15,5-1-34-15,9-3-23 0,3-7-16 0,7-1-33 16,3-3-11-16,2-1-25 0,7 2-4 15,6-2 10 1,4-2 6-16,4 2-18 0,6 0-34 0,6-2-24 0,3 0 24 16,4 2-39-16,2-4-46 0,3 1-126 0,3 0-383 15,-11-3-623 1,23 5-868-16</inkml:trace>
  <inkml:trace contextRef="#ctx0" brushRef="#br0" timeOffset="93446.038">22459 3792 1003 0,'0'0'16'0,"0"0"1820"0,0 0-1458 16,0 0-44-16,0 0-59 0,0 0-42 16,0 0 32-16,0 0-30 15,0 0-84-15,0 0-56 0,-44-44-24 0,21 64-1 16,-4 10 13-16,-3 7 27 0,-1 5-1 15,3-2-33-15,4-7-27 0,6-5-16 0,6-10-14 16,5-5-4-16,4-6-15 0,3-3-23 0,0-4-44 16,7 0 3-16,8-6 9 0,3-5 40 15,3-3 14 1,2-8-2-16,0 3-43 0,-3-2-3 0,-1 3-18 16,-2 2-3-16,-4 5 3 0,-1 2-10 0,-1 1 13 15,-2 4 17-15,-4 0 26 16,1 4-1-16,-3 0 20 15,1 0-13-15,-1 0-7 0,0 0 22 0,1 0 2 16,-1-3 22-16,2 2 16 0,1 1-6 16,0-2-6-16,-1 1-1 0,-2-3-5 0,1 4-7 15,-2 0-12-15,0 0 12 16,0 0 7-16,-1 0-20 0,2 0-2 16,-1 0 0-16,1 2 20 0,4 3 14 0,-5-1-16 15,4 2-5-15,-3-2-1 0,2 2-9 0,-2 2 27 16,-1-1 13-16,1 3-9 0,1 5 2 15,1 4-5-15,-2 6-1 0,-2 6-5 16,-1 4-22-16,0 5-1 0,0 3 1 16,-3 4-2-16,-3 7-1 0,-1-1 0 0,-3 4 1 15,-3 2 1-15,-3-1 10 16,2-3 31-16,-3-1-16 0,1 0 4 16,0-6-10-16,-1-2 6 0,2-5 10 0,-2-1 2 15,4-8 1-15,1-2-1 0,0-8-12 16,3-4-24-16,2-6 15 0,0-6 4 15,2-6-16-15,-2 0-6 16,-3-10-55-16,-1-7-9 0,0-9-39 0,5-9-9 0,2-8 14 16,4-11-21-16,0-8-86 0,3-9-164 15,1 17-593-15,2-36-478 0</inkml:trace>
  <inkml:trace contextRef="#ctx0" brushRef="#br0" timeOffset="93944.539">23016 3752 1497 0,'0'0'231'16,"0"0"1003"-16,-4 90-682 0,0-44-66 0,-2 11-9 16,1 7 18-16,1 3-110 0,-4 3-94 15,2-3-131-15,-2 1-78 0,1-4-52 16,-1-3-30-16,-1-6-25 0,0-3-33 15,-3-10-26-15,0-4-25 0,-1-3 6 0,1-6-3 16,1-4-4-16,2-5 16 0,2-6 24 16,4-5-3-16,3-5-22 0,0-4-28 15,0-6-85-15,9-6-80 0,-1-7-30 16,4-5-19-16,1-8-40 0,-2-1-187 16,0-6-131-16,0-5-40 0,-4-3 152 0,1-8 215 15,-6-3 335-15,1-4-29 0,-1-4 62 16,-1 0 272-16,2-1-200 15,-2 2 1163-15,1 2-898 0,1 4-72 0,1 6-20 16,3 9 29-16,1 5 17 0,4 8-2 16,2 7-81-16,1 9-50 0,4 3-16 0,4 4-8 0,4 6-19 15,2 2-13 1,1 0 19-16,-1 7-19 0,-1 4-29 16,-4 3-11-16,-1 2-16 0,-6 4-6 15,-2 3-3-15,-5 3 5 0,-7 2 19 0,-3 2-21 0,-8 2-18 16,-9 0-22-16,-3 0-24 0,-3-2-34 15,-1-2-6-15,-4-4-22 16,2-5 0-16,3-5-3 0,1-4-28 0,2-5-47 16,2-2-125-16,5-3-232 15,2-3-604-15,5-2-619 0,3-8 1564 0</inkml:trace>
  <inkml:trace contextRef="#ctx0" brushRef="#br0" timeOffset="94220.331">24140 3860 1881 0,'0'0'980'0,"0"0"-633"0,0 0-166 0,0 0-9 0,5 76 166 15,-8-46 0-15,-6 0 50 0,-2 0-115 16,-1 1-114-16,-1-3-40 0,0-3-40 16,3-6-60-16,0-6-19 0,3-2-64 0,2-7-113 15,0-4-53 1,0 0-4-16,-5-4-101 0,0-7-392 0,1 3-1081 16</inkml:trace>
  <inkml:trace contextRef="#ctx0" brushRef="#br0" timeOffset="94379.087">24032 3600 2826 0,'0'0'605'0,"0"0"-339"0,0 0-52 15,87-7 9-15,-56 6-113 0,0 1-48 16,2 0-62-16,2 0-25 0,-1 0-178 16,6 0-115-16,-1 4-187 15,2 1-486-15,-10 1-766 0,12 4 1682 0</inkml:trace>
  <inkml:trace contextRef="#ctx0" brushRef="#br0" timeOffset="94574.651">24587 3791 1789 0,'0'0'1801'16,"0"0"-1457"-16,0 0-146 0,-71 68-14 0,49-43 153 15,3-2 7-15,1-3-85 16,8-2-149-16,4-1-74 0,6-1 16 0,3 2-4 16,7 2-27-16,8 2-21 0,1 1-1 15,4 0 1-15,-3-1-1 0,-1 1-2 0,-4-3 1 16,-2 0-1-16,-4-4-9 0,-3 2 11 15,-4-4 0-15,-2 1-35 0,-4-1-13 0,-9 0-51 16,-4-3-19-16,-6 2-30 0,-3-5 11 16,-3 2-6-16,-1-5-56 0,-5-3-144 15,-1-2-295-15,-5-4-683 16,10-3-691-16,-12-6 1846 0</inkml:trace>
  <inkml:trace contextRef="#ctx0" brushRef="#br0" timeOffset="95213.217">26073 4279 787 0,'0'0'0'15,"0"0"1725"-15,0 0-1283 0,0 0-24 16,0 0-66-16,0 0-56 0,0 0-36 0,0 0-28 16,0 0-37-16,0 0-76 0,-45-36-30 15,35 44-9-15,-6 8-25 0,-3 6-28 16,-4 6 13-16,-1 6 21 0,0 1 9 0,5-4 40 15,3-6-50-15,6-6-38 0,5-3-22 16,2-9 0-16,3-6-22 0,3-1-23 0,8 0-31 16,7-8-15-1,6-8 5-15,6-3 31 0,3-6 22 0,0-2 8 16,-2 0-2-16,-2 2 2 16,-1-2 7-16,-4 7-7 0,-1 3 24 0,-6 6-17 0,-5 5 18 15,-2 6 18-15,-1 0 59 0,0 14 30 16,-4 5-1-16,3 5-5 0,1 6-10 15,-1 2-18-15,-1 3-31 0,0-4-14 16,-1 0-7-16,3-8-20 0,-1-4-1 16,1-6-24-16,4-7-86 0,1-6-26 15,4 0-47-15,2-18-22 0,3-5-112 16,0-9-438-16,-6 6-734 0,3-17-850 16</inkml:trace>
  <inkml:trace contextRef="#ctx0" brushRef="#br0" timeOffset="95596.047">26681 3487 1398 0,'0'0'189'0,"0"0"1234"0,0 0-887 0,0 0-70 0,0 0-19 16,13 101-65-16,-13-53-34 16,-3 8-44-16,-7 8-67 0,0 3-77 0,-2 3-36 15,-3 1-55-15,1-3-39 0,0-2-30 16,0-5-15-16,1-6-33 15,3-6-34-15,1-5 1 0,3-10 2 0,2-5 19 16,4-7 5-16,0-10 7 0,0-3-13 16,6-5-2-16,1-1 17 0,2-3 28 0,6 0-16 15,1-2 10-15,7-2 12 16,2 1-6-16,-2 3 6 0,2 0-16 16,-3 0 1-16,0 7 9 0,-4 4 18 15,-1 2 24-15,-3 5-6 0,-3 0 16 0,-5 1 5 0,-1 1-2 16,-4-1-19-16,-1 2 0 0,0-4-18 15,-7 0-2-15,-6-3 2 0,-1-3 1 16,-6-3-1 0,-2-3-27-16,-1 0-37 0,1-5-9 0,1-2-12 15,6-7-43-15,3-4-111 0,5-6-264 16,6-5-58-16,2-9-202 0,12-6-526 16,0 5-450-16,16-20 1739 0</inkml:trace>
  <inkml:trace contextRef="#ctx0" brushRef="#br0" timeOffset="95915.329">27064 4368 3019 0,'0'0'694'16,"0"0"-260"-16,0 0 13 0,0 0-60 0,39 70-97 0,-24-61-117 15,1-7-82-15,4-2-55 16,4 0-15-16,2-8-21 16,6-5-51-16,0-5-43 0,0-3-46 15,-5 0-28-15,-3 2 19 0,-7 2-4 0,-4 1 5 16,-7 2 31-16,-6-2 52 0,-1 3 42 0,-11-1 23 15,-5 3 101-15,-3 1-45 0,-6 6 21 16,0 4-43-16,-1 5 15 16,1 11 9-16,0 7 25 0,2 2 15 15,0 6-28-15,1 2 15 0,2 1-5 16,2 0 8-16,4-2-3 0,4-2 0 16,6-3-25-16,5-6-20 0,0-5-40 0,11-4-17 15,4-4-14-15,1-3 1 0,4-3-37 16,3-2-39-16,1-2-25 0,3-5-30 0,0-8-23 15,4-3-139-15,0-1-290 16,0-5-564-16,-9 6-614 0,12-13 960 0</inkml:trace>
  <inkml:trace contextRef="#ctx0" brushRef="#br0" timeOffset="96145.811">27975 3691 2828 0,'0'0'532'16,"0"0"-142"-16,-19 85 31 0,4-38 69 16,-1 7-13-16,-1 7-84 15,-2-1-103-15,1 6-69 0,-2 4-68 0,4-6-74 16,-1 1-79-16,0-2 0 16,0-3-15-16,3-2-21 0,0-6-16 0,4-9-26 0,1-6-31 15,2-8-20-15,7-6-20 0,0-11-17 16,2-4-83-16,11-5-160 0,7-6-315 15,4-11-771-15,-1 1-732 0,19-22 1920 0</inkml:trace>
  <inkml:trace contextRef="#ctx0" brushRef="#br0" timeOffset="96325.079">28237 4360 1828 0,'0'0'1251'0,"0"0"-796"0,0 0-306 15,-21 70-73-15,11-43 37 0,1 0 186 16,-1 0 21-16,3-4-132 0,1 0-133 15,2-7-55-15,1-3-38 0,1-1-94 0,-2-3-54 16,1-6-72-16,-1-2-186 0,0-1-537 16,-1-2-628-16,-4-9 1237 0</inkml:trace>
  <inkml:trace contextRef="#ctx0" brushRef="#br0" timeOffset="96462.888">28093 4177 2007 0,'0'0'1431'0,"0"0"-888"0,0 0-320 0,0 0-40 16,0 0-3-16,82 23-26 0,-50-14-46 16,7-3-69-16,3 0-39 0,3-3-55 15,1-1-213-15,1-2-176 0,-2 0-663 0,-9 0-851 16,7 0 1312-16</inkml:trace>
  <inkml:trace contextRef="#ctx0" brushRef="#br0" timeOffset="97024.534">28729 4398 466 0,'0'0'1615'0,"0"0"156"0,0 0-1310 0,0 0-195 0,-78 63-10 16,56-40 83-16,-4 0 38 15,1 2-56-15,2 0-113 0,1 0-100 16,8-2-44-16,0 0-40 0,2-6-24 16,7-3-48-16,1-2-13 0,4-1 4 15,0-5 9-15,0-2-12 0,4 1-34 0,5-3-27 16,2-2-15-16,5 0-25 0,6-7 25 15,2-7-29-15,4-1-97 0,3-6-95 0,0 0 25 16,-4-2 100-16,5-2 132 0,-6 0 100 16,-2 3 41-16,-4 3 69 0,-4 1 68 15,-3 7 27-15,-4 6 5 16,-5 5-22-16,-1 0-5 0,-3 7 25 16,0 4 50-16,0 5-49 0,0 3-45 15,0 3-10-15,-3 0 42 0,0 0-61 0,3-1-57 16,0-3-45-16,2-2-33 0,5-4-25 0,6-3-35 15,0-4-33-15,3-3-43 0,1-2-27 16,5-5-12-16,1-6-31 16,-1-3-88-16,-1 1-265 0,-2-2-225 15,-3 0-280-15,-1-1 38 0,-1 3-37 16,-3 0 408-16,-2 1 655 0,-4 6 603 16,-2 2 518-16,-3 4-357 0,0 4-90 0,0 7-126 15,-6 3-88-15,-1 3-132 0,-4 2-67 16,-1 2-16-16,3 2 59 0,0-3-50 15,6-3-72-15,3-2-61 0,0-3-52 16,4-3-69-16,7-3-21 0,3-2-36 16,3-4-31-16,5 0 9 0,3-4 4 15,6-5-10-15,0-4-24 0,4-1-40 16,1-1-2-16,1-1-2 0,1-2-9 16,2 1-16-16,0 3-3 0,-4 4 82 0,-4 7 99 15,-6 3 9-15,-8 0 62 0,-6 3-15 0,-4 6-35 16,-5-2-21-16,-3 1-21 15,0 2-66-15,-11 1-58 0,2-3-462 16,-10 6-1126-16</inkml:trace>
  <inkml:trace contextRef="#ctx0" brushRef="#br0" timeOffset="97180.748">30148 4932 3104 0,'0'0'2219'15,"0"0"-1649"-15,0 0-371 16,0 0-199-16,0 0-172 0,0 0 3 0,0 0 20 0,-106-51-66 16,83 43-343-16,-22-2-1189 0</inkml:trace>
  <inkml:trace contextRef="#ctx0" brushRef="#br0" timeOffset="101045.721">1643 5128 186 0,'0'0'518'0,"0"0"1397"16,0 0-1433-16,0 0-185 0,0 0-18 15,0 0 42-15,0 0-30 16,0 0-27-16,0 0-80 0,0 0-64 16,-9-1-25-16,9 1 0 0,0 1-13 15,4 0 28-15,1-1-57 0,3 3-53 0,7-3 0 16,3 2 0-16,5-2 18 0,8 0-18 15,0 0-10-15,5 0 10 0,2 0-2 0,2 1-22 16,5 2 2 0,1-2 10-16,3 2-3 0,-3 1-3 0,1 1 15 15,0 1 1-15,-1 0 1 0,-1 0-1 16,2-1 2-16,-1-1-18 0,0 0 15 0,-1 0-27 16,1 1 5-16,0-1 4 0,0-1-4 15,0 0-17-15,3 0-13 0,1-2 6 16,3 0 12-16,1-1 0 0,4 0-9 0,4 0 0 15,4 0-22-15,5-1-6 0,5-4-3 16,2 0 19-16,4-1 30 16,3 3 9-16,2-1 16 0,1-1-11 0,6 2 13 15,-2-1 0-15,4 0-6 16,4 1 7-16,1-1 1 0,0 1 0 0,2 0 0 16,1-2 12-16,4 2-13 0,2-3-11 15,-1 1 7-15,4 0-33 0,-1-1-31 16,0 2-91-16,-2 0 69 0,2-1 48 0,-4 1 42 15,2 2 0-15,-3 1 3 0,-1 1-1 0,-1 0 27 16,2 0 3-16,-2 0-11 16,-1 4-11-16,1-1-10 0,-1 1-22 0,1-3 20 15,-3 1-36-15,2-2 34 16,3 2-15-16,-2-2 7 0,3 0 12 16,-1-2-1-16,4 0-15 0,-3-2-9 0,1 3-6 15,0-2 2-15,-1 0 27 0,-3 2 1 16,1 1 1-16,-2 0 14 0,-1 0 2 15,0 0-16-15,1 0 2 0,-1 0 0 16,2 0 10-16,-2 0-12 16,4 0-40-16,-5-4 11 0,2 2-2 0,-2-3 19 15,-2-1 11-15,-2 1 2 16,0 2 37-16,-1-2-10 0,0-1-3 0,-3 2 10 0,3 2 6 16,-2 1 10-16,1 1-32 0,-2 0-7 15,3 0 7-15,-2 0-19 0,0-1 0 16,4-2-28-16,-1 1 27 0,0-1-18 15,0 0-7-15,2-3 23 0,0 3 3 16,0-1 2-16,-2-1 11 0,3 1 3 16,0 0 12-16,-3 2-25 0,0 0 19 0,-2 1-21 15,2 1-1-15,3 0 14 0,-3 0-14 16,3 0-19-16,-1 0 17 0,2 0 0 16,-3 1-17-16,1 1 18 15,1-1-9-15,-1 1 7 0,1 0 3 0,0-1-18 0,0 1 1 16,1-1 16-16,1 0 1 0,-1-1 2 15,3 0 30-15,-2 2-13 0,2 2 3 16,-1 2-3-16,-2 0-1 0,3-1 20 16,-4 2-7-16,0-1-31 0,2 0-18 15,-2 0 15-15,0-3-6 0,4 2-4 16,-1 1 13-16,-1-2-34 0,3-2 15 16,-2 1 18-16,0-1 1 0,2-1 0 15,-3 2 25-15,0 0 6 0,0 1-31 16,-2-2 25-16,0 2-9 0,1-1 0 0,-1 1-13 15,0-2-3-15,2 1 0 16,-2-1-2-16,2-2-30 0,-1 0 30 0,-3 0-23 16,1 0 7-16,-3 0-4 0,-2 0-22 0,1-5 1 15,-3 3 42 1,1-2 0-16,-4 0 1 0,1 0-16 16,-2 3 16-16,0-2 0 0,-1 1-1 0,0 2-10 15,-2-2 11-15,0 1 16 0,-1 1-16 0,-2 0-13 16,2 0 11-16,-2 0 2 0,3 0 1 15,0 0 0 1,1-2-1-16,2 1 1 0,2 1-1 0,1 0-18 0,2-2 16 16,1 2 2-16,0 0 0 0,3 0-13 15,-1 0 11-15,2 2-45 0,0-1-35 16,2 4 32-16,0-3 24 0,-1 2 26 16,2-2 15-16,-3 3-14 0,3-1 15 15,0-1 9-15,-1 2-9 0,0-4 9 16,0 2 3-16,2 0-28 0,-2 1 2 15,1 1-4-15,0-2-15 0,2 3-5 16,-3-2-4-16,4 0 4 0,-1 2 22 0,-1-1 13 16,0 1-13-16,1-4 0 15,-3 4 13-15,3-2 15 0,-3 0-25 0,1 1 0 16,0-4-3-16,2 3-12 0,2-3-1 16,4 2-3-16,3 0-34 0,1-3-67 15,5 2-194-15,2 2 126 0,0-1 64 0,3 0 60 16,-3 3 60-16,0 0 1 0,0 0 34 15,-3-3-2-15,2 2 29 16,0 0-20-16,-2-1-15 0,3-1 19 0,3 1-16 16,-1-2-29-16,4 3-22 0,0-5-19 15,0 3 6-15,2 0-23 0,0-2-9 16,1 2 35-16,2-1 32 0,-5 0 11 16,0 1-11-16,-1 0 42 0,-7 1 13 15,1 0-14-15,-4-1 1 0,1 1 60 16,-3-3-23-16,4 3-60 0,-3-2-15 15,3-1-4-15,-2-1-14 0,2 0 12 0,0 1-24 16,0-1 25-16,-3 0-50 0,1 0 39 16,-3 0 12-16,-4 0 22 15,-1 3-22-15,-4-3 35 0,-3 1-10 0,-8 1 7 16,-4 1 13-16,-6 0 9 0,-5 1 3 16,-8-3-35-16,-5 0 22 0,-7 1-19 0,-9-2 1 15,-9 0-4-15,-10 0-6 0,-9 0-1 16,-11-3 29-16,-7 0 10 0,-3-2-54 15,-5 0-25-15,-10-1-66 16,-6-1-14-16,-11 1-107 0,-10-3-271 0,-12 3-930 0,12 2 64 16,-40-6 1216-16</inkml:trace>
  <inkml:trace contextRef="#ctx0" brushRef="#br0" timeOffset="102295.353">743 6268 346 0,'0'0'247'0,"0"0"1465"16,0 0-1086-16,0 0-239 0,0 0-126 0,0 0-46 15,0 0-21-15,0 0-45 16,0 0-31-16,-4 1 0 0,7-1-16 0,4 3 40 16,4 1-3-16,4 1-13 15,5 0-41-15,6-1-17 0,4 1-19 0,8 0-31 16,4 1-18-16,5-3 0 16,2-1-2-16,1-2-1 0,2 0-15 0,-4 0-4 15,-2 0-39-15,-3-2-12 0,-2-4 11 16,-4 2-45-16,-2-1-81 0,-5 0-41 15,-6-2-112-15,-6 3-135 0,-4-2-311 0,-11 2-560 0,-3 0 208 16,-10 3 917-16</inkml:trace>
  <inkml:trace contextRef="#ctx0" brushRef="#br0" timeOffset="102512.155">642 6498 88 0,'0'0'646'0,"0"0"924"0,0 0-1134 16,0 0-118-16,0 0-33 0,0 0 57 16,0 0-27-16,84 15-27 15,-45-11-105-15,4 2-78 0,2-1-46 16,-2 2-28-16,-1-3-30 0,-2-1 2 0,-4 0-3 16,-1-3 0-16,-2 0-114 0,-3 0-50 15,-1-4-57-15,0-3-119 0,-5-3-253 16,-3-1-531-16,-7 2-466 0,-4-9 1342 0</inkml:trace>
  <inkml:trace contextRef="#ctx0" brushRef="#br0" timeOffset="102872.333">846 5904 2632 0,'0'0'699'0,"0"0"-325"0,0 0-113 16,0 0 12-16,0 0-77 15,0 0-82-15,-47 85-80 0,26-51 6 0,-5 8-12 16,-3 0-27-16,-3 1 2 0,1 0 16 16,-2 0-17-16,-2-1-2 0,2 1 0 0,1-3-3 15,3-3-13-15,5-3 14 0,6-7-16 16,6-5-1-16,6-5 1 0,3-1-13 15,3-1 0-15,4 3 31 0,7-2 12 0,6 2 22 16,1 0-15-16,3 0-4 0,3 1 7 16,0-1 3-1,4 0 5-15,-1-1 41 0,2-2-25 0,1 0-12 16,2-2-3-16,0-4-16 0,1-3-5 0,0-2-10 16,3-4-107-16,0-1-44 15,4-11-44-15,1-6-115 0,-11 2-416 0,16-19-1050 0</inkml:trace>
  <inkml:trace contextRef="#ctx0" brushRef="#br0" timeOffset="103129.196">1504 6106 2567 0,'0'0'415'15,"0"0"-254"-15,0 0 5 0,0 0 139 16,81 76 7-16,-58-55-111 0,0-2-107 0,1 0-60 15,-2 3-34-15,-2 0 1 0,-1 2 0 16,-6 3 2-16,-3 0-3 0,-4 2-14 16,-6 4-36-16,-10 3 21 15,-9 1 27-15,-7 1 1 0,-6 4-28 0,-4-1-8 16,-2 1 36-16,0-6-19 0,2-1 18 16,1-4-31-16,5-8-61 15,6-2-79-15,5-5-99 0,4-7-210 0,8-5-744 0,4-4-408 16</inkml:trace>
  <inkml:trace contextRef="#ctx0" brushRef="#br0" timeOffset="104178.612">3011 5936 91 0,'0'0'20'0,"0"0"2732"15,0 0-2012-15,0 0-273 0,0 0-150 16,0 0-85-16,0 0-59 0,-99 37-90 0,62-21-31 16,-2 6 18-16,1 1 3 0,2 3-24 0,3-2-12 15,4 3-7-15,6-2 1 0,5-5-10 16,6-2-6-16,6-6-3 0,3-1 7 15,3-5-19-15,0 1-37 0,6 2 7 16,7 4 11-16,4 2 19 0,2 1 1 16,4 2-1-16,0 0-2 0,0 1-16 15,-1-1 3-15,-2 2-3 16,-1 1 15-16,-5 0-1 0,-1 3 4 16,-3 1 4-16,-4 0 63 0,-2-1-25 0,-2-1-2 15,-2-1 8-15,0-4-17 0,-6-1-10 16,-1-3-19-16,-2-2-2 0,2-5-25 15,0-3-76-15,1-3-48 0,-1-1-10 16,0-3-3-16,2-8-69 0,4-4-126 0,1-7-323 16,0-6-1040-16,7 3 143 15,9-11 1528-15</inkml:trace>
  <inkml:trace contextRef="#ctx0" brushRef="#br0" timeOffset="104513.332">3161 6271 840 0,'0'0'251'0,"0"0"967"0,0 0-596 15,0 0-142-15,0 0-12 0,0 0 7 16,13 76-76-16,-14-50-84 16,-5 4-77-16,0 1-68 0,-2-2-52 15,4-4-57-15,2-3-61 0,2-4-3 0,0-6-27 16,6-5-49-16,5 0-3 0,1-2-21 16,5-5-22-16,5 0-37 0,1-7-36 0,3-9-14 15,-2 2-76-15,1-3-40 0,-6-2 17 16,-2 2 86-16,-4 1 85 0,-2 2 62 15,-4 2 78 1,-1 0 111-16,-3 4 67 0,-1 0-11 0,-1 3 0 0,-1 3-9 16,0 2-24-16,0 0-12 0,0 5 14 15,2 1-40-15,-1 2-16 0,0 3-18 0,1 5 33 16,1 2 67-16,1 1 18 16,-1 2-30-16,-2-4-56 0,1-2-69 0,-2-3-25 15,3-5-67-15,-2-2-115 16,5-5-63-16,1 0-40 0,3-11-177 0,-1 4-699 15,4-14-737-15</inkml:trace>
  <inkml:trace contextRef="#ctx0" brushRef="#br0" timeOffset="104796.172">3725 6221 2116 0,'0'0'727'0,"0"0"-234"0,0 0-62 15,0 0 40-15,4 90-65 0,-2-62-108 16,1 5-66-16,1 4-61 0,1 4-56 16,1 3-39-16,-1 7-31 0,-2 1-42 15,-3 7 0-15,0 0 12 0,0 4-13 0,-6 0-2 16,0 5 1-16,-4-2-1 16,4 1 0-16,-3-2-60 0,5-5-43 15,0-6 9-15,1-11 2 0,3-8-75 0,0-12-8 16,0-9-15-16,6-3-1 0,-2-7-101 0,2-4-106 15,0 0-172-15,1-10-163 0,0-3-250 16,0-7 377-16,-1 4 110 0,0-18 363 0</inkml:trace>
  <inkml:trace contextRef="#ctx0" brushRef="#br0" timeOffset="105053.73">3827 6398 1489 0,'0'0'1470'15,"0"0"-1004"-15,0 0-158 0,0 0-135 0,0 0 7 16,0 0 4-16,0 0-23 0,0 0-68 16,0 0-59-16,0 0-7 0,0 0-9 15,94 5-18-15,-77 6 0 16,-2 0-12-16,-3 5 10 0,-3 6-20 16,-6 1-15-16,-3 7-22 0,-7 1 22 0,-10 4 12 15,-5 2 23-15,-7 1 0 0,-1 1-23 0,0-3-37 16,1-5-12-16,3-2-36 15,4-8-41-15,9-6-69 0,6-8-68 0,7-7-88 16,0-11-310-16,9-8-538 0,-2 2 35 16</inkml:trace>
  <inkml:trace contextRef="#ctx0" brushRef="#br0" timeOffset="105298.065">4150 6354 42 0,'0'0'2132'0,"0"0"-1702"0,0 0-156 15,0 0-43-15,32 96 81 0,-27-58 55 16,0 9-17-16,-4 6-67 0,-1 3-73 0,0 6-10 16,0 2-41-1,-4 6-52-15,-2-1-13 0,0 2-27 16,-2 2 0-16,4-6 15 0,-2-2-36 0,0-12-28 16,3-5-17-16,1-9-1 0,2-7-11 15,0-7-68-15,0-4 6 0,0-5 3 0,0-7-27 16,0-5-41-16,0-4-36 0,0-4 23 15,2-8-77-15,1-4-74 0,1-6-135 16,2-7-123-16,0-7-177 16,4-3-361-16,-3 5-51 0,0-25 1058 0</inkml:trace>
  <inkml:trace contextRef="#ctx0" brushRef="#br0" timeOffset="105546.256">4251 6416 991 0,'0'0'222'0,"0"0"35"15,0 0 97-15,0 0-175 0,0 0 58 0,0 0 28 16,78-44 25-16,-58 44-56 0,3 3-29 16,0 6-7-16,-1 4-8 0,1 1-19 0,-5 6-2 15,-3 0-2-15,-4 4-30 0,-6 1-25 16,-5 3-34-16,0-2-7 0,-13 1-19 16,-2-1-15-16,-3-1-34 15,-3 0-3-15,-2-2-55 0,-4 0-44 0,4-6-22 16,4-3-13-16,2-7-48 0,8-7-53 15,6-2-155-15,3-12-266 0,3-5-490 16,3 1-451-16,13-14 1593 0</inkml:trace>
  <inkml:trace contextRef="#ctx0" brushRef="#br0" timeOffset="105704.842">4571 6564 443 0,'0'0'2504'0,"0"0"-2107"0,0 74-207 0,0-49 82 16,0 4 99-16,0-6-36 0,0-4-103 0,0-6-156 15,4-4-76-15,8-8-17 0,1-1-69 16,7-6-81-16,6-9-59 0,1-5-77 16,2-4-224-16,1-5-134 0,-1 2-102 15,-4 2 32-15,-2 0 24 0,-5 3 75 16</inkml:trace>
  <inkml:trace contextRef="#ctx0" brushRef="#br0" timeOffset="105821.605">4855 6507 579 0,'0'0'1163'15,"0"0"-372"-15,0 0-81 0,0 0-184 0,0 0-136 0,0 0-119 16,0 0-80-16,0 0-21 15,-94-26 41-15,74 37-40 0,0 3-52 0,1 2-40 16,0-2-40-16,1-2-39 0,3 0-24 16,2-3-88-16,0-5-71 0,6 1-44 15,4-5-170-15,3-5-241 0,0-1-463 0,18-14-462 16</inkml:trace>
  <inkml:trace contextRef="#ctx0" brushRef="#br0" timeOffset="106138.071">5134 6323 1489 0,'0'0'679'0,"0"0"623"0,0 0-929 16,0 0-81-16,0 0 57 0,-60 74 11 16,32-49 0-16,3-3-92 0,3 3-128 15,3-6-95-15,8-2-45 0,2 0-3 0,8-4-27 16,1-1-4-16,2 0 4 16,9 0-15-16,4-1-7 0,4 2-6 0,-3-1 34 15,4-2-3-15,-4 1 15 0,0 1 12 16,-3 2 4-16,1 0 11 0,-2 3 3 15,-2 1 24-15,0-4 4 0,-3 3 3 16,-1 0-4-16,0-3-3 16,-2 0-39-16,0-4-3 0,-1 1-2 0,0-6-61 15,-2 0-62-15,2-4-45 16,0 1-25-16,2-2-7 0,0 0-50 0,5-2-30 16,1-3-31-16,7-1-78 0,3-1-111 15,6 0-100-15,5-1-40 0,2 0-2 16,2 1 201-16,-7 0 104 0,17-7-100 0</inkml:trace>
  <inkml:trace contextRef="#ctx0" brushRef="#br0" timeOffset="106321.889">5629 6536 696 0,'0'0'264'16,"0"0"-173"-16,0 0 352 0,0 0 646 0,0 0-718 16,0 0-150-16,-82-20-14 0,64 36 53 15,1 6 27-15,-2 5-14 0,2 3-28 0,-2 1-38 16,3-1-22-16,1-3-99 15,3-3-56-15,2-1-30 0,7-6-1 16,3-2-14-16,0-4 0 0,8 0-44 0,7-5-39 0,7-1-40 16,9-3-57-16,10-2-51 0,12 0-86 15,5-8 146 1,-12 1-871-16,24-5-1451 0</inkml:trace>
  <inkml:trace contextRef="#ctx0" brushRef="#br0" timeOffset="107079.456">7458 6059 339 0,'0'0'2328'0,"0"0"-1626"15,0 0-161-15,0 0-165 0,36 77-63 0,-28-44-33 16,-1 7-63-16,-2-2-22 16,-1 4-68-16,0-1-42 0,1 1-21 0,0-4-22 15,-3-1 4-15,1 0-1 16,0-4-11-16,-2-5-32 0,2-6 25 0,0-5-12 16,-2-4-12-16,2-1 12 0,-3-7-12 0,0 0 0 15,2 1 0-15,-2-3 9 0,0 0-11 16,0 2 0-16,0 1-1 0,0-3 0 15,0 2 0-15,0 1 0 0,0-2-1 16,0-3-2-16,1 3 2 0,-1-2-1 16,0-1 0-16,0 0-1 0,0 2 0 15,0-3 1-15,0 1-10 0,0-1-9 16,0 0 0-16,0 0 6 0,0 0 12 0,0 0-13 16,0 2 4-16,0 1 11 0,0-2-1 15,0-1-1-15,0 1-21 0,0-1-9 16,0 0-7-16,0 0-8 0,0 0-7 0,0 0-27 15,0-1-21-15,2-5-16 0,-2 0-24 16,0-1 14-16,0-8-67 0,0 0-116 16,0-6-229-16,-2-2-128 0,-1 0-135 15,0-4-451-15,3 8 587 16,-3-9 495-16</inkml:trace>
  <inkml:trace contextRef="#ctx0" brushRef="#br0" timeOffset="107448.2">7479 6132 620 0,'0'0'195'15,"0"0"1319"-15,0 0-1046 16,0 0-192-16,0 0-65 0,0 0 82 16,0 0 22-16,0 0-88 0,0 0-56 15,0 0-40-15,92 31-17 0,-73-20 3 0,3 6-6 16,1 3-7-16,0 5-27 0,0 6-22 15,0 2-12-15,1 2-3 0,1 2-7 16,-3 1 10-16,-1 2-16 0,1-4-24 16,-3 0-2-16,-1-4 1 0,-1-2-1 15,-2-5-1-15,1-3-12 0,-5-4 12 16,1 0 2-16,-2-5 19 0,-3-1 1 16,-2-5 8-16,-1-2-14 0,-1-3-13 0,0-2 18 15,1 0 15-15,3-9-25 0,2-8-10 16,4-3-2-16,7-9 1 0,0-7-39 15,3-5-43-15,0-4-34 0,2-7-9 16,1-2-19-16,1-7-13 0,0 0-16 0,-3-3-97 16,0 4-179-16,-4 7-176 0,-2 9-177 15,-4 9-578-15,-5 14 400 16</inkml:trace>
  <inkml:trace contextRef="#ctx0" brushRef="#br0" timeOffset="108230.277">9284 6282 1032 0,'0'0'154'0,"0"0"1554"0,0 0-1155 0,0 0-171 15,0 0-193-15,0 0 71 0,-98 31-74 0,57-14-59 16,-2 3-56-16,-3 5-16 16,-1-1-15-16,2 4 0 0,1 0-28 15,3-1-10-15,3 0 1 0,6-2 0 16,6-6 0-16,10-3 10 0,2-3-11 0,8-5 1 15,2 1-3-15,1-2-13 0,3 0-5 16,0 1 16-16,9 2-16 0,1 1 15 0,7 1 2 16,5 0 0-16,1-3-1 0,4 0 2 15,2-2 0 1,0-2-1-16,3-3-11 0,-4-2 10 0,1 0-1 16,0 0 3-16,-3 0 2 0,1-4 13 15,-5 1-2-15,1-3-1 0,-1 0 0 0,-5-1 13 16,2 1-1-16,-4 0-2 0,-4-1 5 15,-3-1 4-15,-2 2 6 0,0-2 2 16,-6-2-8-16,0-2-7 0,0-5-24 16,-6-2-44-16,-3-2-30 0,-1-7-15 0,-3 0-58 15,2-4-10-15,-1 0-41 16,2 1-45-16,3 0-135 0,3 5-149 16,4 5-183-16,0 7-726 0,0 0 872 0</inkml:trace>
  <inkml:trace contextRef="#ctx0" brushRef="#br0" timeOffset="108662.671">10181 5938 368 0,'0'0'1664'16,"0"0"-700"-16,0 0-564 0,0 0 2 0,0 0-122 15,0 0 32-15,-69 78-105 0,39-35-38 16,0 7-43-16,-2 6-16 16,3 7 6-16,0 0 3 0,3 6 18 0,0-1-10 15,-1-2-45-15,7-1-18 0,5-13-22 16,4-6-8-16,10-11-4 16,1-5-12-16,8-8-3 0,4-6-15 0,5-4-1 15,-1-5-32-15,4-4-19 0,0-3-20 16,2-4-40-16,-1-8-22 0,0-4-15 15,-4-4-49-15,-7-3-69 0,-2 0-265 0,-8-2-608 16,0 5-502-16,-9-6 303 0</inkml:trace>
  <inkml:trace contextRef="#ctx0" brushRef="#br0" timeOffset="108836.853">9817 6457 27 0,'0'0'2094'0,"0"0"-1364"0,0 0-301 15,0 0 59-15,0 0-54 16,0 0-65-16,93 53-64 0,-60-47-116 0,5-5-79 15,1-1-66-15,1-1-44 0,-4-10-28 16,-3-2-78-16,-5 0-90 16,-2-3-31-16,-3-3-89 0,-3 3-270 15,-4-1-491-15,-5 3-498 0,-5 5 467 16</inkml:trace>
  <inkml:trace contextRef="#ctx0" brushRef="#br0" timeOffset="108987.845">10137 6432 232 0,'0'0'117'16,"0"0"144"-16,0 0 924 0,0 0-705 0,-28 87 37 15,27-59-8-15,1 3-46 0,0 4-26 16,0 0-80-16,1 1-59 0,2-4-68 0,0-1-63 16,1-4-72-16,-1-3-95 0,0-5 0 15,-2-4-119-15,2 0-52 0,0-7-37 16,0 3-32-16,2-5-110 16,-2-2-326-16,6-2-820 0</inkml:trace>
  <inkml:trace contextRef="#ctx0" brushRef="#br0" timeOffset="109146.579">10700 6854 790 0,'0'0'626'16,"0"0"1191"-16,0 0-1514 0,0 0-303 0,0 0-70 15,-70 65-144-15,51-52 19 16,0-1-52-16,-1-3-451 15,8-1-1148-15,-5-1 1580 0</inkml:trace>
  <inkml:trace contextRef="#ctx0" brushRef="#br0" timeOffset="109857.213">13062 6486 140 0,'0'0'2161'15,"0"0"-1645"1,0 0-211-16,0 0-30 0,0 0-40 16,0 0 39-16,0 0-38 0,0 0-62 0,0 0-31 15,0 0-17-15,-42-42-21 0,35 51-22 16,-6 3-9-16,-1 9 6 0,-5 10 2 15,-1 5-5-15,1 5-1 0,-2 0 9 0,1 0 3 16,2-6-30-16,2-4-28 0,6-10-26 0,4-6-4 16,5-7 0-16,1-8-16 0,1 0-35 15,12 0-56-15,6-5 22 16,5-9 3-16,7-5 11 0,0-6 19 16,3 0-24-16,-3-4 21 0,-2 4-1 0,-2 3-2 15,-5 4 3-15,-5 5 2 0,-2 7 13 16,-4 3 1-16,0 3 39 0,-3 8 43 15,4 5 65-15,-4 5-7 0,1 3-5 16,1 3-20-16,-4 1-2 0,0-1-10 16,-1-4 6-16,1-2-15 0,0-4-31 0,-2-4-22 15,2-5-2 1,-2-3-52-16,2-2-91 0,-1 0-59 0,4-9-13 16,-3-3-172-16,0 0-615 0,1-10-729 0</inkml:trace>
  <inkml:trace contextRef="#ctx0" brushRef="#br0" timeOffset="110181.559">13392 6491 2111 0,'0'0'772'0,"0"0"-121"16,0 0-184-16,18 69-11 0,-13-45-68 16,-4-1-73-16,1-4-96 0,1-3-134 15,-2-1-65-15,2-4-20 0,-1-3-12 16,2-3-61-16,2-2-45 0,2-3-16 15,3 0-4-15,2-5 25 0,4-5 27 16,0 1 0-16,0-4 0 0,2 0-4 16,-3 2 16-16,-2 2 25 0,-1 2 47 0,-5 3 2 15,0 1 37-15,-2 3 25 0,-2 0 36 0,1 3-11 16,1 5 8 0,-1 2-3-16,-2 3-9 0,4 3-10 0,-2 2-9 15,0 2-9-15,3 1 0 0,1-3-6 16,3-3-46-16,1-4-3 15,7-5-94-15,0-2-43 0,6-4-25 0,3-7-56 0,7-7-123 16,2-1-362-16,-9-1-395 16,14-7-273-16</inkml:trace>
  <inkml:trace contextRef="#ctx0" brushRef="#br0" timeOffset="110517.909">14088 6578 153 0,'0'0'584'0,"0"0"-434"16,0 0 826-16,0 0 152 0,0 0-611 0,0 0-154 15,-59 66-95-15,40-43-1 0,2 2 54 16,1-6-20-16,5-1-57 0,4-5-86 15,5-5-94-15,2-5-64 0,2-3-21 0,9 0-58 16,4-3 9-16,6-9 19 0,6-6-16 16,5-5-40-16,1-2-37 0,2-5-18 15,0 1-20-15,-1-3-47 0,1-2-60 16,-1-3-51-16,2-4 1 16,-3 0 58-16,-1-3 137 0,-2 2 144 0,-6 0 70 15,-4 1 109-15,-5 4 41 0,-6 6-1 16,-2 7-27-16,-4 5 51 0,-3 9-1 15,0 6-84-15,0 4-53 0,0 0-28 16,0 8-6-16,0 4 27 0,0 7-9 16,-3 8 40-16,3 8-38 0,-3 8 13 0,2 5 84 15,0 4-76-15,-2-1-48 0,0 4-34 0,-2-3-29 16,0 2 1-16,1-2-2 16,-1-8 0-16,2-2-21 0,3-7 9 15,-1-7-58-15,1-3-115 0,0-5-52 0,0-4-45 16,1-4-99-16,4-4-244 0,-1-2-430 15,4-2-713-15</inkml:trace>
  <inkml:trace contextRef="#ctx0" brushRef="#br0" timeOffset="111230.019">16119 6300 98 0,'0'0'443'15,"0"0"-241"-15,0 0 121 0,50-65 747 16,-42 54-572-16,-7 4-22 0,-1 6-97 0,0 1-75 15,-1 0-53-15,-7 0-63 0,-3 1-107 0,-8 10 52 16,-2 8 65-16,-7 10-72 0,-2 6-9 16,-5 11 57-16,1 7-37 0,-4 6-33 15,1 1-10-15,-1 3 0 0,4-3-12 16,7-6-33-16,7-7-13 0,9-11-21 16,7-8-13-16,4-5-2 0,10-7-1 15,7-3-1-15,9-4-19 0,4-3-31 16,3-6 1-16,4 0-13 0,-2-11-24 15,1-2-12-15,-5 0-19 0,-4-5-24 16,-7 2-23-16,-4 1-39 0,-6 3-71 0,-4-2-47 16,-4 1 55-16,-2-2-201 15,-5 1 223-15,-7-1-66 16,-2-3 187-16,-5 1 112 0,-1 0-4 0,-3 2 34 0,1 1 76 16,2 2 171-16,0 3 49 15,7 5 30-15,3 2-6 0,2 2-30 0,5 0-13 16,1 0-26-16,2 2-60 0,0 0-52 15,0 5-13-15,6 1-4 0,5 4 43 0,5 0 6 16,4-1-74-16,6 0-44 16,2-8-70-16,3-3 0 0,4 0-61 0,-2-10-35 15,3-5-49-15,-4-1-43 0,-2-2-40 16,-1-1-67-16,-2 1-203 0,-1 2-500 16,-5 0-197-16,-3 4-284 0,-6 2 772 15,-4 2 548-15</inkml:trace>
  <inkml:trace contextRef="#ctx0" brushRef="#br0" timeOffset="111405.651">16339 6509 245 0,'0'0'645'0,"0"0"-612"0,0 0 1120 0,0 0-564 16,0 0-158-16,0 0-163 0,-34 67-46 16,31-46 56-16,3 3 49 0,0 0-42 0,0 3-47 15,0-1-63-15,0-1-62 0,0 2-58 16,0-5-35-16,0-1-20 16,0-3-36-16,0-1-108 0,3-4-68 15,2 0-32-15,1-4-48 0,1-3-171 16,4-3-209-16,4-3-569 0,-4 0-236 15,12-11 1206-15</inkml:trace>
  <inkml:trace contextRef="#ctx0" brushRef="#br0" timeOffset="111696.094">17109 6160 922 0,'0'0'78'0,"0"0"134"0,0 0 997 0,0 0-716 16,-68 72-90-16,43-43-31 0,-3 9-55 0,-8 2-13 16,-4 7-32-16,-7 5-84 0,-5 4-53 15,-4 5-12-15,-4 5 41 16,-4 4-39-16,-3 2-28 0,-3 1-30 16,-3 7-12-16,2-2-4 0,-2 3-11 15,1-3-27-15,3-3-13 0,5-8-1 16,8-4 1-16,8-6 0 0,8-5-26 0,11-9-117 15,10-8 43-15,8-9-10 0,7-9-36 0,4-11-43 16,1-6-42 0,10 0-168-16,4-6-225 0,4-6-473 15,-6 2-586-15,10-11 1015 0</inkml:trace>
  <inkml:trace contextRef="#ctx0" brushRef="#br0" timeOffset="112038.828">16886 7009 320 0,'0'0'2643'0,"0"0"-2065"0,-14 75-140 15,9-39-168-15,-4 8-4 0,-1 3-10 16,0 3 14-16,-3 0-54 0,1-3-64 16,1 0-33-16,-2-3-38 0,1-7-56 15,1-2-25-15,4-9-24 0,1-4-85 0,3-9-24 16,2-5-25-16,1-6-22 15,1-2-50-15,6-4-103 0,4-8-292 0,1-7-397 16,0 6-377-16,2-15 73 0</inkml:trace>
  <inkml:trace contextRef="#ctx0" brushRef="#br0" timeOffset="112315.312">16903 6891 561 0,'0'0'404'0,"0"0"1156"0,0 0-981 0,0 0-164 0,0 0 92 16,0 0-138-16,30 84-57 0,-21-49-64 16,-2 2-43-16,1 5-53 15,-2 3-18-15,0-1 54 0,1-3-64 0,-2-3-55 16,2-4-32-16,0-7-34 0,0-3 0 16,4-6 15-16,1-3-16 0,1-8 9 15,6-1-11-15,2-6-36 0,4-4-28 16,3-10-8-16,6-9-13 0,2-5-30 15,0-5-28-15,3-3 0 0,-1-5 15 0,1-2-3 16,1-10-53-16,-1-1-103 0,0-6-258 0,-3-4-177 16,-2 0-360-1,-4 3-125-15,-8 14 250 0</inkml:trace>
  <inkml:trace contextRef="#ctx0" brushRef="#br0" timeOffset="112934.015">19090 6829 775 0,'0'0'1529'15,"0"0"-868"-15,6 77-143 0,-6-43-180 0,-1 7-89 16,-4 0 22-16,-2-4-61 0,0-5-77 15,0-6-85-15,1-7-48 0,2-4-21 16,1-7-65-16,-2-4-115 0,-1 0-57 0,-2-4-268 16,-1 0-685-16,2-4-1006 15,-6-16 2077-15</inkml:trace>
  <inkml:trace contextRef="#ctx0" brushRef="#br0" timeOffset="113106.802">19011 6479 1501 0,'0'0'290'0,"0"0"1182"0,0 0-946 16,0 0-180-16,0 0-56 0,96-12-89 15,-65 12-69-15,6 0-132 16,2-3-52-16,2 0-167 0,3 1-42 0,3 0-138 16,1 2-318-16,-1 2-766 0,-11 2 42 15,14 8 1255-15</inkml:trace>
  <inkml:trace contextRef="#ctx0" brushRef="#br0" timeOffset="113347.557">19678 6653 696 0,'0'0'299'0,"0"0"1161"16,0 0-1025-16,0 0-54 0,-56 81-53 16,37-64 34-16,1 1-17 0,-1-1-57 0,5 1-82 15,2-5-68-15,7-2-68 0,3 1-55 16,2-2-15-16,3 1 1 16,8 6-1-16,4-1-10 0,5 1-17 15,4 2-34-15,1 1 9 0,4 2-4 16,1 0 27-16,0 4 29 0,2 0 2 0,-5-2 0 15,-1 0-2-15,-6-1-22 0,-5-1-9 16,-5-2 13-16,-7-1-47 0,-3-2-15 16,-6-3-43-16,-7 2-20 0,-5-3-78 15,-6-1 0-15,-2-1-38 0,-2-4-23 16,-3 0-22-16,-2-3-172 0,-2-2-591 0,8-2-414 16</inkml:trace>
  <inkml:trace contextRef="#ctx0" brushRef="#br0" timeOffset="113964.162">21488 6947 658 0,'0'0'2046'0,"0"0"-1590"0,0 0-128 16,0 0-116-16,0 0 24 0,0 0 25 0,0 0-59 15,0 0-38-15,0 0-10 0,0 0 30 16,-87 85-49-16,59-45-22 0,1 3 9 0,1 1 32 15,7-6-47-15,3-7-53 0,8-10-26 16,3-9-28-16,5-5 0 0,0-4-67 16,11-2 3-16,4-1-3 0,7-4-9 15,8-7-24-15,6-8-1 16,3-3-15-16,0-4 19 16,-1-3-41-16,-4 3 12 0,-1 0-32 0,-4 3 19 0,-7 7 18 15,-4 5 43-15,-6 5 78 0,-5 6-1 16,-2 7 2-16,0 10 97 0,-3 6 5 15,0 5-29-15,-2 4 7 0,0 0-13 16,0 0 36-16,0-4-11 0,2-5-29 0,2-4-48 16,2-6-16-16,1-4-33 0,5-7-106 15,-1-2 13-15,1-7-57 0,5-5-210 16,-4-5-719-16,10-13-670 0</inkml:trace>
  <inkml:trace contextRef="#ctx0" brushRef="#br0" timeOffset="114412.448">22301 6134 1076 0,'0'0'1549'15,"0"0"-783"-15,0 0-175 0,6 89-147 0,-9-48-105 16,-10 6-57-16,-4 2-60 0,-5 6-54 15,-5 3-74-15,-6 4-46 0,-2 2-8 16,-2-2 11-16,1 4-51 0,1-9-25 16,6-5 1-16,6-6-49 0,10-9-6 0,4-6 37 15,7-7 2-15,2-6-30 0,0-6-36 16,8-3-7-16,3-5 3 16,3-3 30-16,3-1 34 0,3-1-30 15,2-5 11-15,1 2 7 0,2 1 8 0,0 3 1 16,1 0 6-16,3 9 9 0,0 5 31 15,-3 0 3-15,0 2 2 0,-3 4 22 16,-4-1 29-16,-5 2 9 0,-2 0 15 16,-5 1-1-16,-4-1 10 0,-3-2-24 0,-2 0 2 15,-9 0 3-15,-2-4-6 16,-6 0-15-16,0-1-7 0,-4-1-11 0,0-2-25 16,0-4-3-16,4-3-1 0,4 1-30 15,3-5-39-15,3 0-9 16,2-4-7-16,2-3-21 0,2-5-99 0,1-6-81 15,2-4-129-15,5-2-74 0,6-2-724 16,3-4-240-16,-3 11 1063 0,13-6 169 0</inkml:trace>
  <inkml:trace contextRef="#ctx0" brushRef="#br0" timeOffset="114762.179">22513 7039 881 0,'0'0'209'0,"0"0"1140"0,0 0-747 16,0 0-13-16,0 0-103 0,0 0-104 15,0 0-148-15,51 70-108 0,-46-64-61 0,6-2-29 16,3-1-8-16,3-3-28 0,3-2-67 16,5-5-67-16,0-5-51 0,0-1-38 15,-2 0-88-15,0-2-105 0,-5 2-33 0,-2 1-22 16,-5 1 18 0,-5 2 77-16,-2-2 376 0,-4 3-110 15,-4-2 230-15,-5 2 301 0,-1-2 6 0,-3 1-90 16,0 0-91-16,-2 3-49 0,-2 2-36 15,0 4 22-15,-2 4-33 0,-2 8 1 16,-3 7 2-16,-2 5 11 0,-1 6-13 0,0 4-25 16,1 6-3-16,5-1-4 0,5 0-21 15,6-3-6-15,8-4-7 0,2-6-3 16,12-2-9-16,2-5-12 0,6-3-29 16,8-4-32-16,3-5-67 0,4-6-48 0,4-1-50 15,1-1-21-15,3-6-19 16,-2-4-88-16,-1-2-262 0,-9 2-464 0,10-5-474 15</inkml:trace>
  <inkml:trace contextRef="#ctx0" brushRef="#br0" timeOffset="115162.274">23270 6361 385 0,'0'0'606'16,"0"0"1518"-16,-31 78-1628 0,17-35-139 15,1 10-72-15,-3 7 22 0,-1 6 43 16,-2 5-87-16,1 1-56 0,-1 0-61 16,2-3-52-16,1 1-19 0,0-7-41 0,3-5-22 15,2-8-11-15,3-5-1 16,5-9-3-16,2-8-37 0,1-5-38 0,0-6-47 15,6-5-39-15,3-6-49 16,2-6-62-16,3 0-206 0,-1-6-615 0,11-12-523 0</inkml:trace>
  <inkml:trace contextRef="#ctx0" brushRef="#br0" timeOffset="115348.084">23500 7084 329 0,'0'0'1115'0,"0"0"-116"15,0 0-612-15,-20 71 65 0,7-45 55 0,2 0-33 16,-4-4-111-16,4-1-136 0,-1-4-114 16,2-4-72-16,4-5-41 0,2-2-18 15,1-1-62-15,0-5-113 16,1 0-48-16,0-7-69 0,-1-3-279 16,2 3-567-16,-4-11-799 0</inkml:trace>
  <inkml:trace contextRef="#ctx0" brushRef="#br0" timeOffset="115495.459">23326 6864 251 0,'0'0'2322'0,"0"0"-1654"0,0 0-239 0,0 0-134 0,0 0-40 0,0 0-84 16,88-5-78-16,-56 9-50 16,2 0-43-16,4 5-80 0,-1-3-87 0,1 0-78 15,2 3-161-15,-8-4-340 0,15 3-910 0</inkml:trace>
  <inkml:trace contextRef="#ctx0" brushRef="#br0" timeOffset="115866.309">24109 6997 1514 0,'0'0'13'16,"0"0"1458"-16,0 0-973 0,-93 56-56 0,60-30 12 0,-2 4 11 15,2 0-62-15,4 2-99 0,4-6-101 0,5-1-88 16,6-6-61-16,2-3-42 0,7-5-10 15,2-1-2-15,2-5-56 16,1 0-20-16,0-1-36 0,4-1-15 0,4 1 6 16,4-4-16-16,4 0 9 15,2 0 19-15,2-7-38 0,1 1-46 0,4-4-36 16,2 0-25-16,2-4-47 0,1-2-58 16,3-3 12-16,-1-1 79 0,1-5 68 15,-2-3 59-15,-3 3 54 16,0-3 38-16,-4 3 49 0,-5 6 113 0,-5 2 116 15,-5 9-37-15,-5 2 109 0,-1 6-101 16,-3 0-45-16,0 11 40 0,0 3 16 0,-7 5-45 16,0 3 4-16,-2 1 6 0,-1-1 3 15,4-2-29-15,3-4-67 16,1-5-64-16,2-1-19 0,0-8-46 0,0 2-82 16,5-4-23-16,6 0-12 0,3-6-94 15,2-4-286-15,4-5-639 0,-5 3-500 0</inkml:trace>
  <inkml:trace contextRef="#ctx0" brushRef="#br0" timeOffset="116111.753">24454 7119 866 0,'0'0'62'15,"0"0"1293"-15,0 0-723 0,-34 78-95 16,18-54-95-16,5 0 65 0,0-5-66 0,2-2-108 16,3-6-123-16,4-4-116 0,2-3-70 15,2-3-24-15,6-1-79 0,10 0-27 16,4-5-40-16,7-2-16 0,2-5 15 15,3-1-15-15,4-1-39 0,-1-1-66 0,3 1 19 16,-1-1 9-16,-1 1 59 0,0 1 129 0,-7 5 51 16,-1 1 83-1,-7 7 34-15,-5 0 21 0,-8 2-31 0,-4 7-44 16,-1 1-6-16,-2 4-4 0,-1 0-3 16,-1 1 0-16,-1 1-50 0,0-2-9 15,0 0-286-15,0-3-507 0,0 3-1938 16</inkml:trace>
  <inkml:trace contextRef="#ctx0" brushRef="#br0" timeOffset="116983.144">4480 8206 2372 0,'0'0'1238'0,"0"0"-888"0,0 0-99 16,0 0 149-16,0 0-41 0,85 50-53 16,-55-38-66-16,4-1-80 0,4-6-54 15,3-4-64-15,4-2-42 0,5-14-41 0,6-7-32 16,-1-9-66-16,0-9-58 16,-2-7-95-16,-4-1-280 0,-15 6-862 15,7-15-1397-15</inkml:trace>
  <inkml:trace contextRef="#ctx0" brushRef="#br0" timeOffset="117211.807">4853 7654 706 0,'0'0'2204'0,"-34"73"-1750"0,24-30-188 15,1 15 72-15,2 8 84 0,1 3-28 0,5 2-90 16,-1 0-91-16,2-2-98 0,0-6-42 15,0-9-33-15,0-11-29 0,0-8-11 16,2-11-40-16,2-11-23 0,0-6-44 16,2-7-36-16,1 0-43 0,2-7-7 0,5-8-72 15,2-6-110-15,4-8-303 16,3-8-407-16,-7 8-467 0,19-25 956 0</inkml:trace>
  <inkml:trace contextRef="#ctx0" brushRef="#br0" timeOffset="118095.013">5365 7111 437 0,'0'0'319'0,"0"0"1463"15,0 0-1318-15,0 98-81 16,0-46-44-16,0 11 27 0,0 7 29 16,0 10-57-16,0 0-114 0,-6 5-32 15,-4 0-37-15,-1-3-58 0,-4 0-24 0,-2-4-28 16,1-6-20-16,0-7-22 0,2-11 9 15,4-11-12-15,4-12-1 0,5-11 0 0,1-8-14 16,0-7-76-16,5-5-9 0,7 0-1 16,2-6-17-16,8-7 20 0,1-5 4 15,4-6 8-15,-2-1 16 0,2 0 14 16,-2 3-8-16,-1 5 2 0,-5 8 10 16,1 6 52-16,-3 6 15 0,-1 12 78 15,-3 4 54-15,-1 10-15 0,-5 5-26 0,0 3-11 16,-3 1-16-16,-2 1 6 0,-1-3-6 15,2-4-3-15,0-7-19 0,4-2-35 16,-1-6-20-16,5-8-2 0,1-4-61 0,5-5-6 16,-1-4-5-1,6-9-4-15,1-4-25 0,-1-3-24 0,2-5-18 16,-1 0 2-16,-4 1-25 16,1 1-38-16,-1 3 15 0,-2 2-4 0,-1 5 51 15,-3 4 104-15,0 3 38 0,-3 5 110 16,-1 1 56-16,-2 0 24 0,4 0 5 0,-1 0-41 15,5 0-31-15,2-5-28 0,5-2-37 16,2-6-12-16,5-4-46 0,-3-5-41 0,3-3-63 16,-2 1-62-1,-1-3 0-15,-4 3-1 0,-5 2-4 0,-4 2-33 16,-6 3-60-16,-5 4 78 0,-2 3 186 16,-5 4 38-16,-5 2 129 0,-3 2 31 15,2 2 16-15,-5 2-34 0,4 6 21 16,-5 7-4-16,0 4 6 0,-2 6-66 0,2 3-9 15,-2 3 3-15,3 3 33 0,3-4-43 0,1 0-24 16,3-3-25-16,3-5-20 0,0-5-40 16,5-4-11-16,1-6-1 0,0-2-36 15,1-3-40 1,6-2-27-16,3 0-18 0,3-7-25 16,3-4-27-16,1-3-71 0,5 0-143 0,5-3-245 15,-3 0-83-15,3 2 82 0,0 1 138 0,-1 2-21 16,0 3 12-16,0 2 461 0,-4 4 43 15,2 3 557-15,-5 3 199 0,-3 9-57 16,1 4-101-16,-4 6-89 0,0 3-102 16,-1 3-85-16,-4 1-86 0,1 2-54 0,-5 0-15 15,-1-1 0-15,1-5-34 16,1-2-63-16,1-9-52 0,3-2-18 16,3-7-64-16,2-5-45 0,4-4-6 15,3-8-6-15,4-7-25 0,2-5-24 0,5-1-56 16,1-3-57-16,0 0-72 0,0 2-34 0,-1 1 48 15,0 6 49-15,-6 2-22 0,-6 10 60 16,-3 4 219-16,-5 3 35 0,-6 9 276 16,-2 8-10-16,-4 2-84 0,0 4-147 15,-6 2-35-15,0 3-38 0,1-2 19 16,-1 5-23-16,1-3-188 16,4-7-472-16,1 7-1700 0</inkml:trace>
  <inkml:trace contextRef="#ctx0" brushRef="#br0" timeOffset="118611.212">9024 8100 2582 0,'0'0'623'0,"0"69"-177"0,-4-17-106 0,-7 14-21 16,-3 7-37-16,-3 8-30 0,-6 4 2 15,-2 4-65-15,-1-3-40 0,1 0-25 16,1-5-33-16,1-7-43 0,5-13-30 16,6-9-18-16,6-14-93 15,2-14-23-15,4-12 10 0,0-6-18 0,4-6-41 16,2-7-15-16,1-7-57 16,1-7-115-16,3-9-215 0,-1-8-442 0,-1 9-413 15,2-25 102-15</inkml:trace>
  <inkml:trace contextRef="#ctx0" brushRef="#br0" timeOffset="118922.56">8968 8251 573 0,'0'0'225'15,"0"0"1544"-15,0 0-1168 0,0 0-228 0,0 0-89 0,0 0 18 16,0 0-72-16,82 6-10 16,-58 16-41-16,1 7-29 0,5 9-18 0,2 5 8 15,1 8-24-15,-4 2-52 0,0 1-28 16,-2-1-33-16,-2 3 12 0,-4-2-12 15,-5-2-1-15,-3-1 8 0,-3-5-10 16,-4-1-11-16,-3-5 9 16,1-5 2-16,0-6 0 0,1-5 0 15,-2-9 0-15,1-5 0 0,2-4-2 0,0-6 1 16,2 0-26-16,2-8 27 16,2-10 3-16,5-6-1 0,3-10 10 0,0-8-12 15,3-7-24-15,3-13-61 0,-1-2-49 16,-2-9 9-16,2-5-28 0,-1-2 54 0,-4-1-51 15,-1 3-95-15,-3 9-10 0,-5 10-72 16,-2 12-126-16,-2 10-188 0,-1 12-402 16,-5 8-484-16,-1 4 1387 0</inkml:trace>
  <inkml:trace contextRef="#ctx0" brushRef="#br0" timeOffset="120663.145">11201 8297 861 0,'0'0'195'16,"0"0"643"-16,0 0-265 0,0 0-189 15,0 0-89-15,0 0 59 0,0 0-60 0,0 0-75 16,0 0-64-16,-64 69-68 0,28-48-31 0,-2-1-28 16,-1 2 12-16,0-2 1 0,-1-1 5 15,0-1-3-15,-1 0 1 16,1-1 11-16,0 0 7 0,4-2-1 16,1 0-5-16,8-3-17 0,1-1-8 0,4-3-9 15,6 3-4-15,2-3-15 0,5-2 9 16,1 1-9-16,2-1 13 0,1-1-13 15,5-1 9-15,0-3-10 0,0 3 0 0,0-1 16 16,6 6-2-16,3-1-4 0,1 3 34 16,3 4 18-16,-1 0-15 0,2-2-13 15,0 1 4-15,-2 1-10 16,5-2-2-16,0 1-7 0,2 1-9 16,1 1-10-16,3-2-2 0,-1 3-1 15,3-3 0-15,-1 4-11 0,0-5 11 16,0 2-2-16,-4-3-43 0,-2-3-42 0,-3-3-49 15,-4-1-50-15,-2 1-84 0,-5-5-101 0,-1 0-410 16,-3 2-1081-16</inkml:trace>
  <inkml:trace contextRef="#ctx0" brushRef="#br0" timeOffset="124483.406">11951 8003 1650 0,'0'0'1118'16,"0"0"-710"-16,0 0-33 0,0 0-106 0,0 0-20 15,0 0 3-15,0 0-13 0,0 0-48 16,0 0-16-16,112 25-44 0,-70-19-45 0,4-1-29 16,-1 0-11-16,-3-2-21 15,2 0-7-15,-5-2-18 0,2-1 0 16,-4 0-86-16,-1-8-94 0,-3-3-71 0,-5 1-45 16,-8-4-222-16,-4 2-610 0,-7 1-680 15,-9 0 1107-15</inkml:trace>
  <inkml:trace contextRef="#ctx0" brushRef="#br0" timeOffset="124761.21">12059 8060 756 0,'0'0'69'16,"0"0"1388"-16,0 0-1037 0,0 0-54 0,-17 83-98 0,17-55-4 15,0 4 7-15,0 7 31 0,-2 6-66 0,-2 5-44 16,1 6-23-16,-3 1-9 0,-2 3-32 15,-1-1-45-15,0 0-23 0,0-5-11 16,1-1-12-16,2-7 2 16,3-5-14-16,2-6-7 0,1-1-15 15,0-7 12-15,9-6-3 0,2-3-9 0,7-5 37 16,4-5-28-16,7-2 3 0,3-6-15 16,3 0-1-16,4-9-38 0,4-6-28 15,0-6-61-15,-1-2-73 0,1-5-87 0,0-4-170 16,-11 5-592-1,14-12-528-15</inkml:trace>
  <inkml:trace contextRef="#ctx0" brushRef="#br0" timeOffset="125078.764">13224 8074 1835 0,'0'0'1161'0,"0"0"-812"0,0 0-143 16,0 0-79-16,0 0 53 0,0 0 90 16,0 0-15-16,0 0-63 0,0 0-29 0,-80 35-52 15,50 3-22-15,-3 10 12 0,-2 7 21 0,-2 6 27 16,2 2-24-16,1 0-13 0,1 0 6 16,2-2-12-16,4-4-31 0,8-9-8 15,5-2-7-15,11-12-5 0,3-6-16 0,10-5-3 16,9-4-18-16,5-4-18 15,6-6-20-15,3-4-37 0,5-5-31 16,1-1-5-16,1-10-25 0,-2-4-25 16,-4-4-23-16,-2-1-32 0,-6-4-43 0,-6 1-140 15,-5-2-248-15,-10 0-539 16,-2 8-353-16,-6-11 340 0</inkml:trace>
  <inkml:trace contextRef="#ctx0" brushRef="#br0" timeOffset="125236.542">12999 8479 280 0,'0'0'118'0,"0"0"2165"0,0 0-1718 0,0 0-133 0,0 0-70 16,0 0 3-16,-29 70-68 0,43-62-12 16,2 3-69-16,7-4-57 15,3-3-50-15,6-4-59 0,-2-1-50 0,3-9-82 16,-1-4-49-16,-3-2-55 0,-2-1-52 16,-5-3-85-16,-2 1-260 0,-1 1-503 15,-9 4-385-15</inkml:trace>
  <inkml:trace contextRef="#ctx0" brushRef="#br0" timeOffset="125396.771">13270 8435 443 0,'0'0'825'16,"0"0"722"-16,0 0-1162 0,-11 81-111 0,6-48-21 15,5 2 68-15,0 2 47 0,-1-1-40 0,1 0-98 16,0-3-72 0,-2-2-36-16,2-2-55 0,-1-5-46 0,1-2-21 15,0-5-100-15,0-4-101 0,0-4-66 16,3-1-50-16,8-4-340 0,-2 0-655 15,11-4-1038-15</inkml:trace>
  <inkml:trace contextRef="#ctx0" brushRef="#br0" timeOffset="125586.323">13752 8768 1213 0,'0'0'2022'15,"0"0"-1391"-15,-41 73-382 0,28-42-143 0,-2 4 12 0,1 0 154 16,0-2 39-16,0-1-95 0,4-5-145 16,-1-1-71-16,1-5-79 0,-1-3-76 15,0-3-32-15,1-3-4 16,3-5-116-16,0-4-330 0,2-1-702 16</inkml:trace>
  <inkml:trace contextRef="#ctx0" brushRef="#br0" timeOffset="126245.51">14550 8113 953 0,'0'0'134'16,"0"0"757"-16,0 0-286 0,0 0-65 16,0 0-40-16,0 0-128 15,-84 69-128-15,56-33-48 0,-3 8-17 0,-3 7-6 16,1 5 7-16,2 4-2 0,-1 1-26 0,0 0 0 15,5 0-1-15,2-2-45 0,5-4-36 16,7-3-31-16,7-6-9 0,6-7 13 16,5-7-22-16,6-3-4 0,7-9-17 15,1-3-33-15,2-4-19 0,2-5-14 16,3-1-10-16,-3-7-33 16,3 0-12-16,-1-5-25 0,-1-8-30 0,-4-1-75 15,0-4-254-15,-8 3-612 0,1-10-503 0</inkml:trace>
  <inkml:trace contextRef="#ctx0" brushRef="#br0" timeOffset="126430.651">14240 8670 1888 0,'0'0'1737'16,"0"0"-1321"-16,0 0-159 0,0 0-59 0,0 0 2 15,90 27 76-15,-51-25 5 0,2-2-98 16,2-3-101-16,1-5-82 0,-2-4-64 0,-1-3-103 15,-4-2-47-15,-5-1-21 0,-5-1-113 16,-6 3-290-16,-6-3-567 0,-5 8-492 16,-5-6 747-16</inkml:trace>
  <inkml:trace contextRef="#ctx0" brushRef="#br0" timeOffset="126611.745">14655 8530 222 0,'0'0'189'0,"0"0"1705"0,0 0-1319 16,-20 74-134-16,14-44-142 0,1 2 16 15,-2 3 27-15,2 2 8 0,-3-1-49 0,2-3-118 16,-2 0-98-16,-1-4-33 0,1-3-31 16,0-3-21-16,-1-6-2 0,3-3-55 0,3-3-50 15,1-3-34 1,2-4-58-16,0-1-38 0,6-2-145 0,8-1-331 16,-5 0-612-16,11-8-711 0</inkml:trace>
  <inkml:trace contextRef="#ctx0" brushRef="#br0" timeOffset="127149.027">15209 8143 16 0,'0'0'2059'16,"0"0"-1906"-16,0 0-121 0,0 0 59 0,0 0 132 0,0 0 147 16,0 0-50-16,85-10-110 0,-72 10-89 15,5 0-71-15,-1 0-31 0,2 0 3 16,-2 0 13-16,3 3 3 0,-3-3-7 16,-5 5-15-16,0-3-3 15,-2 2-13-15,-5 3 0 0,0-1-1 16,-2 3 1-16,-2 4 19 0,-1 2-4 0,0 6 14 15,0 3 2-15,-1 2 16 0,-2 3 6 16,-2-1 17-16,1 3-1 0,3 0-16 16,-1 0-6-16,2 4 0 0,0-2 5 15,0 3 7-15,0-1 16 0,0 2 48 16,3 0-18-16,-2 1-19 0,2-4-22 16,-3 0-12-16,0-2-6 0,0 0-3 15,0-1-12-15,0-1-4 0,0-4 1 0,-3 4-4 16,1-4 0-16,-4 0 1 0,2-2-14 15,-1 1-11-15,2-3-10 0,-2-1 8 0,0-2-21 16,2-1-13-16,-2-1 5 0,2-5 16 16,-1 1 13-16,-1-1-19 15,1-3 2-15,-2-2-20 0,-1-1-29 0,-2-1-5 16,2-3 5-16,-2-1 10 0,-1 3-16 16,-3-3-19-16,0-1 7 0,-4 0-23 15,-4 0 7-15,-3 0-36 0,-6 0-38 16,-6-6-38-16,-4 2-144 0,-4 1-277 15,-7-1-704-15,12 1-45 0</inkml:trace>
  <inkml:trace contextRef="#ctx0" brushRef="#br0" timeOffset="130453.012">15969 9274 1778 0,'0'0'107'16,"0"0"541"-16,0 0-223 0,0 0-118 0,0 0-5 15,0 0 58-15,0 0-40 0,0 0-81 0,0 0-67 16,-9 25-46-16,9-23-43 0,0 0-24 16,0-1-17-16,0 1-11 0,0-1-3 15,0-1-13-15,0 1-12 0,0-1-2 16,0 0 1-16,-4 0 1 16,1 0-2-16,-1 2 0 0,-8 1 0 15,-1-1-1-15,-1 3 0 0,-3-3-3 16,3 2-9-16,5-4 10 0,4 2-14 0,2-2-33 15,3 0-18-15,0 0-19 0,0-3 0 0,5-2-40 16,2-2-41-16,3 0-53 0,-1 0-13 16,-1 0-59-16,2 2-210 0,-3 0-141 15,-1 1-649-15,-1 1 34 16</inkml:trace>
  <inkml:trace contextRef="#ctx0" brushRef="#br0" timeOffset="140262.09">608 10644 1261 0,'0'0'625'0,"0"0"-359"0,0 0-166 0,0 0-12 0,0 0 464 16,0 0-140-16,0 0-103 0,0 0-126 15,0 0-42 1,13-12 11-16,-12 12-40 0,-1 0-34 16,2 0-10-16,-2 0-12 0,0 0-19 15,1 0-6-15,-1 0 9 0,2 0 7 0,-2 0-13 0,1 0 6 16,-1 0-3-16,0 0-7 15,0 0-11-15,0 0-19 0,0 0-2 0,0 0-1 16,0 0-9-16,0 0-4 0,0 0-18 16,0 0-3-16,0 0 0 0,0 0 3 15,0 0 3-15,1 0-3 0,-1 0 0 0,0 0 0 16,3 0-25-16,-3 0-56 16,0 0-28-16,0 0-43 0,0 2-111 15,0 0-94-15,-5 0-22 0,0 1-23 0,1-1 76 16,-2 1-29-16,3 0-136 0,2-1-136 15,22-21 226-15</inkml:trace>
  <inkml:trace contextRef="#ctx0" brushRef="#br0" timeOffset="141236.166">305 10696 691 0,'0'0'1609'16,"0"0"-1060"-16,0 0-187 0,0 0-133 16,0 0-96-16,0 0-41 0,0 0 9 15,0 0 25-15,0 0 6 0,0 0 13 16,7-12-18-16,-5 11-27 0,-1 0-29 0,1 1-3 15,-2 0 22-15,1 0 5 0,-1 0-15 16,2 0-25-16,-2 0-12 0,0 0-12 16,1 0-10-16,-1 0-6 0,0 0-12 15,0 0 10-15,0 0-11 16,0 0-1-16,0 0-1 0,0 0-3 16,3 0-10-16,-3 0 1 0,1 0-6 0,-1-1 18 15,0 1 3-15,0 0 0 0,0 0-1 16,0 0 0-16,0 0-1 0,0 0-1 15,0 1-2-15,0-1-1 0,0 0-9 16,0 0 9-16,0 0-16 0,0 0 4 0,0 0 3 16,0 0-1-16,0 0 1 0,0 0-3 15,0 0-1-15,0 0 13 0,0 0-9 16,0 0 11-16,0 0-1 0,0 0-1 16,0 0 0-16,0 0 1 0,0 0 0 15,0 0 2-15,0 1 1 0,0-1 1 16,0 0-1-16,0 1-1 0,0-1-1 0,0 0 1 15,0 0-12-15,0 0 9 0,0 0-13 16,0 0 13-16,0 0-12 0,0 0-7 16,0 0-8-16,0 0-4 0,0 0 12 0,0 0 0 15,0 0-2-15,1 0-4 0,-1 0 0 16,0 0 10 0,2 0-25-16,-2 0 18 0,0 0 0 0,0 0-22 15,0 0-15-15,0 0-3 0,0 0 3 16,0 0 3-16,0 0 21 0,0 0 10 15,0 0-1-15,0 0 13 0,0 0 15 0,0 0-1 16,0 0-20-16,0 2-16 0,0-1-18 0,0-1-57 16,0 4-143-16,0-2 14 0,0 2 37 15,0-1 16-15,0 2 35 0,0-1 35 16,0 0-33-16,0 0-29 16,0-2-36-16,0 1 9 0,0-1 0 15,0-2-111-15,0 2-251 0,0-41-204 0</inkml:trace>
  <inkml:trace contextRef="#ctx0" brushRef="#br0" timeOffset="141844.663">547 10551 1342 0,'0'0'977'16,"0"0"-634"-16,0 0-89 0,0 0 47 0,0 0 18 15,0 0-13 1,0 0-42-16,0 0-58 0,0 0 36 16,12 67-51-16,-9-32-47 0,0 11 27 0,-2 8-76 15,2 4-19-15,-3 2 0 0,2 1-12 0,-2-2-22 16,0-2-5-16,0 1-10 0,0-5-25 15,-2-1 1-15,-2-1-1 0,1-7-2 16,0-7-15-16,0-4 3 0,3-9-49 16,-2-9-60-16,2-4-23 0,0-6-15 15,0-5-34-15,0 0-127 0,0-6-155 16,0-10-198-16,0 3-69 0,-1-19-1085 16</inkml:trace>
  <inkml:trace contextRef="#ctx0" brushRef="#br0" timeOffset="142203.594">569 10590 2443 0,'0'0'615'0,"0"0"-356"0,0 0-132 15,0 0 130-15,0 0 89 0,0 0-58 16,0 0-87-16,0 0-53 16,0 0-28-16,91-56-7 0,-70 56-12 15,1 0-15-15,1 6-19 0,-1 5-12 0,-2 3 0 16,0 1-25-16,-6 5-15 0,-2 4-15 15,1 1-2-15,-7 4-19 0,-4 3-13 16,-2 4-5-16,-1 1-19 0,-8 1 3 16,-5-3 12-16,1-2-6 15,-3-4-27-15,3-7-13 0,0-4 6 0,3-2 3 0,3-8 16 16,1-3 8-16,2-1 4 16,2-2 5-16,2-2 37 0,0 0 8 15,0 0-24-15,2 0 26 0,2 0 3 16,2 1 13-16,7 5 27 0,4 0 31 0,6 3-15 15,0 2-10-15,5 0-18 0,-1 0-29 16,-1 0 16-16,0-2-18 0,0-1-15 16,-3-6-74-16,-1 1-44 0,-1-3-97 0,1 0-269 15,-6-5-457-15,4-9-686 0</inkml:trace>
  <inkml:trace contextRef="#ctx0" brushRef="#br0" timeOffset="142679.21">1212 10825 673 0,'0'0'2589'16,"0"0"-2195"-16,0 0-287 16,7 78-50-16,-7-47 166 0,0 4 161 0,0-1-63 15,-4-3-104-15,1-1-91 0,-2-4-62 16,1-2-43-16,2-6-20 16,1-3-1-16,0-3-3 0,1-3-21 0,0-8-34 15,0 1-34-15,0-2-9 0,0 0-16 16,2-3 25-16,1-3 49 0,0-2 31 15,2-2 12-15,2-2 34 0,-3-2-16 16,5-4-18-16,-2 2-21 0,3 3 9 16,-3 1 12-16,2 1 0 0,-2 6 0 0,2-1 7 15,-4 5 5-15,0 1-12 16,-1 0 46-16,1 0 25 0,-1 5-16 16,-1 0 0-16,4 2 12 0,-3-1-12 15,0-1-6-15,1-1-24 0,-1 0-22 0,1-3-3 0,0-1-37 16,1 0-48-16,3-1-16 0,2-6 33 15,4-3 50-15,1-2 15 16,1-5-28-16,-3 3 12 0,0 1 4 0,-2 3-25 16,-1 3 3-16,-2 7 37 0,0 0 37 0,0 0 61 31,1 5-15-31,0 5 0 0,0 2 12 0,0 3-19 16,0 4-12-16,-1 0-9 0,1 0-9 0,-3 1-7 15,0-2-2-15,-1 0-1 0,-3-1-21 16,2-3-15-16,-3-4-12 0,1-1-58 0,-2-3-55 15,1-2-15-15,-2-4-28 0,1 0-38 16,1 0-7-16,1-1-160 0,1-10-334 0,0 4-407 16,9-21-237-16</inkml:trace>
  <inkml:trace contextRef="#ctx0" brushRef="#br0" timeOffset="142862.729">1870 10511 2368 0,'0'0'782'0,"0"0"-384"0,0 0-230 0,0 0 71 0,19 92 21 16,-16-51 63-16,1 6-15 0,-3 3-106 16,2 5-62-16,-3 2-24 0,0-1-25 15,0 3-48-15,-1-3-43 0,-2-8-13 0,-1-6-81 16,4-6-113 0,0-10-50-16,8-8-23 0,7-8-188 0,5-7-504 15,-1-3-233-15,14-17 24 0</inkml:trace>
  <inkml:trace contextRef="#ctx0" brushRef="#br0" timeOffset="143077.549">2328 10857 1744 0,'0'0'1899'15,"0"0"-1534"-15,0 0-251 0,-106 94-5 16,64-58 164-16,-1 1 44 16,1 4-59-16,4 0-143 0,5-4-54 15,6-4-27-15,10-2-34 0,7-6-29 0,7-1-22 16,3-6 8-16,7-3 9 0,13-1-14 15,4-5-4-15,8-3 18 16,4-6-24-16,2 0-16 0,2-1-21 0,-1-6-9 16,-6 0-35-16,-3 2 37 0,-9 0-134 15,-7 1-474-15,-4 4-277 0,-10 0-324 0</inkml:trace>
  <inkml:trace contextRef="#ctx0" brushRef="#br0" timeOffset="143378.174">335 11834 3261 0,'0'0'680'16,"0"0"-428"-16,0 0-202 0,0 0-26 15,0 0-11-15,0 0 58 0,0 0 81 0,0 0 46 16,132 32 26-16,-66-32-32 0,10 0-52 15,5 0-70-15,7 0 3 0,4-2-18 16,3-1-7-16,2 1-14 0,2 1-16 16,-2 1-18-16,-2 0-12 15,-2 0 10-15,0 3-1 0,-4 2-18 0,3 3-7 0,-3-1 4 0,-2-4-6 16,-6 2-58 0,-4-5-31-16,-4 0-37 0,-7 0 0 15,-4-7-15-15,-3 0-107 0,-3-2-181 0,-15 2-287 16,12-1-639-16</inkml:trace>
  <inkml:trace contextRef="#ctx0" brushRef="#br0" timeOffset="144472.512">5166 10509 574 0,'0'0'665'16,"0"0"-213"-16,0 0-153 0,0 0-104 0,0 0 476 16,0 0-162-1,0 0-135-15,0 0-126 0,27-65-59 0,-24 54-27 16,0 2-51-16,-1-1-33 0,-2 0-23 16,0 1-11-16,0 0-4 0,-2 1-10 15,-4 1 1-15,-1 1 34 0,2 3 8 16,-3 0 13-16,-1 1-13 0,0 1-24 0,-2 1-24 15,0 0-13-15,-3 0-12 0,-4 0-14 16,-3 6-17-16,-4 6 7 16,-1-2 8-16,-1 5 14 0,-2 4-19 0,0 4 9 0,0 5 0 15,2 7 9 1,-2 5-13-16,6 9 4 0,2 5 12 16,3 8 2-16,7 4-1 0,2 1 1 15,5-1 20-15,4-2 8 0,0-8 13 0,10-8 9 16,4-6 24-16,2-13 15 0,4-3-21 0,2-7-21 15,-2-4-10-15,2-6-17 0,-1 0-10 16,1-6-12-16,1-3-1 0,0 0-20 16,-2-2-16-16,1-8-8 0,-3-2-31 15,-3-2-22-15,1-3-15 16,-4-2-27-16,-3-2-54 0,-3-1-86 0,-7-2-208 16,0 4-471-16,-4-10-525 0</inkml:trace>
  <inkml:trace contextRef="#ctx0" brushRef="#br0" timeOffset="144632.484">4883 10944 2172 0,'0'0'568'15,"0"0"-128"-15,0 0-11 0,0 0 0 16,84 18-36-16,-53-16-38 0,0-2-71 16,1 0-86-16,3-6-85 0,-4-2-58 0,2-5-55 0,-5-3-49 15,-1-1-45-15,-5 2-43 0,-4-4-53 16,-3 3-73-16,-6 2-192 0,-3 4-499 15,-4-1-571-15</inkml:trace>
  <inkml:trace contextRef="#ctx0" brushRef="#br0" timeOffset="144816.429">5208 10918 783 0,'0'0'1426'0,"0"0"-928"0,0 0-84 0,1 81-15 15,2-51 11-15,0 5-9 0,0-3-86 16,0-2-152-16,0 0-102 0,-2-5-58 0,0-2-3 15,4-1-22 1,-1-4-24-16,2-4-108 0,0-2-22 16,5-6-32-16,1-1-93 0,5-5-137 0,-4 0-255 0,13-10-748 15</inkml:trace>
  <inkml:trace contextRef="#ctx0" brushRef="#br0" timeOffset="145161.77">6741 10266 1626 0,'0'0'1321'16,"0"0"-969"-16,0 0-164 0,0 0 46 15,-77 84 52-15,46-51-32 0,-2 5-61 0,-4 5-91 0,-4 8-28 16,-6 5 6-16,-4 9-28 0,-8 5 0 15,-10 11-30-15,-7 6-1 0,-12 8-18 16,-7 8-1-16,-8 9-2 16,-3 4-26-16,-4 5 26 0,3-2 27 15,5-3 35-15,8-4 17 0,5-8 46 16,10-8-24-16,7-8-43 0,10-9-19 16,7-8-27-16,13-9-12 0,9-12 0 0,10-9-21 15,8-13-55-15,7-9-6 0,7-11-71 16,1-6-31-16,0-2-16 0,8-2-47 15,1-8-11-15,2-4-101 0,4-7-40 16,-4-4-155-16,-2 3-508 0,-2-13-356 0</inkml:trace>
  <inkml:trace contextRef="#ctx0" brushRef="#br0" timeOffset="145553.118">5802 11809 726 0,'0'0'2143'0,"0"0"-1494"0,0 0-283 0,0 0-96 16,0 0 112-16,0 0-19 0,0 0-70 16,88 38-19-16,-45-34-47 0,6-4-63 15,1 0-50-15,-1-4-59 0,0-4-52 0,-5-3-3 16,-4-2-64-16,-6-2-54 0,-3 2-45 15,-8 2-13-15,-9-1-33 0,-8 6-114 16,-6-1-256-16,0 6-471 0,-9 0-330 0,-18 1-535 0</inkml:trace>
  <inkml:trace contextRef="#ctx0" brushRef="#br0" timeOffset="145779.132">5837 11969 680 0,'0'0'2024'0,"0"0"-1632"0,0 0-153 0,-31 81-54 15,28-54 134-15,2 3-36 0,1 0 34 0,0 4-110 16,4 1-53-16,3 2-56 0,-1 2-12 16,4 1-1-16,3 2 19 0,0-2 48 0,6-3-45 15,0-3-7-15,3-1-12 0,3-7 24 16,1-2-1-16,3-1-56 16,-2-6-37-16,5-3-18 15,-2-2-36-15,3-5-13 0,-1-5-17 0,1-2-28 0,0-9-39 16,2-6-1-16,-2-5-24 0,2-7-49 15,-1-1-189-15,-1-3-242 0,-7 6-571 0,10-12-661 0</inkml:trace>
  <inkml:trace contextRef="#ctx0" brushRef="#br0" timeOffset="146178.058">7051 11684 2651 0,'0'0'444'16,"0"0"-135"-16,0 0-160 0,0 0 22 15,0 0 137-15,-86 35-23 0,61-10-71 16,-4 4-97-16,3 9-25 0,2 5 22 0,4 9 51 16,7 4 9-16,3 1-52 0,4 4-28 0,6-1-24 15,0 0-3 1,0-7 6-16,11-3 8 0,1-6-23 16,3-4-16-16,5-9-39 0,1-2-3 0,1-8-12 15,1-4 0-15,0-6-12 0,-2-10-13 16,-2-1-23-16,-2-7-34 0,0-10-21 0,-3-3-25 15,-4-5-21-15,-4-3-111 16,-3-1-141-16,-3-2-193 0,-3 0-386 16,-6 8-194-16,-10-12-213 0</inkml:trace>
  <inkml:trace contextRef="#ctx0" brushRef="#br0" timeOffset="146442.231">6911 12123 1831 0,'0'0'1146'0,"0"0"-651"0,0 0 44 15,0 0-157-15,0 0-49 0,0 0-32 0,0 0-67 16,0 0-66-16,0 0-59 0,82 62-15 15,-51-60-13-15,0-2-65 0,1-5-16 0,-2-7-43 16,-1-2-42-16,-4-1-36 0,-6-1-19 16,-1-1-24-16,-6 0-47 15,1 1-157-15,-8 3-132 0,0 1-144 0,-4 6-41 0,-1 2 52 16,0 3 233 0,-4 1 400-16,0 7 212 0,-2 6 170 0,1 4 9 15,0 4 45-15,2 5-12 0,2 4-90 0,1 2-51 16,0 4-63-16,0 1-43 0,0 2-39 15,2 3-27-15,5-4-7 0,-4-1-6 16,2-4-16-16,0-8-82 0,1-6-36 16,2-6-142-16,1-6-67 0,3-7-83 0,4-3-120 15,-6-4-252-15,13-16-797 16</inkml:trace>
  <inkml:trace contextRef="#ctx0" brushRef="#br0" timeOffset="146604.908">7659 12272 3022 0,'0'0'1028'0,"0"0"-812"0,-18 69-144 16,7-39-35-16,-3 3 25 0,2 2 52 15,2-2 102-15,-1-4-102 0,7-8-114 16,-1-4-16-16,2-10-183 0,3-5-111 16,0-2-140-16,0-7-241 0,5 0-464 0,8-18-353 15</inkml:trace>
  <inkml:trace contextRef="#ctx0" brushRef="#br0" timeOffset="146898.23">8344 11528 2556 0,'0'0'1858'0,"0"0"-1411"0,0 0-281 0,0 0-99 15,-49 75-6-15,26-35 143 0,-8 4 81 0,0 9-98 16,0 4-57-16,1 5-30 0,6 1-25 15,2-1-33-15,8-2-17 0,2-5-9 16,6-5-15-16,6-8-2 16,2-2 0-16,7-9-2 0,6-4-19 15,1-6 19-15,4-3-15 0,2-5-24 0,2-4 0 16,0-6-36-16,0-3-1 0,1-6-12 16,-1-7-11-16,-1-6-19 0,-3-5-10 0,-1 1-39 15,-3-6-10-15,-3-1-113 0,-6-2-117 16,-4-4-175-16,-3-1-132 0,0 9-348 15,-12-12-241-15</inkml:trace>
  <inkml:trace contextRef="#ctx0" brushRef="#br0" timeOffset="147045.64">8167 12040 1148 0,'0'0'1111'16,"0"0"270"-16,0 0-812 0,-6 79-175 0,16-61-56 0,6-6-72 16,3-3-26-1,5-5-43-15,2-4-64 0,4-3-54 0,-1-9-79 0,3-10-37 16,-2-4-81-16,-1-5-48 0,0-3-32 15,-5 3-48-15,-2 2-168 0,-4 2-305 16,-4 8-413-16,-3-3-301 0</inkml:trace>
  <inkml:trace contextRef="#ctx0" brushRef="#br0" timeOffset="147211.873">8507 11931 985 0,'0'0'784'16,"0"0"766"-16,0 0-1147 0,-13 78-226 15,11-53-52-15,1 5 14 0,1 0 91 16,0 1 39-16,-2 0-61 0,1-2-82 0,-5 1-53 15,-1-4-46-15,0 1-27 0,-4-2-80 16,-1 3 7-16,-1-2-28 0,-3 3-28 16,3-3-53-16,-1-2-38 0,2-3-109 15,3-3-131-15,3-5-166 0,1-5-162 0,5-4-38 16,11-4-345-16</inkml:trace>
  <inkml:trace contextRef="#ctx0" brushRef="#br0" timeOffset="147653.631">8939 11499 2617 0,'0'0'1548'0,"0"0"-1167"15,0 0-205-15,0 0-176 0,0 0-80 0,0 0 15 0,0 0 65 16,0 0 23-16,0 0-23 16,0 0-34-16,88-10-25 0,-65-1-52 0,1 2-1 15,-2 4 47-15,-2 5 43 16,-3 0 22-16,-3 9-11 0,-3 8 11 16,0 5 4-16,-2 6 14 0,-4 6 4 0,-2 2-22 15,-2 1-9-15,2 0-41 0,-3 1-6 16,4-1-27-16,-1 1-20 0,0-1 31 15,1-1 9-15,0 2 35 0,2-3 28 16,-1 1 22-16,-1 0 29 0,2 1-13 0,-2-2-4 16,0-4 7-16,1 2-38 0,-4-6 13 15,1 3-16-15,-2-7-10 16,0-3-52-16,0-2-20 0,-2-5-16 16,-1-2-82-16,-3-4-33 0,2-2-4 0,-4-4-59 15,0-1-47-15,-2 0-114 16,-4 0-66-16,1-3-149 0,-4 0 95 0,-2-4 196 15,2 5 361-15,-14-8 0 0</inkml:trace>
  <inkml:trace contextRef="#ctx0" brushRef="#br0" timeOffset="148287.839">11562 10926 615 0,'0'0'59'16,"0"0"2145"-16,0 0-1734 0,-3 68-71 15,3-26-58-15,0 6-27 0,0 7-70 0,0 3 2 16,0 2-81-16,-1 2-67 16,-5-3-22-16,-1-4-45 0,1-12-31 15,0-10-36-15,3-12-7 0,0-9-42 0,2-8-71 16,0-4-62-16,-1-4-119 0,-2-10-232 15,-1 1-502-15,-7-22-549 0</inkml:trace>
  <inkml:trace contextRef="#ctx0" brushRef="#br0" timeOffset="148428.213">11390 10601 362 0,'0'0'756'0,"0"0"1511"16,0 0-1673-16,0 0-209 0,0 0-73 0,0 0-2 15,0 0-121-15,90 14-107 0,-62-9-82 16,3-4-87-16,2-1-50 0,2 0-148 0,5-1-176 16,-7-1-596-16,26-1-621 0</inkml:trace>
  <inkml:trace contextRef="#ctx0" brushRef="#br0" timeOffset="148711.183">12193 10814 1501 0,'0'0'1753'0,"0"0"-1412"0,0 0-105 0,-40 75 23 15,18-50 52-15,-1 4 16 0,-1 0-69 0,0 2-106 16,4-5-69-16,5-2-44 0,6-2-33 16,5-4-6-16,4-4-18 0,0 5-24 0,11-3 14 15,6 0-5 1,3-1-16-16,-1-1 21 0,4 0 26 16,0 1-19-16,-2-3 9 0,0 4 10 15,2-2-23-15,-1 4 24 0,-2 0 1 16,0 0 0-16,-4 2 2 0,-3-1 10 15,-6-2 4-15,-2 1-13 0,-4-1 0 16,-1 3 15-16,-3 0-18 0,-4-2-36 0,-6-3-28 0,0-1-25 16,0-3 25-16,-6-1-7 0,-1-3-39 15,-2-2-57-15,-1-2-69 0,-4-3-166 16,3 0-233-16,5-1-380 0,-6-9-865 0</inkml:trace>
  <inkml:trace contextRef="#ctx0" brushRef="#br0" timeOffset="149344.88">14240 11082 1017 0,'0'0'274'16,"0"0"542"-16,0 0-163 0,0 0-265 15,0 0-107-15,0 0-34 0,0 0 5 0,-78-18-32 16,58 30-52-16,1 6-35 0,-4 7-27 15,-2 10 2-15,2 5 5 0,4 6-11 16,-1 1 2-16,6-1 12 0,1-7-13 16,7-3-39-16,2-11-33 0,4-9-31 15,0-8-3-15,3-6-40 0,7-2-21 16,7-2 22-16,7-10-26 0,3-7-23 16,3-6-7-16,0-5-19 0,-1-4-21 15,0 0-20-15,-5 3 37 0,-2 6 0 16,-5 6-7-16,-4 7 30 0,-1 5 32 0,-4 6 66 0,1 2 22 15,0 11 117-15,2 7 17 16,0 6-16-16,4 4-16 0,2 2 2 0,1 1-43 16,0-5-40-16,2-2-33 0,-1-6-10 15,1-4-24-15,3-8-34 0,1-7-16 16,2-1-47-16,-1-15-80 16,1-8-109-16,-7 4-682 0,4-26-982 0</inkml:trace>
  <inkml:trace contextRef="#ctx0" brushRef="#br0" timeOffset="149778.284">14728 10182 969 0,'0'0'2110'15,"0"0"-1471"-15,5 100-127 0,0-45-112 16,-1 12-14-16,-1 10-75 0,-1 4-53 15,-1 3-73-15,1-1-61 0,-2 2-73 16,0-5-50-16,-5-2-1 16,-7-6-54-16,-3-5-64 0,-1-9-18 0,2-7 18 15,2-9 20-15,-1-11 53 0,6-9 24 16,0-6 8-16,1-6-17 0,3-5-9 16,0-4 8-16,3-1-12 0,0-1 16 0,3-6 24 15,6-3-31-15,4-1-8 0,7-1 5 16,3 0 35-16,9 4 1 0,1 1 1 15,0 6 11-15,-1 1-11 0,-4 4 31 0,-4 7 8 16,-3-1-36-16,-7 6 25 16,-2 1 15-16,-6 0-13 0,-2 6 10 0,-4-3 2 15,0 5-5-15,-4-2-16 0,-6 1 15 16,-4 1-11-16,-2 0 11 0,-4-4-12 16,-3-2-11-16,1-2-13 0,-1-5-55 15,1-6-27-15,2-2-25 0,3-4-20 16,2-1-35-16,4-8-130 0,5-9-104 15,3-7-181-15,2 4-426 0,2-21-310 0</inkml:trace>
  <inkml:trace contextRef="#ctx0" brushRef="#br0" timeOffset="150095.152">15166 11264 1926 0,'0'0'1291'0,"0"0"-852"15,0 0-84-15,0 0-45 0,0 0 24 0,29 65-91 16,-23-63-35-16,-2-2-16 0,6 0-58 15,7-9-65-15,2-6-69 0,4-5-53 16,3-8-87-16,0 1-31 0,-3-2 19 16,0 4 20-16,-7 4 15 0,-3 1 16 15,-4 5-4-15,-8 0 3 0,-1 3 49 16,-4 4 53-16,-8 3 31 0,-3 5 59 16,-3 5-13-16,-3 11-3 0,-2 7-15 0,2 8-10 15,0 4-12-15,1 1 30 16,2 6-6-16,1 0-2 0,4-1-10 0,-1 1-13 15,5-4 22-15,6-2 0 16,3-8 9-16,3-7-15 0,13-9-3 16,0-3-31-16,5-6-18 0,4-3-40 15,-1-3-8-15,7-8-22 0,-1-6-55 0,0-4-31 16,2-3-53-16,-3-5-103 0,1-2-327 0,-7 4-618 16,10-15-867-16</inkml:trace>
  <inkml:trace contextRef="#ctx0" brushRef="#br0" timeOffset="150333.311">15936 10324 1114 0,'0'0'32'16,"0"0"1615"-16,0 0-1036 0,8 102-102 16,-5-52-108-16,-3 13-2 0,0 6-47 0,0 5-23 15,0 6-74-15,-4 1-80 0,-6 2-54 16,1-3-54-16,-4 1-49 15,-2-4-18-15,1-4-14 0,-3-5-71 0,3-9-30 16,-2-9-6 0,7-13 6-16,3-8 3 0,6-12-16 0,3-8-48 15,9-7-72-15,8-4-254 0,4-12-202 0,5-9-325 16,-5 3-155-16,17-17-313 16</inkml:trace>
  <inkml:trace contextRef="#ctx0" brushRef="#br0" timeOffset="150483.949">16225 11240 1486 0,'0'0'2'0,"0"0"1685"0,6 69-1394 16,-6-38-119-16,-1 7-22 0,-2 3 64 0,-3 4 91 16,3 2 46-16,-4-5-49 0,3-5-152 15,-1-7-152-15,3-9-21 0,2-9-132 16,0-3-6-16,0-9 2 0,0 0-41 16,0-7-178-16,0-5-342 0,0-2-639 0,0-14-630 15</inkml:trace>
  <inkml:trace contextRef="#ctx0" brushRef="#br0" timeOffset="150643.001">16113 11053 440 0,'0'0'2870'0,"0"0"-2357"0,0 0-202 16,0 0-80-16,0 0-52 0,0 0-15 0,98 62 26 16,-65-49-92-16,3-4-98 0,-1-2-126 15,-1-4-86-15,1-3-156 16,-9 0-336-16,9 2-818 0</inkml:trace>
  <inkml:trace contextRef="#ctx0" brushRef="#br0" timeOffset="150990.942">16774 11247 1193 0,'0'0'1330'0,"0"0"-110"16,0 0-873-16,0 0-89 0,-89 75-10 15,59-44 81-15,-3 6-3 0,-2 1-55 16,5 2-96-16,4-4-60 0,4-3-36 15,9-6-70-15,2-8-9 0,5-4-48 16,5-5-1-16,1-4 16 0,0-2-15 0,3-4-25 16,5 0-12-16,4-1 0 15,2-8 12-15,3-3 19 0,2-3-4 16,3-4-12-16,-1-1-22 0,1-1 4 16,-2-1-16-16,2 3 9 0,-5 0 33 0,0 2 28 15,-1 1 34-15,-4 6 24 0,-1 1 7 16,-2 6 12-16,-2 0 21 0,0 3 28 0,-1 0-6 15,0 9 29-15,-1 4-11 16,0 5-19-16,-2 5 0 0,-2 3 3 16,-1 0-6-16,0-2-6 0,2 0-25 0,4-1-42 15,2-4-9-15,2-5-42 0,2-2-16 16,0-3-27-16,0-9-48 0,3 0-43 16,-1-3-10-16,4-8-136 0,-1-4-390 0,-6 2-734 15,6-5-582-15</inkml:trace>
  <inkml:trace contextRef="#ctx0" brushRef="#br0" timeOffset="151334.838">17030 11284 293 0,'0'0'2769'0,"0"0"-2180"0,0 71-243 0,0-42-86 15,0 8 7-15,0-2 41 0,0-4-3 0,0-2-97 16,0-5-120-16,-2-5-64 0,1 0-24 15,-1-4-11-15,-1-3-4 0,2-3-16 16,-1-1-2-16,2-5-16 0,0 0-9 16,0-3-27-16,3 0-6 0,3-3 8 15,1-2 43-15,6-1 40 0,-3-5 10 16,4 1 9-16,-2-5 5 0,3-4-13 0,1 2-11 16,0-7-21-16,4 0-13 0,0-1-14 15,2 3 5-15,1 5 0 16,1 5 12-16,0 6 31 0,-2 4 6 0,3 2 80 15,-1 9 9-15,-2 5-19 0,-3 3 22 16,-2 4-10-16,-3 4-3 0,-1-3-3 16,-6 2-18-16,-1-2-64 0,-3-4 0 15,-1-4-76-15,-2 0-42 0,0-2-62 0,0 2-52 16,0-6-212-16,-3 7-877 16</inkml:trace>
  <inkml:trace contextRef="#ctx0" brushRef="#br0" timeOffset="151482.622">18524 11797 3864 0,'0'0'659'0,"0"0"-659"0,0 0-230 0,0 0-344 16,-93-50-552-16,39 40-55 0</inkml:trace>
  <inkml:trace contextRef="#ctx0" brushRef="#br0" timeOffset="167392.058">3236 10934 2146 0,'0'0'1257'0,"0"0"-959"0,0 0-74 16,0 0-29-16,0 0 169 0,0 0 72 16,0 0-78-16,0 0-115 0,38 92-98 0,-22-51-54 15,-3 7 6-15,-2 9 123 0,-2 3-100 0,-3 5-71 16,-3-2-22-16,-3 0-27 0,0-6-14 16,0-9-7-16,0-10-31 0,0-10-59 15,0-10-49-15,1-12-37 0,2-6-109 16,0-6-206-1,2-5-440-15,3-24-779 0</inkml:trace>
  <inkml:trace contextRef="#ctx0" brushRef="#br0" timeOffset="167766.471">3006 10734 1805 0,'0'0'774'0,"-58"84"183"0,34-32-541 0,-4 12-44 15,-2 14-62-15,6 10 6 0,6 5-81 0,4 5-46 16,7 2-128-16,5 2 11 0,2-8-8 16,9-13 91-16,11-12-65 0,6-19-44 15,7-11-46-15,5-12 0 0,5-9-25 0,7-7 4 16,5-11 3-16,4-4-6 0,3-10 12 16,0-10 10-16,0-8-25 15,-2-7-22-15,-2-8-11 0,0-3 5 16,-5-10-6-16,-1-5-54 0,-6-4-22 15,-3-6-12-15,-8-6-1 0,-9-2 80 16,-13-5 36-16,-12 2 32 0,-5 3-7 0,-19 4 9 16,-10 10 37-16,-6 11-16 0,-3 18 62 15,-5 14 36-15,-3 11-15 0,-3 11-7 16,-3 4-36-16,-6 12-19 0,-1 9-17 16,-5 5 8-16,-1 6-33 0,2 4-9 15,6 4-18-15,0 3 5 0,6 6-87 16,0 4-71-16,2 6-61 0,4 9-346 15,13-16-682-15,-12 40-697 0</inkml:trace>
  <inkml:trace contextRef="#ctx0" brushRef="#br0" timeOffset="168574.774">3127 14498 2141 0,'0'0'1564'15,"0"0"-1154"-15,0 0-81 0,0 0-131 0,0 0-29 0,0 0 88 16,0 0-77-16,78-21-64 0,-45 12-46 15,6 2-28-15,-1 2-5 0,-3 2-13 16,-6 3-3-16,-7 0-21 16,-5 6-39-16,-7 3-34 0,-3 5 21 0,-6 2 19 15,-1 8 8-15,-6 3-5 0,-8 7-10 16,-6 2 22-16,-2 2 3 16,-2-2 3-16,-2-2 12 0,2-3 0 0,1-7 3 15,8-4 9-15,1-4-9 0,8-2 21 16,2-5-2-16,4 1-22 0,1 0 0 0,8 1 2 15,5 0 31-15,1-1 10 16,5-1 5-16,1-3-26 0,4-5-22 16,0-1-52-16,2-11-39 0,3-7-55 15,-1-6-32-15,-3-7-76 0,-2-5-360 0,-8 5-729 16,0-15-748-16</inkml:trace>
  <inkml:trace contextRef="#ctx0" brushRef="#br0" timeOffset="168955.381">2850 14108 1114 0,'0'0'1047'16,"-88"45"-73"-16,48-12-649 15,0 8-65-15,-5 10 61 0,5 6 47 0,8 4-44 0,10 4-69 16,9 4-99-16,7 8-56 0,6 5-33 0,12 8 6 16,11 3-3-1,9 1-43-15,8-2-4 0,6-13-23 16,4-8 0-16,4-14 15 0,5-11-13 0,3-11 10 0,6-10-12 15,8-7-1-15,6-9-1 0,5-6-9 16,2-6 11 0,-1-15 0-16,-3-10-6 0,-7-13-28 0,-3-11-30 0,-9-9-12 15,-7-8-3-15,-7-5-24 0,-12-2-7 16,-8-8 18-16,-9-3-33 0,-10-6 14 16,-13-1 34-16,-4-2 3 0,-21 6-31 15,-8 5-22-15,-7 9 46 0,-8 14 81 16,2 15 81-16,0 16-4 0,1 16 16 15,-2 12-77-15,2 7 33 16,-1 15-29-16,0 10-20 0,-3 6-44 0,3 9 10 16,1 3 7-16,6 4-11 0,3 1-17 15,4 2-98-15,5 1-318 0,7 0-315 16,7-12-906-16,4 17 406 0</inkml:trace>
  <inkml:trace contextRef="#ctx0" brushRef="#br0" timeOffset="169430.869">5551 13958 461 0,'0'0'261'0,"0"0"-62"0,0 0 1287 0,0 0-1012 16,0 0-170-16,0 0-27 0,-85 11 15 0,66 0-25 15,-1 3-38-15,0 6-68 0,-2 3-59 16,1 8-43-16,-1 10-25 0,2 8-12 16,0 9-20-16,1 10 22 0,-1 7 4 15,4 6 0-15,6 3 21 0,5-3 6 16,5-3 13-16,6-12 5 16,11-7-3-16,4-12-30 0,5-9-3 0,5-5-10 15,1-9 1-15,4-6-1 0,3-6 4 16,-2-7-10-16,2-5-21 0,-1-5-19 15,2-9-48-15,-4-7-22 0,-3-3-27 0,-4-6-40 16,-6-2-32-16,-7-3-69 0,-6-2-184 16,-6-1-282-16,-4 0-655 0,-4 8-131 15,-22-12 1356-15</inkml:trace>
  <inkml:trace contextRef="#ctx0" brushRef="#br0" timeOffset="169604.956">5415 14518 147 0,'0'0'2552'0,"0"0"-1971"0,0 0-213 16,0 0-78-16,25 66-4 0,-3-48-7 15,4-4-35-15,5-3-66 0,4-3-59 16,5-7-43-16,0-1-76 0,1-9-46 16,-5-6-125-16,1-4-25 0,-8-2-5 0,-3 1-78 15,-4-2-255-15,-8 2-462 0,-5 3-328 16,-6 4-49-16,-3 4 1373 0,-8 6 0 0</inkml:trace>
  <inkml:trace contextRef="#ctx0" brushRef="#br0" timeOffset="169722.733">5745 14528 816 0,'0'0'17'0,"0"0"1393"0,0 0-794 0,-23 79-266 15,23-50-124-15,0 4-10 0,5 3 95 16,2 5-41-16,2-3-90 0,2 2-16 16,-1-3 18-16,3-3-78 0,2-2-104 15,2-7-3-15,2 0-258 0,2-9-46 0,5-2-173 16,4-6-512-16,-5-7-931 16,14-1 1509-16</inkml:trace>
  <inkml:trace contextRef="#ctx0" brushRef="#br0" timeOffset="170014.563">7034 14489 1079 0,'0'0'2530'16,"0"0"-2079"-16,0 0-241 0,0 0 19 0,33 66 48 15,-25-31-35-15,-2 4-7 0,-1 1-104 0,-2 2-70 16,0-2-26 0,1-5-35-16,4-6-2 0,-2-8-31 0,1-8-128 15,1-3-25-15,0-8-56 0,-2-2-84 16,0-3-348-16,-5-11-717 0,-1 4-959 0,-10-12 2298 15</inkml:trace>
  <inkml:trace contextRef="#ctx0" brushRef="#br0" timeOffset="170161.071">6871 14283 2202 0,'0'0'1375'0,"0"0"-1208"15,0 0-75-15,78-11 153 0,-44 7 70 16,4-3-182-16,2-1-133 0,6-2-174 15,3 0-93-15,5 1-92 0,3 1-332 16,-16 3-1267-16,22 4 916 0</inkml:trace>
  <inkml:trace contextRef="#ctx0" brushRef="#br0" timeOffset="170405.746">7655 14399 1049 0,'0'0'2969'0,"0"0"-2613"15,0 0-257-15,-69 67 49 0,47-46 242 0,3 0-39 16,5-2-145-16,1-1-169 0,6-2-37 15,4 2-15-15,3-1 12 0,1 1-30 16,11-1-13-16,5 1-2 0,4-3 11 16,3 1 16-16,3-3-36 0,2-1-1 15,0 1 27-15,0 3 16 0,-2-3-9 16,-4 6-56-16,-4-2 44 0,-6-2 2 16,-6 2 16-16,-4-3 3 0,-3 1-1 0,-2 1-20 15,-8 0-29-15,-5-1 7 16,-4-1-6-16,0-3-28 0,-2-1-78 15,-1-7-221-15,0-3-278 0,-4-2-537 0,6-4-727 16,-16-13 1599-16</inkml:trace>
  <inkml:trace contextRef="#ctx0" brushRef="#br0" timeOffset="170995.515">9311 14283 2446 0,'0'0'377'16,"0"0"-140"-16,0 0-102 0,0 0 196 15,0 0-56-15,0 0-10 16,0 0-94-16,-49 86 9 0,36-39-56 0,1 5-10 15,2 8 15-15,-1 1 46 0,2-7-34 16,6-7-28-16,2-10-49 0,1-12-22 0,1-11-42 16,9-6-6-16,3-7-61 0,3-1 18 15,6-13 1-15,1-6-7 0,-2-8-37 16,4-6-9-16,-4-4-3 16,1 1 5-16,-3 0 19 15,-2 2-6-15,-2 2 6 0,-3 4-13 0,-3 7 6 0,-5 9 30 16,1 6 57-16,-4 6 69 0,2 6 40 15,0 12 36-15,3 4-9 0,-2 5-16 16,0 4-22-16,-1 3-6 0,-1-1-10 16,1-2-12-16,0-2-3 0,-1-8-24 0,6-2-25 15,2-8-18-15,1-4-15 16,3-7-128-16,1-5 5 0,1-11-9 16,0-8-25-16,-2-7-109 0,-1-4-292 15,-1-1-491-15,-2-6-561 0</inkml:trace>
  <inkml:trace contextRef="#ctx0" brushRef="#br0" timeOffset="171377.461">9766 13586 29 0,'0'0'2667'0,"0"0"-2141"0,0 0-191 0,0 0 78 16,11 105 49-16,-9-53-52 15,1 10-110-15,-2 8-63 0,-1 7-25 16,0 7-15-16,-6 1-70 0,-5 2-61 15,-2-4-56-15,-1-2-10 0,2-9-90 16,1-8 11-16,7-13-20 0,4-13 41 0,0-11 28 16,3-11 2-16,5-7-14 0,1-8-9 15,2-1 8-15,5-5 1 0,4-7 11 0,0-2 13 16,5-1-6-16,1 1 5 0,1 0 1 16,-1 3-3-16,0 4-3 0,0 2 21 15,-3 5-28-15,-4 0 1 0,-3 8 15 16,-1 3 15-16,-6 3 16 0,1 2-4 15,-4 3 9-15,0 0 16 16,-5 3 5-16,-1 2 4 0,0-1-7 0,-1 2 1 16,-6-1-7-16,-1-3 1 0,1-2-4 15,-2-5-9-15,-3-4-11 0,0-3-10 0,-2-6-94 16,1-1-18-16,-2-5-1 16,5-8-36-16,0-8-90 0,3-5-164 15,1-9-545-15,6-5-183 0,0-1-534 0,2 10 1551 16,13-11-372-16</inkml:trace>
  <inkml:trace contextRef="#ctx0" brushRef="#br0" timeOffset="171732.355">10255 14401 320 0,'0'0'2099'0,"0"0"-1641"16,0 0-160-16,26 79 71 0,-22-47 79 0,3 2-30 16,-2-1-94-16,2-4-121 0,1-4-87 15,3-8-55-15,1-3-40 0,3-7 2 16,2-5-23-16,5-2-43 0,2-4-18 15,4-8-9-15,-1-5-7 0,3-1-33 16,-2-4-25-16,-5-2 30 0,-4-3 18 16,-5 2-9-16,-5-1-19 0,-8 2 6 0,-1-1 37 15,-9 1 72-15,-11 0 32 0,-3 1-1 16,-3 6 50-16,0 5 49 0,0 8-55 16,2 4 2-16,1 16-40 0,1 4 34 15,3 11 6-15,-1 4-12 16,3 2-4-16,0 4 7 0,5 0 17 0,1 1 1 15,2-3-7-15,5-1-9 0,2-7-30 0,2-3-28 16,4-6-12-16,10-6-14 0,6-5-41 16,4-6 34-16,6-4-16 15,4-1-70-15,0-8-82 0,2-6-27 0,-4-2-59 16,1-2-182-16,-3 0-247 0,-2 1-485 16,-8 2-520-16,4-2 1653 0</inkml:trace>
  <inkml:trace contextRef="#ctx0" brushRef="#br0" timeOffset="172841.923">11026 13827 228 0,'0'0'245'16,"0"0"570"-16,0 0 223 0,0 0-586 0,0 0-77 15,0 0-53-15,0 0-15 0,0 0 2 16,0 0-48-16,6 79-63 0,-2-38-25 16,-1 8-26-16,4 9-46 0,-4 8-24 15,-2 5-34-15,-1 2-1 0,0 2 25 0,0 0-33 16,-1-3 3-16,-4-5-22 15,0-4-15-15,2-6-13 0,2-9-42 0,1-10-18 16,0-7-19-16,0-9-36 16,0-5-44-16,4-9-69 0,1-4-141 15,1-4-293-15,-1 0-290 0,-1-7-35 16,2-5 294-16,0-4 422 0,-1 3 10 0,2-12 91 0</inkml:trace>
  <inkml:trace contextRef="#ctx0" brushRef="#br0" timeOffset="172994.709">11212 14547 310 0,'0'0'437'0,"0"0"1017"0,0 0-1044 0,0 0-158 16,0 0-53-16,42 88 126 0,-41-57-27 16,-1 7-36-16,-1-2-49 0,-4 1-44 15,1-2-18-15,0-6-76 0,2-5-75 16,1-6-10-16,1-10-163 0,0-4-82 16,0-4-88-16,4-7-248 0,3-5-651 0,-2 0-511 15,2-14 1678-15</inkml:trace>
  <inkml:trace contextRef="#ctx0" brushRef="#br0" timeOffset="173164.022">11179 14289 881 0,'0'0'1860'0,"0"0"-1513"0,0 0-165 16,0 0-13 0,0 0 157-16,0 0 30 0,0 0-73 0,0 0-116 15,89 50-77-15,-65-37-63 0,1-4-9 16,2-4-18-16,2 0-28 0,-3-4-108 0,3-1-59 15,-3 0-45-15,1 0-197 0,-2 0-532 16,-8 0-842-16,3 0 1303 0</inkml:trace>
  <inkml:trace contextRef="#ctx0" brushRef="#br0" timeOffset="173994.216">11739 14622 189 0,'0'0'2616'16,"0"0"-2012"-16,0 0-230 0,0 0-157 15,0 0-10-15,0 0-5 0,0 0-69 16,0 0-77-16,0 0-54 0,0 0 29 16,0 0-7-16,9 63-24 15,11-62-17-15,3-1-8 0,-2-1-3 0,1-8-21 16,1-1-10-16,-4-2 7 0,-3-2 14 15,0 1 11-15,-5 0 2 0,-3-2-6 0,0 0-13 16,-4 2-18-16,-4-3 40 0,0 1-6 16,-4-1 12-16,-4 0-46 0,-3 1 62 15,1 1 41-15,-1 3-4 0,1 4 7 0,-2 2-16 16,-1 4 34-16,0 1-37 16,-1 7 18-16,-4 8-9 0,1 6 10 15,-4 5 30-15,0 6 6 0,0 3-18 16,-1 4-16-16,3 0-3 0,-1 0 16 15,6-3-10-15,1-3 3 0,6-4-6 0,5-6-6 16,2-6 18-16,0-4-28 0,9-4-14 16,4-5-16-16,3-2-62 0,5-2-23 15,5-10-26-15,-1-7-5 0,5-5-1 16,-2-2 21-16,-1-3 3 0,-1-1 12 16,-2 0 13-16,-2 1-22 0,-2 0-14 0,-1 3-12 15,-5 2 12-15,-1 4 63 0,-6 5 41 16,-2 5 31-16,-4 6 26 0,-1 2 12 15,0 0 13-15,0 6-9 0,2 2-55 0,-1 5 73 16,1 5-13-16,1 3-23 16,-2 2 17-16,4 4 17 0,-2-4 29 0,3 1-11 15,-1-5-67-15,-1-4-40 16,3-5-9-16,0-4-111 0,-1-2-62 16,4-4 2-16,3-1-16 0,0-9-116 15,4-5-310-15,1-6-697 0,-3 7-488 16,7-15 1790-16</inkml:trace>
  <inkml:trace contextRef="#ctx0" brushRef="#br0" timeOffset="174270.622">12305 14577 404 0,'0'0'444'0,"0"0"1596"0,0 0-1735 0,-14 87-165 16,8-58 155-16,-1 5 197 0,3-3-11 16,-2 0-158-1,6-6-177-15,0-5-94 0,0-5-33 0,6-4-19 16,2-6 0-16,4-4-74 0,4-1 7 0,4-8-9 15,5-9-26-15,3-2-17 0,0-5 8 16,1 0 12-16,-4 1 31 0,-4 2 21 16,-3 6 10-16,0 4 15 0,-7 4 22 0,-2 3 41 15,-3 4 55-15,-1 4-22 0,-3 4 59 16,-1 5-10-16,-1 2-37 16,0 1-31-16,0 3-34 0,0 2 7 15,-1-2-10-15,1 2-18 0,0-2 0 0,8-1-58 16,6-1-160-16,4-3-153 15,2-1-628-15,-4-7-748 0</inkml:trace>
  <inkml:trace contextRef="#ctx0" brushRef="#br0" timeOffset="174733.721">14068 14571 2550 0,'0'0'595'16,"0"0"-83"-16,0 0-131 0,0 0-72 15,77 38-43-15,-37-29-69 0,7 0-65 16,11-5-65-16,10-2-36 0,4-2-19 16,1-9-12-16,2-1-2 0,-1-4-38 0,-8 0-52 15,-1 0-86-15,-5 0-53 16,-5-1-39-16,-6 2-157 0,-6 3-354 0,-14 1-703 0,-11 3-49 16</inkml:trace>
  <inkml:trace contextRef="#ctx0" brushRef="#br0" timeOffset="174878.012">14245 14811 2575 0,'0'0'518'15,"0"0"-206"-15,0 0-90 0,3 68-67 0,19-54 37 0,11 0 12 16,13-8-70-16,9-6-63 0,8-6-71 16,5-15-49-16,4-7-138 0,0-8-162 15,-3-4-324-15,-7-3-722 16,-17 8-248-16,5-14 1594 0</inkml:trace>
  <inkml:trace contextRef="#ctx0" brushRef="#br0" timeOffset="175129.462">14689 14268 1164 0,'0'0'166'0,"0"0"756"0,0 0-527 0,106 43-122 16,-55-27-35-16,4 0-47 0,8 3 50 15,-1 0-73-15,0-1-118 0,-6 4-37 16,-5 1-12-16,-6 1-1 0,-11 2 0 16,-6 2 0-16,-12 2-22 0,-8 1 19 0,-8 2-26 15,-10 5-56-15,-12-1 22 0,-9 6-23 16,-8 0 49-16,-3 0 36 0,-4-1-1 0,1-2 2 31,3-4-12-31,1-5-97 0,5-5-108 0,4-5-209 0,9-10-834 16,4-7-200-16</inkml:trace>
  <inkml:trace contextRef="#ctx0" brushRef="#br0" timeOffset="175530.154">16262 14277 1175 0,'0'0'624'0,"0"0"430"15,0 0-558-15,0 0-40 0,0 0-82 16,115 58-35-16,-66-39-47 0,7-2-102 0,2-2-95 16,-1-4-53-16,-1-6-38 0,-6-5-4 15,-3 0-23-15,-2-5-93 0,-4-5-68 16,-6 0-47-16,-5-1-35 0,-9 2-226 15,-4-1-523-15,-10 2-611 0,-5 2 561 16</inkml:trace>
  <inkml:trace contextRef="#ctx0" brushRef="#br0" timeOffset="175761.146">16570 14373 1257 0,'0'0'130'0,"0"0"1148"0,0 0-886 0,-49 76-98 0,40-41-49 16,1 3 13-16,2 6 41 0,1 2-62 15,1 1-55-15,0 2-49 0,3-3-20 16,1-2-21-16,0-1-9 0,0-1-19 0,0-6-6 16,1-3-12-16,3-1-22 15,6-5-9-15,0-4 4 0,2-5-6 0,7-4-13 16,1-3-28-16,3-6-51 0,4-5-15 0,5-3-4 16,5-10-13-16,4-4-15 0,2-5 3 15,7-1-47-15,1-1-63 16,-1-1-176-16,1 3-271 0,-15 7-689 0</inkml:trace>
  <inkml:trace contextRef="#ctx0" brushRef="#br0" timeOffset="176336.703">17683 14355 108 0,'0'0'2292'0,"0"0"-1859"0,0 0-55 0,0 0-92 15,0 0-29-15,0 0 13 0,0 0-47 16,0 0-46-16,0 0-57 0,-73 70-21 0,47-24-16 16,-1 13 9-16,-2 10 22 0,2 3 42 15,-2 3-31-15,3-3-31 16,4-6-21-16,1-7-24 0,8-7-25 0,4-11 0 0,9-9-24 31,6-9 18-31,11-6-18 0,6-7 0 0,6-4-42 0,4-6 2 16,3-6-17-16,-2-7-53 0,-3-7 0 0,-5-2-36 15,-4-1-13-15,-6-1-29 0,-4 1-78 16,-4-1-156-16,-7 2-109 0,-1 1-80 16,-3 0 4-16,-11 0 149 0,-2 3-993 15,-2 3 1451-15,-3 4 231 0,1 1-91 16,3 7 460-16,4 1 50 16,3 2-112-16,3 5-38 0,5 6-62 0,2 3-65 15,0 3-83-15,7 2-37 0,3 0-21 16,3-2-19-16,3-1-48 0,3-5-45 15,1-3-13-15,2-4-50 0,-2-2-57 16,2-2-54-16,-2-6-53 0,-1-4-49 16,1-4-38-16,-2 0-19 0,-2-2-132 15,-2-1-225-15,-5 5-420 0,-3-2-214 0,-4 4-78 16,-2 1 1282-16,-2 4-75 0</inkml:trace>
  <inkml:trace contextRef="#ctx0" brushRef="#br0" timeOffset="176481.105">17739 14852 578 0,'0'0'118'0,"0"0"1340"0,0 0-882 0,0 0-233 0,0 0-109 15,0 0 1-15,-8 84 33 0,8-58 88 16,0 5-64-16,0-1-92 0,0 1-37 16,0 0-31-16,0-1-62 0,0-4-70 15,0-5-6-15,0-3-168 16,3-3-72-16,3-5-11 0,3-5-166 0,5-4-290 16,4-1-669-16,-3-4-265 0,13-15 1477 0</inkml:trace>
  <inkml:trace contextRef="#ctx0" brushRef="#br0" timeOffset="176644.695">18204 15033 1997 0,'0'0'1427'15,"0"0"-981"-15,0 0-317 0,-48 69-113 0,28-42-1 16,0 2 89-16,1 0 176 0,2-2-125 16,1-1-155-16,5-5-6 15,4-6-133-15,2-5-66 0,4-3-156 0,1-2-357 16,0-5-915-16</inkml:trace>
  <inkml:trace contextRef="#ctx0" brushRef="#br0" timeOffset="176931.302">18794 14408 1691 0,'0'0'1686'16,"0"0"-1353"-16,0 0-211 0,0 0 26 16,-81 36 28-16,59-3 5 15,-4 8-8-15,2 13-37 0,-2 11-37 0,3 6 39 0,-2 3 73 16,5-1-74-16,3-4-43 16,4-8-51-16,10-10-43 0,3-8-8 15,7-11 7-15,11-6-26 0,3-8-24 16,2-5-29-16,8-4-23 0,4-7-4 0,1-2 67 0,1-7 16 15,-3-4-127-15,-4-6-15 0,-7-3-60 16,-7-2-271-16,-6-1-497 0,-4 3-606 16,-6-12 368-16</inkml:trace>
  <inkml:trace contextRef="#ctx0" brushRef="#br0" timeOffset="177076.87">18662 14915 1315 0,'0'0'1797'16,"0"0"-1408"-16,0 0-193 0,0 0 9 0,38 71 46 15,-12-64-21-15,6-5-19 0,5-2-150 16,5-7-61-16,1-7-129 0,1-6-91 16,-2-1-175-16,-4-5-308 0,-5 2-558 15,-11 3-424-15,-5-3 1584 0</inkml:trace>
  <inkml:trace contextRef="#ctx0" brushRef="#br0" timeOffset="177215.011">18915 14930 1676 0,'0'0'195'0,"0"0"608"15,-28 74-479-15,24-45-163 0,0 4 56 0,2 5 157 16,1-1 13-16,1 1-98 0,0-6-181 16,0 0-108-16,4-6-9 0,-1-2-168 0,-3-5-63 15,1-4-96-15,1-3-220 0,-1-4-579 16,-1-4-595-16,2-4 1629 0</inkml:trace>
  <inkml:trace contextRef="#ctx0" brushRef="#br0" timeOffset="177653.89">19611 14354 218 0,'0'0'1915'15,"0"0"-1337"-15,0 0-301 0,0 0-159 0,0 0 10 16,0 0 28-16,0 0 0 0,90-30-93 16,-71 30-62-16,3 12 37 0,-1 7 4 0,-5 10-8 15,-1 3-18-15,-7 11 16 0,-3 6 5 16,-5 2 52-16,-2 4 17 0,-8-3 30 15,-3 2-27-15,-1-2-22 0,-3-2-56 16,2 0-29-16,-1-6-2 0,5 2 3 16,0-4-1-16,2 0-1 15,1-3 11-15,1 0-8 0,0-2-1 0,1 0 0 0,1-4-1 16,-1-2-1 0,3-3-1-16,3-2-28 0,0-5-40 0,0-4 65 15,0-3-94-15,1-3-60 0,-1-4-3 16,0 0-114-16,-3-2-79 0,-5-1-106 0,-1-2-365 15,3 0-726-15,-7-2 1485 0</inkml:trace>
  <inkml:trace contextRef="#ctx0" brushRef="#br0" timeOffset="178101.81">20295 14966 1451 0,'0'0'1253'0,"0"0"-634"0,0 0-213 16,94-2-152-16,-64 2-68 0,-2 0-27 16,-3 0-39-16,-3 0-77 15,-2 0-43-15,0 0-62 0,-3 0-59 16,-2 0-29-16,0-2-85 0,-3-1-179 16,-6-1-334-16,-1 1-667 0,-5 1 111 15,-2 2 1285-15</inkml:trace>
  <inkml:trace contextRef="#ctx0" brushRef="#br0" timeOffset="178261.309">20287 15137 1327 0,'0'0'214'0,"0"0"1049"0,0 0-885 15,0 0-101-15,0 0-49 0,78 40 12 16,-44-38 8-16,6-2-80 0,2 0-81 16,2-7-75-16,0-4-12 0,-1 1-118 15,2-2-56-15,-2 0-81 0,3-2-57 16,-2-1-345-16,-10 4-923 0,5-5 386 0</inkml:trace>
  <inkml:trace contextRef="#ctx0" brushRef="#br0" timeOffset="178805.951">21502 14957 638 0,'0'0'1375'16,"0"0"-616"-16,0 0-300 0,0 0-163 0,1 78-106 16,10-66-29-16,2-1-14 0,5-7-15 15,5-3-54-15,6-1-46 0,2-8-32 16,6-6-28-16,3-4-31 0,-3-3-16 16,-1-1-48-16,-4-1 23 15,-5 0 40-15,-5 4 25 0,-8 0 35 0,-2 2-25 16,-8-3-44-16,-4 1-4 15,0-1 73-15,-13 4 25 0,-3 2 7 0,-5 6 94 16,-4 3-57-16,-5 5-3 0,0 6 13 16,-3 9-22-16,1 5 15 15,0 5 0-15,-1 4 5 0,1 1-33 0,1 5-10 0,-1 2-6 16,-1 4 15-16,3 2 10 0,2 0-1 16,7 0 16-16,10-1 52 0,9-4 9 15,3-4-55-15,15-5-22 0,7-4-50 16,7-6-2-16,6-3-18 15,7-8-34-15,2-4-37 0,7-4-37 0,0-5-56 0,-2-10-54 16,1-3-209-16,-6-3-562 16,-14 4-627-16,-2-4 470 0</inkml:trace>
  <inkml:trace contextRef="#ctx0" brushRef="#br0" timeOffset="179477.302">19382 15358 323 0,'0'0'169'0,"0"0"-58"0,0 0 1230 0,0 0-903 15,0 0-109-15,0 0-68 0,0 0-12 0,0 0 13 16,0 0 35-16,0 0-43 0,24 12-75 15,-10-12 8-15,-1 0-23 0,1 0-81 16,-3 0-31-16,-4-2-5 0,-1 0-11 16,-2 2-19-16,3 0-17 0,-1-1-19 0,4 1-5 15,1-2-59-15,6 2-53 0,3 0-31 16,2 0-17-16,4 0-117 0,4 3-301 16,2 4-714-16,-7-3-546 15,12 9 1807-15</inkml:trace>
  <inkml:trace contextRef="#ctx0" brushRef="#br0" timeOffset="183400.636">21370 14916 1406 0,'0'0'374'16,"0"0"-20"-16,0 0-111 0,0 0-1 15,0 0-49-15,0 0 351 0,0 0-176 16,0 0-126-16,0 0-25 0,0 0-12 16,0 0 12-16,0 0-14 0,59-36-31 0,-62 36-29 15,-6 3-57-15,-6 4-86 16,-8 1-25-16,-9 8-48 0,-7 6 30 15,-5 4 28-15,-4 5 15 0,1 0-21 0,2 0-7 16,4-1 10-16,4-4 18 0,7-1-12 16,8-3-7-1,6-3-21-15,3 0 16 0,4 0-4 0,4 0 16 0,4 1-22 16,1-1 10-16,1 1-16 0,10-1 27 16,5-1-23-16,7-1-14 0,9-3 4 0,6-2-16 15,8-2-6-15,4-4-12 16,2-1-29-16,4-2-15 0,0-2-49 0,-1-1-139 15,-1 0-184-15,-15 0-143 16,14-5-634-16</inkml:trace>
  <inkml:trace contextRef="#ctx0" brushRef="#br0" timeOffset="183711.914">22496 14877 2892 0,'0'0'613'0,"0"0"-253"15,0 0-83-15,0 0-56 0,0 0 152 0,87 49-54 16,-70-32-130-16,0 1-79 16,3 2-37-16,2-1-58 0,-2 1-15 15,3-4-31-15,1 2-17 0,2-2 23 16,-1-1 1-16,-5 1-9 0,0-1-1 0,-9-1-2 15,-4 3-7-15,-7 1 29 0,-5 3 13 16,-14 2 0-16,-9 1-33 0,-8 4-12 0,-9-2 13 16,-3 3-25-16,-5 2-13 0,-5-1-48 15,-1 1-29-15,-1-2-40 16,1 2-52-16,1-1-190 16,18-9-272-16,-13 1-784 0</inkml:trace>
  <inkml:trace contextRef="#ctx0" brushRef="#br0" timeOffset="197326.644">17244 15814 760 0,'0'0'2187'0,"0"0"-1832"0,-14 82-126 16,11-47-83-16,2 7-26 0,-2-2 9 0,1-1 3 15,-2-4-72-15,3-5-60 0,-1-6-55 16,2-9-25-16,0-6-42 0,0-5-29 0,2-4-58 16,3-5-46-16,4-7-88 0,5-6-131 15,-5 4-311-15,10-17-750 0</inkml:trace>
  <inkml:trace contextRef="#ctx0" brushRef="#br0" timeOffset="197503.591">17618 15654 368 0,'0'0'997'0,"0"0"683"0,-26 83-1287 15,17-46-155-15,0 7-65 0,2 2 3 16,0 1 72-16,1 0-84 0,0-3-108 16,1-3-56-16,-2-3-106 0,-1-4-89 0,1-3-113 0,0-3-208 15,-2-2-553 1,5-7-552-16,-5 7 1093 0</inkml:trace>
  <inkml:trace contextRef="#ctx0" brushRef="#br0" timeOffset="198438.606">17368 17080 859 0,'0'0'156'0,"0"0"698"0,0 0-527 0,44-69-26 16,-32 45-33-16,-3 3-34 0,-3 0-13 0,-2 2 15 0,-4 2-14 15,0 5-23-15,0 0-17 0,-5 3-10 16,-3 2 5-16,-3 2-13 0,-4 2-25 16,-5 1-10-16,-3 2-56 0,-4 0-70 15,-2 5 10-15,-3 5 2 16,0 4-13-16,-1 6 29 0,-4 3-31 0,-3 9-25 16,1 4 7-16,1 4 18 15,5 4 0-15,6 2 21 0,4-2-20 0,8 3 2 16,4 1-3-16,6 0-11 0,5-1 11 15,5-4 3-15,10-3-3 0,4-5 12 16,4-8 7-16,5-5 11 0,0-7-5 16,4-5-19-16,0-6-6 0,0-4-22 0,-4 0-23 15,-2-10-32-15,-4-3-12 16,-3-1 6-16,-1-3-9 0,-6-1 18 0,-3 1-22 16,-1-1-22-16,-4 2-6 0,-4-2-23 15,0 2-45-15,-2 0-79 0,-7-3-15 0,-1 3-82 16,-2-2 20-16,-5 0-33 15,1 0-54-15,-2 0-11 0,-1 0 49 0,1 0 351 16,-2 6 46-16,4 4 294 16,2 3 194-16,4 5-8 0,4 1-11 15,3 7-28-15,3 1-65 0,0 0 7 16,3 1-63-16,7 3-83 0,2 0-67 16,8 4-44-16,3-2-12 0,4 1-13 0,1-3 12 15,-1-3-24-15,-1-6-40 16,-1 0-49-16,-4-4-15 0,-2-2-46 0,-2-4-47 0,-1-3-48 15,-1-4-1-15,-5 0 16 0,-2 0-139 16,-5-1-143-16,-3 4-180 0,0 3-88 16,-3 1-58-16,-4 5 30 0,-3 1 240 0,1 0 316 15,-1 7 163-15,2-1 336 0,2 2 468 16,1 3-64 0,1 0-178-16,3 3-82 0,1-2-102 0,0 5-92 15,0 1-110-15,3 3-64 0,2 2-59 0,1 3-4 16,2 2-8-16,0 3-1 15,-2 1-26-15,0-1-14 0,-1-3-22 0,-3-4-56 16,-1-3-49-16,-1-2-45 0,0-7-32 0,0-2-77 16,0-5-165-16,0-3-284 15,2-2-776-15</inkml:trace>
  <inkml:trace contextRef="#ctx0" brushRef="#br0" timeOffset="199108.493">17778 17529 1433 0,'0'0'1143'16,"0"0"-795"-16,0 0-127 0,0 0-84 0,0 0-25 15,0 0 84-15,0 0 47 0,0 0-51 0,0 0-78 16,83 57-80-16,-77-53-34 0,1 1-2 16,-1-1 0-16,-5 3 0 15,-1 3-14-15,0 3 4 0,-4 2-23 0,-6 2-5 16,-2 1 10-16,0 1 2 0,-2 0 27 0,0 0 1 16,1-1 13-16,4-2 18 15,0-3 42-15,3-4 20 0,4-1-8 16,-1-6-14-16,3 0 0 0,0-1-3 15,0-1-6-15,6 3-31 0,5-1-16 0,4 2 19 16,5 1 16-16,3-1-20 0,0 0-27 16,0-2 10-16,0 0-13 0,-4-2-16 15,1 0-27-15,-3 0-28 0,0 0-37 16,-2 0-31-16,-2-4-20 16,0-1-42-16,2 0-110 0,-4-3-201 15,2-1-480-15,-3 1-705 0,4-3 1563 0</inkml:trace>
  <inkml:trace contextRef="#ctx0" brushRef="#br0" timeOffset="199692.981">18638 17164 752 0,'0'0'1850'15,"0"0"-1374"-15,0 0-192 0,0 0-65 0,95 16-33 16,-62-13-3-16,1 0-57 0,-3-2-63 15,0-1-45-15,-3 0-18 0,1 0-103 16,-3-6-80-16,-2 1-110 0,-4-3-118 16,-5 0-309-16,-5 3-842 0,-4 1 1053 0</inkml:trace>
  <inkml:trace contextRef="#ctx0" brushRef="#br0" timeOffset="199862.669">18759 17345 954 0,'0'0'1022'0,"0"0"-233"0,0 0-314 0,0 0-154 16,0 0-131-16,0 0-11 0,13 70-6 16,1-58 2-16,6-1-36 0,-1-1-77 15,7-3-34-15,-1-2-28 0,2-3-46 16,2-2-56-16,0 0-48 0,-1-6-107 0,1-4-163 16,-8 1-536-16,10-6-761 0</inkml:trace>
  <inkml:trace contextRef="#ctx0" brushRef="#br0" timeOffset="200576.797">19795 17315 1159 0,'0'0'801'15,"0"0"-125"-15,0 0-325 0,0 0-175 0,0 0-84 16,0 0 26-16,78 20 6 16,-56-22-10-16,-1-7-19 0,1-3-44 15,2-3-51-15,2-2-13 0,-1-2-31 16,-2-2-29-16,-3 1-6 0,-1 2 16 0,-6 0 5 15,-2 3 1-15,-4-2-10 0,-4 3 10 16,-3-1-7-16,0 1 35 0,-5 3 29 16,-7-1 35-16,1 2 52 0,-7 2-30 0,2 3-38 15,-5 2 38-15,0 3 13 16,-2 0-38-16,1 2 66 0,-3 6-15 16,3 2-83-16,-1 4 60 0,3 3-8 0,0 5-51 15,3 4 11-15,4 3-10 0,1 3 23 16,6 4-12-16,6 0 5 0,0 1 8 15,3-3 8-15,9-4 7 16,5-5 3-16,3-5-13 0,1-6-31 0,3-5-49 16,2-5-89-16,1-4-54 0,-1-4-21 15,0-7-90-15,-3-5-130 0,0-3-194 16,-3-2-428-16,-6 6 153 0,1-10 785 0</inkml:trace>
  <inkml:trace contextRef="#ctx0" brushRef="#br0" timeOffset="200943.65">19782 16883 620 0,'0'0'1817'16,"0"0"-1269"-16,0 0-267 0,0 0-163 15,0 0-13-15,0 0 38 0,-33 72 40 0,20-50-83 16,-3 5-100-16,-3-2 0 0,-2 2-12 15,-2-2 12-15,0 4-2 0,-2-2 5 16,1 3-3-16,-1-1 0 0,4-1 41 16,0 2-26-16,1-4 7 0,4-2 1 15,1-2-23-15,2-3-19 0,1-1 4 0,3-2-4 16,2-2-6-16,3-1 0 0,2-2 10 16,2 1 15-1,0 1 13-15,13 0-1 0,5 2 20 0,6 2 21 16,7-3 14-16,6 2-2 0,3-2-2 15,-1-3-20-15,2-2-40 0,-3-2-3 0,-3-3-3 16,-2 1-68-16,-3-5-20 16,-4 0-48-16,-1 0-59 0,-2-8-78 0,0-3-177 15,0-6-314-15,-5 4-946 0,7-10 1504 0</inkml:trace>
  <inkml:trace contextRef="#ctx0" brushRef="#br0" timeOffset="201197.817">20604 17169 714 0,'0'0'2226'0,"0"0"-1712"15,0 0-153-15,0 0-192 16,68 66-42-16,-48-51 0 0,0-3 10 0,-1 0-41 16,1-1-60-16,-3-2-35 15,3-1 1-15,-1-2-2 0,-5-1-49 16,1 0-29-16,-4 1 38 0,-3 0-10 0,-4 3 13 0,-4 4 0 15,0 3 9-15,-12 8 0 0,-5 6-32 16,-6 3-28-16,-8 4-28 0,-6 4-4 16,-3 3-67-16,-6 2-86 15,-3 2-201-15,-4-1-175 0,0 2-352 16,13-12-15-16,-16 15 1003 0</inkml:trace>
  <inkml:trace contextRef="#ctx0" brushRef="#br1" timeOffset="-201262.749">19612 9584 1527 0,'0'0'332'0,"0"0"-192"0,0 0 600 16,0 0-428-16,0 0 4 0,0 0-72 15,0 0-23-15,0 0-20 0,0 0-28 16,0 0-39-16,18-2-22 15,-9 13 8-15,5 6 43 0,1 2-31 16,1 8-34-16,1 2-15 0,-3 1-19 16,-2 1-30-16,-3-1-20 0,-2 0-14 0,-1-5-15 15,-1-2-31-15,1-3-24 0,-1-4-7 16,-1-3-2-16,2-5-26 0,1-1-27 16,0-3-41-16,-1-2-85 0,1-2-138 15,-1 0-270-15,2-8-751 0</inkml:trace>
  <inkml:trace contextRef="#ctx0" brushRef="#br1" timeOffset="-201026.223">19887 9618 1767 0,'0'0'752'16,"0"0"-369"-16,0 0-190 0,0 0-24 15,0 0 95-15,0 0 30 0,0 0-48 0,0 0-93 16,-89 75-51-16,69-51-15 0,-3 0-15 15,0 2-23-15,-3 2-40 0,-2 1-9 0,-2-3-25 16,1 3-12-16,2-4-28 0,3 0-77 16,2-3-17-16,3-2-12 15,3-2-20-15,3-2-25 0,8-6-73 16,3-3-99-16,2-5-147 0,4-2-481 16,12-4 0-16</inkml:trace>
  <inkml:trace contextRef="#ctx0" brushRef="#br1" timeOffset="-200271.286">20230 9435 2613 0,'0'0'473'15,"0"0"-262"-15,0 0-189 0,0 0 121 0,0 0 130 16,0 0 41-16,0 0-104 0,82 25-98 16,-48-20-59-16,-1-3-29 0,1-2-24 15,0 0 0-15,-3 0-18 0,0-2-38 16,-4 0-124-16,-3-4-53 0,-5 2-104 0,-6 0-281 16,-4-1-775-16</inkml:trace>
  <inkml:trace contextRef="#ctx0" brushRef="#br1" timeOffset="-199988.202">20380 9453 2504 0,'0'0'309'0,"0"0"-17"0,0 0-173 0,0 0 37 16,0 0 91-16,-40 73 31 0,33-50-61 0,0 2-61 16,-1 0-41-16,2 2-25 0,-3 3-7 15,0 2-12-15,-1 2-37 0,-3-1-8 0,1 2-26 16,3-1-1-16,-2-1 0 15,2-3-11-15,4 3 12 0,-1-3 0 16,0-2 1-16,3-1 21 0,2-1 5 16,1-4 4-16,0-3-16 0,6-4 4 15,5-1 2-15,1-2-21 0,3-1-30 16,1-3-29-16,4 0-8 0,1-3-17 16,0-4-39-16,2-1-26 0,2 0-32 0,-2-2-42 15,2-9-134-15,0 0-204 0,-5 2-495 0,6-8-635 16</inkml:trace>
  <inkml:trace contextRef="#ctx0" brushRef="#br1" timeOffset="-199687.489">20899 9589 2835 0,'0'0'263'0,"0"0"-94"0,0 0-124 0,0 0 82 15,0 0 143-15,0 0 95 0,0 0-106 16,0 0-120-16,0 0-58 0,0 0-44 16,0 0 6-16,-63 27-9 0,45-4 18 15,1 5 0-15,1 2-9 0,-2 4-15 0,2 2-16 16,-1 1-11-16,3 1 1 0,3-4 10 16,4-1 7-16,2-3 11 0,4-4-11 0,1-4 8 15,0-3 7-15,7-3 12 16,3-2-13-16,2-3 7 0,2-3-14 0,5-1-26 15,-1-4-31-15,-1-3-15 0,0 0-27 16,-1-3-19-16,-1-9-18 16,-1-1-53-16,-2-5-63 0,-7 0-117 0,-4-1-292 15,-1 3-542-15,-7-8-459 0</inkml:trace>
  <inkml:trace contextRef="#ctx0" brushRef="#br1" timeOffset="-199535.111">20712 9826 2285 0,'0'0'410'15,"0"0"-66"-15,0 0-37 0,0 0 67 0,0 0-44 16,0 0-11-16,81 36-66 0,-57-30-89 16,3-6-69-16,-2 0-65 0,0 0-30 15,-2 0-95-15,-3-5-68 0,-1-1-47 16,-4 0-69-16,-2 0-178 0,-3 3-294 16,-3-2-711-16</inkml:trace>
  <inkml:trace contextRef="#ctx0" brushRef="#br1" timeOffset="-199387.16">20939 9911 2062 0,'0'0'483'16,"0"0"-177"-16,0 0-184 16,0 0-4-16,-33 71 49 0,27-48 100 15,1 0-36-15,2-1-96 0,2-1-103 0,1-4-32 0,0-2-57 16,0-1-221-16,6-5-59 0,2 2-163 16,-1-7-474-16,9-2-231 0</inkml:trace>
  <inkml:trace contextRef="#ctx0" brushRef="#br1" timeOffset="-199220.594">21226 10056 2516 0,'0'0'537'0,"0"0"-300"16,0 0-174-16,0 0 52 0,-65 74 151 0,48-54 45 16,1-1-129-16,3-1-163 15,3-6-19-15,6-4-81 0,3-3-111 16,1-2-57-16,2-3-74 0,6-2-128 0,0-3-236 0,8-10-705 15</inkml:trace>
  <inkml:trace contextRef="#ctx0" brushRef="#br1" timeOffset="-198972.5">21582 9632 871 0,'0'0'2182'0,"0"0"-1831"0,0 0-198 0,0 0-20 15,-79 86 134-15,56-51 96 0,0 6-53 16,-2 2-144-16,-1 4-77 0,4-2-19 16,0-3-36-16,4-1-19 0,5-10-15 0,6-3 15 0,5-9 28 15,2-5-43-15,1-3 0 16,7-4-30-16,3-3 2 0,0-2-27 16,5-2-49-16,0-2 12 0,1-5-25 0,2-5-75 15,-3-4-91-15,-1-1-214 0,-4-2-316 16,-4 4-552-16,-3-10-121 0</inkml:trace>
  <inkml:trace contextRef="#ctx0" brushRef="#br1" timeOffset="-198817.939">21432 9887 1960 0,'0'0'641'0,"0"0"-153"0,0 0-185 16,0 0 8-16,0 0 10 0,0 0-21 16,26 71-49-16,-10-63-103 0,4-3-65 0,3-4-65 15,1-1-18-15,4-2-86 16,1-9-89-16,0 1-123 0,-2-5-138 15,-1 1-249-15,-6 2-585 0,-1-2-562 16</inkml:trace>
  <inkml:trace contextRef="#ctx0" brushRef="#br1" timeOffset="-198690.495">21693 9958 1277 0,'0'0'1197'0,"0"0"-891"15,0 0-110-15,-30 67 60 0,24-45 97 0,0-2 25 16,4-1-98-16,-1-2-141 0,1-5-104 15,2-1-35-15,0-3-40 0,3-2-131 16,4-2-89-16,1-4-103 0,0 0-237 0,5-6-649 0</inkml:trace>
  <inkml:trace contextRef="#ctx0" brushRef="#br1" timeOffset="-198334.963">21990 9655 2421 0,'0'0'804'0,"0"0"-578"16,0 0-213-16,0 0 18 0,0 0 30 0,0 0 90 15,0 0-6-15,78 2-104 0,-64 1-41 16,0 2-12-16,-3 5-23 16,-2 3 13-16,-4 5 22 0,-2 5 44 15,-1 3-26-15,-2 4-18 0,-2 3-1 16,-6-1 1-16,0 5 3 0,1-4 0 0,-1 0 16 15,0 1-6-15,4-3-12 0,-1-3 0 16,3-2 0-16,-1-3 36 0,0-4 7 16,0-1 23-16,0-1-33 15,0-3-9-15,0-1-25 0,-4-2 0 0,-2 1-9 16,-2 0-13-16,-1-2-67 0,-5-1-5 16,1 0-3-16,-2-1 31 0,-1-2 37 15,-1 0 7-15,0 0 0 0,1-2 6 0,-1-2-6 16,0-2-47-16,1 0-58 0,0-5-96 15,1-3-139-15,4 1-310 0,0-9-671 0</inkml:trace>
  <inkml:trace contextRef="#ctx0" brushRef="#br1" timeOffset="-197608.5">22477 10055 1679 0,'0'0'600'16,"0"0"-73"-16,0 0-142 16,0 0-57-16,0 0-28 0,0 0-36 0,0 0-39 15,15 76-45-15,-15-56-26 0,-2 3-6 16,-6-2-41-16,-3 2-46 0,-1 3-27 16,-2-2-13-16,-1-2-21 0,-1 1-18 15,2-4-37-15,-1 0-52 0,1-3-41 16,3-4-65-16,1 0-91 0,2-4-257 0,2-2-695 0,0 1-969 15</inkml:trace>
  <inkml:trace contextRef="#ctx0" brushRef="#br1" timeOffset="-196853.357">18298 9103 1975 0,'0'0'292'16,"0"0"-43"-16,0 0-88 0,0 0 144 15,0 0 124-15,0 0-68 0,0 0-65 16,0 0-72-16,91 63 9 0,-70-58 13 0,4 0-19 16,-1 0-32-16,5 1-55 0,3-3-52 15,1 2-36-15,4-1-31 0,2-2-21 16,0 0 0-16,0-2 0 0,4 0-3 16,-1-3-33-16,1-3-13 0,-2-3-24 15,-4 0-36-15,-1-3-50 0,-4 4 0 16,-5-2-46-16,-4 0-123 0,-7 2-226 15,-4 4-469-15,-6-2-540 0</inkml:trace>
  <inkml:trace contextRef="#ctx0" brushRef="#br1" timeOffset="-196489.254">18587 9325 2523 0,'0'0'412'16,"0"0"-181"-16,0 0-97 0,0 0 79 0,0 0 122 16,0 0 8-16,-2 80-104 0,0-56-112 15,-2 4-44-15,-3 3-28 0,-2 7-12 16,-4 2-3-16,0 4-12 0,-3 3 0 16,0 2-7-16,-2 4-2 0,0 2-1 15,3 3 0-15,3 2-16 0,1 1 29 16,2 0 15-16,2-5-33 0,2-2-13 15,2-2-3-15,3-6 1 0,0-5 0 0,0-6 1 16,5-4-11-16,6-4-16 0,2-4-24 16,5-2 43-16,2-4-3 0,1 0 3 0,1-4-31 15,5-1-10-15,-1 0 35 16,4-2 15-16,-2-3 21 0,-1 2-21 16,0-4-68-16,4-3-18 0,0 1 2 0,6-1 35 15,-1-2-31-15,1 0-129 0,-1 0-152 0,1-3-212 16,-9 0-634-1,14-1-707-15</inkml:trace>
  <inkml:trace contextRef="#ctx0" brushRef="#br1" timeOffset="-195247.109">23242 9713 1623 0,'0'0'334'0,"0"0"793"15,-17 90-770-15,11-48 17 0,-4 10-60 16,-3-3-59-16,2-2-41 0,-1-6-79 15,4-7-64-15,0-8-56 0,5-10-15 16,3-5-15-16,2-8-43 0,10-3-66 0,6-3 1 16,8-9-7-16,7-6-60 15,3-6-42-15,3-6-83 0,0-6-159 16,1 4-73-16,-5-2 0 0,-3 3 54 16,-5 5 102-16,-5-2 189 0,-6 7 202 0,-5 3 49 15,-4 3 140-15,-4 7 169 0,-1 3 29 16,-2 5-79-16,0 0-98 15,0 5 22-15,1 7 102 0,-1 6-62 0,2 2 5 16,-2 10-66-16,0 1-25 0,0 5-26 16,0 4-17-16,0 4 9 0,0 4-34 0,0 4-29 15,0 1 1-15,-2 0-47 0,-1 0-19 16,0-2-9-16,0-2 4 0,-1-1-16 16,1-5-3-16,-1 0 3 0,0-2 12 15,-1-4 1-15,-1-2 11 0,-3-4-11 16,1-4-1-16,0-5 15 0,0-3-8 15,-1-7-10-15,-2-1-10 0,2-1-2 0,-3-5 0 16,-1-3-3-16,-2-2-15 16,-1 0-16-16,-1-2 7 0,-2-7-7 15,1-4-12-15,0-3-16 0,0-5 1 0,1-3-31 16,2-4-13-16,-1 1-4 0,6-4-43 16,1 0 0-16,5-1-59 0,2-1-80 15,2-2-100-15,3-1-213 16,3 10-462-16,7-15-310 0</inkml:trace>
  <inkml:trace contextRef="#ctx0" brushRef="#br1" timeOffset="-194971.676">24027 9760 1641 0,'0'0'1100'15,"0"0"-705"-15,0 0-57 0,0 0-44 0,90 19-17 16,-58-16-48-16,-2-3-87 0,2 0-89 16,-2 0-31-16,0-4-22 0,1 0-52 15,-2-3-72-15,-5 0-60 0,-4 2-48 16,-2 0-112-16,-8 2-269 0,-3-1-773 0</inkml:trace>
  <inkml:trace contextRef="#ctx0" brushRef="#br1" timeOffset="-194734.624">24168 9812 1982 0,'0'0'638'0,"0"0"-255"16,0 0-185-16,0 0 6 15,0 0 107-15,-51 81 3 0,45-58-54 0,4 1-77 16,-1 6-56-16,0 0-16 15,1 2 2-15,-2 3-36 0,1-1-28 0,0 2-12 16,-2-1-25-16,2-3 3 0,1-2 4 16,1-6 2-16,1 0-3 0,0-5-2 15,0-1-4-15,1-5-12 0,2-1-15 16,1-1-34-16,4-4-28 0,2-4-36 16,1-1-4-16,6-2 43 0,5-2-37 0,7-7-59 0,6-4-76 15,5-5-103 1,2 0-229-16,-11 5-494 0,14-3-778 0</inkml:trace>
  <inkml:trace contextRef="#ctx0" brushRef="#br1" timeOffset="-194102.463">24966 9863 134 0,'0'0'1388'0,"0"0"-144"15,0 0-766-15,0 0-147 16,0 0 12-16,0 0-29 0,0 0-81 0,0 0-17 0,0 0-65 16,-94 52-50-16,73-23-3 0,-1 5-13 15,-1 1 0-15,1 7 7 0,2-2-25 16,0 2-10-16,3-4-5 0,3-2-16 15,6-5 7-15,5-5 5 0,3-6-2 16,3-3 2-16,9-4-2 0,4-5-43 16,2 2-3-16,4-5-1 15,3-3-21-15,0-2-17 0,1-5-21 0,0-4-37 16,-2-5-1-16,-1 0-11 16,-6-3-4-16,-3-1-18 0,-3 3-37 0,-2-2-78 15,-7-1-103-15,-2 1-93 0,0-2-68 16,-3 1-73-16,-7 0-31 0,-3 0-12 0,-2 4 326 15,0 2 11-15,-2 5 289 0,3 2 284 16,3 5-151-16,2 0 511 16,3 0-116-16,6 0-68 0,0 3-35 15,0 2-55-15,6 2-77 0,6 2 3 16,-1 1-30-16,5 2-57 0,1-1 11 16,3 0-46-16,3-6-70 0,-1-3-89 0,0-2-15 15,1 0-107-15,-2-6-45 0,-2-1-1 16,-2-2-71-16,-3 1-60 0,-3 1-159 15,-4 2-183-15,-3 1-104 0,-4 2-70 16,0 2 61-16,-1 0 312 0,-6 4 427 16,-3 3 199-16,0 4 267 0,-1 1 145 0,-1 2-112 15,1 3-48-15,1 0-82 0,0 1-80 16,2-1-77-16,0 2-68 0,3 1-18 16,-5-2 9-16,5 1-13 0,-1-1-45 15,4-1-55-15,-1-5-22 0,1-3-121 16,2-1-104-16,0-5-84 0,2 0-109 0,1-2-156 15,5-1-465-15</inkml:trace>
  <inkml:trace contextRef="#ctx0" brushRef="#br1" timeOffset="-193918.88">25324 10320 2440 0,'0'0'1501'15,"0"0"-1249"-15,0 0-171 0,-59 80-4 0,44-58 171 16,-1-3 32-16,6-3-157 0,3-5-123 16,2-4-113-16,5-6-44 0,0 3-43 0,0-4-26 15,6 0-97-15,4-4-191 0,-2 2-258 16,10-15-738-16</inkml:trace>
  <inkml:trace contextRef="#ctx0" brushRef="#br1" timeOffset="-193669.323">25740 9838 2244 0,'0'0'1103'0,"0"0"-653"15,0 0-240-15,0 0-49 0,0 0 32 16,0 0 69-16,-61 94 46 0,38-55-61 16,-1 7-79-16,-2 2-17 0,3 4-5 0,-2 0-52 15,2-3-40-15,4-1-27 0,2-8-25 16,9-5-2-16,3-7 1 0,5-4-1 0,0-5 0 15,7-5-1-15,4-6-35 0,1 1-21 16,4-7-16-16,3-2-24 0,2-1-3 16,0-11 3-16,2-3-37 0,-3-3-16 15,2-2-107-15,-4-3-165 0,-1 1-179 16,-8 6-508-16,-3-12-580 0</inkml:trace>
  <inkml:trace contextRef="#ctx0" brushRef="#br1" timeOffset="-193503.81">25541 10226 1467 0,'0'0'594'0,"0"0"965"0,0 0-1197 16,0 0-67-16,0 0-4 0,0 0-17 0,0 0-5 15,0 0-38-15,90 40-112 0,-59-48-119 16,2-6-18-16,1-4-113 0,1 0-64 16,-4-3-25-16,-4 2-91 0,-2 1-170 0,-7 1-303 15,-5 6-569 1,-7 1-470-16</inkml:trace>
  <inkml:trace contextRef="#ctx0" brushRef="#br1" timeOffset="-193338.166">25815 10187 1524 0,'0'0'1101'0,"0"0"-766"0,0 0-133 0,-20 72-23 15,11-49 71-15,5 1 41 0,-1 1-52 16,0-2-83-16,0-3-45 0,2-1-60 16,-1-3-51-16,4-3-43 0,-1-2-35 0,1 1-40 15,0 0-71-15,0-1-78 16,5-4-91-16,-3-2-70 0,4-5-969 0</inkml:trace>
  <inkml:trace contextRef="#ctx0" brushRef="#br1" timeOffset="-192869.501">26057 9796 893 0,'0'0'1788'16,"0"0"-1357"-16,0 0-208 15,0 0-118-15,0 0-6 0,0 0 30 16,0 0-15-16,0 0-64 0,0 0-50 15,0 0-56-15,79 0 18 0,-63 0 3 16,0 0-28-16,-3 7 15 0,-3 3 16 0,2 1 32 16,-4 2 1-16,-2 1 11 0,-1 3 1 0,-2 2 3 15,0 1 19-15,0 2 34 0,-1-1-46 16,1-1-20-16,-2 0-2 0,4 2 0 16,0 2 0-16,1 2 18 15,1-2 0-15,0 3 44 0,-1-2 0 16,-1 5 9-16,0-5 6 0,-1 0-2 0,-1 1-10 15,0-1-26-15,-3-1-15 0,0-2 12 16,0 0-15-16,-3-3 3 0,-4-1-10 16,2 1-14-16,-3-7 15 0,0 0-16 15,-4-1-28-15,4-2-37 0,-3-1-22 16,3-3 2-16,-1-1-19 0,0-1-34 16,1-3-10-16,-2 0-17 0,0-6 3 15,-1-2-199-15,3-2-289 0,-4-8-818 0</inkml:trace>
  <inkml:trace contextRef="#ctx0" brushRef="#br1" timeOffset="-192040.448">26760 9599 886 0,'0'0'241'16,"0"0"-49"-16,0 0-52 0,0 0 477 15,0 0-306-15,0 0-156 0,0 0-61 16,0 0-4-16,0 0-12 0,0 0-8 16,0 0-31-16,36 5-13 0,-33-5 57 15,-1 0-32-15,-1 0-35 0,1 0-14 16,-1 0 11-16,1 0 3 0,2 0-14 0,-2 0 11 15,0 0-10-15,-1 0 17 0,1 0 2 16,-1 0 10-16,-1 2-10 0,0-2-10 16,3 1-12-16,0 0 0 0,2 1 57 15,-3 1-9-15,3 0-45 0,0 0-1 16,0-1 14-16,1-1-14 0,-4 2 1 16,1 0-1-16,2-2 1 0,-4-1-1 15,2 2 11-15,-3-1-13 0,2-1-13 16,-1 2 10-16,2 1 3 0,-2-1 76 0,0 3-28 15,1 1-20-15,-1 0 10 16,-1 0 7-16,0 2-20 0,0 4-4 0,3-1-20 16,-3 6 0-16,0 2 0 0,0 2 28 15,0 3 9-15,0-1-37 0,0 6-1 16,0 1 23-16,0 1-22 0,0 6-1 16,0 2 25-16,0 3 3 0,0 0-6 0,-3 2-3 15,-2 2 10-15,-2-2-10 0,-1 0 18 16,1 0 7-16,0-1-3 0,1-4-13 15,0 3-26-15,4-3 24 0,0-2 18 16,-1 1 15-16,0-2 0 0,0-4 13 16,0-1 2-16,-1-5 1 0,0-2-13 15,1-2-38-15,0-3-11 0,0-1-10 16,0-1 7-16,0-3-8 0,1-1-1 16,-3-1 0-16,2-1 1 0,0-1 14 0,-1-2-4 15,-1-1-11-15,2 0 0 0,-3-2 17 16,1 0-18-16,1-1-1 15,-3-2-12-15,1-1 10 0,-3 2-25 0,2-2-27 0,-3-1-13 16,-1 0-4-16,-2 0 7 16,-5 0-3-16,-2 0-38 0,-2 0-33 15,-3-3-33-15,-7 2-5 0,-3 0-64 16,-8-1-222-16,12 2-244 0,-26 0-522 0</inkml:trace>
  <inkml:trace contextRef="#ctx0" brushRef="#br1" timeOffset="-191294.55">19867 11357 1889 0,'0'0'1240'16,"0"0"-864"-16,0 0-170 0,0 0-99 0,0 0-29 15,0 0 93-15,0 0-3 0,82 8-56 0,-49-5-56 16,2 1-35-16,1-4-21 0,-3 0-75 16,-2 0-68-16,-3 0-48 0,-2 0-45 15,-3 0-74-15,-4 0-198 0,-5 2-499 0,-8 2-646 16</inkml:trace>
  <inkml:trace contextRef="#ctx0" brushRef="#br1" timeOffset="-191155.374">20030 11543 1459 0,'0'0'68'0,"0"0"838"0,0 0-667 16,0 0-69-16,0 0-29 0,0 0 64 0,0 0-35 15,0 0-69-15,88 32-101 0,-55-32-16 16,3 0-264-16,2-1-189 0,-10-2-574 16,11-3-546-16</inkml:trace>
  <inkml:trace contextRef="#ctx0" brushRef="#br1" timeOffset="-190552.491">21203 11126 209 0,'0'0'446'0,"0"0"294"0,0 0 498 15,0 0-746-15,0 0-88 0,91 36-119 16,-66-27-53-16,0-2-38 15,0 2-44-15,-1-3-54 0,-3 0-44 0,-1-2-33 16,-2-1-19-16,-2-2-62 0,-1-1-81 16,-4 0-53-16,-2 0-109 0,-2-1-230 15,-3-2-588-15,-4-3-430 0</inkml:trace>
  <inkml:trace contextRef="#ctx0" brushRef="#br1" timeOffset="-190318.524">21300 11253 828 0,'0'0'251'0,"0"0"530"0,0 0-518 0,0 0-62 16,-59 66-30-16,47-46 116 0,4 1 25 0,2 1-16 15,1 2-86-15,1 0-80 0,0 0-20 16,3 0-22-16,1-1-13 0,0 2-14 16,0-1-8-16,2-3-6 0,5 1-4 15,1-3-2-15,0-3-16 16,5-1-23-16,0-5-2 0,3-1-13 15,1-4-24-15,2-1-19 0,1-3-41 0,0-1-26 16,2 0-19-16,-2-4-66 0,3-2-110 16,0-3-169-16,-7 2-548 0,15-7-687 0</inkml:trace>
  <inkml:trace contextRef="#ctx0" brushRef="#br1" timeOffset="-189973.128">21817 11306 362 0,'0'0'2189'0,"0"0"-1873"16,0 0-268-16,0 0 77 0,0 0 150 0,0 0 65 15,0 0-72-15,0 0-8 0,23 78-89 0,-15-48-96 16,3 3-35-16,-1 1 16 0,3-3-10 16,-2-1-15-16,0-6-31 0,1-3-24 0,-1-7-81 15,0-3-9 1,4-8-36-16,1-3-82 0,2-5-165 0,5-9-383 15,-7 1-1010-15,10-12 780 0</inkml:trace>
  <inkml:trace contextRef="#ctx0" brushRef="#br1" timeOffset="-189819.776">22096 11410 1967 0,'0'0'1224'15,"0"0"-808"-15,-93 71-211 0,59-43-129 0,-4 5-4 16,2 0 105-16,1-2 124 15,4 0-97-15,5-6-185 0,4-3-19 16,5-5-139-16,3-4-66 0,3-5-99 16,5-2-187-16,4-3-531 0,2-3-562 0</inkml:trace>
  <inkml:trace contextRef="#ctx0" brushRef="#br1" timeOffset="-189637.197">22239 11569 300 0,'0'0'2995'0,"0"0"-2513"0,0 0-243 0,-8 71-110 0,0-46 24 16,-4 3 85-16,-1-2-50 15,-2-1-99-15,4-5-89 0,2-4-24 16,1-6-62-16,6-3-81 0,2-4-87 16,4-3-97-16,8 0-247 0,5-10-498 0,-1 0-761 15,13-14 1668-15</inkml:trace>
  <inkml:trace contextRef="#ctx0" brushRef="#br1" timeOffset="-189236.991">22592 11418 414 0,'0'0'3015'16,"0"0"-2526"-16,0 0-265 0,-40 74-65 16,27-48 101-16,0 2 69 0,3-3-15 15,3-3-146-15,2-7-118 0,4-5-50 16,1-6-45-16,4-1-68 0,5-3-30 15,8 0 24-15,2-5-3 0,4-3-1 0,3-4-40 16,1-2-57 0,-2-1-66-16,-2 3 40 0,-1 3 72 0,-2 1 95 15,-6 5 41-15,1 3 38 0,-5 0 19 16,-1 3 140-16,-4 6-2 0,-2 5 3 16,1 3-50-16,-4 1-41 0,0 4-19 15,0 3 6-15,0 2 6 0,-7 7 3 16,0 1 9-16,-2 3-3 0,-5 2 3 15,2 4-13-15,-5-1-8 0,3 2-1 0,1-2 6 16,-2 0 16-16,5-4 69 0,4-1-36 16,-1-2-40-16,5-5-16 0,-1-6-48 15,1-5-1-15,1-9-2 0,-1-2-41 16,1-6-32-16,-1-3-22 0,-2 0 4 0,-1-5 8 16,-4-4 1-16,-2-4-1 0,-2-3-28 15,-4-7 0-15,0-4-40 16,2-8-89-16,1-5-231 0,3 4-502 15,0-24-392-15</inkml:trace>
  <inkml:trace contextRef="#ctx0" brushRef="#br1" timeOffset="-188873.301">22921 11478 1299 0,'0'0'2214'0,"0"0"-1854"15,0 0-253-15,0 0-79 16,81-3-12-16,-58-3 9 0,-1 3 7 0,-2-2-32 16,0 1-22-16,-1 1-29 0,-2 2-18 15,-3 1-16-15,1 1 7 0,-4 6 24 0,-3 1 13 16,-2 7 31-16,-3-2 10 0,-1 5 31 16,-2-1-18-16,0 2-11 0,0 0-1 15,-2 1 15-15,-1 2 0 0,-1-2 2 16,2-1 30-16,0 2-1 15,1-2-25-15,-1-1 22 0,1-1 12 16,-1-2 1-16,-2 1-3 0,-1-4-4 16,0 2-13-16,-4-3-18 0,3 1-19 15,-2-2-25-15,-3 2-25 0,2-3-29 0,-3 1-40 16,-1-3-38-16,-1 0-43 0,0-2-35 16,0-1-91-16,0-2-169 0,-2-2-280 15,1 0-415-15,4-1 972 0,-6-6-115 0</inkml:trace>
  <inkml:trace contextRef="#ctx0" brushRef="#br1" timeOffset="-187770.074">23824 11298 225 0,'0'0'124'0,"0"0"329"16,0 0 971-16,0 0-956 0,0 0-105 15,0 0-2-15,0 0-212 0,0 0 13 16,0 0-14-16,0 0-23 0,97 43-8 0,-72-39-27 16,-5-1-40-16,0-3-50 0,-2 0-19 0,-3 0-96 15,-2-2-46-15,-3-3-62 0,-3 1-94 16,-7-2-213-16,0 0-271 0,0 0-520 16,-5 4 763-16</inkml:trace>
  <inkml:trace contextRef="#ctx0" brushRef="#br1" timeOffset="-187525.771">23940 11315 443 0,'0'0'313'0,"0"0"407"0,0 0-11 16,0 0-302-16,0 0-114 0,-20 72-20 15,13-49-18-15,-1 4-30 0,1 4-30 16,0 1-53-16,-3 2-38 0,1 1-13 0,-2-3-10 0,1 4 9 16,0-1-31-16,1 0-13 0,0-2-30 15,-1-1 6-15,4-1-4 0,-1-3 10 16,3 0-3-1,2-3-4-15,2-1 10 0,0-6-3 16,2-3-4-16,6-1-10 0,3-4-14 0,4-3-68 16,1-1-37-16,7-3 18 0,3-3-9 0,2 0-7 15,2 0-6-15,0-7-30 16,2 2-106-16,0-4-139 0,1-1-176 0,1-1-684 16,-6 1-289-16,12-5 1533 0</inkml:trace>
  <inkml:trace contextRef="#ctx0" brushRef="#br1" timeOffset="-187237.651">24695 11522 2615 0,'0'0'363'0,"0"0"-174"0,0 0-58 16,0 0 101-1,0 0 43-15,0 0-26 0,-78 17-55 0,65-3-82 16,-2 7-47-16,2 3-19 0,-5 6 1 15,5 4 27-15,-4 2 6 0,3 3-6 16,2 0-10-16,1-3 19 0,3-2 15 16,5-8-16-16,2-2-14 0,1-5-20 15,0-5-33-15,4-4-12 0,2-5-3 0,3-2-71 16,2-3-42-16,5-1-27 0,1-8-11 16,5-4 19-16,-2-5-66 0,0-1-164 0,-1-2-251 15,-5 1-424 1,-3 0-245-16,-1 2 174 0,-6 4 1108 0</inkml:trace>
  <inkml:trace contextRef="#ctx0" brushRef="#br1" timeOffset="-187082.953">24525 11697 85 0,'0'0'499'0,"0"0"-212"0,0 0 475 16,0 0 371-16,0 0-674 0,0 0-87 16,-6 75-129-16,23-60-55 0,1-3 19 0,4 0 32 15,2-5-72-15,0 0-81 0,-2-4-83 0,3-3-3 16,-2-3-80-16,0-6-37 15,-3-1-81-15,0-2-96 0,-4-4-217 0,-2 2-298 16,-3 1-648-16,-6 1 193 0</inkml:trace>
  <inkml:trace contextRef="#ctx0" brushRef="#br1" timeOffset="-186914.879">24790 11734 1123 0,'0'0'100'0,"0"0"1163"0,0 0-837 16,0 0-77-16,-20 77-34 0,14-51 22 15,1 1-45-15,-3 0-19 0,1 2-75 0,2-5-94 16,0-2-67-16,1-5-37 0,-1-3-40 16,1-4-67-16,0-3-60 0,4-5-69 15,0 0-118-15,0-2-285 0,5-2-503 16,7-5-305-16</inkml:trace>
  <inkml:trace contextRef="#ctx0" brushRef="#br1" timeOffset="-186760.712">25147 11908 696 0,'0'0'1068'0,"0"0"608"16,0 0-1325-16,0 0-203 0,-53 73-24 0,38-57 38 15,1-1 92-15,2-5-81 0,4-1-173 16,3-6-46-16,5-3-139 0,0 0-95 0,3-1-151 16,5-6-254-16,9-5-298 0,-3 1-404 15</inkml:trace>
  <inkml:trace contextRef="#ctx0" brushRef="#br1" timeOffset="-186521.103">25705 11553 463 0,'0'0'2529'0,"0"0"-2012"0,0 0-239 0,-74 67-99 16,48-34 66-16,-1 5 84 15,1 4 34-15,1 1-76 0,-1 3-107 16,4-4-68-16,5-5-39 0,4-5-34 0,7-5-11 15,6-6-13-15,2-6-15 0,9-3-22 0,2-5-48 16,2-3 0-16,3-4-21 16,2 0-34-16,-1-7-36 0,1-4-7 0,-3-3-69 15,-2 1-146-15,-3-2-128 0,-4-1-115 16,-4 1-155-16,-4 1-391 0,0-3 56 16,0 7 1012-16</inkml:trace>
  <inkml:trace contextRef="#ctx0" brushRef="#br1" timeOffset="-186388.352">25547 11787 1026 0,'0'0'49'0,"0"0"975"0,0 0-41 0,0 0-546 16,0 0-87-16,0 0-67 0,0 0-62 16,0 0-69-16,0 0-29 0,0 0-40 15,0 0-83-15,66 48-64 0,-46-60-78 16,5 0-103-16,-2-5-160 0,0-1-295 0,-7 6-570 16,5-6-520-16</inkml:trace>
  <inkml:trace contextRef="#ctx0" brushRef="#br1" timeOffset="-186203.575">25786 11746 443 0,'0'0'525'0,"0"0"3"0,0 0 671 0,0 0-845 16,-42 84-70-16,33-58-1 0,-2 1 35 15,2 2 36-15,1-2-35 0,2-4-107 16,-1-2-126-16,3-6-86 0,1-3-80 0,1-6-70 16,1-1-51-16,1-4-53 15,0-1-136-15,1 0-257 0,4 0-516 16,2-6-847-16</inkml:trace>
  <inkml:trace contextRef="#ctx0" brushRef="#br1" timeOffset="-185890.356">26119 11575 147 0,'0'0'2990'15,"0"0"-2503"-15,0 0-487 0,0 0 0 0,0 0 0 0,0 0 67 16,86-22 62-16,-68 20-60 0,1 2-69 16,-2 0-31-16,-1 7-1 0,-2 1-31 15,-4 8 30-15,-3 0 33 0,-4 5 0 16,0 3-13-16,-3 1-6 0,0 2-9 16,-3 0 28-16,-2-2 0 0,-1 3 15 0,1-3 26 15,-1 1 7-15,2-1 8 0,-1 2 4 16,0 3 9-16,2-1 19 15,-3-1 16-15,1 0 18 0,-4 0-39 16,3-4-11-16,-2-1-20 0,0-4-24 16,-1 1-28-16,-2-4-1 0,0 0-36 15,-5-2-28-15,-2-1-22 0,-2-1-28 0,-2-1-29 16,-4-4-64-16,-2 0-57 0,-5-2-126 0,-2-1-262 16,-4-2-657-16</inkml:trace>
  <inkml:trace contextRef="#ctx0" brushRef="#br1" timeOffset="-175212.376">21581 7769 3 0,'0'0'2407'15,"0"0"-2075"-15,0 0-62 0,0 0-65 16,0 0 56-16,0 0 46 0,0 0-17 0,0 0-59 16,0 0-8-16,0 0-35 0,65 71-62 15,-57-26-37-15,-3 13-13 0,-1 7 1 16,-2 6 23-16,-2 4-30 0,-2 0-27 16,-4-5-43-16,-2-6-3 0,2-3-15 15,1-13-10-15,4-6 13 0,1-7-12 0,0-8-4 16,1-4 13-16,4-4 6 0,1-6 11 15,2-3 1-15,6-5 12 0,-2-5-12 16,7 0 1-16,0-8 0 0,2-6 1 16,4-6 10-16,0-6-12 0,2-7-11 0,2-5 8 15,-1-2-15-15,0-5-1 0,-2-5-33 16,-2 0-6-16,-3 0-15 0,-2-1-10 16,0 1-9-16,-4 3-6 0,0 5-26 15,-6 11-52-15,-2 6-20 0,-4 9-12 16,-3 9-34-16,-3 5-88 15,-8 2 11-15,-6 6-70 0,-4 6-170 0,-5 1-447 16,6-1-111-16</inkml:trace>
  <inkml:trace contextRef="#ctx0" brushRef="#br1" timeOffset="-175001.218">21585 8263 1732 0,'0'0'1424'0,"0"0"-1111"0,0 0-72 16,0 0-185-16,0 0-15 0,0 0 25 16,0 0 35-16,0 0 44 0,0 0-33 15,77 16-75-15,-53-14-37 0,3 2 0 0,-1-2-65 16,2 2-22-16,0-2-49 16,-2 4-43-16,5-2-49 0,-4 4-144 15,2 3-225-15,-7-3-581 0</inkml:trace>
  <inkml:trace contextRef="#ctx0" brushRef="#br1" timeOffset="-174586.397">22749 8315 1911 0,'0'0'1418'0,"0"0"-1272"0,0 0-144 15,0 0-2-15,0 0 26 0,0 0 116 16,67 85 107-16,-55-57-41 0,-3 4-92 0,2-2-60 16,-6-2-56-16,3-6-2 0,-1-5-23 15,-2-6-72-15,0-4-73 16,1-4-63-16,1-3-48 0,4-6-141 0,2-9-215 15,-1 5-659-15</inkml:trace>
  <inkml:trace contextRef="#ctx0" brushRef="#br1" timeOffset="-174437.744">22999 8243 1539 0,'0'0'708'0,"0"0"37"0,0 0-419 0,-100 79-205 0,65-47-45 0,1 3 70 16,1 0 159-16,2 0-35 0,2-4-127 15,4-3-143-15,3-6-3 0,2-5-134 16,7 0-89-16,3-10-94 0,6-1-48 16,4-6-151-16,0 0-234 0,11-6-641 0</inkml:trace>
  <inkml:trace contextRef="#ctx0" brushRef="#br1" timeOffset="-174273.284">23095 8471 287 0,'0'0'1008'0,"0"0"682"16,0 0-1297-16,0 0-76 0,0 0-72 16,9 67 13-16,-9-44-13 0,-6 0-62 0,0-1-116 0,-1-2-67 15,2-3-15 1,2-6-105-16,3-2-75 0,0-6-67 0,11-3-147 16,5 0-196-16,-2-6-430 0,17-15-522 0</inkml:trace>
  <inkml:trace contextRef="#ctx0" brushRef="#br1" timeOffset="-173833.19">23571 8159 1182 0,'0'0'137'16,"0"0"1578"-16,0 0-1389 0,-39 72-82 16,27-42-51-16,-2 1 100 0,4-1-4 15,1-2-29-15,2-6-146 0,6-5-114 16,1-5-16-16,1-1-85 0,9-6 30 15,2-2 0-15,4 1 15 0,1-4-25 16,3-2-27-16,5-7-36 0,-4 1 43 16,2-4 45-16,-3 1 31 0,-1 5 6 0,-4 0 19 15,-2 6 0-15,-3 0 41 0,-2 0 59 16,0 8 10-16,-1 3-26 0,-3 6-6 16,2 2-7-16,-6 7-30 15,0 2 5-15,-2 6-44 0,-8 3-2 16,0 4 22-16,-1 0 21 0,-4 3 19 0,-1 4 15 15,-1 2 0-15,-3-3 6 0,3-2-19 0,-2-3 19 16,2-3-4-16,2-8 1 16,2-8-41-16,3-4-21 0,3-7-15 15,1-5-1-15,3-3-2 0,-1-4-12 16,-3 0-52-16,-3-5 10 0,-2-7 8 16,-2-2 0-16,-1-9-110 0,-2-5 128 0,0-4-55 15,-2-3-68-15,2-2 92 0,0 2-34 0,-1-1 22 16,5 1-28-16,3 2 5 0,2-3 7 15,5 5-112-15,3 0-104 0,0-1-149 16,7 10-318-16,10-13-478 0</inkml:trace>
  <inkml:trace contextRef="#ctx0" brushRef="#br1" timeOffset="-173560.823">24514 8150 1087 0,'0'0'1763'0,"0"0"-1076"16,0 0-422-16,-9 69-183 0,-7-35-4 15,-4 7 133-15,-8 6 149 0,0 5-52 0,-6-2-115 16,1 4-74-16,0-4-49 16,3-4-34-16,2-4-14 0,5-5-19 15,6-8-3-15,10-4-12 0,6-7 8 16,1-2-14-16,8-5-18 0,9-3-13 15,6-2 15-15,5-5-14 0,6-1-29 16,2-8-30-16,2-7-28 0,-2-5-99 16,-3-2-170-16,-5-3-255 0,-10 5-515 0,-2-14-746 0</inkml:trace>
  <inkml:trace contextRef="#ctx0" brushRef="#br1" timeOffset="-173393.855">24251 8472 1284 0,'0'0'1600'0,"0"0"-1181"15,0 0-167-15,0 0-107 16,0 0 85-16,0 0 59 0,32 75 49 0,-3-68-52 16,3-4-109-16,6-3-106 0,1-7-71 15,0-6-80-15,1-7-18 0,-1-4-58 0,-2-3-106 16,-3-4-247-16,-8 8-667 0,7-14-797 0</inkml:trace>
  <inkml:trace contextRef="#ctx0" brushRef="#br1" timeOffset="-173138.059">25535 7961 866 0,'0'0'2096'0,"0"0"-1420"16,0 0-440-16,-85 47-173 0,51-23-28 15,-5 7 153-15,-2 7 163 16,-2 8-49-16,0 4-121 0,-1 10-68 0,2 5-34 15,1 1-6-15,6 0 37 0,8-6 75 16,9-6-82-16,7-9-24 0,8-7-22 16,3-7-40-16,0-7-17 0,8-6-3 0,0-5-33 15,4-6-6-15,1-2-19 16,2-5-30-16,0-5-57 0,1-7-29 16,-2-3-82-16,0-8-227 0,-3 0-308 15,-5 3-487-15,-5-9-286 0</inkml:trace>
  <inkml:trace contextRef="#ctx0" brushRef="#br1" timeOffset="-172992.26">25071 8479 1026 0,'0'0'1959'16,"0"0"-1278"-16,0 0-261 0,0 0-146 0,0 0-2 15,0 0 35-15,76 52 13 0,-45-50-101 16,3-2-126-16,2-1-93 0,1-9-97 16,-4-3-70-16,-3-1-19 0,-3-3-49 15,-5 1-184-15,-5 1-329 0,-4 3-619 0,-4-6-721 0</inkml:trace>
  <inkml:trace contextRef="#ctx0" brushRef="#br1" timeOffset="-172830.223">25327 8435 1691 0,'0'0'1125'16,"0"0"-660"-16,-31 74-173 0,20-39-20 0,-4 6 120 16,-2 2 54-16,-2 0-41 0,2-1-134 0,-2-2-147 15,0-5-124-15,1-1-39 0,-2 0-119 16,1-5-71-16,0 1-7 0,1-1-202 15,3-7-676-15,-7 13-1231 0</inkml:trace>
  <inkml:trace contextRef="#ctx0" brushRef="#br1" timeOffset="-171687.925">27013 11893 1782 0,'0'0'1282'0,"0"0"-931"0,0 0-123 15,0 0-111-15,0 0-41 0,83 0 15 16,-59-3-10-16,1 3-20 0,-2 0-61 0,2 0 0 15,-1 4-26-15,0-1-9 0,-2 1-153 16,1 3-147-16,0-3-244 0,-10-1-147 16,6 2-762-16</inkml:trace>
  <inkml:trace contextRef="#ctx0" brushRef="#br1" timeOffset="-171519.554">27080 12069 1269 0,'0'0'1596'0,"0"0"-1276"0,0 0-211 0,0 0-107 16,0 0 33-16,0 0 48 0,0 0 94 0,0 0-85 15,98-3-92-15,-66 1-247 16,2-3-197-16,-6 4-369 0,9-4-1288 0</inkml:trace>
  <inkml:trace contextRef="#ctx0" brushRef="#br1" timeOffset="-164881.998">27759 11615 2156 0,'0'0'1261'0,"0"0"-1039"16,0 0-86-16,-23 71 106 0,24-54 114 0,9-6-10 0,13-4-98 16,6-6-104-16,7-1-25 15,6-1-13-15,3-11-33 16,3-6-58-16,0-1-15 0,-1-6-22 0,-1-2 20 15,-4 0-26-15,-3-4-3 0,-6-3-57 16,-4 2 21-16,-7-3 15 0,-4-1-9 16,-10 2-6-16,-8 3 58 0,0 7 9 0,-8 2 43 15,-10 6 9 1,-1 7 0-16,-5 1 2 0,-2 5-32 0,-1 3-1 0,-2 3 0 16,0 5-5-16,-2 8 0 0,-3 3-16 15,1 4-34-15,1 4 19 0,-2 6 0 0,1 3-19 16,-1 4 19-1,1 2 12-15,4 3 2 0,1-1 1 0,3 4 2 0,2-3 19 16,6-1-8-16,1 2 14 16,4-4-15-16,4 1-1 0,7-5-11 0,1-2-2 15,12-5-10-15,9-6-37 16,8-9 16-16,8-8-43 0,8-8-25 0,6-3-31 16,6-15-49-16,1-2-122 0,-2-6-248 15,-13 7-490-15,7-11-806 0</inkml:trace>
  <inkml:trace contextRef="#ctx0" brushRef="#br1" timeOffset="-156755.979">28873 11800 817 0,'0'0'1303'16,"0"0"-1015"-16,0 0-98 0,0 0 4 16,0 0 395-16,0 0-234 0,76-55-91 15,-65 44-97-15,-2 3-12 0,-3 0 99 0,-3 2-87 16,-1 2-78 0,-2 1-13-16,0 3 19 0,-5 0 18 0,-7 9-67 15,-7 3-13-15,-6 8-20 0,-7 9-3 0,-1 5-8 16,2 4 11-16,-3 5-1 0,9 0-12 15,0-1-36-15,6-1-1 16,3-1 13-16,6-6 8 0,3-2-5 0,4-7-3 16,3-2-1-16,0-6-5 0,3-4 17 15,7-5-14-15,0-4-10 0,5-4-18 16,1 0-15-16,2-4-23 0,1-7-70 16,0-3-122-16,-3-3-157 0,-3 3-160 15,-6-1-34-15,-4-1-8 0,-2 6-84 0,-5-6-489 16</inkml:trace>
  <inkml:trace contextRef="#ctx0" brushRef="#br1" timeOffset="-156597.875">28686 11993 1140 0,'0'0'582'0,"0"0"-36"0,0 0-46 0,0 0-76 16,0 0-74-16,0 0-91 0,0 0-36 16,83 53-60-16,-66-46-57 0,1-1-44 0,1-1-62 15,-3-4 0-15,1 0-55 0,1-1-107 0,-3 0-90 16,1 0-172-16,-5-1-228 0,-1 0-394 15,2-7-185-15</inkml:trace>
  <inkml:trace contextRef="#ctx0" brushRef="#br1" timeOffset="-156414.52">28975 11991 238 0,'0'0'1732'0,"0"0"-1252"0,0 0-222 0,0 0 38 15,0 0 33-15,0 0-68 0,-18 68-100 0,15-47-60 0,1-4-39 16,1 2-8-16,1-4-54 0,0 0-13 0,1-5-68 15,4 0-14-15,1-4-44 0,0 0-146 16,0-2-218-16,-3-2-311 0,2-1-322 0</inkml:trace>
  <inkml:trace contextRef="#ctx0" brushRef="#br1" timeOffset="-156042.122">29582 11761 1954 0,'0'0'535'0,"0"0"-245"16,0 0 57-16,0 0 22 0,0 0-18 15,-86 51-90-15,63-30-136 0,0-1-56 0,-3 5 33 16,-1 5 43-16,-4 5-9 16,-3 5-38-16,-7 5-5 0,-2 4 66 0,-8 2-95 15,0 4-43-15,-6 1-18 0,-2-2-3 0,-2 5-15 16,-1-4-16-1,3-4-2-15,5-5-19 0,10-4-34 0,7-11 16 0,11-5-29 16,10-11-8-16,7-4-17 0,3-6-43 0,4-3-149 16,2-2-138-16,2-3-113 0,6-6 135 15,1-1-30-15,0-1-156 16,5-9-811-16</inkml:trace>
  <inkml:trace contextRef="#ctx0" brushRef="#br1" timeOffset="-155446.732">29031 12503 241 0,'0'0'1513'0,"0"0"-984"0,0 0-96 16,0 0-32-16,0 0-9 0,0 0-54 16,0 0-67-16,0 0-87 0,0 0-94 0,0 0-4 15,0 0 22-15,42 19 86 0,-14-19-62 16,-1 0-89-16,-3 0-43 0,-2 0-12 15,-2 0-22-15,-2 0-49 0,-7 0-110 16,-1-2-39 0,-2 0-67-16,-4-1-186 0,-4 2-275 0,0-2-559 15</inkml:trace>
  <inkml:trace contextRef="#ctx0" brushRef="#br1" timeOffset="-155242.293">29039 12569 1721 0,'0'0'513'0,"0"0"-189"0,0 0 7 0,0 0 38 0,0 0 6 16,-32 78-114-16,31-60-68 0,-1 1-50 0,2 0 15 16,0 3 40-16,0-3-22 0,0 1-99 0,4-3-56 0,1-1-2 15,1-2-4-15,4 0 2 0,-2 0-17 16,3-3-18-16,3-2-19 0,0 1-64 16,3-2-22-16,1-3-50 15,3-4-20-15,2-1 3 0,3 0-40 16,2-4-143-16,-6-3-289 0,11-7-661 0</inkml:trace>
  <inkml:trace contextRef="#ctx0" brushRef="#br1" timeOffset="-154985.056">29569 12550 1068 0,'0'0'2142'16,"0"0"-1840"-16,0 0-223 0,0 0 51 0,-75 20 134 15,56-6 25-15,1 3-81 0,2 4-110 16,-1 2-11-16,4 3 23 0,-1 0 56 16,3 3-65-16,2-3-40 0,2-1-28 0,3-5 4 15,4-2-34-15,0-5-3 0,3-2 0 16,5-4-2-16,3-1-28 0,4-3 17 16,3-3-26-16,3 0-41 0,2-5-21 0,-1-5-52 15,0-2-72-15,-4 0-51 0,-5 2-113 16,-7 0-155-16,-3 0-507 15,-6-1-676-15</inkml:trace>
  <inkml:trace contextRef="#ctx0" brushRef="#br1" timeOffset="-154824.623">29352 12716 1580 0,'0'0'1341'0,"0"0"-937"0,0 0-150 0,0 0-33 16,0 0 59-16,0 0 60 0,0 0-78 15,0 0-130-15,89 24-80 0,-63-24-30 0,0 0-22 16,-2-5-79-16,-1-2-136 0,-3 1-70 15,-5-2-50-15,-2 3-151 0,-4 2-314 16,-7-4-628-16</inkml:trace>
  <inkml:trace contextRef="#ctx0" brushRef="#br1" timeOffset="-154695.295">29530 12730 153 0,'0'0'2335'0,"0"0"-1795"0,0 0-265 0,0 0-23 0,-36 69 70 15,29-49-52-15,3 0-62 16,2-4-87-16,2 0-47 0,0-3-3 15,3 0-18-15,6-2-53 0,-1-1-62 0,3-3-55 16,1-1-72-16,-1-4-93 0,0-2-140 0,-1 0-312 16,2-1-593-16</inkml:trace>
  <inkml:trace contextRef="#ctx0" brushRef="#br1" timeOffset="-154518.913">29777 12848 2134 0,'0'0'800'0,"0"0"-556"16,0 0-190-16,0 0 80 0,0 0 145 16,-64 70 71-16,51-55-131 0,5-2-150 0,3-1-58 15,2-5-11-15,3 0-74 0,0-1-115 16,0-3-62-16,3-1-85 0,3-2-136 16,-1 0-286-16,6-11-597 0</inkml:trace>
  <inkml:trace contextRef="#ctx0" brushRef="#br1" timeOffset="-154264.544">30177 12543 2047 0,'0'0'1173'16,"0"0"-1035"-16,0 0-123 0,0 0 119 0,-91 38 154 16,67-19 23-16,0 5-77 0,0 5-104 15,1 4-13-15,3 2 65 16,1 0 17-16,1-1-95 0,6-2-33 15,2-1-14-15,4-5-23 0,6-4-7 16,0-4-15-16,2-3-12 0,7-3-13 0,0-3-5 16,3-4 15-16,2-4-12 0,2-1-34 15,1 0-30-15,0-6-7 0,1-3-27 16,-2-3-47-16,-2 0-74 0,-3-2-76 0,-4 0-231 16,-3 3-546-16,-4-6-383 15</inkml:trace>
  <inkml:trace contextRef="#ctx0" brushRef="#br1" timeOffset="-154004.909">29971 12799 2872 0,'0'0'522'15,"0"0"-357"-15,0 0-29 0,0 0 91 0,0 0 74 16,0 0-40-16,0 0-150 0,94 5-111 16,-65-12-37-16,0-4-47 0,-1 0-86 15,-3 0-80-15,-5-1-49 0,-6 3-148 16,-3 1-198-16,-8 4 40 0,-3 3 127 0,-3 1 192 15,-8 3 286-15,0 7 108 0,-3 1 249 16,-1 3 81-16,1 4 57 0,1 2-90 0,1 1-80 16,4 0-74-16,2 1-59 0,1-1-51 15,2 2-36-15,3-4-46 16,0 0-50-16,8-5-9 16,3-1-122-16,4-3-42 0,-1-5-9 0,3-3-61 0,-1-2-146 15,-3 0-334-15,2-9-724 0</inkml:trace>
  <inkml:trace contextRef="#ctx0" brushRef="#br1" timeOffset="-153561.111">30492 12591 3163 0,'0'0'606'15,"0"0"-456"-15,0 0-148 0,0 0 28 16,0 0 39-16,0 0-1 0,92-51-68 16,-74 44-35-16,-2 2 18 0,-1 5 15 0,-7 0-29 0,0 0-6 15,-3 6 37-15,-2 0 29 0,-3 5 41 16,0 0 14-16,0 4 3 16,-1-1-12-16,-3 3-38 0,-2-1 3 0,1 1-5 15,2 2-7-15,0-1-16 0,2 1-9 16,0 0 22-16,1 2-10 0,0 1-12 15,-2-1 13-15,1 0-14 0,-3 0 13 16,1 0 4-16,-2 0 18 0,0-2 15 16,-1 3 1-16,1-2 33 0,1 5-7 0,-1 2-39 15,5 2-37-15,-2 1-3 0,1-2-12 16,1-3 10-16,0-6-10 0,0-4-7 0,0-3-39 16,0-4 3-16,0 0 12 0,-3-3 9 15,-2 0 12-15,-1 0-24 0,-2 0-9 16,-4 1 24-16,1-1-9 0,-3 0-26 15,2-3-11-15,-1 0-26 16,-1 0-28-16,0-1-70 0,-3-1-181 16,4 0-575-16,-13 0-535 0</inkml:trace>
  <inkml:trace contextRef="#ctx0" brushRef="#br1" timeOffset="-144395.81">17567 10166 1656 0,'0'0'611'16,"0"0"-285"-16,0 0-155 0,0 0-78 0,0 0-6 16,0 0 405-16,0 0-223 0,0 0-117 15,-62 76-61-15,43-53-7 0,-4 2 17 16,-1 5 5-16,-5 3-9 0,-4 1-35 15,-2 5-16-15,-4 3-18 16,2-3-15-16,-2-2-13 0,5-3-13 0,3-4-8 16,5-6-7-16,7-5-62 0,5-5-16 15,7-5-25-15,3-7-14 0,4-2-63 16,0 0-118-16,5-4-195 0,4-3-254 0,13-11-664 16</inkml:trace>
  <inkml:trace contextRef="#ctx0" brushRef="#br1" timeOffset="-144196.761">17536 10459 2602 0,'0'0'395'0,"0"0"-164"15,0 0-151-15,0 0 107 0,-64 66 136 16,38-42-6-16,-5 1-99 0,-3 2-112 0,0 4-47 16,-2-3-4-16,1 0-12 0,-1-1-29 15,1-2-14-15,1-3-25 0,3-3-89 16,1-1-44-16,4-6-26 0,3-4-20 0,3-2-20 15,1-3-109 1,1-3-227-16,5 0-410 0,-6-4-471 0</inkml:trace>
  <inkml:trace contextRef="#ctx0" brushRef="#br1" timeOffset="-143271.156">17097 10321 3101 0,'0'0'345'16,"0"0"-279"-16,0 0-66 0,0 0 0 16,0 0 0-16,0 0 190 0,0 0 15 15,0 0-35-15,0 0-73 0,-75 47-41 16,55-16-6-16,0 7-7 0,-2 4 13 0,-1 1 0 16,-4 3-9-16,0-1 8 0,-1 1-6 0,1-2 7 15,2-2-31-15,1-4 5 0,2-2-5 16,6-6 0-1,6-1-13-15,5-8-11 0,5-4-1 0,5-1 0 16,10-4-11-16,9-1 9 16,8-4-1-16,7-1 0 0,7-5 3 0,7-1-2 0,1 0-10 15,2-5-22-15,-6-3-49 0,-1 1-43 16,-5-3-76-16,-8 3-93 0,-10 1-225 16,-1-4-888-16</inkml:trace>
  <inkml:trace contextRef="#ctx0" brushRef="#br1" timeOffset="-141814.715">14365 10151 326 0,'0'0'1456'0,"0"0"-892"0,0 0-125 16,0 0-195-16,0 0-68 0,0 0-61 15,0 0 3-15,0 0-42 0,0 0 29 16,-91-67-23-16,72 65 13 0,-4 2-4 16,2 0-16-16,-2 0-18 0,-2 6-6 15,-1 3 14-15,-4 3 1 0,1 1 6 0,-4 5-35 16,-2 5-22-16,-4 2-14 0,-5 8-1 15,-2 4-2-15,-5 5-1 16,-2 4-22-16,-1 5 22 0,1 3 3 0,-1 6 25 16,0-1 19-16,7 3-7 0,1-1-3 15,7 3-6-15,4 1-10 0,6 2 7 0,6 0 0 16,7 1-4-16,3-2-2 16,8 1-16-16,5-1 12 0,3 0-13 0,12 0-2 15,7-3-16-15,11-3 4 0,3-3-7 16,9-3 1-16,4 0-4 15,1-6 4-15,5 0 16 0,0-4-26 16,-1-1-13-16,1 1 1 0,3 0 24 16,3 2-18-16,2-1-3 0,4 2-35 0,4-4-12 15,3-1 12-15,3-2 2 0,4-5 11 16,4-1-7-16,0-3-22 0,2-3-7 16,0-2 48-16,4-4 28 0,0 0 19 0,4-4 2 15,-1-3-2-15,0-1-83 0,-1-2-37 16,2-2-49-16,-2 0 41 0,0-2 19 15,3-2 0-15,-1-1 0 0,3 0 44 0,0-5 7 16,1 0 49-16,-2 0 9 0,1-3 25 16,0-6 30-16,1-1-12 15,0-2-43-15,-4-2-103 0,1 0-126 0,-3 0-222 16,-3 1 45-16,-5 1 32 16,-2 1 162-16,-2 4 212 0,-7 1 20 15,-4 1 71-15,-2 3 108 0,-8-3 48 0,-3 4-13 16,-4-3-159-16,-4 1-75 0,-4-3-36 15,-4-3 17-15,-2 0-7 0,-1-3-13 16,-2-1 13-16,-1-2 13 0,-2 1-17 0,-1-4 7 16,-1 0 23-16,0-1 2 15,-3-1 72-15,0 1 24 0,-2 1 51 0,-1-2 20 16,-2 0-27-16,-1 0-25 0,1-4-52 16,-4 2-30-16,-2-3-35 0,-3-1-16 15,-5-1-97-15,-4-1 16 0,-2-2-114 16,-3 4 114-16,0-2 97 0,-3 4 74 15,-5 1-28-15,0-1 106 0,-4 2-110 16,-1-1 152-16,-2 0-39 0,-2-2 119 0,-3-2-72 16,1 2-33-16,-4-3 3 15,-2 0-111-15,0-1-20 0,1-3-10 16,-1-1 67-16,-2-1-38 0,-2-1-57 16,-3-1-2-16,-1 0 1 0,-6-1 17 0,-3-1-18 15,-4 1 49-15,-4 5-9 0,-5-2-10 0,0 0 35 16,-5 2-12-16,-2 0-39 0,-3-1 14 15,-3 1-28-15,-1-3-1 16,-3-1-1-16,-4 0 1 0,0 0 13 0,-3-2 0 16,-1 1 1-16,-1 0-14 0,-3 0 0 15,5 4 31-15,0 2 72 0,1-3-37 16,3 5-42-16,4-2 4 0,-3 3-28 16,1 1-2-16,1 1 2 0,0 2 13 0,0 2-10 15,4 3-3-15,-3 2 12 16,1 3-12-16,-3 1-1 0,-1 1-11 0,1 3 9 15,1 2 3-15,-2 0-2 0,7 0-1 0,0 0-21 16,4 2 21-16,2-1-22 0,5 0 3 16,4-2-50-1,6 1 35-15,2 0 6 0,5 2 12 16,5-2-25-16,1 2 22 0,7 2 9 0,3-1 0 0,7 1 10 16,2 1-16-16,5 0-12 0,2 1-16 15,0-1-3-15,0 0-4 0,0 2 13 16,1-1 7-16,1 1 8 0,-2-2-11 0,-3 0-11 15,3 1-47 1,-2 0-89-16,-1-1-81 0,0 1-156 0,1 0-77 16,2 1-132-16,2 0-446 0</inkml:trace>
  <inkml:trace contextRef="#ctx0" brushRef="#br1" timeOffset="-138296.154">18821 7991 1155 0,'0'0'612'0,"0"0"-252"15,0 0-62-15,0 0-20 0,0 0-8 16,0 0-52-16,-95 19-62 0,69-4-23 0,2 3-3 16,-3 4 32-16,-3 4 1 0,1 1-24 15,0 2-36-15,-1 6-13 0,3 2-12 16,0 4-10-16,1 2-12 0,3 4-28 15,2 0-16-15,1 3-9 16,6 0 16-16,2 2-16 0,2-2-1 0,4 4 1 16,-1 1-3-16,3 4-12 0,0-4 10 0,-1 3-1 15,-1-3-10-15,3-2 11 0,-2-3-10 16,1-2 10-16,2-1 1 16,1 0-12-16,-1-2 12 0,1 0-11 0,1-2 0 15,0 1-16-15,0-1-44 0,0 2 29 16,0-2 12-16,0 0 18 0,1 1 1 15,2-3 9-15,-3 0-13 0,2-1 16 16,-2-1-1-16,1-3 1 0,2-2 12 16,0-2-11-16,-1-1 0 0,4 3 1 15,-1-3 69-15,2 0-24 0,1 0-47 16,1 2-1-16,0 0-1 0,0-1 1 0,0 0 0 16,0 4-2-16,0-1 1 0,1 0 0 15,0 2 2-15,0 0 2 0,0 0 0 16,3 3 0-16,0-1 9 0,0 2-11 15,2-1 0-15,0-1 1 0,1-1 0 16,2 1 0-16,-1-2 1 0,0 0 11 0,2-2-13 16,-2 1-1-16,3 0 0 15,0 1-3-15,2-2 3 0,-2 2 1 16,5 0-1-16,-3 3 1 0,3-2-12 16,1 3 10-16,-1 1 1 0,1 1-1 0,-1 0-17 15,3 1 16-15,1 0-12 0,1-1 2 16,-1 2 11-16,4 0-23 0,-2 2 10 15,2-2 12-15,-2 2-10 0,4 0 11 0,-1-1 1 16,-1-1 1-16,2 1 1 0,0 0-1 16,-1-1 0-16,3 2 1 0,1-2 14 15,1 3-15-15,3-2-1 0,2-2 0 0,4 1-11 16,3-1 11-16,0-2 1 16,4 1-19-16,3-3 19 15,0 2 12-15,1-3-9 0,1 3 13 16,2-2-4-16,0 0-9 0,2 1 16 0,0-2-19 15,4-1-1-15,1 0-12 0,0-1-2 0,2 1-7 16,1-1 9-16,2-2-24 0,1 1 3 16,2-3 6-16,1 1 26 15,1-3 1-15,3 0-18 0,-1 2 10 0,3-2 9 16,-1-1 12-16,0 1 4 16,0 0 27-16,2 0-5 0,0 0-17 0,0-1-18 0,2 1 10 15,-1 0-13-15,4-1-3 16,-1-1 1-16,2-1 1 0,1-2-21 15,0 2 6-15,3-4 14 0,2 4-13 0,-1-3 15 16,3 0 2-16,-1 0-2 16,1-2-18-16,0 2 17 0,-1-1 0 15,3 1 0-15,0 1 1 0,0-2 22 16,1 1-10-16,-1-2 10 0,4 1 12 0,1 1-2 0,2-1-29 16,0-1 9-16,3-1-12 0,-2 2-6 15,5-4-19-15,1 0 3 0,2 0-15 16,0 1-26-16,1-2 26 0,3-1-10 15,0 1 18-15,0 0 13 0,0 2 16 16,0-1-1-16,0 2-2 0,-1-2 2 16,-1 2 0-16,-1-2 1 0,0 2 2 0,0-3 0 15,0 0 1 1,-1 0 10-16,-3 0-11 0,1-1-1 16,-1-1 0-16,-5 0 0 0,4-1 16 0,-3 0 2 15,2 0-7-15,1 1 1 0,0-2-1 16,1 2 4-16,-1 0-13 0,3-2-1 0,-4 2-1 15,4-1-1-15,-4-2-19 16,-1 0-6-16,1-2-9 0,1 0 8 16,-2-1 10-16,1-3-3 0,0 0 4 15,0-1 12-15,-2-3-19 0,-1 1 19 0,1-3 0 16,-1 2-9-16,-1-4 12 0,-2 0-1 16,-1 0 2-16,-1 0 26 0,-2 0 7 15,-1 0 1-15,-4 0 7 0,-2-6 7 0,-3 0-14 16,1-5-10-16,-1-2-7 0,0-4-18 15,0-2-14-15,-1-3-27 0,0-2-2 16,-2-2-17-16,0-4-13 0,-5-1-15 16,1-2 86-16,-1 0-108 0,-5-1 41 0,-3-1 69 15,-3 1 38-15,-5-1-7 16,-4-2-9-16,-4-1 16 0,1-2 0 16,-3-1-26-16,0 0 13 0,-2-3-3 15,-2-2-12-15,0-1-10 0,-7-3-32 0,2-2-172 16,-4-3 204-16,-3-4 0 0,-5-1-54 15,-4-1 51-15,-5-2-73 0,-9 0 76 16,-4 0 60-16,-5 0 3 0,-7 1-9 16,-1-2-51-16,-2 1 41 0,-7 1 16 15,-4-1-47-15,-6-2-10 0,0 2 0 0,-3-4-3 16,-3-3-48-16,-3-2 3 0,-3-3-100 16,-3-3 53-16,-1 1 26 0,-4-3-4 15,-2-1-13-15,-3 5 64 0,-6 0 19 16,2 5 38-16,0 3 7 0,3 2 44 15,0 3-16-15,2 2-32 0,4 0-25 0,-1-3-16 16,2 0 0 0,0-1-16-16,2-2-28 0,-3 3-48 0,1-1 38 15,-2 0-51-15,0 1 2 0,1-1 78 0,1 3 25 16,-4-1 48-16,3 0-29 0,-2 2-3 16,0 1 41-16,-1 2 13 0,1-2-16 15,2 4-3-15,1-2-13 16,-2-1-12-16,-1 1-20 0,2 0 7 0,-1-1-7 15,1 1-6-15,0 0-29 0,-1-1 26 16,1 0-28-16,-3 2 31 0,-1-2 7 16,-2-1-7-16,-1 3 0 0,-3 0-1 15,-2 0 4-15,0 3-3 0,-2 0 13 0,2 0-13 16,-3 1-16-16,2 0-13 0,1 0 7 16,-1 1-70-16,-1 0 19 0,1-1 22 15,-1 5 28-15,1-2 20 0,-2 3-7 0,0-2 10 16,0 3 0-16,2-1 45 0,-2 3-43 15,3 0 75-15,-5 1-20 0,3 1-3 16,1 1-32-16,0-1 13 0,1 3-35 16,0 1-15-16,0 0-8 0,1-1-9 0,1 3-9 15,-2 0 28-15,1 3-3 0,-2-2-6 16,-1 2 0-16,0 0 22 16,-2 1-2-16,0-1 2 0,0 6 54 15,0-3-22-15,0 2 12 0,1-2-6 16,0 5-15-16,0 0 2 0,1-1-19 15,3 0-6-15,-3 2-3 0,5-1 2 16,-1 1-18-16,0 1 19 0,0-1 1 16,1 3-1-16,-2-3 0 0,0 2-48 0,0 3 46 15,-2-3 1-15,1 2 0 0,-1 2 2 16,1 0 0-16,-3 0 3 0,2 1-4 0,-2 1 0 16,-1-1 0-16,-1 1 8 0,-2 0-8 15,3 1 0-15,-5-1 0 0,0 3 10 16,2-1-10-16,-1 2 2 0,2 0-4 15,-3 1 2-15,0 1-13 0,2 1 12 16,-1 2-1-16,-2 0 2 16,2 0 0-16,-2 1-2 0,1 1 0 15,2 2 1-15,-3-3-2 0,0 1 0 0,2-1 3 16,-2 3 13-16,-1-1 12 0,1-1 10 16,-1 0 9-16,2 2-18 0,0-3 2 0,-1 1-9 15,2 1 10-15,1 0 2 0,-1 0 1 16,4-3-7-16,2 3-23 0,0-1 1 15,2-3-2-15,3 2 1 0,-3-1 9 16,1-2-11-16,-1 1-13 0,1 1 11 0,1-1 0 16,-1 0-11-16,1 0 1 0,0 3 1 15,-1-1 11 1,-3 1 2-16,4-1 1 0,-7 4 12 0,3-1-14 16,1 1-1-16,-3 1-1 0,1-2-1 15,0 0 0-15,0 3-10 0,-4 0 9 0,0 0-19 16,0 0 19-16,-3 0-35 0,0 0 38 15,-2 0 3-15,-1 2 10 0,-1 2-11 16,-1-1 19-16,-2 1-20 0,4 2 1 0,-1-1 11 16,-1-2-10-16,2 2-3 0,-2 1 12 15,0-1-11-15,1 2 1 16,-1-2 14-16,2-2 18 0,-1 1-18 16,-1 0 9-16,-1 0-25 0,1 0 0 0,-1 1-2 0,-1 1 1 15,-1 0 0 1,3 3 0-16,-3 1-2 0,-1-1-41 0,2 0 42 15,-3 1-14-15,1 0 0 0,0-1 13 0,-1 3 5 16,-1-1-2-16,-1 0 32 0,2 0-29 16,-2 0 22-16,-1 1-6 0,2-2-3 15,0 2-1-15,3 0-13 0,-5 1-1 16,4-1-1-16,-1 0-1 0,2 0-30 16,-2 0 3-16,3 0-17 0,0 0 23 15,2 0-6-15,-1-1 27 16,0-1-17-16,4-1 18 0,-3 2 19 0,2-3 0 15,2-1 0-15,-1 2 12 0,2-2-5 16,-1-1 5-16,0 1-31 0,1 0-1 0,0 1-2 16,0-1-10-16,0 1-12 15,-1 0-19-15,-1 1 19 0,2 3 3 0,1-2 9 16,1 1-3-16,0-1 16 16,4 1 2-16,0-1 15 0,2-1-17 0,0 3-3 15,0-1 0-15,3-3 2 0,0 3 1 16,1-1 10-16,1 0-6 0,4 1 8 15,3 1-11-15,5-2 12 0,0-2 9 16,3 3-11-16,6-2-11 0,1 0-2 16,4 1-10-16,3-3 9 0,-1 2 0 0,5-3-9 15,1-2 12-15,1 2 1 0,3 0 15 16,-2-1-1-16,2-1 17 0,1-1-4 16,0 1 1-16,-1-1-17 0,0 1-12 15,-1-2-3-15,1 3-16 0,-4-4 7 16,1 5-1-16,-3-1 10 0,0 1-22 15,-4 1-4-15,0 3 18 0,-5-2 10 16,0 3 2-16,-5 2 11 0,-1 1-10 16,-3 0 2-16,-3 1 11 0,1 1 10 0,-4 0-2 0,2-1-1 15,-2 3 15 1,1-5-5-16,1 2-7 0,0-1 19 0,2-2-16 16,0 0-16-16,3 0 1 0,2-1-13 15,2 0 0-15,5-4 12 0,4 0 17 0,7-2-1 16,4-3 9-16,3 2-9 0,2-4 3 15,2 0 4-15,0 0-20 0,0 0-12 16,0 0-2-16,0 0-1 0,0 0-28 16,4 0-25-16,-1-2-21 0,5-5-34 15,4-3-74-15,2-4-179 0,-2 1-702 16,6-12-1074-16</inkml:trace>
  <inkml:trace contextRef="#ctx0" brushRef="#br1" timeOffset="-109359.387">1504 715 1372 0,'0'0'488'16,"0"0"-488"-16,0 0-24 15,-62-67 24-15,41 46 292 0,-2 2-23 16,1 3-75-16,0 1 73 0,2 5-32 16,3 1-127-16,-2 4 64 0,0 0 237 0,-2 2-217 15,-2 2-72-15,0 1-27 16,-2 0 16-16,-4 0-37 0,-4 4-1 0,-4 6-71 16,-5 5 19-16,-6 4-19 0,1 6-3 0,-7 8-28 15,1 5 12-15,-2 9-12 16,-1 6 16-16,0 5 2 0,1 9 12 15,2 8 1-15,5 4-19 0,1 10-5 16,3 4-7-16,7 7 30 0,5 3-21 16,5 6 19-16,5-1 3 0,9 3-1 0,3-2 1 15,9-2 24-15,1-2 4 0,10-7-6 16,6-1 6-16,7-1-28 16,7 1 40-16,8 2-40 0,12-1-12 0,12 3-10 15,13-5 7-15,16-3 12 0,12-6-63 0,10-9-58 16,11-12 52-16,10-11 43 15,4-16-93-15,3-13 2 0,-1-13 44 0,-2-13-63 0,-3-16-140 16,-7-13-32 0,-6-11 41-16,-4-13 80 0,-4-8-43 0,-8-10 36 15,-8-11 197-15,-6-10 9 0,-10-5 137 16,-10-3 58-16,-8-4-20 0,-10 0 51 16,-6-2-30-16,-8-2-26 0,-8-2-70 0,-6-5 24 15,-10-8-85-15,-8-8-17 0,-8-10 29 16,-14-8-34-16,-16-2-24 15,-15-1-2-15,-13 4-153 0,-10 6 35 0,-6 5 71 16,-7 9 34-16,-4 9-41 0,-6 15 28 16,-4 15-12-16,-3 18-42 0,-6 17 38 15,2 21-15-15,-6 17 53 0,0 16 4 16,-6 9-48-16,3 12 29 0,0 10 17 16,3 4 2-16,4 4 29 0,6 6-13 0,7 5-16 15,6 2-40-15,10 6-8 16,9 5-119-16,10-1-188 0,20-14-323 0,4 23-553 0</inkml:trace>
  <inkml:trace contextRef="#ctx0" brushRef="#br1" timeOffset="-108978.067">2725 463 3521 0,'0'0'306'0,"0"0"-306"0,0 0 60 0,0 0-57 16,0 0 236-16,85-32-5 0,-55 22 1 0,3 2-26 15,6-3-77-15,0 3-13 0,3-3-27 0,4 1-65 16,0 0-27-16,3-1-17 0,0-2-38 16,-1 1-52-16,-8-2-52 0,-4 0-41 15,-9 3-85-15,-5 0-203 0,-10 4-258 16,-7 0-663-16</inkml:trace>
  <inkml:trace contextRef="#ctx0" brushRef="#br1" timeOffset="-108811.994">3039 454 2681 0,'0'0'306'0,"0"0"-245"0,-9 73 102 0,9-33 143 15,0 8 76-15,0 7-87 0,0 5-103 16,0 2-74-16,2 1-56 0,2-5-62 0,0-4-17 15,1-7-50-15,2-9-58 16,0-9 7-16,4-8-50 0,1-9-91 16,-2-6-114-16,2-6-157 15,-5 0-51-15,2-11-408 0</inkml:trace>
  <inkml:trace contextRef="#ctx0" brushRef="#br1" timeOffset="-108652.854">3193 821 3313 0,'0'0'501'0,"0"0"-199"0,0 0-212 0,0 0 131 16,92-14 63-16,-70 9-121 0,0 1-96 0,2-2-24 16,0-1-43-16,0-1-42 15,-3 2-90-15,-4 4-201 0,-6 2-65 16,-7 2-160-16,-4 4-599 0,-9 13-581 0</inkml:trace>
  <inkml:trace contextRef="#ctx0" brushRef="#br1" timeOffset="-108472.886">3094 1120 2508 0,'0'0'1076'16,"0"0"-1057"-16,0 0 54 0,0 0-57 15,0 0 198-15,79-18 28 0,-41 6-55 0,3-2-60 16,5-3-68-16,3-1-59 0,-1-3-22 0,-2 1-40 16,-3-1-68-16,-2 0-171 0,-4 0-137 15,-12 4-612-15,5-9-1067 0</inkml:trace>
  <inkml:trace contextRef="#ctx0" brushRef="#br1" timeOffset="-108305.903">3755 764 3320 0,'0'0'369'0,"0"0"-259"0,0 0 44 0,59 85 113 15,-34-59 12-15,2-5-103 0,1 0-176 16,2-9 0-16,6-3-117 0,0-8-7 15,3-1-37-15,1-10-128 0,-10 0-286 0,13-15-943 0</inkml:trace>
  <inkml:trace contextRef="#ctx0" brushRef="#br1" timeOffset="-108131.603">4006 713 3298 0,'0'0'409'0,"-81"58"-358"0,39-20-50 0,-9 9 125 16,-13 10-26-16,-1 1-100 0,0 3-113 15,2-2-171-15,17-15-219 16,-26 16-813-16</inkml:trace>
  <inkml:trace contextRef="#ctx0" brushRef="#br1" timeOffset="-107961.72">2457 1691 2756 0,'0'0'229'0,"0"0"-162"0,0 0-67 15,0 0 217-15,114-9-3 0,-61 0 45 0,10-2-14 16,15-5-65-16,13-4-43 0,14-8 46 16,15-4-29-16,11-4-99 0,11-5-42 15,7-2-13-15,2 2-3 0,-1 2-56 16,-4 0-12-16,1 7-9 0,-6 1 15 0,-6 1 34 15,-6 3-156-15,-13 0-221 0,-32 8-243 16,11-4-712-16</inkml:trace>
  <inkml:trace contextRef="#ctx0" brushRef="#br1" timeOffset="-104971.626">4944 267 2005 0,'0'0'579'15,"0"0"-388"-15,0 0-108 0,0 0 553 0,0 0-272 16,-72 77-128-16,58-54-102 0,-2 4-31 16,3 3-26-16,0 4-6 0,4 3-18 0,2 4 12 15,4-1-19-15,3 1-12 0,0-1-22 16,3-5 10-16,7-3-22 16,3-2-6-16,0-6-37 0,3-3-7 0,1-3-21 15,2-3-31-15,0-5-3 0,4-7-42 16,4-3-38-16,2-5-130 0,6-9-254 15,-11-1-598-15,12-18-710 0</inkml:trace>
  <inkml:trace contextRef="#ctx0" brushRef="#br1" timeOffset="-104755.844">5300 189 2914 0,'0'0'368'0,"0"0"-209"0,0 0-82 0,0 0 94 15,0 0 52-15,0 0 35 0,0 0-75 16,-4 76-65-16,2-45-41 0,2 2 1 0,0 2-14 16,0 1-30-16,0 0-34 0,0 1 0 15,0-1-40-15,-4-1-74 16,1-3-53-16,-1-2-57 0,-2-5-90 0,3-4-145 16,-1-8-187-16,1-5-153 0,3-5-276 15</inkml:trace>
  <inkml:trace contextRef="#ctx0" brushRef="#br1" timeOffset="-104616.171">5261 552 1418 0,'0'0'1316'0,"0"0"-877"16,0 0-183-16,0 0 54 0,0 0 11 0,0 0-65 15,80 11-45-15,-62-5-75 0,2-1-32 16,1-2-33-16,0 0-45 0,2-3-26 16,-1 0-64-16,4-6-81 0,-2-5-21 15,1-6-73-15,-2-2-150 0,-6 5-376 0,5-14-1017 0</inkml:trace>
  <inkml:trace contextRef="#ctx0" brushRef="#br1" timeOffset="-104400.824">5578 211 2865 0,'0'0'400'16,"0"0"-282"-16,0 0-118 0,0 0 73 0,0 0 111 15,-7 76 140-15,7-50-44 0,0 2-97 0,0 3-60 16,0 3-52-1,0 4-9-15,0 1-34 0,1 5-28 0,-1 4-2 0,0 1-11 16,0-3-2-16,2-3-3 0,1-8 18 16,0-7-25-16,3-8-157 0,2-3 2 15,2-7-26-15,2-3-97 0,2-5-128 16,-4-2-213-16,12-13-609 0</inkml:trace>
  <inkml:trace contextRef="#ctx0" brushRef="#br1" timeOffset="-104232.065">5893 650 2714 0,'0'0'479'0,"0"0"-320"0,0 0-124 0,0 0 149 15,0 0 97-15,-8 81-22 0,5-63-125 16,3 0-88-16,-3-2-33 0,3-1-13 16,0-4-16-16,0 1-34 0,0-3-74 15,0-1-46-15,0-2-54 0,0-4-115 0,2-2-228 16,1 0-543-16,1-7-293 0</inkml:trace>
  <inkml:trace contextRef="#ctx0" brushRef="#br1" timeOffset="-103965.078">5901 494 1881 0,'0'0'0'0,"0"0"-417"16,0 0-133-16,0 0 270 0</inkml:trace>
  <inkml:trace contextRef="#ctx0" brushRef="#br1" timeOffset="-103041.192">6214 546 2232 0,'0'0'510'16,"0"0"-236"-16,0 0 17 0,0 0 99 0,0 0-54 15,4 78-69-15,-5-58-81 0,-5 1-75 16,-4-2-62-16,4-1-24 0,-1-1-14 0,1-6-11 15,2-3-3-15,0-4-25 16,4-4-27-16,0 0-53 0,0 0-7 16,0-2 19-16,5-5 24 0,1 0 19 15,3-4 51-15,1 0-9 0,3-1 10 16,0-1-20-16,-2 4-20 0,2 4 9 0,-3 3 32 16,2 2 23-16,-2 1 33 0,0 5 25 15,0 5 6-15,-3 2 13 0,-1 1-20 0,0 4-15 16,-1 1 15-1,-3 0-6-15,-2-3-34 0,1-1-15 0,-1-6-23 16,0 0-2 0,0-8-28-16,2-1-67 0,-1 0-84 0,5-1-29 0,1-10-71 15,6-6-68-15,3-7-252 0,-2 3-483 16,13-23-658-16</inkml:trace>
  <inkml:trace contextRef="#ctx0" brushRef="#br1" timeOffset="-102694.228">6757 263 1524 0,'0'0'1857'0,"0"0"-1543"0,0 0-235 16,0 89 12-16,-6-52 179 0,1 5 91 15,-3 4-19-15,1 1-97 0,2-1-72 0,2-1-51 16,1-3-52-16,2-5-47 0,0-5-23 16,0-7-12-16,2-3-12 0,2-5-49 15,3-5-9-15,0-5-19 16,-2-3-15-16,-3-3 0 0,0-1-22 15,1 0 24-15,-3 0 13 0,0-1-14 0,-6-4-68 16,-4-1-86-16,-9-4-55 0,-7-5-306 16,-2-1 148-16,-4-3 256 0,-1-4-24 15,-1 0 211-15,4-2 78 16,3 4 0-16,6 2 146 0,7 5 167 0,7 5-60 0,4 4-23 16,3 3-55-16,4 0-27 0,10 2 55 15,7 0 63-15,6-1 27 0,8-1-70 16,3 0-121-16,6-4-65 0,-1-3-12 0,2-3-25 15,-2-2-39-15,-1-3-153 16,-5-2-12-16,-2-2-35 0,-2 1-122 0,-10 3-389 16,2-6-1099-16</inkml:trace>
  <inkml:trace contextRef="#ctx0" brushRef="#br1" timeOffset="-102473.671">7328 248 2805 0,'0'0'554'0,"0"0"-313"16,0 0-115-16,0 0 95 0,63 66 70 15,-51-42-42-15,-1 2-24 0,-2 6-87 0,3 3-40 16,-4 4-28-16,-1 4-30 0,-5 0-3 16,-2 3-10-16,-5-2-27 0,-12 1-15 15,-3-5-123-15,-6-2-67 0,-6-3-20 0,-2-2-7 16,-5-6-44-16,1-2-57 0,1-7-105 15,-1-5-169 1,11-6-527-16,-12-7-380 0</inkml:trace>
  <inkml:trace contextRef="#ctx0" brushRef="#br1" timeOffset="-100836.962">6731 1148 2923 0,'0'0'562'0,"0"0"-350"0,0 0-165 15,0 0-3-15,0 0 82 0,0 0 88 0,0 0-89 16,0 0-75-16,0 0-22 15,0 0-28-15,0 0 1 0,-40 68-1 0,37-54-1 0,-3 2 1 16,2 2 29 0,-2-2 17-16,1 0-9 0,0 3 4 0,2 2-14 15,-1 1-8-15,-2 2-18 0,0 2 14 0,-1 2 4 16,0 0 9-16,0 2-25 0,-1-4-2 16,1 0 0-16,0 2 0 0,1-1-1 15,-2-2-1-15,-1 1 0 0,-3 3 1 16,2-1-2-16,-2 2 2 15,0-2 3-15,0 1 0 0,-2 1-2 16,2 0-1-16,-2 3-31 0,1 1-2 16,4 5 33-16,1-1 34 0,2 4-34 15,5 4-31-15,1 3 12 0,4-1 19 0,9 5 27 16,1 1-23-16,6 2-3 0,2 3 1 16,3 3 16-16,2 2 4 0,5 4-4 15,1 2-5-15,2 3-12 0,3 0 0 0,1 4 2 16,5-1 15-16,1 5-15 0,6-2 10 0,1 4-13 15,4-1-1-15,5 2-12 0,2 0 1 16,8 3 10 0,2-1-1-16,5 3 3 0,4 0 14 15,3 1-13-15,4-2-1 0,2 2-1 16,4 1-2-16,3-1 3 0,3 3 0 0,3-2 2 16,4 0-1-16,6 2-1 0,1-1 1 0,5 0-2 15,4 0-13-15,1 3 1 0,5-1-11 16,-2-2-16-16,5 2 21 0,-1-3 17 15,5 1-29-15,2-1 11 16,3 0 19-16,2-2-5 0,1 3 6 0,0 0 4 16,0-2-3-16,1 1 11 0,0-1 0 15,1-1 16-15,1-2-25 0,3 1 13 16,2-2-1-16,0-2 0 0,0 0-15 16,1-5-17-16,-2 0 16 0,3-2 1 0,-1-3 1 15,-1 1 0-15,1-1 17 0,-4-3 7 16,1 1-25-16,-4-5-16 0,0-2 14 0,-3-3-1 15,-2 0 1-15,0-3-1 0,-3-2 1 16,0-3 0-16,-2-2 2 0,-3 0-18 16,-3-6-41-16,-2-1 28 0,-2-4 3 15,-5-2 26-15,-2-3-1 16,-2-2 1-16,-7-4 1 0,-2 0 1 16,-3 0 16-16,-4-4-4 0,-3 1 0 15,-4-6-12-15,-1 2 16 0,-2-6-13 0,-2 1 12 16,-2-1 1-16,-4-3-15 0,-3 2-1 0,-1-3-13 15,-7-2 11-15,0-3 0 16,-3 4-22-16,-2-2 8 0,-4-1 13 0,1 2 0 16,0-2 1-16,-1 1-9 15,2 1 10-15,-2 1-11 0,-2 0 11 16,3 1-1-16,-3 3 0 0,2 2-10 0,-2-1 12 16,1 2 12-16,-1-1 16 0,0 2-16 15,-3-3 1-15,-3 1-10 0,-1-3-3 0,-3-1 28 16,-2-1-27-16,-2-1-1 0,-5-3 1 15,-4-1-1-15,-6-5 2 0,-4 2-2 16,-4-3-19-16,-8 1 16 0,0-3 3 16,-8 0 1-16,2 0 15 0,-3 0 11 15,-3 0 1-15,-2 1-12 0,0-1-14 16,-1 0-2-16,-2 0-16 16,1 0-5-16,-1 0-10 0,0 0 15 0,0-1-15 15,0-4-12-15,0-1-13 0,0-1-15 16,-3-5-35-16,0-4-58 0,0 2-84 0,-2-3-11 15,-1-2-66-15,-3 0 31 0,4-3-70 16,-1 7-258-16,-2-13-571 0</inkml:trace>
  <inkml:trace contextRef="#ctx0" brushRef="#br1" timeOffset="-100592.718">17628 8405 2334 0,'0'0'1339'0,"0"0"-1112"16,0 0-171-16,0 0-55 0,0 0 24 0,76 73 76 15,-52-54 146-15,-2-2-52 0,4 2-66 16,0-1-3-16,1 3-21 0,-1-2-65 16,0 0-30-16,-2-1-10 0,-1-2-3 15,-1 3-19-15,-3 0 10 0,0 0 12 16,-2 4 6-16,-4-4-6 0,-8 2 1 0,-5 1 13 16,-2 1 2-16,-14 3-1 0,-10 2 6 15,-8 3-5-15,-14-1-16 0,-9 0-22 16,-7 1-73-16,-8-3-9 0,-4-2-41 15,-4-2-37-15,-5 0-91 0,1-4-161 16,22-5-305-16,-21 1-817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8:26:31.69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4091 8055 1505 0,'0'0'988'0,"0"0"-473"16,0 0-253-16,0 0-74 0,0 0 81 0,81 13 36 15,-48-9-51-15,3-1-31 0,4 0-41 0,2-2-25 16,3 1-71-16,-2-2-25 0,3 0-27 16,-6 0-34-16,-2 0-2 0,-2 0-35 15,-6 0-3-15,-2 0-33 16,-7 0-118-16,-2 0-37 0,-8 1-39 0,-3 3-177 16,-7 3-332-16,-1 0-800 0,-13 6 181 0</inkml:trace>
  <inkml:trace contextRef="#ctx0" brushRef="#br0" timeOffset="161.033">4274 8386 166 0,'0'0'2759'0,"0"0"-2213"0,0 0-296 0,0 0-52 16,0 0 94-16,0 0-15 0,0 0-64 16,0 0-63-16,0 0-55 0,0 0-28 15,102 61-24-15,-57-61-43 0,3 0-45 0,2 0-28 16,5 0-87-16,-2 0-154 0,6 7-6 0,0 1-102 15,-13-1-580-15,18 2-671 0</inkml:trace>
  <inkml:trace contextRef="#ctx0" brushRef="#br0" timeOffset="675.384">6022 7353 1418 0,'0'0'1680'0,"0"0"-1415"0,0 0-81 15,0 0 6-15,0 0 93 0,0 0-14 0,0 0-58 16,0 0-50-16,0 0-51 0,-78 5-36 16,64 12-7-16,-3 4-5 15,-2 7 2-15,3 4 24 0,0 5 19 0,-1 6-34 16,0 4-24-16,-2 6-46 0,-1 7 12 15,-2 4-12-15,0 5 15 0,-1 9 3 0,0 3-19 16,-1 6 17 0,2 2-7-16,-1 3-10 0,3-1 22 0,4-1-24 15,3-1 1-15,4-3-1 16,7-4 1-16,2 0-1 0,1-4 18 16,11-2 4-16,5 1 20 0,6-1-40 0,0 1-1 15,6 1 23-15,4-1-24 0,2-4-14 0,0-4-37 16,1-8-44-16,2-7-35 15,-2-5-120-15,2-7-100 0,-1-1-52 0,-3-5-52 16,1-1-94-16,-2-3-162 16,-8-9-490-16,4 6-41 0</inkml:trace>
  <inkml:trace contextRef="#ctx0" brushRef="#br0" timeOffset="2234.113">5347 7391 1049 0,'0'0'1726'0,"0"0"-1595"0,0 0-54 16,-8-67-61-16,5 49 145 0,2 3 52 15,-2 2 82-15,0 3-27 0,0 5-63 16,3 0-18-16,-1 4-57 0,1 1-41 16,-2 0-21-16,1 0 0 0,-1 0-13 15,-2 1-30-15,-6 9-25 0,-2 7-2 16,-11 9-53-16,-5 16-1 0,-7 8 1 0,-6 10 11 16,-2 9 14-16,1 1 17 15,2 2 10-15,4-3-6 0,3-6 9 0,8-3 13 0,2-10 6 16,6-8-17-16,7-4 13 0,3-8-15 15,2-5-24-15,4-1 2 0,1-3-6 16,1-6 13-16,10-1 2 16,0-3 1-16,9 0-7 0,3-1 4 0,5 0-7 15,3 4 3-15,0 5-15 16,0 6 10-16,-5 7 24 0,-5 10 23 0,-3 5-1 16,-6 7 6-16,-1 6-13 0,-7 5 1 15,-2 3-16-15,-2-1-14 0,0-1-32 16,0-1-7-16,-3-3-12 0,0-4-4 0,-2-4 51 15,0-3 18-15,-1 0 0 0,1-1 3 16,-4-3 15-16,-2 2-5 0,-1 0-12 16,-1 0 21-16,3-2 12 15,4 0-34-15,5-5-13 0,1-1-111 16,10-4-292-16,13-6 35 0,4-5-42 0,5-5-313 16,-3-8-643-16,17-8 750 0</inkml:trace>
  <inkml:trace contextRef="#ctx0" brushRef="#br0" timeOffset="2999.393">6357 7341 962 0,'0'0'1264'0,"0"0"-706"16,0 0-233-16,0 0-32 0,0 0 24 15,0 0-3-15,0 0-66 0,0 0-71 16,0 0-60-16,0 0-46 0,0 0-15 0,6 5-13 15,-1 2 18-15,-1 5 3 0,1 5-11 16,-1 2 2-16,-1 4-13 0,0 3-30 16,-3-1-12-16,0 4-3 0,0 0-37 15,-3-1 6-15,-1-1-6 16,-1-1-49-16,1-4-49 0,-1 0-35 16,4-3-37-16,-1-4-91 0,2-1-248 0,0-5-484 15,3-2-556-15</inkml:trace>
  <inkml:trace contextRef="#ctx0" brushRef="#br0" timeOffset="3875.06">6463 8793 1372 0,'0'0'482'0,"0"0"619"16,0 0-829-16,0 0-17 0,0 0-65 15,0 0-17-15,0 0-7 0,0 0 17 16,-76 17-28-16,61 6-37 0,1 7-25 0,1 6-4 15,4 7 10-15,3 2 27 0,1 0 11 16,5-2-45-16,0 0-34 0,5-4-19 16,4-4-11-16,3-5-25 0,2-3-1 0,2-2-1 15,4-5 0-15,3-4-1 0,2-5 0 16,4-6-18-16,4-5-7 0,1-5 10 16,2-13-18-16,0-6-41 0,-1-6-45 15,-2-7 15-15,-1-1 6 0,-5-3 18 0,-4 3-71 16,-7 0 8-16,-6 5 47 15,-7 0 37-15,-3 2 35 16,-11-1 24-16,-7-1 3 0,-3 2 19 0,-7 2 24 16,-1 3-11-16,-1 2-7 0,-2 6-4 15,2 4-23-15,1 4-1 0,2 5-24 0,2 4-26 16,2 1-22-16,-1 1-52 0,2 5-119 16,5 4-137-16,-2-2-147 0,8-2-692 15,-5 0-497-15</inkml:trace>
  <inkml:trace contextRef="#ctx0" brushRef="#br0" timeOffset="4401.676">6841 7996 1140 0,'0'0'716'0,"0"0"-113"0,0 0-419 0,0 0-107 0,0 0-6 16,0 0 25-1,0 0-44-15,0 0-52 0,0 0-38 16,83 50-265-16,-73-43-185 0,10 3-341 0</inkml:trace>
  <inkml:trace contextRef="#ctx0" brushRef="#br0" timeOffset="4581.755">7342 8320 1717 0,'0'0'373'15,"0"0"-198"-15,0 0-45 0,0 0 112 0,0 0 138 16,51 80-93-16,-38-67-121 0,1 5-87 0,6-5-28 15,-1 2-23-15,4-2-28 0,4-2 0 0,-1-1-129 16,3-2-78-16,0-2-200 0,-9 1-639 16,9 3-740-1</inkml:trace>
  <inkml:trace contextRef="#ctx0" brushRef="#br0" timeOffset="4761.992">7987 8728 1349 0,'0'0'1302'15,"0"0"-651"-15,0 0-396 0,0 0-85 0,0 0 63 0,0 0-25 16,83 29-71-16,-67-22-54 16,-2 3-42-16,-2 1-10 0,4 1-13 15,-2 4-18-15,3 3-17 0,-2 2 15 0,1 2-35 16,0 4-41-16,-1-1 41 0,0-2-41 16,-1-2-62-16,2-1-24 0,3-4-63 15,4 2-112-15,1-1-199 0,1-1-686 0,-5-6 26 16,10 6 799-16</inkml:trace>
  <inkml:trace contextRef="#ctx0" brushRef="#br0" timeOffset="5160.749">8958 9093 1497 0,'0'0'1983'0,"0"0"-1751"15,0 0-232-15,0 0 0 0,0 0 12 0,0 0 190 16,0 0 164-16,11 70-118 0,-11-41-124 16,0 3-54-16,0 5-8 15,-1 3-13-15,-3 3-18 0,-2 6 5 16,-2 2-8-16,0 0-16 0,-1 1-10 0,-1-5-2 16,2-2 0-16,2-3-76 15,0-8-38-15,5-3-40 0,1-5-50 0,0-4-42 16,0-9-84-16,0-1-186 0,4-5-542 15,0-7-814-15</inkml:trace>
  <inkml:trace contextRef="#ctx0" brushRef="#br0" timeOffset="25257.051">8096 7334 443 0,'0'0'2482'0,"0"0"-2044"0,0 0-263 0,0 0-90 16,0 0 29-16,0 0-16 0,0 0 5 0,0 0 74 15,0 0 56-15,-9 86-16 16,15-39-8-16,4 5-49 0,-1 7-72 16,5 2-36-16,-2 3-24 0,1-4-28 0,-2-2-3 15,1-8-15-15,1-8-10 0,-2-6 0 16,2-6-36-16,0-8-24 16,4-8-60-16,-2-5-49 0,5-5-117 0,-1-4-347 15,-5-2-669-15,5-16-732 0</inkml:trace>
  <inkml:trace contextRef="#ctx0" brushRef="#br0" timeOffset="25431.425">8400 7519 2206 0,'0'0'1223'0,"0"0"-1011"0,-65 66-123 16,36-29 18-16,-7 9 53 0,-4 5 100 15,0-1-77-15,-2 0-87 0,2-3-47 0,2-6-48 16,5-6-1-16,0-5-24 0,1-6-56 15,5-5-54-15,-1-6-112 0,2-7-50 0,2-2-163 16,8-4-318-16,-13-6-788 0</inkml:trace>
  <inkml:trace contextRef="#ctx0" brushRef="#br0" timeOffset="25616.24">7688 7810 398 0,'0'0'420'15,"0"0"894"-15,0 0-887 0,0 0-44 0,85-10-98 0,-57 10 14 16,3-1 11-16,5-1-30 0,6-2-106 16,0-3-90-16,5 2-56 0,-2-1-28 0,4 1-24 15,0 0-32-15,1 0-12 16,4-1-63-16,-2-1-162 0,-12 3-319 16,16-7-720-16</inkml:trace>
  <inkml:trace contextRef="#ctx0" brushRef="#br0" timeOffset="26344.877">9541 7363 1441 0,'0'0'1044'16,"0"0"-634"-16,0 0-71 0,0 0 11 15,36 88-16-15,-21-54-29 0,2 3-106 0,0 7-51 16,1 4 15-16,0 6 64 0,-3 3-111 16,4 3-73-16,-3 2 3 0,1 4-25 15,0 3 1-15,-3 0-22 0,1 4-31 16,-2 0 1-16,-3 4 27 0,0 0-13 16,-1 1 4-16,-2 0-31 0,-3 0 10 15,1 0-10-15,-4-3-24 0,-1 0 30 16,0-5-24-16,-6 0 11 0,-4-4 11 0,-4-3 5 15,-4 0 6-15,-2-2-15 0,-7-2-37 16,-2-3-7-16,-4-2 44 0,0-5-22 16,-3-6-60-16,1-4-85 15,-1-8 28-15,4-3-99 0,2-8-40 16,1-4-302-16,3-9-360 0,6-2-557 0</inkml:trace>
  <inkml:trace contextRef="#ctx0" brushRef="#br0" timeOffset="49573.58">2363 10764 1479 0,'0'0'636'16,"0"0"-44"-16,0 0-210 0,0 0-123 0,0 0-81 15,36-65 122-15,-30 57 55 0,-3 3-63 16,0 1-57-16,-2 3-57 0,-1 1-74 15,0 0-31-15,0 0-3 0,0 0 4 16,0 2-4-16,0 3-28 0,0 4-24 16,0 8 10-16,0 5 8 0,0 10-12 15,-3 6-20-15,-4 5-4 0,0 4-4 16,-5 6 3-16,1 4-23 0,-3 6 9 16,-1 5 12-16,-1 2-18 0,-3 4 19 0,1-4-17 15,2 0-2-15,-2-6 9 0,5-6-3 16,2-8-34-16,2-10-15 0,5-9-12 15,1-9-10-15,3-8-8 0,0-7-100 16,0-6-15-16,1-1-114 0,4-3-32 0,1-6-164 16,2-8 61-1,2-4-198-15,-1-9-611 0,1 3 325 0</inkml:trace>
  <inkml:trace contextRef="#ctx0" brushRef="#br0" timeOffset="49890.253">2435 10882 1980 0,'0'0'292'0,"0"0"-88"0,0 0 70 16,0 0-14-16,0 0 9 0,52 87 8 0,-39-55-66 15,6 6-56-15,-2 1-20 16,5 6-38-16,-1 3-10 0,1 1 4 0,1 1 5 16,-2-1-22-16,1-3-28 0,-3-2-12 15,-2-4-12-15,1-2 3 0,-3-7 18 16,-3-6-16-16,2-4-2 0,-5-7-3 15,1-3 14-15,0-7 17 0,-1-4 106 0,1 0-22 16,3-11-73-16,3-9-64 0,5-9 18 16,2-14-18-16,0-10-22 0,2-8-30 15,-2-9-2-15,1-2-44 0,-5 0-12 16,1 4 8-16,-1 5-24 16,-3 8-53-16,1 7-1 0,-1 9-158 0,1 1-215 15,1 6-136-15,-1 6-381 0,-4 5-215 16,6 0 930-16</inkml:trace>
  <inkml:trace contextRef="#ctx0" brushRef="#br0" timeOffset="50956.347">9890 9728 685 0,'0'0'208'0,"0"0"867"0,0 0-692 16,0 0-83-16,0 0 3 0,0 0-25 0,0 0 56 15,0 0-94-15,45 79-54 0,-38-53-41 16,-4 3-24-16,-2 2-9 16,-1-2-19-16,0 0-31 0,-4-4-38 15,-2-4-5-15,1-5-19 0,2-4 0 16,1-4-1-16,1-4-11 0,-1-3 11 0,2-1 0 0,0 0-11 16,0 0-22-16,2-2-3 15,2-6 9-15,5-2 0 0,-1-7 25 0,4-3-22 16,1-7 22-16,-3-1-43 0,2-1-7 15,-1 0 28 1,-1 4 23-16,-1 3 2 0,-1 5-1 0,0 4-11 0,-4 7 9 16,0 0 0-16,2 5 0 0,1 1 3 15,0 0 41-15,1 9 46 0,-1 1 15 0,1 7-37 16,-3 1-22 0,-1 1-12-16,-2 4 0 0,-2-4 0 0,0 1-10 15,0-4-21-15,0-1 0 0,0-3-2 16,0-3-16-16,-2-4-1 0,1-1-27 15,1-3-19-15,0-1-3 0,0 1 3 0,0-1-19 16,0 2-22-16,0 2 0 0,1 2 5 0,2 6-5 16,0 0-58-16,1 1-150 0,-1 2-194 15,-1-4-461-15,-1 3-338 0</inkml:trace>
  <inkml:trace contextRef="#ctx0" brushRef="#br0" timeOffset="51238.721">10301 9774 665 0,'0'0'3'16,"0"0"1417"-16,0 0-1093 0,0 0-104 15,46 89 16-15,-31-60 87 0,0-1 43 0,4-1-53 16,-3-2-159-16,1-3-100 0,-1-4-57 0,1-2 0 16,-1-6-57-1,3-5-84-15,-2-5-48 0,3 0-58 16,3-9-139-16,-8-1-277 0,9-15-504 0</inkml:trace>
  <inkml:trace contextRef="#ctx0" brushRef="#br0" timeOffset="51415.836">10641 9746 404 0,'0'0'1751'0,"0"0"-1243"0,0 0-206 0,0 0-78 16,0 0 51-16,0 0 54 0,-88 83-33 0,68-55-56 15,0 2-92-15,-2 1-33 0,-2 2-20 16,-1 3-24-16,-1-1-31 0,-1-2-39 16,4-2-1-16,1-2-31 0,4-7-61 0,4-3-72 15,3-7-22-15,5-4-19 0,5-4-47 16,1-4-117-16,1 0-235 0,5-5-437 15,8-13-190-15</inkml:trace>
  <inkml:trace contextRef="#ctx0" brushRef="#br0" timeOffset="52123.7">10895 9715 817 0,'0'0'36'16,"0"0"1141"-16,0 0-805 0,0 0-26 15,0 0-22-15,0 0 24 0,0 0-6 0,0 0-21 16,0 0-74-16,0 0-68 0,47 75-52 15,-44-50-53-15,-3 4-19 0,0-2-24 16,0-1-29-16,-1-5-2 0,-1-1-16 16,2-7-11-16,0-5 5 0,0 1 4 0,0-7-34 15,7-2-32-15,-1 0 32 0,3 0 27 16,0-1-6-16,3-6 13 16,0-4 18-16,2-1 2 0,2-5-2 15,1-1-2-15,-1-1-11 0,2 2 13 16,-2-2-3-16,-1 2 1 0,-3 3-17 0,1 3 16 15,-2 5-18-15,-3 2 20 16,-1 4 1-16,3 0 34 0,-3 6 25 0,0 4-22 16,2 3-7-16,-2 6-5 15,0 4-24-15,-1 1-1 0,-3 2 0 0,-3 0-21 16,0 2-57-16,-3 0-39 0,-3-2-83 16,-1 1-120-16,0-4-251 0,3-6-563 15,-1 0-674-15</inkml:trace>
  <inkml:trace contextRef="#ctx0" brushRef="#br0" timeOffset="60368.503">3117 11396 1045 0,'0'0'2'0,"0"0"79"0,0 0 1026 0,0 0-735 16,0 0-108-16,0 0-84 0,0 0-23 16,0 0 12-16,0 0 12 0,0 0 27 15,20 19-32-15,-13-3-46 0,2 2-58 16,-1 5-4-16,1 2-12 0,-3 6-15 16,1 3-4-16,-1 0 22 0,-5 4-9 0,2 0-7 15,-3 4-28-15,0-3-12 0,0 1-3 16,0 0-15-16,-3-3 15 0,-1-2 0 15,1-4 0-15,0-5-12 0,0-5 9 16,2-3-10-16,-1-3 1 0,1-3 10 16,1-3-1-16,-2-3 0 15,2-4-19-15,-1-1-37 0,1-1-28 16,0 0 9-16,0 0 13 0,0-2 2 0,0-3-4 16,0-3 11-16,0-2 3 0,1-4-17 15,1-3-8-15,1-4 12 0,-2-2-7 0,2 1 32 16,0-1-26-16,3 0 38 0,-5 3 14 15,2 1 5-15,0 1 10 0,1 0 0 16,1 2 22-16,-1 0 10 0,-1 2 12 16,4 0-6-16,-1 1-15 0,-2 2-3 15,2 2-20-15,-3 2-1 0,3 2 1 16,-2 3 2-16,1 2-2 0,1 0-10 16,2 0 10-16,0 0 41 0,2 4 16 0,-1 4 3 15,0-1-22-15,-2 4-13 0,0 0-6 16,-1-2-19-16,-3 3 1 0,-2 2 0 0,-1-1-1 15,0 1-12-15,-3-1-19 16,-1 3 6-16,-3-4-19 0,-2-1 12 0,2-1-9 16,1-1 28-16,0-3 12 0,-1 0 0 15,3-4-1-15,-2 1-1 16,3-1 3-16,0-2 0 0,3 0 16 16,0 0-3-16,0 0 6 0,0 0-18 0,0 0 0 15,2 0 0-15,2 0 14 0,2 0 14 16,4 0-29-16,1 5 19 0,4 2 28 15,4 4 6-15,1-1 13 0,-3 4 6 16,0-2-8-16,1 2-1 0,-1 0-26 0,0 1-12 16,-1 2 31-16,1-3 6 0,-4-2-62 15,2-1 0-15,-2 1-74 0,-3-4-20 16,3 2-29-16,-5-2-21 0,1 0-48 16,-2-4-84-16,3 1-171 0,-5-2-282 15,1-3-660-15</inkml:trace>
  <inkml:trace contextRef="#ctx0" brushRef="#br0" timeOffset="61060.946">4071 11343 1256 0,'0'0'59'16,"0"0"1174"-16,0 0-866 0,0 0-111 15,0 0-10-15,0 0 61 0,0 0 1 16,89 4-48-16,-63-4-58 0,1 0-48 16,2 0-37-16,-2 0-22 0,2 0-27 0,-4 0-16 15,0 1-22-15,-1 2-17 0,-1 1-13 16,-4-2-18-16,1 1-46 0,-3 2-13 15,-2-1-27-15,-5-1-50 0,1 3-38 16,-5 0-44-16,-3 1-94 0,-3 5-195 0,0-5-207 0,-9 11-484 16</inkml:trace>
  <inkml:trace contextRef="#ctx0" brushRef="#br0" timeOffset="61249.48">4190 11596 1627 0,'0'0'400'0,"0"0"-254"0,0 0-33 16,0 0 168-16,0 0 73 0,0 0-27 16,0 0-91-16,81 12-106 0,-59-8-58 15,1-2-27-15,1 1-30 16,-1-1-15-16,-2 1-15 0,2-1-39 16,-2 2-143-16,0 0-102 0,-4-2-179 0,6 7-615 0</inkml:trace>
  <inkml:trace contextRef="#ctx0" brushRef="#br0" timeOffset="62298.384">6044 10897 646 0,'0'0'182'0,"0"0"-146"0,0 0 23 16,0 0 52-16,20-78 621 0,-16 59-378 0,1 0-157 16,-2 0-83-16,1 1-11 0,0 0-22 15,-3 2 25-15,2 3 7 0,-3 2-11 16,2 0-5-16,-2 4-14 0,0 1-6 16,0 0 3-16,0 5 12 15,-5-1-16-15,0 2-28 0,-1 0-32 0,-1 0-16 16,-3 3-32-16,-3 3-32 0,-5 7-9 15,-2 9 13-15,-3 7 5 0,-4 10 55 16,4 5 23-16,-5 5 21 0,2 2-44 0,2-2 0 16,1-1 35-16,4-3-10 0,0-6-3 15,6-6-20-15,4-7 37 0,3-7 5 16,3-7 13-16,3-3-22 16,0-6-17-16,0 1-18 0,1-3-22 0,4-1 22 15,3 0 3-15,-1 0-3 0,3 0 0 0,5 0-3 16,-1 0-22-16,0 4 12 0,3 2-9 15,-2 3 9-15,0 6 13 0,-2 4 63 16,1 5 39-16,-1 5-14 0,-1 8 16 16,-4 5-35-16,1 2-21 0,-1 8 42 15,0-2-20-15,-4 1-17 16,-1-1-22-16,-2 0 7 0,1-1-36 0,1 1-2 16,-2-2-22-16,2-3-3 0,0-2 3 15,3-6 20-15,-2-2-1 0,3-5-9 0,-1 0-32 16,4-4-67-16,-3-3-43 0,2-2-41 15,3-3-53-15,-1-3-129 0,1-2-248 0,-5-4-199 16,6-2-740-16</inkml:trace>
  <inkml:trace contextRef="#ctx0" brushRef="#br0" timeOffset="63564.4">7234 11044 795 0,'0'0'2059'0,"0"0"-1627"16,0 0-276-16,0 0-143 16,0 0-13-16,0 0 117 0,0 0 108 0,0 0 49 15,0 0-84-15,0 0-75 0,0 0-31 0,-27-8-32 16,18 16-39-16,-2 3 24 0,-2 5 12 15,-3 4-3-15,1 7 7 0,-3 5-13 16,2 7 6-16,-3 6-3 0,2 8 0 16,-2 5-3-16,3 5 2 0,-1 2-14 15,0 4-10-15,4-1 16 0,2-2 9 16,2 2-10-16,4-5 4 16,5-1-13-16,0-3 1 0,0-3-10 0,6-1 0 15,7-5-15-15,-2-2 0 0,6-7-1 16,4 1-1-16,2-4-50 0,1-5-27 0,2-2-19 15,0 0-21-15,-1-4-32 0,-1-3-43 0,1-3-47 16,-1-2-95-16,1-4-134 0,-8-3-217 16,6 0-595-16</inkml:trace>
  <inkml:trace contextRef="#ctx0" brushRef="#br0" timeOffset="64507.904">7641 10903 904 0,'0'0'1'16,"0"0"68"-16,0 0 240 0,0 0 238 15,0 0-132-15,0 0-150 0,0 0-78 0,0 0-10 16,0 0 16-16,0 0-8 0,21 18 29 15,-15-8-27-15,0-1-23 0,0 6-13 16,-1 2 12-16,2 4-19 0,-4 3-76 16,-1 4-3-16,-2 3 13 0,0 5-35 0,-2-1-3 15,-5 0-9-15,-1-2-31 16,0-1 0-16,1-4-22 0,0-2-18 16,-2-3-12-16,2-2-72 0,3-6-51 15,1-3-70-15,3-2-127 0,0-5-237 0,0-2-409 16,3-3-498-16</inkml:trace>
  <inkml:trace contextRef="#ctx0" brushRef="#br0" timeOffset="65040.014">8289 11565 2831 0,'0'0'423'0,"0"0"-423"15,0 0-9-15,0 0-4 0,0 0 13 0,0 0 153 16,0 0-19-16,0 0-65 15,0 0 14-15,0 0-4 0,46 36-1 16,-34-23-2-16,1-1-10 0,0 3-1 16,0-1 2-16,-1 2-17 0,0-3-3 15,0 3-13-15,-1-2-32 0,1 0 12 0,-1 1-14 16,-1-2-22-16,0-2-34 16,2 0-19-16,-2 0-8 0,3-1 2 0,0 0-26 0,-1-1 13 15,0 1 40-15,0-1 19 16,0 0-22-16,-1-1-76 0,1 2-113 0,-1-2-199 15,2 3-163-15,-3-5-103 0,6 3-468 0</inkml:trace>
  <inkml:trace contextRef="#ctx0" brushRef="#br0" timeOffset="65432.01">8899 12025 1911 0,'0'0'496'0,"0"0"-361"0,0 0-118 0,0 0-4 15,0 0 99-15,69 77 152 0,-56-63-14 16,-2 4-90-16,0-3-27 0,3 1 35 15,0-3 62-15,2 3-41 0,-1-2-76 0,2-2-64 16,0-1-27-16,0-3-12 0,-2 1-10 16,4 1-2-16,-2-3-48 0,-3 0-44 0,3 2-54 15,-1 0-37-15,3-1-43 0,-1 2-64 16,0-2-135-16,2 2-154 16,-1-2-19-16,1-1 63 0,-1 2 162 15,1-1 375-15,-1-1 124 0,-2 0 52 0,-1 2 39 16,-1 0-20-16,-1-2-9 15,-4 3-46-15,3-1-82 0,-2 0-38 0,0 0-19 16,-1 1 1-16,1 0 11 16,1 2 91-16,-1 2 29 0,4 0 110 0,0 1 102 15,1 1-17-15,1 0 10 16,2 1 27-16,3 2-28 0,-1-2-72 0,1-1-122 16,-2-1-82-16,3 0-42 0,-4-2-7 0,1-2 2 15,0 1-14-15,-4-1-22 16,2-2-15-16,-2 3 3 0,-1-2-31 0,0-1-16 15,-1 0-37-15,-2-1-35 0,-2 0-48 0,1-1-42 16,-3 0-107-16,-4-2-230 0,3-3-554 0</inkml:trace>
  <inkml:trace contextRef="#ctx0" brushRef="#br0" timeOffset="65745.482">10300 12618 2251 0,'0'0'501'0,"0"0"-314"0,0 0-133 0,0 0 7 15,0 0 89-15,0 0 242 0,0 0-42 16,12 77-143-16,-12-58-70 15,0 2-34-15,0 1-26 0,0 6-6 0,0 2-28 16,0 2 1-16,0 2-17 0,0-4-11 16,0 2-16-16,0-3 0 0,-3-4-2 15,2 0-38-15,1-4-4 0,-3-3-20 16,3-3-39-16,-1-1-39 0,-3-4-2 16,1-1-66-16,-2-2-71 0,-1-1-225 15,-2-3-653-15</inkml:trace>
  <inkml:trace contextRef="#ctx0" brushRef="#br0" timeOffset="67867.117">11818 10984 1299 0,'0'0'355'0,"0"0"-303"16,0 0 52-16,0 0 680 0,0 0-330 0,0 0-170 15,0 0-74-15,0 0-36 0,0 0-26 16,88 61-7-16,-75-41-5 0,3 5-15 16,0 3-15-16,1 4-22 0,-1 0-1 15,3 4 3-15,0-1 16 0,2 5 21 16,-1-2-25-16,1 3-19 0,-1 1-14 16,-2-2-26-16,-2 3-17 0,0 2-7 0,-1 0-3 15,0 2 3-15,-4 2-12 0,-1 1-1 16,-6 1-2-16,-1 2-18 0,-3 0-22 15,-3 1 4-15,-3-1-13 0,-4-1 9 16,0-1-6-16,-3-2-6 0,-1 3-6 16,-2-2 3-16,-2 2 6 0,-5-2-19 15,-2 5-21-15,-4-2-10 16,-3 1-25-16,-1-1-50 0,-3-2-59 0,1-2-129 16,3-3-135-16,1-4-191 0,8-12-91 0,-5 6-685 15</inkml:trace>
  <inkml:trace contextRef="#ctx0" brushRef="#br0" timeOffset="73643.175">8930 10840 82 0,'0'0'179'16,"0"0"-23"-16,0 0-19 0,0 0 33 15,0 0-23-15,0 0-4 0,0 0-9 0,0 0-24 16,0 0-22-16,0 0-13 0,0-3-13 16,0 3-30-16,0 0-29 0,0 0-3 15,0 0-2-15,0 0-1 0,0 0 0 16,0 0 3-16,0 0 28 16,0 0 47-16,0 0 13 0,0 0-10 0,0 0 6 15,0 0 1-15,0 0 2 0,0 0 24 16,0 0-11-16,0 0-19 0,0 0-29 0,0 0-17 0,0 0 11 15,0 0 5 1,2 0 143-16,-1-2-27 0,1 2-74 0,1 0-35 0,0 0 9 16,-2 0 7-16,6 0 6 15,-3 0 3-15,2 0-16 0,0 2-7 0,1 3-28 16,2 0-30-16,-2-1 52 16,0 1-26-16,1 1-6 0,0 0 7 15,-1 1 9-15,0 0-25 0,2 1 9 0,1-1 6 16,-1 3-27-16,0-1 21 0,0 1-3 15,0 1 12-15,0-2-30 16,1 2 20-16,0 0-6 0,2 0-2 0,0 1 6 16,-1 0-6-16,2 2 24 15,1-2-12-15,2 2 7 0,0 0-20 0,0 0 13 16,2-2-25-16,-3 4 3 0,2-1 29 16,0-1-30-16,-2 2 40 0,-1-1-30 15,2-1 1-15,-3 3 30 0,1-1-41 16,-1 0 20-16,2-1 3 0,-2-1-6 0,0 0-16 15,-2-3 25-15,1 2-6 0,4-2-7 16,-3-1-12-16,2 2 7 0,0-2 21 16,2 1-19-16,1-1-11 0,0 1 2 15,1-3 0-15,-2 3 13 0,0 1 2 16,-2 0-14-16,2 0 7 0,-2 2-10 16,0 2-1-16,-1-1 0 0,1-1-1 15,-2 1 1-15,3-2 3 0,-1-1-3 16,0 0-2-16,1 2 2 0,1-2 0 0,-2-2 1 15,4 0-1-15,-3 1 3 0,1-4-3 0,-3 0-2 16,-1 2-10-16,-3-2 10 0,1 0-14 16,-2 1-3-16,-3 1 4 0,0-2 13 15,1 0-17-15,-4 2 7 16,3-2-1-16,-3-4-8 0,-1 2-10 0,0-1-16 16,1-3-16-16,-2-1-18 0,-1 0-14 15,0 0-12-15,0 0-34 0,0-3-52 16,0-4-164-16,0 1-651 0,-10-9-708 0</inkml:trace>
  <inkml:trace contextRef="#ctx0" brushRef="#br0" timeOffset="74709.45">8997 10859 1520 0,'0'0'691'16,"0"0"-251"-16,0 0-137 0,0 0 36 0,0 0-98 15,0 0 9-15,0 0 5 0,0 0-108 16,0 0-44 0,0 0-35-16,43 5-15 0,-29-1-12 0,1-1-1 15,2 2-16-15,0-1-11 0,2 1-11 16,1 0-1-16,2 1 2 0,0-2-3 0,2-1 0 15,0 2-2-15,4-1-1 0,0-1 3 16,3-2-2-16,2 1 1 0,3-2-15 16,5 0-5-16,0-3 8 0,4-3-5 15,-2 1 2-15,3 2-43 0,-2-1 13 16,0 1-7-16,-1 2-6 0,0 0-19 16,-2 1 25-16,-5 0 12 0,-1 0 3 15,-7 2 6-15,1 1-9 0,-6-1 10 16,-2-1-16-16,-3 0-7 0,1-1 13 15,-6 2 19-15,1-2 10 0,-4 3-26 16,-1-2 0-16,0 0-3 0,-1 0 12 0,-2 1 4 0,0 1 3 16,1-2 9-16,-1 3 1 0,-2-3-14 15,3 0-6-15,-2 0 4 0,-1 2 9 16,1-3 3-16,1 1-45 16,-3-1 4-16,2 2 15 0,-2-2 30 15,0 0-27-15,-2 0-6 0,-1 0-9 0,1 0-20 16,-1 3 1-16,2-2 31 0,-2-1 42 15,0 4 32-15,0-1 71 0,0 1-26 16,0 2-23-16,0-2 7 0,-3 5 2 16,0-2-2-16,0 3-4 0,-1 2 23 15,1-2-10-15,-3 1 18 0,2 3-18 0,0-1-4 16,-1 1 0-16,-1 0-16 16,1 2 1-16,-1 1-8 0,0 1-14 15,2 1 9-15,0 1-16 0,-1 1 16 0,4-2-1 0,-1 5-3 16,-1-2 1-16,3 0 8 0,-1-1-24 15,-1-1 6 1,2-2-10-16,0 1 7 0,0-5 18 0,0 1-9 16,0 0 7-16,3 1-14 0,0 0-11 0,-1 2 5 15,2-2 7-15,-1 0 6 16,0 2-13-16,3-4-17 0,-2 3 18 16,0-2-18-16,-1-1-1 0,0 1 1 0,1-3 1 15,-1 0 13-15,-3-2-2 0,2 2 5 16,-1-3 7-16,1-2-3 0,-1 1-10 15,-1-1 6-15,2 0-2 0,-2 0-4 16,1 0 3-16,-1 0-2 0,2 0-13 0,-2 2 1 16,1-1-1-16,-1 1 0 0,0 0 0 15,1 0 0-15,-1-1-13 0,2-1 11 16,0-1 0-16,-2-2-1 16,0-1 1-16,0 0-1 0,0-2 0 0,0-1 3 15,0 0 2-15,0 0 10 0,0 0-10 16,0 0-1-16,0 0-1 0,0 0-27 15,0 0-22-15,0 0-10 0,0 0-9 0,0 0-21 16,0 0-14-16,0 0-40 0,0 0-83 16,-5 0-101-16,-1 0-197 0,2 0-537 15,-8 0-594-15,39 0 1209 0</inkml:trace>
  <inkml:trace contextRef="#ctx0" brushRef="#br0" timeOffset="75705.074">8416 11192 323 0,'0'0'649'16,"0"0"-324"-16,0 0-61 0,0 0 58 15,0 0-27-15,0 0 80 0,0 0-75 0,0 0-56 0,0 0-27 16,0 0-83-16,0 0-4 0,19-62-4 16,-15 53-37-16,3 2-1 15,-1 2-35-15,-1 2-31 0,1 0-22 16,0 1-22-16,3 2-28 0,1 0-13 16,0 0 16-16,3 5 28 0,1 1 19 0,-2 1 0 15,-1 4-24-15,-3 1 22 0,-3 0 3 16,0 2-2-16,-4-1 2 0,1 2 17 15,-2-4-16-15,0 1 31 0,-2-3-31 16,-2 2 11-16,-2-4 0 0,-1-2-13 16,-2 2-18-16,2-3-1 0,1-1-10 0,-1 0 10 15,-1-2 17-15,0-1 1 0,1 0 1 0,0 0 13 16,-2-2-11 0,1-3 0-16,-1-1 20 0,0-2-21 0,-2-1-1 15,1-4-26-15,-1-1-25 0,3 1-2 16,2 1 50-16,2 3 3 0,2-1 29 0,2 4-26 15,0 1 7-15,0 1 56 0,0 0-66 16,5-1-6-16,-2 3-23 0,0-3 7 16,1 5-22-16,-3-2-45 0,3 2-117 15,-1 0-230-15,0 0-235 0,2 4-387 0</inkml:trace>
  <inkml:trace contextRef="#ctx0" brushRef="#br0" timeOffset="76109.7">8965 11466 339 0,'0'0'1300'16,"0"0"-832"-16,0 0-125 15,0 0-53-15,0 0-13 0,0 0-44 0,0 0-26 16,88 81 9-16,-72-63-52 0,4 1-45 16,-2 2-37-16,1-1 3 0,3-2-16 15,1 1 5-15,1 0-5 0,0-3-1 16,2 1-3-16,-2-3-19 0,-1 2-15 16,0-2-15-16,0-1 2 0,-1 0-15 15,-1 0 0-15,0-1 25 0,0 2-15 16,-1 0-13-16,-1-2 2 0,0 1-1 15,-2 0 0-15,0 1 1 0,2-2 13 0,-3 3-15 16,3 1-2-16,-5-4-1 0,0 4 0 0,-2-4-13 16,-2 0 13-16,0 1-24 0,-4-2-44 15,1 0-59-15,-4-1-38 16,0 0-64-16,2-3-51 0,0 0-207 16,-1-2-566-16,7-4-531 0</inkml:trace>
  <inkml:trace contextRef="#ctx0" brushRef="#br0" timeOffset="76474.256">10112 12123 1178 0,'0'0'413'16,"0"0"-247"-16,0 0-55 0,0 0 158 15,0 0 106-15,81 24-10 0,-70-17-125 0,4 3-80 16,-4-1-11-16,1 7-9 0,-1-2-10 16,-2 4-48-16,2 2 28 0,-3 1 34 15,-1 0-8-15,0 1-21 16,-4-1-16-16,0-1-24 0,1-1-4 16,-4-1-13-16,0-2 1 0,0-1-19 15,0-4-21-15,-4-3-7 0,1-2 3 0,-1-1-2 16,-2-2-1-16,-1-1 0 0,-2-1 3 15,-4 2-2-15,0-3 2 0,-3 0 0 16,0-1-14-16,-1-7-1 0,-3 0 0 0,0-2-2 16,-2 0-28-1,2 1 8-15,4-2-21 0,0 2-24 0,6-1-7 0,0-2 15 16,4 0-31-16</inkml:trace>
  <inkml:trace contextRef="#ctx0" brushRef="#br0" timeOffset="79115.027">9825 10566 75 0,'0'0'479'0,"0"0"866"16,0 0-962-16,0 0-50 0,0 0-102 0,0 0 33 16,0 0 4-16,0 0-18 15,0 0-48-15,0 0-60 0,3 9-19 0,0 1-8 16,0 5 0-16,0 3-28 0,-3 2-56 15,0 4-12-15,0 1-19 0,-1 3-13 16,-7 2-5-16,1 0-13 0,-2-2-3 0,-2 0-16 16,1-1-12-16,-2-1-10 0,2-3 7 15,0-2-2-15,3-6-5 0,-2-3-41 16,3-5-26-16,1 0-66 0,0-2-66 16,-4-4-33-16,0 0-92 0,-3-1-200 15,-4 0-403-15</inkml:trace>
  <inkml:trace contextRef="#ctx0" brushRef="#br0" timeOffset="79334.423">9529 10901 597 0,'0'0'326'0,"0"0"218"16,0 0-122-16,0 0-88 0,0 0-59 16,0 0 38-16,0 0-21 0,0 0-71 15,82 69-53-15,-62-53-44 0,-1-2-1 0,-1-2-19 16,-2 0-32-16,-2 0-40 0,0-2-32 0,-2-3-10 15,-3 0-2-15,1-2-32 0,3 1 15 16,-1-2-2-16,2-4-57 0,1 0-39 16,3 0-57-16,1-7-61 0,6-2-176 15,-5 1-303-15,11-12-726 0</inkml:trace>
  <inkml:trace contextRef="#ctx0" brushRef="#br0" timeOffset="80055.943">10362 10532 555 0,'0'0'85'0,"0"0"-85"0,0 0 408 0,0 0 285 15,0 0-226-15,0 0-134 0,0 0-78 16,0 0 28-16,0 0-53 0,0 0-62 16,0 0-31-16,5-4-14 0,-2 13 31 15,1 3 3-15,4 5-50 0,-1 6-23 16,1 4-3-16,1 7-9 0,-2 0 14 16,1 4-27-16,-1-3-31 15,-2 2-28-15,1-5 0 0,-1-2-34 0,-1-2-37 16,3-5 15-16,-1-4-28 0,-2-1 7 15,-1-5-11-15,3-2-38 0,-2-5-43 16,1-5-65-16,1-1-138 0,3 0-215 0,-4-6-212 16,8-10-490-16</inkml:trace>
  <inkml:trace contextRef="#ctx0" brushRef="#br0" timeOffset="80324.212">10690 10684 1273 0,'0'0'971'0,"0"0"-706"0,0 0-187 0,0 0-62 16,0 0 39-16,-82 17 48 0,62-8 25 16,0 0-75-16,1 1-53 0,1 2-23 15,5-2 7-15,2 1 0 0,5-2 3 16,3-2 11-16,0 2-1 0,3-2 3 16,0-1 11-16,3 1 27 0,3 0-35 0,1-3 17 15,3 3-4-15,-1-2-13 16,0 2-3-16,2-2 35 0,1 2 23 15,-1-3-4-15,4 1 14 0,-4-1-11 16,2 2 1-16,0-3-4 0,-1 1-54 0,-1-1-38 16,1-1-65-16,-2 0-134 0,3-2-94 15,-4 0-216-15,5 0-454 0</inkml:trace>
  <inkml:trace contextRef="#ctx0" brushRef="#br0" timeOffset="82455.979">8922 10831 245 0,'0'0'365'16,"0"0"-323"-16,0 0-32 0,0 0 10 15,0 0-22-15,0 0 4 0,0 0 0 16,0 0-2-16,0 0-12 0,0 0-24 15,11 3-52-15,-9-3-20 0,-1 1 23 0,1 1 85 16,-1 3 0-16,2-1 160 0,-2-1-26 16,1 1-72-16,3-1-39 0,-3-1-7 15,-1-1 7-15,1 1-7 16,-2-2 121-16,1 0-3 0,-1 0-37 0,2 0-51 16,-2 0-46-16,0 0-16 15,1 0-17-15,-1 1-29 0,2-1-23 0,-2 2-12 0,1-1 9 16,-1 0 88-16,0-1 84 0,0 2 70 15,2-2-50-15,-2 0 13 0,0 0 10 16,1 2 19-16,-1-2-67 0,1 1-37 16,1 0 23-16,-1 1 49 0,2 2-50 15,-3-2-41-15,2 2 6 0,-1-1-12 16,-1-1-14-16,0 1 23 0,0 1 6 0,3-3 36 16,-3 3-6-16,0-2-10 0,0 2 0 15,0 1 3-15,0 2-55 0,0-1 0 16,0 1-23-16,1 4 10 0,-1-3-29 15,0 3-36-15,0-3-39 0,2 1-22 16,-1-1-4-16,-1-2 72 0,2 1 54 16,-2-1 17-16,0 0 13 0,0-3 0 0,1 3-11 15,-1-3-2 1,1 2-26-16,1 0 25 0,-1 2-12 0,2-1-39 0,-1 0 4 16,-1 1 12-16,2 1 6 15,-1 0 4-15,-1 0 0 0,2 1 5 0,-2-2 21 16,1 0 16-16,2 0 7 0,-3-2-23 15,2 2 0-15,-3-2-33 0,3 1-81 16,-1-3-58-16,-1 1-79 0,1-1-124 16,-1-3-162-16,-1 0 537 0,0 0 32 0,0 0-32 15,0 0 0-15,0 0-32 16</inkml:trace>
  <inkml:trace contextRef="#ctx0" brushRef="#br0" timeOffset="84872.404">8995 10884 378 0,'0'0'95'0,"0"0"-95"0,0 0-26 0,0 0 26 0,0 0 114 16,0 0 36-16,0 0 345 0,0 0-244 15,0 0-121-15,0 0-10 0,-10 31 88 0,10-27 45 16,0 1 0 0,0-1-56-16,0 0-62 0,0 1-51 0,0-2-39 15,0 3-19-15,0-1 2 0,0 1 17 16,0 2 16-16,0 1-22 0,0-1-10 15,0 3-7-15,0-1-3 0,0 1 0 0,0 1-16 16,0 1-3-16,0-1-3 0,0 1 1 16,1 1 1-16,1 1-15 0,-1-1-3 15,1 1 16-15,-1 0 3 0,1 4-3 16,-1-2 0-16,1 0-9 0,1 1-17 16,0-3-22-16,-2 2-7 0,4-1-26 15,1-2 17-15,-3 2 12 0,3-1 7 16,-2-1 3-16,2 0 0 0,3 0 25 0,-5 2-6 15,3-3 4-15,-2 1-4 0,-1 0 23 16,0 0-1-16,0-2-12 0,-1 1-3 16,-1 1-39-16,-1-1-23 0,-1-1 6 0,0-3 46 15,2 3 16-15,-2-3-3 0,0 1 3 16,0 0 0 0,0 2 12-16,0-1 1 0,3 2 15 0,-2-2-14 15,2 1 0-15,0-1 29 0,1 1-30 16,1-2 0-16,-1 2-23 0,0-1-61 0,-1 1-33 0,-2 0 7 15,2-3 2-15,-3 4 11 16,2-5 58-16,-1 3 39 0,-1-4 29 0,0 3 56 16,0-2 19-16,0-2-20 15,2 0 4-15,-1 0 2 0,1 1-2 0,-2-1-36 16,1-1-30-16,1 2-22 16,-2 0-1-16,0-1-34 0,0 0-37 0,0 2 27 15,0-2 13-15,0 1 2 16,0 0 11-16,-2-2 16 0,1 2 3 0,-1-2 0 15,1 1 45-15,1-1 39 0,0-2-3 16,0 2-35-16,0 0-27 0,0-3-19 0,0 1-35 16,0-2 12-16,0 0 3 0,0 0-12 15,0 2-4-15,0 0 36 0,0 0 4 0,1-1-2 16,-1-1 14 0,2-1 0-16,-2 1-16 0,0-1 1 15,0 0 19-15,0 0 9 0,0 2 13 0,0-2-10 16,1 0-12-16,-1 0 9 15,2 0 3-15,-1 0 4 0,-1 0 2 0,3 0-8 16,-3 0-11-16,5 0-17 0,-3 0-1 0,-1 0 2 16,1 0 17-16,-1 0 9 0,-1 0 13 15,2 0 0-15,-2 0 6 0,1 0-9 16,-1 0-11-16,2 2-24 0,1-2-2 16,-2 0-1-16,3 0-1 15,2 1 0-15,1-1 39 0,2 3-37 0,0-3 1 16,5 0-1-16,-1 0 21 0,4-2 5 15,1 0-24-15,-1-3 8 0,0-1-12 0,0 0 7 16,1 0-4-16,-2 4-3 16,-2-3 13-16,3 0-10 0,-4 2-3 0,3-1 0 0,0 3 3 15,3-4 10 1,-1 4 16-16,1-2-16 0,3 1-13 0,-1 1-3 16,0-2 3-16,0 0-13 0,2 1 13 15,-1-1 0-15,1 1 0 0,0-1 0 16,3 1-2-16,-2-2-21 0,1 0 4 15,1 2 19-15,3-1 0 0,-2 0-3 0,-1 2-26 16,1-1-10-16,-1 2 10 0,-2 0 1 16,-2 0 8-16,0 0-25 0,2 0 29 15,-6 2 14-15,2-1-17 0,-4 3 5 16,3-2 11-16,-2 1-7 0,-3-1 9 16,1 1 1-16,1-1 0 0,-2-2 2 0,3 2-2 15,0 0 1-15,-2-1 16 16,1 0-17-16,-2-1 0 0,2 0-3 15,-4 0 3-15,-1 0 3 0,-1 0 20 0,-3 1-20 16,-1-1-1-16,-1 0-1 0,-4 0 0 16,1 0 2-16,-1 0 20 0,-1 0 6 15,0 0 0-15,0 0 6 0,0 0-12 16,0 0-23-16,0 0-17 0,0 2-83 16,-1-2-29-16,-1 0-45 0,-2 0-69 15,1 0-117-15,-5 0-258 0,25-2-636 0</inkml:trace>
  <inkml:trace contextRef="#ctx0" brushRef="#br0" timeOffset="85766.587">10869 10703 869 0,'0'0'430'16,"0"0"692"-16,0 0-635 0,0 0-116 16,0 0-145-16,0 0-61 0,0 0 21 0,47 72 8 15,-34-52-37-15,-1 3-79 16,1-1-13-16,-2-1-49 0,1-2-16 16,-2 0-41-16,0-6 10 0,-1-3-9 15,1-1-38-15,-2-4-76 0,1-2-82 16,1-3-125-16,-1 0-172 0,-3 0-460 15,2-11-352-15</inkml:trace>
  <inkml:trace contextRef="#ctx0" brushRef="#br0" timeOffset="85966.078">11058 10753 635 0,'0'0'489'0,"0"0"565"0,0 0-766 16,0 0-7-16,-54 66 88 0,41-41 42 0,-1 2-38 15,2-1-122-15,-1-2-132 16,0-2-82-16,3-3-37 0,0 0-31 0,0-7-53 16,4 1-32-16,0-5-76 0,5-4-140 15,1-3-75-15,0-1-140 0,4-7-539 16,1 0-279-16,4-16 1247 0</inkml:trace>
  <inkml:trace contextRef="#ctx0" brushRef="#br0" timeOffset="86208.96">11314 10454 248 0,'0'0'313'16,"0"0"-111"-16,0 0 831 0,0 0-472 0,0 0-29 16,2 70-208-16,-1-48-171 15,-1 1 47-15,0 4 46 0,0 3-126 0,0 6-45 16,0 2-37-16,-3 3-25 0,-4 1-13 15,-3 0-1-15,-3-2-2 0,1-4-32 16,2-3-81-16,0-3-17 0,4-8-40 16,5-7-116-16,1-4-250 0,0-8-534 0,9-3-193 0</inkml:trace>
  <inkml:trace contextRef="#ctx0" brushRef="#br0" timeOffset="86455.98">11667 10678 1251 0,'0'0'644'0,"0"0"-242"0,0 0-157 0,0 0-6 0,0 0 5 16,-86 25-23-16,58-13-81 0,-2 2-64 15,1 3-44-15,2 1-32 0,5-4-1 0,1 1-24 16,2-4 23 0,7-1 2-16,2-5 1 0,3 1 9 15,4 0-10-15,0-2-10 0,3 1 10 16,0 2 25-16,2 0-9 0,4 4 9 0,6 0-9 0,0 2 16 15,4-1 3-15,0-1 9 0,2-2-6 16,4 2-9-16,-2 1-29 0,2-1-41 16,2 2-177-16,1-2-59 0,-2 3-108 15,-3-7-320-15,4 5-844 0</inkml:trace>
  <inkml:trace contextRef="#ctx0" brushRef="#br0" timeOffset="93288.81">14671 10783 1125 0,'0'0'78'15,"0"0"1244"-15,0 0-970 16,0 0-99-16,0 0-74 0,0 0 2 16,97-43 60-16,-72 32-15 0,1 4-25 15,1 0-42-15,1 2-44 0,-4 2-25 16,0 3-13-16,-2 0-19 0,-5 2-11 0,-2 3-17 15,-4 5-27-15,-6 3 13 0,-5 7-15 16,0 10 1-16,-16 7-2 0,-6 7 2 16,-10 7-2-16,-6 4-15 0,-4 2-22 15,-1-1 12-15,2-1-3 0,8-10 7 0,9-4 2 16,8-7 16 0,5-5 3-16,6-3 17 0,5-3-2 0,0 1-12 15,0-1 0-15,2 2-1 0,3 2 11 16,2 2-10-16,1 2 9 0,0 4-9 15,4 1-1-15,-2 4-2 0,0 0-1 0,1 1-1 16,-3 2 0-16,-1 1-10 0,0 3 11 16,-1 3-24-16,-2 1 23 0,-2 4 1 0,-2 1 0 15,0 2-12-15,0 0-24 16,-5-3 4-16,0 1 14 0,0-6-15 16,1-2 9-16,3-6 23 0,-1-3-13 15,2-5 13-15,0-7 2 0,0 1 0 0,0-8 0 16,0-2-3-16,2-2-81 0,-2-4-87 15,0-1-124-15,-6-2-224 0,0-5-515 16,-10 2-457-16</inkml:trace>
  <inkml:trace contextRef="#ctx0" brushRef="#br0" timeOffset="122014.924">10605 7532 1315 0,'0'0'1846'0,"0"0"-1588"0,0 0-226 15,0 0-30-15,0 0 106 0,0 0 78 0,40-66 3 16,-31 51-101-16,1 0-53 0,1 1 25 16,1-2 18-16,1 2 28 0,0 1-50 15,-3 6-25-15,-1 0-31 0,-1 7 0 0,-3 0-50 16,-4 13 3-16,-1 10 26 0,-3 8 14 0,-11 15 7 16,-5 7 0-1,-5 10-12-15,-4 4-1 0,-3 4-12 16,0 0-40-16,3-5-10 0,2-4 63 0,7-8 12 15,3-7 25-15,7-10 3 0,3-6-27 16,5-6-1-16,1-1 0 0,0-2-55 16,4-2 53-16,2 2-10 0,2-2-35 0,1 1 12 15,3 0-43-15,1 3-23 16,4 1 65-16,3 2 36 0,-1 4 18 16,1 5-17-16,-1-1 15 0,3 0 6 0,-1 2 0 15,-3 0 17-15,-1 0-37 16,-2 5 15-16,-3-1 14 0,-3 3-29 0,1 2 0 15,-4 0 14-15,-2 0-16 0,-1 1 3 16,1-4 13-16,-1 0 9 0,0-3 7 16,0-3-29-16,-1-1 70 0,-1-6 14 15,-1-2-31-15,0-6-18 0,0-1-1 16,-3-6-15-16,-3 1-20 0,-1-7-2 16,0-2-22-16,-2-4-68 0,2-3-86 0,-2-5-34 15,2-8-37-15,2-8-176 0,2 0-372 16,1-31-707-16</inkml:trace>
  <inkml:trace contextRef="#ctx0" brushRef="#br0" timeOffset="122210.961">11504 8299 2820 0,'0'0'1609'16,"0"0"-1212"-16,0 0-268 0,0 0-43 15,0 0-50-15,0 0-2 0,84 17 9 0,-54-15-31 16,6 0-12-16,3-2-2 0,-2 0-38 16,1 0-64-16,-5 0-184 0,-4 0-260 15,-10 0-619-15,-15 2-994 0</inkml:trace>
  <inkml:trace contextRef="#ctx0" brushRef="#br0" timeOffset="122374.174">11497 8585 1790 0,'0'0'1975'0,"0"0"-1905"16,0 0 2-16,0 0-72 0,0 0 189 15,0 0 79-15,101 45-58 0,-59-45-114 0,8 0-44 0,2-6-40 16,4 0-12-16,3 0-86 0,0 5-273 16,3 1-1-16,-17 0 121 0,13 4-1277 0</inkml:trace>
  <inkml:trace contextRef="#ctx0" brushRef="#br0" timeOffset="123749.861">13375 8111 2147 0,'0'0'339'0,"0"0"-129"0,0 0-13 16,0 0 81-16,0 0 19 0,8 67-66 15,0-57-42-15,0-1-19 0,1-5-10 0,2 1 4 16,4-5-21-16,1 0-17 16,1 0-18-16,5-9 2 0,-1 0-18 0,0-5-37 15,0-1-25-15,-1-3-30 0,-1 1-3 16,-2-1-16-16,-1 1 4 0,-1 2 0 16,-4-4-34-16,2 0-15 0,-3-1 12 15,-4 0-7-15,1-4-8 0,-5 1-10 16,-2-1-25-16,0 1 18 0,-5 2 47 0,-2 4 34 15,-2 2-19-15,-2 2 22 0,-1 5 3 16,1 4 28-16,-5 1-1 16,0 3-30-16,-3 0-25 0,-2 1-6 0,-1 6 30 15,1 5-27-15,-1 0 13 0,3 4 15 16,-1 3-12-16,1 0 8 0,3 8 3 0,-1 0 1 16,3 8 35-16,-1 1 17 0,5 6-2 15,0 2 9-15,2 1-1 0,3 1 10 16,1 1-6-16,2-2-28 0,2-2 2 15,2-1-11-15,5-4 15 0,6-6-9 0,3 0-19 16,4-6 6-16,3-3 7 16,4-4-10-16,0-7-12 0,1 0-1 15,4-7-2-15,-2-3-30 0,2-2-9 16,1-5-44-16,0-6-71 0,-1-6-78 16,-3-4-126-16,-3-5-427 0,-8 7-690 0,2-16 63 15</inkml:trace>
  <inkml:trace contextRef="#ctx0" brushRef="#br0" timeOffset="123946.301">13944 8020 1580 0,'0'0'1180'16,"0"0"-824"0,0 0-190-16,0 0 47 0,0 0 72 0,51 77 42 15,-36-50-68-15,4 3-89 0,0-1-13 0,1 2-46 16,4-1-71-16,-2-5-40 0,0-1-31 15,-2-5-43-15,-3-3-70 0,-1-3-51 16,-3-3-66-16,0-3-142 0,-4-3-262 16,-1-4-590-16,-2 0-221 0,1-12 1290 0</inkml:trace>
  <inkml:trace contextRef="#ctx0" brushRef="#br0" timeOffset="124130.427">14257 7961 1520 0,'0'0'292'0,"0"0"447"0,0 0-426 15,0 0-118-15,0 0 20 0,-84 52 64 0,68-26-16 16,-2 5-37-16,3 5-75 16,-1 5-33-16,3 2-3 0,-4 2-4 15,3 1-37-15,-4 2-74 0,2-2-25 16,-1-3-67-16,0-1-91 0,1-5-121 0,2-6-162 0,5-5-231 16,6-12-435-16,3-8-168 15,2-6 1228-15,18-20-52 0</inkml:trace>
  <inkml:trace contextRef="#ctx0" brushRef="#br0" timeOffset="124374.393">14575 8051 1975 0,'0'0'1036'0,"0"0"-745"0,0 0-132 15,-13 82 38-15,10-44 121 0,-1 4 29 0,4 7-50 0,0 5-91 16,0 5-74-16,0 3-22 15,1 4-27-15,-1 3-25 0,0 0-49 0,-6-2-9 16,-3 1-28-16,-1 0-2 16,-3-2-22-16,3-6-12 0,-1-5-6 0,2-6 45 15,4-13-45-15,2-8 8 0,3-10 7 0,0-10-50 16,6-4-86-16,5-4 55 0,4-11-51 16,2-6-43-1,-1-6-222-15,1-8-255 0,-5 7-628 0,1-23 53 0</inkml:trace>
  <inkml:trace contextRef="#ctx0" brushRef="#br0" timeOffset="124666.638">14473 8104 450 0,'0'0'2128'0,"0"0"-1806"16,0 0-56-16,0 0 15 0,71-82-3 0,-42 67-45 15,1 4-7-15,0 6-89 0,2 5-59 16,-3 0-47-16,-1 10-29 0,0 4 14 16,-4 6-16-16,-5 5-12 0,-3 1 12 15,-6 6-1-15,-3-1 1 0,-5-1-1 0,-2 2 1 16,0-1 0-16,-9-5 3 16,-1 2 9-16,-4-6 19 0,-4 1-29 0,1-2 0 15,-1-2 13-15,-3-6-15 0,-1 0-43 16,0-2-88-16,1-4-55 0,-2-1-72 0,2-6-131 15,0 0-663-15,4-3-1054 16,-10-12 1988-16</inkml:trace>
  <inkml:trace contextRef="#ctx0" brushRef="#br0" timeOffset="125321.294">16054 7389 2062 0,'0'0'782'16,"0"0"-420"-16,0 0-173 0,0 0 61 0,0 0 56 15,0 0-5-15,0 0-75 0,0 0-124 0,0 0-96 16,0 0-6-16,0 0-33 16,-74 47 12-16,43-8 21 0,-2 10 46 15,-2 3-30-15,2-2-16 0,0 1-15 16,5-6-28-16,4-6 0 0,5-7 43 15,8-9 34-15,3-10-34 0,7-4-19 16,1-2-18-16,0-3 19 0,4 2 18 0,6 3 6 0,1 3-6 16,4 2-22-16,0 7 21 15,3 4 1-15,1 7 12 16,0 1 10-16,1 8-22 0,-1 3 0 0,1 2 0 16,-1 1 0-16,-3 5 3 0,-1-2-3 0,-6 1-8 15,0-1 8-15,-5-3 1 0,-4 0 2 16,0-2 3-16,0-3-6 0,-3-1-15 15,-4-3-10-15,3-4-6 0,-1-4-12 16,2-5-66-16,3-3-25 0,0-6-115 16,0-3-111-16,2-4-163 0,5-5-646 15,-1-4-328-15,4-4 1177 0</inkml:trace>
  <inkml:trace contextRef="#ctx0" brushRef="#br0" timeOffset="126204.919">17303 7178 127 0,'0'0'1627'0,"0"0"-888"0,0 0-295 16,0 0-162-16,0 0-33 0,-76 31-34 0,54-9-32 16,-4 5-20-16,2 7-12 0,1 5 5 15,1 9 2-15,1 5-1 0,1 10-3 16,1 6-13-16,-1 9-6 0,-2 7-35 16,2 5-15-16,-2 7-18 0,1 5-39 15,0 6-4-15,4 1-24 0,3 0-15 16,4-2-31-16,5-6 7 0,5-4-31 15,5-7 12-15,10-5-34 0,4-7-27 0,4-2-37 16,8-5-35-16,3-5-88 0,5-4 46 16,9-7-174-16,5-5-156 0,6-5-450 15,-14-13-563-15,28 4 1348 0</inkml:trace>
  <inkml:trace contextRef="#ctx0" brushRef="#br0" timeOffset="126762.866">21842 7209 443 0,'0'0'2117'0,"93"9"-1827"16,-50 1-59-16,8 4-30 0,5 7 60 0,-5 4 29 16,-7 4-59-16,-7 7-85 0,-4 2-6 15,-4 3 55-15,-4 10-13 16,-2 2-56-16,0 5-13 0,-2 6 13 0,-3 2 5 15,-5 3-55-15,-1 4-27 16,-9 4-19-16,-3 6-9 0,-5 9-21 16,-10 8-1-16,-7 4-11 0,-7 2-9 0,-7-1-43 15,-1 1-34-15,-4-8-48 0,-1-4 15 16,-4-9-1-16,-2-8-13 16,-2-8-9-16,-2-10-41 0,-1-8-49 15,-2-5-125-15,-2-8-171 0,-4-5-453 0,14-11-693 16,-23-1 1631-16</inkml:trace>
  <inkml:trace contextRef="#ctx0" brushRef="#br0" timeOffset="127490.185">17884 7263 303 0,'0'0'23'0,"0"0"1728"0,0 0-1459 0,0 0-43 16,0 0-53-16,0 0 80 0,0 0 21 16,0 0-21-16,0 0-14 15,0 0-98-15,-65-11-8 0,65-1-72 16,5 3 12-16,2-1 12 0,0 3-74 15,3 2-12-15,0-1-7 0,6 5 19 0,4 1 6 0,2 0-12 16,2 1 18-16,0 6-28 0,-1 4-6 16,-2 1-12-16,-5 2-36 0,-2 0-14 15,-3 3 20-15,-9-3 23 16,-2 5 5-16,0 1 4 0,-10 2 15 16,-8 0-15-16,-3 0-1 0,-3 0 2 0,-4-3 0 15,0-3 22-15,-1-3-13 0,2-6 11 16,-1-2-22-16,5-3-2 0,1-2-14 15,2 0-19-15,4-3 22 0,1-8-16 16,3-1-24-16,1-4-10 0,3-1 44 16,2-2-53-16,5-2 30 0,1 4-18 15,0 1 10-15,4 2-4 0,2 4-19 16,3 2-60-16,1 4-88 0,-1 2-74 16,2 2-152-16,1 5-246 0,-4-2-654 0</inkml:trace>
  <inkml:trace contextRef="#ctx0" brushRef="#br0" timeOffset="127763.918">18575 7864 1535 0,'0'0'1364'0,"0"0"-1223"16,0 0-122-16,0 0 13 0,0 0 131 15,77 67 127-15,-58-49-78 0,1 1-102 0,2 2 22 16,3 3 119-16,3 2-56 0,1 0-139 16,4 2-56-16,1 1-2 0,3 0-13 15,0 2-4-15,2-2-59 0,2 3-43 0,3-1-25 16,0-2-24-16,1 2 12 0,-1 0 16 16,0 0-25-16,-3-2-139 0,-4 1-218 15,-2-2-600-15,-8-8-271 16,-1 5 1326-16</inkml:trace>
  <inkml:trace contextRef="#ctx0" brushRef="#br0" timeOffset="128004.793">20584 9153 326 0,'0'0'724'16,"0"0"1084"-16,0 0-1702 0,0 0-106 15,85 30-128-15,-64-25-91 0,-2-5-224 0,0 2-334 16,-2-2-403-16,-3 0 1180 0,-2 0 0 16,-1 0-88-16</inkml:trace>
  <inkml:trace contextRef="#ctx0" brushRef="#br0" timeOffset="128271.431">21023 9182 927 0,'0'0'1787'15,"0"0"-1331"-15,0 0-318 0,0 0-84 0,82 36-54 16,-62-25 12 0,0 0-8-16,-4 2 123 0,-1 2-10 0,-4-1 28 15,0 4 3-15,-2-3-16 0,-3 2-12 16,-1 1-14-16,-4-1-10 0,-1-3-9 0,0-1-32 15,-4-1-21-15,-5-1-9 0,-7-4 6 0,-4-2-6 16,-3 1-13-16,-6-3-9 16,-3-1 12-16,-5-2-12 0,0 0 13 15,-1-4-13-15,-1-3-2 0,4 2 14 0,5-4 50 16,6-1 42-16,7-2-18 0,6-5-89 0,7 1-58 16,4-5 15-1,0-2 15-15,10 1-27 0,7-4 0 0,8 1-13 16,3-6-80-16,6-1-116 15,-9 6-330-15,12-18-885 0</inkml:trace>
  <inkml:trace contextRef="#ctx0" brushRef="#br0" timeOffset="128696.726">20568 7222 170 0,'0'0'45'0,"0"0"2312"15,0 0-1968-15,0 0-75 0,0 0-28 0,0 0 14 16,0 0 17-16,78 0-50 0,-61 16-72 16,1 7-17-16,1 10 12 15,1 8-43-15,-2 8-13 0,0 6-37 16,-4 3-39-16,-2 2-25 0,-3-4-15 15,1-1-18-15,0-4-33 0,0-7 0 16,2-4-16-16,2-10-73 0,2-6-51 0,4-6-32 16,3-10-35-16,3-3-144 0,-7-5-343 15,8-10-884-15</inkml:trace>
  <inkml:trace contextRef="#ctx0" brushRef="#br0" timeOffset="128912.864">21085 7335 2353 0,'0'0'1172'0,"0"0"-951"0,0 0-145 16,-59 73 56-16,34-34 138 15,-3 5 68-15,-3 3-55 0,0 3-93 0,0-2-62 16,1-2-55-16,1-1-47 0,-1-4-26 0,1-5-36 16,-4-5-65-16,3-5-24 15,-2-5-22-15,3-3-25 0,-1-7-7 16,-2-4-57-16,-1-4-171 0,-4-3-317 15,8 0-932-15,-23-7 177 0</inkml:trace>
  <inkml:trace contextRef="#ctx0" brushRef="#br0" timeOffset="129067.414">20040 7722 2489 0,'0'0'1221'16,"0"0"-907"-16,0 0-207 15,0 0-7-15,95 16 142 0,-48-10 66 0,7 0-53 16,8-3-97-16,6-1-45 0,7-2-34 15,4 0-43-15,5-5-36 0,-1-2-85 16,1 2-76-16,-2-1-47 0,-4 1-31 16,-5 0-144-16,-19 2-412 0,12-3-883 0</inkml:trace>
  <inkml:trace contextRef="#ctx0" brushRef="#br0" timeOffset="130240.169">23518 7018 326 0,'0'0'1944'15,"0"0"-1305"-15,0 0-112 0,0 0-201 16,0 0-128-16,0 0-43 0,79-30 13 0,-40 21-10 0,6-2-53 15,2-1-65-15,2 3-40 0,-2 0-2 16,-7 9 1-16,-4 0-2 0,-8 4 0 16,-5 10-9-16,-7 6 13 0,-6 8-2 15,-10 10-1-15,0 6 2 0,-15 8 14 16,-8 7 11-16,-5 7-25 0,-5 1-10 16,-1 0-3-16,-4 3 1 15,0-5-13-15,-2 2 1 0,4-5 11 0,2-1 13 16,3-2 26-16,5-7 39 0,5-3 9 15,2-2 18-15,4-4 12 0,3 0-30 16,3-2-37-16,4 0-4 0,5-2-8 16,0-1-10-16,9-1-13 0,4 1 16 15,5 4 1-15,2-4-19 0,-1 5 0 16,1-2-16-16,-6 1 1 0,0 0 0 0,-8-2-16 0,-1-1-5 16,-2 3 8-16,-3 3 25 15,0 0 3-15,-5 3 0 0,1 0 24 0,-2-2 1 16,1-1-24-16,-3 1 11 15,4-5 5-15,-1-3-16 0,1-1 2 16,0-1 58-16,1-3-40 0,1-2-18 0,-1 0 49 16,-1 0-31-16,4-1 7 0,-3 0 26 15,1-5-32-15,0-1 8 0,-1-1-16 16,2-5-14-16,-2-2-18 0,1-4-85 16,1-3-120-16,-1-2-102 15,2-3-199-15,0-2-995 0</inkml:trace>
  <inkml:trace contextRef="#ctx0" brushRef="#br0" timeOffset="130379.451">23965 9400 3628 0,'0'0'1486'0,"0"0"-1379"16,0 0-107-16,0 0-321 0,0 0-358 0,0 0-732 15,0 0-406-15,-96-85 1015 0</inkml:trace>
  <inkml:trace contextRef="#ctx0" brushRef="#br0" timeOffset="134663.201">24084 8291 2168 0,'0'0'1086'0,"0"0"-834"0,0 0-27 16,0 0-55-16,0 0 31 0,0 0 98 0,0 0 16 15,0 0-18-15,0 0-68 0,0 0-53 16,0 0-54-16,0 0-46 0,0 0-46 0,98-2-12 16,-55-2-18-16,3-2-1 0,3 1-44 15,-5-1-65 1,-4 0-60-16,-3 1-15 0,-8 2-20 15,-5 0-62-15,-9 3-241 0,-8 0-287 0,-7 5-630 16,0 0-467-16</inkml:trace>
  <inkml:trace contextRef="#ctx0" brushRef="#br0" timeOffset="134834.064">23982 8535 3067 0,'0'0'529'0,"0"0"-255"0,0 0-274 16,0 0-82-16,0 0 82 0,0 0 158 0,0 0 43 15,0 0-17-15,76 56-73 0,-37-48-55 16,10-3-44-16,4-1-12 0,6-4-105 16,0 0-103-16,2-4-138 0,-5-1-425 0,-13-1-1274 15,7-3 1028-15</inkml:trace>
  <inkml:trace contextRef="#ctx0" brushRef="#br0" timeOffset="135375.062">25327 7553 1007 0,'0'0'1516'16,"0"0"-988"-16,0 0-177 0,0 0-154 16,0 0-67-16,0 0 30 15,0 0 64-15,0 0-75 0,0 0 6 16,24 69 59-16,-13-26-54 0,-1 10-50 15,2 8 12-15,-1 4-21 0,-5 2-58 0,-1-2-7 16,-2-2-11-16,-2-2-25 0,-1-2-2 16,0-5-13-16,-1-1-7 0,-2-7 4 15,0-7-22-15,1-3-67 0,2-10-9 0,0-4-19 16,0-7-46-16,0-5-98 16,2-4-238-16,2-5-250 0,0-1-545 15,-2-5-21-15,-1-14 971 0</inkml:trace>
  <inkml:trace contextRef="#ctx0" brushRef="#br0" timeOffset="135551.654">25576 8039 2187 0,'0'0'768'0,"0"0"-461"0,0 0-110 16,0 0 47-16,82 22 80 15,-55-18-79-15,3-1-96 0,1-3-94 0,3 0-53 16,2-5-2-16,5-7-96 15,-5 0-156-15,-2-5-106 0,-1-1-287 0,-7-1-719 16,-10 2-260-16</inkml:trace>
  <inkml:trace contextRef="#ctx0" brushRef="#br0" timeOffset="135754.423">25764 7675 1076 0,'0'0'1489'0,"0"0"-1244"15,0 0-116-15,0 0 2 0,-23 81 141 0,20-51 83 16,3 6-6-16,0 2-108 0,0 5-73 16,0 4-51-16,5 4-34 0,-2-1-36 15,-3 3-46-15,0-3-1 0,0-1-25 16,-2-3-3-16,-4-3-142 0,1-6-19 16,1-3-58-16,1-4-121 15,3-3-147-15,0-4-258 0,0-7-553 0,0-3 264 0</inkml:trace>
  <inkml:trace contextRef="#ctx0" brushRef="#br0" timeOffset="136272.916">26590 7557 2076 0,'0'0'983'0,"0"0"-692"0,0 0-138 16,0 0-61-16,0 0 176 16,0 0 40-16,35 97-63 0,-21-47-25 0,-1 7-33 15,2 3-64-15,1-1-47 0,-1-3-45 16,3-6-16-16,0-4-15 0,4-4 0 16,-2-7-12-16,3-8-6 0,0-3-10 15,-1-8-100-15,-2-2-29 0,0-7-40 16,-1-7-88-16,-5 0-215 0,0-3-557 15,-3-19-804-15</inkml:trace>
  <inkml:trace contextRef="#ctx0" brushRef="#br0" timeOffset="136483.149">26966 7658 1243 0,'0'0'1776'0,"0"0"-1437"16,0 0-149-16,-62 88-70 0,33-48 79 15,-1 6 115-15,-2 0-43 0,-1 2-105 16,2 0-61-16,0-2-65 0,0-3-21 16,2 0-19-16,0-2-61 0,0-5-47 0,3-1-56 15,3-4-47-15,0-6-46 0,7-6-137 16,4-6-180-16,7-4-412 0,2-6-386 16,6-8 981-16</inkml:trace>
  <inkml:trace contextRef="#ctx0" brushRef="#br0" timeOffset="136697.116">27269 7931 2734 0,'0'0'1266'0,"0"0"-959"0,0 0-199 15,118 1-58-15,-62-7-16 0,6-2-34 16,0-3-31-16,0-3-112 0,-3-1-125 0,-2-4-78 16,-15 7-326-16,6-11-1009 0</inkml:trace>
  <inkml:trace contextRef="#ctx0" brushRef="#br0" timeOffset="136904.584">27586 7535 1630 0,'0'0'1191'0,"0"0"-906"0,0 0-160 16,0 0 41-16,-6 71 119 0,11-38 42 15,-1 7 20-15,2 3-102 0,3 4-97 16,0 1-53-16,-1-1-52 0,-3 0-26 16,0-4-17-16,-4 2-15 0,-1-6-28 15,-1-2-108-15,-4-3-58 0,3-7-40 0,2-2-146 16,0-4-268-16,5-8-583 15,6-5-348-15,13-8 1402 0</inkml:trace>
  <inkml:trace contextRef="#ctx0" brushRef="#br0" timeOffset="137238.95">28687 7231 1395 0,'0'0'2160'15,"0"0"-1710"-15,0 0-314 0,0 0-102 16,0 0 66-16,0 0 73 0,91 86 47 15,-77-50-39-15,-2 5-34 0,-2 4-31 16,-4 2-37-16,-1-1-55 0,-3-2-24 16,-1-2-37-16,-1-7 4 0,0-6-7 15,3-5-33-15,0-5-108 0,6-6-40 0,-4-2-160 16,1-7-321-16,0-2-631 0,1-6-707 0</inkml:trace>
  <inkml:trace contextRef="#ctx0" brushRef="#br0" timeOffset="137435.005">29034 7247 1034 0,'0'0'1688'0,"0"0"-1152"0,-85 68-294 0,46-34-43 0,-9 6 31 16,-6 2 121-16,1-1-69 0,-3-3-147 15,2-1-135-15,3-2-12 16,6-4-151-16,6-3-67 0,10-9-105 0,9-5-192 15,13-9-123-15,7-5-445 0,1-4-331 16,21-22 1175-16</inkml:trace>
  <inkml:trace contextRef="#ctx0" brushRef="#br0" timeOffset="137689.387">29405 6928 2062 0,'0'0'1151'0,"0"0"-979"0,0 0-153 16,0 0 102-16,0 0 63 0,0 0 17 0,0 0-40 16,0 0-49-16,0 0-24 0,17 83-17 15,-47-53 0-15,-2-1-24 0,2 1-4 16,5-5 19-16,7-1 24 0,7-6-9 0,5-6-31 16,3 0-21-1,3-1 12-15,0-2 3 0,11 2-4 0,3 2 7 0,7-1-6 16,1-1-4-16,3 0-11 0,6 1-22 0,-1-1-32 15,2 0-72 1,-1-3-74-16,2 3-68 0,-2-4-62 0,-2 0-201 16,-9-1-608-16,-2 1-908 0</inkml:trace>
  <inkml:trace contextRef="#ctx0" brushRef="#br0" timeOffset="137971.171">28181 7968 676 0,'0'0'2084'0,"0"0"-1530"15,0 0-385-15,0 0-84 0,0 0 48 16,91 4 210-16,-56-4 0 0,2-4-74 15,6 4-112-15,5-2-40 0,7 1-32 16,4-3-27-16,4 4-15 0,2-4 6 0,0 0-28 16,0-2-21-16,-3-3-12 0,-5 2-67 15,-2-3-47-15,-6 0-48 16,-9 1-66-16,-3 0-120 0,-9-2-251 0,-8 4-514 0,-5-7-688 0</inkml:trace>
  <inkml:trace contextRef="#ctx0" brushRef="#br0" timeOffset="138660.678">28296 8313 280 0,'0'0'1316'0,"0"0"-340"0,0 0-606 16,0 0-127-16,0 0 34 0,0 0 103 15,0 0-44-15,103 5-56 0,-67-3-89 16,6 0-59-16,-2 4-36 0,1 0-23 16,0 1-6-16,-5-1-42 0,-4 3-25 15,-6-2-2-15,-6 2-23 0,-6 1-5 0,-6 1-7 16,-4-3 0-16,-4 7 16 0,0-2-1 15,-9 5 22-15,-8-1 1 0,-3 2 12 16,-8 1-12-16,-2 2-1 0,-4-2-16 16,-1 1 13-16,1 0-27 0,3-4 17 15,9 0 10-15,5-4 0 0,4-3 0 0,7-3-9 16,2 0 10 0,4-2 2-16,0 1 0 0,0-3 67 0,12 3 10 15,2-2-25-15,5-2-29 0,5-1-23 16,4-1-18-16,3-1-58 0,0-5-59 15,0-2-53-15,0 1-63 0,-7-5-177 16,-4 7-556-16,0-7-792 0</inkml:trace>
  <inkml:trace contextRef="#ctx0" brushRef="#br0" timeOffset="139367.129">29228 8243 78 0,'0'0'2629'0,"0"0"-2148"0,0 0-327 15,0 0-138-15,0 0 95 0,0 0 183 16,0 0 40-16,0 0-79 0,0 0-91 0,31 67-52 16,-28-40-17-16,-3 1-27 0,0 3-62 15,-7-2-6-15,-3 0-77 0,-3-4-83 0,-2-1-45 16,-2-1-81-16,1-2-140 0,-1-4-192 16,1 1-361-16,0-1-129 0,8-8 224 15,-7 1 830-15</inkml:trace>
  <inkml:trace contextRef="#ctx0" brushRef="#br0" timeOffset="139504.465">29073 8700 287 0,'0'0'2479'0,"0"0"-1883"0,0 0-349 16,0 0-126-16,0 0 39 15,0 0 95-15,32 74-22 0,-19-63-66 16,1-5-90-16,0 0-54 0,3 0-23 0,-3-4-111 16,3 2-106-16,-6-3-171 0,-2 3-587 15,-3-2-1106-15,-6-2 1484 0</inkml:trace>
  <inkml:trace contextRef="#ctx0" brushRef="#br0" timeOffset="140384.128">26438 8576 1785 0,'0'0'1140'16,"0"0"-859"-16,0 0-70 0,0 0 11 15,100 0 162-15,-59-4-81 0,8-4-67 16,0 1-58-16,4-1-55 0,0-3-34 0,-1 3-34 16,-1-1-40-16,-2 1-15 0,-8-1-1 15,-4 2-2-15,-3 3-21 0,-4-1-19 16,-2 0-30-16,-5 0-47 0,-4 1-37 16,-4 1-26-16,-1-1-53 0,-6 3-144 0,-4-2-268 15,-2 2-549-15,-2 1-485 16,-12 0 1662-16</inkml:trace>
  <inkml:trace contextRef="#ctx0" brushRef="#br0" timeOffset="140689.706">26701 8726 2353 0,'0'0'394'0,"0"0"-259"0,0 0-29 0,0 0 108 15,0 0 108-15,10 67-6 0,-1-43-89 16,0 3-96-16,-1 1-35 0,4 3-15 16,-4 0-34-1,0 1-25-15,-2-2-22 0,-2-2-12 0,1-5-16 0,-3-2-53 16,1-7-28-16,0-3-34 0,0-4-30 15,1-4-73-15,0-3-126 0,4-3-180 0,1-7-426 16,-1 1-412-16,6-17 1285 0</inkml:trace>
  <inkml:trace contextRef="#ctx0" brushRef="#br0" timeOffset="140863.311">27171 8635 1387 0,'0'0'1729'0,"0"0"-1378"0,0 0-177 16,0 0 0 0,0 0 128-16,20 66 18 0,-15-48-64 0,-3 0-133 0,1-1-97 15,2-3-26-15,-1-1-77 0,-1 1-111 16,0-2-44-16,-3 3-93 0,-5 1-342 16,-3-4-826-16,-17 7-367 0</inkml:trace>
  <inkml:trace contextRef="#ctx0" brushRef="#br0" timeOffset="141014.122">27036 9056 1342 0,'0'0'335'0,"0"0"937"15,0 0-1032-15,0 0-80 0,0 0 85 16,0 0 79-16,0 0-57 0,0 0-61 16,0 0-98-16,78 22-108 0,-64-22-66 0,-4 0-61 15,-1-2-91-15,-1 0-110 0,-4 2-269 16,-2 0-877-16,-2-2-215 0</inkml:trace>
  <inkml:trace contextRef="#ctx0" brushRef="#br0" timeOffset="141712.877">30024 7968 1831 0,'0'0'1288'15,"0"0"-998"-15,0 0-86 0,0 0-56 16,102 25-6-16,-72-22-36 0,1-3-42 16,1-5-64-16,-2-7-23 0,2-6-187 0,-2 1-157 15,-1-2-327-15,-6 1-1176 0</inkml:trace>
  <inkml:trace contextRef="#ctx0" brushRef="#br0" timeOffset="141939.247">30249 7619 954 0,'0'0'345'0,"0"0"954"0,0 0-1009 0,0 0-139 15,0 0-80-15,0 0 143 0,0 0 52 16,-11 82-10-16,14-49-52 0,3 7-72 0,-1 3-38 16,4-1-20-1,-1 1-27-15,-2-1-47 0,0-2 0 0,-1-2-31 16,-3-4 9-16,1-4-74 0,-2-3-51 15,1-7-48-15,2-6-92 0,2-4-146 16,4-8-187-16,3-2-599 0,-3-6 36 16,10-19 1019-16</inkml:trace>
  <inkml:trace contextRef="#ctx0" brushRef="#br0" timeOffset="142247.73">30981 7161 2164 0,'0'0'1161'0,"0"0"-869"0,0 0-122 0,32 79-104 15,-19-39 38-15,4 2 69 0,-3 1 27 16,1-3-107-16,1-3-93 0,3-5-10 16,1-3-2-16,-1-6-78 0,2-4-63 0,-1-7-64 15,2-3-98-15,0-7-175 0,1-2-286 16,-6-7-753-16,5-13 926 0</inkml:trace>
  <inkml:trace contextRef="#ctx0" brushRef="#br0" timeOffset="142395.091">31308 7149 365 0,'0'0'2034'0,"0"0"-1685"15,-83 69-214-15,48-34 19 0,-5 7 83 0,3 2 96 16,1-3-24-16,2-2-135 0,7-7-174 16,3-2-57-1,2-4-87-15,3-5-108 0,1-4-145 0,4-5-188 16,3-8-413-16,2-4-370 0,7-9 1133 0</inkml:trace>
  <inkml:trace contextRef="#ctx0" brushRef="#br0" timeOffset="142711.188">31549 6931 1486 0,'0'0'1764'0,"0"0"-1401"15,0 0-183-15,0 0 21 0,97-3 134 0,-78 3-91 16,-1 4-90-16,-5 0-92 0,-1-2-62 0,-7 2-39 16,0 1-20-16,-5 2-5 0,0 0 15 15,-10 6 49-15,-5 1 13 0,-5 4 7 16,3 0-20-16,-2 0-15 0,6-1-10 0,3-1 7 16,2-2 2-16,6 2-2 15,2-2 14-15,2 3-8 0,6-2 9 0,2 1 3 16,2 1 15-16,1-2-2 0,-2 2 8 15,-3-1-21-15,-3 1-1 0,-1 0 0 0,-4 2 1 16,-1 0 0-16,-10 6 0 16,-5-1-1-16,-2 2-76 0,-4 1-69 15,0-1-44-15,-1-3-74 0,0 0-150 0,7-8-316 16,-13 8-875-16</inkml:trace>
  <inkml:trace contextRef="#ctx0" brushRef="#br0" timeOffset="143291.182">30810 7883 1360 0,'0'0'439'0,"0"0"194"0,0 0-449 16,0 0-49-16,89 5 138 15,-47-5 161-15,4-2-83 0,8-2-92 0,6-2-63 16,3-1-44-16,4-1-28 0,1 0-34 16,-2 0-44-16,-3-1-15 15,-2 1-13-15,-6-3-16 0,-4 0-2 16,-7 2-24-16,-6-2-94 0,-7 3-70 0,-9 0-74 15,-11 5-103-15,-5-1-308 0,-15 4-973 0</inkml:trace>
  <inkml:trace contextRef="#ctx0" brushRef="#br0" timeOffset="144846.657">31077 8303 833 0,'0'0'91'0,"0"0"1105"15,0 0-844-15,0 0-100 0,0 0-46 0,0 0 69 16,0 0 38-16,0 0-38 0,76 0-65 0,-50 0-59 15,1 0-45-15,1 1-25 0,-2 3-22 16,-3-1-28-16,-4 2-30 0,-4 1-1 16,-5 1-16-16,-4 1-24 0,-2-1 12 15,-4 2 15-15,0 1 13 0,-2 1 12 16,-6-1-9-16,1 0 16 0,-2 2-4 16,0-5-12-16,1 2 0 0,2-2-2 15,-2 0-1-15,-4 0 0 0,-1 1-53 16,-4 3-37-16,0 1 2 0,-3 0 35 15,0-1 19-15,3 1 11 0,2 0 20 0,2-2 3 16,2-3-3-16,5 2 2 16,0-5 1-16,4 2 42 0,-1-6-11 15,3 5-13-15,0-4 11 0,3 4-8 0,2-4-2 16,6 4 3-16,1-1 3 0,-1-1 0 0,5 3-24 16,-1-2 0-16,-3-1-1 15,-2 2-1-15,-1 0-2 0,0-1-12 16,-4-1 15-16,0 1 28 0,-4-3 9 0,2 1-6 15,-3-2 3-15,2 0-6 0,-2 0 7 0,0 0-11 16,1 0-8-16,1 0-4 16,-2 0-10-16,0 0 1 0,0 0 0 15,0 0 10-15,0 0-13 0,0 0 0 0,0 0-1 16,0 0-1-16,0 0-23 0,0 0-9 16,0 0-3-16,0 0-4 0,0 0-11 0,0 0-26 15,0 0-9 1,0 0-1-16,1 0 12 0,1-2 4 15,-2 1 15-15,0 1 48 0,0 0 9 0,0 0 3 16,0 0 10-16,0 0-12 0,0 0 2 16,0 0-1-16,0 0-2 0,0-2-3 0,2 1-13 15,-1 0 4-15,-1 1 12 0,2-1 22 16,-1 1 3-16,-1-2-6 0,0 2-17 16,0-1 13-16,0 0 7 0,0 1 6 15,0 0-2-15,0 0-11 0,0 0-15 16,0 0-21-16,0 0-7 0,0 0 6 15,0 0 22-15,0 0 2 0,0 0 20 16,0 0-6-16,0 0-14 0,0 0 0 16,0 0 14-16,0 0-13 0,0 0 22 15,0 0-8-15,0 0-5 0,0 0-10 0,0 0 0 0,0 0 14 16,0 0-13-16,-3 2 13 0,3-2-13 16,0 2-1-16,0-1-2 0,-1-1-2 15,1 0-1-15,0 0-13 0,0 0 14 16,0 0 1-1,0 0 1-15,0 0 3 0,0 0 16 0,0 0-7 16,0 0-11-16,0 0 1 0,0 0 30 0,0 0-7 16,0 1-4-16,0 2-5 0,0 0-16 15,3-3 1-15,1 4 23 0,-1 2 4 16,2-3-7-16,-2 3-21 0,-1 0-16 16,0 0 1-16,-1 3 12 0,-1-1 0 15,0 2-9-15,0-1 12 0,-3 0 2 16,-2 2 10-16,-1-3-8 0,-2-2 7 15,-1 0-11-15,0-2-3 0,-1-2-19 0,-2-2-12 0,2 0-25 16,1 0-23-16,0-5-31 0,3-2-48 16,1-5-76-1,5-1-58-15,0-3-109 0,0-2-44 0,6-1-559 0,4-4-111 16,-4 6 1072-16,6-9-104 0</inkml:trace>
  <inkml:trace contextRef="#ctx0" brushRef="#br0" timeOffset="145111.834">31711 8211 362 0,'0'0'2437'0,"0"0"-1911"0,0 0-301 0,0 0-19 16,0 0 106-16,0 0-29 0,0 0-57 15,50 76-63-15,-41-56-80 0,-4 5-40 16,1-1-18-16,-1 2-23 0,-2-2-2 0,-3 1-34 16,0-3-52-16,-2-3-49 0,-2-1-50 15,-4-4-45-15,3 3-56 16,-4-5-222-16,-2 4-473 0,0-4-589 0,2-5 1110 0,-2 4 42 16</inkml:trace>
  <inkml:trace contextRef="#ctx0" brushRef="#br0" timeOffset="145213.949">31735 8644 1015 0,'0'0'1067'15,"0"0"50"-15,0 0-751 0,0 0-82 0,0 0 9 16,0 0-17-16,0 0-72 0,0 0-47 16,0 0-64-16,0 0-93 0,82 45-53 15,-66-45-128-15,2-4-85 0,2-6-125 0,3-7-353 16,-4 5-948-16</inkml:trace>
  <inkml:trace contextRef="#ctx0" brushRef="#br0" timeOffset="145613.127">32225 7824 1175 0,'0'0'494'0,"0"0"819"0,0 0-983 15,0 0-139-15,0 0-23 0,0 0-17 0,0 0 95 16,0 0 16-16,110 4-114 0,-76-4-95 16,4-4-53-16,-1-3-24 0,3-1-62 15,-3-4-82-15,-1 0-108 0,-3-4-184 16,-4 1-600-16,-9 2-719 0,-9-6 1267 0</inkml:trace>
  <inkml:trace contextRef="#ctx0" brushRef="#br0" timeOffset="145795.981">32493 7624 2563 0,'0'0'444'0,"0"0"-252"0,0 0 9 16,-7 79 169-16,7-50 8 0,0 7-46 0,4 0-109 16,2 3-116-16,0 0-64 15,-2 1-43-15,-4 1 0 0,0 0-37 16,-5 1-157-16,-9 0-65 0,-6-1-82 0,-7 2-265 15,-5-1-602-15,6-11-700 0,-17 12 1761 16</inkml:trace>
  <inkml:trace contextRef="#ctx0" brushRef="#br0" timeOffset="146247.037">29095 9400 745 0,'0'0'1939'0,"0"0"-1595"16,0 0-238-16,0 0-71 0,0 0 48 16,0 0 172-16,0 0 29 0,0 0-107 15,0 0-102-15,0 0-75 0,0 0-1 0,82 13-71 16,-62-13-70-16,0 0-158 0,1 0-313 16,-4 0-819-16,6-7-51 0</inkml:trace>
  <inkml:trace contextRef="#ctx0" brushRef="#br0" timeOffset="146390.799">29695 9381 1296 0,'0'0'1450'16,"0"0"-909"-16,0 0-439 0,0 0-102 0,0 0-220 0,0 0-133 16,82-11-153-16,-62 6-590 0,-6 2-76 15,11-2 1130-15</inkml:trace>
  <inkml:trace contextRef="#ctx0" brushRef="#br0" timeOffset="146518.397">30203 9394 767 0,'0'0'2053'0,"0"0"-1608"16,0 0-311-16,0 0-32 0,0 0-36 16,0 0-34-16,0 0-32 0,0 0-102 15,0 0-165-15,91-9-140 0,-71 3-417 0,-3 2-840 16,12-1 1621-16</inkml:trace>
  <inkml:trace contextRef="#ctx0" brushRef="#br0" timeOffset="146734.487">30559 9404 1463 0,'0'0'1185'15,"0"0"-181"-15,0 0-705 0,0 0-195 16,0 0-22-16,0 0-11 0,93 24-12 16,-63-23-37-16,-1-1-22 0,2 0-128 0,3-3-16 15,-1-5-35-15,2-4-99 0,-1-1-152 0,-6-5-314 16,-7 6-876-16,-1-7 1200 0</inkml:trace>
  <inkml:trace contextRef="#ctx0" brushRef="#br0" timeOffset="146930.829">30840 9222 398 0,'0'0'1766'16,"0"0"-1094"-16,0 0-358 0,0 0-145 0,-19 70-57 16,15-42 68-16,-1 3 63 0,-3 0-67 0,2 2-96 0,-2-1-71 15,-1-1-9-15,1 0-117 16,-3-3-65-16,1 0-17 0,-3-3-64 15,2 0-134-15,-2-2-232 0,1-3-455 16,5-3-12-16,-1 1 1067 0</inkml:trace>
  <inkml:trace contextRef="#ctx0" brushRef="#br0" timeOffset="178080.602">15634 11629 3391 0,'0'0'714'0,"0"0"-486"0,0 0-213 0,0 0 32 15,86 26 49-15,-59-25 86 0,3-1-47 16,1 0-117-16,2-3-18 0,-1-2-30 0,-4 0-38 16,-2-1-80-16,-7 1-40 0,-9-1-30 15,-3 5-175-15,-7 0-412 0,-3 1-842 0</inkml:trace>
  <inkml:trace contextRef="#ctx0" brushRef="#br0" timeOffset="178246.21">15626 11864 3052 0,'0'0'564'0,"0"0"-321"0,0 0-77 16,0 0 19-16,0 0-35 0,0 0 26 15,0 0-74-15,102 41-102 0,-66-41-12 16,0-5 11-16,6-5-77 16,0 2 7-16,0-3-133 0,-2-2-179 0,-11 4-661 15,8-5-1035-15</inkml:trace>
  <inkml:trace contextRef="#ctx0" brushRef="#br0" timeOffset="178733.013">16346 11668 3227 0,'0'0'527'0,"0"0"-285"0,0 0-100 15,0 0-30-15,0 0-10 0,104 51 25 0,-65-60-19 16,7-7-46-16,-1-6-9 0,0-6-29 15,-3-2-24-15,-5-3-64 0,-4-2-7 16,-5 0-96-16,-7 2-38 0,-4 4 26 0,-8 2 78 16,-5 1 98-16,-4 2-6 0,-4 5 9 15,-9-2 32-15,-4 1-30 0,-3 5 28 16,-1 5-27-16,1 5 70 0,0 5 30 16,3 5-10-16,0 9 35 0,0 6 2 15,2 5-25-15,0 7 5 16,2 8 7-16,3 6 6 0,4 4-56 0,1 5-21 15,1 2-7-15,4 3 7 0,0-2 24 16,9-3 31-16,6-7 38 0,4-5-81 16,5-11-37-16,2-10-21 0,3-10-67 15,3-10 1-15,2-4-50 0,1-13-48 16,-1-7-20-16,2-7-83 0,-4-7-169 0,-6 8-565 0,6-22-740 16</inkml:trace>
  <inkml:trace contextRef="#ctx0" brushRef="#br0" timeOffset="178897.147">17092 11386 2846 0,'0'0'478'0,"0"0"-158"15,36 83-58-15,-18-43 179 0,1 7-2 0,3 2-75 16,1-1-75-16,-3-4-110 0,3-4-98 16,-3-10-81-16,-1-7-60 0,0-9-122 0,-1-9-37 15,1-5-56 1,1-5-137-16,3-12-192 0,-5 2-386 15,8-18-419-15</inkml:trace>
  <inkml:trace contextRef="#ctx0" brushRef="#br0" timeOffset="179070.535">17452 11324 3466 0,'0'0'600'0,"0"0"-214"0,-52 67-198 16,31-32-56-16,-5 8 64 15,-1 8 88-15,-1 4-117 0,-1 3-82 16,-2 4-27-16,1 1-13 0,-3-3-45 15,1 0-33-15,-2-5-73 0,1-5-73 16,4-11-59-16,4-4-29 0,2-11-100 16,6-8-123-16,7-7-281 0,1-8-949 0</inkml:trace>
  <inkml:trace contextRef="#ctx0" brushRef="#br0" timeOffset="179504.053">17765 11659 2043 0,'0'0'595'16,"0"0"-251"-16,11 105-161 0,-9-51-30 15,-2 18 111-15,0 10 39 0,0 10-11 16,0 3-127-16,0 6-16 0,1-1-4 0,2 1-41 16,1-4-52-16,-1-2-52 15,1-5-28-15,2-11-40 0,3-8-52 0,2-14-38 16,1-16 34-16,-2-11-31 0,1-18-53 16,-3-9-34-16,-1-8-162 15,3-17-215-15,-1 4-394 0,-1-30-25 0</inkml:trace>
  <inkml:trace contextRef="#ctx0" brushRef="#br0" timeOffset="179753.922">17776 11793 2869 0,'0'0'461'16,"0"0"-172"-16,0 0-109 0,0 0 12 0,65-67 62 15,-35 49-12-15,5 0-88 0,7 0-89 16,0 6-28-16,3 2 12 0,-1 8-22 15,-4 2-5-15,-7 12 15 0,-4 7-36 0,-7 9-1 16,-7 2-28-16,-9 8-43 0,-6 3 1 16,-6 4 17-16,-14 6 16 0,-7 1-21 15,-5 2-16-15,-4-1-10 0,-3-3 42 0,-1-5 42 16,1-3 34-16,4-11-2 16,4-6-32-16,5-11-53 0,4-9-68 15,6-5-127-15,1-11-126 0,4-9-251 16,3 4-544-16,2-23-640 0</inkml:trace>
  <inkml:trace contextRef="#ctx0" brushRef="#br0" timeOffset="180475.468">18910 10840 346 0,'0'0'2154'0,"0"0"-1677"0,0 0-131 16,0 0-114-16,0 0 99 0,0 0 123 16,0 0-136-16,9 104-161 0,-9-48-59 15,-6 8-30-15,-5 4-7 16,-4 3-12-16,-1-3-7 0,-4-2-14 0,0-3-19 15,1-4-9-15,-1-7-27 0,3-5-25 16,1-12 0-16,6-6-9 0,0-8 15 16,4-5-9-16,2-3-22 0,2-2-12 15,2-3-7-15,3 1 28 0,6 0 56 16,2 1-10-16,4 4 22 0,1-1 25 0,-2 5-3 16,3 5-20-16,-4 2 16 0,-1 4-2 15,-4 8-13-15,1 3 21 16,-3 1-21-16,1 1-1 0,-3 0 1 15,1-2-3-15,-2 2-2 0,-2 2-17 0,-1 1 4 16,0 0-16-16,-4 1-19 16,-1 2 1-16,-1-4-7 0,1 2-34 0,5-3-41 15,0-1-66-15,2-8-137 0,4-5-159 16,0-11-296-16,2-6-793 0</inkml:trace>
  <inkml:trace contextRef="#ctx0" brushRef="#br0" timeOffset="181103.707">19918 10874 1573 0,'0'0'627'16,"0"0"-259"-16,0 0-94 0,0 0 9 0,0 0-25 16,0 0-33-16,0 0-23 15,0 0-44-15,0 0 86 0,0 0-42 0,0 0 21 16,-71 65-54-16,57-30-56 0,-2 3-21 16,4 9 9-1,-1 5 3-15,2 3-34 0,-1 4-9 0,2 7-19 16,-3 5-21-16,-1 6 1 0,-3 4-19 15,0 5 0-15,-3 3 0 0,2 1-3 16,2 3-10-16,2-2-9 0,5-1-11 0,4-3-19 16,4-5-24-16,1-5-6 15,7-2-37-15,6-8-21 0,5-3 17 16,3-6-15-16,5-6-44 0,1-9-172 0,1-7-232 0,-5-13-679 16,10 4-907-16</inkml:trace>
  <inkml:trace contextRef="#ctx0" brushRef="#br0" timeOffset="181836.928">25481 11197 1664 0,'0'0'710'16,"0"0"373"-16,0 0-770 0,82 50-16 15,-58-25-26-15,1 8 1 0,-4 5 5 0,2 9-23 16,0 8 32-16,-5 9-101 0,-2 9-31 16,-3 5-24-16,-4 7-37 0,-3 5-53 15,-1 4-40-15,-5 3-26 16,0 2-2-16,-5-3-5 0,-10 1-18 0,-3-3-34 15,-6-3-3-15,-6-3 7 0,-4-7-13 0,-5-3 12 16,-1-6 3-16,-2-5 12 16,-4-9 25-16,0-5-47 0,-6-8-164 0,-1-4-17 15,-5-7-214-15,-5-8-32 0,-8-7-143 16,19-7-575-16</inkml:trace>
  <inkml:trace contextRef="#ctx0" brushRef="#br0" timeOffset="182557.829">20334 11005 828 0,'0'0'401'0,"0"0"1090"0,0 0-1061 15,0 0-124-15,0 0-87 0,0 0 23 16,0 0 10-16,79-37-10 0,-54 37-66 16,1 1-49-16,7 6-35 0,-1 6 3 0,1 1-49 0,-2 5-3 15,-7 2-25 1,-4 1-16-16,-8 3 20 0,-4-1-21 15,-7 4-1-15,-1-2-1 0,-9-2-12 16,-5 0-32-16,-6-1 17 0,1-6 16 16,-4-3-10-16,1-2-33 0,0-7 9 0,-1-3 6 15,1-2 19-15,2-7 2 0,4 0-27 16,0-6 15-16,3-2 4 0,4-4 10 0,0-1 16 16,1-3 2-16,5-1 14 0,2 0-14 0,1 1-1 15,0 5-16-15,4 3 4 16,4 3-19-16,4 3-18 0,2 4-20 0,1 3 7 15,3 2-34-15,3 0-125 0,2 0-189 16,2 11-124-16,-6-3-272 16,8 10-772-16</inkml:trace>
  <inkml:trace contextRef="#ctx0" brushRef="#br0" timeOffset="182904.345">21609 11728 2299 0,'0'0'439'0,"0"0"-140"15,0 0-53-15,0 0-64 0,77 55-49 16,-51-44-38-16,1 1-95 0,1-2-26 15,3 2 7-15,0 0-12 0,3 2 5 16,4 3 26-16,2 2 102 0,8 3 30 0,3 2-69 16,2 0-10-16,6 0 19 0,1 2-72 0,4 0-2 15,0 0-20-15,5-1-53 0,-2 2 6 16,0-4-44-16,1 4-17 0,0-2 22 16,2-2 26-16,0 1 31 0,-1-1 22 15,0-1-25-15,-1 0-4 0,-1-3-73 16,-5 0-109-16,-1-1-183 0,-18-5-128 15,9 4-669-15</inkml:trace>
  <inkml:trace contextRef="#ctx0" brushRef="#br0" timeOffset="183291.785">23872 12648 2380 0,'0'0'339'16,"0"0"-108"-16,0 0-58 0,0 0 35 15,71 77-17-15,-55-58-17 0,-2 1-45 16,-1 1-35-16,-4 2-9 15,-5-3-85-15,-4 0 16 0,0 1-16 0,-9-1 1 16,-4 1 27-16,-7-2 8 0,-3 2 4 16,-1-3-21-16,-1-2 52 0,-2-1 66 15,2-5 0-15,2-5-11 0,0-5-15 16,4 0-28-16,1-12-9 0,3-7 2 0,4-6-39 16,4-8-13-16,4-5-24 0,3-9-55 15,0 0 0 1,6-2-67-16,2 1-54 0,4 7-50 0,-1 4-47 0,3 6-86 15,0 2-184-15,-4 10-540 0,3-6-888 16</inkml:trace>
  <inkml:trace contextRef="#ctx0" brushRef="#br0" timeOffset="184385.43">23709 10646 352 0,'0'0'2306'0,"0"0"-1700"0,0 0-222 0,0 0-37 0,0 0 3 15,0 0-53 1,0 0-45-16,-7 64-87 0,11-50-61 0,8-4-31 16,4 3 6-16,3-3-9 15,7 0-18-15,2-5-19 0,6-1-17 16,3-4-16-16,5-1-27 0,3-9-37 0,3-2-12 16,-1-3-27-16,2 1 5 0,-6-4 22 0,0 5-1 15,-6 1-5-15,-3 0 2 0,-7 5-28 16,-7 2-6-16,-2 3 3 15,-7-2-10-15,-4 4-6 0,-3 0 27 0,-4 0-4 16,0 4 19-16,0 1 63 0,0 2-6 16,0 0 28-16,0 1 50 0,0 1 0 15,0 0-18-15,0 1-29 0,0 2 15 0,-2 0 8 16,0 1-26-16,1 5-30 16,-1 0 2-16,2 6-6 0,0 0 15 15,0 2 16-15,0 2-38 0,5 1 41 16,-3 0 3-16,4 0 0 0,-1-1 32 15,1 1 21-15,-2 2-2 0,1 2 9 0,-2-3 6 16,-1 3-7-16,-1-2-25 0,1 2-18 16,-1-2 12-16,-1 0-20 0,0 1-10 0,0-3 23 15,0 0 32-15,0 0-7 16,0-4-21-16,-1-1 19 0,1-2 11 16,0-4-8-16,0-4 5 0,0-2-15 15,0-5-12-15,0-2-13 0,0 1-3 16,0-5 4-16,0-1-1 0,1 0 3 15,-1 0 7-15,2 0-4 0,-2-1 7 0,0-3 2 16,0 0-2-16,0 0-7 0,-5 0-8 16,-1-2-13-16,0 0-10 0,-3 0 10 15,-2-1 28-15,-3-3-16 0,1-2 6 0,-5-2 7 16,2 1-22-16,-5-5 0 0,1 6 0 16,0-6 9-16,-3 0-9 0,-1 0 16 0,-2 1-19 15,-1-4-3-15,0 2-16 0,0-2 19 16,-1-2-1-16,3 3 1 0,-3-3-27 15,2 0-28-15,2 1 18 0,-4 0-15 16,4-2-12-16,-1 0 24 16,0 1 9-16,0-2-3 0,2 1-21 15,0-2-19-15,1 4-31 0,3-1-3 16,1 4 6-16,5 2 15 0,1 4-44 0,5 3-39 16,1 1-35-16,2 3 16 0,-2 0 7 0,3 4-60 15,1 0-118-15,-4 2 9 0,1-2-295 16,-4 2-70-16</inkml:trace>
  <inkml:trace contextRef="#ctx0" brushRef="#br0" timeOffset="185281.808">23632 10759 1471 0,'0'0'633'16,"0"0"-231"-16,0 0-144 0,0 0 2 16,0 0-23-16,0 0-49 0,0 0-49 0,0 0-28 15,0 0-7-15,0 0 9 0,0 0 0 16,-35 50-30-16,35-48-24 0,4-2 0 0,3 0 31 16,2 0-22-16,4 0 22 0,6 0-34 15,2 0-53-15,0-4-3 0,0-2-12 16,1 0-137-16,-2-2-115 15,2-1-130-15,-5 2-290 0,5-2-1001 0</inkml:trace>
  <inkml:trace contextRef="#ctx0" brushRef="#br0" timeOffset="186622.472">22034 10950 1099 0,'0'0'1477'0,"0"0"-1085"0,0 0-164 16,77-1-65-16,-47 3-78 0,-1 0-8 16,-1 2-33-16,-4 1-3 0,-4 1-9 0,0 1-13 15,-5 5-19-15,-2 0-3 0,-4 1 0 16,-7 3-16-16,-2 1 17 0,0 2-17 16,-4-1-41-16,-5 0-3 15,-5 0 15-15,1-4 45 0,-3-2-19 0,2-3 19 16,0-3-13-16,0-4-29 15,3-2 1-15,1 0 8 0,1-4-40 0,3 0-4 16,3-2 32-16,0-4 48 0,-1 3 0 16,4-5 0-16,-2 0 0 0,0-3 0 15,1 2 83-15,1 0-35 0,0 5-10 0,0-1-38 16,1 6 0-16,3 1-67 0,0 2-48 16,-1 0-158-16,3 0-211 0,0 0-506 0,10 2-292 15</inkml:trace>
  <inkml:trace contextRef="#ctx0" brushRef="#br0" timeOffset="186894.83">22904 11378 935 0,'0'0'231'0,"0"0"914"0,0 0-838 0,0 0-72 0,0 0-71 15,90 55 40-15,-73-37-133 0,-3 3-11 16,-1 0-18-16,2 1-15 0,-1 0-27 16,3-1-22-16,-1 0 20 0,2-2-91 0,1-3-281 15,-4-5-161-15,10 1-670 0</inkml:trace>
  <inkml:trace contextRef="#ctx0" brushRef="#br0" timeOffset="187047.287">23666 11840 1924 0,'0'0'428'16,"0"0"-167"-16,0 0-13 16,0 0 6-16,84 58-8 0,-69-44-81 0,0 0-86 0,-2-1-19 15,-3-2-60 1,0-1-88-16,1-1-62 0,0 1-9 0,0-2-113 15,2-2-194-15,-4-1-228 0,3-5-1074 16</inkml:trace>
  <inkml:trace contextRef="#ctx0" brushRef="#br0" timeOffset="187394.673">24215 12022 1501 0,'0'0'553'0,"0"0"-249"0,0 0-19 0,0 0-9 16,0 0-58-16,88 46 9 0,-60-33 33 15,3 0 11-15,2-1-151 0,1-2-63 16,-3 0-23-16,-2 1-12 0,-2-1 3 16,-4 1-12-16,-6 2-3 0,-6 0-10 15,-7 0-34-15,-4-1 27 0,0-1 7 16,-9-3 38-16,-6 1 30 0,-4-3 23 16,-1-1-17-16,-3 0-52 0,-3 0 9 15,0-3-6-15,-1 0-23 0,3 0-1 0,-2-2 32 16,2 0-9-16,3 0 13 15,2-4-24-15,1-5 5 0,5-3-5 16,3-6-13-16,3-2 0 0,4-4-19 16,3-6-37-16,8 1-30 0,4 1 18 0,4 0-16 15,4 0-22-15,2 8-22 0,-2-3 11 16,3 6 33-16,0 2 17 0,-2 2 67 16,0 4-9-16,-2 1 8 0,-5 3 1 0,1 1-3 15,-8 4-54-15,-4 0-38 16,-3 0-38-16,0 0-83 0,-3 0-252 15,-14 4-718-15</inkml:trace>
  <inkml:trace contextRef="#ctx0" brushRef="#br0" timeOffset="188745.373">23528 10607 1337 0,'0'0'85'16,"0"0"-82"-16,0 0 979 15,0 0-650-15,0 0-104 16,0 0-19-16,0 0-34 0,0 0-25 0,0 0-24 0,0 0 20 15,0 0-5-15,43-23-15 0,-34 17-22 16,-2-3-73-16,0-1-31 0,0 0-3 16,0-2-25-16,2-3-13 0,1-1-26 15,-1-3-23-15,2 0-36 0,-2-5-3 0,1 1-7 16,0-3-11-16,0-1 4 0,1 2 9 0,-2 0 28 16,0 0 0-1,0 3 0-15,-2 4-29 0,-3 2 25 0,1 4 32 16,-2 3 78-16,-1 2 58 0,0 2 19 15,-1 0-25-15,2 1-13 16,0 1 25-16,0-2 26 0,3-2-10 0,-1 1-44 16,-2 1 28-16,2 0-26 0,-2 4-25 0,0 0 3 15,-1 1 19-15,1 0 10 0,-1 0-16 16,-1 0-13-16,-1 1-14 16,0 4 33-16,0 2 0 0,0 3 0 0,0 4 60 15,0 7-6-15,-3 3-28 16,0 3-11-16,1 2-12 0,-3-3-22 0,4-1-13 15,1-2-3-15,0-6-35 0,0-4 13 16,1-2-38-16,6-4 6 0,-2-3-6 16,2-1 19-16,0-1-42 0,0-2 41 0,2 0 14 15,4-6-11-15,-1-4-15 0,3-1-55 0,0-6-6 16,2 1-75-16,-3-4-45 16,4 1-118-16,-4-1-163 15,3-2-155-15,-6 7 45 0</inkml:trace>
  <inkml:trace contextRef="#ctx0" brushRef="#br0" timeOffset="189103.454">24010 10179 251 0,'0'0'545'0,"0"0"-226"0,0 0-179 16,0 0-68-16,0 0-7 0,0 0 127 0,0 0-98 15,0 0 156-15,0 0-29 0,-14 78-17 16,14-63-133-16,0 0-3 0,0-5-7 16,2 0-54-16,4-4-7 0,3 0-55 15,0-1-91-15,1-5-25 0,5 0 15 16,-4 0 20-16,3 0 6 0,-2-4-36 0,4-1 16 15,-2 2 79-15,0-3 71 16,3 1 130-16,0 1 3 0,0 1-29 16,3 2 10-16,1-2-4 0,2 3-9 0,0 0-4 15,-2 0-97-15,0 4-42 16,-1 2-32-16,-2 0 74 0,0 3 0 0,0 2 48 16,0 6 14-16,0-1 93 0,0 3 13 15,0 0-38-15,1 2-27 0,-3-1-52 16,0-1-12-16,-5 0 32 0,0-2-1 15,-4-3 23-15,-5 3 29 0,-2-4 12 16,0-1-45-16,-2 1-12 0,-5 0-14 16,-2 0-34-16,-1-1-29 0,-2-4-35 0,2-1-22 15,-1-2-48-15,-1-1-26 16,-1-4-39-16,-3 0-35 0,0-3-98 16,4 0-225-16,-9-8-478 0</inkml:trace>
  <inkml:trace contextRef="#ctx0" brushRef="#br0" timeOffset="189612.134">24049 9603 1223 0,'0'0'453'0,"0"0"267"0,0 0-246 0,0 0-115 15,0 0 70 1,0 0-61-16,0 0-30 0,17 90-140 15,-14-58-90-15,-3 8-47 0,0 2-12 0,0 5 13 16,-6-2-22-16,-2-2-40 0,0-4 0 16,-1-8-59-16,2-5-5 0,3-5-34 0,-1-6-14 15,4-8-33-15,-1-4-29 0,2-1-80 16,0-2-105-16,2 0-154 0,4-5-169 16,8-11-591-16</inkml:trace>
  <inkml:trace contextRef="#ctx0" brushRef="#br0" timeOffset="189868.307">24190 9821 620 0,'0'0'599'0,"0"0"-228"15,0 0-150-15,0 0-45 0,0 0 5 16,-89 33-12-16,72-19-14 0,2-2-23 16,1 1-38-16,6-3-33 0,2-2-3 0,3-3 16 15,0-1 6-15,3-3-29 0,0-1-31 16,3 1 2-16,3 1 26 0,5 0 3 15,3 2 26-15,1 0-36 16,4 1 7-16,-2-1-13 0,2 0 0 16,-2 0-6-16,3 3 2 0,2 0-8 15,-2-2-11-15,0 0-12 0,2-2-44 16,-5 1 6-16,0-4-26 0,-2 0-134 0,-4 0-164 16,0 2-440-16</inkml:trace>
  <inkml:trace contextRef="#ctx0" brushRef="#br0" timeOffset="190749.407">23980 10939 995 0,'0'0'323'0,"0"0"402"15,0 0-130-15,0 0-164 0,0 0-58 16,0 0-15-16,0 0-50 0,81 50-62 16,-70-29-94-16,0 1-78 0,-3-1-49 0,1 1-23 15,-3-4 0-15,1-5-2 0,-1-5-19 16,0-3-25-16,2-2-55 16,-1-3-81-16,3-4-64 0,2-7-121 0,-1-1-285 15,-3 0-568-15,7-9-477 0</inkml:trace>
  <inkml:trace contextRef="#ctx0" brushRef="#br0" timeOffset="190911.947">24251 10866 2085 0,'0'0'801'16,"0"0"-334"-16,0 0-257 0,0 0-42 16,-79 68 42-16,57-46 63 0,3 0-15 0,-3 0-140 15,1 2-72-15,2-5-46 16,-1-5-56-16,3 1-70 0,-2-5-104 15,2-2-106-15,0-2-218 0,4-3-572 16,-2-3-559-16</inkml:trace>
  <inkml:trace contextRef="#ctx0" brushRef="#br0" timeOffset="191171.671">23959 10951 1653 0,'0'0'643'16,"0"0"-130"-16,0 0-154 0,0 0-66 15,0 0-14-15,0 0-6 0,88 13-62 0,-63-10-90 0,3-3-46 16,5 0-75-16,2-5-48 16,2-2-51-16,1-4-82 0,-2 1-49 15,-2 1-4-15,1 0-179 0,-10 2-384 16,6 2-880-16</inkml:trace>
  <inkml:trace contextRef="#ctx0" brushRef="#br0" timeOffset="195837.302">7201 15472 2651 0,'0'0'1161'15,"0"0"-1016"-15,0 0-79 16,0 0-44-16,0 0 57 0,19 66 61 15,-2-63 62-15,4-1-57 0,4-2-68 16,4-3 12-16,0-8-43 0,0-4 16 16,-2-5-1-16,-3 0-12 0,-1-6-31 15,-2-1-18-15,-4-1 0 0,-2 0-15 0,-3-1-16 0,-4 4-18 16,-4-1 16-16,-3 3-13 0,-1 4 18 16,0-1 4-1,-2 2-4-15,-6 1 13 0,-2 1 11 0,0 5 4 16,-3-1-2-16,3 4-1 15,-4 4-12-15,-1 0 6 0,2 3 6 0,-3 1-11 0,-1 0 12 16,0 5 2-16,-2 4 0 0,-1 6 20 16,2 6 1-16,0 5-2 0,-1 6 5 15,3 7-11-15,1 3-13 0,3 5 3 16,3 3 30-16,3 4-5 0,6-2-13 16,0 1-11-16,2-1 32 0,8-4 10 0,5-5-3 15,5-7 18-15,4-3 37 0,6-8-68 16,5-8 4-16,4-3-22 0,5-9 4 0,4-3-16 15,4-2-58-15,1-10 19 0,-1-5-28 16,0-6-1 0,-3-1-51-16,-3-6-38 0,-3 1-30 15,-5-3-148-15,-2-3-307 0,-12 8-578 16,7-17-583-16</inkml:trace>
  <inkml:trace contextRef="#ctx0" brushRef="#br0" timeOffset="196636.918">7897 14623 947 0,'0'0'716'16,"0"0"-148"-16,0 0-103 0,0 0-34 16,0 0-27-16,0 0-28 0,0 0-84 0,0 0-99 15,0 0-23-15,0 0 18 16,0 0-56-16,69 62-25 0,-44-45-28 15,2 1-18-15,4-2-9 0,0 2-12 16,1-1-28-16,1 1 18 0,1-2-19 0,-3 1-11 16,0-1-2-16,-2 0-11 0,-3 1-23 15,2-2 14-15,-4-3 7 0,-1-1-43 16,-4-4 6-16,0-1-12 0,-2-1-49 0,-3-5-22 16,1 0-31-16,-4 0-45 15,-2-6-132-15,-2-2-114 0,-1-3-200 16,-3 0-396-16,-3-6-170 0</inkml:trace>
  <inkml:trace contextRef="#ctx0" brushRef="#br0" timeOffset="196925.199">8244 14384 222 0,'0'0'2269'0,"0"0"-1915"0,0 0-139 16,0 0-55-16,0 0 38 0,0 0 103 0,0 0-12 16,0 0-75-16,0 0-56 0,0 0-80 0,-38 63-10 15,26-36-28-15,0 5-3 0,-3 5 0 16,0 6 3-16,-1 4 12 0,2 3-24 16,-5 2-7-16,2 3-21 15,-3 2-9-15,0 1-18 0,-1 1-26 0,1-2-27 16,2-5-12-16,3-3-14 0,5-6-27 15,0-9-73-15,6-6-81 0,1-9-80 16,3-6-189-16,0-7-213 0,0-3-617 16</inkml:trace>
  <inkml:trace contextRef="#ctx0" brushRef="#br0" timeOffset="199645.062">6616 14758 1231 0,'0'0'469'0,"0"0"-411"0,0 0-22 15,0 0 246-15,0 0 339 0,0 0-283 0,0 0-108 16,0 0 15-16,-85 54 14 0,66-32 28 16,0 3 6-16,2 2-55 15,1 3-7-15,2 4-78 0,1 2-42 16,3 2-47-16,1 4-40 0,3 5-6 15,5 2-15-15,1 4-1 0,7 4 1 0,9 5-3 16,3 6-15-16,5 5-21 0,8 6-7 16,4 4-3-16,7 3-3 0,2-3 28 0,5-2-28 15,2-6-12-15,0-7 21 0,0-6-9 16,1-9-31-16,-1-7-4 16,1-8-54-16,4-11-33 0,-1-7-60 0,4-10-21 15,1-8-3-15,2-3-143 0,-15-5-361 0,22-21-572 16</inkml:trace>
  <inkml:trace contextRef="#ctx0" brushRef="#br0" timeOffset="200169.433">8906 13877 1837 0,'0'0'719'15,"0"0"-210"-15,0 0-75 0,0 0-2 16,0 0-19-16,82-2-82 0,-55 17-3 0,5 7-102 16,1 7-65-16,3 10-46 0,2 4-24 15,-1 7-39-15,5 4-7 0,-3 5 19 16,0 0 11-16,-2 1-66 0,-4 1-9 0,-2 0 0 15,-5 1 0-15,-5 1-15 0,-1 1-3 32,-8 0 3-32,-1-1-18 0,-2-2-25 0,-5-3 1 0,-2 1 8 15,-2-6 7-15,0-3-19 0,-7-3-21 16,-6-6 19-16,-2-4 38 0,1-3 10 0,1-7-18 16,1-4-7-16,1-8-12 0,2-2-33 15,0-8-80-15,0 0-29 0,-2-5-49 16,0 0-58-16,-3-7-64 15,-1-3-65-15,-2-3-88 0,-1-1-69 16,3 1-167-16,-7-8 22 0</inkml:trace>
  <inkml:trace contextRef="#ctx0" brushRef="#br0" timeOffset="200509.813">9757 14381 1360 0,'0'0'1494'0,"0"0"-985"0,0 0-246 16,0 0-32-16,0 0-5 0,0 0-76 0,0 0 64 16,0 0-7-16,102-38-47 0,-65 30-43 15,3-1-32-15,-2-1-24 0,-2 3-9 0,-4-3-33 16,-2 0-3-16,-3-3-16 0,-4-3-31 16,-2-1-23-16,-4-1-118 0,-6-4-77 15,-1-2-153-15,-4 6-559 0,-6-15-609 0</inkml:trace>
  <inkml:trace contextRef="#ctx0" brushRef="#br0" timeOffset="200711.226">10052 13929 134 0,'0'0'2209'0,"0"0"-1818"16,0 0-182-16,0 0 98 0,0 0 122 15,0 0 15-15,38 90-71 0,-26-59-142 0,4 4-65 16,-2 1-1-16,1 4-46 15,-2 0-43-15,-5 4-63 0,0 1-13 16,-3-2-18-16,-2 1-52 0,0-5-76 16,-3-4-63-16,3-7-65 0,-2-4-210 15,2-9-470-15,2 0-608 0</inkml:trace>
  <inkml:trace contextRef="#ctx0" brushRef="#br0" timeOffset="201069.776">11494 14697 3494 0,'0'0'542'16,"0"0"-459"-16,0 0-64 0,0 0 6 0,113-12 74 0,-72 7 19 15,8-1-28-15,-1 3-25 16,5-2-9-16,-1 0-44 0,-3-1-12 15,0-2-43-15,-7 1-62 0,-5 0-97 0,-5 0-127 16,-12 2-391-16,-4-1-973 0</inkml:trace>
  <inkml:trace contextRef="#ctx0" brushRef="#br0" timeOffset="201211.57">11787 14940 3365 0,'0'0'632'0,"0"0"-607"0,0 0-25 15,0 0 0-15,0 0 42 0,82-10 51 16,-43-4-46-16,1 0-34 0,5-4-13 16,5-1-110-16,-1-3-201 0,-13 8-305 15,11-10-934-15</inkml:trace>
  <inkml:trace contextRef="#ctx0" brushRef="#br0" timeOffset="202583.434">13945 14914 821 0,'0'0'465'0,"0"0"85"15,0 0 488-15,0 0-637 0,0 0-68 0,0 0-55 16,0 0-48-1,0 0-28-15,0 0-53 0,0 0-50 0,0 0-16 16,6 52 43-16,20-52-64 0,3-4-29 16,-2-1-17-16,1-5-13 0,-6-3 9 0,-1 0-12 15,-1-4-27-15,-2-1-50 0,-1-2-34 16,-3 0 6-16,-4 1-3 0,-3 0-3 16,-1 1 2-16,-3 5 3 15,-3 1 44-15,0 1 33 0,-1 4 3 0,-8 0 26 16,-1 2 26-16,-3 0-7 0,-4 2-9 15,-2-1-10-15,-4 3 0 0,-3 1 15 16,-1 0 10-16,-3 0 5 0,-1 7-29 16,-2 3 39-16,4 5 41 0,1 2-16 15,1 8-25-15,1 4 4 0,3 5 18 0,-1 3 6 16,5 3-13-16,0 3-21 0,2-1-9 16,6 2-23-16,0-1-2 0,6 0 27 0,1-1-12 15,2 1-15 1,2-5 0-16,2 0 1 0,7-4 17 0,2-5 1 15,2 0 11-15,2-6-8 0,4-1 3 16,1-3-24-16,5-1-1 0,-1-6-16 16,4-2-30-16,-1-4-15 0,2-5-19 0,0-1-28 15,4-5-32-15,1-7-71 16,4-4-138-16,-11 2-308 0,17-17-658 0</inkml:trace>
  <inkml:trace contextRef="#ctx0" brushRef="#br0" timeOffset="203020.36">14348 14184 150 0,'0'0'974'16,"0"0"-187"-16,0 0-159 15,0 0-180-15,0 0-128 0,0 0-35 16,0 0-41-16,0 0-44 0,0 0-33 16,0 0-42-16,1 0-26 0,6 0 9 0,2 2-68 0,8 1 3 15,6 2 50-15,6 3 8 0,3 0-21 16,2 1-43-16,1-3-21 16,1-1-16-16,2-1 0 0,0-2-1 0,1-2-17 15,-3 0-74-15,-1-3-90 16,-3-3-46-16,-2-2-27 0,-3-2-141 0,-7 2-281 15,2-4-726-15</inkml:trace>
  <inkml:trace contextRef="#ctx0" brushRef="#br0" timeOffset="203320.068">15025 13762 1299 0,'0'0'1039'15,"0"0"-526"-15,0 0-49 0,0 0-61 16,0 0-34-16,0 0-95 0,77 63-45 16,-52-37-51-16,4 5-43 0,3 3-43 0,0 7-34 15,-1 2-6-15,0 4 18 16,-3 0-30-16,-2 0-25 0,-4 1-15 0,-5-8-2 15,0-3-29-15,-2-4-60 0,1-9-56 16,-3-6-15-16,1-7-23 0,-1-8-37 0,3-3-185 16,-6 0-317-16,10-16-668 15</inkml:trace>
  <inkml:trace contextRef="#ctx0" brushRef="#br0" timeOffset="203527.266">15583 13864 2209 0,'0'0'967'0,"0"0"-747"0,0 0-65 15,0 0 45-15,0 0 48 0,-100 76 12 0,74-47-86 16,-4 4-81-16,-2 5-50 0,-4 2-28 16,0 2-15-16,-4 4-27 0,0-2-17 15,-4 3-30-15,-2-1-59 0,1-1-45 16,-2 1-92-16,5-3-135 0,12-14-209 0,-9 11-667 15</inkml:trace>
  <inkml:trace contextRef="#ctx0" brushRef="#br0" timeOffset="208089.29">26577 11101 1770 0,'0'0'29'0,"0"0"-29"15,0 0 46-15,0 0 71 0,0 0 142 0,0 0 84 16,0 0-56-16,0 0-24 16,0 0-81-16,48 100-13 0,-57-50-58 0,-7 9-1 15,-10 7-6-15,-8 5-15 0,-8 5-11 16,-3-1-28-16,-1-4 8 0,6-3-21 15,5-11-9-15,12-4 32 0,9-6 30 16,6-8-16-16,8-3-71 0,0-2-3 16,6-4 0-16,5-2-3 0,3 0 2 0,2 2-11 15,2 5 12-15,-2 2 0 0,2 6 0 16,-4 5 0-16,0 4-3 16,-3 5 1-16,-3 2 0 0,-3 5 1 15,-1-1-1-15,-4 0-13 0,0 0 15 0,-2 0 13 16,-8-2-10-16,0-2-1 0,-4-2-1 15,-4-3 11-15,-2 1-9 0,-4-4 13 0,-5-1 9 16,0-1-22-16,-7-4 24 0,-3-3-27 16,-1-6-75-16,-5-7-186 0,3-7-254 15,9-9-799-15,-9-11-828 16</inkml:trace>
  <inkml:trace contextRef="#ctx0" brushRef="#br0" timeOffset="212743.961">7816 17025 2103 0,'0'0'1135'0,"0"0"-1004"16,0 0-105-16,0 0 75 16,0 0 99-16,0 0 55 0,64 66-94 0,-43-61-83 15,1-3 31-15,3-2 61 0,-4 0-19 16,1-5-120-16,-2-1-15 0,-3-2-13 0,-4-3-3 16,3-5-1-16,-3-2-2 0,0-4-37 15,-2-4-19-15,-2-1 13 0,-4-1 2 16,-4 2 13-16,-1 0 13 15,-4 1-10-15,-7 0 3 0,-3 2 10 16,-3 3 15-16,-3 2 14 0,-2 4 5 0,2 3-19 16,-3 5 28-16,-2 3 15 0,1 3-9 15,2 0 6-15,-2 7-18 0,2 3 21 16,2 4-43-16,0 5 0 16,1 5-1-16,2 5 1 0,1 6 15 0,3 4 16 0,-1 4-18 15,3 2-1-15,4 4-10 16,1-1-2-16,2 1 18 0,4-1 13 15,0 1-12-15,6-2-19 0,4-6-3 16,2-3 2-16,5-4-14 0,3-5-16 0,2-2 4 16,2-4-1-16,6-4 25 0,1-4-37 15,3-3-16-15,2-6-27 16,4-6-23-16,-2-2-27 0,2-12-166 16,-1-8-184-16,0-6-218 0,-9 4-354 0,11-17-123 0</inkml:trace>
  <inkml:trace contextRef="#ctx0" brushRef="#br0" timeOffset="213095.141">8519 16374 2032 0,'0'0'434'16,"0"0"-208"-16,0 0-17 0,0 0 188 16,0 0-41-16,0 0-92 0,0 0-87 15,0 0-24-15,0 0 67 0,57 70-50 0,-34-38-32 16,0 4-27-16,3 3-56 0,-3 3-6 15,-3-1-34 1,2-2-15-16,-2-1-13 0,-3-5-9 0,2-4-20 16,-3-4 5-16,1-5-43 0,1-4-74 15,-3-2-25-15,1-6-50 0,-3-3-110 16,0-5-122-16,-3 0-243 0,2-18-529 0</inkml:trace>
  <inkml:trace contextRef="#ctx0" brushRef="#br0" timeOffset="213334.293">8985 16335 2917 0,'0'0'349'15,"0"0"-221"-15,0 0-106 0,0 0 159 16,0 0 147-16,0 0-49 0,-78 30-108 16,58-12-72-16,-4 5-18 15,-4 2-4-15,-2 6-10 0,0 2-20 0,-2 3-17 16,-3 1-30-16,-5 1-16 0,1 4-24 15,-3-3-28-15,2 1 0 0,0 0-6 16,4-8-34-16,4-2-26 0,5-4-9 16,2-5-87-16,8-4-85 0,2-6-211 0,8-6-491 15,1-5-628-15</inkml:trace>
  <inkml:trace contextRef="#ctx0" brushRef="#br0" timeOffset="214699.617">9465 17114 2147 0,'0'0'565'0,"0"0"-195"0,0 0-102 15,0 0-11-15,0 0-4 16,0 0-62-16,0 0-49 0,0 0-21 0,85 45-28 16,-62-50-6-16,3-7-4 0,0-4-40 15,-1-5-17-15,-1-4-26 0,-4 1-43 0,-4 2-28 16,-3 1 25-16,-6 3 21 0,-4 3-12 16,-3 1 12-16,-1 0 22 0,-10-1-16 0,-4 1 18 15,-1-3-36-15,-4 4 35 0,0 5 2 16,4 2 6-16,-2 3 28 0,5 3 22 15,-1 0-31 1,1 4-25-16,-3 3-20 16,2 5-14-16,1 3-22 0,-3 2 7 0,4 7 24 15,-2 2 7-15,5 4 18 0,-2-1 25 0,2 4 18 16,0 0-21-16,4-1-9 0,0-1 11 16,4-2 4-16,1-3-17 0,0-2-11 15,6-2-13-15,5-5 13 0,5 0-3 0,4-4-3 16,6-1-16-16,0-4 20 15,3-2-20-15,3-6-30 0,-2 0-26 0,3-6 15 16,2-6-33-16,-2-2-46 0,0-5-47 16,0 0-227-16,-2-2-170 15,-10 3-541-15,8-11-446 0</inkml:trace>
  <inkml:trace contextRef="#ctx0" brushRef="#br0" timeOffset="-214451.071">10135 16034 1709 0,'0'0'520'0,"0"0"-158"16,0 0-104-16,0 0 107 0,0 0-53 16,0 0-91-16,0 0-29 0,0 0-65 15,0 0-9-15,0 0 63 0,0 0-2 0,48 75-74 16,-32-47-16-16,-1 6-15 0,1-1-34 16,-3 1-15-16,-3 1-25 0,1-4-13 0,0-2-24 15,-2-4-9-15,1-2-89 0,1-5-13 16,2-5-106-16,4-3-79 0,-1-7-109 15,3-3-169-15,-6 0-385 16,4-14-311-16</inkml:trace>
  <inkml:trace contextRef="#ctx0" brushRef="#br0" timeOffset="-214153.771">10569 16115 2009 0,'0'0'654'0,"0"0"-288"0,0 0-46 0,0 0 26 16,0 0-154-16,0 0-95 0,0 0-62 15,-82 84-33-15,59-59-1 0,1 2-1 16,1-1-20-16,3 1-43 16,0-4-22-16,3 2 41 0,-1-2-12 0,3-2-20 15,2-4 19-15,4-1 22 0,2-8 10 16,4-2-10-16,1 0 0 0,0 1 32 0,0 2 3 16,1 5 57-16,4-1-10 0,-1 3 14 15,4 2 18-15,-3 1 28 0,-1 2 0 16,0 1-10-16,1 6 44 15,-4-1 68-15,1 3-119 0,-1-2-68 16,-1 1-22-16,0 0-3 0,0 0-25 16,0 0-65-16,-1-3-53 0,1 0-92 0,0-2-172 15,0-5-183-15,1-5-204 0,4-3-565 0</inkml:trace>
  <inkml:trace contextRef="#ctx0" brushRef="#br0" timeOffset="-213912.045">11023 16931 3602 0,'0'0'428'0,"0"0"-239"0,0 0-93 16,0 0-28-16,75 17 121 0,-51-13 97 0,2-2-121 15,3-1-106 1,4 0-47-16,-1-1-12 0,1 0 0 0,-3-4-61 16,-2-1-59-16,-5 0-21 0,-6-1-81 15,-4 1-162-15,-6 4-405 0,-7 1-985 0</inkml:trace>
  <inkml:trace contextRef="#ctx0" brushRef="#br0" timeOffset="-213743.29">11032 17127 2719 0,'0'0'625'0,"0"0"-362"0,0 0-225 16,0 0 79-16,0 0 138 0,0 0 58 15,0 0-50-15,0 0-109 0,0 0-62 0,0 0-16 16,98 53-24-16,-69-49-52 0,2-2-55 0,-2-2-67 16,1 0-51-1,-2 0-93-15,-3-3-232 0,-6 1-509 16,2 0-707-16</inkml:trace>
  <inkml:trace contextRef="#ctx0" brushRef="#br0" timeOffset="-212918.965">12690 16984 2418 0,'0'0'579'0,"0"0"-192"16,0 0-162-16,0 0-23 0,0 0-1 16,0 0-15-16,0 0-62 0,0 0-43 15,81 34-41-15,-62-46 19 0,2-2-59 16,-1-5-31-16,-1-5 0 16,-3 1 3-16,-3 1 0 0,-4-1 16 15,-1 4-28-15,-6 3 24 0,-2-1 16 0,-2 2 19 16,-10-1-19-16,-3 2-13 0,-1 2 12 0,0 2-16 15,1 3 17-15,1 3 31 0,4 2-10 16,-1 2 23-16,-1 0-26 0,0 3-16 16,-2 6 7-16,1 3-9 0,-5 5-25 15,1 4 24-15,2 8 1 0,-2 3 0 16,2 2 3-16,-2 3 19 0,3 4 21 0,-1-2-9 16,5-2 9-16,3-1 10 0,2-3-4 15,5-2-3-15,0-1-3 0,9-3-9 16,4-4-34-16,7-2-9 15,3-6-25-15,6-4-18 0,6-4-19 0,5-4 0 16,3-3-37-16,4-10-10 0,1-4-60 16,-1-5-54-16,-1-1-131 0,0-2-189 15,-13 5-542-15,17-8-574 0</inkml:trace>
  <inkml:trace contextRef="#ctx0" brushRef="#br0" timeOffset="-210842.272">13321 15993 2014 0,'0'0'550'0,"0"0"-138"0,0 0-35 0,0 0-104 0,0 0 30 15,0 0-80-15,0 0-104 0,0 0-70 16,0 0 35-16,0 0-6 0,0 0-11 0,42 93-2 16,-26-61 28-16,0 2-20 15,-1 2 7-15,-3 2-37 0,0-2-12 16,-1-1-9-16,-2-3-22 0,0-5-30 16,-2-2 27-16,0-4-43 0,0-5 6 0,1-1-9 15,-3-4-87-15,1-1-61 0,0-4-52 16,-2-1-93-16,2-3-212 15,-2-1-406-15,2-1-334 0</inkml:trace>
  <inkml:trace contextRef="#ctx0" brushRef="#br0" timeOffset="-210577.982">13608 16066 977 0,'0'0'1040'0,"0"0"-554"0,0 0-132 0,0 0-33 16,0 0-6-16,0 0-65 0,0 0-136 16,0 0-36-16,0 0-9 0,-72 70 1 0,54-48-11 15,-4 1-6-15,-1 4-18 0,-3 2-20 16,-3 3-15-16,-1 1-1 0,-1 0-21 16,3 0-9-16,2-5-6 0,4-4-35 0,3-4 2 15,5-5 29-15,1-2-40 0,3-4-33 16,3-2-18-16,1-1-4 0,3-4-110 15,2-1-42-15,1-1-114 0,0 0-129 16,0 0-200-16,0-1-281 0</inkml:trace>
  <inkml:trace contextRef="#ctx0" brushRef="#br0" timeOffset="-209956.808">13797 16227 1304 0,'0'0'1080'0,"0"0"-660"0,0 0-170 15,0 0 25-15,0 0-24 0,0 0-46 16,0 0-32-16,0 0-21 0,0 0-34 16,0 0-37-16,98 35-16 0,-73-30-34 15,-1-1-30-15,0-2-1 0,-2-1 0 0,1-1-26 16,-3 0-101-16,-4 0-60 15,0-1-65-15,-1-5-103 0,-7 1-210 16,4-6-590-16</inkml:trace>
  <inkml:trace contextRef="#ctx0" brushRef="#br0" timeOffset="-209724.375">13962 16042 1744 0,'0'0'594'0,"0"0"-278"0,0 0-139 0,0 0 80 16,0 0 31-16,0 0-22 15,0 0-86-15,2 67-95 0,4-39 9 0,-3 4-27 16,0 1-11-16,-2 5-31 0,-1 1-11 0,0 2-14 16,-3 0 0-16,-3-3-13 0,0-1-74 15,0-5-55-15,3-5-60 0,3-7-115 16,0-5-195-16,3-7-234 15,7-6-460-15</inkml:trace>
  <inkml:trace contextRef="#ctx0" brushRef="#br0" timeOffset="-209358.789">14405 15923 2699 0,'0'0'501'0,"0"0"-255"16,0 0-63-16,0 0 158 0,0 0 25 0,-1 66-100 15,8-40-121-15,3 1-72 0,3-1-8 16,0 0-13 0,1-2-25-16,-2-2-27 0,0-4-3 0,2-3-64 15,-2-4-77-15,3-3-47 0,1-5-66 0,1-3-132 16,-3-2-308-16,8-12-776 0</inkml:trace>
  <inkml:trace contextRef="#ctx0" brushRef="#br0" timeOffset="-209086.33">14694 16027 2516 0,'0'0'623'0,"0"0"-307"0,0 0-91 16,0 0 83-16,0 0 92 15,-80 69-35-15,60-47-151 0,0 0-137 16,1 0-31-16,-1 0-19 0,4-1-27 0,2 0-17 0,2-4-17 15,-1 1-73 1,5-3 9-16,0-3 9 0,5 2 40 0,-1-4 18 0,3 1 19 16,1 1 0-16,0 0-1 0,0-1 13 15,0 5 12-15,1-1-9 0,3 2-3 16,1 3 12-16,-1 0-12 16,0 1 0-16,2-1-2 0,-1-1-10 0,-1 1 11 15,0-3-12-15,-3 1-18 0,1-3-117 0,-2 1-91 16,0-4-137-16,0 0-198 15,0-5-386-15,0-1-398 0</inkml:trace>
  <inkml:trace contextRef="#ctx0" brushRef="#br0" timeOffset="-208429.3">14979 16366 2304 0,'0'0'539'15,"0"0"-209"-15,0 0-116 0,0 0 43 0,0 0-14 16,0 0-26-16,98 28-70 0,-64-30-60 0,5-9-87 15,3-4-16-15,1-5-96 0,-4-3-89 16,0-1-129-16,-4 1-191 16,-11 5-616-16,-4-4-816 0</inkml:trace>
  <inkml:trace contextRef="#ctx0" brushRef="#br0" timeOffset="-208219.446">15173 16124 1888 0,'0'0'648'0,"0"0"-429"0,0 0-132 0,0 0 128 16,0 0 146-16,0 0-16 0,0 0-93 0,-7 74-117 15,7-43-32-15,6 2-1 0,-3 3-15 16,0 0-61-16,0 0-26 0,0 0-15 16,-2-2-16-16,2-1-78 0,-2-1-78 0,2-3-80 15,2-2-52-15,2-7-240 0,-2-6-511 16,7-3-568-16</inkml:trace>
  <inkml:trace contextRef="#ctx0" brushRef="#br0" timeOffset="-207774.571">15812 15969 2032 0,'0'0'479'0,"0"0"-134"15,0 0-114-15,0 0-26 0,0 0 52 0,0 0-32 16,96 35-40-16,-60-30-65 0,6-3-64 0,0-2-43 16,1-3-13-16,-1-7-18 0,1-2-139 15,-4-1-51-15,-3-1-73 0,-5 2-195 16,-9 1-298 0,-7 2-778-16</inkml:trace>
  <inkml:trace contextRef="#ctx0" brushRef="#br0" timeOffset="-207541.698">16068 16031 395 0,'0'0'1720'0,"0"0"-1357"16,0 0-240-16,0 0 22 0,0 0 99 15,-53 82 82-15,47-62-62 0,3 2-90 16,0 2-48-16,2-1-1 0,-1 1 39 16,2 0-37-16,0 2-37 0,0-2-15 15,0 0-20-15,0 0-5 0,0-1-4 16,3-2-18-16,3-1-6 0,2-1-21 15,3-2-1-15,-1-1-13 0,5-1 10 0,2-3-18 16,0-2-4-16,5 1-49 0,1-4 15 16,3-3-74-16,-2-3-76 0,5-1-96 15,-3-6-148-15,-4 0-521 0,3-8-616 0</inkml:trace>
  <inkml:trace contextRef="#ctx0" brushRef="#br0" timeOffset="-207167.985">16617 16065 1184 0,'0'0'534'0,"0"0"-89"0,0 0 4 0,0 0-34 15,0 0-54 1,0 0-78-16,0 0-66 0,50 83-50 0,-42-59-36 15,2 3-28-15,0 0-31 0,-2-2-45 16,1 0-27-16,0-3-18 0,0-4-10 0,-2-3-40 16,0-2-98-16,0-3-85 0,2-6-126 15,-4-3-252-15,7-1-610 0</inkml:trace>
  <inkml:trace contextRef="#ctx0" brushRef="#br0" timeOffset="-206987.514">16808 16129 2572 0,'0'0'347'0,"0"0"-238"0,0 0-12 15,0 0 69-15,-96 83 110 0,71-57-45 0,0 0-148 16,4-2-83-16,3 0-25 0,1-2-20 16,5-2-122-16,0 1-115 0,4-3-99 15,1-5-169-15,1 1-519 0</inkml:trace>
  <inkml:trace contextRef="#ctx0" brushRef="#br0" timeOffset="-206805.612">16968 16348 2572 0,'0'0'463'16,"0"0"-297"-16,0 0-25 0,0 0 43 0,0 0 75 0,-25 83-58 15,16-65-182 1,1-2-19-16,2-2-91 0,0-3-57 16,2-3-101-16,1-1-156 0,2-3-291 15,-2-3-706-15</inkml:trace>
  <inkml:trace contextRef="#ctx0" brushRef="#br0" timeOffset="-206591.756">17174 15956 2380 0,'0'0'503'16,"0"0"-195"-16,0 0 23 0,28 74 32 0,-19-49-12 16,1-3-136-16,3-1-184 0,2-6-31 0,0 1-41 15,1-8-117-15,3-2-86 0,0-4-121 16,5-2-240-16,-6-4-194 15,13-14-708-15</inkml:trace>
  <inkml:trace contextRef="#ctx0" brushRef="#br0" timeOffset="-206324.872">17590 15888 2915 0,'0'0'502'0,"0"0"-277"0,0 0-29 15,0 0 31-15,-92 80 62 0,66-55-53 0,0 3-113 16,4-2-86-16,-1 0-37 15,6-3-12-15,1-1-24 0,3-3-88 16,0 2 1-16,5-5 5 0,3-2 3 16,2-3 34-16,3-4 12 0,0-1 40 0,2 3 13 15,2 0 16-15,1 3 3 0,0 1 23 0,1 5 12 16,-1 5 34-16,-1 1 12 0,-1 3-22 16,-1 1-6-16,-2 2 12 15,2-2-12-15,-2 0-19 0,1-1-35 16,-1-1-2-16,3-3-53 0,0-4-136 0,2-4-90 15,2-6-146-15,3-5-245 0,-3-4-485 16</inkml:trace>
  <inkml:trace contextRef="#ctx0" brushRef="#br0" timeOffset="-205970.133">17818 16012 2647 0,'0'0'581'16,"0"0"-368"-16,0 0 157 0,0 0-74 0,0 0-71 0,0 0-123 15,85-14-89-15,-63 9-13 0,-2 1-15 16,-1 2-16-16,-2 2-13 0,-3 2 17 0,-1 6 27 16,-4 1 1-16,-3 6 14 0,-2 3 16 15,-1 1 3-15,-3 3 0 0,0 3-18 16,0-1-14-16,-1 3-2 0,-4 0 0 15,2 2 0-15,0-1-1 0,0 1 1 16,0-1 0-16,1-1-2 0,-1 3-11 16,1-4 11-16,-1 0 1 0,-1 1-2 15,1-2 2-15,-2-3-9 0,-1 0 9 16,-2 0 1-16,0-3-22 0,-1-3-37 16,0-2-9-16,-1-2-26 0,-1-2-37 0,-1-1-39 15,-2-2-22-15,2-1-68 0,-2 0-114 0,1-3-66 16,-2 0-68-1,4-3-233-15,-8 0-629 0</inkml:trace>
  <inkml:trace contextRef="#ctx0" brushRef="#br0" timeOffset="-204668.843">21972 14599 2199 0,'0'0'558'16,"0"0"-160"-16,0 0-181 0,0 0-17 0,0 0-16 15,0 0-49-15,0 0-25 0,0 0 22 16,99 11 2-16,-52-5-13 0,4-1-55 15,-3-2-32-15,-3-1-32 0,-6-2-2 16,-5 0-19-16,-3 0-71 16,-5-4-74-16,-4-2-47 0,-5 2-65 0,-6-1-143 15,-5 0-245-15,-4 2-604 0</inkml:trace>
  <inkml:trace contextRef="#ctx0" brushRef="#br0" timeOffset="-204410.636">22217 14643 1505 0,'0'0'477'0,"0"0"-117"0,0 0-105 16,0 0 29-16,0 0 11 0,-45 84-21 0,34-59-87 15,2 2-64-15,-2 2-13 0,0 1 3 16,-1 4 1-16,1 2-20 0,0-1-17 16,0 3-8-16,2-3 2 0,4 0 4 0,-1-3-8 15,6-4-17-15,0-3-19 0,0-5-10 16,7-2-2-16,3-4-16 0,6-3 9 15,4 0-12-15,8-5-28 0,6 0 1 16,4-5-4-16,5-1-15 16,2-2-29-16,1-5-39 0,-3 0-57 0,2-2-90 15,-3-2-146-15,-11 4-232 0,11-2-664 0</inkml:trace>
  <inkml:trace contextRef="#ctx0" brushRef="#br0" timeOffset="-204035.635">22901 14524 411 0,'0'0'1709'16,"0"0"-1240"-16,0 0-19 15,0 0-108-15,29 72-31 0,-16-42-12 0,4 3-30 16,0 5-83-16,3 0-56 0,1 1-19 0,0-2-37 15,2 0-53-15,-1-2-20 0,-2-3-1 16,0-2-3-16,-1-6-27 0,-2-3-63 16,-1-6-42-16,-3-4-64 0,0-5-53 15,1-4-110-15,0-2-204 0,-5 0-412 0,3-12-396 16</inkml:trace>
  <inkml:trace contextRef="#ctx0" brushRef="#br0" timeOffset="-203834.989">23354 14630 2553 0,'0'0'425'0,"0"0"-287"0,0 0-81 0,-88 54 129 0,57-29 118 16,0 6 67-16,-2 3-117 0,1 3-111 16,-1 0-63-16,-1 2-21 0,3-2-37 0,-2 1-22 15,2-3-32-15,3-3-83 16,2-2-34-16,2-4-69 0,4-3-84 15,3-4-148-15,7-9-324 0,0 0-794 0</inkml:trace>
  <inkml:trace contextRef="#ctx0" brushRef="#br0" timeOffset="-203598.942">23666 15034 3335 0,'0'0'460'0,"0"0"-300"0,0 0-158 0,0 0 17 0,0 0 63 16,-43 74 59-16,24-53-79 0,0 1-62 0,-1-1-100 15,3-2-16-15,1-2-41 0,7-3-155 16,4-3-256-16,2-4-650 15</inkml:trace>
  <inkml:trace contextRef="#ctx0" brushRef="#br0" timeOffset="-203363.162">23963 14549 2906 0,'0'0'436'0,"0"0"-148"0,0 0-114 0,10 84 100 15,-3-53 53-15,0 2-55 0,2 0-112 16,2-1-102-16,0-4-58 0,3-4-9 16,2-5-123-16,0-5-38 0,3-5-71 0,1-6-216 15,-6-2-330-15,11-6-703 0</inkml:trace>
  <inkml:trace contextRef="#ctx0" brushRef="#br0" timeOffset="-203088.6">24317 14581 2936 0,'0'0'543'0,"0"0"-346"0,0 0-96 0,0 0 53 16,-87 43 82-16,58-21-16 0,0 4-102 15,0 1-104-15,2-1-14 0,2-2-19 16,6-2-24-16,-1 0-53 15,6-1-35-15,0-3 0 0,3-3-27 16,5-3 7-16,3-3 28 0,1-1 25 0,2-1 32 16,0 5 66-16,2 2 35 0,1 4 47 15,-1 4 10-15,-1 2-10 0,1 7 6 0,-2-1 3 16,1 2 4-16,-1 1 5 16,2 1-16-16,-1-2-19 0,4-2-21 15,-2-3-42-15,2-3-2 0,-2-5-19 0,3-1-127 16,0-8-49-16,1-4-25 0,0-5-138 15,6-1-233-15,-4-3-375 0,8-17-714 0</inkml:trace>
  <inkml:trace contextRef="#ctx0" brushRef="#br0" timeOffset="-202701.876">24576 14579 1570 0,'0'0'1796'0,"0"0"-1431"0,0 0-249 16,0 0-12-16,0 0-54 0,0 0-34 15,90-39-16-15,-65 24-38 0,1 5-31 0,-2 0 38 16,-4 2 9-16,0 5-19 0,-6 3 37 16,-6 0-23-16,1 7 27 0,-6 4 79 0,-3 5 9 15,0 2-10-15,0 4-14 16,-5 1-24-16,-2 1 1 0,2 2-4 15,-1 1-9-15,3 2-28 0,0 1 1 16,0-1 12-16,0 4 3 0,2-2 15 0,-3 4-3 16,2 0 12-16,1 1 3 0,-2 0 19 15,-2 1 22-15,2-2-26 0,1-1-15 16,-3-1-24-16,4-4-18 0,1 0-1 16,0-4-2-16,0-2-23 0,0-4 13 15,0-2-28-15,0-2-31 0,0-4-6 0,0-1-20 16,-5-2-39-16,-4 0-40 0,-5 1-120 15,-4-1-231-15,3-4-257 0,-14 4-444 0</inkml:trace>
  <inkml:trace contextRef="#ctx0" brushRef="#br0" timeOffset="-201582.601">25358 14829 359 0,'0'0'1766'16,"0"0"-1281"-16,0 0-105 0,0 0-83 15,0 0-58-15,0 0 4 0,0 0-57 0,0 0-47 16,0 0-46-16,101 39-21 0,-74-33-16 16,3-3-31-16,1-1-25 0,-2-2-35 15,-2 0-87-15,-1-2-79 0,-4-3-47 16,-6 1-82-16,-4 2-220 15,-9 1-772-15</inkml:trace>
  <inkml:trace contextRef="#ctx0" brushRef="#br0" timeOffset="-201427.806">25384 14964 1869 0,'0'0'467'16,"0"0"-112"-16,0 0-120 0,0 0-1 15,0 0 5-15,0 0-49 0,0 0-50 16,82 40-59-16,-49-39-81 0,3-1-9 0,2 0-136 16,2-6-198-16,-11 0-212 0,10-2-745 0</inkml:trace>
  <inkml:trace contextRef="#ctx0" brushRef="#br0" timeOffset="-199482.345">26247 14499 209 0,'0'0'2009'0,"0"0"-1531"0,0 0-12 0,0 0-195 0,0 0-8 0,43 78 4 16,-27-48-50-16,2 4-52 15,1 5-56-15,-4-1-23 0,0 2-27 16,-1-4-19-16,-1 0-15 0,0-2-13 16,-1-5-12-16,-1-1 0 0,0-6-1 15,1-3-15-15,-2-2-2 0,-1-3 15 16,0-3-25-16,-4 0-3 0,1-4-6 0,1 0-56 16,-3-3-43-16,-1-2-76 0,0-1-81 0,-1-1-112 15,2 0-235-15,1-2-574 0,-1-9-258 0</inkml:trace>
  <inkml:trace contextRef="#ctx0" brushRef="#br0" timeOffset="-199228.482">26616 14586 954 0,'0'0'599'0,"0"0"-153"16,0 0-93-16,0 0-56 0,0 0-46 0,0 0-52 15,0 0 9-15,0 0-33 0,0 0-20 16,0 0-19-16,0 0-108 0,-65 47 13 16,34-18-16-16,-2 6 16 0,-7 8 3 15,-1 3-26-15,-2 1-18 0,-6 0-16 0,4 0-19 16,-2-5 7-16,6 0-13 0,3-7-34 16,8-6-36-16,9-7-12 0,6-7 28 0,7-6-33 15,3-5-99 1,5-4-152-16,0 0-206 0,3 0-421 15,9-10-115-15</inkml:trace>
  <inkml:trace contextRef="#ctx0" brushRef="#br0" timeOffset="-197450.899">26881 14486 284 0,'0'0'1759'0,"0"0"-1299"16,0 0-29-16,0 0-82 0,0 0-34 16,0 0-15-16,65 82-99 0,-46-54-92 15,-3 0-53-15,-2 2-25 0,-2-4-18 0,-4-2-13 16,1-3-28-16,3-5-16 0,-4-3-130 15,6-3-101-15,0-6-114 16,-3-2-245-16,9-2-603 0</inkml:trace>
  <inkml:trace contextRef="#ctx0" brushRef="#br0" timeOffset="-197101.762">27308 14482 658 0,'0'0'1397'0,"0"0"-879"0,0 0-206 0,0 0-49 16,0 0 5-16,0 0-94 0,0 0-113 16,-89 50-61-16,66-30-13 0,1 0-12 0,2 1-17 15,-3 2-69-15,3 0-6 0,2-3 2 16,2-2 29-16,5-2 22 0,3-5 31 0,2-4 17 16,4-3 14-16,1-1 2 15,1 0 22-15,0 1 23 0,0 3 19 16,0 2 19-16,1 4-4 0,1 5 33 15,2 3-11-15,-2 2 7 0,1 2 18 0,2 0 16 16,-1 0 3-16,1 2-26 0,-1-2-22 16,0 1-23-16,0 0-27 0,-1-1-13 15,-1 1-16-15,-2-1-18 0,0 0 2 0,-2-1-2 16,-3-3-9-16,-1-2-13 0,0-2-46 16,0-3-38-16,3-3-21 15,0-3-12-15,3-3-15 0,0-2-70 0,0-3-158 16,3 0-283-16,2-3-543 0</inkml:trace>
  <inkml:trace contextRef="#ctx0" brushRef="#br0" timeOffset="-196086.287">27699 14883 1360 0,'0'0'1201'16,"0"0"-866"-16,0 0-85 0,0 0-65 15,0 0 15-15,0 0-19 0,0 0-71 0,0 0-16 16,0 0-22-16,0 0 52 0,97-3-43 0,-65-1-47 16,0-1-34-16,-3-1-1 0,-2 1-55 15,-1 0-102-15,-3 1-43 0,-1 0-23 16,-3 3-81-16,-5-1-288 15,2 1-804-15</inkml:trace>
  <inkml:trace contextRef="#ctx0" brushRef="#br0" timeOffset="-195394.132">28513 14364 2126 0,'0'0'534'16,"0"0"-209"-16,0 0-101 0,0 0 66 15,0 0 22-15,0 0-25 0,39 83-112 0,-22-51-42 16,-3 1-9-16,4 1-38 0,-7-1-53 16,2-5-33-16,-1-4-1 0,-1-3-33 0,2-7-34 15,-1 0-96-15,2-8-66 0,5-3-110 16,2-3-243-16,-5-3-557 0,10-15-721 0</inkml:trace>
  <inkml:trace contextRef="#ctx0" brushRef="#br0" timeOffset="-195086.255">29007 14371 2047 0,'0'0'728'0,"0"0"-305"0,0 0-124 0,0 0-33 16,0 0-90-16,-79 64-88 0,58-41-88 16,-1-2-12-16,-1 2-70 0,0 0-78 0,2 1-33 15,0-1-36-15,1-4 57 0,4 0 60 0,3-5 112 16,3-2 16-1,2-2 54-15,2-1-9 0,2 0 0 0,-1 3 41 16,2-1-1-16,0 6 7 16,1-1 0-16,-1 5 5 0,3 3 4 0,0 4-11 15,0 1 2-15,0 5 22 0,2 0 23 16,2-2 7-16,5 4-58 0,-2-4-56 16,2-1-46-16,1-3 0 0,0-2-15 0,1-5-10 15,-2-6-36-15,2-4-54 0,1-3-5 16,2-5-39-16,-1-3-117 0,5-4-232 15,-5-3-477-15,5-13-733 0</inkml:trace>
  <inkml:trace contextRef="#ctx0" brushRef="#br0" timeOffset="-194881.344">29285 14560 2598 0,'0'0'438'15,"0"0"-112"-15,0 0-104 0,0 0 188 0,47 89-57 16,-35-55 67-16,1-1-172 0,4 5-126 16,-2-5-48-16,2-2-44 0,2-5-30 0,1-2-15 15,0-4-144-15,1-3-15 0,3-7 14 16,1-3-18-16,0-7-104 0,1 0-302 16,-7-6-691-16,4-12-1136 0</inkml:trace>
  <inkml:trace contextRef="#ctx0" brushRef="#br0" timeOffset="-194713.154">29751 14576 1231 0,'0'0'2423'0,"0"0"-2065"0,0 0-216 16,0 0-11-16,-81 79 132 0,58-49 36 0,-5 1-82 16,1 2-158-16,-5 2-59 15,-1-1-30-15,-4 3-50 0,-8-1-57 0,-3 3-38 16,-5-3-66-16,-7 2-129 0,-4-3-290 15,15-9-537-15,-32 14-736 0</inkml:trace>
  <inkml:trace contextRef="#ctx0" brushRef="#br0" timeOffset="-193590.021">15699 15842 2242 0,'0'0'526'15,"0"0"-205"-15,0 0 21 0,5 77-4 16,-2-49-48-16,-2 2-112 0,2-2-103 16,-1 1-69-16,0-1-6 0,-2-1-146 15,0-3-77-15,0 3-23 0,-2-2-90 16,-6 0-147-16,2-7-334 0,-9 3-463 0</inkml:trace>
  <inkml:trace contextRef="#ctx0" brushRef="#br0" timeOffset="-193425.892">15516 16302 2587 0,'0'0'524'0,"0"0"-301"0,0 0-111 0,0 0 128 0,0 0 15 15,0 0-53-15,81 0-109 16,-58 0-65-16,-3 0-28 0,2-4-67 0,-5 2-87 16,-4-1-135-16,-3 3-254 0,-4-1-536 15,-6 1-794-15</inkml:trace>
  <inkml:trace contextRef="#ctx0" brushRef="#br0" timeOffset="-193156.855">15609 16430 1148 0,'0'0'1393'16,"0"0"-1222"-16,0 0-106 0,0 0 89 16,0 0 80-16,92 4-14 0,-78-4-93 0,1 0-98 0,-4 0-29 15,-5 2-1-15,-3 5-75 0,-3 4-90 0,-1 6 61 16,-8 2 22-16,-4 3 60 0,-1 3 23 16,-3 0 93-16,3 0 15 0,-2 0-18 15,2 2-55-15,4-3-19 0,2 0 66 16,2-6 20-16,4-5-4 0,2-5-23 15,6-1-24-15,4-3-32 0,4-4 9 0,9 0 22 16,2 0 0 0,5 0-9-16,5-8-38 0,2 0-3 0,3-2-72 15,-1 0-107-15,-1 1-119 0,-9 2-357 16,7-2-877-16</inkml:trace>
  <inkml:trace contextRef="#ctx0" brushRef="#br0" timeOffset="-183853.175">2206 10093 2638 0,'0'0'303'0,"0"0"84"15,0 0-231-15,0 0-20 0,0 0-32 0,0 0 0 16,0 0-28-16,0 0-48 0,0 0-3 16,0 0 6-16,0 0 7 0,82-43-13 0,-59 31-21 15,2 0 21-15,-1 3-9 0,1-3 0 16,2 0-1-16,0 1-15 0,2-2-12 15,2 0-4-15,-4 0-18 0,2 0-11 16,-3 1 32-16,-4 1-9 0,-1 3 7 16,-1-2-20-16,-4 2-28 0,-2 5 0 15,-5 0-3-15,-3 3 3 0,1 0 9 16,-4 4-15-16,0 2-4 0,-2 5 72 16,-1 2-25-16,0 3 7 0,0 3-51 15,-3 2-6-15,-1 0-23 0,-3-2-7 0,1 0 39 16,2 0 22-16,-1-3 34 15,-2-1 11-15,2 2 13 0,-3 1-11 0,1-1 0 16,-2 1-2-16,-2 0-31 16,4-1 22-16,-1-2 9 0,-1 0 19 15,3-3 0-15,1-3 10 0,1-2 51 0,1-2 3 16,3-4-6-16,-2 0 25 0,2-1-22 0,0 0-20 16,0 0-3-16,0 0 10 0,0 0 18 15,0 0-34-15,0 0-29 0,-1-2-19 16,-2-2-3-16,-3 0-29 15,-2-1 29-15,-1-3-2 0,-1-1-23 16,-4 0 22-16,-1-1 1 0,-2-2 2 0,1-1 0 16,-6 2 12-16,1-2 17 0,-1 0-14 15,1 0 10-15,-4 2-24 0,2-1-2 16,1 1-6-16,1 3-21 0,1 0-3 16,2 2-71-16,1-1-56 0,1 1-11 0,2 0-42 15,2-1-190-15,2 0-214 0,5 3-211 16,-1-3-410-16</inkml:trace>
  <inkml:trace contextRef="#ctx0" brushRef="#br0" timeOffset="-182936.839">1765 9008 2100 0,'0'0'750'15,"0"0"-580"-15,0 0-151 0,0 0 96 0,-39 96 70 16,33-54 28-16,-1 6 37 0,4 7-77 0,-1 3-62 16,3 5-30-16,-1 2-44 15,2 0-10-15,0-3-27 0,0-8-47 0,2-12-21 16,0-7 5-1,4-15-4-15,-3-7 5 0,1-6-42 0,-2-5-79 16,-1-2-7-16,2-7-97 0,0-8-31 0,0-5-224 16,0 2-466-16,1-23-95 0</inkml:trace>
  <inkml:trace contextRef="#ctx0" brushRef="#br0" timeOffset="-182636.357">1761 9153 1087 0,'0'0'478'0,"0"0"-16"16,0 0-54-16,0 0-28 0,0 0-84 15,0 0-79-15,0 0-65 16,0 0-50-16,0 0-45 0,0 0-57 0,0 0 16 16,20-31 34-16,3 40 67 0,2 5-4 0,2 3-9 15,-1 3-53-15,-2 2-26 16,-2-1-13-16,-5-2 1 0,-1-2 2 16,-3-2-15-16,-3-3-1 0,-2-3 1 15,0 0-1-15,-2-2-27 0,-2-5 13 0,-1 2 13 16,-2-4 1-16,1 0 1 0,-2 0 22 15,0 0 3-15,0 0 9 0,4-3 4 16,-1-5-4-16,3-3 38 0,1-7-13 16,0-5-29-16,3-5-30 0,-4-6-3 15,0-3-21-15,-3-3-10 0,-3-3-60 16,0 0-43-16,0-4-74 0,-3 0-101 0,-3-2-197 16,0 12-219-16,-4-13-485 0</inkml:trace>
  <inkml:trace contextRef="#ctx0" brushRef="#br0" timeOffset="-179456.402">2780 13289 1881 0,'0'0'1037'0,"0"0"-777"0,0 0-222 0,0 0-3 16,0 0 105-16,0 0 102 0,11 87 63 15,-1-48-63-15,-1 5-80 0,4 9-60 16,-3 4-21-16,-3 5-44 0,-1 1-19 16,-2 1-8-16,-4-3-10 0,0-3-25 0,0-7 13 15,0-7-7-15,0-8 17 0,0-11 0 0,-3-9-10 16,3-7 8-1,0-6-20-15,0-3-48 0,0 0-11 16,0-7-4-16,3-3 3 0,3-6 15 16,1-7 44-16,2-8-1 0,2-3 24 15,-2-7-70-15,1 0 3 0,0-1 9 16,-1 3 28-16,-2 3 1 0,2 7 12 0,1 8 3 0,0 7 16 16,-3 5 73-16,3 5 9 0,-1 4-17 15,-2 0 4-15,2 4-11 0,-2 8-30 16,-3 3 6-16,-3 6-34 15,-1 6-15-15,-4 2-51 0,-6 2-45 0,0 0-46 16,-3-5 18-16,3-6 66 0,0-4 61 16,1-6 12-16,-1-1 28 0,3-3 4 0,1-1 0 15,2-4-1-15,2 0 10 0,2-1-3 16,0 0 22-16,6 1-29 0,6 0 20 16,5 2 33-16,6 0-26 0,3 0-24 15,3-1-34-15,-3 3-2 0,1-1 2 16,-1-1 0-16,-4 3-10 0,-2-1-35 15,-3 0-125-15,-2 0-92 0,-4 1-282 16,-2 1-654-16</inkml:trace>
  <inkml:trace contextRef="#ctx0" brushRef="#br0" timeOffset="-178919.367">2396 13596 2940 0,'0'0'438'0,"0"0"-283"0,0 0-28 16,0 0 84-16,0 0 38 0,0 0-25 15,0 0-29-15,0 0-62 0,0 0-96 16,0 0-37-16,-20 20-87 0,-6 7-11 16,-4 4 33-16,-2 6-31 0,0 1 31 0,4 0-13 15,3-4-53-15,2-3-11 0,3-6 60 16,7-6 57-16,1-6 24 0,7-3-18 0,2-2 0 16,3-2 19-16,1-2 38 0,9 0-35 15,7 3 50-15,5-2 16 0,4 2 0 16,-1-2-17-16,1-1-24 15,-5-1 15-15,-3-1-24 0,-4 1-6 16,-4 0-13-16,1 0-15 0,-3-2-13 16,-4 4-38-16,-1 0-211 0,-3 1-157 0,0 1-265 15,-7 2-667-15</inkml:trace>
  <inkml:trace contextRef="#ctx0" brushRef="#br0" timeOffset="-178747.885">2078 14104 352 0,'0'0'2242'0,"0"0"-1833"15,0 0-246-15,0 0-6 0,0 0 106 16,0 0 5-16,0 0-3 0,0 0-81 16,0 0-51-16,0 0-43 0,77 57-32 15,-52-50-36-15,1-4-21 0,-4 0-1 0,1-3-93 16,-3 0-65-16,-3 0-34 0,-1 0-107 16,-3-3-233-16,-3 2-624 15,-7 1-762-15</inkml:trace>
  <inkml:trace contextRef="#ctx0" brushRef="#br0" timeOffset="-177928.074">1517 14036 1056 0,'0'0'625'16,"0"0"-251"-16,0 0-128 0,0 0 42 0,0 0 8 15,0 0-71-15,0 0-101 0,98-22-22 16,-73 22-16-16,-2 9-19 0,-3 1-51 15,-3 3 15-15,-1 2-30 0,-6 1 9 0,-1 0-10 16,-5 2 0-16,-1-2 22 16,-3 3-6-16,-4-3-14 0,-5 1 20 15,-3-2-22-15,-2 0 0 16,-2-2-1-16,-1-5-1 0,-1 1 2 0,0-7 19 16,3-2-3-16,-2 0-15 0,0-7 56 0,-1-3-16 15,0-4-22-15,0-3 6 0,1-4-24 16,1-2-1-16,1-4-52 15,3 1-11-15,1-2 2 0,6 3-46 0,4 3 59 16,1 1-73-16,6 4 38 0,6 0-54 16,6 3-149-16,-1 6-298 0,15-6-592 15</inkml:trace>
  <inkml:trace contextRef="#ctx0" brushRef="#br0" timeOffset="-176627.738">3950 13316 267 0,'0'0'2495'16,"0"0"-2094"-16,0 0-273 0,0 0-126 15,0 0 116 1,0 0 97-16,0 0 25 0,0 0-38 16,0 0-109-16,0 0-68 0,0 0-25 0,-16 28-27 15,-1-8-10-15,-2 2 0 0,-3 3-2 0,2 0 20 16,0 0 18-16,0-1-12 0,0-1 1 16,4-2-1-16,-3 0 1 0,7-5 11 15,1 0-18-15,2-2 3 0,5-1-6 16,1-3 4-16,3 0-14 0,0 0 10 0,1-2 6 15,8 0 16 1,2 1 14-16,4 0 17 0,2-1 13 0,1-2 13 16,2 0-20-16,-1-2-5 0,-1 1-29 15,-1-3 17-15,-2 1-20 0,-2-2 0 16,-3 0-1-16,-1-1-97 0,-3 2-104 16,-2-1-105-16,-3 1-217 0,-1 0-675 15</inkml:trace>
  <inkml:trace contextRef="#ctx0" brushRef="#br0" timeOffset="-176481.84">3770 13844 2443 0,'0'0'368'0,"0"0"-185"0,0 0-109 16,0 0 41-16,0 0 45 0,83 35 30 0,-55-27-28 16,3-2-90-16,1-2-54 0,4-2-18 0,4-2-177 15,-2 0-188-15,-11 0-416 0,11-3-1093 16</inkml:trace>
  <inkml:trace contextRef="#ctx0" brushRef="#br0" timeOffset="-175228.693">1725 15118 1486 0,'0'0'504'16,"0"0"-274"-1,0 0 0-15,0 0 57 0,-5 91-33 0,5-52-65 0,-1 4-42 16,1 6-45-16,-2 2-4 16,-1 6-41-16,-1 1-6 0,-3 4 6 0,-2 1-13 15,1 2-10-15,-5-5-18 0,3-2 3 16,-2-10-19-16,1-6-15 0,0-8 3 0,3-5-89 16,-2-7 3-16,4-6-39 0,3-5-25 15,2-9-52-15,-1-2-75 0,2-5-160 16,-1-4-154-16,-1-18-469 0</inkml:trace>
  <inkml:trace contextRef="#ctx0" brushRef="#br0" timeOffset="-174874.037">1674 15264 52 0,'0'0'1855'15,"0"0"-1612"-15,0 0-185 0,0 0-6 0,0 0 158 16,0 0 65-16,0 0-76 0,0 0-64 16,0 0 12-16,87 67-58 0,-66-44-19 15,4 3-22-15,-2 2 6 0,3 1-26 16,-2 2 10-16,1 3-3 0,-2 2-3 16,-4 2-22-16,1 0-7 0,-4 2-3 0,-2-3 2 15,1-1 1-15,-3-2 13 0,-3-6-16 16,1-2 1-1,-1-7 15-15,-4-5 18 0,1-7-15 0,-4-3 7 0,-1-4 40 16,1 0-10-16,1-4-24 0,1-8 9 0,4-7 65 16,1-9 4-16,1-12-47 0,2-8-63 15,-2-10-23-15,-1-6-64 16,-1-3-11-16,1 0-34 0,-2 2-16 0,5 8-74 16,-1 6-55-16,4 5-107 0,-1 11-210 15,-4 9-399-15,6 2-262 0</inkml:trace>
  <inkml:trace contextRef="#ctx0" brushRef="#br0" timeOffset="-174169.699">2467 15810 1668 0,'0'0'782'0,"0"0"-498"0,0 0-197 0,0 0-26 0,-3 69 70 15,3-49 97-15,6-1 7 0,0-1-51 16,0 0-70-16,3-5-48 0,0-3-10 0,-2-2 35 15,3-3 20 1,-1-2-70-16,0-3-29 0,0 0-12 0,3 0-13 16,-2-8-22-16,3-3 20 0,0-4-7 15,-2-2 5-15,1-4-2 0,-3-1-15 16,-2-1-45-16,-1 2-21 0,-2 2 8 0,-3 4 32 16,-1 3 25-16,0 1 35 0,-1 4 30 15,-6 3 2-15,-3 1-10 0,0 2-22 0,-3 1 25 16,4 0 29-16,-1 0 12 0,1 4-22 15,-1 2-44 1,2-1-76-16,-3 3-9 0,2 0-73 16,-2 1-141-16,3-1-233 0,1 1-503 15,-2 3-436-15</inkml:trace>
  <inkml:trace contextRef="#ctx0" brushRef="#br0" timeOffset="-173986.708">2875 15502 3019 0,'0'0'345'0,"0"0"-227"0,0 0-14 0,0 0 114 16,0 0-11-16,92 2-74 0,-72-1-96 16,-1-1-37-16,-2 1-102 0,0 2-77 0,-4 0-118 15,-4 1-232-15,-3 10-612 0</inkml:trace>
  <inkml:trace contextRef="#ctx0" brushRef="#br0" timeOffset="-173822.188">2901 15780 2794 0,'0'0'426'0,"0"0"-330"0,0 0-93 15,0 0 109-15,0 0 116 0,0 0 27 16,0 0-69-16,89 1-183 0,-63-2-3 15,1-5-157-15,0-5-105 0,2 2-151 0,-7-1-316 16,7-3-657-16</inkml:trace>
  <inkml:trace contextRef="#ctx0" brushRef="#br0" timeOffset="-172284.103">3696 15546 2910 0,'0'0'505'0,"0"0"-400"16,0 0-104-16,0 0 0 0,0 0 62 16,0 0 70-16,0 0 59 0,94-10-54 0,-73-4-68 0,4-6-51 15,-3-3-19-15,1-4-20 0,-3 0-43 16,-3-1-16-16,-3 2-6 15,-3 3 6-15,-6 4 20 0,-3 2 18 16,-2 5 41-16,0 3 2 0,-9 1-2 0,-4 4-15 16,-3-2 15-16,-4 4 14 0,3 2 30 15,-5 0-10-15,2 1 34 0,0 4-66 16,0 4 15-16,2 4-17 0,0 3-41 16,-1 4 19-16,6 4 22 0,-3 6 0 0,5 4 15 15,0 1 4-15,3 5 10 16,2 3 2-16,2 0 13 0,2 2 25 0,2-3-18 0,0-4-1 15,8-1 3-15,1-8-19 0,5-5-31 16,0-5-3-16,3-3-31 0,5-2-31 16,4-4 9-1,1-3 8-15,6-3-37 0,-1-4-78 0,4-1-144 16,-10-7-358-16,10-19-999 0</inkml:trace>
  <inkml:trace contextRef="#ctx0" brushRef="#br0" timeOffset="-169311.418">4437 13314 2447 0,'0'0'383'16,"0"0"-135"-16,0 0-146 0,0 0 89 15,0 0 130-15,0 0-19 0,0 0-36 0,0 0-58 16,0 0-75-16,0 0-53 0,46 95-15 16,-37-58-13-16,-4 2-9 0,0 0-6 15,-4-3-7-15,-1-6-29 0,0-6-1 0,0-5-3 16,2-6-27-16,-2-6 2 0,1-1 0 16,-1-6-18-16,0 0-58 0,2 0-32 0,-2 0 6 15,3-6-28-15,-1-1 5 0,4-5 73 16,0-3 40-16,0-4-10 15,1-2 9-15,0 0 0 16,0-3 3-16,-1 4 16 0,-2-1 20 0,2 2-1 16,0 3 3-16,-1 2 0 0,1 5 11 0,0 1 52 15,0 6 6-15,2 0-6 0,0 2 23 16,-1 0-14-16,3 8-7 0,0 4 10 16,2 1-7-16,-4 3-12 0,2 2 6 15,-4 3 0-15,-3 1-13 0,1 1-9 16,-4 1-25-16,0-1-15 0,0 1-22 15,-4-2-67-15,0-5-14 0,-1 0-33 16,2-6-14-16,1-3-26 0,2-1-155 16,0-4-210-16,0-1-464 0,2-2-336 0</inkml:trace>
  <inkml:trace contextRef="#ctx0" brushRef="#br0" timeOffset="-169136.922">4877 13541 2156 0,'0'0'656'0,"0"0"-373"0,0 0-114 16,0 0-10-16,95-2 161 16,-68 2-15-16,-3 0-42 0,1-2-108 0,-1-1-106 15,-2-2-45-15,1-2-4 0,2-4-118 16,-1-3-125-16,3-5-150 0,-9 6-367 16,6-13-1089-16</inkml:trace>
  <inkml:trace contextRef="#ctx0" brushRef="#br0" timeOffset="-168968.236">5392 13156 684 0,'0'0'2626'16,"0"0"-2185"-16,0 0-300 0,0 0-50 0,0 0 89 16,9 72 84-16,-2-40-42 0,-1 8-108 0,0 5-90 15,1 5-24-15,-3 2-71 0,-2 3-108 16,-1 1-103-16,-1-16-205 15,-1 21-863-15</inkml:trace>
  <inkml:trace contextRef="#ctx0" brushRef="#br0" timeOffset="-165415.751">1926 16869 2168 0,'0'0'1409'16,"0"0"-1069"-16,0 0-249 0,0 0-89 16,0 0 56-16,0 0 26 0,0 0 28 15,-41 96 0-15,41-57-34 0,0 9-38 0,7 6-40 16,4 2-28-16,-2 1 13 0,-2 0-13 15,0-4 28-15,-4-6-3 0,-3-6-35 0,0-10 20 16,0-10-32-16,0-7-21 16,-1-6-42-16,-5-7-66 0,-1-1-133 0,0-11-239 15,-1 3-135-15,-6-19-868 0</inkml:trace>
  <inkml:trace contextRef="#ctx0" brushRef="#br0" timeOffset="-165130.675">1794 16998 189 0,'0'0'2251'0,"0"0"-1822"16,0 0-201-16,0 0-11 0,0 0 53 0,0 0-68 16,0 0-101-16,0 0-16 0,76 6 16 15,-44 15-32-15,4 8-1 0,0 4-2 16,3 7-4-16,0 2-16 0,-5 3-27 0,-2 3-4 16,0-1-11-16,-5 0 11 0,-4-2 4 0,-1-5-16 15,-5-7 46 1,-2-8 13-16,-4-9-6 0,-4-7-24 0,-1-6-31 0,-2-3 1 15,4 0 22-15,0-8-12 0,1-9-12 16,1-8 0-16,3-11 27 0,-3-12-26 16,-3-11-1-16,-4-9-18 15,-1-5-22-15,-1-1-16 0,4 3-33 0,3 7-72 16,2 9-104-16,4 7-94 16,1 13-44-16,2 8-148 0,-5 9-264 0,5 4-385 0</inkml:trace>
  <inkml:trace contextRef="#ctx0" brushRef="#br0" timeOffset="-164646.905">2700 17602 1873 0,'0'0'1400'0,"0"0"-1248"15,19 78-117-15,-9-43 23 0,-1 5 52 0,-1-2 29 16,1 0-28-16,1-5-52 0,-3-4-24 15,1-4-10-15,-4-6-25 16,0-5 28-16,-1-7 17 0,0-4-11 16,-2-3-34-16,1-5-34 0,1-3-30 15,0-7 64-15,-2-6 26 0,2-5-13 0,0-4-13 16,1 0-1-16,-2-1-46 0,3 3-41 16,1 7 12-16,0 4 29 0,1 5 35 15,-1 4-20-15,1 5-25 0,0 3 57 0,-2 0 30 16,2 4 67-16,0 6 1 0,1 4-38 15,1 3-32-15,-1 1-27 16,0 1-1-16,-2 1-1 0,-2 2-24 16,-1 0-44-16,0 2-29 0,-3-1-41 0,0-1-57 15,0-3-69-15,0-5-93 0,-4-7-188 16,-1-5-161-16,-2-2-491 0</inkml:trace>
  <inkml:trace contextRef="#ctx0" brushRef="#br0" timeOffset="-164495.039">2997 17656 3049 0,'0'0'513'0,"0"0"-276"0,0 0-133 0,0 0 75 15,76 0 64-15,-57 0-75 0,3 0-69 16,-4 0-72-16,0-1-27 0,-1-5-68 16,-1 0-99-16,0-3-38 0,-4-2-109 15,-3 0-291-15,0-6-674 0</inkml:trace>
  <inkml:trace contextRef="#ctx0" brushRef="#br0" timeOffset="-164310.374">3326 17337 78 0,'0'0'2907'0,"0"0"-2355"0,0 0-410 16,0 0-82-16,0 0 22 0,21 83 103 15,-12-48 22-15,1 2-57 0,3 4-126 16,-1 0-24-16,-2 2-12 0,3-2-10 0,-5 0-27 15,1-1-7-15,-2-3-60 0,-4-5-54 16,1-6 29-16,-1-4-131 0,-1-8-65 16,-2-5-148-16,1-7-168 0,-1-4-718 0</inkml:trace>
  <inkml:trace contextRef="#ctx0" brushRef="#br0" timeOffset="-164077.276">3591 16987 3732 0,'0'0'449'16,"0"0"-287"-16,0 0-57 0,0 0 68 0,0 0 9 16,101 26 23-16,-71-26-70 0,2 0-78 0,-2-7-54 15,0-2-3-15,-2-2-24 0,-4 0 6 16,-4 1-138-16,-1-1-28 0,-6 5-34 0,-3 1-79 15,-4 5-218-15,-5 0-235 0,-1 11-615 0</inkml:trace>
  <inkml:trace contextRef="#ctx0" brushRef="#br0" timeOffset="-163895.901">3778 17289 1990 0,'0'0'1245'0,"0"0"-790"0,0 0-194 16,0 0-41-16,0 0 19 15,0 0-41-15,0 0-50 0,81 48-59 16,-59-48-58-16,-1 0-31 0,-2-3-34 16,3-6-83-16,-2-3-52 0,-4 1-36 0,-1-2-84 15,0-2-235-15,-4 6-508 0,7-4-648 0</inkml:trace>
  <inkml:trace contextRef="#ctx0" brushRef="#br0" timeOffset="-163562.594">4552 16580 2418 0,'0'0'1104'0,"0"0"-744"16,0 0-216-16,0 0-77 0,0 0 20 0,-14 88 134 15,11-51-32-15,1 6-42 0,1 5-51 16,1 6-35-16,0 5-30 0,0 2 2 16,0 3-11-16,0 3-22 0,0 1-27 0,0-1-3 15,-1-4-66-15,-4-6 23 0,1-8-56 16,-1-13 73-16,4-10 37 0,-2-12-21 0,3-7-25 15,0-7-52 1,0-4-136-16,0-13-166 0,0-12-45 16,9-11-34-16,-3 7-126 0,4-33-397 0</inkml:trace>
  <inkml:trace contextRef="#ctx0" brushRef="#br0" timeOffset="-163311.889">4643 16814 2047 0,'0'0'576'0,"0"0"-155"15,0 0-31-15,0 0 2 0,0 0-52 16,0 0-51-16,0 0-113 15,0 0-69-15,85 50-36 0,-65-19-16 16,3 4 10-16,2 2-16 0,-5 2-13 0,2-1-14 16,-1-2 5-16,-2-2-24 0,0-5 0 15,-2-5-1-15,-3-5 26 0,-2-5-1 16,2-2-5-16,-2-5 2 0,-2-3-6 16,0-4-18-16,0-3-15 0,1-9-34 15,3-12-6-15,-1-6 13 0,2-12-44 0,-4-8 12 16,-3-8-12-16,-4-10-30 0,-4-9-17 15,0-5-53-15,-8-8-63 0,2 3-107 16,2 6-139-16,2 11-28 0,2 14-16 16,0 19-261-16</inkml:trace>
  <inkml:trace contextRef="#ctx0" brushRef="#br0" timeOffset="-157270.76">17409 1556 248 0,'0'0'1676'0,"0"0"-669"0,0 0-655 15,0 0-69-15,0 0 89 0,0 0-33 16,0 0-48-16,0 0-17 0,0 0-84 16,0 0-84-16,29-40-57 0,-37 62 27 0,-9 10 52 15,-3 11-25-15,-9 8-63 0,-6 8-16 16,-8 5-24-16,-5 5 0 0,-3 2 0 15,-2 3 0-15,-1 1-1 0,1-3-48 0,2-6 22 16,9-9-31-16,6-7-39 16,8-11-9-16,9-9-19 0,7-10-10 0,5-5-49 15,3-8-68-15,4-6-133 0,0-1-217 16,5-3-124-16,9-25-764 0</inkml:trace>
  <inkml:trace contextRef="#ctx0" brushRef="#br0" timeOffset="-156921.142">17357 1542 189 0,'0'0'2073'0,"0"0"-1392"0,0 0-227 16,0 0-118-16,0 0-38 0,0 0-72 16,0 0-58-16,0 0-20 0,0 0-22 15,53 75-43-15,-51-43 7 0,-1 4-20 0,-1 6 9 0,0 7-33 16,-1 4-9-16,-7 3-18 15,1 3-19-15,-2-2-1 0,0 1-17 16,1 2 0-16,2-4 18 0,1-1 18 16,0-3-18-16,0-6 3 0,3-5-3 15,-1-8 18-15,3-7-17 0,0-5-1 0,0-7 0 16,0-7 0-16,0-3 2 0,0-3 14 16,3-1 11-16,2-2 28 0,4-10 60 15,3-5-26-15,5-10-74 0,5-9-15 16,6-7-28-16,0-9-11 0,3-5-19 0,0-6 6 15,2-2-5-15,2-1-23 16,2 2 1-16,2 6-71 0,0 5-56 16,0 6-50-16,-2 7-64 0,-5 8-134 0,-2 5-109 15,-8 9-407-15,1-1-424 0</inkml:trace>
  <inkml:trace contextRef="#ctx0" brushRef="#br0" timeOffset="-155936.334">17786 2307 718 0,'0'0'264'0,"0"0"550"0,0 0-195 16,0 0-164-16,0 0-147 0,0 0-40 15,0 0 4-15,0 0 8 0,0 0-32 16,0 0-12-16,10 66-30 0,-10-41-40 0,0-2-68 15,-3 1-43-15,-1-2 9 16,-4-1-30-16,0-1-25 0,1 1-9 16,-2-1-1-16,2 0-20 0,0-5-1 15,1 1 7-15,3-4-16 0,0-5-54 16,0 0-7-16,3-2-74 0,0-4 33 0,0 0 19 16,0-1-54-16,0 0 6 0,0 0-39 15,3-2 9-15,3-5 78 0,4-3 31 0,2-4 4 16,-1-4 53-16,5-3 24 0,-3-1 2 15,0 2 29-15,0 2 25 0,-1 2 25 16,-3 5 19-16,-1 0 7 0,-2 5-30 16,0 1 16-16,-1 1-3 0,1 1-12 15,0 2 2-15,-2 1-9 0,3 0-13 16,-1 0-10-16,0 5 10 0,1 0 0 16,-3 2-7-16,1 1 19 15,-2 0-18-15,-2 3-1 0,1-1-6 0,-2 3-9 16,0 0-19-16,0 2-14 0,-5 0-1 0,-1 2-31 15,-1 0-21-15,-1 2-53 0,0-3-62 0,0 0-38 16,2 0-90 0,0-2-236-16,0-2-549 0,4-3-414 0</inkml:trace>
  <inkml:trace contextRef="#ctx0" brushRef="#br0" timeOffset="-154753.504">17870 2167 919 0,'0'0'202'0,"0"0"316"15,0 0 128-15,0 0-191 0,0 0-143 0,0 0-56 16,0 0-15-16,0 0-20 0,0 0-26 16,0 0-25-16,17-19-11 0,-17 19 68 15,0 0-79-15,0 0-53 0,0 0-37 0,0 1-33 16,0 7-22-16,0 5 34 0,0 4 18 16,-1 4-9-16,-2 5-13 0,0 1-30 15,0 0 19-15,-1 4-22 0,-2-1 3 16,0 2 0-16,-1 0-3 0,-4 1-13 0,0 1 13 15,-2-1 0-15,-1 0-12 0,-1-2 12 16,-2-1 0-16,1-1 0 16,2-6-3-16,2-1-15 0,0-4 0 15,4-3-16-15,1-3 0 0,3-3-30 16,2-3-6-16,1-2-29 0,-1 0 13 0,2-2-13 16,0-1-9-16,0-1 5 0,0 0 22 15,0 0 22-15,0 0 9 0,0 0 6 0,3-6 15 16,3-2-21-16,4-7 34 15,3-3-34-15,0-4 6 0,4-4 6 0,1-2 13 16,0 1-32-16,0 1 57 0,0 1-25 16,-1 1 50-16,0 5-21 0,-3 5 27 15,0 0 42-15,-5 4 46 0,1 3-5 16,-3 0-18-16,-2 3-15 0,-1 3-22 16,0-1-9-16,2 2-28 0,0 0-22 0,-2 3 0 15,3 6 19-15,-2-1 47 0,-1 2-33 16,1 0-20-16,-3 3-13 0,2 0-2 15,-4-1-41-15,0-2-19 0,0-1 3 0,0 2-7 16,-4-2 23 0,-1 1-10-16,-3-3-3 0,-2 1-45 15,-3 1-15-15,0-2-16 0,1-1-17 0,0 0-9 16,0-2-11-16,2-1 22 0,3-2 32 16,4 1 45-16,0-2 38 0,3 0 20 15,0 0 12-15,0 0 54 0,0 2 1 16,0 0 3-16,2 1 53 0,1 2 27 15,-1 3-49-15,4 0 82 0,4 4-26 0,0-2-28 0,4 3-4 16,1-1-12-16,4-2-23 16,0 2-3-16,1-6-19 0,1 2-13 15,-2-3-27-15,1-1-16 0,-1-1-15 16,-3 1-13-16,-1-4-137 0,-3 1-80 0,-2-1-74 16,-4 0-219-16,1 0-672 0</inkml:trace>
  <inkml:trace contextRef="#ctx0" brushRef="#br0" timeOffset="-154251.783">19175 1986 1330 0,'0'0'241'0,"0"0"833"0,0 0-583 16,0 0-140-16,0 0-70 0,0 0-32 15,0 0-36-15,0 0-14 16,0 0-23-16,-85 94-19 0,51-60-31 16,-8 7 27-16,-4 0-49 0,-6 7-10 15,-5 3-33-15,-8 4-22 0,-7 8-38 0,-8 6 14 16,-6 3-14-16,-8 7 0 16,-5 4-1-16,-4 2 0 0,1-2 45 0,0 0-33 15,5-5-11-15,9-6 24 0,10-4-10 16,5-3-13-16,8-3-2 0,6-4-15 0,8-7-10 15,6-6 22-15,6-5-9 16,8-5 10-16,5-5-22 0,6-3-22 16,6-2-51-16,4-5-10 0,0-3 16 15,5-4 5-15,2-4-61 0,3-6-13 16,0 0 27-16,0-3-28 0,3 0-104 0,5-4-46 16,4-7-114-16,0 1-242 0,15-17-536 0</inkml:trace>
  <inkml:trace contextRef="#ctx0" brushRef="#br0" timeOffset="-153408.26">18319 3165 59 0,'0'0'658'15,"0"0"966"-15,0 0-1114 16,0 0-161-16,0 0 17 0,0 0-47 16,0 0-43-16,0 0-8 0,0 0-27 15,0 0-57-15,0 0-34 0,11 30-25 16,-16-9-12-16,1 8-9 0,-3 5-22 0,-5 6-31 16,2 4-30-16,-2 2-2 15,-2 5-1-15,1-2-8 0,0-5-10 0,2 1-12 0,0-5-9 16,0-2-4-16,5-5-8 15,-2-4-16-15,3-4-11 0,0-4-1 0,0-6-37 16,5-3-18-16,-1-3-12 16,1-6-56-16,0 2-47 0,0-5-89 15,4 0-164-15,6-3-116 0,-3-4-363 0,5-15-441 16</inkml:trace>
  <inkml:trace contextRef="#ctx0" brushRef="#br0" timeOffset="-153037.581">18446 3114 101 0,'0'0'453'0,"0"0"1184"0,0 0-1114 16,0 0-140-16,0 0-99 0,0 0 14 0,0 0-43 0,0 0-82 16,0 0-67-16,0 0-65 0,0 0 3 15,31 18 18-15,-20 1 9 0,2 3 0 16,-3 6-3-16,0 2 0 0,-1 3 6 15,-3 4-4-15,-2 2-2 0,-1-1-28 16,-2 2-22-16,-1-2-16 0,0-5 15 16,0-2-17-16,0-5-2 15,0-2 2-15,0-6 0 0,0-2 2 0,2-6 0 16,1-3-2-16,0 0 15 0,1-6-12 16,-1 1 28-16,2-2 8 0,1 0 19 15,3-2 22-15,4-6 11 0,4-3-24 0,3-7-15 16,5-7-40-16,1-4-12 0,1-6-29 15,-1-5-26-15,2-2-37 0,-3-2 19 16,1-2-58-16,0 0 18 0,0-1-32 16,-1 1-30-16,1 2-48 0,-2 5-109 15,-1 7-153-15,-5 6-74 0,-6 8-144 0,-4 6-487 16</inkml:trace>
  <inkml:trace contextRef="#ctx0" brushRef="#br0" timeOffset="-151804.076">18899 3520 836 0,'0'0'42'16,"0"0"-16"-16,0 0 88 0,0 0 953 16,0 0-656-16,0 0-98 15,0 0-15-15,0 0-64 0,0 0-34 0,0 0 18 16,0 0-7-16,11 1-48 15,-11 7-16-15,3 6 17 0,-1 6-18 0,-2 3-29 16,0 8-10-16,0 4-36 0,-5 4-10 16,-2 2-18-16,-3 2-13 0,1 0-14 15,1-1-15-15,-3-2-1 0,0-2 0 16,2-5-1-16,1-2-21 0,-1-7 4 16,4-4 3-16,-1-3-10 0,3-5-5 15,1-5-4-15,1-1-24 0,1-2-28 0,0-4-22 0,0 0-9 16,0 0-20-16,0-4 1 0,4-4 30 15,2-4-2-15,4-3-33 0,2-6 34 16,1-2 54-16,2-5 2 0,1 0-25 16,3-4-25-16,-4 2 47 15,0 3 33-15,-2 4 21 0,0 3 54 16,-3 8 38-16,-1 2 15 0,-1 3-6 0,-2 4-16 16,-1 1-13-16,-1 2-12 0,0 0 4 15,-1 0 1-15,0 2 10 0,3 5 0 16,-3 0-22-16,-2 3-1 0,1 0-11 0,-2 2-27 15,0 1-14-15,-3 2-15 16,-2-2-50-16,-3 0-50 0,1 1-1 16,-1-2 15-16,-3-1 29 0,5-2 31 15,0-3 38-15,0 1 3 0,5-5 0 0,0 1 0 16,-1-2-12-16,2 0 10 0,0 3 2 16,0-1 56-16,0 2-6 0,2 2-9 0,3 1 4 15,0 1-2-15,2 1 17 16,1-1-4-16,3 2-13 15,0 0-8-15,4-2-35 0,-2 1 0 16,2-2-35-16,-2 0-18 0,-2-2-40 0,1 1-74 0,-3-2-100 16,-1-2-226-16,-2 0-559 0,-3-3-603 15</inkml:trace>
  <inkml:trace contextRef="#ctx0" brushRef="#br0" timeOffset="-151162.592">19216 3842 1102 0,'0'0'29'0,"0"0"128"0,0 0 1205 15,0 0-870-15,0 0-193 0,0 0-48 16,0 0-12-16,0 0-19 0,0 0-55 0,0 0-28 15,0 0 2-15,76 15-38 16,-56-12-58-16,0 0-32 0,0-3-11 16,0 0-25-16,-2 0-111 0,0 0-120 0,-1-6-120 15,-4 2-301-15,5-7-889 0</inkml:trace>
  <inkml:trace contextRef="#ctx0" brushRef="#br0" timeOffset="-150945.411">19656 3671 1757 0,'0'0'127'0,"0"0"517"0,0 0-302 0,0 0-130 0,0 0 78 16,0 0 50-16,0 0-10 0,0 0-67 16,0 69-83-16,0-43-51 15,-2 0-52-15,1 5-21 0,-4 0-26 0,2 4-14 16,-3 0-16-16,1 0-19 0,-2-3-5 15,2-2-32-15,2 1-119 16,0-1-77-16,3-5-108 0,0-4-270 0,3-1-785 0</inkml:trace>
  <inkml:trace contextRef="#ctx0" brushRef="#br0" timeOffset="-150057.583">20990 2471 1056 0,'0'0'1297'16,"0"0"-701"-16,0 0-190 0,0 0-167 0,0 0-78 15,0 0-10-15,0 0-3 0,87-1 71 0,-63 1-89 16,3 0-43-16,1 0-29 0,0 0-17 16,1 0-26-16,0 0-15 0,-2 0 0 15,-2 0-3-15,0 0-28 0,-4-1 0 16,1 1-3-16,-5-2-68 0,-1 1-31 0,-2-2-26 15,-5 3-18-15,1-2-53 16,-3-1-68-16,-2 2-123 0,-4 0-159 16,1-1-62-16,-2 2-338 0</inkml:trace>
  <inkml:trace contextRef="#ctx0" brushRef="#br0" timeOffset="-148978.846">21187 2582 137 0,'0'0'642'16,"0"0"-371"-16,0 0-239 0,0 0 11 0,0 0 6 15,0 0-4-15,0 0 33 0,0 0 264 16,0 0-33-16,0 0-79 0,0 0-3 16,-47-12 41-16,43 11 2 15,2 1-30-15,-1 0-26 0,3 0-21 16,0 0-22-16,0 0-23 0,0 0-26 16,0 0-11-16,0 0-12 0,0 0-2 0,0-2-20 15,0 1-5-15,2 0-23 0,-1 1-24 16,1-1-10-16,1-3 1 0,-1 1-13 0,1-1-3 15,1-1-18-15,1 2 17 16,2-3-10-16,3 1-5 0,3 0-11 16,0-1 14-16,4-1 13 0,2 1 2 0,1-1 14 15,0 2-14-15,2 1-2 16,1 2-15-16,0-1 14 0,-1 3 1 0,-3 0-12 16,-1 0-6-16,-2 7 2 0,0 1 16 0,-4 4 34 15,0 1-19-15,-3 2 1 0,-2-1 2 16,1 4 16-16,1-5 3 0,-3 3-6 15,0-2 3-15,1-2-18 0,2-2 5 16,-2-1-3-16,3-2 13 0,2 2 0 16,-1-6 3-16,5 1-1 0,1-1 4 0,3-3 21 15,4 0-15 1,2-2-37-16,4-5-6 0,2-3-64 16,-1 1-59-16,0-3-39 0,-1-1-58 0,-3 2-34 0,-4 0-67 15,-3 2-137-15,-7 1-186 0,-4 5-368 16,-7-1-277-16</inkml:trace>
  <inkml:trace contextRef="#ctx0" brushRef="#br0" timeOffset="-148637.445">20953 3008 2119 0,'0'0'591'0,"0"0"-186"0,0 0-169 16,0 0 50-16,0 0 16 0,0 0-10 0,0 0-68 16,0 0-88-16,0 0-93 0,0 0-9 15,85-6 21-15,-54 4 6 0,5 0-30 16,3 0 3-16,1 2 6 0,1 0 0 15,3 0-13-15,4 0-8 0,2 2 17 16,0 2-36-16,1-1-2 0,1 2-22 16,0-1-4-16,-1 2-2 0,0-3-50 15,-6 2-89-15,0 2-38 0,-5-2 9 16,-5 1-53-16,-6 0-92 0,-4-1-159 16,-8-2-309-16,0 1-832 0</inkml:trace>
  <inkml:trace contextRef="#ctx0" brushRef="#br0" timeOffset="-145128.675">23124 2207 352 0,'0'0'535'16,"0"0"-402"-16,0 0-71 0,0 0-62 0,0 0 810 16,0 0-265-16,0 0-210 0,0 0-103 0,0 0-31 15,0 0-9-15,18-23-18 16,-17 23-3-16,-1 0-29 0,0 0-29 16,0 0 16-16,0 1-38 0,3 8-35 0,0 7 49 15,-2 7 81-15,-1 9-20 0,0 8-24 16,-7 7-32-16,-4 8-12 0,-7 5-19 15,-4 2-9-15,-5 3-9 16,1 1-34-16,-1-1-24 0,1-3 0 16,6-5-3-16,1-9-18 0,4-6-15 0,4-7-25 15,5-6-9-15,0-8-13 0,4-7-5 16,0-3-19-16,1-4-47 0,1-6-18 16,0-1-85-16,3 0-128 0,7-10-150 0,-1 1-532 15,16-22-572-15</inkml:trace>
  <inkml:trace contextRef="#ctx0" brushRef="#br0" timeOffset="-144844.732">23437 2166 1007 0,'0'0'206'0,"0"0"5"0,0 0 598 15,0 0-299-15,0 0-121 0,0 0-61 0,0 0-43 16,-9 97-33-16,6-55-11 0,-5 7-26 15,-2 5-33-15,-3 4-44 0,-4 3-18 16,-6 0-28-16,-1 2-37 16,-5 0-6-16,1-1-34 0,-3-3-14 15,1-2 11-15,1-4-12 0,0-6-3 16,5-6-18-16,3-4-16 0,6-8-55 0,2-5-12 16,7-9 9-16,2-4-22 0,3-4-43 15,1-3-42-15,0-4-89 0,5-2-75 16,1-7-101-16,1 2-209 0,5-18-581 0</inkml:trace>
  <inkml:trace contextRef="#ctx0" brushRef="#br0" timeOffset="-144458.768">23379 2238 680 0,'0'0'577'16,"0"0"171"-16,0 0-356 0,0 0-111 0,0 0-43 15,91-59-36-15,-65 56-23 16,1 3-61-16,1 0-16 0,1 9-8 16,-1 4 8-16,-3 4-8 0,-3 2 7 15,-4 4-23-15,-5 3-40 0,-7 3 7 16,-6 0-14-16,0 4 7 0,-11 1-37 16,-9 2-1-16,-5-1-47 0,-7 1 15 0,-5 0-47 0,-4 1-34 15,-1-6 22-15,2-2 34 16,4-6 22-16,7-4 35 0,2-5 17 15,7-5 18-15,1-2-16 0,3-4 6 16,6 0-12-16,3-2-10 0,2 0 28 16,5-1 7-16,0 1 50 0,0 2-41 15,3 0-28-15,5 3 3 0,3 5 54 16,7 3-1-16,2 5-22 0,1 3-4 0,5 1 10 16,3 3-6-16,1 0 6 15,4-1-13-15,0-1-9 0,-1-3-37 0,-2-2-1 16,-1-2-17-16,-3-3-22 0,-1-4-75 15,-1-3-68-15,-1-5-53 0,-1-2-76 16,-6-2-194-16,12-19-688 0</inkml:trace>
  <inkml:trace contextRef="#ctx0" brushRef="#br0" timeOffset="-143803.762">24381 1436 1482 0,'0'0'357'0,"0"0"625"16,0 0-588-16,20 69-31 0,-17-38-45 0,-1 6-26 15,-2 4-74-15,0 3-45 16,-8 7-59-16,-3 2-25 0,-5 2-42 0,-3 1-29 16,-5 0-18-16,-1-2-18 0,-1-2-4 15,0-5-18-15,6-8-6 0,1-3 9 0,6-9 12 16,4-5-18-16,0-7-18 16,4-3-4-16,2-6-38 0,0 0-11 15,3-5-5-15,0-1 12 0,0 0 0 0,0 0 4 16,6-8-52-16,3-6 35 0,7-5-20 15,1-6-45-15,3-4 22 0,2-3 141 16,-2-2 21-16,2 1 2 0,-2 1 65 16,0 3 62-16,-3 3-1 0,2 5 23 15,-4 4-33-15,0 5 9 0,0 4-22 0,-2 4-19 16,1 3 0-16,-1 1-9 0,1 0-14 16,-5 6 4-16,0 2-20 0,-2 2-12 15,-4-1 4-15,-3 2-4 0,0 5-32 16,-3-2-2-16,-10 2-72 0,-4 2-27 15,-5 2-7-15,-4-1-33 0,0-1-2 0,2-3 5 16,5-3 95 0,3-5 31-16,8-4 10 0,2 0 25 0,3-2-6 15,3-1-17-15,0 1-2 0,0 0 0 0,0 2 0 16,4 3 2-16,5 0 27 0,4 4 46 16,3 3 26-16,4 2-20 0,6-1 8 15,4 5 39-15,5-2-25 0,4 0-29 16,1-1-21-16,4 1-36 0,0-4-17 15,0-1-35-15,-2-1-27 0,-1-3-34 16,-4 0 0-16,-1-3-68 0,-6-1-97 16,-1-1-148-16,-10-3-551 0,3 0-698 0</inkml:trace>
  <inkml:trace contextRef="#ctx0" brushRef="#br0" timeOffset="-143629.113">25424 2404 2674 0,'0'0'1600'15,"0"0"-1254"-15,0 0-232 0,0 0-114 0,0 0-101 16,0 0-23-16,0 0-3 0,0 0-254 16,0 0-810-16,0 0-1573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8:31:40.5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5482 4732 1588 0,'0'0'426'0,"0"0"-206"0,0 0 16 16,0 0-65 0,0 0 251-16,47-69-211 0,-43 65-65 0,-1-1 3 15,0 3 19-15,-1 1-7 0,-1-2-8 16,-1 3 29-16,0 0 14 0,0 0-20 16,0 0-19-16,0 0-34 0,0 3-28 15,0-2-43-15,-1 1-28 0,-1 1-12 0,-4-1-12 16,-2 2-1-16,-2 3-26 0,-9 5-1 15,0 3 10-15,-10 6 0 0,1 8 18 16,-4 2 14-16,0 2 13 0,-1 6-2 16,0-1-23-16,-2 5-2 0,-2 2 0 15,-2 4-2-15,-1 4-1 0,-3-2-13 0,1 4 14 16,0-3-13-16,0 2 15 16,2 0-12-16,1 0 9 0,1 1-16 0,1 3-11 15,1-2 5-15,6 3 22 16,1-1 3-16,4 0 11 0,5 3-10 0,-2 2 11 15,5-1-10-15,-2 5 16 0,2 3-17 0,3-1-1 16,1 2-12-16,0 2 12 16,3-1 15-16,1 3 4 0,0 0-19 15,4 0 0-15,0-1-3 0,-1 0 0 16,3 4 3-16,0-1-4 0,1 2-8 0,1-1 10 16,1 0-1-16,0-3 3 0,0-2 1 15,5-4 27-15,4-2-1 0,1-1-27 16,4-1-6-16,1-5 3 0,2 1-15 0,2-7 5 15,4-1 1-15,0-5-3 0,1 0-34 16,0-5 18-16,1-2 10 0,3 1-22 16,-1-4 3-16,0-1-18 0,2-2-7 15,3 1-9-15,-2-6-10 0,2 1-6 16,1 0-21-16,-1-3-76 16,3-3-141-16,-2-1-180 0,-7-7-156 0,11 2-487 0</inkml:trace>
  <inkml:trace contextRef="#ctx0" brushRef="#br0" timeOffset="1029.795">5986 4466 1273 0,'0'0'215'0,"0"0"-26"0,0 0-43 16,0 0 7-16,0 0 857 0,0 0-557 15,0 0-57-15,0 0-51 0,0 0-47 16,0 0-72-16,0 0-57 0,10-28-26 0,-10 31-17 15,0-2-38-15,0 5-27 0,3 6 6 16,0 7-7-16,1 9-8 0,1 7-9 0,-1 7-31 16,3 2-12-1,-3 6 0-15,-2-3-15 0,-2 1-7 16,0 1-5-16,-2-4 0 0,-5 1-4 16,2-2-45-16,-1-2-33 0,0-5-7 0,3 0-31 15,3-6-46-15,0-1-75 0,0-3-181 0,12-2-173 16,-5-5-179-16,13 5-645 0</inkml:trace>
  <inkml:trace contextRef="#ctx0" brushRef="#br0" timeOffset="1812.452">6923 5501 2801 0,'0'0'558'0,"0"0"-270"0,0 0-187 16,0 0 22-16,0 0 82 0,0 0 54 0,98 88-70 16,-74-66-29-16,2 3-55 0,3 0-56 15,0 0-25-15,5 0-24 0,-3-2-10 0,0 2-5 16,1-2-62-16,1 1-40 0,-1 4-22 15,0 4-6-15,-2 4-8 0,-4 2-176 16,-3 4-280-16,-4-8-548 16,7 15-331-16</inkml:trace>
  <inkml:trace contextRef="#ctx0" brushRef="#br0" timeOffset="2051.688">7962 6486 904 0,'0'0'808'16,"0"0"-626"-16,0 0-124 0,79 66 49 0,-59-45 288 0,-4 3 63 15,0 4-96-15,-1 0-83 0,0 0-64 16,1 2-73 0,4 0-17-16,0-1-30 0,2-1-20 15,3-1-28-15,1-2-10 0,-2-3-37 16,3-4-30-16,-3 1-63 0,2-6-33 0,-1 1 10 16,3-3 21-16,-2 1 7 0,-2-3 6 15,2 3-29-15,-3 0-19 0,2 2 3 0,-2 0-24 16,-3 0-54-1,0 1-87-15,-1-1-177 0,-3 0-233 0,-4-6 5 16,7 6 51-16</inkml:trace>
  <inkml:trace contextRef="#ctx0" brushRef="#br0" timeOffset="2166.17">8763 7174 436 0,'0'0'1003'0,"0"0"-414"0,0 0-91 0,0 0-73 16,58 71-111-16,-45-53-69 0,-3-1-93 0,3 0-99 16,-3-3-53-16,0 4-29 0,0-3-91 15,2 1-39-15,-1-4-89 16,1-2-208-16,-4 0-554 0,11-2-579 0</inkml:trace>
  <inkml:trace contextRef="#ctx0" brushRef="#br0" timeOffset="2441.198">9841 7269 772 0,'0'0'2616'16,"0"0"-2251"-16,0 0-261 0,3 67-38 15,-2-38 43-15,1 7 89 0,-1 6 118 16,1 5-97-16,1 3-62 0,0 2-54 16,-2 5-54-16,2-3-27 0,0 0-21 0,-2-2-1 15,1-4-22-15,-1-5-30 0,1-5-9 16,-1-2-43-16,5-7 6 0,-2-3-10 15,-1-4-15-15,4-5-16 0,-2-3-17 0,0-3-95 16,2-4-117 0,-1-3-289-16,0-3-744 0</inkml:trace>
  <inkml:trace contextRef="#ctx0" brushRef="#br0" timeOffset="3424.504">7178 4760 1580 0,'0'0'789'15,"0"0"-100"-15,0 0-357 0,0 0-122 0,0 0-24 16,0 0 56-16,0 0-60 0,79-78-54 16,-60 66-44-1,7-1-41-15,4 1-18 0,5 3-4 0,1 1-18 16,4 4 19-16,-3 3 0 0,1 1 2 0,-5 0-2 16,-5 5 6-16,-7 2-10 0,-6 3 1 15,-4 2-4-15,-5 1-3 16,-5 2-11-16,-1 2-1 0,-9 1-40 15,-3 3 37-15,-4-3-12 0,-1-4 15 0,-2-1 0 0,3-2 12 16,0-4 4 0,0-2-1-16,2-4-3 0,1-1 4 0,1 0 8 15,1-7-8-15,1-1-13 0,-2-3 18 16,4-5 0-16,-1 1-21 0,0 1-28 0,1 0 4 16,1 0 8-16,2 4-5 0,1 1 8 15,1 3-8-15,0 2-16 0,3 2-34 16,0 0-44-16,0 2-46 0,0 0-77 0,6 0-101 15,7 4-157-15,3-2-279 0,11 11-814 16</inkml:trace>
  <inkml:trace contextRef="#ctx0" brushRef="#br0" timeOffset="3668.037">8102 5259 365 0,'0'0'2212'16,"0"0"-1887"-16,0 0-139 0,0 0-55 16,0 0 10-16,0 0 62 0,0 0 46 15,0 0-51-15,92 48-59 0,-72-35-45 16,2 3-26-16,1 4-31 0,0 3-25 16,-2 1-12-16,0 3-1 0,0 0-12 0,1 2-86 15,0 2-102-15,1 0-104 0,1-1-254 0,-5-6-543 16,14 6-303-16</inkml:trace>
  <inkml:trace contextRef="#ctx0" brushRef="#br0" timeOffset="3808.768">8776 5939 673 0,'0'0'140'0,"0"0"-107"0,0 0 12 0,0 0 17 16,0 0 495-16,61 78 89 0,-47-60-193 15,2 1-80-15,0 4-53 0,0-3-97 16,-2-1-106-16,-1 1-88 0,-1-2-29 0,-4-3-121 15,2-2-114-15,-1-2-171 16,-2-1-376-16,6-3-1155 0</inkml:trace>
  <inkml:trace contextRef="#ctx0" brushRef="#br0" timeOffset="4137.095">9510 6372 555 0,'0'0'232'15,"0"0"828"-15,0 0-606 0,0 0-231 16,0 0-61-16,0 0 76 0,73 79 31 0,-54-61-49 16,0 4-43-16,2-2-41 0,2 4-47 15,-1 0-30-15,0-2 1 0,1 0-29 16,-3-2-12-16,-3-1 6 0,0-1-24 16,-5-5 24-16,-3-1 5 0,-1-1-15 0,-4-4 7 15,-2 0-19-15,-2-4 35 0,0 1 9 16,-3 1 18-16,-10 0-3 0,-4 2-62 0,-8-2-26 15,-2 2 3 1,-2-2 23-16,-1-3 0 0,3-2-23 0,2-2 23 16,2-7 1-16,3-5-1 0,4-7-60 15,2-6 14-15,6-4 11 0,5-4-5 0,3-1-37 16,2 1-39-16,7 3-47 0,3 5 7 16,0 2 4-16,3 4-11 15,0 2-147-15,-3 4-228 0,5-4-649 16</inkml:trace>
  <inkml:trace contextRef="#ctx0" brushRef="#br0" timeOffset="5057.209">8654 4166 385 0,'0'0'1792'16,"0"0"-1343"-16,0 0-201 0,0 0 12 0,0 0 18 16,0 0 29-16,0 0 40 0,0 0-104 0,0 0-63 15,0 0-32-15,-87-45-40 16,71 53 36-16,-1 2-13 0,0 8-39 15,-2 4-10-15,-4 6-33 0,4 4-18 16,0 5-16-16,4-2-3 0,3-1-9 0,5-3 27 0,4-5-2 16,3-5-10-1,0-6-18-15,0-5 0 0,4-2-3 0,4-3-12 16,-1-1-7-16,6-4-14 0,1 0-19 16,3-4-24-16,6-9 3 0,1-6 2 0,2-4-23 15,-2-5-5-15,3 1-2 16,-4-3-7-16,-1 5-6 0,-3 0 24 15,-3 4 40-15,-3 3 35 0,-6 3 18 0,-3 5 41 0,-1 3 11 16,-1 3 1-16,-1 1 21 16,-1 3 0-16,2 0-12 0,-2 0 18 15,2 0-6-15,-2 0-19 16,3 7-53-16,-2 3 16 0,2 4 28 0,2 4 15 16,-1 3 10-16,2 1 2 0,1-2-9 15,-1-2-40-15,-2 0-24 0,-1-2-1 0,1-2-29 16,-1-3-1-16,0-1-72 0,-1 0-50 15,-1-2-25-15,2-2-84 0,1-1-244 0,0-3-483 16,2-2-528-16</inkml:trace>
  <inkml:trace contextRef="#ctx0" brushRef="#br0" timeOffset="6166.017">9012 4407 1110 0,'0'0'2'0,"0"0"1067"15,0 0-619-15,0 0-77 0,0 0-63 16,0 0-27-16,0 0 29 0,0 0-26 0,0 0-47 0,0 0-63 15,0 0-59-15,0 10-43 0,0-2-7 16,3 2 13-16,0 3 45 0,0 0-3 16,0 3-45-16,0-1-17 0,1 0-23 15,-2 2-13-15,-1 0-9 0,-1-1-3 16,0 0-12-16,0-1-1 0,0 0-17 16,0-2-21-16,0-1-43 0,-3-4-22 15,2 1-15-15,-2 0-12 0,0-2 5 16,2 2-31-16,-1-1-72 0,-1-1-230 0,0-2-549 15,0 2-769-15</inkml:trace>
  <inkml:trace contextRef="#ctx0" brushRef="#br0" timeOffset="6745.392">9377 5001 1239 0,'0'0'1865'0,"0"0"-1511"15,0 0-126-15,0 0-57 0,0 0-21 0,0 0 1 16,0 0 2-16,0 0-20 0,0 0-52 0,0 0-53 16,0 0-27-16,69 72-1 0,-62-66-19 15,2 1-95-15,-3 3-98 16,2-3-102-16,-2-1-182 0,0 0-267 16,0 2-592-16</inkml:trace>
  <inkml:trace contextRef="#ctx0" brushRef="#br0" timeOffset="6958.397">9573 5188 1074 0,'0'0'172'16,"0"0"905"-16,0 0-858 16,0 0-41-16,0 0-69 0,0 0 42 0,0 0 25 15,0 0 10-15,0 0-31 0,75 72-50 16,-62-59-16-16,-3 0-36 0,2-1-6 16,-1 3-6-16,-1-3-3 0,-2 1-22 0,3 0-3 15,-2-1-12-15,1 0-1 0,1-1 0 16,1 0-2-16,0-2-14 0,3 0-76 15,-2-1-12-15,3 3 0 0,-1-3 2 16,-1 0 7-16,-1-1 19 0,-2 0 15 16,-1-1-9-16,1-1-58 0,-3 1-52 15,-1-3-136-15,-2-1-289 0,-1 1-861 0</inkml:trace>
  <inkml:trace contextRef="#ctx0" brushRef="#br0" timeOffset="7524.533">10326 5586 775 0,'0'0'2146'0,"0"0"-1656"0,0 0-180 0,0 0-130 16,0 0-19-16,0 0-55 0,0 0 18 0,0 0 13 15,0 0 11-15,-77-38-77 0,63 49-46 16,-2 4 18-16,-4 8 15 0,-3 3-2 15,2 4 29-15,1 2-33 0,4-1-6 16,2-5-6-16,8-3-6 16,3-4-4-16,3-6-9 0,0-3-18 0,3 0-3 15,3-3-46-15,7-4-31 0,-2-2-11 16,7-1-17-16,2-4 4 0,4-7-10 16,2-5-9-16,0-2-23 0,0-1 13 15,2-2-30-15,-4 0 12 0,-1 2 63 0,-3 0 60 16,-4 0 25-16,0 2 15 15,-6 2 7-15,-3 3-10 0,-2 4 17 16,-4 6 27-16,1 2 57 0,-2 0 25 16,0 9-47-16,0 6 2 0,0 4-37 15,0 7-19-15,0 4-3 0,0 0 34 16,0 1 3-16,0-1 12 0,5-3-6 0,4-3-34 16,0 0-19-16,2-6-24 0,1-5-41 15,1-5-109-15,2-2-38 0,-1-2-86 0,3-4-178 16,-6 0-753-16,5-7-1189 0</inkml:trace>
  <inkml:trace contextRef="#ctx0" brushRef="#br0" timeOffset="8112.713">10706 5792 1307 0,'0'0'134'0,"0"0"480"15,0 0-142-15,0 0-117 0,0 0-83 0,13 71-26 0,-12-44-5 16,1 0-20-16,-1 3-23 15,-1 1-51-15,0 0-29 0,0-5-31 16,0-1-59-16,0-5-19 0,0-3-9 16,0-5-24-16,0-5-26 0,0-1-40 15,5-3-50-15,3-3-33 0,4 0-54 16,2-6-140-16,6-6-251 0,-3 3-589 0,12-11-325 0</inkml:trace>
  <inkml:trace contextRef="#ctx0" brushRef="#br0" timeOffset="8352.202">10976 5903 1269 0,'0'0'95'0,"0"0"977"0,0 0-785 16,0 0-136-16,-81 2-96 0,61 2-33 15,-2 3 43-15,3-1 37 0,2 0 125 0,4 2-65 16,4-3-42-16,5 1-31 0,3-3-26 16,1 1-19-16,0 1 13 0,0 2-23 15,3 2-2-15,3 0 18 0,2 1 3 16,2 3 8-16,3 0-5 0,1 1-7 0,2 0 23 15,-1 2-7-15,3-2-3 0,-2 0-28 16,4-3-9-16,-2 0-25 0,3-3-40 16,1-1-50-16,1-2-44 0,-1-3-79 15,2-2-102-15,2 0-206 0,-10 0-476 16,11-5-670-16</inkml:trace>
  <inkml:trace contextRef="#ctx0" brushRef="#br0" timeOffset="9532.728">11809 4305 953 0,'0'0'65'16,"0"0"-9"-16,0 0 247 0,0 0 457 0,0 0-249 0,0 0-122 16,0 0-101-16,0 0-12 0,0 0-55 15,0 0-48-15,0 0-35 0,40 47-41 16,-32-39-16-16,1 0-22 16,2 2 0-16,0-2-13 0,-1 0-15 15,1 2 3-15,-1-3-6 0,1 5-3 16,-2 0-4-16,2 2 1 0,-3 4-20 15,1 3 10-15,-2 4-9 0,0 1-1 0,-1 5-1 16,0 6-1-16,2 3-12 16,-2 3 10-16,0 5-10 0,1 0-1 0,-2 4 10 15,3-1-15-15,1 1 16 16,0 2 2-16,3 2 11 0,-3 2-10 0,1-2 1 16,2 2 10-16,-5-3-10 0,-1-2-1 15,-2 1-2-15,-2 0-8 0,-1 2 7 0,-1 0-30 16,0 2-11-16,0-1-3 0,-1 0-4 15,-2 4 16-15,-2-3 32 0,-1 3 1 0,-1-3 1 16,-1 3 19 0,-1-4 8-16,2 0 14 0,-2-1 14 15,-2-1-15-15,-1-7-15 0,1 1-7 0,-1-2-18 16,2-4-13-16,-1 2 13 0,0 0-1 16,3 2 1-16,-1 0-28 15,2 1 28-15,0-1 4 0,1 0-2 0,1-1-2 0,-3 2-2 16,4 0 2-16,-1-2 12 0,-1-2 0 15,1 5-9-15,-1-4 9 0,-3 1-12 0,1 0-28 16,-3-3 6-16,0 0 1 0,-2 0-7 16,0-1 27-1,0 0-2-15,-2-1-31 0,1-1 12 16,0-2-6-16,-2 2-21 0,1-4-35 16,1 0 28-16,1-4-38 0,0-2-2 0,2-4-3 15,-1-4 12-15,2 0-46 0,0-7 42 16,1-2-125-16,-1-4-164 0,5-3-306 0,-6-4-615 15</inkml:trace>
  <inkml:trace contextRef="#ctx0" brushRef="#br0" timeOffset="10924.938">9864 4531 813 0,'0'0'1578'16,"0"0"-1194"-16,0 0-124 0,0 0-49 0,0 0-33 15,0 0-16-15,0 0-10 0,0 0-4 16,0 0-23-16,0 0-11 16,0 0-24-16,-14 15-30 0,14-15-17 15,0 0-18-15,0 0-3 0,1 0-1 16,-1 0-19-16,0 0-2 0,0 0 0 0,0 0-1 16,0 0 0-16,0 0-2 0,0 0-9 15,0 0 0-15,2 0 8 0,-2 0 1 16,0 0 2-16,0 0 0 0,0 0 1 0,0 0-3 15,3 0 1-15,0-1 2 0,1-1 22 16,2 1 15-16,1-3-18 16,0 2 2-16,-1 0-19 0,0 2-2 15,2 0-18-15,4 0 6 0,2 2 12 0,6 10 4 16,6 3 23-16,6 7 8 0,4 2-35 16,2 3-3-16,3 3-13 0,-2-2 16 15,-1-4 0-15,-2 0-16 0,-3-6-15 16,0-5-71-16,-3-5 2 0,-2-4-34 0,-2-4-30 15,-2-4-66-15,-4-9-176 0,-5 2-559 16,0-16-770-16</inkml:trace>
  <inkml:trace contextRef="#ctx0" brushRef="#br0" timeOffset="11141.349">10428 4324 434 0,'0'0'2705'0,"0"0"-2234"15,-46 74-228-15,30-36-89 0,-3 12 57 16,3 6 77-16,2 2 26 0,-3 3-35 0,-1 1-96 16,-2-4-104-16,-3-4-56 0,0-7-23 15,1-7-52-15,-1-10-30 0,6-10 9 16,0-3-24 0,2-7-26-16,-2-2-30 0,-1-6-81 0,0-2-123 0,-2 0-142 15,1-8-137-15,3-3-335 0,-5-8-312 16</inkml:trace>
  <inkml:trace contextRef="#ctx0" brushRef="#br0" timeOffset="11291.565">9818 4767 770 0,'0'0'1808'0,"0"0"-1470"0,0 0-136 0,0 0-100 16,0 0 109-16,0 0-31 0,108-58 35 0,-68 43-14 16,2 3-25-16,2-2-24 0,3 3-62 15,1-2-40-15,4-2-50 0,1-1-26 16,3-2-129-16,0-3-174 0,-12 7-386 15,22-5-969-15</inkml:trace>
  <inkml:trace contextRef="#ctx0" brushRef="#br0" timeOffset="12891.014">12938 6064 1299 0,'0'0'313'16,"0"0"1117"-16,0 0-1113 0,0 0-190 16,0 0-42-16,0 0 36 0,82 20 14 0,-53-15 13 15,6 0-3-15,1-1-39 0,4 1-31 16,8-4-29-16,6 1-33 15,8-2 21-15,5 0-6 0,3 0 3 0,7 0-7 16,-2 0-24-16,2 1 1 16,-2 1 0-16,-1 0 2 0,1 1-3 0,-3-1-3 15,-3 1-12-15,-5-3 3 0,-5 0-54 16,-8 0-33-16,-6-2-44 0,-5-2-43 16,-6-2 7-16,-10-1-64 0,-5-1-76 15,-3 0-185-15,-8 2-262 0,-2-7-571 0</inkml:trace>
  <inkml:trace contextRef="#ctx0" brushRef="#br0" timeOffset="13178.546">14190 5898 1828 0,'0'0'1240'0,"0"0"-981"0,0 0-135 0,0 0-86 16,0 0 44-16,0 0 39 0,80 11 77 15,-53-9 13-15,-1 4-92 0,3 0-41 16,-2 2-32-16,4 1-18 0,-3 4-9 16,-2 2 8-16,-4 3 8 0,-2 2 30 15,-3 3-1-15,-5 4 7 0,-5 1-71 16,-4 2 0-16,-3 0-40 0,-3 3 0 16,-8-1 18-16,-5 0-2 0,-6 2-26 15,-2-2-12-15,-7 0-3 0,-3 1-25 16,-2-2-16-16,-4 0-1 0,2-2-40 15,3-1-36-15,4-2-93 0,3-3-161 16,10-8-543-16,2 2-855 0</inkml:trace>
  <inkml:trace contextRef="#ctx0" brushRef="#br0" timeOffset="15011.215">17322 5825 323 0,'0'0'62'16,"0"0"2272"-16,0 0-1990 0,0 0-35 0,0 0-80 15,0 0-74-15,-27-79-1 0,17 63 10 16,-2 2-11-16,-2 1-19 0,-1 2-17 16,-2 7-12-16,0 2-18 0,-3 2-26 0,1 13 68 15,-4 10 0-15,0 8-28 0,-3 9-7 0,-3 10 4 16,2 9-59-1,0 0-2-15,5 3-19 0,4-6-18 0,8-8 0 16,9-8 3-16,1-10-1 0,6-10-2 0,7-5 0 16,2-6-27-1,5-3-40-15,2-6-9 0,4-2-7 0,4-9-21 16,2-9 25-16,3-3-4 0,2-7-6 0,-2 1-25 16,-1-2 16-16,-1 2 8 0,-4-1 44 15,-3-1 21-15,-5 5 12 16,-3 0 13-16,-5 6 0 0,-3 4 3 15,-6 9 34-15,-1 7 40 0,-3 0 40 0,0 10-27 16,-3 8-10-16,-4 6-7 16,-3 8-30-16,2 6 3 0,-3 3 28 0,2-1 17 15,1-2-15-15,5-3-18 0,3-6-58 16,0-8 0-16,3-3-33 0,6-3-50 16,2-8-85-16,2 0 6 0,3-6-29 15,0-1-255-15,4-4-521 0,-5-4-498 16</inkml:trace>
  <inkml:trace contextRef="#ctx0" brushRef="#br0" timeOffset="15187.329">17757 6131 2066 0,'0'0'794'16,"0"0"-193"-16,0 0-331 0,0 0-141 0,19 82 43 16,-14-55 126-16,-2 2-17 0,-1 1-7 15,-1-1-106-15,-1-3-98 0,0 0-70 16,0-3-19-16,0-4-85 0,0-2-58 15,0-3-29-15,0-3-81 0,0-2-263 16,2-4-543-16,7-4-691 0</inkml:trace>
  <inkml:trace contextRef="#ctx0" brushRef="#br0" timeOffset="16266.549">18245 6259 192 0,'0'0'2541'16,"0"0"-1773"-16,0 0-408 0,0 0-191 15,0 0-71-15,0 0 27 0,7 66 166 0,-9-47-35 16,-6 3-72-16,-2 0-74 0,-1 1-55 0,-3 0-34 16,2-1-21-1,-2-1-1-15,3-4-23 0,0-1-59 16,0-3-57-16,2-2-29 0,2-4-19 16,0-1-75-16,0-3-151 0,4-1-210 15,1-2-186-15,2-5-665 0</inkml:trace>
  <inkml:trace contextRef="#ctx0" brushRef="#br0" timeOffset="16666.794">18961 6016 2224 0,'0'0'1592'0,"0"0"-1328"0,0 0-148 16,0 0-45-16,-87-18-2 0,58 19 86 15,-1 11 104-15,-4 11-29 0,-3 8-44 0,0 7-49 16,3 5-49-16,3 3-27 16,8 1-13-16,7-6 4 0,6-4-25 15,7-7-21-15,3-7-6 0,5-7-27 16,3-4 0-16,4-4-31 0,2-5-9 0,2-3-6 16,3-5-18-16,2-7-40 0,5-2 39 0,-2-8-15 15,2-2 3-15,-1 1-13 16,1-2 12-16,0 0 28 0,-2 0 31 15,-2 0-1-15,1 1 23 0,-3 0 24 0,-2 2 1 16,-2 5 20-16,-5 4 54 0,-2 5-4 16,-5 5 9-16,3 3-15 0,-4 3-4 15,0 10 28-15,3 7 15 0,-2 7-43 16,-1 9-6-16,-3 2 0 0,0 3 6 0,0-3 3 16,0-3-32-16,0-6-32 15,-1-4-31-15,1-8-75 0,0-3-20 16,3-6-39-16,2-3-16 0,1-1-88 15,1-4-354-15,-1 0-581 0,2-9-554 0</inkml:trace>
  <inkml:trace contextRef="#ctx0" brushRef="#br0" timeOffset="16891.177">19273 6336 1679 0,'0'0'1370'16,"0"0"-978"-16,0 0-151 0,0 0-36 0,0 0-25 15,0 0-6-15,0 0 22 0,0 0-57 16,0 0-46-16,70 71-32 0,-72-58-39 0,-4 1-21 15,-6 3 0-15,-1-1 2 16,-1 2 18-16,0-2-18 0,3 0-3 16,-1 2 2-16,3-5 32 0,5 2 25 15,3-5-4-15,1 1-3 0,0-4 3 0,8-1-43 0,4-3-12 16,4-3-46 0,5 0-52-16,7-5-37 0,3-8-34 0,2-3-60 15,2-3-165-15,-8 4-372 0,11-7-1102 0</inkml:trace>
  <inkml:trace contextRef="#ctx0" brushRef="#br0" timeOffset="17165.68">19921 6469 1155 0,'0'0'2039'0,"0"0"-1692"0,-22 71-142 16,12-45-120-16,-4 5 19 0,-2-3 54 15,0-1 32-15,1-4-109 0,1-2-81 0,5-7-19 16,3-4-149-16,6-3-115 0,0-5-134 15,2 1-216-15,13-5-610 0</inkml:trace>
  <inkml:trace contextRef="#ctx0" brushRef="#br0" timeOffset="17408.235">20593 6361 1782 0,'0'0'2600'0,"0"0"-2012"16,0 0-477-16,0 0-111 0,0 0-129 16,0 0 34-16,96-13 58 0,-76 3-73 15,5-2-143-15,0-1-209 0,-2 4-553 0,11-3-791 0</inkml:trace>
  <inkml:trace contextRef="#ctx0" brushRef="#br0" timeOffset="17574.112">21381 6349 398 0,'0'0'2992'16,"0"0"-2564"-16,0 0-268 0,0 0-104 0,99 12-56 15,-72-12-3-15,-1-7-41 0,2 0-69 16,2-5-82-16,2 0-164 0,-9 2-684 16,13-4-1234-16</inkml:trace>
  <inkml:trace contextRef="#ctx0" brushRef="#br0" timeOffset="18038.692">22594 6132 988 0,'0'0'2732'0,"0"0"-2304"0,0 0-266 0,-81 11-112 15,44 5 33-15,-6 7 143 0,-4 6 108 0,-1 7-32 16,0 5-111-16,5-4-85 0,7-2-57 15,11-4-48-15,8-8 11 16,9-5 0-16,4-6-12 0,4 0-2 16,3-4-46-16,4-2-4 0,5-2-18 15,4-1-9-15,1-3-6 0,8 0-18 0,0-8 9 16,6-5-16-16,3-5-59 0,1 0-33 16,1-4-36-16,0 1 33 15,3-3-53-15,-3 1-57 0,-2-3 36 0,-3 0 110 16,-4 1 60-16,-1 0 16 0,-6 2 84 0,-2 4 9 15,-8 7 102-15,0 5 74 0,-8 7 34 16,1 0 2-16,-3 6 3 16,0 7 58-16,-5 7-24 0,-2 6-67 15,-1 5-62-15,-2 3 77 0,4 0 44 16,-1 1-49-16,5-3-59 0,2 1-75 0,0-5-28 16,1-1-18-16,6-4-12 0,0-4-2 15,2-5-61-15,0-3-56 0,0-5-21 16,0-2-21-16,-1-4 39 0,3 0-102 0,-1-10-196 15,-1 2-321-15,6-14-899 0</inkml:trace>
  <inkml:trace contextRef="#ctx0" brushRef="#br0" timeOffset="18239.49">22915 6436 1137 0,'0'0'2418'0,"0"0"-1968"0,-43 86-143 15,27-55-115-15,2 5 18 0,0-3 78 16,3-3-74-16,2-4-108 0,7-5-83 16,2-3-23-16,2-3-52 0,13-6-67 0,7-4-9 15,6-4-31-15,6-1-161 0,5-8-275 16,-8-2-660 0,23-8-921-16</inkml:trace>
  <inkml:trace contextRef="#ctx0" brushRef="#br0" timeOffset="18399.835">23284 6559 1797 0,'0'0'1772'0,"0"0"-1434"0,-98 12-174 0,49-1-80 16,2 4 69-16,2 6 200 0,6 1 60 15,7-1-166-15,9 3-162 0,10-6-85 16,9 1-12-16,4-2 12 0,4 1 0 16,9-1 1-16,7-3-1 0,2-1-48 0,1-3-53 15,2-2-42-15,-1-4-71 0,1-3-183 16,-8-1-677-16,8-1-1165 0</inkml:trace>
  <inkml:trace contextRef="#ctx0" brushRef="#br0" timeOffset="19206.082">16803 5652 927 0,'0'0'736'16,"0"0"-314"-16,0 0-198 0,-82-14-88 0,59 14 96 15,0 2 147-15,4 10-2 0,-4 4-32 16,2 8-78-16,-3 4-107 0,2 5-23 16,-4 9-22-16,1 4 8 0,-1 5 10 0,3 6-13 15,-1 5-31-15,-1 4 5 0,2 0-17 16,3 5-25-16,1-1-37 0,8-4-15 15,4-2-43-15,7-6-49 0,2-7 1 16,13-3-10-16,8-8-22 0,7-2-62 0,10-6-88 16,11-2-151-16,-8-9-303 0,44 0-933 15</inkml:trace>
  <inkml:trace contextRef="#ctx0" brushRef="#br0" timeOffset="19907.585">23724 5926 623 0,'0'0'2051'0,"0"0"-1576"0,0 0-42 0,60 78-165 0,-31-41 40 15,0 0 34-15,1 4 15 0,-1 3-112 16,1 2-96-16,-2 2-45 0,-1 1-59 16,-4 2-30-16,-5 3-15 15,-10 0-24-15,-4 3-28 0,-4-1-30 16,-12-3-3-16,-11 0 12 0,-9-2-16 0,-9 0 65 16,-10-5 12-16,-6 0-7 0,-9-5-11 15,-5-1-7-15,-8-5 6 0,-8-1-43 16,-8-5-79-16,-7-2-95 0,-2-5-252 0,22-4-555 15,-33 0-994-15</inkml:trace>
  <inkml:trace contextRef="#ctx0" brushRef="#br0" timeOffset="20541.125">21719 6753 1784 0,'0'0'153'0,"0"0"501"16,0 0-201-16,0 0-120 0,0 0-45 15,0 0 43-15,0 0-31 0,-9 75-67 0,4-47-64 16,-4 6-30-16,2 4-23 0,-2-2-27 16,-1 3-80-16,-3-6-9 0,0 0-86 15,-1-3-61-15,-1-5-25 0,-2-2-47 16,3-3-105-16,-2-2-262 0,4-6-409 15,-3 0-604-15</inkml:trace>
  <inkml:trace contextRef="#ctx0" brushRef="#br0" timeOffset="24173.996">12677 5796 1699 0,'0'0'810'16,"0"0"-189"-16,0 0-172 16,0 0-124-16,9 71-21 0,-5-46-3 15,-4 4 38-15,0 2-143 0,0 5-74 16,0 5-25-16,0 2-2 0,0 4-4 0,0 3-12 16,-1-2-40-16,-5 4-19 0,2-2-20 15,-5-1-21-15,2-1-27 0,-2-1 2 16,0-6-69-16,1-4-10 0,2-2-12 15,2-5-19-15,1-5-120 0,3-6-327 0,0-4-722 16,0-7-1113-16</inkml:trace>
  <inkml:trace contextRef="#ctx0" brushRef="#br0" timeOffset="25686.404">6799 1000 1608 0,'0'0'496'0,"0"0"277"0,0 0-364 15,0 0-113-15,0 0-15 0,0 0 27 16,0 0-47-16,0 0-32 0,0 0-42 16,0 0-46-16,-42 94-37 0,26-52-16 0,-2 5-27 15,-1 4-3-15,0 2-9 0,-2 5-22 16,-1 2-6-16,-3 4 3 0,-2 4-11 16,-3 2-13-16,-2-1 0 0,0-4-16 15,5-5-2-15,1-10-12 0,8-10-34 0,6-12-15 16,3-9-19-16,6-9-48 0,3-5-60 15,0-3-74-15,3-2-137 16,7-11-335-16,0-1-469 0,9-22-656 0</inkml:trace>
  <inkml:trace contextRef="#ctx0" brushRef="#br0" timeOffset="25999.45">6727 1062 1634 0,'0'0'139'15,"0"0"1140"-15,0 0-893 0,0 0-60 0,0 0-78 0,0 0-40 16,0 0 25-16,0 0-76 0,0 0-40 16,53 97-46-16,-36-57-4 15,-2 7-24-15,1 3-15 0,-3 8-1 16,-4 1-24-16,0 3 10 0,-4 4-13 0,-1-2 21 16,-1-5-20-16,0-4-1 0,3-11 1 15,1-11 36-15,-2-8-10 0,1-7-25 16,-3-8 7-16,0-3-9 0,0-5-12 15,0-2 9-15,4-1 3 0,3-11 0 16,5-7-21-16,5-11 5 16,3-9-23-16,3-13-16 0,1-8-13 0,1-8-36 15,-1-8 2-15,0-2-40 0,1 3 12 0,-1 3-50 16,0 7-27-16,1 10-57 0,-2 8-126 16,-3 12-139-16,-6 12-191 0,5 3-583 0</inkml:trace>
  <inkml:trace contextRef="#ctx0" brushRef="#br0" timeOffset="27291.292">7311 1719 1258 0,'0'0'231'15,"0"0"-166"-15,0 0 7 0,0 0 35 16,0 0 250-16,0 0 109 0,0 0-185 0,0 0-95 0,0 0-26 15,0 0 6-15,0 0 12 0,-16 5-7 16,16-5-17-16,0 0-15 0,0 0-7 16,0 0-14-16,0 0-6 0,0 0-3 15,0 0-13-15,0 2-19 16,0 2-25-16,0 2-21 0,0 4 18 16,0 3-6-16,1 4-3 0,2 2-6 0,0 2-4 15,0 2-11-15,1 1 17 0,2 5-8 16,-3 2-1-16,1 1-5 0,-3 2-4 15,-1 1-18-15,0 1 0 0,0 2-2 0,-4-3-16 16,0-1 6-16,-3-5-4 0,1-2-17 16,3-5 5-16,0-9-18 15,3-2-9-15,-1-3-40 0,1-4-50 16,-2-3-18-16,2 0-21 0,-1-1 10 16,1 0-3-16,0-1-12 0,0-7 19 15,0-3 71-15,0-6-44 0,1-2 6 0,2-3 70 16,3-3 63-16,-2-3 4 0,2 2 18 15,1-2 68-15,3 3 16 0,0 2 38 16,5 5-20-16,-1 5-6 0,2 1 3 0,3 4 15 16,-2 4 4-16,2 3-30 0,-3 1 0 15,-1 0-7-15,-3 4-6 16,-2-1-40-16,0 5-17 0,-4-1-36 16,-3 1-28-16,-2 1-15 0,-1 3-19 0,0 1-19 15,-3-1-37-15,-5 1-28 0,-1-1-31 16,0-1 29-16,2-4 57 0,3-1 49 15,1-5 0-15,0 0 42 0,2-1 32 0,1 0 6 16,0 0-10-16,0 0 45 16,0 0 2-16,0 3-8 0,5-1-11 15,1 2 16-15,3 4-21 0,4 0 46 0,3 3-13 16,5-1-25-16,1 0 6 0,4 1 7 16,3-1 39-16,-2 0-31 0,0-2-47 15,-1-1-33-15,-4 0-18 0,-2-2-44 0,-1 2-93 16,-6-3-75-16,1 3-83 0,-5-2-231 15,0 1-680-15,-3-1-751 0</inkml:trace>
  <inkml:trace contextRef="#ctx0" brushRef="#br0" timeOffset="28253.492">10707 1827 215 0,'0'0'2251'0,"0"0"-1630"0,0 0-187 0,0 0 36 0,84-1-74 16,-51 1-114-16,9 1-73 0,3 1-35 16,8-2-18-1,4 0-38-15,8 0-36 0,5 0-27 16,4-2-16-16,6 0 7 0,2 1-31 0,1-2-15 15,1 2-2-15,1 0 1 0,0 1-14 16,1 0 3-16,0 1 9 0,2 4 1 0,-2 0 1 16,5 2 0-16,-2 0 2 15,2 0-1-15,1 0 15 0,0-2 9 0,-1 1-24 16,0-4-22-16,-2-2 4 0,-2 0-1 16,4 0-14-16,0-4-22 0,2-2-2 15,3-2 23-15,-2 1 10 0,1 3 9 16,-1-3 9-16,-6 2 6 0,-6-1 3 0,-3 1 12 15,-9-1-15-15,-7-2-3 0,-2-1-18 0,-5 2-53 16,-3-4-41 0,-5 3-14-16,-1-3-6 0,-4 1-12 15,-2 1-32-15,-1 0-29 0,-4 1-13 16,-3 1-34-16,-4 0-11 0,-2 0 37 0,-4 1 15 16,-8 1-152-16,-5-1-345 0,-7-5-656 15</inkml:trace>
  <inkml:trace contextRef="#ctx0" brushRef="#br0" timeOffset="28525.084">14352 1608 2103 0,'0'0'647'0,"0"0"-262"16,0 0 29-16,0 0-67 0,0 0-111 15,95 2-55-15,-69 1-23 0,4-1-19 0,-1 2-19 16,3 1-21-16,-3 3-14 0,1 2-5 15,-4 3-1-15,-3 1-8 0,-3 2-4 0,-4 3-25 16,-7 3-27-16,-4 0-2 0,-5 3-2 16,-1 1-11-1,-11 2-1-15,-5 2 0 0,-6 2 0 0,-3-1-11 16,-5 0 9-16,-4 0 0 0,-3-1-13 16,-1-2-11-16,-4-1-13 0,-2-3-2 0,4-1-68 15,-2-2-59-15,5-4-73 0,8-3-133 16,8-5-333-16,3-2-918 0</inkml:trace>
  <inkml:trace contextRef="#ctx0" brushRef="#br0" timeOffset="29810.933">16799 1373 1322 0,'0'0'261'0,"0"0"-86"0,0 0 590 15,0 0-279-15,0 0-131 0,0 0-82 16,0 0-30-16,0 0-26 0,0 0-18 16,3 79-37-16,-7-46-42 15,-5 5-24-15,0 5-10 0,-5 4-6 16,-1 3-7-16,-2 4-2 0,-5 2-1 0,-3 4 15 16,-3-4-17-16,2 0-32 0,-1-5-36 15,4-6-12-15,4-6-19 0,2-6-5 16,5-7-37-16,2-4-34 0,0-6-43 15,4-1-32-15,1-4-56 0,0-3-158 0,2-3-284 16,3-1-703-16,0-4-572 0</inkml:trace>
  <inkml:trace contextRef="#ctx0" brushRef="#br0" timeOffset="30091.792">17002 1371 277 0,'0'0'1300'0,"0"0"-949"0,0 0 74 0,0 0 264 16,0 0-248-16,2 92-91 0,-7-50-85 0,-5 5-31 16,-1 8-30-16,-2 1-16 0,-3 2-37 15,1 4-32-15,-5-1-33 0,1-4-38 0,-5-1-29 16,3-4-18-16,-4-2-1 15,-1-3-30-15,4-2-22 0,-4-4-24 0,6-6-47 16,7-8-30-16,1-5 5 0,6-7-16 16,4-5-79-16,2-4-84 0,0-6-71 15,0 0-194-15,0-6-222 0,10-14-307 0</inkml:trace>
  <inkml:trace contextRef="#ctx0" brushRef="#br0" timeOffset="30441.423">16988 1513 1429 0,'0'0'1109'0,"0"0"-674"16,0 0-157-16,0 0-1 15,0 0-43-15,0 0-11 0,96-15-25 0,-70 23-30 16,-1 2-25-16,-1 3-57 0,1 2-5 16,-5 4-20-16,-7-2-33 0,-3 4-25 0,-7 1-3 15,-3 4-59-15,-9 2 29 16,-10 4-14-16,-8 4-51 0,-5 1-7 0,-6-3 30 15,0-2 23-15,1-3 11 0,3-4 26 16,4-6 12-16,6-2 34 16,2-9 3-16,8 1-9 0,3-4-9 0,5-2-4 15,3-1-13-15,3 2 39 0,0-2-40 16,9 7-1-16,5 2 37 0,4 5 25 16,6 1 9-16,1 3-25 0,4 0-24 0,4-2-10 15,1 2 19-15,3-2 33 0,2-1-15 16,-2-3-28-16,2-2-21 0,-3-6-34 15,-1-2-67-15,-1-4-41 16,2 0-109-16,-2-12-178 0,-9 2-355 0,13-16-1028 0</inkml:trace>
  <inkml:trace contextRef="#ctx0" brushRef="#br0" timeOffset="35933.27">17804 2180 1755 0,'0'0'555'0,"0"0"-255"0,0 0-171 0,0 0-29 16,-35 71-26-16,23-48 412 0,-2 2-299 15,1 0-155-15,-1-1-32 0,1-1 0 0,1-4-45 16,5-2-24-16,3-5-81 0,1-4 7 15,3-3-40-15,0-2-141 0,0-1-219 16,1-2-562-16</inkml:trace>
  <inkml:trace contextRef="#ctx0" brushRef="#br0" timeOffset="36120.802">17870 2090 1997 0,'0'0'496'16,"0"0"-93"-16,0 0-6 0,0 0 9 0,95 1-70 16,-68-1-116-16,2-1-102 15,0-6-68-15,0 0-50 0,-2-2-41 0,0-3-27 16,-1 1-122-16,-4-2-46 16,1-2-162-16,-6 3-594 0,-1-8-706 0</inkml:trace>
  <inkml:trace contextRef="#ctx0" brushRef="#br0" timeOffset="36334.213">18168 1662 2013 0,'0'0'718'0,"0"0"-199"0,0 0-68 0,0 0-127 16,0 0-45-16,0 0-32 0,-24 79-65 15,24-49-25-15,0 8-50 0,0 6-52 16,0 2-27-16,0 7-28 0,0 0-13 0,-2 2-48 15,-1-1-178-15,0-1-23 0,0 0-2 16,3-4 20-16,0-6-220 16,5-11-545-16,5 3-526 15</inkml:trace>
  <inkml:trace contextRef="#ctx0" brushRef="#br0" timeOffset="37057.76">16301 1501 1228 0,'0'0'273'16,"0"0"-84"-16,0 0 515 0,0 0-214 15,0 0-141-15,0 0-78 0,-90 73-21 0,73-44-52 16,0 6 19-16,2 5 0 16,1 6-37-16,2 6-20 0,2 2-31 0,0 3-31 15,4 1 0-15,3 1-37 0,3-1-37 16,0-1-24-16,9-3-38 0,8-4-5 15,8-4-55-15,6-5-126 0,5-5-38 0,9-5-145 16,-10-12-295-16,24-5-928 0</inkml:trace>
  <inkml:trace contextRef="#ctx0" brushRef="#br0" timeOffset="37457.454">18699 1505 1391 0,'0'0'773'0,"0"0"-56"16,0 0-349-16,0 0-53 0,0 0 35 0,0 0 32 15,0 0-63-15,93 62-103 16,-76-35-11-16,-1 3 23 0,3 6-70 0,-4 3-24 16,-1 3-28-16,-4 0-45 0,0 1-40 15,-4-2-19-15,-2 0-2 0,-2-1-2 16,-2-2-29-16,-2-1-53 0,-8-1-28 15,-3-1-31-15,-3-2-6 0,-5 0 9 0,-7-1 2 16,-1-1-46-16,-5-2-63 0,-5-4-106 16,-1 0-97-16,-1-3-196 15,9-8-371-15,-15 2-224 0</inkml:trace>
  <inkml:trace contextRef="#ctx0" brushRef="#br0" timeOffset="38335.698">19612 1748 1683 0,'0'0'384'0,"0"0"-119"0,0 0 505 16,0 0-280-16,0 0-99 0,0 0-99 16,0 0-38-16,0 0-32 0,0 0-35 15,0 0-16-15,19 93 33 0,0-47-58 0,4 5-34 0,-3-1-9 16,2 0-36-16,-4-6-34 15,-2-6-33-15,-2-3 0 0,-2-8-30 0,1-3-49 16,-2-3-33-16,0-9-58 16,4-1-52-16,-1-7-108 0,3-4-242 15,-4 0-426-15,8-8-452 0</inkml:trace>
  <inkml:trace contextRef="#ctx0" brushRef="#br0" timeOffset="38540.713">20027 1896 1770 0,'0'0'516'0,"0"0"-115"16,0 0-32-16,0 0-27 0,0 0-76 15,-93 73-61-15,65-43-48 0,1 3-3 16,1 1 30-16,-2 1-42 0,5-4-55 16,0-3-87-16,4-1-25 0,-1-3-68 15,3-2-52-15,3-3-70 0,3-1-125 16,0-6-238-16,5 1-759 0</inkml:trace>
  <inkml:trace contextRef="#ctx0" brushRef="#br0" timeOffset="38807.493">20720 2113 2209 0,'0'0'614'0,"0"0"-258"0,0 0-123 16,0 0 77-16,0 0-80 0,0 0-57 0,98-19-173 15,-72 11-89-15,2 0-162 0,0 0-142 16,-9 2-305-16,15-3-1261 0</inkml:trace>
  <inkml:trace contextRef="#ctx0" brushRef="#br0" timeOffset="38965.638">21775 2133 2247 0,'0'0'604'0,"0"0"-604"0,0 0-32 16,0 0-178-16,98-26 3 15,-75 20-331-15,16-7-940 0</inkml:trace>
  <inkml:trace contextRef="#ctx0" brushRef="#br0" timeOffset="39111.804">22597 2124 1835 0,'0'0'800'0,"0"0"-347"0,0 0-86 16,0 0 3-1,84 2-58-15,-57-2-147 0,2-2-134 0,2-1-31 16,4 1-115-16,4-4-111 0,-11 6-324 0,14-6-1055 16</inkml:trace>
  <inkml:trace contextRef="#ctx0" brushRef="#br0" timeOffset="39658.882">24983 1383 258 0,'0'0'1406'0,"0"0"-1033"0,0 0-139 0,0 0 546 16,0 0-276-16,0 0-148 0,0 0-114 15,0 0-52-15,0 0-41 0,-43 80-7 0,30-48 15 16,-1 11-16 0,-2 6-10-16,1 3-6 0,-2 7 3 15,1 1-15-15,1 2-16 0,1-2-25 0,4-2-14 0,6-5-25 16,4-4-33 0,0-4 0-16,13-5-57 0,5-2-13 0,6-5 12 15,6-5-24-15,5-4-18 0,5-6-46 16,3-7-65-16,1-6-114 0,3-5-162 0,-11-1-223 15,17-17-686-15</inkml:trace>
  <inkml:trace contextRef="#ctx0" brushRef="#br0" timeOffset="39954.668">25777 1433 1585 0,'0'0'1066'0,"0"0"-568"0,0 0-75 16,0 0-50-16,3 90-16 0,-3-50-54 16,0 7-42-16,-5 7-50 0,-4 3-22 15,-2 4-9-15,-3-1-56 0,-3-1-75 0,1-3-40 16,-4-6-9-16,3-5-46 0,0-6-66 15,-1-6-16-15,5-8 1 0,4-5 8 0,1-7-28 16,4-6-46 0,2-4-75-16,2-3-172 0,0-5-223 15,0-2-515-15,0-13-382 0</inkml:trace>
  <inkml:trace contextRef="#ctx0" brushRef="#br0" timeOffset="40352.834">25832 1369 1812 0,'0'0'616'15,"0"0"-180"-15,0 0-78 0,0 0-42 16,97 19-92-16,-70-5-48 0,0 4-46 16,-1 2-33-16,-2 4-10 0,-3 6-6 0,-4-1-13 15,-7 0-28-15,-4 2-12 0,-6 0-15 16,-6 0-13-16,-11 1-26 0,-10 1-5 15,-8 2 6-15,-9-2 0 0,-5 2-12 0,-1-3 9 16,3-3-6-16,4-4 3 16,7-5-7-16,8-6-5 0,5-3 33 15,9-7 10-15,5-1 28 16,5-2 7-16,3 0-14 0,-1-1-5 0,2 0-6 16,0 2-8-16,2 0 9 0,3 3 17 0,4 2 0 15,5 5 0-15,2 3 9 0,4 3 0 0,3 3 19 16,3-1 9-1,2-1-4-15,-1 1 1 0,4-1-22 0,0-4-22 0,2 1-18 16,-5-4-9-16,-2-2-25 16,0-3-83-16,-5-3-28 0,-2 1-16 15,-2-5-36-15,0 0-96 0,-4 0-167 0,-5-3-262 16,-2-6-425-16</inkml:trace>
  <inkml:trace contextRef="#ctx0" brushRef="#br0" timeOffset="40727.241">25511 1369 1721 0,'0'0'691'15,"0"0"-233"-15,0 0-166 0,0 0-31 0,-13 82 31 16,6-53-31-16,-3 4-63 16,2 3-58-16,1 3-22 0,1 0-22 0,-1 3-22 15,4 2-22-15,1 1-39 0,-1 2 5 16,1 0 16-16,-1-3-32 0,3 2-2 15,-3-5-1-15,3-3-14 0,-1-1-4 0,-1-6-2 16,2-3-72-16,-3-5-12 0,3-3-7 16,0-4-34-1,-1-3-39-15,1-4-29 0,0-2-86 0,0-4-121 16,0 0-235-16,4-3-435 0</inkml:trace>
  <inkml:trace contextRef="#ctx0" brushRef="#br0" timeOffset="41178.296">26515 2121 349 0,'0'0'1524'16,"0"0"-947"-16,0 0-126 15,-8 67-51-15,-1-42-16 0,0 0 10 16,1 2-123-16,-5-3-70 0,1 1-34 16,-1-3-32-16,-1-3-61 0,1-3-50 15,2-1-24-15,2-5-12 0,1-4-95 0,3-1-87 16,2-5-53-16,3-2-62 15,0-8-249-15,0 1-678 0,8-11-525 0</inkml:trace>
  <inkml:trace contextRef="#ctx0" brushRef="#br0" timeOffset="41397.702">26873 1932 2217 0,'0'0'806'0,"0"0"-201"0,0 0-110 16,0 0-70-16,101 30-129 0,-73-27-82 15,3-3-98-15,0 0-73 0,2-3-43 16,2-4-46-16,-2-2-101 0,0-2-64 16,-2 2-51-16,-5-3-76 0,-3 0-269 0,-10 4-752 0,-4-6-790 15</inkml:trace>
  <inkml:trace contextRef="#ctx0" brushRef="#br0" timeOffset="41598.728">27151 1583 1486 0,'0'0'582'16,"0"0"-187"-16,0 0 43 0,0 0-73 15,-9 74-44-15,4-43-8 0,-1 8-49 16,0 4-50-16,-1 4 6 0,-3 2 14 15,1 1-84-15,-1-1-52 0,-2 0-34 16,2-3-34-16,-1-4-30 0,-1-2-3 0,4-6-31 16,2-3-63-16,3-6-75 15,3-5-64-15,0-3-61 0,6-9-104 0,7-2-209 16,-1-3-577-16,12-7-671 0</inkml:trace>
  <inkml:trace contextRef="#ctx0" brushRef="#br0" timeOffset="42182.006">27933 1506 1534 0,'0'0'562'0,"0"0"-96"0,0 0-179 16,0 0-66-16,0 0-45 0,82 4-7 15,-73 0-14-15,-1 5-19 0,-3-2-51 16,1 4-31-16,-5-1-10 0,1 2 22 16,-2 2 22-16,0 4-9 0,0 0 8 15,-6 2 25-15,-2 4 108 0,-3 0-56 16,-4 2-35-16,-1 0-19 0,-2 0-27 15,2-2-16-15,1-1-37 0,4-4-18 0,1-2-9 16,0-2 1-16,5-1-1 0,0 0 9 16,4-1-12-1,-1 0-1-15,2 0 1 0,0 1-1 0,0-2 1 16,0 0 3-16,0 0 15 0,2 0-6 0,-1-3 0 16,2 0 10-16,0 0 11 15,-1-2-5-15,0 0-1 0,0 1-6 0,-1-2 1 16,2-1-20-16,1 1 1 0,-2-1-1 0,-1-2-1 15,-1 1-1-15,2-1-3 0,-2 0 1 16,0-2 0-16,1 4-14 16,1-4 13-16,-2 0-12 0,2 1 12 15,-2 0 0-15,0-1 1 0,0 1 1 16,2-2 1-16,-2 0 2 0,0 0 0 0,0 0-2 16,0 0-64-16,0 0-45 0,0 0-20 15,0 0-21-15,0-2-22 0,0 1 0 0,0-3 14 16,-2 2-35-16,1-3-68 0,0 1-61 15,-2-1-21-15,0 0-77 0,0-3-165 16,0 3-148-16,-3-8-549 0,28 67 1059 0</inkml:trace>
  <inkml:trace contextRef="#ctx0" brushRef="#br0" timeOffset="42553.168">27962 1502 1239 0,'0'0'744'0,"0"0"-106"0,0 0-204 0,0 0-92 16,0 0-9-16,0 0-54 0,0 0-28 15,0 0-37-15,5 78-47 0,-5-50-22 16,-3 8-11-16,0 2-20 0,-2 3-29 0,2 6-6 16,-3 0-5-16,0 2-17 15,1 1-2-15,-1-1-22 0,1-1 1 16,-1-2-20-16,-3-3-14 0,1-1-1 16,-3-2 1-16,-3-4 0 0,0-2-2 15,-6 0 0-15,-3-3-74 0,-5-4-18 16,-3 0-34-16,-7-2-31 0,-5-2-31 0,-6 0-53 15,-4-4-95-15,-2-3-120 0,12-3-283 0,-30-1-751 16</inkml:trace>
  <inkml:trace contextRef="#ctx0" brushRef="#br0" timeOffset="43834.294">17348 2726 1810 0,'0'0'765'0,"0"0"-241"0,0 0-151 16,82 84-25-16,-56-52-46 0,0 3-28 16,-4 7-83-16,-1-6-52 0,-1 0-31 15,2 0-38-15,1-5-12 0,5-2-15 16,2-5-12-16,2-3-10 0,-1-2-19 15,1-3 10-15,-2 1 4 0,-1-6 2 16,1-4 15-16,1 0-14 0,3-5-16 16,2-2 15-16,7-1-18 0,-1-7-58 0,6-3 22 15,1-3-4-15,1-5-15 16,3 3 3-16,1-3 18 0,5 0 4 0,3 3 8 0,4-1 4 16,3 3-22-16,3-1-9 0,1 4 18 15,1 1 12-15,-4 3-5 0,0 3-38 16,-2 3 28-16,0 1-43 0,-1 0 15 15,3 5 40-15,2 2-30 0,3 1 11 16,0 2 13-16,2 2 3 16,1 0 7-16,1 2 5 0,-6 3-5 0,-4 0 18 15,-10 2 0-15,-9 4 56 0,-8 1-4 16,-11 0 1-16,-9 2-3 0,-6 4-50 16,-7-1-17-16,-6 1-8 0,-3-1-2 0,-2-1 5 15,-5 1-15-15,-3-4-1 0,1-1 27 16,2-7 10-16,3-1 2 15,2-7-2-15,2-3 0 0,0-3-2 16,6-2-50-16,7-1 18 0,6 0 23 16,5-7-7-16,9-7-6 0,7-3-9 0,5-6-8 15,9-6 8-15,9-2-10 0,6-5-6 0,4 2-1 16,2-1 17-16,2 4 30 0,1 2 4 16,0 6 37-16,1 0-34 0,-1 4-3 15,3 2 0-15,-3 2-3 0,-2 3-16 16,-5 3 18-16,-7 4-12 0,-2 5 13 15,-7 0 59-15,-2 1 32 0,-6 8 14 0,-3 1 4 16,-1 3-65-16,-1 1 9 16,3-1-38-16,0 2-14 0,4-2-1 15,2 0 0-15,3-1-31 0,1 0 6 16,2 0 3-16,2-4 22 0,3-1 0 16,0 2 1-16,6-5 15 0,1-1-3 15,7-3 11-15,0 0 4 0,1-10-25 16,-2-1-3-16,1-4 0 0,-5-4 0 0,-1-4 0 0,-7-8-23 15,-3 1-40-15,0 1-21 16,-7-5 5-16,-5 6 26 0,-6 1 25 0,-10 4-45 16,-9 5-100-16,-10 2-373 0,-10 7-527 15,-9 2-483-15</inkml:trace>
  <inkml:trace contextRef="#ctx0" brushRef="#br0" timeOffset="44689.75">19923 3582 2002 0,'0'0'628'16,"0"0"-124"-16,0 0-172 15,0 89 25-15,0-56-8 0,0 5-51 0,0 0-42 16,0 3-50-16,-2 3-38 0,-4 0-52 0,-3 1-25 16,-2 2-30-16,-3-3-10 15,-1 3-29-15,-4-5-4 0,2-5-18 16,-2-1 0-16,2-7-1 0,2-5-2 16,5-6-40-16,4-5 7 0,3-6-25 0,2-2-33 15,1-5-37-15,0 0 8 0,1-5 1 16,5-3 27-16,5-4 24 0,3-9 12 0,5-2-2 15,4-8 21-15,3-6-7 0,4-2 13 16,0-4-12-16,3 0-4 0,0 4-3 16,4 4 3-16,-3 9 19 15,2 5 16-15,-3 8 15 0,-4 4 28 16,-3 6-3-16,-4 3 37 0,-5 1-3 16,-6 10 37-16,-5 1-22 0,-1 4-25 15,-5 2 13-15,0 2-6 0,-8 2-7 16,-3 0-3-16,-6 0-9 0,-5 0-10 0,-1-1-16 15,-3-4-11-15,-2 0-28 0,-2-3-27 16,1-2 2-16,2-1 32 0,4-7 6 16,4-1-19-16,3-2 18 0,6-1 14 15,4 0 1-15,3 0 1 0,3 0 3 16,0 0 16-16,3 0-18 0,5 0-1 0,3 0-3 16,4 3 3-16,5 0 0 0,6 3 49 15,6 0 0-15,6 3-30 0,3-1-1 16,4 5 16-16,3 1 18 0,0-1-43 15,4 5-9-15,-2-3-18 0,-1 2 15 16,0 0-74-16,-7 0-126 0,-2-3-147 0,-13-4-441 16,4 3-1125-16</inkml:trace>
  <inkml:trace contextRef="#ctx0" brushRef="#br0" timeOffset="44832.088">21558 4484 2541 0,'0'0'1341'16,"0"0"-1341"-16,0 0-1586 0</inkml:trace>
  <inkml:trace contextRef="#ctx0" brushRef="#br0" timeOffset="51140.981">10222 1801 1049 0,'0'0'26'15,"0"0"1373"-15,0 0-996 0,0 0-137 0,0 0-18 16,0 0 79-16,0 0-100 0,0 0-45 0,0 0-42 16,0 0-22-16,1 4-31 15,-1-4-31-15,2 0-28 0,-1 1-26 0,2 0-1 16,1-1 39-16,1 2-16 0,3 0 10 15,1 0-18-15,0-1-1 0,3 2-12 16,0 0 28-16,4 0-31 0,0-1-3 0,4 0 3 16,2 0 6-16,3-1-6 0,4 1-1 15,2-1-14-15,0 1-1 16,1 1-5-16,1-2-22 0,0 2-44 0,2-3 7 16,-2 2-26-16,0-2-77 0,-3 0-94 15,-1 1-105-15,-10 0-199 16,2 1-975-16</inkml:trace>
  <inkml:trace contextRef="#ctx0" brushRef="#br0" timeOffset="54857.498">11798 661 766 0,'0'0'17'0,"0"0"-17"0,0 0 1139 16,0 0-792-16,0 0-179 0,0 0-74 0,0 0-20 15,0 0 3-15,0 0 7 0,-3 0 0 16,3 0-7-16,0 0 0 0,0 0-7 16,0 0 14-16,0 0 21 0,0 0 10 0,0 0-10 15,0 0-20-15,0 0-18 16,0 0-17-16,0 0-9 0,0 0-3 16,0 0 3-16,0 0 10 0,0 2 2 15,0-2-12-15,0 0-10 0,0 0-9 16,0 0 9-16,0 0 2 0,0 0 4 15,0 0-6-15,0 0-6 0,0 0-3 0,0 0-3 16,0 0-3-16,0 0-14 0,0 0 1 16,0 0 40-16,0 1-27 15,0-1 6-15,0 0-4 0,0 0-5 0,0 0-1 16,0 1-9-16,0-1 10 0,-1 0 11 16,1 0 7-16,0 0 13 0,-2 0 11 15,2 0 54-15,0 0-23 0,0 0-31 0,0 2-21 16,0-2-10-16,0 0-5 15,0 0-7-15,0 0-10 0,0 0 0 0,0 0 0 0,0 0-2 16,0 0-2-16,0 0 1 0,0 0 1 16,0 0 0-16,0 0-3 0,0 0-12 15,0 0 12-15,2 0-13 0,-2 0 13 16,1 0-12-16,2 2 12 16,2-2-13-16,4 2 16 0,5 1 13 15,4 0 2-15,3 2-15 0,3 1-12 0,2-2 12 16,3 0 0-16,1 0 0 15,2-3-16-15,2 0-23 0,-2-1-20 0,1 0-27 16,-1-1-1-16,-5-4-21 0,-1 1-19 16,-7-2-54-16,-3 2-52 15,-7-1-105-15,-5 4-95 0,-4-2-69 0,0 0-233 16,-9 2-401-16,0 1 767 0,-8 0 18 0</inkml:trace>
  <inkml:trace contextRef="#ctx0" brushRef="#br0" timeOffset="55234.702">11954 707 271 0,'0'0'254'0,"0"0"-140"0,0 0 939 16,0 0-611-16,0 0-106 0,0 0-58 15,7 66-15-15,-7-41-20 0,0 0 6 16,0 3-18-16,0 0-61 0,-7-1-12 0,0 1-27 15,-4-1-32-15,-1 0-30 0,-1-1-35 16,0-2-31-16,1-3-6 0,5-6-7 0,1-4-30 16,2-6 0-16,3-1-175 0,1-3-100 15,0-1-65-15,0 0-100 0,5-4-214 16,2-5-641-16,1 1 647 16,6-7 490-16</inkml:trace>
  <inkml:trace contextRef="#ctx0" brushRef="#br0" timeOffset="55457.51">12096 826 316 0,'0'0'202'16,"0"0"814"-16,0 0-386 0,0 0-242 15,0 0-53-15,0 0-75 0,0 0-24 16,-5 68-52-16,-2-43-38 0,1 2 11 16,-1 3-22-16,1-1-27 0,1 1-27 15,4-2-16-15,1-1-9 0,1-1 40 16,8-4 105-16,3-8-99 0,3 0-65 0,3-6 21 15,6-3-33-15,5-5-25 0,3 0-62 16,4-8-24-16,6-4-43 0,1-3-57 0,6-3-97 16,-3-3-213-1,0 1-546-15,-13 4-626 0</inkml:trace>
  <inkml:trace contextRef="#ctx0" brushRef="#br0" timeOffset="58908.815">12654 855 1600 0,'0'-13'497'0,"0"4"-183"0,2 1-85 0,5-4-77 16,0-2 475-16,3 0-263 0,0 0-33 15,1 4-54-15,1 0-15 0,-1 3-19 16,1 5-35-16,-3 2-22 0,0 0-34 0,-2 7-46 15,1 10-36-15,-2 6-13 0,-3 8 82 16,-1 5-69-16,-2 4-39 0,-3 6-31 16,-6 0-30-16,-2 2 9 0,-2 1-1 15,-2-1-11-15,1-4 6 0,-2-2-9 0,4-6 8 16,4-7 1-16,-1-5 24 16,5-6-12-16,1-6-27 0,3-6-28 15,0-4-6-15,0-2 9 0,0-1-5 0,6-8 5 16,2-4-31-16,-1-5 19 0,4-5 9 15,0-1 12-15,-1-1 21 0,-1-1-21 16,2 2 9-16,-3 4 26 16,0 2 23-16,1 6 0 0,-1 0-12 15,1 7-1-15,-1 0 3 0,-1 2 10 16,-2 3 3-16,-2 0 10 0,-1 0-1 16,-2 5 15-16,0 3-2 0,-3 4-16 0,-6 0-9 15,-1 2-15-15,-3 3-7 0,-1 1-5 0,1-4-7 16,-2-1-3-16,5-1-24 0,3-4-20 15,3-3 66-15,0-5 15 0,4 0 25 16,0 0-22-16,5 0 40 0,4 3-31 16,2 1 41-16,5 1 30 0,2 3-44 15,0 0-5-15,2 0-12 0,-1 1 14 16,1 0 10-16,-1-1 9 0,-2 3-55 16,-2-4 2-16,-1 0-2 0,-1 2-12 15,0-1-21-15,-3 0-19 0,-1 1-13 0,2-2-91 0,-3 4-76 16,0-1-305-16,2 2-416 0,-4-3-367 15</inkml:trace>
  <inkml:trace contextRef="#ctx0" brushRef="#br0" timeOffset="59842.919">4044 10395 2342 0,'0'0'400'16,"0"0"62"-16,0 0 44 0,0 0-135 16,0 0 55-16,0 68-106 0,0-20-8 15,0 12-108-15,0 12-3 0,0 11-56 0,0 7-45 16,0 6-40-16,0 6 10 0,0 3-31 15,-2-1-39-15,-2-2-42 0,-1-6 3 16,1-13-7-16,4-9 7 0,0-15-9 16,9-10-25-16,2-13-9 0,5-13-78 0,4-11-151 15,2-11-121-15,4-8-188 0,-6-4-466 16,19-32-292-16</inkml:trace>
  <inkml:trace contextRef="#ctx0" brushRef="#br0" timeOffset="60125.114">4533 10921 980 0,'0'0'1787'16,"0"0"-1306"-16,0 0-341 0,-86 35-41 0,50-13 113 15,-2 6 65-15,1 2-1 0,1 3-152 16,3-1-12-16,0-1-29 0,7-1 13 16,0-3-59-16,4-2-35 0,5-4 1 0,1-1 12 15,7-5 28-15,3-1-3 0,2-1 3 16,4 0 6-16,0-1 6 0,12 3 6 15,1 1-6-15,7 3-3 0,4 0 15 16,4-1 43-16,-2-1 18 0,4 0-68 0,-1-4-26 16,0-3-34-16,-2-3 0 0,0-2-22 15,-1-5-8-15,-1 0-9 16,-3-3-71-16,-1-6-60 0,-1-3-26 16,-1-3-89-16,1-2-302 0,-8 3-411 0,6-10-462 0</inkml:trace>
  <inkml:trace contextRef="#ctx0" brushRef="#br0" timeOffset="60442.99">4699 11350 2513 0,'0'0'698'0,"0"0"-313"15,0 0-20-15,0 0 88 0,0 0-58 0,0 0-138 16,87 49-153-16,-64-62-98 16,3-5-6-16,-2-5-134 0,-1-4-44 15,-3-2-80-15,-1-1-61 0,-4 3-126 16,-6 2-71-16,-3 5-71 0,-6 1-43 0,0 1 279 15,-10 5 114-15,-3-1 237 0,-5 5 81 16,-1 6 273-16,-3 3 16 0,-1 3 17 16,-2 11-49-16,1 9-25 0,1 8 26 0,3 6-49 15,2 2-36-15,4 6-40 16,6 3-26-16,0 1 0 0,1 2 17 0,3-1-10 16,3-4-31-16,1-9-42 0,5-9-53 15,5-8-69-15,3-9-15 0,4-6-55 16,3-5-42-16,2-5-25 0,4-13-73 15,-1-6-66-15,2-6-100 16,-1-4-266-16,3-4-401 0,-10 7-152 0,11-14-254 16</inkml:trace>
  <inkml:trace contextRef="#ctx0" brushRef="#br0" timeOffset="60655.601">5105 11218 1516 0,'0'0'1026'0,"0"0"-546"0,0 0-170 0,0 0-75 0,44 71-26 15,-33-39-24-15,-2 0-5 0,-2 5-9 0,-2-1 52 16,-3 4-4-1,-2-3-57-15,0-1-58 0,0-4-36 0,-4-3-26 0,1-7-17 16,0-7 8-16,3-8-5 0,0-4-28 16,0-3-1-16,3-4-76 0,4-8-26 15,6-9 11 1,3-8-34-16,1-8-9 0,4-4 9 0,-1-5 24 16,4 1-1-16,-2 0-2 0,0 2-26 0,-1 8-11 15,1 10 13-15,-6 4-32 0,-2 10-96 16,-1 4-158-16,-6 3-194 0,3 4-364 0</inkml:trace>
  <inkml:trace contextRef="#ctx0" brushRef="#br0" timeOffset="61106.55">5869 10889 1342 0,'0'0'1434'0,"0"0"-1052"16,0 0-67-16,0 0-103 0,0 0 28 15,0 0 52-15,78 18-69 0,-20-13-10 16,11-2-44-16,7 1-46 0,-2-4-25 0,-2 0-68 16,-6-7-30-16,-5-2-11 15,-8-1-13-15,-7-3-13 0,-7 1-107 0,-7-2-105 16,-8 0-39-16,-5 2-72 0,-8 3-301 16,-3-3-761-16</inkml:trace>
  <inkml:trace contextRef="#ctx0" brushRef="#br0" timeOffset="61319.776">6339 10899 1888 0,'0'0'1098'16,"0"0"-673"-16,-9 85-83 0,9-45-50 0,-2 3 45 0,-1 4 0 16,1 0-92-16,0-1-86 0,-3-2-70 15,-1-1-65-15,0-5-24 0,4-6-13 16,0-7-12-16,2-11-63 0,3-8-22 15,9-6-49-15,3-6-35 0,0-8-81 16,5-8-119-16,-3-4-225 0,-2 4-514 16,4-16-382-16</inkml:trace>
  <inkml:trace contextRef="#ctx0" brushRef="#br0" timeOffset="61498.423">6543 10981 1964 0,'0'0'728'15,"0"0"-253"-15,0 0-175 0,2 66 3 16,-9-29-29-16,1 5-30 0,2 1-8 15,0 3-14-15,1-3 11 0,3 0-14 16,0-1-51-16,0-1-50 0,3 1-54 0,1-4-7 16,2-5-46-16,-2-7-11 0,3-2-34 15,-1-7-93-15,3-7-55 0,-1-3-59 16,5-6-44-16,-1-1-126 0,2-11-223 16,-4 2-424-16,3-13-545 0</inkml:trace>
  <inkml:trace contextRef="#ctx0" brushRef="#br0" timeOffset="61922.514">6812 11271 1964 0,'0'0'618'16,"0"0"-199"-16,0 0-1 0,7 93 85 0,-5-57-34 16,0 3-90-16,-2 0-128 0,-2-1-83 15,-4-1-37-15,-3-1-40 0,0 0-57 16,-2-2-31-16,1-6-3 0,1-6-21 15,3-6-25-15,2-8-18 0,3-4-12 0,1-4-52 16,0 0-28-16,0-6-25 0,3-6 55 16,4-4 34-16,0-8 24 15,5-2-4-15,0-7-5 0,-1 0 43 16,2-3 0-16,-1 1 18 0,2 4 16 16,-2 7 2-16,-1 7 82 0,-3 6-3 15,-2 8-47-15,-5 3-34 0,1 3 18 16,-2 7 63-16,0 4-29 0,-3 4-12 0,-6 4-12 15,2-1-13-15,-2 0 13 0,-2-2 21 0,2-1-15 16,2-5-10-16,1-1-11 0,-1-1 2 16,4-3-15-16,2 1-11 0,1-1-14 15,0 2 11-15,4 1 14 16,7 2 34-16,4 0 12 0,4 3-22 0,2-1-11 16,1 0-1-16,4-2-12 0,1-2-1 15,4-1-15-15,0-5-8 0,0 2-40 16,0-5-102-16,-2 0-88 0,-2-2-114 15,-1 0-283-15,-10-4-632 0,10-8-594 0</inkml:trace>
  <inkml:trace contextRef="#ctx0" brushRef="#br0" timeOffset="62281.149">8100 11057 3384 0,'0'0'632'16,"0"0"-285"-1,82-9-128-15,-41 4-3 0,8-4-5 0,3-1-58 0,1-2-74 16,0 0-58-16,-2-1-21 0,-2 1-3 16,-6 4-48-16,-4-1-145 0,-13 2-58 15,-6 6-70-15,-10 1-116 0,-10 0-285 16,0 1-504-16,-19 15-74 0</inkml:trace>
  <inkml:trace contextRef="#ctx0" brushRef="#br0" timeOffset="62423.463">8253 11162 1896 0,'0'0'783'0,"0"0"-317"0,0 0-128 16,0 0-13-16,0 0 9 0,0 0-39 16,0 0-66-16,0 0-85 0,0 0-34 15,0 0-30-15,112 47-74 0,-73-48-6 16,6-10-82-16,4 1-72 0,1-4-43 0,1 2-66 15,-4-2-258-15,-12 4-750 0,14-4-995 0</inkml:trace>
  <inkml:trace contextRef="#ctx0" brushRef="#br0" timeOffset="62858.547">9704 10367 1349 0,'0'0'784'16,"0"0"-425"-16,23 71 618 0,-15-29-677 15,-1 10-3-15,-3 10-42 0,-4 6 2 16,0 10-60-16,-6 4-62 0,-7 5-18 15,-5 4-17-15,-3-1-30 0,0-2-15 0,1-2-15 16,4-9-21-16,1-9-19 0,8-13-49 0,3-11-15 16,2-13-45-16,2-11-14 15,5-8-48-15,2-9-20 0,6-3-35 16,1-10-79-16,2-12-108 0,0-8-118 16,-3 5-290-16,4-29-656 0</inkml:trace>
  <inkml:trace contextRef="#ctx0" brushRef="#br0" timeOffset="63155.092">9746 10495 68 0,'0'0'2444'0,"0"0"-1913"16,0 0-186-16,0 0-123 0,0 0 12 16,0 0 90-16,0 0-76 0,0 0-44 15,95 90-44-15,-69-47-34 0,0 4 3 0,0 6-10 0,-3 2-37 16,1 5-30-16,-6-2-19 0,-1 1-33 15,-1-2-1-15,-5-3-2 0,-2-4 2 16,-3-3-17-16,1-8 0 16,-1-4-7-16,1-8 15 0,0-7 10 15,-1-6 0-15,0-5 1 0,2-4 0 0,0-5 1 16,2-5 0-16,3-10-2 0,4-12-6 16,5-11-52-16,1-12-42 0,0-13-35 15,1-9-43-15,1-8-34 0,-1-9-55 16,-3 1-80-16,-1 1-133 0,-5 21-224 0,1-22-574 15</inkml:trace>
  <inkml:trace contextRef="#ctx0" brushRef="#br0" timeOffset="63672.611">10627 11214 965 0,'0'0'1795'0,"0"0"-1378"0,15 86-57 15,-6-43-123-15,1 10 14 16,-2 5 31-16,1 2-47 0,-6-3-44 16,0 1-62-16,-1-4-43 0,-2-6-34 0,0-6-49 15,0-6-3-15,-2-6-24 0,2-10-53 16,0-5-67-16,0-7-19 0,0-7-57 0,6-1-38 15,4-11-186-15,-1 0-299 0,8-17-502 0</inkml:trace>
  <inkml:trace contextRef="#ctx0" brushRef="#br0" timeOffset="63907.267">10885 11418 157 0,'0'0'2070'0,"0"0"-1547"0,0 0-333 0,0 0-62 0,-77 32 3 16,53-13 54-16,-1 4 50 0,3 0-65 0,2 1-66 0,3-1 0 15,4-1-15 1,4-1-11-16,1-2-19 0,7-2-6 0,1-3 0 0,1 0 12 16,10 0 74-16,0 0-37 0,4-1-28 15,1 3-4 1,4-2-8-16,-1-3 8 0,3 2-9 16,-1-5-24-16,1-2-37 0,0-1-11 0,-1-5-65 15,1 0-87-15,0-2-102 0,-2-7-83 0,0-1-276 16,-7-1-571-16,5-3-695 15</inkml:trace>
  <inkml:trace contextRef="#ctx0" brushRef="#br0" timeOffset="64074.928">11193 11598 2451 0,'0'0'1040'0,"0"0"-548"15,0 0-185-15,0 0-96 0,84 24-125 0,-61-24-67 0,0-3-19 16,-3-8-154-16,7-4-154 0,-1-8-187 16,-6 4-707-16,13-11-996 0</inkml:trace>
  <inkml:trace contextRef="#ctx0" brushRef="#br0" timeOffset="64253.24">11646 11353 2334 0,'0'0'789'16,"0"0"-321"-16,-5 69-143 0,5-34 26 0,0 7-10 0,0 3-21 15,0 4-103-15,-1-3-111 0,-4 1-42 0,-2 0-64 16,-1 0 0 0,-1-4-119-16,-4 0-110 0,-1-1-130 0,3-11-217 15,-7 11-956-15</inkml:trace>
  <inkml:trace contextRef="#ctx0" brushRef="#br0" timeOffset="69123.112">14800 1392 1175 0,'0'0'2035'0,"0"0"-1521"16,0 0-225-16,0 0-53 0,0 0-16 0,0 0-25 16,0 0-33-16,0 0-39 0,0 0-43 0,0 0-50 31,-10-11 10-31,32 24 24 0,5 4 15 0,5 5-21 0,4 1 6 0,0 3-25 16,0-1-14-16,3 1-10 0,-5-1-13 15,2-1-4-15,-4-4-11 16,-2-2-30-16,-5-3 22 0,-5-1 3 15,-3-5-7-15,-8 2 10 0,-3-3-6 16,-5 3-13-16,-1 6 16 0,-13 5 18 0,-13 8 30 16,-8 7-30-16,-10 7-30 0,-12 3 9 15,-4 3-22-15,-4 3-55 0,-1-1-18 16,-2-1-65-16,1 2-146 0,4-3-251 16,15-14-556-16,-13 11-410 0</inkml:trace>
  <inkml:trace contextRef="#ctx0" brushRef="#br0" timeOffset="71437.964">14871 10916 2338 0,'0'0'699'0,"0"0"-514"0,0 0-79 15,0 0-17-15,0 0 82 0,0 0 116 16,0 0-1-16,0 0-31 0,0 0-57 16,0 0 18-16,99 28-8 0,-34-21-56 15,10-2-69-15,6-4-4 0,4-1-46 0,1 0 0 16,-5-2-33-16,-3-3-33 15,-10-1-67-15,-8 1-10 0,-10 0-67 16,-15 3-41-16,-12-2-102 0,-16 4-246 0,-8 0-425 16,-10 0-92-16,-30 6-99 0</inkml:trace>
  <inkml:trace contextRef="#ctx0" brushRef="#br0" timeOffset="71606.896">15068 11069 42 0,'-76'18'1369'0,"40"-11"72"0,-3 0-1012 15,7 3-92-15,4-3-69 0,14-2-32 16,14 0-24-16,3 2-39 0,20 1 0 15,13-1-1-15,15 0-34 0,14-2-34 16,8-2-43-16,9-3-61 0,1-7-12 16,-1-4-16-16,-8-4-91 0,-9-2-120 0,-10 1-48 15,-12-4-165-15,-14 6-600 0,-10-10-1086 0</inkml:trace>
  <inkml:trace contextRef="#ctx0" brushRef="#br0" timeOffset="71814.434">15447 10624 2433 0,'0'0'589'15,"0"0"-375"-15,98 27-77 0,-53-10 139 16,5 1-48-16,2 1-36 0,-3 4-17 16,-1 2-54-16,-2-2-50 0,-3 8-24 15,-7-1-47-15,-6 1-16 0,-11 2-6 0,-6 5-18 16,-11-2-62-16,-7 6-73 0,-15 0-1 15,-12 0-25-15,-7 4 1 0,-9-1 7 0,-3 0-63 16,-4 0-136-16,2-5-131 0,12-9-270 16,-13 5-601-16</inkml:trace>
  <inkml:trace contextRef="#ctx0" brushRef="#br0" timeOffset="72307.193">17828 9951 635 0,'0'0'1628'0,"0"0"-1146"15,0 0-110-15,0 0-59 0,0 0-3 16,0 0-15-16,0 0-84 0,0 0-50 16,0 0 43-16,-26 114-84 0,5-48 0 0,-8 9-31 15,-7 8 0-15,-3 7 11 16,-5 0-11-16,-3-1-38 0,-3-3-32 16,3-6-19-16,1-10-78 0,7-10 32 15,6-11-30-15,7-13 21 0,10-13 0 0,6-10 0 16,6-7-41-16,4-6-63 0,3-9-88 0,11-12-257 15,9-12-489-15,-2 4-162 16,22-32-286-16</inkml:trace>
  <inkml:trace contextRef="#ctx0" brushRef="#br0" timeOffset="72574.41">17742 10068 1083 0,'0'0'1853'16,"0"0"-1459"-16,0 0-35 0,0 0-158 0,0 0-27 15,0 0-28-15,0 0-62 16,0 0 25-16,0 0 18 0,80 41-1 0,-58-1-3 15,-2 8-9-15,-1 6-28 0,-5 7-10 16,-3 1-12-16,-2-3 6 0,-4 1-24 16,-1-10-28-16,0-5-6 0,1-9-10 15,2-10 0-15,-1-8 17 0,-1-8-1 16,1-4 6-16,0-4 25 0,4-2 9 0,0-7 45 16,7-10 18-1,4-13-64-15,5-8-57 0,2-9 0 0,1-12-54 16,0-3-25-16,-2-2-3 15,-5-4-42-15,0 3-4 0,-2 2-30 0,-6 6-29 16,2 12-92-16,-6 10-99 0,0 12-162 0,-1 10-180 16,-3 8-423-16,-5 5-450 0</inkml:trace>
  <inkml:trace contextRef="#ctx0" brushRef="#br0" timeOffset="73106.24">18360 10393 1785 0,'0'0'749'15,"0"0"-241"-15,0 0-201 0,-4 71-113 0,-5-31-4 16,-3 5 58-16,1 5 0 0,-2 1-24 0,-2-1-73 15,2 3-49 1,1 1 8-16,1 3-30 0,0-3-31 16,-1-3-37-16,4-8-12 0,3-7-23 15,2-8-38-15,3-8 11 16,0-9-29-16,3-6-14 0,5-5 13 0,5-5-16 0,5-7-43 16,7-10-39-16,3-6-142 0,1-5-107 0,3-3-104 15,-2 0 76-15,-1 2 99 0,-4-2 15 16,-1 0-46-16,-4 2 6 0,-5 2 325 15,-4 5 56-15,-5 5 346 0,-4 8 73 16,-2 4 133-16,-3 6-25 0,-9 1-78 16,-4 3-255-16,-7 2-127 15,-3 4-67-15,-4 5 1 0,-2 6 0 16,1-1 47-16,-1 3-19 0,6 2 28 0,3-1 9 16,3 2-6-16,4-1-13 0,3-2 19 15,4-1 38-15,6-1 48 0,3-5-34 16,0 1-21-16,3 2 2 0,9-3 19 0,2-1 8 15,7-1-18-15,4 1-34 0,3-3-28 16,3-4-22-16,0 2-24 0,0-5-27 0,0-1-7 16,-3 0-126-1,1 0-53-15,-3-6-92 0,1 1-189 0,-9 0-547 0,6-5-736 0</inkml:trace>
  <inkml:trace contextRef="#ctx0" brushRef="#br0" timeOffset="73815.417">20059 10074 1820 0,'0'0'457'16,"0"0"82"-16,0 0-311 0,0 0-58 15,-110 94 136-15,63-54 35 0,-11 10-27 0,-7 11-99 16,-7 10-58-16,-8 7-52 0,-3 7 3 16,-5 8-4-16,-4 4-6 0,-6 3-58 15,-5 3-6 1,-3 4-19-16,-5 4 3 0,0 1-18 0,-2 3 0 0,3 0-33 16,5-3-1-16,5-8-3 0,9-6 7 15,8-10-7-15,12-7-3 0,11-11-3 16,8-10-15-16,14-8-13 0,11-8-3 15,7-12-83-15,11-7-33 0,5-10-86 0,4-11-73 16,4-4-263-16,4-4-386 0,12-23-749 0</inkml:trace>
  <inkml:trace contextRef="#ctx0" brushRef="#br0" timeOffset="74291.77">19214 11281 385 0,'0'0'2602'15,"0"0"-2158"-15,0 0-134 0,0 0-105 0,-14 93-1 0,5-49 45 16,-2 7-39-16,-5 8-31 0,1 9-32 16,-2 1-19-16,1 3-12 0,2-3-31 0,2 0-42 15,0-3-11 1,1-2-32-16,3-7-54 16,2-8-25-16,0-9-13 0,4-11-15 0,2-8-15 15,0-8-35-15,0-7-37 0,0-5-54 0,0-1-6 16,0-1 0-16,0-10-180 15,0-7-288-15,0-3-504 0,0 0-170 0</inkml:trace>
  <inkml:trace contextRef="#ctx0" brushRef="#br0" timeOffset="74807.247">19125 11450 2530 0,'0'0'450'0,"0"0"-155"0,0 0-98 15,0 0-4-15,0 0 6 0,0 0 96 16,0 0-77-16,47 92-54 0,-32-51-28 15,1 8 14-15,0 3 10 0,-1 1-44 0,1-3-46 16,0 0-36-16,2-9-7 0,-1-1-26 16,0-8 0-16,0-6 0 0,1-5 2 0,-1-4 0 15,-1-5 21-15,1-7-20 0,3-3-1 16,2-6 27-16,4-10-3 16,4-11-9-16,4-10-18 0,2-10-40 15,2-7-42-15,-2-6-25 0,0-3 3 16,-5-6 0-16,-3 1-12 0,-5-1-50 15,-7 0-29-15,-4 3-107 0,-6 4-164 0,-4 8-132 16,-2 7-146-16,0 16-599 16</inkml:trace>
  <inkml:trace contextRef="#ctx0" brushRef="#br0" timeOffset="75196.339">19775 11887 166 0,'0'0'2729'0,"0"0"-2329"0,-16 81-171 0,9-41-61 16,3 10 62-16,-1 1 49 0,2 4-49 16,2-3-45-16,1-3-74 0,0-5-71 15,4-7-30-15,5-6-10 0,2-6-107 16,1-9 27-16,2-6-25 0,-1-5-50 15,6-5-4-15,0-8-83 0,5-11-172 0,2-7-257 16,3-7-382-16,1-2-274 0,-8 7 1004 16</inkml:trace>
  <inkml:trace contextRef="#ctx0" brushRef="#br0" timeOffset="75389.863">20073 12000 1125 0,'0'0'1077'0,"0"0"-316"0,0 0-479 0,-103 22-193 0,68-7-38 0,1 1 54 16,0 2 104-16,6 0-1 0,2 0-89 15,7 0-65-15,6-3-22 0,6-1-32 16,5-2 0-16,2 4-13 0,5-2 13 16,6-1 69-16,3 3 18 0,1-2-9 15,5-2-4-15,2-1-30 0,0-3-44 16,2-3-25-16,0-1-106 0,1-4-49 16,1 0-116-16,-1-7-202 0,-3-3-677 15,-5 0-570-15,6-8 1370 0</inkml:trace>
  <inkml:trace contextRef="#ctx0" brushRef="#br0" timeOffset="75549.373">20252 12085 1896 0,'0'0'2056'16,"0"0"-1553"-16,0 0-247 0,0 0 44 0,0 0-108 15,0 0-82-15,82 54-16 0,-56-54-94 16,4-5-45-16,2-11-120 0,4-3-67 15,0-7-152-15,-1-1-583 0,-11 6-619 0,4-9-442 0</inkml:trace>
  <inkml:trace contextRef="#ctx0" brushRef="#br0" timeOffset="75717.932">20697 11790 1706 0,'0'0'727'15,"0"0"-67"-15,0 0-450 0,-25 71-114 0,16-39 60 16,1 4 197-16,-3 3 7 15,2 3-62-15,1 0-153 0,-1 0-87 0,1-1-39 0,0-3-19 16,2-2-160-16,-1-1-100 16,2-2-49-16,2-2-72 0,1-3-758 0,-1-7-1058 15,0 5 1969-15</inkml:trace>
  <inkml:trace contextRef="#ctx0" brushRef="#br0" timeOffset="82823.487">22301 10733 418 0,'0'0'760'0,"0"0"481"0,0 0-838 16,0 0-211-16,0 0-54 0,107-78-52 15,-73 54 131-15,0-4-33 0,0 3-86 16,-3 1-26-16,-3 7-40 0,-5 2-7 0,-2 5 35 15,-4 5 43-15,-4 5 8 0,0 0 4 16,-2 4-65-16,-2 6-13 0,1 4-6 0,-1 4 31 16,-3 1-9-16,1 5 27 0,1-1 31 15,-2-1-59-15,4-1-36 16,1-2 17-16,4-3 4 16,4-3-12-16,1-1 2 0,5-5-14 0,3-2-1 15,3-2-11-15,0-3 11 0,1 0-12 16,1-6-46-16,-1-3-27 0,0-4-26 15,-3 0-43-15,-1-2-90 0,-5 1-84 0,-4 0-166 16,-3 0-183-16,-9 6-369 0,-2 1-433 16,-7 1 1382-16</inkml:trace>
  <inkml:trace contextRef="#ctx0" brushRef="#br0" timeOffset="83027.447">22490 10950 466 0,'0'0'2424'16,"0"0"-1944"-16,0 0-191 16,0 0-6-16,0 0 78 0,0 0-27 15,0 0-67-15,90 26-80 0,-47-21-90 0,1-5-54 16,5 0-28-16,1-5-15 16,1 1-24-16,-4-3-13 0,1 0-69 0,-4 4-60 0,0-1-45 15,-5 3-64-15,-3 0-225 0,1 1-535 16,-15 0-778-16,10 1 734 0</inkml:trace>
  <inkml:trace contextRef="#ctx0" brushRef="#br0" timeOffset="83677.099">24260 10049 326 0,'0'0'1982'16,"0"0"-1415"-16,0 0-118 0,0 0-110 0,-5 89-77 15,-3-46 58-15,-1 10-41 0,-1 7-45 16,-3 6-44-16,-1 2-43 0,-3 4-13 16,-2 0-15-16,-3 0-34 15,-1-2-19-15,0-2-32 0,-2-3-13 0,5-6-21 16,0-8-2-16,7-5-25 0,6-13-1 16,2-9-81-16,3-6 12 0,2-6-22 0,0-7-40 15,0-4-31-15,4-1-74 0,3-6-143 16,4-8-236-16,3-9-170 0,3-4-819 15,-1 4 915-15</inkml:trace>
  <inkml:trace contextRef="#ctx0" brushRef="#br0" timeOffset="83896.795">24466 10249 629 0,'0'0'538'16,"0"0"742"-16,0 0-835 0,-9 69-68 0,1-27-103 15,-4 11 45-15,-1 9 11 0,2 7-57 16,-5 6-26-16,1 2-69 0,0-1-83 0,-1 1-40 16,-4-5-15-16,0-2-19 15,1-4-10-15,-3-8-11 0,3-5-15 16,3-12-80-16,6-6-30 0,3-11 20 16,4-10-21-16,3-5-37 0,0-7-20 15,0-2-74-15,5-7-209 0,3-9-285 0,-1-4-435 16,1 2-350-16,6-22 1465 15</inkml:trace>
  <inkml:trace contextRef="#ctx0" brushRef="#br0" timeOffset="84257.092">24494 10313 108 0,'0'0'1631'16,"0"0"-908"-16,0 0-304 0,0 0-115 0,0 0 37 0,0 0-13 15,0 0-35-15,92 24-94 0,-69-7-106 0,0 3-31 16,0 1-13-16,-6 1-8 0,0 2-17 16,-2 0-21-16,-5 3 0 0,-2-1-3 15,-8 2-16-15,0 1-21 0,-11 2-3 16,-8 1 9-16,-7 4-43 0,-5 0 15 16,-3-1 28-16,-2 0 3 0,5-4 25 15,3-5-11-15,8-7 14 0,6-4 16 16,5-4 18-16,3-4-21 0,6 0-13 15,0 0 0-15,0 2 74 0,9 5-22 16,7 4 10-16,2 2-16 0,7 0-9 0,4 2-6 16,4 1-18-16,4 1-12 0,2-5-1 0,0 0 0 15,0-3-105 1,0-2 15-16,-1-3-34 0,-2 0-38 16,-2-5-130-16,-2-2-207 0,-2-3-480 15,-7-1-526-15,7-1 781 0</inkml:trace>
  <inkml:trace contextRef="#ctx0" brushRef="#br0" timeOffset="85118.718">25327 9106 2555 0,'0'0'573'0,"0"0"-188"0,0 0-113 15,0 0-11-15,0 0 45 0,0 0-55 16,33 86-33-16,-25-49-52 0,-2 6-47 16,-2 9-25-16,-4 3-11 0,0 4-13 0,0-1-4 15,-7 0-20-15,-4-1-26 16,-2-3-20-16,-2-1-12 0,-1-6-9 0,-1 0 9 15,3-9 9-15,2-3-22 0,1-5 1 0,2-5-22 16,2-3-17-16,1-6-1 0,2-5-9 16,1-1-1-16,1-8-20 15,2 1-32-15,0-3-34 0,0 0 3 16,0-3 2-16,3-2 28 0,4-5 49 16,3-8 12-16,1-6-157 0,3-4 50 0,0-4 11 15,4-3 70-15,-4 0 92 0,3 2 0 0,-1 1 13 16,-2 5 25-16,3 4 89 15,-2 6-20-15,1 5 10 0,1 4-8 16,-3 6-1-16,1 2-5 0,-2 0-6 0,-3 5-14 16,-1 4-11-16,-5 2-4 0,-1 1 0 15,-3 1-31-15,0 2-22 16,-6 3-15-16,-4-1-10 0,-3 1 9 16,0-2-1-16,1-1-20 0,0 0-15 0,3-7-28 15,2 2 16-15,4-3 30 0,2-5 7 16,1 4 12-16,0 1 16 0,4 3 37 15,7 1 12-15,-2 1 6 0,4-1-6 0,5 1-16 16,2 0-15-16,1 2 0 16,7-2-1-16,2 2-30 0,5 0 10 0,3-1-13 15,1-4-62-15,3 2-55 0,1-4-65 16,1 1-66-16,-4-1-198 0,-1-1-784 16,-14-3-994-16,3 3 2015 0</inkml:trace>
  <inkml:trace contextRef="#ctx0" brushRef="#br0" timeOffset="87808.041">25767 11215 623 0,'0'0'2167'0,"0"0"-1770"0,0 0-173 16,0 0-75-16,3 91 25 0,-1-61 90 16,-2 1-44-16,0-2-65 0,-2-3-87 15,-1-4-65-15,2-7-3 0,1-6-83 16,0-9-76-16,6 0-67 0,5-7-143 15,3-9-246-15,4-7-721 0,-4 4-242 16</inkml:trace>
  <inkml:trace contextRef="#ctx0" brushRef="#br0" timeOffset="87972.581">26368 10915 2073 0,'0'0'1407'0,"0"0"-1034"0,0 0-83 0,94 38-57 16,-54-29-16-16,4-4-82 16,0-5-135-16,7-3-92 0,2-8-149 0,-2-5-80 0,-3-5-327 15,-3-1-586-15,-14 4-612 16,-3-8 1797-16</inkml:trace>
  <inkml:trace contextRef="#ctx0" brushRef="#br0" timeOffset="88189.191">26616 10471 1072 0,'0'0'1285'0,"0"0"-653"16,0 0-258-16,20 86-120 0,-12-42-11 0,-3 12 105 15,-2 8-16-15,-3 7-92 0,-5 5-77 16,-10 2-50-16,-7 0-37 0,-3 1-45 15,-4-4-31-15,0-7-86 0,0-7-69 16,4-4-73-16,2-11-118 0,9-12-335 0,0 3-959 16</inkml:trace>
  <inkml:trace contextRef="#ctx0" brushRef="#br0" timeOffset="88905.986">23967 10362 59 0,'0'0'2033'16,"-24"69"-1522"-16,9-29-173 0,-6 14-79 16,-2 9-13-16,-5 5 7 0,-1 4-7 15,4 4-67-15,0 2-60 0,5 2-63 16,8-3-41-16,5-2-13 0,7-7-2 0,6-4-18 16,13-7-88-16,5-7-26 0,10-7-50 15,10-8-7-15,9-9-65 0,8-8-257 16,9-8-561-16,-15-8-733 0,42-11 1759 0</inkml:trace>
  <inkml:trace contextRef="#ctx0" brushRef="#br0" timeOffset="89250.27">28099 10399 1740 0,'0'0'1773'0,"0"0"-1362"0,12 82-138 15,-12-45-115-15,0 10 0 0,0 3 107 16,0 3-65-16,0 3-69 0,-5 3-94 0,-2 2-22 16,-4 2-15-1,-4 2-3-15,-5-1-19 0,-4-1-45 16,-4-1-27-16,-3-3-69 0,-6 0-65 0,-2-1-25 16,-8-2-233-16,-2-3-479 0,9-12-517 15,-22 11 223-15</inkml:trace>
  <inkml:trace contextRef="#ctx0" brushRef="#br0" timeOffset="97156.99">1746 14294 16 0,'0'0'2271'0,"0"0"-1915"16,0 0 298-16,0 0-276 15,0-67 22-15,2 59-157 0,-1 1-41 16,-1 6-17-16,0 0-35 0,1 1-21 0,-1 0-16 16,2 0-28-16,4 5-48 15,1 5-7-15,6 6 31 0,0 8 27 0,4 7 6 16,-2 6-39-16,-1 4-44 0,-1 5-11 0,1 4-2 15,-1 5 2-15,0 6-2 0,3 7 2 16,-3 7 0-16,1 4 0 0,-2 6 0 16,-2 1-13-16,-1-4 11 0,-3-4-59 15,-5-5 13-15,2-5 23 0,-2-9-2 16,1-11-25-16,-2-8-6 0,3-11-15 16,-2-10 0-16,-1-7-28 0,2-8-27 15,-2-2-13-15,0-2-41 0,0-3-69 16,0-8-109-16,-6-5-177 0,-4-6-232 0,-3 5-203 15,-10-21-251-15</inkml:trace>
  <inkml:trace contextRef="#ctx0" brushRef="#br0" timeOffset="97389.112">1817 15108 2088 0,'0'0'592'0,"0"0"-283"0,0 0-149 15,0 0 54-15,0 0 213 16,0 0-68-16,0 0-92 0,0 0-72 0,0 0-29 15,92-24 37-15,-59 23-84 0,5 1-37 16,2 0-24-16,3 0-18 0,-1 0-25 0,4 0-14 16,-1 0 11-16,1 0-10 15,-1 0 1-15,2-4-3 0,-2 2-15 16,-2-3 3-16,-1-1-40 0,-6 2-70 16,-3 0-31-16,-4 0-68 15,-3 2-44-15,-5-1-108 0,-3 3-185 0,-5 0-193 0,-3 0-497 16</inkml:trace>
  <inkml:trace contextRef="#ctx0" brushRef="#br0" timeOffset="97705.498">2673 14381 2602 0,'0'0'424'0,"0"0"-257"0,0 0-11 0,0 0 206 0,0 0-45 16,0 0-41-16,0 0-118 15,0 0-56-15,0 0 52 0,0 0-16 16,-10 87-31-16,15-43-27 0,3 10-28 16,-1 10-10-16,3 3-8 0,0 7 3 15,0 2 2-15,-1-1 22 0,2 2 118 0,-3-5-109 16,-1-2-70-16,0-2-23 0,0-5-1 0,-1-4 5 15,-2-7-11-15,2-6-19 0,0-7-5 16,1-3-53-16,3-10-9 0,-1-4-64 16,2-5-145-16,-2-6-128 0,1-8-196 15,-4-3-154-15,1-6-601 0</inkml:trace>
  <inkml:trace contextRef="#ctx0" brushRef="#br0" timeOffset="99063.976">3500 15000 2199 0,'0'0'649'0,"0"0"-233"0,0 0-111 0,0 0 42 15,0 0-27-15,0 0-50 0,0 0-60 16,0 0-38 0,98-1 2-16,-65-1-34 0,2 2-54 0,-1-4-38 15,1-1-23-15,-2 1-25 0,3-3-9 16,0 1-43-16,-1-3-30 0,-4 4-86 15,-2 0 12-15,-4 3-115 0,-8 2-116 16,-4 0-356-16,-7 0-618 0,-6 8-672 0</inkml:trace>
  <inkml:trace contextRef="#ctx0" brushRef="#br0" timeOffset="99256.472">3670 15199 734 0,'0'0'1982'0,"0"0"-1460"0,0 0-286 15,0 0-49-15,0 0 118 0,0 0 0 16,0 0-82-16,0 0-118 0,0 0-53 16,0 0-18-16,81 30-12 0,-45-40-7 0,0 0-15 15,0-1-12-15,0 3-44 0,-2-2-39 16,0 5-54-16,-3 4-226 16,1 1-278-16,-10 0-393 0,7 9-806 0</inkml:trace>
  <inkml:trace contextRef="#ctx0" brushRef="#br0" timeOffset="100206.644">6839 13699 1812 0,'0'0'713'15,"0"0"-394"-15,0 0-177 0,0 0 31 0,0 0 145 16,0 0-14-16,0 0-34 0,0 0-60 15,0 0-58-15,0 0-34 0,-16-26 5 16,14 26-6-16,0 0-22 0,1 0-27 16,-5 0-22-16,-1 0-46 0,-8 5-68 15,-2 6-2-15,-3 4 15 0,-2 7 21 16,-4 5 32-16,-3 5 2 0,-1 4 10 16,1 3 11-16,-1 4 22 0,1 4-3 15,-1 3-15-15,4 3 5 0,0 3 16 16,4 4-21-16,2 1-23 0,3 5-1 15,5 0 1-15,5 2 25 0,3 3-2 0,2 2 6 0,2 3-10 16,3 3-20-16,6 3 1 0,3 3 19 16,3 3 22-1,0-1-43-15,5 2-10 0,0-1 8 0,2-1-17 0,2 1 19 16,2-1 16-16,3 2-14 0,6 1 8 16,1 0-10-16,5-2-15 0,3-1 12 15,1-4-22-15,2-2 1 0,5 0-22 16,-3-3-15-16,1-3-22 0,-2-1-6 15,2-2-18-15,-5-1-29 0,1-3 3 16,3-3-56-16,-4-4-137 0,2-2-116 0,-1-5-130 16,-11-14-138-16,20 10-329 0</inkml:trace>
  <inkml:trace contextRef="#ctx0" brushRef="#br0" timeOffset="101208.411">16606 14155 1260 0,'0'0'0'15,"0"0"-1026"-15</inkml:trace>
  <inkml:trace contextRef="#ctx0" brushRef="#br0" timeOffset="102059.909">15806 13485 2096 0,'0'0'508'16,"0"0"-93"-16,0 0-175 0,0 0 40 0,73 73 26 16,-56-48-38-16,-2 3-72 0,0 5-66 15,3 4-28-15,1 1-9 0,1 8-1 0,3 1 6 16,-1 3-24-16,1 3-19 16,-1 3-16-16,-1 0-39 0,-3 2-1 15,-1 1-2-15,-3 3 0 0,1 0 1 16,-2 3 2-16,-2 3 1 0,1 2 1 0,-2 2 0 15,-3 4 13-15,-4 2-15 0,0-1 1 16,-3 3-1-16,0-1-12 0,-9-1 11 0,-1 0-18 16,-2 1-20-1,-5-1 2-15,-1-1 6 0,-3 1-9 0,-2 0-9 16,0-3-15-16,-4 1 18 0,2 0 21 16,-4-2 3-16,-1 0-21 0,-2-5-40 0,-1-3 2 15,-2-4-21-15,-3-4 18 0,3-3-35 16,-2-4 18-16,-1-2-46 0,1-5-55 15,2-5-55-15,2-7-136 0,0-7-232 0,10-11-180 16,-13-7-667-16</inkml:trace>
  <inkml:trace contextRef="#ctx0" brushRef="#br0" timeOffset="103177.598">5243 13652 1861 0,'0'0'266'0,"0"0"-117"0,0 0 3 16,0 0 563-16,0 0-244 0,0 0-159 15,0 0-148-15,0 0-43 0,0 0 134 0,0 0-57 16,-35 78-54-16,9-19-30 15,-3 10-59-15,-4 13 9 0,-3 4-28 0,1 4-36 16,-2 0-3-16,-2 0-24 0,6-5 9 16,3-5-4-16,5-11 10 15,6-8-25-15,8-13 1 0,4-13 2 16,7-10-9-16,0-9-12 0,7-9-19 0,4-4 3 16,5-3 43-16,6-3 7 15,5-7-78-15,5-5-28 0,3 2 12 0,1 0 12 16,2 3 66-16,-5 4 37 0,-2 6 3 15,-5 11-3-15,-6 10 0 0,-6 12 15 0,-6 9 17 16,-7 10-7-16,-1 6 37 16,0 7-6-16,-4 2 15 0,1 4 1 0,0 1-60 0,1 2 16 15,2 0 21 1,0 4 28-16,-1 4 0 0,-3 3 3 16,1 4-15-16,-1 0-65 0,-1 3-19 0,2 0-18 0,0-2-45 15,3-1-14-15,0 1 44 0,9-5-159 16,5 1-130-16,1-5-27 0,3-4-135 15,-3-21-182-15,12 22-136 16</inkml:trace>
  <inkml:trace contextRef="#ctx0" brushRef="#br0" timeOffset="104352.155">18331 13122 973 0,'0'0'361'0,"0"0"911"0,0 0-860 0,0 0-96 16,0 0-93-16,92-32 42 0,-69 29-10 0,2 2-37 15,-1 1-90-15,-2 0-57 0,0 5-9 16,-5 6 39-16,-4 3 13 0,-6 10-19 16,-5 8 13-16,-2 12 5 0,-11 11-43 15,-9 7-70-15,-6 9-9 0,-5 7-25 16,-7 4 4-16,1 1 11 16,-2 1-11-16,1-6 5 0,8-5 25 0,5-7-24 0,7-9-7 15,6-7 10-15,5-6 21 16,6-6 1-16,1-6 20 0,5-4-20 0,4-3-1 15,1 0-18-15,4-1-16 0,-1-1-6 16,2 1 13-16,1 3-7 0,2 5 34 16,1 3 0-16,1 6 18 0,2 7 22 0,-2 6 15 15,2 5 4-15,-1 7-4 0,-3 5-16 16,-3 3-14 0,-1 3-7-16,-6 2 22 0,-1 1 2 0,-5 3-20 15,-2 2-21-15,0-2 11 0,-5 4 0 0,-2 1 15 16,0 4 25-16,1 0-15 0,0 0-1 15,-1 0-23-15,2-2-13 16,0-4-2-16,2-4-16 0,0-4-24 0,3-7-19 16,-1-2-49-16,0-8-6 0,-1-5-37 0,2-9-53 15,0-11-137 1,-1-6-324-16,1-12-683 0,-3-12-875 0</inkml:trace>
  <inkml:trace contextRef="#ctx0" brushRef="#br0" timeOffset="106421.962">7322 13536 1319 0,'0'0'514'0,"0"0"595"16,0 0-764-16,0 0-84 0,0 0-36 0,29 69 87 16,-28-48-54-16,-1 2-88 0,0 4-46 15,0 4-53-15,0 2-53 16,-1 0 7-16,-1 5-23 0,-1 0-2 16,-2 0 9-16,2-1-21 0,0-2 9 15,0-5 3-15,0-5-40 0,3-9-16 16,0-6-86-16,0-4-53 0,0-5-68 0,2-1-171 15,1-3-217-15,0-1-575 0,1-9-329 0</inkml:trace>
  <inkml:trace contextRef="#ctx0" brushRef="#br0" timeOffset="107139.779">8463 14340 622 0,'0'0'749'0,"0"0"414"0,0 0-857 16,106 37-104-16,-75-25-106 15,0 2-41-15,-4-1-55 0,-4 4-39 16,0-3 1-16,-4 1-68 0,1 0-38 16,4-1-75-16,0 1-169 0,-6-5-284 0,17 4-35 0</inkml:trace>
  <inkml:trace contextRef="#ctx0" brushRef="#br0" timeOffset="107331.793">10034 14962 703 0,'0'0'294'15,"0"0"-180"-15,80 47 475 0,-50-29-73 16,3 2-70-16,4-2-80 0,-4-1-218 0,4-2-148 15,0-4-20-15,2-1-5 16,1-1-107-16,2-3-163 0,0 0-171 0,-8-2-323 16,13 2-412-16</inkml:trace>
  <inkml:trace contextRef="#ctx0" brushRef="#br0" timeOffset="107573.557">11033 15346 323 0,'0'0'332'0,"0"0"-126"0,95 53-82 16,-53-28-92-16,-2-1 30 0,-1 1-29 0,3-2 325 15,-3 0-85-15,1-1-263 0,-1 1-10 16,4-1 0-16,-2 0 58 0,3 1 88 0,0 0 26 16,3 0-49-16,2-1-35 0,2 3 9 15,2-1 22-15,-1 2 14 16,4-1-5-16,2 0-9 0,-1 1-3 0,4-2 21 16,-1 0-66-16,2-3-7 0,-1-2-64 15,-1-2-113-15,2-1-172 0,-3-3-66 16,-2 1-57-16,-2 0 19 0,-2 3-142 15,-4 2-10-15,-6 3 98 0,-1 1 443 16,-6 4 82-16,0 1 266 0,-5 1-103 0,-3-1-245 0,-8-6-39 16,8 5-303-1</inkml:trace>
  <inkml:trace contextRef="#ctx0" brushRef="#br0" timeOffset="107765.751">13313 16467 215 0,'0'0'1952'0,"0"0"-1351"0,0 0-459 0,92 21-139 16,-63-17 10-16,1 0 64 0,-2 0 86 16,-2 0-163-16,-4-2-48 0,0 0-71 15,0 0-31-15,-1 2-2 0,1 0-22 0,1 0 51 16,0 0-26 0,-1-1-146-16,-2-2-222 0,-4-1-521 0,5 0 1038 0</inkml:trace>
  <inkml:trace contextRef="#ctx0" brushRef="#br0" timeOffset="108025.127">14323 16137 1049 0,'0'0'2063'0,"0"0"-1728"0,0 0-272 0,0 0-34 15,-9 68 50-15,-3-42 126 0,-1 4 110 0,-2 2-98 16,-1 2-37-16,1 4-4 0,0 1-4 16,3 3-68-16,-2 3-31 0,4 1-3 0,1 3-30 15,2-1-3-15,4-1-22 0,3-2-15 16,0-4-37 0,3-3-51-16,4-5-22 0,-1-2-62 0,1-2-12 15,2-4 14-15,-2-6 52 0,-1-3-125 0,-3-7-331 16,-3-3-749-16</inkml:trace>
  <inkml:trace contextRef="#ctx0" brushRef="#br0" timeOffset="110767.728">8750 13368 98 0,'0'0'231'0,"0"0"105"0,0 0-303 16,0 0-33-16,0 0 81 0,0 0 493 16,0 0-60-16,0 0-122 0,0 0-111 15,0 0-4-15,0-23-32 0,2 17-50 16,-1-2-20-16,2-1-58 0,-3-1-22 0,0 0-6 15,0-2-4-15,0 2-3 0,0 2 24 16,-3 1-1-16,0 2-3 0,-3 0 17 0,2 0-26 16,-2 1-28-1,-1-1-7-15,1 3-8 0,1 0-29 0,-1 1 7 16,0 1-16-16,-1 0 22 16,1 1-12-16,-1 5-20 0,0 4 1 15,-2 2 12-15,2 6 7 0,1 2-1 0,0 10 25 16,-1 1-9-16,2 8-3 0,0-1 6 15,2 1-16-15,2-1 22 0,-1-5 3 0,2-6-9 16,0-5-1-16,2-7-11 0,2-4-28 16,2-8-10-16,5-3-30 0,-1 0-18 15,5-10 6-15,1-6-61 0,2-5-41 16,0-3-27-16,-1-5-42 0,-1 0-36 16,0 0-28-16,-2 1 63 0,-2 5-15 15,-4 2 115-15,0 5 41 0,-4 2 83 16,0 3 41-16,-3 5 46 0,-1 0 15 0,0 5 19 0,0 1 2 15,0 0-21-15,0 0 27 16,0 7-32-16,3 5 22 0,0 4 67 0,2 3-9 16,-1 3-29-1,0 1-37-15,2 2 22 0,1-1-26 16,-1-2-30-16,0-1-10 0,-2-5-52 0,1-3-15 0,-2-6-46 16,-2-2-67-16,3-5-71 0,-1 0-35 15,-2 0-85-15,1-5-234 0,-1-1-496 16,2-7-519-16</inkml:trace>
  <inkml:trace contextRef="#ctx0" brushRef="#br0" timeOffset="110953.009">9105 13407 368 0,'0'0'503'16,"0"0"764"-16,0 0-769 0,0 0-61 0,0 0 3 15,0 0-7-15,34 65-30 0,-29-43-115 16,-2 2-82-16,-2-1-87 0,0 1-85 15,1-2-34-15,-2-2-49 0,3-5-9 0,0-1-96 16,1-4-80-16,3-6-111 0,0-4-266 0,1 0-508 16,9-14-603-16</inkml:trace>
  <inkml:trace contextRef="#ctx0" brushRef="#br0" timeOffset="111197.467">9557 13310 912 0,'0'0'182'16,"0"0"1016"-16,0 0-585 0,0 0-136 16,0 0-128-16,0 0-25 0,0 0 9 15,94 21-85-15,-74-21-94 0,2 0-75 16,0-4-42-16,-1-1-10 0,2-3-27 15,0-3-52-15,-4 3-31 0,1-3-89 0,0 1-70 16,-1 0-78-16,0-1-268 0,0-1-490 16,-5 4-461-16,7-5 983 0</inkml:trace>
  <inkml:trace contextRef="#ctx0" brushRef="#br0" timeOffset="111355.443">10203 13182 825 0,'0'0'3'16,"0"0"88"-16,0 0 613 0,0 0-107 0,86 0-170 15,-61 0-54-15,-2 0-31 0,0 0-44 16,0 0-36-16,0 0-89 0,-1 0-108 16,-3 0-65-16,2-4-12 0,-1 1-63 15,2-1-76-15,4-2-120 0,0-1-111 0,4-4-276 16,-7 4-754-16</inkml:trace>
  <inkml:trace contextRef="#ctx0" brushRef="#br0" timeOffset="111494.607">10984 13078 615 0,'0'0'219'0,"0"0"-125"0,0 0 1204 16,0 0-695-16,0 0-199 0,0 0-51 16,0 0-75-16,0 0-61 0,79 27-48 0,-67-27-54 15,1 0-100-15,5-2-15 0,0-4-84 16,3-2-102-16,2-1-114 0,2-2-127 16,-3 4-259-1,12-6-581-15</inkml:trace>
  <inkml:trace contextRef="#ctx0" brushRef="#br0" timeOffset="111956.736">11823 12906 691 0,'0'0'1820'15,"0"0"-1452"-15,0 0-189 0,0 0-12 0,0 0 179 16,0 0 45-16,-81-29-59 0,61 33-121 0,-3 9-69 16,-3 7 0-16,-3 7 51 0,0 4 8 15,0 9-24-15,1 0-16 0,0 2-25 16,2-2-36 0,5-3-37-16,5-3-26 0,6-9-1 0,7-5 0 0,3-9-15 15,4-4-21-15,9-7-57 16,7 0-10-16,3-7-42 0,6-7-27 0,4-6-18 15,3-6-38-15,-1-5-61 0,3-3-134 16,-3 1-110-16,-3-1-14 0,-6 5 5 0,-1 3 127 16,-5 1 149-16,-6 2 117 0,-1 5 113 15,-6 2 59-15,-1 3 167 16,-1 5 70-16,-4 5-8 0,1 3-43 16,0 0-48-16,-1 3 23 0,4 6 4 15,-1 4 25-15,1 4-2 0,-1 2-47 16,2 3-28-16,1 5-1 0,1-1-28 0,3-1-37 15,4 2-39-15,0-3-18 0,4-3-49 0,0 0-35 16,1-3-80-16,0-4-56 16,-3-2-33-16,0-4-54 0,-1-2-171 15,-4-1-291-15,1-2-783 0</inkml:trace>
  <inkml:trace contextRef="#ctx0" brushRef="#br0" timeOffset="113232.466">12476 13091 953 0,'0'0'65'15,"0"0"1281"-15,0 0-866 16,0 0-76-16,0 0-127 0,0 0-37 0,0 0 5 16,0 0 19-16,0 0-13 0,0 0-106 15,69 89-22-15,-68-59-19 0,-1 1-15 16,0-1-25-16,0-4-6 0,-1-2-15 0,-1-5-40 15,2-4-3-15,0-4-16 16,0-5-17-16,0-3-1 0,0-2 4 16,3-1-7-16,0 0-6 0,1-1-39 15,-1-5-17-15,3-4 23 0,4-3-5 0,3-5 32 16,0-1 3-16,1-1 6 0,-2-3-22 16,0 3 3-16,0 1 44 15,-1 0 15-15,-3 5 22 0,2 3-6 0,-1 3-13 0,-2 2 43 16,1 3 7-16,0 3-7 0,-1 0 0 15,2 6 10-15,0 5-1 0,1 2-12 16,-2 3-24-16,3 4 12 16,1 1-28-16,-3 0 24 0,1 2-27 0,-1-1-11 15,-4-2-29-15,1-2-68 0,-3-3-129 16,2-2-141-16,-1-4-202 16,4-3-783-16</inkml:trace>
  <inkml:trace contextRef="#ctx0" brushRef="#br0" timeOffset="115006.427">14369 12641 646 0,'0'0'78'16,"0"0"-78"-16,0 0 1321 0,0 0-852 15,0 0-114-15,0 0-66 0,0 0-69 0,0 0-8 16,0 0 35-16,26-67-17 0,-26 62-65 16,0 0-34-16,0 2-26 0,-1 0-18 15,-2 3-4-15,0 0 3 0,-1 0 9 16,-1 2-3-16,-2 3-6 0,-3 2-28 16,0 0 101-16,0 4-68 0,-4 2-33 15,-3 6-13-15,-1 4-26 0,-2 4-4 16,1 4 27-16,-1 1-8 0,4-1-13 15,0 0 3-15,6-5 6 0,3-2-2 0,1-3 8 16,6-6-15-16,0 0-18 0,6-3-3 16,5-2-3-16,5 1-27 0,4-1-3 0,3-1-19 15,3-4 16 1,3-1-19-16,1-4-30 0,2 0-30 16,3-6-26-16,-1-4-42 0,2-1-22 15,-4-3-135-15,-7 2-337 0,9-8-913 0</inkml:trace>
  <inkml:trace contextRef="#ctx0" brushRef="#br0" timeOffset="116652.81">14303 13496 170 0,'0'0'71'0,"0"0"275"0,0 0 9 15,0 0 769-15,0 0-700 0,0 0-89 0,0 0-75 0,0 0-30 16,0 0 2-16,0 0 24 15,0 0 40-15,50-21-81 0,-44 24-41 16,-3 3-11-16,0 0-24 0,3 4-41 16,-2 1-9-16,0 5 2 0,-1 7 7 15,0 2-22-15,-3 5-33 0,0 4-21 16,0 0-20-16,-3 2-3 0,-3-2 2 16,-1 0-2-16,-1-3-22 0,0-2-8 15,3-5 13-15,0-3 0 0,2-5-7 0,0-4-14 16,3-6-13-16,0-3-25 0,0-1-11 15,0-2 11-15,0 0 19 0,0-2 6 0,0-2 3 16,5-1-10-16,-1-3 34 0,1-1 13 16,2-2 9-16,0 1 2 0,1-2-18 15,3 3-8-15,-1-1-1 16,1 6 15-16,1-1 12 0,1 2-29 16,0 1 17-16,-2 2 1 0,4 0 12 15,-4 0 15-15,-2 0 13 0,1 6-3 0,-4 0-13 16,-2 3 16-16,-1 1 18 0,-1 1 19 15,-2 0-31-15,0 0 3 0,0 1 3 16,-6 1-7-16,-2-1 7 0,0 0-6 16,-2-2-6-16,0 0-4 0,-1-2-3 0,-1-2-2 15,1 0-9-15,0-3-10 16,1-2-40-16,-2 1-3 0,-1-2-3 16,0 0-9-16,-1-2-31 0,1-2-65 15,1-2 6-15,0 0-122 0,1 0-133 0,3-1-123 16,-1 0-29-16,6 3-420 0,0-3-366 0</inkml:trace>
  <inkml:trace contextRef="#ctx0" brushRef="#br0" timeOffset="116871.967">14819 13894 673 0,'0'0'342'15,"0"0"1437"-15,0 0-1225 0,0 0-205 0,0 0-69 16,13 74 8-16,-13-55-33 0,0 1-83 16,0 0-102-16,0 0-70 0,0-1-37 15,0 1-46-15,0-2-74 0,0 3-98 0,0 0-100 16,-4-6-339-16,-4 6-719 0</inkml:trace>
  <inkml:trace contextRef="#ctx0" brushRef="#br0" timeOffset="117156.609">14636 14564 950 0,'0'0'1327'15,"0"0"-823"-15,0 0-276 0,0 0-42 0,0 0 97 16,0 0 8-16,0 0-74 16,1 76-87-16,-2-64-112 0,1 0-18 15,-1 0-78-15,-2-2-95 0,0 1-95 0,-2 1-245 16,2-5-722-16,-4 6-594 0</inkml:trace>
  <inkml:trace contextRef="#ctx0" brushRef="#br0" timeOffset="117322.607">14604 14871 887 0,'0'0'29'16,"0"0"1617"-16,0 0-1327 0,0 0-184 0,0 0 28 16,0 0 50-16,22 72 16 0,-16-54-43 0,1-2-63 15,0 4-38-15,0-1 6 0,-1 5-16 16,-2 1-16-16,-1-1-24 0,-3 3-4 15,0 0-31-15,0 1-42 0,0-3-54 0,0 0-74 16,-1-5-60-16,-4 1-77 16,1 0-172-16,0-6-512 0,-2 5-510 0</inkml:trace>
  <inkml:trace contextRef="#ctx0" brushRef="#br0" timeOffset="117855.793">14457 15510 91 0,'0'0'2869'0,"0"0"-2396"0,0 0-324 15,0 0-22-15,0 0 30 0,0 0 157 16,23 67 6-16,-17-46-129 0,0 2-102 0,-5-1-46 16,3 3 7-16,-4 0-27 0,2-2-23 0,-2 0-3 15,0-2-55-15,0-2-25 0,-3-2-6 16,-4-3 2-16,3-2 7 0,-1-5 12 16,1 0-7-16,1-5 20 0,2-2 14 15,1-1 7-15,0-6-4 0,0-1-12 16,1-2-3-16,5 0 30 0,0 2 23 15,2 1 57-15,2-1-10 0,-2 4-16 16,0 2 3-16,4 0 19 0,-4 2 6 16,1 2-28-16,2 2-31 0,-2 2-1 15,0 0-23-15,-1 1 24 16,1 2 13-16,-2 0 11 0,1 0 1 16,0 1 15-16,-1-1 10 0,-2 1 2 0,-1-1-18 15,-2 2 3-15,-1-2-21 0,-1 3-4 16,0-3-9-16,0 3-3 0,0-2 0 15,-3-1-21-15,-4 0 19 0,-1-3-1 0,-1-2 3 16,-2 0 9-16,0 1-9 0,-3-4-1 16,-1 2-2-16,-2-3-25 0,-1 0-37 0,-2-3-71 15,3-5-22 1,1-1-53-16,0-3-112 0,6 2-224 0,4-1-255 0,1-6-658 0</inkml:trace>
  <inkml:trace contextRef="#ctx0" brushRef="#br0" timeOffset="118442.341">14773 15756 378 0,'0'0'2182'16,"0"0"-1697"-16,0 0-296 0,0 0-55 16,0 0-13-16,10 68 34 0,-9-56 41 15,-1 0-74-15,3-2-81 0,-1-1-28 16,1 0 12-16,0-2 38 0,-2 1 9 15,3 0-3-15,-4-2-20 0,3 1-11 0,-2 0-10 16,-1 0-4-16,0-2-2 0,0-1 6 16,0-2 12-16,0-1 7 0,0-1-10 15,0 0-6-15,0 0-28 0,0 0-3 16,2 0-3-16,-2 0-25 0,0 0 9 16,1 0-21-16,-1 0-6 0,0 0-7 15,0 0 0-15,0 0-6 0,0 0 6 0,0 0 19 16,0 0 22-16,0 0 12 0,0 0 21 15,0 0-2-15,0 0-16 0,0 0-1 16,0 0-2-16,0-1-22 0,2 0-15 16,-2-2-22-16,1 1-7 0,1 1-13 15,-2 0 0-15,1-1 16 0,-1 2 22 16,0 0 16-16,0 0 0 0,2 0 6 0,-2 0 0 16,1 0 19-16,-1 0 20 0,0 0 34 15,0 0-4-15,0 0-18 0,3-1-32 16,0-2-29-16,3-3 27 0,2-2-20 15,1 1-9-15,0-2-17 0,3-1-5 16,0 4 24-16,2 0 29 0,2 2 17 0,-4 2 90 16,4 1 82-16,-5 1-59 0,1 0-115 15,-4 0 1 1,-2 3-16-16,0 1 56 0,-1 1 6 0,-2 0-34 16,0 5-3-16,0 1 16 0,0-1 5 15,-1 5 16-15,-1 1-6 0,1 0 3 0,-1 2-1 16,3 1-2-16,-2-2-1 0,-2-1-55 0,0-2-89 15,0-3 2-15,0-3-15 16,-2-2-56-16,1-3-73 0,-3-1-90 16,1-2-184-16,-2 0-221 0,-1 0-604 15</inkml:trace>
  <inkml:trace contextRef="#ctx0" brushRef="#br0" timeOffset="119322.73">12232 14528 874 0,'0'0'39'15,"0"0"1077"-15,0 0-563 0,0 0-35 0,0 0-177 16,0 0-147-16,-88-10 23 0,74 21-9 0,-3 3-17 16,0 7 23-16,2 6-50 0,0 8-54 15,3 5-8-15,4 8 23 0,5 4 34 16,3 2-22-16,0 5-45 0,8-2-13 16,4 0-16-16,0-4-14 0,7-6-31 15,1-7-15-15,4-7 18 0,5-8-19 16,4-6-2-16,2-10-16 0,4-7-47 0,0-2 11 15,1-12-18-15,1-6-18 16,-1-5 0-16,-1-6-40 0,-3-4 11 16,-3-3 1-16,-3-3 21 0,-4-2 12 0,-4 0-13 15,-5-4 19-15,-3 0-25 16,-6-4-1-16,-5-3 26 0,-3-4 30 0,-2-3 21 16,-10 0 24-16,-2 0 4 0,-3 4 13 15,-3 5 1-15,-3 8-16 0,1 7 84 0,-3 13 12 16,-3 6-15-16,-6 8-41 15,-6 8-6-15,-6 5-34 0,-13 15-46 0,-7 8-81 16,-11 12-104-16,-4 9-191 0,-3 11-262 16,19-10-323-16,-33 40-98 0</inkml:trace>
  <inkml:trace contextRef="#ctx0" brushRef="#br0" timeOffset="132756.788">19720 14491 2981 0,'0'0'622'0,"0"0"-373"0,0 0-192 16,26 93 15-16,-20-55 86 0,-4-1 156 16,-2 1-154-16,0-6-117 0,0-7-43 15,-2-7-30-15,2-7-17 0,0-7-27 16,0-4-71-16,0-4-114 16,2-9-157-16,-2-10-368 0,0-3-770 15,0 2 337-15,-11-23 1152 0</inkml:trace>
  <inkml:trace contextRef="#ctx0" brushRef="#br0" timeOffset="132902.018">19501 14007 2119 0,'0'0'1075'16,"0"0"-849"-16,0 0-29 0,0 0-96 0,0 0 60 16,91 0 112-16,-61 2-136 0,4 1-137 0,0-1-34 15,3-2-106-15,2 0-203 0,-10 0-341 16,17 2-912-16</inkml:trace>
  <inkml:trace contextRef="#ctx0" brushRef="#br0" timeOffset="133182.579">20174 14165 2779 0,'0'0'1045'0,"0"0"-913"0,0 0-79 0,0 0 105 16,0 0 230-1,-63 82-78-15,53-60-123 0,1 0-163 0,5 1-24 16,2-4-2-16,2 1 1 0,3-2 1 0,9-2 2 15,2 1-2-15,3 0 16 0,2-3-16 16,6 2 0-16,-1-1 0 0,2-1 0 16,0 0 18-16,-3 0-8 0,2-2-9 15,-4 1-1-15,-3-1 18 0,-3 1-17 0,-3-2-2 16,-4 3 0-16,-5-1 1 16,-3 3 22-16,0 2-9 0,-14 1-13 15,-2 1-27-15,-7 2-25 0,-4 1-31 16,-3-3-15-16,-1-3 6 0,0-4-9 0,0-5-65 0,1-6-129 15,1-2-277-15,3-12-672 0,7-1-908 16,-9-18 1862-16</inkml:trace>
  <inkml:trace contextRef="#ctx0" brushRef="#br0" timeOffset="133751.557">21848 14308 20 0,'0'0'2395'16,"0"0"-2111"-16,0 0-155 0,0 0 9 0,0 0 87 15,0 0 87-15,-96-36-12 16,75 40-71-16,-1 4-12 0,1 8-6 0,0 5-35 15,3 7-35-15,-3 4-27 0,7 3-13 16,0 5-3-16,5-3-19 0,3-5-49 16,5-5-30-16,1-8-30 0,1-7-4 15,9-5-11-15,3-6 17 0,3-1 13 0,4-12 0 0,3-6 12 16,2-6-28-16,2-5-21 16,-1-4 3-16,-1 1 0 0,-3 3 24 0,-3 4-15 15,-4 7 22-15,-4 5 3 0,-2 8-10 16,-1 4-6-16,-2 1 22 0,-1 7 9 15,-1 7 49-15,0 2 28 0,-1 4 6 16,0 3-28-16,1-2 6 16,1 3-30-16,0-3-9 0,1-3-22 15,5-2-21-15,3-7-43 0,3-3-4 16,6-5-15-16,6-1-89 0,3-7-56 0,2-4-15 16,-2-4-301-16,-6 3-667 0,7-7-921 0</inkml:trace>
  <inkml:trace contextRef="#ctx0" brushRef="#br0" timeOffset="134307.918">22924 14315 320 0,'0'0'26'16,"0"0"2299"-16,0 0-1841 0,0 0-117 0,0 0-108 15,-81-8 47-15,70 25-79 0,-1 8-84 16,0 6-78-16,-2 5-41 0,3 1 7 0,-1-1 19 15,4-3-29-15,3-7-21 0,2-6-28 16,3-9 4-16,0-7-5 0,9-4 29 16,4-2 0-16,3-10-2 0,4-5-44 15,0-8-1-15,3-3-18 0,0-1 0 0,-3 2 43 16,-2 5-9-16,-3 5-3 16,-3 9-22-16,1 3-28 0,-1 5 68 15,-1 6 16-15,-2 9 22 0,2 6-10 16,-3 4 41-16,0 6-31 0,-1 4 32 0,3 5-53 15,-1 3-1-15,2 4 53 0,1 4 49 16,-2 3-30-16,0 3-32 0,-3-2 9 16,-1-4 4-16,0-2-53 0,-3-5 0 0,-1-5 0 15,-2-2 20 1,0-1-18-16,-3-4 1 0,-6-4 10 0,-4-5 11 16,-4-6-21-16,-2-6 25 0,-3-6 0 0,-4-5-28 15,-3-6-28-15,-2-9-58 0,-4-8 18 16,0-5-49-16,-2-7-42 0,1-5-91 15,0-5-118-15,3-2-278 0,9 9-356 0,-2-18-636 16</inkml:trace>
  <inkml:trace contextRef="#ctx0" brushRef="#br0" timeOffset="134589.592">23183 14257 2312 0,'0'0'1113'0,"0"0"-938"0,0 0-49 0,0 0 44 0,85 20 151 16,-63-7 13-16,3-1-173 0,-1 5-103 16,-4 1-18-16,0 2-21 0,-4 1-19 15,-6 4-13-15,-5 2 13 0,-5 1 0 0,0 1 13 16,-11-2-11 0,-1-2 19-16,0-5 22 0,0-5 12 0,3-6 55 15,1-6 21-15,4-3-27 0,1-3-46 16,3-11-40-16,0-8-18 0,4-7-58 15,8-6 28-15,4-5 5 0,3-2-20 16,2 2 2-16,1 2-18 0,-1 8-15 0,-3 3-74 16,0 7-115-16,-2 3-172 0,0 3-186 15,-3 1-125-15,0 4-564 0,1 0-186 0</inkml:trace>
  <inkml:trace contextRef="#ctx0" brushRef="#br0" timeOffset="134887.79">23676 14296 1099 0,'0'0'2307'15,"0"0"-1920"-15,0 0-215 0,-13 85 98 16,8-58 164-16,2-7-103 0,3-2-151 16,0-6-162-16,7-6-18 0,6-5 0 15,3-1 0-15,2-4 19 16,5-8-3-16,1-3-16 0,0-4-49 16,0-3-30-16,-1 0-13 0,-4 0 19 15,0 0 18-15,-4 3 15 0,-4 1 15 0,-5 0 22 0,-3 3-34 16,-3-1 10-16,-2 4 25 15,-7 2 2-15,0 3 16 0,-2 7 27 16,0 0-12-16,-2 7 0 0,-2 4 21 0,0 7-4 16,0 3-17-16,-1 1 15 0,2 1-46 0,0-2 1 15,3-3-1-15,1-2-40 16,2-2-30-16,2-4-90 16,0-2-92-16,5-5-193 0,1-3-148 0,0-2-146 15,11-11-490-15,-1 1 31 0,12-15 1015 0</inkml:trace>
  <inkml:trace contextRef="#ctx0" brushRef="#br0" timeOffset="135190.454">24058 14175 2964 0,'0'0'676'0,"0"0"-330"0,0 0-42 0,0 0 6 16,-3 89-12-16,0-62-53 16,0-3-99-16,3-2-82 0,0-4-40 15,5-4-13-15,4-5-11 0,5-2-18 16,0-6-6-16,5-1 11 0,0-8-2 15,2-4-18-15,-1-4-40 0,0-1 6 16,0-2-4-16,-3-1 38 0,-3 0 17 0,3 1-8 0,-5 1-3 16,-2 2 23-16,-1 3-11 0,-4 3 15 15,-3 6 14 1,-1 4-12-16,-1 2 63 0,0 7 20 0,0 4 7 16,0 3-25-16,0 2-10 0,-3 4 7 15,-1-1 18-15,1-1 52 0,-1-2-65 0,4-4-69 16,0 0-30-16,0-7-28 0,0-2-5 15,6-4-10-15,-1-1-15 0,1-2-95 16,3-8-64-16,2-5-168 0,-3 3-602 16,6-14-536-16</inkml:trace>
  <inkml:trace contextRef="#ctx0" brushRef="#br0" timeOffset="135440.463">24581 14052 352 0,'0'0'2553'0,"0"0"-2006"0,0 0-325 0,0 0-14 15,0 0 143-15,17 88 2 0,-14-60 10 16,0 5-113-16,5 7-91 0,4 5-35 0,1 6 149 16,2 3 23-16,-1 4-155 15,-3 2-101-15,-2 3-40 0,-3 5-11 16,-3 4-20-16,-1 5-11 0,-2 0-9 0,0 0-27 16,-3-5-13-16,-5-8 3 0,0-10 22 15,-1-13-1-15,2-10 10 0,-3-12-28 16,3-9-27-16,-1-7-37 0,0-3-25 15,-1-11-70-15,1-7-129 0,3-8-9 16,-1-5-62-16,6-9-157 0,0-5-408 0,0 8-453 16,3-30 1055-16</inkml:trace>
  <inkml:trace contextRef="#ctx0" brushRef="#br0" timeOffset="135706.169">24740 14222 635 0,'0'0'58'0,"0"0"1563"0,0 0-1227 15,0 0-18-15,0 0-6 0,66-74-25 0,-47 59-97 16,1 2-128-16,0 1-52 0,3 0-27 16,0 2 12-16,0 4 2 0,-2 3-21 15,-1 3 10-15,-6 0-7 0,-2 3-34 16,-7 10 19-16,-2 2 15 0,-3 5 55 16,-1 5-36-16,-8 2 5 0,-4 3-21 15,-1 0 18-15,-5 1-15 0,0 0-9 0,-2 0-24 16,-4 0-10-16,-1-4-21 15,1-2-10-15,-2 2-27 0,3-5-43 0,2-1-16 16,2-5-44-16,6-2-87 0,3-2-142 0,3-1-251 31,5-3-563-31,3-2-434 0,0 1 1357 0</inkml:trace>
  <inkml:trace contextRef="#ctx0" brushRef="#br0" timeOffset="135852.111">25457 14586 130 0,'0'0'3338'0,"0"0"-2396"0,0 0-756 16,0 0-23-16,0 0-163 0,0 0-12 15,0 0-99-15,0 0-186 0,0 0-435 0,-92 3-1350 16</inkml:trace>
  <inkml:trace contextRef="#ctx0" brushRef="#br0" timeOffset="137257.977">26678 13820 72 0,'0'0'2300'0,"0"0"-1598"16,0 0-395-16,0 0-177 15,0 0 111-15,0 0 83 0,0 0-56 16,76 79-107-16,-67-45-96 0,-4 1-31 16,-5 4 0-16,0-2-34 0,0 2-17 15,-3-6-7-15,1-5 2 0,1-6-37 16,-1-5 22-16,2-7-6 0,0-5 9 15,0-4-13-15,0-1 4 0,6-5 15 0,1-7-41 16,5-5-33-16,2-7 16 0,2-2 42 0,1-4 32 16,2-2-23-16,-3 0 1 15,-2 1 2-15,-1 6 30 0,-3 4-26 16,-2 5 28-16,-6 6 38 0,1 6 6 0,-1 4-19 16,-1 0 53-16,2 8 32 0,2 6-13 15,-2 2-4-15,1 4-6 16,-2 3-15-16,1 0 36 0,-1-1-4 0,1-1 10 0,0-5-59 15,1-3-55-15,0-2-13 0,-1-6-21 16,3-2 7-16,-3-1 24 16,-2-2-16-16,1 0 7 0,-1 0-7 0,1 0-54 15,-1-2-20-15,2-1-31 0,1-2-56 16,-1-2-89-16,5-1-30 0,-2 2-98 16,0 0-225-16,2 3-395 15,-3 0-287-15,5 3 991 0</inkml:trace>
  <inkml:trace contextRef="#ctx0" brushRef="#br0" timeOffset="137848.898">27280 13872 734 0,'0'0'36'0,"0"0"1858"15,0 0-1313-15,0 0-121 0,0 0-148 0,-1 81-55 16,1-56 77-16,0 1-168 0,0-2-52 15,0 2-71-15,0-3-7 0,0-3-23 0,0-6-13 16,0-4-10-16,0-4-100 0,0-3-16 16,1-3 0-16,2-2 6 15,-1-7-116-15,-1-7-263 0,1 3-503 16,-2-16-516-16</inkml:trace>
  <inkml:trace contextRef="#ctx0" brushRef="#br0" timeOffset="138005.707">27131 13616 1375 0,'0'0'1261'0,"0"0"-795"0,0 0-121 16,0 0-76-1,0 0-24-15,0 0-28 0,0 0-55 0,0 0-88 16,0 0-52-16,0 0-22 0,88 21-90 0,-66-22-112 16,3-9-147-16,-5 0-280 15,6-11-750-15</inkml:trace>
  <inkml:trace contextRef="#ctx0" brushRef="#br0" timeOffset="138838.775">27787 13144 117 0,'0'0'594'0,"0"0"1399"0,0 0-1525 15,0 0-190-15,0 0-37 0,0 0 23 16,0 0-4 0,0 0-64-16,-29 92-75 0,21-45-13 0,3 9-13 15,-3 8 25-15,1 5 3 0,3 6-35 16,-2 0-24-16,2 2-30 0,-1-5-16 0,2-4-6 15,3-9-12-15,0-9-21 16,0-8-80-16,8-9-67 0,1-9-1 0,3-5-28 0,1-7-94 16,2-4-221-16,-4-3-475 15,9-5-701-15</inkml:trace>
  <inkml:trace contextRef="#ctx0" brushRef="#br0" timeOffset="139074.774">28030 13880 924 0,'0'0'1626'16,"0"0"-1320"-16,2 72-133 0,-2-34 153 15,0 9 156-15,0 5-34 0,0 6-163 0,0 3-128 16,0 3-71-16,0 3-21 0,0 5-19 16,0 1-10-16,0 3-36 0,-6 0-1 15,-2-4-63-15,1-6-43 16,-1-3-10-16,0-9 9 0,3-2 6 0,2-11 3 15,0-10-13-15,1-9-41 0,2-7-33 16,0-9-104-16,0-6-181 0,5-11-230 16,3-7-432-16,-2 0 44 0,5-21 877 0</inkml:trace>
  <inkml:trace contextRef="#ctx0" brushRef="#br0" timeOffset="139314.393">28034 13905 2511 0,'0'0'368'0,"0"0"-230"0,0 0 79 0,0 0 187 15,105-9-98-15,-73 11-111 16,-2 6-83-16,-4 2-59 0,-5 4-53 16,-4 3-11-16,-8 2 11 0,-9 5 13 0,0 4-11 15,-17 3-2-15,-5 4-19 0,-9 1-43 16,0 0-35-16,-4-3-13 0,2-3-50 15,7-8-64-15,6-5-49 0,10-11-18 16,7-6-36-16,4-12-249 0,14-12-558 16</inkml:trace>
  <inkml:trace contextRef="#ctx0" brushRef="#br0" timeOffset="139592.309">28451 13944 691 0,'0'0'1757'0,"0"0"-1245"0,0 0-116 0,-14 86-78 16,3-54 0-16,3 2-2 0,2-3-59 0,3-7-88 15,3-6-107-15,6-5-41 0,5-6-5 16,9-7-16-16,2 0-46 0,6-11-10 16,3-6-39-16,0-5-44 0,-3-6-19 15,0 0-16-15,-5-1 4 0,-6 5 22 16,-4 1 32-16,-7 2 27 0,-5 1 23 16,-1 2 66-16,-6 3 15 0,-6 4 96 15,0 4 62-15,-1 4-19 0,-1 3-62 16,-2 10-48-16,-2 4-19 0,1 3 15 15,-2 7 7-15,2-1-7 0,3-1-7 0,2-3-33 16,1-3-56-16,6-5-140 0,2-6-144 16,3-5-308-16,5-1-388 0,10-14-114 15,-1-1 335-15</inkml:trace>
  <inkml:trace contextRef="#ctx0" brushRef="#br0" timeOffset="139971.949">29157 13214 840 0,'0'0'56'16,"0"0"1660"-16,0 0-1336 0,0 0 7 16,3 77 31-16,-3-32-25 0,-5 8-46 15,2 9-76-15,-5 6-44 0,-1 6-35 0,1 6-37 16,-5 2-40-16,0 0-36 16,2-5-41-16,2-8-38 0,3-8-73 15,3-11-27-15,3-10 21 0,0-9 36 16,1-9-15-16,2-8-9 0,0-6-21 0,0-6-22 15,-1-2-19-15,-2-3-30 0,0-11-82 16,0-3-157-16,0-8 23 0,-3-5-89 16,-5-3-91-16,-3-6-96 0,-6 3-21 15,-6-4 242-15,-5 5 430 0,-3 1 270 0,-6 3 234 16,-2 5-107-16,6 5 49 0,4 6 21 16,9 5-20-16,10 5-55 15,4 4-96-15,6 1-103 0,0 0-94 0,12 3-74 16,10 6 61-16,9 1 41 0,11-1 36 15,10 3-32-15,6-7-57 0,-1-3-38 16,1-2-36-16,-5-2-22 0,-1-3-36 16,-7-7-86-16,-3 5-31 0,-6-4-32 15,-5 3-66-15,-5-2-186 0,-7 2-247 0,-5 0-751 16</inkml:trace>
  <inkml:trace contextRef="#ctx0" brushRef="#br0" timeOffset="140264.212">29329 13897 767 0,'0'0'740'15,"0"0"695"-15,0 0-1141 0,-16 69-17 0,18-52 71 16,12-6-22-16,6-3-77 0,8-5-107 16,9-3-74-16,6-5-62 0,6-6-6 15,2-6-34-15,2-3 3 0,-5-3-92 0,-6 0-63 16,-4 1 2 0,-11 0-27-16,-5 1-38 0,-8 4 7 15,-10 1 105-15,-4-1 137 0,-3 3 52 0,-11 2 113 16,0 1-26-16,-3 4 38 0,-2 6-26 0,0 1-21 15,-1 8-5-15,0 10-23 0,-3 7-8 16,0 7-11-16,-5 4 41 16,2 2 42-16,-1 0 0 0,1 1-23 0,3-5-63 15,4-5-80-15,5-6 0 0,6-7-95 16,5-7-3-16,3-4-27 0,3-4-26 16,9-1 31-16,7-8-35 0,5-8-109 15,7-7-291-15,4-4-521 0,-8 4-447 16</inkml:trace>
  <inkml:trace contextRef="#ctx0" brushRef="#br0" timeOffset="140556.054">29864 13815 1003 0,'0'0'23'0,"0"0"1545"0,0 0-1105 0,0 0-80 16,0 0 9-16,0 0-52 0,0 0-95 15,37 79-4-15,-43-55-56 0,-3-1-84 16,1 0-28-16,3-4-27 16,4-3-46-16,1-3-10 15,1-3 10-15,7-2 16 0,3-5-16 0,0-3-63 0,3 0-19 16,4-9 17-16,2-3-15 0,1-3-18 15,-1 1-4-15,-2 2 34 0,-2 1 31 16,-5 3-9-16,-2 6-16 0,-4 2 43 16,-2 0 19-16,-3 9 112 0,0 4 61 15,-2 2-7-15,-4 5-37 16,-2-1-28-16,1 2-22 0,2-2-3 0,2-1 46 16,3-3 9-16,3 0-46 0,5-7-55 15,4-3-30-15,4-5-82 0,7-2-21 16,3-9-4-16,5-6-30 0,3-7-16 15,1-3 6-15,-1-5-229 0,0-4-303 0,-8 10-382 0,13-27-210 16</inkml:trace>
  <inkml:trace contextRef="#ctx0" brushRef="#br0" timeOffset="140904.835">30613 13357 843 0,'0'0'66'0,"0"0"1129"0,0 0-635 15,0 0-155-15,0 0-28 0,-37 99 15 16,19-54-16-16,0 5-10 0,0 4-73 0,2 3-82 15,3-1-71-15,6 1-52 0,5-2 3 16,2-5-73-16,8-3 1 0,9-5 23 0,-1-6-14 16,7-5-25-16,1-5-3 0,-1-3-25 15,3-6-2-15,-3-4-28 0,-6-6-30 16,-5-2-24-16,-6-5 2 16,-5 0 27-16,-1-2 44 0,-5-8-1 15,-13-4-67-15,-5-7-37 0,-9-1 2 16,-6-5-47-16,-6 0-103 0,-5 0-70 15,-3 0 45-15,-4 1 78 0,-1 4 92 0,0 2 144 0,3 4 26 16,7 8 118-16,11 1 12 0,9 7-19 16,11 0 34-16,11 0-7 0,5 4 33 15,4 1 1-15,14 3 57 0,11-1-92 16,10 1-58-16,12-1-44 0,8-4-15 16,3-3-9-16,0 0-37 0,1 0-9 15,-5-4-83-15,-5-3-117 0,-2 4-195 0,-4 1-640 16,-12 2-837-1,9 0 620-15</inkml:trace>
  <inkml:trace contextRef="#ctx0" brushRef="#br0" timeOffset="141029.705">31479 14035 401 0,'0'0'3148'0,"0"0"-2168"15,0 0-955-15,0 0-25 0,0 0-226 16,0 0-36-16,0 0-47 0,-115-33-643 0</inkml:trace>
  <inkml:trace contextRef="#ctx0" brushRef="#br0" timeOffset="143257.223">18070 16005 59 0,'-3'-4'293'16,"2"2"-42"-16,-5 1 1166 15,3 0-1015-15,-3 0-9 0,2-2-97 0,0 3-73 16,2 0 22-16,-1 0 26 16,2 0-59-16,-1 0-56 0,2 5-20 15,3 2-27-15,13 8 14 0,9 5 35 0,11 8-63 16,10 8-55-16,6 1-13 0,6 1-27 15,4-2 0-15,0-1-1 0,2-5 1 0,1-6-19 16,1-5 17 0,-2 0 2-16,1-5-3 0,-3-2-13 0,-3-4 16 0,-7-1-1 15,-6-3-45 1,-6-4-37-16,-4 0-6 0,-7 0-34 0,-5 0-26 0,-8 0-31 16,-9 0-172-16,-5 0-241 15,-2 0-368-15,-10-1-245 0,-2-1 137 0</inkml:trace>
  <inkml:trace contextRef="#ctx0" brushRef="#br0" timeOffset="143472.569">18184 16013 665 0,'0'0'1847'0,"0"0"-1486"0,0 0-117 0,0 0-161 16,0 0 3-16,0 0 58 0,-78 88 55 0,54-53-110 15,-4 2-89-15,0 2-35 0,-3-3-44 16,3-5-19-16,3-6 6 16,0-8-122-16,5-8-106 0,6-8-67 0,4-2-34 15,4-13-369-15,5 0-2 0,3-19 362 0</inkml:trace>
  <inkml:trace contextRef="#ctx0" brushRef="#br0" timeOffset="143624.754">18069 15993 153 0,'0'0'460'15,"0"0"1263"-15,0 0-1111 0,0 0-228 16,0 0-146-16,0 0-7 0,98 22-33 16,-64-16-25-16,8 0-30 0,6 0-31 0,5-4-26 15,3 0-58-15,6-2-28 0,4-3-102 16,1-4-140-16,-1-2-116 16,0-1-222-16,-1 0-491 0,-14 2-478 15,11-2 1344-15</inkml:trace>
  <inkml:trace contextRef="#ctx0" brushRef="#br0" timeOffset="144105.325">19670 16394 1527 0,'0'0'1495'0,"0"0"-1023"16,0 0-228-16,0 0-80 0,90 40 68 15,-48-26-4-15,7 0-80 0,3-3-80 0,5-5-65 16,-3-4-3-16,-1-2-1 0,-3-4-48 16,-4-5-53-16,-6-4-63 0,-4-1-111 0,-4-1-136 15,-8 2-227-15,-5 1-553 0,-10 3-291 16,-9 0 1294-16</inkml:trace>
  <inkml:trace contextRef="#ctx0" brushRef="#br0" timeOffset="144364.998">19962 15948 1839 0,'0'0'454'15,"0"0"-101"-15,-2 73-12 0,2-29-37 0,5 9 10 16,4 8-83-16,-3 6-59 0,1 5-49 15,-3 6-26-15,-1-1-41 0,-1-1-31 16,-1-7-25-16,2-7-19 0,4-13-12 16,0-11-16-16,6-14-37 0,6-16-64 15,4-8-3-15,2-13-10 0,6-17-102 16,2-8-152-16,-4-12-278 0,0-2-700 0,-9 10 976 16,8-20-70-16</inkml:trace>
  <inkml:trace contextRef="#ctx0" brushRef="#br0" timeOffset="145011.581">20343 15837 2167 0,'0'0'585'0,"0"0"-289"15,5 65-104-15,-3-22 27 0,-2 8 57 16,0 8-50-16,-7 6-56 0,-3 6-92 16,-3 4-31-16,-1 2-16 15,-3 2-29-15,2-3 17 0,-1-5-16 16,3-6 19-16,4-15 12 0,3-13 22 0,5-12-16 15,1-11-40-15,1-9-45 0,8-5-41 16,5-4 83-16,5-9 2 0,4-10-18 0,2-5-25 16,-1-6 16-16,0-3 25 0,-2-1-16 15,0 5-5-15,-5 5 2 0,1 6-9 0,-5 8-7 16,-1 6 29 0,-4 6 9-16,1 2 37 0,-1 12 54 0,-2 3-17 0,0 3-8 15,-2 4-35-15,0-2 15 0,-1 2 16 16,2-1-16-16,1-5-46 0,2-3-3 15,1-4-40-15,5-3-90 0,0-5-23 16,2-1 13-16,0 0-12 0,1-5-113 16,-1-3-161-16,-2-1-123 15,0-1-167-15,0 4-45 0,-3 3 47 0,-2 0 534 16,2 3 69-16,-3 0 59 0,-2 0-14 16,0 4 69-16,-1-2 330 0,-1-1-109 15,1 3-77-15,-1-3 1147 0,0 1-825 0,4 1-189 16,-1-3-87-16,4 0 21 15,2 0-3-15,0 0 1 0,2-2-44 16,0-4-65-16,2 0-37 0,-2-4-3 16,0 0-10-16,-3 0-50 0,-1-2-32 0,-2 1-18 0,-2-1 6 15,-2 0 25 1,-2 3-19-16,-1 1 3 0,-2-1 23 16,0 5 12-16,-6 1 12 0,-4 2-9 0,-2 1 32 15,-3 4 3-15,-1 6-35 0,-2 6 16 0,-1 5-7 16,2 5-8-16,1 4 21 0,-1 1 19 15,3 2 12-15,1-2 4 0,1 4-10 16,4-4-3-16,3-4 0 0,5-2-13 0,0-3-18 16,7-6-16-16,6-1-10 0,5-5-18 15,2-4 6-15,3-4-2 0,3-2-17 16,1-2-15-16,3-6-48 16,1-5-66-16,-1-3-76 0,-1 0-72 15,-3-2-214-15,-3 0-609 0,-6 4-264 0,1-4 1308 0</inkml:trace>
  <inkml:trace contextRef="#ctx0" brushRef="#br0" timeOffset="145972.039">21762 16079 404 0,'0'0'222'16,"0"0"218"-16,0 0 721 0,0 0-661 0,0 0-89 16,0 0-63-16,0 0-41 0,0 0-18 15,0 0-58-15,0 0-45 16,0 0-4-16,48 50-38 0,-35-17-39 0,-3 9-29 16,-3 4-39-16,-4 6-22 0,-1 0-15 15,-2 2-1-15,0-2-26 0,-3 0 2 16,-2-5 4-16,-2-2-25 0,0-6-3 0,-2-7-43 15,2-8-31-15,1-5 27 16,3-10-27-16,0-2-36 0,3-5-46 16,0-2-110-16,0-3-129 0,-1-7-107 0,-1-5-465 15,-3 0-94-15,4 1 735 16,-2-10 105-16</inkml:trace>
  <inkml:trace contextRef="#ctx0" brushRef="#br0" timeOffset="146121.179">21767 16531 880 0,'0'0'17'0,"0"0"1540"0,0 0-1102 15,0 0-33-15,0 0-117 0,0 0-22 0,85 24-47 0,-58-17-77 16,5-3-44-16,4-3-47 0,1-1-37 16,2-5-31-16,0-6-53 0,1-4-65 15,-4-3-49-15,-1-4-53 0,-2-1-70 16,-5-2-187-16,-7 6-178 0,-3-8-519 0</inkml:trace>
  <inkml:trace contextRef="#ctx0" brushRef="#br0" timeOffset="146346.887">22130 16037 1458 0,'0'0'104'0,"0"0"604"15,0 0-382-15,0 0-152 16,0 0 128-16,0 0 59 0,0 0-57 0,0 0-112 16,43 86-66-16,-31-51 9 15,-2 6 51-15,-2 3-6 0,-2 6-63 0,-1 5-65 16,-5 2-18-16,0 2-34 0,-2-1-25 0,-4-3 1 15,-2-5-10-15,2-4 0 0,0-10-62 16,3-6-43-16,3-7-32 16,0-8-36-16,3-8-95 0,10-7-151 0,0 0-150 15,3-12-532-15,-5 0-118 0,7-15 1252 16</inkml:trace>
  <inkml:trace contextRef="#ctx0" brushRef="#br0" timeOffset="146907.673">22438 16588 26 0,'0'0'760'0,"0"0"470"0,0 0-1036 0,0 0-74 0,0 0 10 16,0 0 73-16,68 66 54 0,-52-65-7 16,3-1-90-16,1-3-39 15,0-7-16-15,0-2-20 0,-1-3-53 0,0-1-32 16,-4-2-12-16,-2 3 9 0,-4-2-22 15,-4 1 2-15,-1 1 14 16,-4 1 9-16,0 1 13 0,-12-1 6 16,1 2 9-16,-4 3-26 0,-1 2 52 0,-1 6 34 15,-2 1 16-15,2 3-69 0,0 7-7 16,-2 6 3-16,0 5 13 0,3 3 13 16,1 4 6-16,2 2 2 0,2 1-12 0,2-2-6 15,1-2-4-15,5-1-6 0,2-6 0 16,1-2 1-16,0-5-1 0,6-2-13 15,1-4-23-15,3-1-1 16,-1-2 0-16,-1-1 0 0,1 1-2 0,-1-4-13 16,1 1 3-16,-3-1 11 0,-2 0-2 0,-1 1 0 15,1 1-9-15,-1-2 9 16,-1 1 1-16,-1 1 0 0,1-2 1 0,-1 0-1 16,-1 0 0-16,0 0 0 0,2 0-1 15,-2 0 1-15,0 0 2 0,0 0 1 16,0 0-1-16,0 0-3 15,0 0-7-15,0 0 10 0,0 0 3 0,1 0 0 16,-1 0-3-16,1 0-1 0,-1 0-1 16,2 0 2-16,-1 0 2 0,2 0 0 0,2 0-2 15,2 0 0-15,-2 0 0 16,1 0-26-16,2-2-43 0,0-1-5 0,1 1-10 16,-1-2 9-16,3 2 16 0,-2 0-2 15,2-1-11-15,-1 2-28 0,0-3-64 16,-1 2-122-16,-4-3-171 0,3 1-340 0,-3 0-683 15,-2-5 1333-15</inkml:trace>
  <inkml:trace contextRef="#ctx0" brushRef="#br0" timeOffset="147296.943">22839 16554 326 0,'0'0'1016'0,"0"0"706"15,0 0-1352-15,0 0-253 0,0 0-3 16,0 0 50-16,7 83 50 0,-5-57-45 16,0 1-94-16,-2 1-44 15,3 0-28-15,-1-3 16 0,-1-3-19 0,1-4-18 0,-1-3-106 16,1-7-105-16,-1-4-45 0,1-2-69 15,-2-2-140-15,0-6-551 0,0-14-627 0</inkml:trace>
  <inkml:trace contextRef="#ctx0" brushRef="#br0" timeOffset="147471.046">22764 16397 718 0,'0'0'2759'0,"0"0"-2335"0,0 0-318 15,0 0-42-15,0 0 64 0,0 0 58 16,0 0-40-16,0 0-146 0,0 0-25 0,85 25-58 0,-56-34-76 16,1 1-110-1,0-3-242-15,-4 1-469 0,-5 2-643 16,-1 3 968-16</inkml:trace>
  <inkml:trace contextRef="#ctx0" brushRef="#br0" timeOffset="147855.335">23179 16405 270 0,'0'0'547'16,"0"0"1121"-16,0 0-1117 0,0 0-171 0,0 0-16 15,0 0 1-15,0 0-110 0,0 0-66 0,0 0-85 16,-56 83-64-16,28-50-3 0,3-3 12 0,3 0-36 16,6-6-13-16,6-3-28 0,4-5-18 15,6-4-53-15,0-3-24 0,7 1 12 16,3-3 27 0,5 0 37-16,2 0 29 0,2-2 18 0,-2 2 0 15,3-2 1-15,-1 2 14 0,-2 1 10 16,-1 3 6-16,0 0-6 0,-3 2 18 0,-1 0 23 15,-5 1 8-15,-3-1-19 0,-1 1-39 16,-3 0-16-16,0-3-34 0,-3 1-22 16,-4 0-37-16,-3-2-31 0,-4 1-66 15,0-3-52-15,0-2-140 0,2-4-151 0,4-2-462 16,-1 0-285-16,4-2 1084 16,5-16-104-16</inkml:trace>
  <inkml:trace contextRef="#ctx0" brushRef="#br0" timeOffset="148158.514">23387 16698 721 0,'0'0'104'16,"0"0"1450"0,0 0-1048-16,0 0-147 0,80 17-35 0,-58-17-11 15,0 0-112-15,4-9-129 0,2-5-72 0,0-5-59 16,0-3-77-16,1-3-49 0,-3-2-8 16,-1 1 2-16,-6 1 19 0,-4 3-23 15,-5 4 35-15,-7 2 82 0,-3 3 53 16,-5 5 25-16,-10-2 6 0,-4 4 116 15,-1 3 55-15,-3 3 11 0,1 2-47 16,1 8 2-16,2 6 2 0,2 5-9 16,0 5-32-16,4 2-32 15,-2 4 1-15,2 4 2 0,-1-1 24 0,1 1 38 16,1-1 9-16,6-4-60 0,1-5-64 16,5-6-22-16,0-3-108 0,7-7-13 0,3-5-22 0,3-3-6 15,4-2-50-15,1-9-119 16,0-3-128-16,4-5-304 0,-7 3-797 0,6-7 1156 0</inkml:trace>
  <inkml:trace contextRef="#ctx0" brushRef="#br0" timeOffset="148457.177">23835 16506 1083 0,'0'0'1158'0,"0"0"31"0,0 0-933 0,0 0-177 15,0 0-3-15,14 89 71 0,-14-65 126 16,0 3-74-16,-1-3-100 0,-1-4-79 15,2-2-20-15,0-3-18 0,5-4-75 16,3-2-31-16,1-4 43 0,0-4 10 0,3-1-51 16,2-6-14-16,1-8 48 0,3-4 16 15,0-1 31-15,1-3 39 0,-2 0 1 16,0 4 1-16,0 0 0 0,-3 6 44 16,-3 4 9-16,0 1-12 0,-4 3 22 15,0 4 28-15,-3 0 32 0,1 5-8 16,-2 6-34-16,-1 1-19 0,-2 5-25 0,0 3-37 15,0 1-3-15,-2 4-50 0,0 0-15 16,1-1-35-16,1 0-94 16,0 1-74-16,0-1-157 0,5 0-162 0,1 0-718 15,0-6-6-15,3 1 1209 0</inkml:trace>
  <inkml:trace contextRef="#ctx0" brushRef="#br0" timeOffset="150855.583">24539 15663 2248 0,'0'0'359'0,"0"0"-282"15,0 0-9-15,0 89 179 0,3-45 16 16,2 8 33-16,-2 5-56 0,-2 6-102 0,-1 6-34 0,0 0-3 16,-7 6 17-16,-6-2-28 0,-4-3-34 15,-2-1-34-15,1-7-13 16,0-7-9-16,3-9-15 16,1-9 11-16,5-9-17 0,3-10 8 0,4-6 13 15,2-8-18-15,0-4-60 0,2 0 0 0,6-3 0 16,1-3 32-16,2-3-12 0,0 3 31 0,-2-2 27 15,3 3 0-15,-4 3-16 0,0 2 16 16,1 0 3-16,-1 5 102 0,3 5-27 0,-2 2-22 16,2 1-16-1,-3 2-15-15,1 1-3 0,-3 2 6 16,0 0 12-16,-1 0 13 0,-2 0 0 16,-1-2-29-16,-2 0-23 0,0-1 2 15,0 0 1-15,-2-2-1 0,-4 1-3 0,-2-3-3 0,-1-1-19 16,-2-2-21-16,3-4 5 0,-5 0 20 15,1-3-13-15,-1-1-19 0,2 0-18 16,-1-5-57-16,1-4-26 16,2-5-32-16,2-3-50 0,2-3-118 15,1-3-168-15,4-1-184 0,0-1-38 16,9 5-61-16,-1 4 779 0,7-3-136 0</inkml:trace>
  <inkml:trace contextRef="#ctx0" brushRef="#br0" timeOffset="151141.257">24558 16631 395 0,'0'0'192'0,"0"0"887"0,0 0-365 16,0 0-192-16,0 0-150 15,79 21-55-15,-61-11-29 0,1 1-40 0,1-1-52 16,3 0-78-16,-1-2-62 0,3-3-4 16,4-5-48-16,1-1-4 15,2-11-62-15,1-6-19 0,1-5-9 0,-1-5-78 0,-5-1-46 16,-3 0-44-16,-7 1-11 0,-6 5-19 16,-5 3 42-16,-7 2 94 15,0 1 65-15,-10 1 55 0,-5 3 32 16,-4 2 10-16,-4 3 90 0,-2 7 57 15,3 1 84-15,-1 7-75 0,2 11-64 16,1 5 28-16,2 6 29 0,0 6-11 16,2 3-13-16,-1 2-27 0,0 3-37 0,3-2-2 15,1-2-10-15,2-7-18 16,5-2-41-16,3-8-18 0,3-8-82 0,0-5-31 16,2-6-23-16,6-3-45 0,5-3-80 15,2-9-200-15,3-6-312 0,2-8-773 16,-4 6 1420-16</inkml:trace>
  <inkml:trace contextRef="#ctx0" brushRef="#br0" timeOffset="151355.519">25026 16502 972 0,'0'0'81'0,"0"0"1278"0,0 0-811 0,0 0-177 15,0 0-95-15,87 41-4 16,-67-22-89-16,0 3-90 0,-4 2-62 16,0 3-15-16,-3 3 28 0,-2 1 24 15,-3-1-28-15,-2 0-9 0,-3 1 7 16,-3-6-7-16,0-4-19 0,0-4-9 0,0-8 47 15,0-4 36-15,0-5 92 0,0 0-79 16,0-5-66-16,0-8-13 0,2-4-20 16,1-10-86-16,6-4 15 0,-1-9 7 15,1-1-29-15,1 0-76 0,2 3-86 0,-1 6-223 16,-2 11-509-16,8 3-493 0</inkml:trace>
  <inkml:trace contextRef="#ctx0" brushRef="#br0" timeOffset="151888.065">25617 16670 992 0,'0'0'498'16,"0"0"762"-16,0 0-862 16,0 0-60-16,0 0-28 0,-85 13 1 15,67-4-108-15,0 3-85 0,1 4-50 16,1 6-3-16,1 4 30 0,-2 8 50 0,0 4-19 0,4-1-41 15,1-2-36-15,4-5-46 0,4-9-3 16,4-5-30-16,0-8-44 0,4-5 7 16,6-3-4-16,8 0 10 0,2-10 24 15,1-4-9-15,5-5 18 0,2-5-15 16,-1-1-34-16,-3 0-13 0,-1 3-21 0,-4 5 36 16,-4 4 9-16,-4 4 17 15,-2 5 17-15,-3 1 32 0,-1 3 16 16,-2 0 34-16,0 4 18 0,2 8 41 15,-3 4-53-15,4 6-31 0,-1 5-13 0,2 6-12 16,-2 4 1-16,0 5 12 0,-1 0-13 16,1 4-15-16,-4-2-41 0,0 2-9 0,-1-2 6 15,0 2 37 1,0-3 20-16,0 0 0 0,-5-2 2 0,-1-1 2 16,0-1 45-16,-4-3-22 15,1-2-23-15,1-7-1 0,-1-3 15 0,-2-4-13 16,0-6 21-16,3-4-24 0,-7-3-15 0,2-4-25 15,-4-3 3-15,-3-3 36 16,-5-10-113-16,-1-4 48 0,-4-5 6 0,-2-6-53 16,4-5 50-16,0 1 10 0,5-3 18 0,4 1 13 15,4 3-19-15,6 5 3 16,3 0-95-16,3 4-147 16,3 1 59-16,0 1-62 0,9-2-256 0,1 3-467 0,1 5-20 15,5-11 960-15</inkml:trace>
  <inkml:trace contextRef="#ctx0" brushRef="#br0" timeOffset="152755.173">26958 16512 2112 0,'0'0'666'16,"0"0"-173"-16,0 0-187 15,0 0-107-15,0 0-33 0,0 0-23 16,0 0-22-16,0 0-24 0,0 0-51 0,-97 62-5 16,70-24 8-16,-2 6-5 0,4 5 17 15,-1-2-27-15,6-1-3 0,4-11-31 0,4-6-10 16,7-11-15-16,2-8-27 16,3-7 5-16,3-3-15 15,7-8-6-15,5-7-3 0,5-3 43 0,3-5-13 16,1-4 13-16,-1-1-6 0,-4 2-26 15,-1 1-13-15,-5 6-5 0,-1 5-7 0,-3 7 41 16,-2 5 28-16,3 2 4 16,0 9 12-16,1 6 132 0,1 5-26 0,5 6-23 15,-2 3-18-15,3 6-27 0,0 1 12 16,4 3-25-16,-2 2-10 0,0 4-14 16,0 3 15-16,-7 3 9 0,-2 3 9 15,-4-2-6-15,-7 2-4 0,0-2 17 16,-6 0-26-16,-6-2 4 0,-1-2-1 15,-5-4 4-15,-1-7 3 0,5-6-10 0,-4-7 0 16,5-10 7-16,1-8 6 0,0-4-15 16,-1-4-11-16,0-8-4 15,0-7-22-15,-3-7-7 0,3-6-90 16,-3-8-15-16,5-6-98 0,-1-6 14 16,1-4-118-16,2-4-246 0,2-1-434 15,2 14-630-15,1-21 1537 0</inkml:trace>
  <inkml:trace contextRef="#ctx0" brushRef="#br0" timeOffset="153011.714">27171 16480 1368 0,'0'0'68'0,"0"0"1042"0,0 0-881 16,0 0-21-16,0 0 132 0,91 76 43 16,-75-51-96-16,-5 6-139 15,0 3-67-15,-3 0-13 0,-4 1-12 16,-4 2-6-16,0 1-29 0,-3 1-20 0,-5-4 3 15,-1-1-4-15,0-8-2 0,4-5-1 16,2-10-9-16,1-5 9 0,2-6 3 0,0-3-34 16,5-9 12-16,3-11-15 15,4-8 12-15,4-10-12 0,4-7-19 16,0-8-38-16,3-2-42 0,2 4-18 16,-1 4 31-16,-1 7-13 0,2 4-64 0,-2 6-184 15,-2 3-293-15,-6 9-571 0,3-3 284 16</inkml:trace>
  <inkml:trace contextRef="#ctx0" brushRef="#br0" timeOffset="153335.925">27668 16504 127 0,'0'0'2631'0,"0"0"-2105"0,-13 88-186 16,4-53 38-16,0 4-9 16,1-3-54-16,4-5-134 0,4-8-128 0,0-7-53 15,7-9-58-15,6-5-37 16,3-2 3-16,4-2 33 0,2-10 28 0,0-7-6 15,2-3-37-15,0-2-16 0,-5-2-12 0,1-1 30 16,-3 2 32-16,-5 5 37 0,-4-3 2 16,-3 6-12-16,-5-1-12 0,0 3 25 15,-5-1 26-15,-3 6 55 16,-1 3 44-16,-2 5-5 0,2 2-2 16,-2 8-26-16,-1 5-67 0,1 4 18 15,-1 5-15-15,1 3 5 0,1-1 4 0,1 1-37 16,0-4-24-16,4-5-124 0,0-4-71 15,2-4-76-15,3-6-101 0,0-2-201 16,11-8-388-16,3-8 209 0,5-6-45 16,4-5 413-16,3-3 369 0,-5 6 19 15</inkml:trace>
  <inkml:trace contextRef="#ctx0" brushRef="#br0" timeOffset="153596.781">27974 16408 646 0,'0'0'156'16,"0"0"-26"-16,0 0 1530 0,0 0-948 15,0 0-205-15,0 0-183 0,0 0-90 16,35 68-58-16,-35-44-25 0,0 2 21 0,0-2-12 15,3-1-44-15,0-3-62 0,3-7-38 0,2-2-16 16,2-5-67-16,3-6 3 0,3 0 9 16,1-11-31-16,4-2 0 0,0-5 22 15,2-4-13-15,0-3-9 16,-2 0-7-16,0 0 19 0,-1 1 15 0,-4 1 34 16,-2 4 23-16,-5 3 2 15,-2 7 18-15,-6 6 19 0,-1 3 102 0,0 9 9 16,-3 7 9-16,-1 3-47 0,-3 6-28 0,-1 2-39 15,0 2-40-15,-1 1 31 0,2-1 14 16,0 1-32-16,1-5-16 16,0-3-33-16,4-5-126 0,-1-5-80 0,1-5-47 15,2-7-37-15,0 0-196 0,2-4-237 0,3-6-821 16,5-11 369-16</inkml:trace>
  <inkml:trace contextRef="#ctx0" brushRef="#br0" timeOffset="153838.514">28497 16401 375 0,'0'0'2590'0,"0"0"-2203"0,0 0-314 0,-4 86-25 15,1-51 171-15,0 5 181 0,1 3-33 16,1 6-105-16,1 3-75 0,0 4-6 16,0 5-2-16,4 1-63 15,-2 1-61-15,2 1-55 0,1-2-64 0,3 0-21 16,1-2 54-16,2-1 7 0,1-3-52 0,1-4-25 15,1-6 9 1,2-7-12-16,3-10 37 0,0-8-32 16,-2-8-42-16,-1-9-129 0,-1-4-235 0,-4-4-534 15,-3-12-451-15,-2 2 694 0,-3-17 483 0</inkml:trace>
  <inkml:trace contextRef="#ctx0" brushRef="#br0" timeOffset="154169.382">28592 16371 85 0,'0'0'218'15,"0"0"-74"-15,0 0 410 0,0 0 234 0,0 0-247 16,0 0-244-16,0 0-94 0,0 0-32 15,0 0-11-15,0 0-1 0,0 0 121 16,87-15-113-16,-67 27-34 0,0 1-27 16,2 3-11-16,-2 2 11 0,0 1-3 0,-6 1-22 15,-4-1-35-15,-3 1-46 0,-7-1-19 16,0 3 19-16,-11 3 0 16,-6 1-14-16,-6 4-29 0,-8-1-26 0,0 2 23 15,-6-1 30-15,-3-5 0 0,0-3-40 16,-1-3-76-16,0-9-66 0,0-4-89 15,1-6-179-15,-2 0-577 0,12-6-350 16,-10-7 1263-16</inkml:trace>
  <inkml:trace contextRef="#ctx0" brushRef="#br0" timeOffset="154903.877">29819 16212 2265 0,'0'0'488'16,"0"0"-99"-16,0 0-147 0,0 0-55 16,0 0 6-16,-42 73 5 0,27-35-21 15,2 9-43-15,0 3-20 0,0 2 23 0,2-5 5 0,2-7-65 16,6-7-54 0,3-13-23-16,3-5-43 0,12-9-46 15,1-6-1-15,7-3-24 0,5-11-51 16,3-5 10-16,0-5-13 0,3-6-118 15,-6-1 35-15,0-2-10 0,-5 3 126 0,-4 4 56 16,-7 1 79-16,-4 3 19 0,-8 2 52 0,0-1 31 16,-8 3-12-16,-9 1 85 0,0 4-73 15,-2 5 15-15,2 2 22 0,-1 6-10 16,1 0-16-16,3 6-113 16,2 3-22-16,-1 7-6 0,3-3-57 15,3 0-28-15,1 0-182 0,6-2-177 16,0-6-819-16,0 1-343 0,9-6 1611 0</inkml:trace>
  <inkml:trace contextRef="#ctx0" brushRef="#br0" timeOffset="155007.512">29960 16340 427 0,'0'0'251'0,"0"0"-65"0,0 0 1018 0,0 0-674 15,101 11-134-15,-67-11-73 0,5 0-84 16,4-7-65-16,1-8-140 0,2-6-34 16,-2-6-208-16,1-3-171 0,-13 5-242 0,10-15-609 0</inkml:trace>
  <inkml:trace contextRef="#ctx0" brushRef="#br0" timeOffset="155257.755">30280 15856 935 0,'0'0'19'16,"0"0"14"-16,0 0 1105 0,-32 68-733 16,31-38-144-16,1 2-14 0,2 5 38 0,4 6 79 15,3 4-18-15,-1 8-76 0,-2 4-66 16,-1 6-43-16,-2 2-35 0,-3 4-31 0,0 1-62 15,0 0-33-15,0 0-25 16,0-5-55-16,0 0 7 0,0-4-1 16,-3-2-22-16,-2-6 4 0,2-2 17 15,0-5 19-15,-1-4 28 0,-2-6-24 16,-1-3-23-16,0-4-6 0,1-5-24 16,0-5-7-16,3-3-59 0,2-8 73 0,-3-6-360 15,0-1-625-15,-7-6-196 0</inkml:trace>
  <inkml:trace contextRef="#ctx0" brushRef="#br0" timeOffset="164455.006">31631 15686 1729 0,'0'0'130'16,"0"0"602"-16,0 0-365 0,0 0-6 0,0 0 7 15,0 68 17-15,-5-35-86 0,-3 5-116 16,-1 8-66-16,-3 2 9 0,-1 2 61 0,-3 4-53 16,1 2-49-16,-2 1-45 0,-3 2-19 15,3 1-21-15,-3 0-20 0,-2-4-23 16,3-3-2-16,1-6-38 15,2-9-21-15,1-10-15 0,7-7-1 0,3-8 6 16,2-8-46-16,2-5-70 16,1 0-156-16,0-12-124 0,4-7-86 0,1 1-229 15,11-25-570-15</inkml:trace>
  <inkml:trace contextRef="#ctx0" brushRef="#br0" timeOffset="164691.017">31750 15716 2123 0,'0'0'813'0,"0"0"-528"0,0 0-189 0,0 0-29 0,0 0 111 16,0 0 97-1,0 0-20-15,2 83-99 0,-2-39-57 0,-5 8 0 16,-3 7 47-16,-4 4-11 0,-2 6-64 0,-3 0-31 16,0 0-40-16,-5 0-21 15,-4-1-19-15,4-6-15 0,0-6-31 16,0-6-47-16,4-11 15 0,4-9 35 0,6-10-5 15,-1-9-21-15,5-7-42 0,1-4-98 16,2-12-186-16,-2-8-161 0,0 3-110 0,3-22-772 16</inkml:trace>
  <inkml:trace contextRef="#ctx0" brushRef="#br0" timeOffset="165032.153">31623 15720 992 0,'0'0'118'0,"0"0"1159"0,0 0-828 15,0 0-42-15,93-24-149 0,-59 22-68 16,2 2 21-16,6 0-22 0,-1 4-8 0,-2 4-101 16,-6 2 1-16,-5 3-47 0,-10 4-12 15,-9 3-7-15,-9 5-15 0,-4 5-43 16,-15 4 18-16,-10 7-28 0,-8 6 13 16,-7 3-35-16,-7 3-15 0,-4-1 6 15,0-1 17-15,4-4 22 0,7-7 45 16,6-9 69-16,10-8-21 0,9-9 39 15,7-7-40-15,7-3 6 0,5-3 3 0,0-1-56 0,5 2 2 16,10 3 32 0,4 1 41-16,6 2-23 0,9 4-24 15,3 2 6-15,5 0-15 0,-2 3-19 0,-1 1 0 16,1 0 0-16,-2 1-14 16,-3 0 14-16,-4 1-37 0,-5-4 18 0,-3-1-21 15,-5-3-59-15,-3 0-56 0,-2-5-96 16,-2-2-197-16,-2-2-197 0,-3-3-560 0,4-4-468 15</inkml:trace>
  <inkml:trace contextRef="#ctx0" brushRef="#br0" timeOffset="165438.26">32189 15248 1277 0,'0'0'136'16,"0"0"1125"-16,0 0-860 0,0 0-100 15,0 0-73-15,0 0-51 0,0 0-48 0,0 0-60 16,0 0-35-16,0 0-34 0,67 75-3 15,-67-59-50-15,0 3 9 0,-8 2-3 16,0-1-25-16,-4-1-1 0,2 0 16 16,0-4 41-16,2-2 16 0,-1-3 26 15,4-3 9-15,2-2 43 0,0-1 17 16,3-2-11-16,0 1-49 0,0 0-33 0,3 3 20 16,8 1 39-16,4 0 17 0,4 1-32 15,4-1-5-15,3-1 9 0,-2-5-16 16,2-1-34-16,-7 0-3 15,1 0-16-15,-4 0-62 0,-1-4-59 0,-4-3-30 16,1 1-120-16,-2-3-236 0,-4 2-517 0,0-10-746 16</inkml:trace>
  <inkml:trace contextRef="#ctx0" brushRef="#br0" timeOffset="165751.194">32531 15202 668 0,'0'0'229'0,"0"0"1012"0,0 0-782 16,0 0 17-16,0 0-55 0,0 0-45 0,0 0-62 16,29 83-81-16,-29-60-50 0,0 0-63 15,-3 0-22-15,-3 2-39 0,0 0-10 16,2-5 21-16,-2-3-43 0,5-4-27 16,-1-6-48-16,2-5-17 0,0-2-11 15,9 0 2-15,2-5 40 0,6-4 10 16,2-3-41-16,1-5-9 0,1-1 21 15,-3 1 22-15,2 3 4 0,-3 4-8 16,-2 3 35-16,0 7 25 0,-1 0-6 0,-2 4 3 16,-1 4-7-16,-1 9 7 15,0 1-4-15,-2 1-1 0,0 4-17 0,-2 2-22 16,-2-2-46-16,-2 5-50 0,-2 1 6 16,0 0-28-16,-5 2-213 0,-2-8-353 0,-13 16-994 15</inkml:trace>
  <inkml:trace contextRef="#ctx0" brushRef="#br0" timeOffset="168556.617">8303 13295 466 0,'0'0'294'0,"0"0"815"15,0 0-636-15,0 0-247 0,5 86-64 16,-5-64-59-16,1 0 6 0,-1-1-16 0,2-1-32 16,-1-1-58-16,1 1-2 0,-1-3 0 15,2 2 11-15,1-1 20 0,1 2-7 16,0 3 1-16,-2 3-10 0,3 4-13 15,-2 3-1-15,-1 3 46 0,-1 1-35 16,-1-4-13-16,-1 2 0 0,0-6 0 16,0 0-2-16,0-7-43 15,0 0 13-15,2-4-6 0,-1-4 9 0,2 0-19 16,-2-4 9-16,3-1 4 0,1-4 19 16,-1-1-13-16,0 0 13 0,2-2 16 0,2-2 1 15,0 2 12-15,-1 0 26 16,4-1-4-16,0 1-6 0,2 0-26 0,0-1-1 15,4-1-2-15,3 0-12 0,1 0 0 16,2-1-21-16,1-4-11 16,5-1-14-16,-2-4 19 0,2 3-19 15,1-2 10-15,0 0-3 0,2 0 22 0,-3 1 9 16,3 1-35-16,-5 1-32 0,2 0 45 16,-1 1 0-16,-1-1 23 0,-1 3-1 15,-2-2 18-15,1-2 1 0,-2 1-18 16,1-1-30-16,1-2-41 0,-1-1-1 0,-2-1 52 15,3 1 39-15,-1 0 243 0,-1-1-243 16,1 3-65-16,0 0-132 0,3 1 197 16,0-2 0-16,4 3 45 0,0 2-13 15,3-2 53-15,0 2 18 0,3-1 49 16,4-1 135-16,1 0-174 0,5-2-85 16,2-2-26-16,8-3 33 0,2 0-32 15,3-3-1-15,2-1-1 0,4-1-1 0,1-1 0 0,0 1-2 16,2 0 1-16,1-1-2 0,-1 3 3 15,2-2 11-15,1 2-9 0,-1 0-2 16,2-1 2-16,1-1 30 0,3 1-30 16,1-2-2-16,-1 0-16 0,1 0 15 15,-1 0-2-15,-3 0-10 16,2 1 0-16,-3 0 13 0,0 1 2 16,-3 1 11-16,0-3-10 0,0 3 13 15,2-2 13-15,-4 1-13 0,2 0-14 0,-4 1 0 16,3 0 10-16,-5 1-11 0,0 0-2 15,0 2-5-15,-7 1 6 0,-3 1 16 16,-2 3-15-16,-2 0 18 0,-3 0-19 16,-1 1 26-16,-2 1 15 0,-2 0-15 15,0-1-23-15,-3 1-3 0,-2-1 0 0,-3 2-10 16,-1 1 8-16,-3-2 0 16,-2 3 2-16,-1 0 1 0,-3 1 15 0,-2-1 0 15,-3 2 29-15,0 0 22 0,-2 1 6 16,-2 0 16-16,2 0-3 0,-2 0-52 15,2 0-2-15,1 0 0 0,-1 0-31 0,2 0-1 16,-1-1-2-16,2-2 0 0,0 1-2 16,1 0 4-16,0 0 0 0,-3 0 13 15,0 0 0-15,-1 1 22 16,-2-2-13-16,-1 2-4 0,-4 1-2 16,-1-1-3-16,-1 1-10 0,-1-2 16 15,-3 2-7-15,-2 0-12 0,-1-1 0 0,2 1 1 16,-5-1 3-16,2 1 15 0,-1 0-7 15,-1 0 10-15,0-2 16 0,0 2-1 16,0-1 20-16,0-1 16 0,0 1 39 16,0 0-49-16,0-4-39 0,-3 4-22 0,-1-4-2 0,3 4-24 15,-2-5-11 1,3 0-18-16,-3-1 7 0,3-4-17 0,-1 0 9 16,-1-2 32-16,1-2 3 0,-1-2 19 0,2-2 0 15,-3-1 0-15,0-4-1 16,-1-1-12-16,-3-4-5 0,1-1-4 0,-4 0 0 15,1-1-35-15,-5-1 0 0,1-1-43 16,0 2 46-16,0 2 13 0,0 4 9 16,3 1 29-16,1 4 2 0,1 2-15 15,-2 0-13-15,1 4-28 0,0 0-19 0,1 1-23 16,-1 4 32-16,2 0 0 0,-2 4-16 16,2 2-1-16,0 1 68 15,0 2 16-15,2 0 13 0,1 0-10 16,2 0-3-16,-2 0-11 0,3 0 11 15,1 0 3-15,0 0-3 0,0 0 0 0,0 0 16 16,0 0 26-16,0 0-4 0,0 0-6 0,-1 0 3 16,-4 3-3-16,-1-1-32 0,-4 3-10 15,-4 2 10-15,-1 0 19 16,-3 0 32-16,-1 0 3 0,-4 2-22 16,0-3-29-16,-2 0 0 0,-5 3-3 15,-2-3-3-15,-4 0-22 0,-3 2-87 0,-4-2 102 16,-3 0 10-16,-1 3 48 0,-3-3-46 15,-1 1-2-15,-4-4 23 0,0 2-20 16,-4-4-3-16,-3 2-16 0,-4 0-22 16,-3-2-7-16,-4 2-42 0,-4-1-31 15,-1 1 118-15,-1 0 32 0,-1 0 42 0,-2 0-49 16,-3 2-24-16,0-2 3 16,-2 3 44-16,1 0-29 0,-2 1-19 15,3 0 1-15,-1 1 28 0,1-2 31 0,1 3-9 16,2-5-30-16,1 2-21 0,2-1-17 15,1-1 17-15,-1-3 0 0,5 4 1 16,1-4-1-16,2 0 19 0,2 3-19 16,0-3 0-16,4-1-19 0,0 4-23 15,0-2-19-15,2-1 23 0,3 3 35 16,-2-2-10-16,1 3-16 0,1 0 29 0,-1 0 17 16,3-2-16-16,3 4-1 0,1-2 16 15,3 2 0-15,5-2 29 0,3 1-26 16,3-2 24-16,2-1-42 0,6 2-1 15,-1-1 3-15,6-1 35 0,2 0-15 0,5 0 5 16,3-1 36 0,3 0-13-16,3 0-3 0,6-2-17 0,0 2-9 15,4-2-22-15,-2 0-12 0,2 0-14 0,-1 2-8 16,2-2 2-16,-3 1-3 0,3 2 0 16,0 0-13-16,0-1-19 0,0 4 26 15,0-2 18-15,0 1-69 0,3 0 2 16,-1 1 29-16,3-3-55 0,1 3-161 0,4-3-228 15,6 0-523-15,-4-1 229 0,12-1 734 0,-102-50-120 16</inkml:trace>
  <inkml:trace contextRef="#ctx0" brushRef="#br0" timeOffset="171018.412">13918 13625 326 0,'0'0'248'0,"0"0"1308"0,0 0-1122 16,0 0-192-16,0 0-21 16,0 0-10-16,10 68-23 0,-4-38 12 0,3 5-1 15,-1 4-48-15,0 3-25 0,3 5-17 16,-2 0-21-16,-1 1-17 0,1 1 0 16,1-1-6-16,0 1-22 0,-1 1-12 15,4 1-9-15,-3 0-10 0,0 3-9 16,0 2-2-16,2 2-1 0,0 3-1 15,0 2-11-15,0 1-28 0,-1 3 0 0,1-1 12 16,-2-1 0-16,3-1-25 0,-5-4 32 16,3-5-4-16,-2-1-3 0,0-2 3 15,-1-4-12-15,-3 0-25 0,2-1 21 16,-1-3-12-16,-3-1-29 0,4-4-12 0,-4 1 6 16,2-5 59-16,-1 1-12 15,-1-1 16-15,-1-3 10 0,1 1-1 0,0-1 3 16,2-3-28-16,-2-2 3 0,1-1-3 15,0-3 3 1,2-2 9-16,-2-3-15 0,-1-5 12 0,0-1 29 16,1-5-22-16,-1-2 21 0,-3-1-18 0,3-3-19 15,-3-1 3-15,2 2-13 0,2-2-1 0,-1 3 30 16,-2-1 22-16,3 2 12 0,-1-1 23 16,0 1-3-16,-1 2 9 15,-1 2-2-15,-1-1-14 0,0 2-12 16,0 0-1-16,0-1 1 0,0 1-10 15,0-1-3-15,0-2-3 0,0-2 0 16,0 0 0-16,2-2-19 0,-1 1 2 16,-1-2 1-16,2 0 6 0,-1 3 13 15,3-3 92-15,0 4-19 0,-1-1-7 0,-1 5-21 0,1-1-4 16,0 4-25-16,0 3-14 0,-2 0 20 16,3-1-20-16,-1 1 42 0,-1-2-6 15,1-5 3-15,-2-4 22 0,2-2-38 16,-2-1-25-16,2-1-2 15,0 0 2-15,1 0 12 0,1 0 3 16,1 0 29-16,-1 0-16 0,4-1-15 16,-3 1-11-16,1 0-2 0,0 0 39 0,4 0 23 0,3 6-28 15,1-2 22-15,1 3-6 0,1-2-15 16,1-1 17-16,1-1-11 0,2-3 5 16,4 0-15-16,1 0-9 15,3 0-20-15,-1-4-1 0,3-1-1 16,0 0 0-16,-2 3-16 0,1 0-11 15,1 2-4-15,-3 0-4 0,0 3 23 0,1 3 9 16,-2-1-40-16,-1-1 5 0,-1-1 26 16,-1-2-13-16,2 1 23 0,-2-2 1 15,2 0 0-15,-2-2 1 0,1-2 15 0,1-2-15 16,-3-2-6-16,3 1-34 16,0-1-4-16,2-1 44 0,-1 1 17 0,0 2-17 15,-4-1-22-15,-1 2-6 0,-3 0 26 16,1 1 2-16,-3-2 0 0,1 1-29 15,-4 1 25-15,0 0-27 0,-3-1 15 16,-4 2 16-16,0-1 19 0,-3-2 25 0,-1 1-7 16,1-1-21-16,-1 2 0 0,0-1-13 15,-1 1 9-15,-1 3-11 16,1-1 2-16,-2 2 0 0,0 0-3 16,0 0-12-16,0 0 9 0,0-2-22 15,0 2 23-15,0-1 0 0,0-1-11 0,-2-2 12 0,1-1-1 16,-1-6-1-16,2-2 2 0,0-6-18 15,0-3-12-15,0-2-58 0,-1-3-8 16,-1-4 28-16,2-1-10 0,-3-3 7 16,-1 0-7-16,0-5-32 0,-2 2-45 15,-4-4 3-15,3-4-23 0,-2-2 12 16,-2-2 38-16,-1-2 10 0,0-4 29 16,-2 0 39-16,2-2-23 0,0 4-20 15,1-1 20-15,3 2 21 0,0 1 48 16,-1 1 2-16,1 1-88 0,2-1 37 0,-1 3 51 15,-1 0 3-15,0 4 94 0,1 4 7 16,-3 3-17-16,3 1 88 16,-2 3-136-16,-1-3 12 0,0-1-38 0,0-2-11 15,1-3-2-15,-2-2 0 16,4-2-45-16,-2-2-55 0,-2-1-39 0,2-1 16 0,-1-1-7 16,-2 4 4-16,2 4 61 15,1 1 16-15,-2 7 30 0,2 3 19 0,-1 6 100 16,1 2 30-16,0 3-39 0,1 2 25 15,-2 0-41-15,0 0-33 0,2-4-42 16,-1-2-45-16,1-4-101 16,2-5-195-16,1-3 133 0,1 2-169 0,-1 1 100 15,1 5 91-15,4 5-39 16,-1 6 114-16,1 7 111 0,0 5 118 0,0 5 126 16,0-1-58-16,0 2-39 0,0 0-11 15,0-1-41-15,0 1-37 0,0-2-19 16,0 1 33-16,1-1 35 0,0 0 7 15,2 0-36-15,-1 1-42 0,-1-1-17 16,-1 0 30-16,2 2 13 0,-1 0 15 0,-1-1 5 16,0 1-5-16,0 0 4 0,0 0-6 0,0 0-4 15,0 0-13-15,0 0 6 0,0 0-6 16,0 0-9-16,0 0-17 0,0 0-19 16,0 0 6-16,0 0 10 15,0 0-6-15,0 0 6 0,0 0 0 16,0-2 6-16,0 1 13 0,0 1-13 15,-1-2 10-15,-1 1 6 0,-1 0 13 0,0 1 16 16,-1-3-6-16,-6 3-65 0,-3 0-9 16,-4 0-13-16,-2 3 13 0,-1-2 16 15,4 2-14-15,-3-2 33 0,2 1-16 16,-2-1-16-16,-4 3-2 0,-4-2 0 16,-5 3-1-16,-4-2-1 0,-3 2 1 15,-4 1 10-15,0 0-10 0,-3 1 1 0,0 1 12 16,0-1 25-16,2-1 42 15,-1 0-39-15,2 1 0 0,-2-2-6 0,4 0-4 16,0-1-30-16,5-1 2 0,2 0 28 16,2-3-31-16,5 0 0 0,2 0-24 15,2 0 8-15,1 0-41 0,-2 0-3 16,1-3-38-16,-1 0-39 0,-1 2-45 0,0-2-1 16,1 3-16-16,1 0-27 0,0 0-110 15,4 4-171-15,-1 2-183 0,8-2-121 16,-9 5 781-16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8:34:45.7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1357 988 1714 0,'0'0'1264'0,"0"0"-976"0,0 0-14 0,0 0-37 15,0 0-27-15,0 0 1 0,0 0-40 16,0 0-35-16,0 0-40 16,0 0-28-16,-1 1-25 0,1-1-12 15,0 0-10-15,1 2-6 0,5 2 7 0,10 1 27 16,7 3-3-16,3 3 9 0,6 1-30 0,1-2-22 16,1-1 9-16,1-2-12 0,-1-2-12 15,2-1 10-15,2-3-14 16,-1-1-17-16,1 0-87 0,-5-4-21 0,-3-2-41 15,-7-2-54-15,-4 0-97 0,-3 0-204 16,-11 1-262-16,-2 0-736 0</inkml:trace>
  <inkml:trace contextRef="#ctx0" brushRef="#br0" timeOffset="214.926">1438 1107 39 0,'0'0'2459'0,"0"0"-2056"16,0 0-131-16,0 0-58 0,0 0 37 0,-17 87 26 0,17-62-22 16,0 2-106-16,2 4-37 0,1-1-16 15,0-1-38-15,1 1-30 0,-4-4-28 16,0 2-1-16,0-4-48 0,0-1-109 16,-2-3-56-16,-1-5-60 15,1-1-136-15,1-4-313 0,-1-3-797 16,1-3 386-16</inkml:trace>
  <inkml:trace contextRef="#ctx0" brushRef="#br0" timeOffset="360.393">1452 1409 2366 0,'0'0'429'16,"0"0"-143"-16,0 0-2 0,0 0 24 16,87 3-85-16,-63-1-91 0,-2 1-49 15,2 0-43-15,-2-3-40 0,-2 1-3 16,-3-1-114-16,-2 0-87 0,-5 2-77 15,-6 2-104-15,-4 2-229 0,0 1-496 16,-10 5-290-16,-3-1 1397 0</inkml:trace>
  <inkml:trace contextRef="#ctx0" brushRef="#br0" timeOffset="497.517">1418 1638 720 0,'0'0'29'0,"0"0"1486"16,0 0-934-16,0 0-209 0,0 0-123 15,0 0-21-15,0 0-58 0,0 0-29 0,0 0-30 16,7 72-40-16,23-63-71 0,5-5-6 0,5-3-106 15,5-1-68-15,2-1-154 0,1-8-276 16,5-3-613-16,-14 2-328 0,22-9 1407 0</inkml:trace>
  <inkml:trace contextRef="#ctx0" brushRef="#br0" timeOffset="888.652">2112 1524 2512 0,'0'0'611'16,"0"0"-298"-16,0 0-97 0,-83 59 70 0,54-34 31 0,3 0-7 15,2 0-110-15,6-3-105 0,4-4-95 16,5-4-3-16,6-5-95 0,3-3-41 0,0-3 1 16,2 0 17-16,5-3-69 0,7 0 23 15,1-3 16-15,6-6 3 0,1-3-51 16,0-2-59-16,1 1-72 0,-2 2 18 16,-2 5 92-16,1 4 20 0,-1 2 37 15,-5 4 105-15,2 6 58 0,-3 5 150 16,-1 7 67-16,-1 4 42 0,-5 5-88 15,1 3-62-15,-4 0-32 0,-3 1 68 16,0 2 49-16,0 2 10 0,-4-1-4 0,-4 2-11 16,0-1 50-16,-5 0 10 0,0-5-20 15,-3-1-32-15,0-4-56 0,-1-6-43 0,2-3-40 16,0-2-22 0,-1-5 1-16,0-3-16 0,0-4-6 0,0-2-15 15,0-4 0-15,-2 0-1 0,-4-4-14 16,-2-6 12-16,-4-3-40 0,-4-8-24 15,-3-3-21-15,-3-4 2 0,-1-2-55 16,3 2 24-16,0 3 46 0,-1 1-81 0,-2 5-156 16,-2 4-367-16,-5 4-529 15,12 5-741-15,-24 1 1919 0</inkml:trace>
  <inkml:trace contextRef="#ctx0" brushRef="#br0" timeOffset="1080.392">1047 2007 901 0,'0'0'68'0,"0"0"909"16,0 0-540-16,0 0-169 16,107-5-65-16,-71 4 50 0,0 1 3 0,6 0-43 0,5 0-52 15,2 0-32-15,9 0-32 0,3 3-37 16,5 0-15-16,7 2 39 0,2 0-9 16,1-3-38-16,0-2-37 0,-4 0-103 15,-2 0-104 1,-4 0-20-16,-2-7-83 0,-16 2-288 0,18-2-1003 0</inkml:trace>
  <inkml:trace contextRef="#ctx0" brushRef="#br0" timeOffset="3064.525">3582 1502 1812 0,'0'0'1609'0,"0"0"-1248"0,0 0-65 16,0 0-118-16,0 0-26 0,0 0 61 16,0 0-16-16,0 0-16 0,0 0 30 0,90 42-5 15,-75-12-30-15,0 10-55 0,2 10-42 16,-5 9-6-16,-2 9 23 16,-2 4-29-16,-6 6-37 0,-2 0-15 15,0-3-15-15,-3 1-30 0,-7 0 15 16,1-3-9-16,-2-3 11 0,-1-7-17 0,4 0-27 15,2-9 9-15,0-4 2 0,3-6-5 16,-1-5 21-16,3-9-28 0,-1-4-15 16,1-8-11-16,-1-5-17 0,2-7 1 15,0-3-10-15,0-3-27 0,0 0-83 0,3-10-113 16,4-4-124 0,0-8-181-16,2-3-125 0,5-7-523 0,-5 6 258 15,1-17 957-15</inkml:trace>
  <inkml:trace contextRef="#ctx0" brushRef="#br0" timeOffset="3273.431">3846 2354 404 0,'0'0'2370'15,"0"0"-1953"-15,0 0-223 0,0 0-22 0,0 0 137 16,0 0 2-16,0 0-59 0,0 0-36 16,78 25-7-16,-48-19-31 15,2-1-59-15,7-3-52 0,0 1-19 16,1-3-5-16,6 0-10 0,2-5-8 0,-1-3-22 15,-2-3-3-15,-4 0-15 0,-3-1-89 0,-3-1-39 16,-5-2-56-16,-1 0-16 0,-3 1-94 16,-4-1-286-16,-7 3-551 0,-6-4-776 0</inkml:trace>
  <inkml:trace contextRef="#ctx0" brushRef="#br0" timeOffset="3583.207">4552 1764 2654 0,'0'0'389'15,"0"0"-210"-15,0 0 83 0,0 0 148 16,0 0-68-16,0 0-121 16,0 0-58-16,0 0-46 0,0 0-9 15,0 0 2-15,30 84 55 0,-25-49-19 0,-2 9-9 16,-3 5-52-16,0 5-27 0,-8 4-13 15,-3 2-23-15,-2 3-22 0,-3 2 1 0,-1 0-1 16,0 1-1-16,1-4-2 0,0-4 0 16,1-1-30-16,5-5 32 0,0-7-14 15,3-5-18-15,4-4-7 0,3-5-17 16,0-6-53-16,1-4-27 0,5-9-3 16,2-4-28-16,3-8-23 15,2-1-130-15,4-11-253 0,2-9-497 0,-2 3-463 16,6-18 352-16</inkml:trace>
  <inkml:trace contextRef="#ctx0" brushRef="#br0" timeOffset="3814.547">4999 2331 1649 0,'0'0'2056'0,"0"0"-1640"0,0 0-217 0,0 0-137 16,0 0 56-16,88 9 126 0,-56-8 1 16,2-1-53-16,1 0-64 0,5 0-67 0,-4 0-43 15,0 0-18-15,-3 0-24 16,-5-5-104-16,-5 1-73 0,-6-1-51 16,-3 1-80-16,-8 0-351 0,-6 4-657 15,0 0-651-15,-20 4 1971 0</inkml:trace>
  <inkml:trace contextRef="#ctx0" brushRef="#br0" timeOffset="3972.034">5065 2496 1201 0,'0'0'1769'0,"0"0"-1034"0,0 0-423 0,0 0-221 15,0 0-41-15,0 0 53 16,0 0 179-16,13 68-2 0,7-61-96 16,4-1-86-16,3-1-49 0,6-5-49 0,0 0-37 15,0-5-42-15,2-2-41 0,-4-2-48 16,0 0-141-16,-11 3-351 0,15-1-959 0</inkml:trace>
  <inkml:trace contextRef="#ctx0" brushRef="#br0" timeOffset="4842.084">6667 1488 486 0,'0'0'85'16,"0"0"-82"-16,0 0 0 0,0 0-3 0,0 0 743 16,0 0-216-16,0 0-144 15,0 0-34-15,0 0-30 0,0 0-85 16,0 0-1-16,5-48 11 0,-5 47-42 16,0 1-32-16,0 0-9 0,0 0-5 15,0 0-48-15,0 0 31 0,-2 0-18 0,1 0-63 0,1 0-15 16,-4 2-9-16,-2 1 3 0,-3 4-13 15,-5 3 1-15,-2 5-1 0,-4 8 16 16,0 5 6-16,-3 6-22 0,1 6 4 16,2 5-1-16,-2 5 7 15,-2 6-13-15,1 3 4 0,1 4-10 0,1 2 18 16,-2 3-2-16,4 1-4 0,0 0-11 16,-1 3 11-16,4 2-15 0,0 1 22 15,3 3-7-15,0 1-6 0,3 3 0 16,3 2 7-16,0 2-7 0,1 4 9 15,2 2 4-15,4 2-1 0,0-1-3 0,0 2-11 16,3 0-17-16,6 1-2 16,2-3-13-16,-1 1-11 15,4-2-15-15,-2-3-10 0,2-3 4 0,1-3-7 16,2-6-30-16,0-8-3 0,3-6-43 16,-5-7-13-16,2-3-12 0,-1-4-53 15,-2-5-54-15,1-2-84 0,-2-6-91 16,1-6-178-16,-1-2-184 0,2-6-429 0,-4-8 760 15,3 0 104-15</inkml:trace>
  <inkml:trace contextRef="#ctx0" brushRef="#br0" timeOffset="5580.503">7148 1584 13 0,'0'0'235'16,"0"0"1801"-16,0 0-1504 0,0 0-140 0,0 0-27 15,0 0 42-15,0 0-63 0,0 0-59 16,0 0-60-16,0 0-48 0,26 30-9 0,-18-17-19 15,2 9-24-15,-1-1-46 0,1 8-25 16,-1 3-17-16,1 3-22 16,-4 1-15-16,-2 6 0 0,-1 2 0 0,-2 1-1 15,-1 2-17-15,0 0-40 0,-4 0-9 16,-3 0-18-16,-1-2-6 16,-1-3-21-16,1-2-26 0,2-5-27 15,5-4-50-15,1-7-174 0,4-3-338 16,4-7-829-16,10 2-460 0</inkml:trace>
  <inkml:trace contextRef="#ctx0" brushRef="#br0" timeOffset="6964.196">8351 2720 974 0,'0'0'140'16,"0"0"1160"-16,0 0-871 0,0 0-41 0,0 0-86 15,0 0-20-15,0 0-8 0,0 0-7 16,0 0-53-16,3 84-51 0,-4-51-43 16,-4 3-34-16,-1 6-28 0,-1 0-9 15,2-1-12-15,-3 1-22 0,1-4-13 16,1-2-2-16,0-2-17 0,-1-3-51 0,6-3-109 16,1-4-88-16,1-4-14 0,12-2-163 15,2-3-323-15,3-1-718 0,-3-7-121 16</inkml:trace>
  <inkml:trace contextRef="#ctx0" brushRef="#br0" timeOffset="7491.815">9670 3563 2237 0,'0'0'485'0,"0"0"-225"0,0 0-16 16,0 0 30-16,0 0-9 0,0 0 32 15,0 0-33-15,0 65-59 0,0-45-66 16,-2 8-29-16,-1 5 16 0,0 3 58 16,-5 7-50-16,2 1-43 0,-1 1-30 0,-2 1-28 15,-1-2-5-15,0 2-26 0,1-3-2 16,1-4-22-16,-2-2-23 0,1-8-34 15,3-4-43-15,-4-4-49 0,3-9-59 16,0-3-137-16,2-5-672 0,-3-4-913 0</inkml:trace>
  <inkml:trace contextRef="#ctx0" brushRef="#br0" timeOffset="8549.233">8377 1682 232 0,'0'0'221'0,"0"0"1335"16,0 0-883-16,0 0-252 0,0 0-150 16,0 0-74-16,0 0-10 0,0 0-20 15,0 0-28-15,0 0-2 0,0 0-19 16,-55-48-40-16,47 48-35 0,-7 5 4 0,2 6 76 16,-3 6-15-16,-4 4-28 0,0 8-25 15,0 6-9-15,0 1-3 16,1 1 15-16,7-4 3 0,2-4 0 0,5-9 9 15,3-4-18-15,2-7-52 0,0-3-3 16,2-5-61-16,6-1-9 0,2 0-3 16,6-1 11-16,0-11-33 0,7-4-15 15,1-3-17-15,0-6-33 0,2 0-33 16,1-3-3-16,-3-2 6 0,-1 2-2 0,-2 3 46 16,-3 0 60-16,-5 5 73 15,0 4 16-15,-6 4 73 0,-1 5 22 16,-3 6 7-16,-3 1 2 0,2 1-13 15,-2 7 0-15,1 5 4 0,1 4-51 0,-1 5 12 16,2 1 3-16,-2 3 0 16,3-2 13-16,2-5 30 0,2-4-6 0,4-2-44 15,0-6-52-15,7-2-86 0,1-5-26 16,6 0 16-16,1-5-97 0,2-5-128 0,1 0-378 16,1-2-802-16</inkml:trace>
  <inkml:trace contextRef="#ctx0" brushRef="#br0" timeOffset="9614.412">9231 2444 293 0,'0'0'82'0,"0"0"-10"0,0 0 596 15,0 0 386-15,0 0-640 0,0 0-43 16,0 0-45-16,0 0-11 0,0 0 3 16,0 0-17-16,0 0-33 0,77-6-40 15,-66 20-65-15,-2 3-44 0,1 5-21 16,-4 4-13-16,0 5-24 0,-5 4-3 15,-1 3-6-15,0 0-4 0,-8 1-18 0,-1-4-5 16,-1 1-25-16,-3-2-1 0,3-2-51 16,-2-3-3-16,2-4 25 0,3-6 6 0,3-3 24 15,2-8 0-15,2-2-14 0,0-6-26 16,2 0-24-16,3-6-9 0,6-2 15 16,3-1-10-16,3-2-8 0,2 2 15 15,5-4-4-15,2 1-2 16,0 2-23-16,-1 2-18 0,-1 2 3 15,1 2 15-15,-4 4 21 0,-2 0 4 16,0 2 15-16,-6 6 16 0,0 0 32 16,-5 1 2-16,-2-1 37 0,-3 3 13 0,-1-3 15 15,-2 3 4-15,-2-3 12 0,-4 3-4 0,-5-1 13 16,-2-1-16-16,-2 0-16 0,-2-3-18 0,0 1 3 16,-5-4-9-16,1 0-16 15,-1-3-16-15,0 0-2 0,1-6-16 0,2-6-36 16,0-1-34-16,-1-6-56 0,3-4-63 15,1-4-82-15,3-2-233 16,4 6-226-16,4-11-543 0</inkml:trace>
  <inkml:trace contextRef="#ctx0" brushRef="#br0" timeOffset="9959.155">9895 1414 26 0,'0'0'1358'0,"0"0"-338"0,0 0-521 0,0 0-140 15,0 0-44-15,-78 57-113 0,58-30-29 0,0 5 13 16,-1 5 38-16,2 6-42 0,2 2 3 16,-2 1-1-16,6-1-46 0,1-2-28 15,4-6-28-15,5-3-12 0,3-9-21 0,0 0-25 16,3-5-23-16,5-4 11 0,4 1-12 16,3-7-39-16,5-2-49 15,3-6-37-15,10-2-34 0,5-2-10 16,4-8-49-16,6-4-223 0,-13 3-671 0,18-9-823 15</inkml:trace>
  <inkml:trace contextRef="#ctx0" brushRef="#br0" timeOffset="10607.159">10938 2077 2840 0,'0'0'659'16,"0"0"-211"-16,78 99-185 0,-41-48-14 0,1 5 1 16,-1 5-48-16,-2 4-40 0,-5 5-18 15,-4 3-26-15,-4 2-30 0,-5 0-27 16,-4 0-30-16,-3 1-28 0,-2-2-2 15,-3 1 2-15,-4 0-3 0,-1 2-33 16,-1 3-11-16,-12 3 44 0,-2 2 0 16,-6 1 1-16,-5 0 1 0,-3-1-2 0,-4-2-49 15,-2-4-27-15,2-4 9 0,-1-4 19 0,-1-4 2 16,2-7 3-16,0-6-30 16,-2-6-31-16,1-8-9 15,1 0 20-15,-2-7-27 0,0-3-9 16,-2-8-148-16,-4-1-125 0,-5-7-213 0,-1-3-461 15,8-5-556-15,-26-2 1531 0</inkml:trace>
  <inkml:trace contextRef="#ctx0" brushRef="#br0" timeOffset="13232.352">5915 1413 668 0,'0'0'385'0,"0"0"1043"15,0 0-983-15,0 0-125 0,0 0-123 0,0 0 63 16,0 0-33-16,0 0-104 0,0 0-60 15,0 0-35-15,0 0-9 0,-7 38-17 0,-10-6-2 16,-2 15 0-16,-4 7 23 0,-3 8 43 16,-1 8-4-16,-3 4-22 0,-2 3-15 15,-1 4 56-15,1-1-7 0,3-6 62 16,5-3-47-16,6-11-34 0,3-10-36 16,3-7-8-16,8-7-10 15,-1-6 10-15,4-2-11 0,1-2 1 0,0 2 0 16,7 1 1-16,2 3 14 0,1 6-15 15,3 4 0-15,-3 6 1 0,3 3-1 16,-3 6 0-16,-1 4 2 0,-1 2 10 0,2-1-13 16,-4 4-2-16,0 2-26 0,0 2-8 15,-1 3-14-15,-3 0-11 0,-1 4 15 0,-1 2-10 16,0 3-2 0,0 1-19-16,-3 3-47 0,-1 3 71 15,0 1-34-15,0-5-29 0,1-6-48 16,1-9-75-16,2-13-132 0,0-12-154 0,6-13-267 15,1-11-712-15,5-8 1488 0</inkml:trace>
  <inkml:trace contextRef="#ctx0" brushRef="#br0" timeOffset="15300.26">12389 1586 1217 0,'0'0'117'0,"0"0"824"16,0 0-566-16,0 0-89 0,0 0-29 0,0 0 68 15,0 0-25-15,0 0-48 16,79-23-40-16,-63 23-20 0,4 0-28 0,3 0-38 16,-1 4-18-16,3 6-38 0,-2 0-18 0,-3 5-40 15,-6 7-12-15,-8 6-34 0,-6 9 4 16,-4 10 8-16,-14 11 21 0,-6 8-2 16,-8 6-33-1,-4 3 11-15,-4 7 4 0,1-1 18 0,1-1-22 16,2-3 25-16,6-6 0 0,4-8 25 15,8-7 14-15,4-4 7 0,9-7-33 0,3-2-10 16,2-5-1-16,7-4-2 0,7 0-1 16,6-5-18-16,4 2-11 0,3-2-1 15,4 1-6-15,0 1-3 0,1 2-21 16,0 3-10-16,-2 2-6 0,-1 0-10 16,-4 2-24-16,-4 0-7 0,-2 1 6 15,-8 0 11-15,-5 1 3 0,-4 0 23 16,-2 0 75-16,-6 3 31 0,-7-1 7 0,-4 3 0 15,-3-2 12-15,1 2 20 0,-3-1 8 16,3 0-28-16,-1-3-13 0,0-1-37 16,1-2-9-16,3-8-116 0,0-1-83 0,4-4-193 15,1-4-84-15,0-4-78 16,5-4-225-16,0-5-710 0,6-5 1469 0</inkml:trace>
  <inkml:trace contextRef="#ctx0" brushRef="#br0" timeOffset="15413.713">12786 3823 3908 0,'0'0'1210'15,"0"0"-1137"-15,0 0-73 0,0 0-152 0,0 0-179 16,0 0-403-16,-96-34-1182 0</inkml:trace>
  <inkml:trace contextRef="#ctx0" brushRef="#br0" timeOffset="17684.551">2813 5661 880 0,'0'0'1'0,"0"0"1791"0,0 0-1234 0,0 0-173 0,0 0-48 16,0 0-24-16,0 0-61 0,0 0-24 15,0 0-63-15,-21 50-64 0,21-30-15 16,0 10-25-16,0 6 48 0,2 9 46 16,2 4-82-16,1 4-39 0,-1 2-10 15,2 2-9-15,-2 0-12 0,2-3 12 16,-1-8-14-16,1-5 17 0,2-6 10 15,0-7 2-15,-1-7-12 0,2-5-18 16,-3-3-27-16,4-3-9 0,-3-3-16 16,0-6-21-16,2 0-6 0,4-1 25 0,0 0-25 0,4-2-22 15,1-5 7-15,2-7-1 0,1-4-15 16,0-4-81 0,1-6-68-16,1-3-90 0,0-4-60 0,-2-2-52 15,0-2-56-15,-1-3-68 16,-2-3 78-16,-3 1 65 0,-1-3 132 0,-6 1 310 0,1 3 0 15,-3 3 205-15,-2 5 66 0,2 3 119 16,-2 6-20 0,-1 7 19-16,3 1-92 0,-5 6-34 0,2 3-68 15,-3 5 9-15,0 1 18 0,0 3-36 16,0 0-45-16,0 1-5 0,0 5-11 0,0 2-1 16,0 0-28-16,3 6-50 0,1 3-9 0,-1 7 22 15,2 5-19-15,-1 4 13 16,3 3-1-16,-3 3 3 0,1 3-27 15,-2 2 9-15,-2 2-13 0,2 4 7 16,-3 1-4-16,0 3 4 0,0-3-19 16,0-1-12-16,-3-3-1 0,3-4-27 0,-1-4-30 15,1-6-37-15,0-7-22 0,0-2-15 0,1-5-32 16,3-6-57-16,4-1-209 16,0-6-203-16,1-6-504 0,-3 0-390 15,-1-5 1270-15</inkml:trace>
  <inkml:trace contextRef="#ctx0" brushRef="#br0" timeOffset="18448.24">3866 6392 36 0,'0'0'169'0,"0"0"487"16,0 0 540-16,0 0-685 0,0 0-124 15,0 0-71-15,0 0-14 0,0 0-39 0,0 0-72 16,0 0-46-16,0 0-30 15,-73 18 15-15,61-4-24 0,-2 5-32 16,-1 5-28-16,1 6-12 0,1 1-3 0,3 1 12 16,0-2-3-16,3-4-19 0,4-6-18 15,1-6-3-15,2-3-1 0,0-5-11 16,0-1-31-16,6-5-9 0,0 0 2 0,2 0-11 16,1-5 8-1,4-1-43-15,1-6-6 0,1-3 18 0,2-1-6 16,1 0-4-16,-1-1 2 0,-3 3 33 15,-1 2 18-15,0 5 16 0,-3 2 12 16,0 5-44-16,-1 0 57 0,4 7 16 0,-3 6 76 16,3 4-14-16,3 5 39 0,0 2 26 15,-2 2-28-15,1-1-43 0,-1 3-20 16,-1-5-27-16,3-4-25 0,0-4-3 16,4-4-56-16,3-6-99 15,0-5-60-15,3-1-110 0,1-13-331 0,-5 2-535 16,5-16-687-16</inkml:trace>
  <inkml:trace contextRef="#ctx0" brushRef="#br0" timeOffset="18675.258">4340 6077 2240 0,'0'0'976'0,"0"0"-395"0,0 0-343 16,0 0-21-16,94 32 62 0,-59-24 20 0,1 0-36 16,-2 1-99-16,2-5-103 0,-3-1-61 0,-4-2-39 15,1-1-98-15,-6 0-83 0,-1-6-66 16,-5 4-157-16,-5-1-279 0,-8 3-651 16</inkml:trace>
  <inkml:trace contextRef="#ctx0" brushRef="#br0" timeOffset="18821.828">4401 6386 2565 0,'0'0'601'0,"0"0"-270"15,0 0-33-15,0 0 54 0,0 0-54 16,0 0-75-16,0 0-100 0,91 41-83 16,-61-41-40-16,1 0-19 0,3-2-95 15,-1-3-129-15,0-2-210 0,-9 1-588 16,10 2-900-16</inkml:trace>
  <inkml:trace contextRef="#ctx0" brushRef="#br0" timeOffset="19447.419">6000 5373 36 0,'0'0'1168'0,"0"0"207"0,0 0-825 0,0 0-92 16,0 0-51-16,0 0-48 0,0 0-16 0,0 0-70 16,0 0-62-16,-69 80-43 0,51-51-32 15,-1 3-8-15,3 5-16 0,-1 4-25 16,1 6-14-16,-1 3-19 0,2 3-9 0,-1 6-5 16,5 0-10-1,2 3-28-15,-1 4 13 0,3 2-3 16,0 7-11-16,-1 4 2 0,0 6-1 0,2 4-2 15,3 2-12-15,0 1 9 0,2 2 2 16,1 1-2-16,0-1 2 0,6 3-44 16,5 0 11-16,2 0-29 0,2-6 27 0,2-1-28 15,0-9 4-15,2-5-19 0,-1-5-12 16,0-7 3-16,-1-6-6 0,-2-3-52 16,-1-8-24-16,-4-10-60 0,3-1-65 15,-2-8-139-15,1-6-216 0,-2-8-383 16,5 1-366-16</inkml:trace>
  <inkml:trace contextRef="#ctx0" brushRef="#br0" timeOffset="20375.345">6815 5430 127 0,'0'0'2387'0,"0"0"-1968"0,0 0-137 15,0 0-100-15,0 0 24 0,0 0 116 0,27 68 13 16,-22-41-40-16,-1 5-61 0,0 8-60 16,-4 1-54-16,0 2-41 0,0 3-40 15,-5-1-17-15,-1-2-1 0,-2-2-21 16,2-4-12-16,1-2-43 0,-1-9-61 15,3-5-67-15,2-7-42 0,1-4-78 16,4-7-245-16,3-1-498 0,15-4-611 0</inkml:trace>
  <inkml:trace contextRef="#ctx0" brushRef="#br0" timeOffset="20868.27">8012 5498 734 0,'0'0'410'16,"0"0"901"-16,0 0-869 0,0 0-285 15,0 0 229-15,0 0-94 0,-89 84-13 16,69-46-65-16,-2 3-12 0,1 7-60 0,3-4-19 16,1-1-24-16,5-5-16 0,4-6-28 15,4-12-3-15,2-3-31 0,2-9-21 16,0-3-35-16,6-4-38 0,7-1-16 16,1-6 40-16,3-3-6 15,5-9-4-15,-2-6-43 0,3-4-34 16,0-3-29-16,-1-1-48 0,0 1-13 15,-1 0 5-15,1 4 46 0,-5 3 57 0,-1 2 99 16,-6 5 19-16,0 4 61 0,-5 6 69 16,-1 2 10-16,-1 5-26 0,-2 0 31 15,2 5 27-15,0 7-11 0,0 1-12 0,0 6 9 16,1 4-35-16,-1 5-30 0,1-2 14 16,3 3 16-16,-2-4 24 0,-1 0-44 15,2-3-63-15,3-5-40 0,-1-3-24 16,2-4-83-16,0-3-77 0,3-4-61 15,0-1-92-15,0-2-218 0,0 0-517 16,7-6-548-16</inkml:trace>
  <inkml:trace contextRef="#ctx0" brushRef="#br0" timeOffset="21274.961">9157 5585 2176 0,'0'0'327'0,"0"0"-121"0,0 0 10 15,0 0 107-15,0 0 24 0,0 0 37 16,-44 65-21-16,40-33-69 0,1 4-67 15,0 2 9-15,3-3 4 0,0-3-57 16,2-7-53-16,5-4-76 0,2-5-54 16,3-9 0-16,3-2-48 0,5-5-19 0,2-4 7 15,5-8-47-15,2-9-8 0,1-5-7 16,2-7-18-16,0-3-4 0,-3 0-12 16,-1 1-14-16,-5 2 3 0,-1 0 12 15,-8 3 43-15,-3 1 74 0,-6 3 38 16,-5 2 47-16,0 5 15 0,-13 1 23 0,-6 2 4 15,-7 7-14-15,-4 3-69 0,-6 6-6 16,-5 0-3-16,-3 12-149 0,-5 7-75 16,-1 5-265-16,11-1-278 0,-20 19-960 0</inkml:trace>
  <inkml:trace contextRef="#ctx0" brushRef="#br0" timeOffset="22479.042">8273 6763 1444 0,'0'0'195'16,"0"0"593"-16,0 0-205 0,0 0-56 0,0 0-130 0,0 0-65 16,0 0-25-16,0 0-45 0,0 0-51 15,0 0-16-15,0 0-49 0,22 65-64 16,-24-34-21-16,-2 1-13 0,-2 5-24 16,-1 1-8-16,-3 0-1 0,0 0-15 15,-2-2-21-15,0-1-86 0,1-5-38 16,0-2-56-16,-1-4-86 0,5-5-83 15,3-5-311-15,2-1-744 0</inkml:trace>
  <inkml:trace contextRef="#ctx0" brushRef="#br0" timeOffset="23181.741">9178 7449 2459 0,'0'0'569'0,"0"0"-195"0,0 0-127 0,0 0 3 0,0 0-27 15,0 0-24 1,0 0-34-16,8 68-51 0,-14-40-25 16,1 5-27-16,-2 0-13 0,0 5-9 0,1 1-22 15,-1-2-18-15,3-4-1 0,-1-3-57 0,4-4-50 16,1-5-105-16,0-9-85 0,4-2-189 16,2-7-836-16,11-4-1047 0</inkml:trace>
  <inkml:trace contextRef="#ctx0" brushRef="#br0" timeOffset="23887.494">9207 6378 962 0,'0'0'303'0,"0"0"152"0,0 0 603 16,0 0-577-16,-42 77-173 0,31-46-52 16,2 4-52-16,3 3-72 0,3-2-10 15,2 1-23-15,1-1-6 0,1-5-3 16,8-2-28-16,1-7-56 0,3-7-6 15,0-5-47-15,4-4-27 0,1-6-28 16,3-4-28-16,5-8 11 0,3-6-51 16,0-6-68-16,1-2-12 0,0-4-165 15,-5-3-77-15,1-1-9 0,-2 0 75 16,-1-1-26-16,-7 2 15 0,2 0 118 0,-8 2 319 0,-4 4 146 16,-5 1 324-16,-1 6-11 15,-6 3-30-15,-5 4 34 0,-5 5-50 0,-2 6-19 16,-6 2-104-16,1 2-167 15,-3 6-28-15,1 3-95 0,5 1-19 0,0-3-44 16,6 0-127-16,-1-6-186 16,8 0-320-16,-2-3-980 0</inkml:trace>
  <inkml:trace contextRef="#ctx0" brushRef="#br0" timeOffset="24361.644">10429 5493 1239 0,'0'0'91'0,"0"0"1870"0,0 0-1322 16,60 86-217-16,-38-48-125 0,3 2-54 0,-1 6-50 16,-1 4-71-16,-2 0-31 0,0 4-42 15,1 5-13-15,-3 1 3 0,1 2-2 16,-3 3-10-16,-1-1-6 0,-3 1-21 15,0 0 3-15,-5-1 6 0,0 0-9 16,-4 3-19-16,-3 4 16 0,-1 2-9 0,0 6-3 16,-5 0 15-16,-5 5 13 0,-1-1-12 15,-6 2-1-15,3-2-3 0,-3-2-45 16,2 1 5-16,-1-7 19 0,3-3 21 16,-1-2-28-16,2-4-2 0,1-6-19 15,-2-4 0-15,0-4-18 0,-3-9-31 16,1-1-30-16,-2-6-10 15,-4-3-38-15,-4-5-50 0,-2-3-118 0,-7-3-177 16,9-3-235-16,-24 0-557 0</inkml:trace>
  <inkml:trace contextRef="#ctx0" brushRef="#br0" timeOffset="26778.018">13101 5836 812 0,'0'0'16'0,"0"0"-9"0,0 0 25 0,0 0 33 15,0 0 502-15,0 0-79 0,0 0-100 16,0 0-94-16,0 0-65 0,0 0-40 16,0 0 0-16,9-52-14 0,-9 53 75 0,0 3-1 15,0 4-67-15,0 4-13 0,-3 4-39 16,-1 9-10-16,-1 6-45 0,2 8-5 0,-2 2 20 16,2 7 29-16,-2 2-18 0,4-3-12 15,-1-2-13 1,2-4 0-16,0-7-33 0,2-8-40 15,2-7-3-15,2-6-1 0,1-5-27 0,2-3-17 16,-1-3-10-16,3-2-21 0,3-2-4 0,0-7-15 16,5-4 9-16,-1-5-3 0,2-5-31 15,1-5 0-15,0 0-19 0,0-4-54 16,-1 0-59-16,2-4-44 0,-2 0-28 16,0-3-3-16,-1-1 12 0,-3-1-44 15,-2 3 22-15,-1-1 110 0,-3 7 61 16,-1 3 111-16,-1 5 55 0,-3 6 71 15,-2 5 40-15,-2 6 90 0,1 1 75 16,-2 1-1-16,0 5-49 0,0 0-23 16,0 0-4-16,0 0-14 0,0 0-32 15,0 4-16-15,0-2-20 0,0 3-6 0,0-5-33 16,0 5-12-16,0 2 6 0,0 1 11 0,0 10-11 16,0 6 12-16,0 3 12 15,0 5 1-15,0 7-17 0,-3 2-6 16,-2 4 6-16,1 0-6 0,-3 2 6 15,0-4-40-15,1 0-25 0,-2-3-14 0,2-5-1 16,1-8-18-16,-1-3-22 0,5-4-34 16,-2-6-43-16,3-6-34 0,0-3-44 15,0-3-59-15,4-2-137 0,-1 0-249 16,5-12-537-16</inkml:trace>
  <inkml:trace contextRef="#ctx0" brushRef="#br0" timeOffset="27729.363">12989 5503 342 0,'0'0'310'0,"0"0"1281"0,0 0-1033 0,0 0-74 16,0 0-156-16,0 0-92 0,0 0-31 0,0 0-42 16,0 0 7-16,0 0 75 15,52 26-85-15,-29-20-47 0,3-2-30 0,2 2-7 16,3-1-15-16,0-1-15 0,0-1-44 16,-1 0-2-16,0 0 0 0,-1-2-2 15,-2 1-38-15,1-2-21 16,-1 0-30-16,-2 0-38 0,-1 0-52 0,1-3-63 15,-3-1-165-15,-4 0-354 0,9-3-626 0</inkml:trace>
  <inkml:trace contextRef="#ctx0" brushRef="#br0" timeOffset="29565.181">14570 5973 1114 0,'0'0'1729'0,"0"0"-1153"16,0 0-357-16,0 0-118 0,0 0-47 16,0 0 34-16,79 0 34 0,-57-1 17 0,2-1-5 15,-1 0-78-15,-3-2-56 0,-1 1-81 16,0 1-50-16,-5-3-39 0,0 3-60 16,-3-1-81-16,-4 1-174 0,-3 2-245 15,-4 0-853-15</inkml:trace>
  <inkml:trace contextRef="#ctx0" brushRef="#br0" timeOffset="29747.604">14548 6167 2561 0,'0'0'661'0,"0"0"-257"16,0 0-230-16,0 0-48 0,0 0-1 0,0 0-2 15,0 0 2-15,84 8-20 0,-60-8-37 0,5 0-68 16,-2-5-59-1,0-1-93-15,-2-1-83 0,-2 1-82 0,-3 2-128 16,-8 0-333-16,5 3-882 16</inkml:trace>
  <inkml:trace contextRef="#ctx0" brushRef="#br0" timeOffset="34963.747">13744 6178 1246 0,'0'0'355'15,"0"0"-118"-15,0 0-146 0,0 0-32 16,0 0-7-16,0 0 446 0,0 0-250 0,0 0-55 16,0 0-52-16,0 0 3 15,-10-36 34-15,10 35 19 0,4-2 21 0,3-1 15 16,0 2-18-16,-1-2-14 0,1 1-22 15,-2 3-47-15,-2 0-31 0,0 0-33 16,0 9-10-16,-2 7 6 0,3 7 12 0,-4 7-15 16,0 7-12-16,-5 5-28 15,-3 7 19-15,-2 4-19 16,1 1-21-16,-2 0 12 0,2 1-12 0,-1-2 1 16,0-3-1-16,0 1-3 0,0-6-18 15,0-3-13-15,1-7 13 0,3-5-15 0,-1-11-1 16,5-5-12-16,2-6-24 0,0-7-25 0,0-1-6 15,6-4 25-15,3-5 48 0,1-7 31 16,5-3-19-16,-2-5 16 0,2-5-37 16,-3 4 37-1,2-1 3-15,-5 5 1 0,1 5-1 0,-2 6 0 0,-3 5-15 0,2 0 14 16,-2 5 1-16,-1 0 31 0,3 0 6 16,2 6-7-1,-1 1-8-15,3 3 9 0,-2 1-4 16,0 1-5-16,-1 0-20 0,-1 0 19 15,-3-1-3-15,0 0 4 0,-2 0 5 0,-2 0-25 16,0-1 35-16,0 0 3 0,-2-1-16 16,-5 0-9-16,0 0 4 0,1-3-19 0,-3-3-9 15,-2 0-37-15,1-1-6 16,-2 0-15-16,-3-2-7 0,0 0-24 16,-1-2-22-16,-4-3 6 0,3-3-10 0,-5-2-24 15,-1-4-134-15,0-1-226 16,-3-5-228-16,6 6-465 0</inkml:trace>
  <inkml:trace contextRef="#ctx0" brushRef="#br0" timeOffset="43630.852">15749 5475 55 0,'0'0'545'0,"0"0"-98"15,0 0-330-15,0 0 10 0,0 0 669 16,0 0-262-16,37-68-129 0,-33 58-123 15,1 2-47-15,-1 0-11 0,-1 3-4 16,-2 2-25-16,1 3-39 0,-1-2-10 0,-1 2-17 0,0 0-15 16,0 0-16-16,0 0-9 0,-1 2-3 15,-2 4-6-15,-3 0-19 0,-1 7-22 16,-5 5-8 0,1 7-16-16,-1 4 37 0,-1 2-31 0,0 4 0 15,0 2-6-15,2-1 4 0,-1 2-4 0,2 1 6 16,0 4-19-16,1 3 19 0,1 4-21 15,-1 6 0-15,3 3 11 0,0 5 5 16,4 4 8-16,-1 2-3 0,2-2-9 16,1 2 22-16,0-2-22 0,9-1-12 15,0 2 0-15,7 0-12 0,1-3 10 0,0 1-12 16,4 0 13-16,0-7 1 0,1 0-2 16,1-3-29-16,2-6-17 0,-1-4-13 15,2-6 3-15,-2-5-15 0,0-6-15 0,-1-8-16 16,0-5-3-1,-3-3 0-15,-1-5-7 0,1-4-34 0,-3-4-56 0,0-1-118 16,0-10-160-16,1-5-188 16,-5 3-432-16,7-20-312 0</inkml:trace>
  <inkml:trace contextRef="#ctx0" brushRef="#br0" timeOffset="44083.03">16378 5339 954 0,'0'0'179'0,"0"0"1310"0,0 0-962 0,0 0-167 16,0 0-107-1,0 0-11-15,0 0-7 0,0 0-11 0,0 0-20 16,0 0-45-16,-1 89-36 0,-1-56-47 16,2 6-11-16,0 3-4 0,-3 5-28 15,-1-1-2-15,1 3-19 0,-4-2-12 0,0-1-40 16,0-4-24-16,-2-4 18 0,3-2-51 16,3-5-38-16,2-3-71 0,1-5-76 15,0-4-212-15,6-2-558 0,0-8-663 16,9 0 619-16</inkml:trace>
  <inkml:trace contextRef="#ctx0" brushRef="#br0" timeOffset="44784.656">17399 5354 52 0,'0'0'444'0,"0"0"1041"0,0 0-1057 16,0 0-44-16,0 0-105 15,0 0 18-15,0 0-14 0,-82 7 0 16,65 12-57-16,-1 8 14 0,0 4-61 15,1 4-49-15,0 1 5 0,4 0-16 0,3-2-42 16,1-4-50-16,7-4-5 0,2-5-22 0,1-7-13 16,9-4 1-16,0-4-24 0,6-1 23 15,0-4 13-15,2-1 0 0,1-4 0 16,1-5-55-16,3-6-12 0,-2-1-1 16,2-4-18-16,0-3-21 0,-2-1-26 15,-2-3-6-15,0 0 5 0,-5 0 9 16,-1 0 36-16,-6 2 30 0,-1 4 29 0,-4 1 30 15,-2 5 3 1,0 2 56-16,0 7 43 0,-5 0-24 0,-1 6-25 16,-1 0-35-16,-3 0-18 0,2 6-40 15,-1 2-26-15,0 3-22 0,2 0-41 0,1 2-202 16,0 1-403-16,2-2-619 16</inkml:trace>
  <inkml:trace contextRef="#ctx0" brushRef="#br0" timeOffset="45846.389">18587 5261 852 0,'0'0'508'16,"0"0"573"-16,0 0-591 0,0 0-112 15,0 0-137-15,0 0-1 0,0 0 75 16,-44 75-69-16,29-40-57 0,-2 3 15 0,3-1-66 16,2-1-74-16,4-5-9 0,5-8-21 15,3-3 2-15,1-5 65 0,6-7-10 16,6-1-88-16,2-3 0 0,3-4-3 15,3 0-1-15,5-6-81 0,2-7-18 16,3-4-41-16,-1-5-15 0,-1 1-26 16,0-2-38-16,-4 1 28 0,-3 2 57 15,-3-3 66-15,-6 1 40 0,-2 0 27 0,-6 0 2 16,-5 0 32-16,0 1 11 0,-11 5-10 16,-6 2 14-16,-6 2-4 0,-5 7-5 15,-4 5-38-15,-4 3-19 16,-3 8-93-16,-2 3-30 0,-3 5-167 0,-1 3-191 15,-4 3-228-15,12-7-644 0</inkml:trace>
  <inkml:trace contextRef="#ctx0" brushRef="#br0" timeOffset="46585.174">17571 6321 2192 0,'0'0'614'0,"0"0"-114"16,0 0-183-16,0 0-36 0,0 0 45 0,0 0-34 0,0 0-40 16,24 82-49-16,-23-51-57 0,1 2-48 15,-2 0-37-15,0 2-25 0,-2-4-8 16,-1 0-28-16,-3-2 0 0,-2-1-24 16,0-2-9-16,-1 0-68 15,0 0-45-15,3-3-96 0,2-1-162 0,2-2-320 16,2-6-483-16,2 4-511 0</inkml:trace>
  <inkml:trace contextRef="#ctx0" brushRef="#br0" timeOffset="47009.941">18517 7163 2040 0,'0'0'976'0,"0"0"-717"0,0 0-259 0,0 0 3 16,0 0 172-16,0 0 170 0,0 0 23 0,0 0-154 15,0 0-74-15,0 0-45 0,14 62-2 16,-14-37-4-16,0 5 0 0,0 3 6 16,-1 3-22-16,-1 3-52 0,-2 0-19 15,0 1-2-15,1-2-1 16,-1 2-11-16,-1-3-31 0,-1-1-58 0,2-1-46 15,-1-6-19-15,2-4-13 0,3-5-45 16,0-4-118-16,0-6-212 0,7-6-426 16,-2 0-575-16,3-8 1330 0</inkml:trace>
  <inkml:trace contextRef="#ctx0" brushRef="#br0" timeOffset="47845.87">18400 6169 502 0,'0'0'303'0,"0"0"1072"0,0 0-854 15,0 0-56-15,0 0-105 0,0 0-88 16,0 0-43-16,0 0-31 0,0 0-55 16,0 0-35-16,0 0 59 0,33 17 45 15,-29 13-86-15,2 4-22 0,-6 4 5 16,0 4 10-16,-3 0-46 0,-6 1-30 0,-2-3-10 15,0-4-33-15,-1-3 0 0,1-4-15 16,2-4-10-16,1-8-5 0,5-3 0 0,1-5-4 16,2-2-14-1,0-4-22-15,0-1 3 0,0-1 3 16,2-1-1-16,5 0 10 0,1 0 22 16,3-3 32-16,6-4-1 0,0-1-26 0,3-2 0 15,2 2 1-15,-2 2-1 0,0-1 4 16,-4 6 2-16,3 1 4 15,-2 0 5-15,-2 0 13 0,-3 4-2 0,-1 1 2 0,-3 0 16 16,-2 0 27-16,-3 1 6 0,0-3-9 16,-3 1 3-16,0 1-7 0,-7 0 4 15,-1 0-9-15,-2-1-14 0,-4 2-17 16,-1-4-2-16,-2 0-10 0,0-2-1 16,-2 0-8-16,-1 0-13 0,1-2-30 15,-1-4-46-15,3-3-47 0,-1-2-174 0,1-3-225 16,6-1-240-16,3-3-494 0,3 4-290 15,5-10 1544-15</inkml:trace>
  <inkml:trace contextRef="#ctx0" brushRef="#br0" timeOffset="48711.759">19642 5392 258 0,'0'0'459'0,"0"0"1195"0,0 0-1160 16,0 0-174-16,0 0-113 0,0 0-35 0,0 0-30 15,0 0-6-15,0 0-17 0,0 0-5 16,0 0-26-16,0 6-32 0,5-1-16 0,2 3 13 15,4 4 65 1,2 7-32-16,1 4-8 0,4 5-20 16,2 4-8-16,-1 3-11 0,1 2 1 0,2 0-9 15,-3-1-3-15,2 0-10 0,1-1 4 16,-3 1-1-16,-1-2-19 0,0 0 0 16,-1 2 0-16,-2 0-1 0,-1 6 11 15,-3 3 13-15,-1 1-7 0,-5 5 1 16,-3 1-17-16,-2 4 1 0,0-1-1 15,0 4-2-15,-7 2-31 0,0 1 19 16,-3 2-12-16,-2 2-53 0,0 0-40 0,-1 3 37 16,-2-1-9-16,-1 0 33 0,1-4 28 15,-1 0 0-15,-2-1 16 0,-1-1-13 16,-1-3-31-16,-4-2 16 0,-3-2-31 16,-2-2-29-16,-3-5-108 0,-2-1-161 0,-1-3-157 15,0-4-160 1,1-2-433-16,8-10 60 0,-9 9 958 0</inkml:trace>
  <inkml:trace contextRef="#ctx0" brushRef="#br0" timeOffset="50846.809">2517 9001 1228 0,'0'0'1918'0,"0"0"-1390"0,0 0-248 16,0 0-82-16,98 12-5 15,-50-6 58-15,5-1-39 0,2-3-46 16,-3 1-23-16,-3 0-54 0,-3-3-76 0,-6 2-13 16,-1 0-25-16,-7-2-109 0,1 0-62 15,-3 0-31-15,-1-2-73 16,-1 0-76-16,-7-1-307 0,-5 2-782 0,-6-1-348 15</inkml:trace>
  <inkml:trace contextRef="#ctx0" brushRef="#br0" timeOffset="51131.49">2830 9104 280 0,'0'0'2303'0,"0"0"-1769"15,0 0-218-15,0 0-110 0,0 0-14 16,0 0 35-16,0 0-33 0,-13 67-36 15,13-44-37-15,4 8-41 0,-1 2-30 0,-3 6-14 16,0 2 1-16,0 3 19 0,-4 5 14 16,-6-4 1-16,3 4-16 0,-1-6-3 15,-3 0-16-15,4-3-17 0,-1 2-18 16,3-2-1-16,-1-2-3 0,0-5-16 0,5-2 1 16,1-3-3-16,0 1-16 0,3-3 0 15,7 0 7-15,1-1 2 16,6-1 1-16,2-5-20 15,4 1 4-15,5-3 13 0,2-4-26 0,6-7-24 16,6-2 3-16,5-4-40 0,8-10-88 16,4-6-210-16,0-6-585 0,-14 2-1068 15,14-10 1520-15</inkml:trace>
  <inkml:trace contextRef="#ctx0" brushRef="#br0" timeOffset="51932.676">3928 9114 346 0,'0'0'336'0,"0"0"1219"0,0 0-1044 16,0 0-155-16,0 0-142 15,0 0 25-15,0 0 1 0,0 0-45 0,0 0-22 16,0 0-61-16,0 0-35 0,-6 22 1 15,5 2 39-15,-2 10 65 0,-1 9-25 16,-2 7-38-16,0 6-12 0,-1 0-9 16,0-2-16-16,0-3-18 0,1-6-31 15,0-7-20-15,3-4-13 0,0-8-12 16,3-5 0-16,0-7-6 0,6-3-31 0,1-4-12 16,2-3-9-16,5-4-3 15,1 0 21-15,3-5-15 0,1-8-10 16,4-5 13-16,2-4-16 0,1-6-15 0,-3-5-44 15,4-2-22-15,1-2 2 0,-3-1-48 16,0-4 6-16,-1 0 34 0,-3 0 5 16,-1 0 64-16,-6 5 44 15,1 4 25-15,-4 3 29 0,-2 11 0 0,-5 2 38 0,2 3 45 16,-5 7 28-16,1 2-19 0,-1 3-22 16,-1 0-20-16,0 2-34 15,0 0 47-15,0 3-35 0,0 3 1 0,0 7-27 16,0 5 35-16,0 8 23 0,-3 5-35 15,-4 10 16-15,0 2 10 0,-3 4-1 16,-2 1 3-16,-2 0-22 0,2-1-6 16,-2-1 6-16,4-3-31 0,3-4-22 0,2-4 7 15,2-5-26-15,3-6-59 16,0-6-42-16,6-3-100 0,7-5-132 0,0-6-396 16,5-2-738-16</inkml:trace>
  <inkml:trace contextRef="#ctx0" brushRef="#br0" timeOffset="52379.624">4712 9693 1550 0,'0'0'403'0,"0"0"287"0,0 0-301 15,0 0-140-15,0 0 50 0,-82 72 48 16,65-43-80-16,-2 3-87 0,3 1-59 0,0 0-25 16,5-4-19-16,2-4-34 0,5-6-34 15,4-8-9-15,0-1-37 0,3-6 3 16,4 0 16-16,1-4 5 15,4 0 13-15,2 0-2 0,1-8 0 16,5-6 2-16,0-2 0 0,2-5-12 0,4-2-22 16,0-2 0-16,-2 2-6 15,2 2 12-15,-6 3-3 0,-1 2 0 0,-3 8 6 16,-5 3 3-16,-2 5-15 0,-3 0 37 16,1 3 31-16,0 5 62 0,-1 6 3 15,-2 2-16-15,1 6-33 0,-2 0-4 16,-2 5 0-16,-1-1-6 0,0-2-16 15,0 0-20-15,0-5-1 0,0-1-46 16,0-5-102-16,3-2-12 0,1-5-30 0,2-1-60 16,1-5-232-16,2 0-585 0,1 0-852 15,1-8 1808-15</inkml:trace>
  <inkml:trace contextRef="#ctx0" brushRef="#br0" timeOffset="52647.809">5477 9994 2523 0,'0'0'1297'16,"0"0"-1231"-16,0 0-66 0,0 0 0 15,-4 80 63-15,-6-55 135 0,-3 2-24 16,0 4-99-16,-4-1-75 0,-2 1-36 0,2-3-64 16,-5 0-74-16,1-2-107 0,0-2-213 15,-2-5-546-15,9-3-604 0,-8-3 1559 0</inkml:trace>
  <inkml:trace contextRef="#ctx0" brushRef="#br0" timeOffset="53366.629">6245 9254 821 0,'0'0'88'15,"0"0"1477"-15,0 0-1044 0,0 0-153 16,0 0-92-16,-23 70 1 0,19-29-47 0,-2 11-25 16,-1 3 15-16,0 5-38 0,1 1-26 15,-1-4-12-15,2-7-46 0,3-7-37 0,2-10-40 16,0-9-21-16,4-6-2 0,5-7-19 16,2-7-40-16,5 0-3 0,3-4-31 15,1-7-12-15,4-9 21 0,5-4-3 16,2-9-13-16,0 0-21 15,0-3-23-15,-3-2-4 0,1 2 32 16,-3 0 7-16,-4 0 39 0,-4 1 22 16,-3 1 5-16,-4 5 45 0,-3 2 26 0,-4 12 78 15,-1 4 5-15,0 7-17 0,0 4-2 16,1 9-12-16,0 6 62 0,-1 10-35 16,0 4-19-16,-3 6-42 0,0-1 29 15,0 3-17-15,-6-1-4 0,-2-6-43 0,-1-4-9 16,5-6-107-16,-1-8-103 0,4-5 0 15,-1-5 4-15,1-6-58 16,1 0-256-16,-3-10-534 0,1 2-532 16,-6-13 1283-16</inkml:trace>
  <inkml:trace contextRef="#ctx0" brushRef="#br0" timeOffset="53598.315">5905 9059 939 0,'0'0'137'0,"0"0"1242"0,0 0-873 15,0 0-27-15,88 8-124 0,-49-7-59 0,3 0-103 16,3-1-53-16,2 0-72 0,1-1-45 16,-1-4-23-16,5-2-15 0,0-2-87 15,3 0-97-15,3 3-30 0,1-1-105 16,-13 3-332-1,14 4-918-15</inkml:trace>
  <inkml:trace contextRef="#ctx0" brushRef="#br0" timeOffset="54098.138">6904 9608 72 0,'0'0'3235'0,"0"0"-2684"0,-3 66-331 0,0-33-98 15,-1 7 92-15,0 7 120 0,-5-1-46 16,2 1-99-16,-3 3-95 15,1-5-45-15,-1-1-29 0,4-3-20 0,-1-5-2 16,4-7-31-16,3-4-13 0,0-6-15 16,0-5-6-16,3-5 6 0,4-4 3 15,1-3-12-15,3-2 15 0,1-2 9 16,2-7 24-16,3-4 10 0,0-3-19 16,4-4-12-16,0 0-3 0,2 0 13 0,-1 2-7 15,0 4 12 1,-2 4 12-16,-1 5 16 0,-1 2-18 15,-2 3-16-15,-3 3 18 0,-1 5 13 0,-1 1 3 16,-4 5 19-16,-2 0-7 0,-2 3 19 16,-3 0 3-16,0 2 0 0,-5 3 3 15,-2-2 6-15,-4-1-25 0,-3 0 10 16,1-3-7-16,-2-3-18 0,0-4-3 0,-2-2-21 16,-2-4-47-16,0-3-30 0,-1 0-4 0,1-3 9 15,1-8-49-15,1-2-190 0,2-5-269 16,3-4-562-16,3 5-420 0,1-15 1580 0</inkml:trace>
  <inkml:trace contextRef="#ctx0" brushRef="#br0" timeOffset="54612.716">7629 9285 1148 0,'0'0'1788'0,"0"0"-1140"16,0 0-329-16,0 0-172 16,0 0 44-16,0 0 42 0,0 0-11 0,0 0-99 15,0 0-70-15,0 0-38 0,92-29-15 16,-71 22 0-16,-1 1-15 0,-2 0-22 0,-2 1-3 15,1 3 6 1,-5 2 9-16,2-1 4 0,-5 1 5 16,0 0 4-16,-3 0-3 0,-2 5-1 0,3 3-14 15,-3 3-20-15,-1 4 29 0,0 6-7 0,0 5 27 16,-3 3 1-16,1 3 15 0,-1 5 7 16,0 1-7-16,0-1 1 0,2 4-13 15,2-2 18-15,3 1-2 0,-1 2 2 0,-2-3 23 16,1 1-23-16,-2 2 10 0,-2-1-19 15,1 1 10-15,-1 0-19 0,-1-3 9 16,0 1-11-16,0-3 0 0,0-6 0 16,0-2-1-16,0-5-28 15,0-3-5-15,0-4-35 0,0-1 25 16,0-3 9-16,0-4-9 0,-1-2 41 16,-1-4-20-16,-1 0-34 0,0-3-18 0,-4 0-16 15,0 0-10-15,-5-4-27 16,1-2-31-16,-5-5-75 0,0 1-5 0,-3-4-90 0,2 0-80 15,1-5-203-15,2-1-570 16,4 5 744-16,-2-10 163 0</inkml:trace>
  <inkml:trace contextRef="#ctx0" brushRef="#br0" timeOffset="54953.701">9066 9760 3414 0,'0'0'735'16,"0"0"-533"-16,0 0-200 0,0 0-2 0,78 23 62 16,-50-20 145-16,4-1 46 0,3 0-143 15,-2-2-67-15,3 0-28 0,0 0-15 0,-3-2-66 16,-2-1-42-16,-7-1-14 16,-4-1-32-16,-4 1-41 0,-3-1-141 15,-7 1-296-15,-6 0-610 0,0 2-558 16,-14 0 1575-16</inkml:trace>
  <inkml:trace contextRef="#ctx0" brushRef="#br0" timeOffset="55122.853">8981 10043 2267 0,'0'0'2134'16,"0"0"-1779"-16,0 0-294 0,0 0-61 15,0 0 0-15,104 19 3 16,-70-19 114-16,2-3-38 0,-1-2-79 15,2 0-78-15,-4-1-112 0,-4-1-91 0,-3 2-272 16,-3 2-760-16,-10 0-1203 0</inkml:trace>
  <inkml:trace contextRef="#ctx0" brushRef="#br0" timeOffset="60531.164">10585 9574 284 0,'0'0'173'0,"0"0"-66"16,0 0-48-16,0 0 433 0,0 0-79 0,0 0-68 16,0 0-46-16,0 0-53 0,0 0-30 15,-2-16-23-15,2 15 9 0,0 1 3 16,0-1-33-16,0 1-35 0,0 0-33 15,0 0-15-15,0 0-4 0,0 0-3 16,0 0 12-16,2 0 7 16,-2 0-7-16,0 0-4 0,0 1-9 0,0 2-4 15,-2-1-6-15,-1 2-3 0,-5-1 31 16,-1 4-38-16,-3 2-39 0,0 2-4 16,-1-1-16-16,1 3 14 0,1-1 11 0,-1 1-8 0,2 0 5 15,0 4 19 1,1 0 3-16,-1 2-31 0,2 0-12 0,-3 5 9 15,2-2-10-15,0 0 10 0,0 2 6 0,2-1-5 16,-3 1-11-16,6 0 19 16,-1 0-9-16,1-1 10 0,-1 0-10 0,2-3 0 15,1 3-10-15,-2-4 0 0,1 0 13 16,0 0-13-16,1-2-1 0,-2 0-1 16,1-1-2-16,2 0-1 0,-2 0 2 15,0-1-2-15,0 0 1 0,0-4 0 16,-1 1-1-16,1-1 0 0,0-1 3 15,2 1 2-15,-2 2 13 0,0-2-12 16,-2 2 0-16,2-1 1 0,0 0 10 16,1 1-13-16,-2 1 0 0,1 0 1 15,-2-1-2-15,2 5-1 0,0-2-11 16,2 1 11-16,0 0 1 0,-1-1 12 0,1 1-9 16,1-1-1-16,0-1 13 0,0 2-3 15,0-3 0-15,0 3-8 0,0-1 11 16,0 3-12-16,1 0 12 0,2 4-12 15,0 0-2-15,0 2 14 0,0 0-15 16,0-2 3-16,0 4-3 0,2 0 0 16,-2 3 1-16,3 5 29 0,-2 0-12 0,4 4-18 15,0 3 27-15,-1 0-2 0,2 2-1 16,0-2-21-16,2 1 0 0,-2-1 12 0,-1 0-14 16,2-1 1-16,-2-4 0 0,-4 1 0 15,3 0-1-15,-2-3-1 16,-2 3-2-16,2-2-16 0,1 4-6 15,-2-2 12-15,2 2-28 0,0 0-27 16,2-2-12-16,1-1-9 0,1-1 8 0,1-4-27 16,1 0-13-16,0-7-52 0,-1-5-91 15,2-1-219-15,-1-8-280 0,-1-3-744 16,-2-2 1-16</inkml:trace>
  <inkml:trace contextRef="#ctx0" brushRef="#br0" timeOffset="61249.453">11275 9343 375 0,'0'0'209'15,"0"0"1717"-15,0 0-1369 0,0 0-168 0,0 0-145 16,0 0-58-16,-6 72 6 0,3-51-26 16,-2 3-51-16,-1 4-44 0,2 2-28 0,1 1-42 15,0 2-1-15,0 1-14 16,0 0-5-16,0-2 4 0,0 3-16 15,0-3-25-15,0 1-69 0,-2-1-38 16,2-2-116-16,3 1-187 0,0-2-176 16,0-7-596-16,3 8-61 0</inkml:trace>
  <inkml:trace contextRef="#ctx0" brushRef="#br0" timeOffset="61737.262">12287 10451 1558 0,'0'0'299'0,"0"0"429"0,0 0-351 16,0 0-156-16,0 0-100 0,0 0-3 0,0 0 60 15,1 70 81-15,-1-49-61 0,-3 3-67 16,0 6-49-16,-1 2-42 0,0 3 3 0,-3 5-12 16,1 2-3-16,-1 0-11 0,-1-3-17 15,-1 1-31-15,1-3-37 0,2-4-26 16,-1-2-46-16,6-5-58 0,1-2-99 15,0-2-225-15,4-4-699 0,3-4-517 0,4 2 1640 16</inkml:trace>
  <inkml:trace contextRef="#ctx0" brushRef="#br0" timeOffset="62196.506">13251 11270 741 0,'0'0'2551'16,"0"0"-2066"-16,0 0-381 15,0 0-104-15,0 0-13 0,0 0 13 0,16 87 138 0,-16-57 4 16,0 8 26-16,-5 3-41 0,-4 2-56 16,1 1-34-16,-2-3-33 0,0-1 7 15,1-2-11-15,2-7-59 0,1-3-24 16,-1-6-48-16,4-6-62 0,1-4-144 16,0-4-199-16,-1-3-808 0,2-2-511 15</inkml:trace>
  <inkml:trace contextRef="#ctx0" brushRef="#br0" timeOffset="63213.366">10974 10672 277 0,'0'0'114'15,"0"0"69"-15,0 0 1040 16,0 0-794-16,0 0-100 0,0 0 0 16,0 0-120-16,0 0-31 0,0 0-31 15,85-16-20-15,-65 16 6 0,2 0-10 0,-1 6-35 16,2 1-25-16,0 5-4 0,-5 0-7 16,-1 2-18-16,-4 1-6 0,-2-1-9 15,-3 1-16-15,-4-1 11 0,-2 1-14 0,-2-1-12 16,0-1 12-16,-5-2 0 15,-2 1-1-15,-3-2-2 0,-2-1-10 16,1-2-8-16,-4-4-4 0,2-1-1 0,-2-2-34 16,-1-2 16-16,0-4-50 0,6-3 94 15,-2 0 38-15,7-2 9 0,0-2-47 16,2-2-7-16,0 1-21 0,3-3 16 16,0 2-4-16,0-3-60 0,3 3-132 15,6-1-53-15,2 5-167 0,2 3-370 16,-2 4-755-16,7 7 1351 0</inkml:trace>
  <inkml:trace contextRef="#ctx0" brushRef="#br0" timeOffset="63609.248">10994 11485 59 0,'0'0'1122'0,"0"0"-299"0,0 0-408 16,0 0-135-16,0 0-9 0,0 0-19 0,0 0-32 16,89-52-48-16,-66 52-21 15,-1 0-59-15,4 9-39 0,1 0-28 0,1 4 6 16,-5 3-12-16,-4 1 9 0,-2 1-9 15,-7 1 23-15,-4-2-8 0,-2 3 16 16,-4-2 19-16,0 1 9 0,-7-5-22 16,-3 1 3-16,-3-2-10 0,-6-1-15 15,-2-3-34-15,-1-2-12 0,-3-2-22 0,2-2 3 16,0-3-25-16,4 0-15 16,2 0-10-16,3-3-10 0,1-6-29 0,3 3-5 15,2-2-45-15,3-1-46 0,5-1-115 16,0 0-160-16,5-2-228 0,3 3-637 15,9-3 1268-15</inkml:trace>
  <inkml:trace contextRef="#ctx0" brushRef="#br0" timeOffset="63978.123">12134 11571 140 0,'0'0'2297'16,"0"0"-2026"-16,0 0-207 0,0 0-44 16,82-18 51-16,-60 18 83 0,-2 0 41 15,0 6 28-15,-2 6-58 0,-3 1-54 16,-2 3-26-16,0-1-22 0,-6 2 3 15,-2 1-10-15,-4 3 13 0,-1-2-15 0,-1 0-16 16,-8 0-4-16,-2-1 16 16,-4-2 3-16,-2-2 9 0,-1-3 25 0,-2-1 18 15,-1-1-56-15,2-7-30 0,0-2 2 16,0 0-18-16,2-5-3 0,0-3-19 16,3 0-3-16,3-6-2 15,-1-1 22-15,3-3-20 0,0-1-58 0,2-5-41 16,1-1-47-16,2 1-30 0,3 0 9 15,1 0-105-15,0-1-134 0,5 1-342 0,0 8-626 16,3-8 699-16</inkml:trace>
  <inkml:trace contextRef="#ctx0" brushRef="#br0" timeOffset="64753.048">12134 9357 1572 0,'0'0'980'0,"0"0"-526"16,0 0-147-16,0 0-91 0,0 0-7 0,0 0-36 16,0 0-31-16,0 0-29 0,0 0-29 0,0 0 111 15,0 0-90-15,59 17-68 0,-57-9-24 16,-2 4-11-16,-2 4 12 0,-7 2-14 15,-3 1-3-15,0-1-15 16,-1-1 6-16,1-4 12 0,4-2 0 16,3-5 2-16,-2-4 2 0,5 0-4 15,0-2-31-15,2 0-16 0,0 0 16 0,0 0 31 16,0-3 24-16,0 2 16 0,0-4 0 16,0-1 4-16,2-2-5 0,0-5-39 0,5-3-22 15,-2-2 10-15,1-2-7 0,1 3-36 16,0 1-26-16,2 4 23 0,-1 0-36 15,1 6-30 1,5-1-36-16,-1 2-70 0,6 0-203 0,1 2-214 16,6-1-502-16,-6 2-96 0,11-1 987 0</inkml:trace>
  <inkml:trace contextRef="#ctx0" brushRef="#br0" timeOffset="65294.904">13087 10469 1403 0,'0'0'513'0,"0"0"164"15,0 0-484-15,0 0-157 0,0 0 51 0,93-29 76 0,-61 26 45 16,0 3 91 0,2 1-81-16,-3 11-55 0,-1 6-21 15,-3 1-23-15,-4 1-20 0,-5 3-9 0,-6 1 0 0,-4 0-22 16,-5 1-16-16,-3 0-21 0,-3-2-9 16,-9-2 6-16,-1-3-1 0,-3-3 13 15,-4-3-21-15,-1-3-7 0,0-3 1 16,0-5-13-16,-1-1-21 0,0-4-7 15,-1-6-18-15,3-3-25 0,0-2 34 16,7-2-25-16,3-4 7 0,6-1-60 16,-2-6-59-16,5-1-14 0,-1-2-13 0,2 0-49 15,0 1-138-15,0 5-207 0,0 0-228 16,0 3-559-16,0 8 1366 0,2-4-344 16</inkml:trace>
  <inkml:trace contextRef="#ctx0" brushRef="#br0" timeOffset="66108.971">12223 9319 225 0,'0'0'39'0,"0"0"147"0,0 0 645 15,0 0 298-15,0 0-687 0,0 0-80 16,-33 78-104-16,24-56-96 0,0 3-8 16,1 0 16-16,1 1-56 0,0-2-23 15,1 0-26-15,3-5-15 0,2-1-16 16,1-5-12-16,0-2-11 0,0-3-11 16,0-2-12-16,1-3-1 0,2-2-5 0,0 2 2 15,4-3 14-15,3 0-1 0,1-4-25 16,6-6 3-16,4-4-56 0,1-7-13 0,1-2-38 15,1-4-4 1,-1 0 4-16,-4-1 8 0,1 2 38 16,-1 2 35-16,-3 0 29 0,-1 2 11 15,-3 3 11-15,-3 2 19 0,-4 2 9 0,-4 1 39 16,-1 3 16-16,0 1-17 0,-6 0-66 16,-6 2 13-16,-3 2-13 0,-4 2 22 15,-6 4-22-15,-2 0-41 0,-2 7-67 16,-4 4-35-16,-2 4-71 0,2 1-113 0,-4 2-134 15,1 3-234-15,1-1-376 0,8-2 803 16,-9 7 141-16</inkml:trace>
  <inkml:trace contextRef="#ctx0" brushRef="#br0" timeOffset="67409.935">13329 9390 727 0,'0'0'192'0,"0"0"417"0,0 0-274 15,0 0-39-15,0 0-57 16,0 0 0-16,0 0-10 0,0 0 5 0,0 0-4 16,0 0-1-16,0 0-18 0,4-62-37 15,-4 68-17-15,-3 4-7 0,-6 4-10 16,-3 4-32-16,-3 6-12 0,-2 4-22 0,-1 3-13 16,1 3-24-16,-1-2 3 0,5-1-18 15,2-7-22-15,3-5-13 0,5-7-5 0,3-4 2 16,0-6-17-16,0-2-20 15,4 0-11-15,8 0 5 0,2-5 10 16,5-7-22-16,0-3-13 0,2-6-19 16,2-3-31-16,0-1-11 0,-4 1-5 0,3 1-11 15,-2 2 6-15,-3 1 50 0,-3 2 51 16,0 2 51-16,-6 1 3 0,1 7 22 16,-3 1 48-16,-3 3 16 0,-2 4 12 15,0 0 56-15,1 5-28 0,-1 3-32 16,1 9 14-16,1 3-21 0,0 5-28 15,0 2-28-15,2 3 22 16,-1-1 3-16,1-4-25 0,1-2-31 0,-1-6-1 16,5-5-64-16,-1-3-53 0,3-8-13 0,3-1-11 15,0-8-113-15,6-6-212 0,2-7-554 16,-5 3-600-16,6-14 1403 0</inkml:trace>
  <inkml:trace contextRef="#ctx0" brushRef="#br0" timeOffset="67845.351">13924 8881 722 0,'0'0'1789'0,"0"0"-1251"0,0 0-139 0,-4 73-92 15,4-34 11-15,1 6 6 0,1 7-6 0,-2 2-94 16,0 1-68-16,0 0-40 15,-5-3-40-15,1-7-46 0,-1-2-29 16,0-4-1-16,1-7-20 0,1-3 5 0,0-5 12 16,1-5-13-16,2-7-8 15,0 0 3-15,0-5 5 0,0-4-11 0,2-2-31 16,4-1-9-16,5 0 24 0,1 0 0 16,5-6 4-16,2-2 8 0,1-1-9 0,1 2 12 15,-2 2-2-15,-2-1 2 0,-1 6 4 16,-1 0-4-16,-2 6 12 15,-1 4 16-15,-1 1 18 0,-3 3-18 0,-2 1-12 16,-3 1 9-16,0 1 3 0,-2-3 0 16,-1 2 21-16,0-3-6 0,-4-1 10 15,-2 1-3-15,-1-4-22 0,-2 0-29 16,-2-3-20-16,-1 0-4 0,-2-2-8 0,-3-2-38 16,-3-1-41-1,-1-1-52-15,0 0-50 0,-4 0-112 0,2-1-152 0,-2-4-216 16,1-2-484-16,5 2 164 15,-8-8 950-15</inkml:trace>
  <inkml:trace contextRef="#ctx0" brushRef="#br0" timeOffset="76911.45">14701 9237 931 0,'0'0'1905'16,"0"0"-1527"-16,0 0-139 0,0 0-58 0,0 0 80 15,0 0-18-15,0 0-53 0,0 0-42 16,0 0-30-16,0 0-14 0,0 0 35 16,0 0 103-16,50-11-84 0,-28 27-64 0,1 4-24 15,1 8-24-15,4 6-30 0,-1 5-16 16,-1 10-3-16,4 2-9 15,-2 5 10-15,0 5 1 0,-3 2-1 16,3 4-26-16,-3 1 10 0,1 3 3 16,-3-2-18-16,-4 3 17 0,1 2-14 0,-4-1 18 0,-3 2-6 15,-3 2 16-15,0 2-20 16,-6 2-2-16,-1-2-4 0,-3 0-2 16,0-4-19-16,0-4 19 0,-8 0 2 0,-2-5 7 15,-3 0-19-15,-3-4-21 0,-3-2 33 16,-1-1 4-16,-3 0 12 0,0-4-7 15,-2-5 7-15,-1-3-13 16,1-2 10-16,2-5-19 0,1-5-18 0,0-6-53 16,-1-3-49-16,0-2-70 0,0-2-124 15,-3-5-139-15,0-2-189 0,-3-2-412 16,6-5-129-16,-13 1 1038 0</inkml:trace>
  <inkml:trace contextRef="#ctx0" brushRef="#br1" timeOffset="162811.418">1055 12730 630 0,'0'0'1788'15,"0"0"-1479"-15,0 0-161 0,0 0-74 16,0 0 106-16,0 0 110 0,0 0-55 16,0 0-78-16,0 0-46 0,0 0-21 0,0 0 9 0,-25 11 16 15,36-3 3-15,3 0-47 16,1 1-40-16,3 3-15 0,5-3-16 0,1 3-22 16,3 0 19-16,4-1 2 0,2 0 1 15,6-1-31-15,1-2 31 0,8-1-2 16,1 0 2-16,4-2-3 15,3-1-14-15,5-1 15 0,1-1 2 0,1-2-18 16,5 2-1-16,1-2 7 16,3 0-7-16,0 0 7 0,3 0-32 0,3-2 4 15,1-2 8-15,4 0 32 0,6-1 22 16,5 0 50-16,5-3-72 0,2 2-9 16,1-1-85-16,3 2-22 0,-1-2 65 15,7 6 51-15,2-4-22 0,3 3 22 0,5-2-15 16,3 4 13-16,2-2-2 15,-1-1 1-15,2 1-62 0,1 1 19 16,3-3 46-16,0 2 29 0,3-3-17 0,3 1 4 0,2 0-15 16,2-1 18-16,0 1 9 15,2 1-6-15,1-2 0 0,-1 2-10 16,2 2-12-16,3 1 32 0,4 0-32 16,-1 0-14-16,3 0 13 0,2-2 0 0,0 1-40 15,-1-2 40-15,2-2-1 0,3 0-10 16,2-2 12-16,6-1 22 0,-3 1 3 15,2-2-19-15,-1 0-6 0,-2-1 0 16,7-1-16-16,0-2 13 0,3 1-6 16,2-1 7-16,-1 1-20 0,1 2-22 15,0-3 13-15,3 1-7 0,1 2 35 16,0-2-29-16,5 0 7 0,3 0 22 16,-2 0-10-16,4-2-62 0,2 2 37 0,1-1 6 15,6 1 22-15,0 1 10 0,1 3 0 16,-1-4 0-16,1 4-19 0,2-3 19 0,1 1 0 15,2 3 4-15,-2-1 15 0,0 2-8 16,-1 1-11-16,1-2-9 16,1 2 9-16,0 0 1 0,-1 0-1 15,-1-1-26-15,3 0-43 0,-3 0 5 16,2-1 36-16,2-4 28 0,-1 3 2 0,-2-1-2 16,0 0-3-16,-1-3 3 0,0 2 1 15,-2-4 50-15,3 4-10 0,-3-3 22 16,-3-2-25-16,-4 3-19 0,-4-1 29 15,-3 3 2-15,-5 0-6 0,-4-1-22 0,-5 3-22 16,-5-1-6-16,-5 1 3 16,-7 1-10-16,-5-2 12 0,-7 2 1 15,-8 2-28-15,-8 0 3 0,-7 1 12 0,-11 2-28 16,-7-1-3-16,-11 1-17 0,-8 0-53 0,-6 1-35 16,-10 1-88-16,-8 0-58 15,-8 0-2-15,-16 0-205 0,-8 0-272 0</inkml:trace>
  <inkml:trace contextRef="#ctx0" brushRef="#br1" timeOffset="163816.83">1779 13514 2654 0,'0'0'216'15,"0"0"-27"-15,0 0-93 0,0 0 16 0,0 0 41 16,0 0-13-16,0 0 15 0,0 0 2 0,0 0 26 15,107-18-52-15,-62 19-28 0,5 2-47 16,9 0 40-16,6 2-59 0,0-5 0 0,2 3-34 16,-2-3-3-16,-4 0 0 0,-5-5-28 15,-4-3-90 1,-6 0 3-16,-5 2-13 0,-8-1-23 16,-6 2-72-16,-5 4-148 0,-9 1-266 15,-6 0-448-15,-7 1-215 0</inkml:trace>
  <inkml:trace contextRef="#ctx0" brushRef="#br1" timeOffset="164018.975">2177 13685 2752 0,'0'0'206'0,"0"0"-177"0,0 0-29 0,3 86 0 16,6-49 57-16,-1 6 33 0,2 3-4 15,-2 4-41-15,-1 2-16 0,0-2 19 16,0-2-10-16,0-2-3 0,2-3-35 0,0-7-45 15,2-6-12-15,-2-8-93 0,1-5-62 0,0-8-16 16,2-7-24-16,-2-2-253 0,0 0-171 16,1-21-591-16</inkml:trace>
  <inkml:trace contextRef="#ctx0" brushRef="#br1" timeOffset="164409.674">2742 13316 2659 0,'0'0'283'0,"0"0"-165"0,0 0-98 16,0 0 34-16,0 0 115 0,3 81 95 0,-3-43-62 16,0 7-69-16,0 7-46 0,-1 3-13 15,-2 5-31-15,0 2-25 16,-2 2-18-16,1 2 0 0,-2-3-14 0,4-1 14 15,-1-8 0-15,1-6-34 0,2-8-14 0,0-7-27 16,3-8 12 0,1-6-12-16,5-5 12 0,-3-6-45 0,1-4 7 15,2-4 2-15,2-3 17 0,-1-9-39 16,3-4 121-16,0-4 6 0,0-3-6 0,1 0-14 16,-2 2-8-16,1 3-20 0,-1 7-2 15,-1 3 8-15,-1 7 7 0,2 1 29 16,-2 6 66-16,6 7 23 0,-3 5-9 0,1 6-55 15,-2 2 1-15,-1 5 34 0,-4 3-60 16,-1 0 3-16,-3-2 48 16,0-3-21-16,0-5-30 0,-2-5-41 15,1-5-36-15,-1-7-92 0,-1-5-87 16,2-2-211-16,-2-2-532 0,0-13-458 0</inkml:trace>
  <inkml:trace contextRef="#ctx0" brushRef="#br1" timeOffset="164831.576">3164 13991 2797 0,'0'0'385'0,"0"0"-324"0,0 0-49 0,12 77 49 16,-12-48 146-16,0 4 71 0,0-2-80 16,-3-3-84-16,-1-2-102 0,-1-5-12 15,2-5-53-15,2-3-33 0,-1-6-39 0,2-3-14 0,0-4 3 16,3-2-23-16,5-8-92 0,2-6 97 15,4-2 99-15,2-3 55 0,1-1 4 16,-1 3-4-16,0 4-31 0,-2 8 21 0,-1 7 10 16,-4 1 48-1,0 10 103-15,-3 6-65 0,-1 2 10 0,-2 5-4 16,-2-1-12-16,-1 1 5 0,0-2-25 16,0-5-18-16,0-5-32 0,0-5-10 15,2-6-38-15,2-1 3 0,2-8-38 16,3-6-12-16,4-5 40 0,1-6 44 0,3-6-75 15,1 0-4-15,2 1-13 0,0 7 13 16,-3 7 16-16,2 7 13 0,-4 7 17 0,0 2 34 16,-3 11 41-1,1 3 14-15,-3 7 15 0,-1 3 68 16,-1 2-36-16,1 5-10 0,-3 3 4 0,-1-2 27 16,-2 2-56-16,-1-3-67 0,-2-1-75 15,0-1-39-15,0-3-42 0,-6-2-141 16,-4-2-302-16,-2-9-420 0,-11 3-118 0</inkml:trace>
  <inkml:trace contextRef="#ctx0" brushRef="#br1" timeOffset="165147.267">1798 14909 3071 0,'0'0'380'16,"0"0"-291"0,0 0-89-16,0 0 0 0,0 0 38 15,0 0 164-15,123-22-29 0,-67 14-34 0,12-3-46 16,6 3-33-16,7-1-20 0,7-1 13 0,3 5-22 16,1-1-31-16,3 3-6 0,2-2-13 15,1 5-15-15,-2-2 32 0,-2 2-48 16,1 2-6-16,-4 8 19 15,-5 1 37-15,-6 4 0 0,-7-1-13 0,-5 4-24 0,-9-4-80 16,-6 0 48-16,-1 1 15 0,-6-5-53 16,-5-1-44-16,-4 0-78 15,-5-6-96-15,-5-1-61 0,-7-2-235 16,2 0-385-16</inkml:trace>
  <inkml:trace contextRef="#ctx0" brushRef="#br1" timeOffset="173742.775">5604 13527 2861 0,'0'0'299'0,"0"0"-108"15,0 0-140-15,0 0-26 0,0 0 112 16,0 0 100-16,0 0 43 0,91 21-80 16,-58-10-64-16,3-1-46 0,3-1-43 15,4-3-29-15,2-3-18 0,0-3-34 0,-2 0 32 16,0-4-41-16,-3-5-56 15,-5-1-25-15,-3-1-73 0,-6 1-77 16,-7 1-144-16,-5 4-226 0,-10 0-581 0</inkml:trace>
  <inkml:trace contextRef="#ctx0" brushRef="#br1" timeOffset="173935.95">5839 13683 863 0,'0'0'1456'0,"0"0"-1210"15,9 72-91-15,1-37-30 16,4 7 103-16,1 4 82 0,-1 2-37 16,-2-2-93-16,-2 1-58 0,0 0-56 0,-3-5-66 15,-1 1-13-15,-3-5-21 0,-2 0-57 16,-1-4-60-16,-1-1-36 0,-4-6-64 16,-5-5-120-16,0-4-200 0,0-8-208 0,-10-4-422 15</inkml:trace>
  <inkml:trace contextRef="#ctx0" brushRef="#br1" timeOffset="174125.112">5633 14210 365 0,'0'0'1940'0,"0"0"-1526"0,0 0-244 15,0 0-134-15,0 0 66 0,0 0 161 16,0 0 64-16,0 0-40 0,0 0-48 16,0 0-77-16,101 31-60 0,-71-25-27 15,2-3-42-15,3-1-29 0,-1-2-4 16,2-2 0-16,-3-5-25 0,2-3 6 15,-2-2-95-15,2-4-92 0,-2-2-89 16,-3-1-253-16,-7 3-522 0,4-8-669 0</inkml:trace>
  <inkml:trace contextRef="#ctx0" brushRef="#br1" timeOffset="174280.957">6375 14039 2779 0,'0'0'478'15,"0"0"-322"-15,0 0-39 0,0 0 111 0,94 65 96 0,-70-54-68 16,2-7-120-16,0-4-65 0,2-4-65 16,1-9-6-16,1-6-148 0,0-6-123 15,-1-6-122-15,0-2-246 0,-9 5-559 16,-1-12-557-16</inkml:trace>
  <inkml:trace contextRef="#ctx0" brushRef="#br1" timeOffset="174586.598">6567 13628 2463 0,'0'0'432'0,"0"0"-214"15,0 0-87-15,-35 86 82 16,29-56 66-16,4 4-37 0,0 4-63 0,2 2-66 16,3 3-48-16,7 5-25 0,3 5-9 15,2 5 0-15,0 5-19 0,1 3-9 0,3 0-1 16,-3 0 19-16,1-1-19 15,-2-3 12-15,0-5-14 0,-3-2 0 0,-3-5-2 16,-1-4-26-16,-2-7 8 0,-2-2 18 16,-2-6 2-16,-2-3-40 15,0-3-7-15,-2-5 10 0,-5-2-16 0,0-4-12 16,-6-4-19-16,-3-6 4 0,-7-1-1 16,-6-3-26-16,-8-4 19 0,-8-9-32 15,-4-2-55-15,-3-4-63 0,-1-5-118 0,1-4-151 16,12 6-171-1,-12-14-462-15</inkml:trace>
  <inkml:trace contextRef="#ctx0" brushRef="#br1" timeOffset="175184.34">8262 13441 20 0,'0'0'1687'0,"0"0"-1258"16,0 0-154-16,0 0-107 0,0 0 51 0,0 0 54 16,0 0-1-16,0 0-40 0,0 0-40 15,0 0-15-15,-2 105-23 0,8-53-1 16,1 15-44-16,0 11-20 0,-1 6-24 15,0 7 10-15,0-1-20 0,-1-2-45 16,-3-6-10-16,1-8 0 0,-2-12-31 0,2-10-12 16,0-15-15-16,0-13-20 15,0-10-24-15,0-8-13 0,0-6-83 16,2-6-25-16,-2-8-109 0,0-11-115 16,1-8-58-16,-4-9-117 0,0 9-107 0,0-25-72 15</inkml:trace>
  <inkml:trace contextRef="#ctx0" brushRef="#br1" timeOffset="175530.315">8259 13608 2202 0,'0'0'388'16,"0"0"-143"-16,0 0-162 0,0 0-6 15,0 0 80-15,0 0 41 0,0 0-39 16,0 0-26-16,0 0 15 0,83 8 7 16,-61 17-26-16,0 2-20 0,2 5-28 15,1 3-9-15,-1 3-20 0,-1 4-17 0,2 1-33 16,1 1 13-16,-1 2-15 15,3 2-23-15,-2-1 22 0,0-4-13 16,0-1-14-16,-2-4 9 0,-1-5 4 16,-1-4 3-16,-3-5-7 0,-2-7 19 15,-4-3 15-15,-3-6 23 0,-1-3-38 0,-5-4-25 16,2-1-6-16,-2-4 3 0,-1-10 26 16,1-6 2-16,2-10-1 0,-3-8-11 15,-2-9-34-15,-1-4-48 0,0-3-42 16,0 1-27-16,0 4 2 0,0 5 63 0,0 3 32 15,0 3 5-15,3-1-28 0,3 0-45 16,1-3-113-16,2-2 26 16,1-1-18-16,2 1-52 0,0 5-69 0,0 6-66 15,-2 5-53-15,-1 10-62 0,2 5 130 16</inkml:trace>
  <inkml:trace contextRef="#ctx0" brushRef="#br1" timeOffset="176181.07">10275 13853 661 0,'0'0'1998'16,"0"0"-1584"-16,0 0-238 0,0 0-99 15,1 69 164-15,-1-38 59 0,0 6-26 16,0-1-122-16,0 2-18 0,-3-5-45 16,3-6-27-16,0-5-62 0,0-7-3 15,0-5-43-15,0-4-28 0,2-3-103 0,-1-3-13 16,-1 0 4-16,0-3-29 0,-3-9-118 16,-6-7-153-16,0 0-192 0,-13-19-589 0</inkml:trace>
  <inkml:trace contextRef="#ctx0" brushRef="#br1" timeOffset="176342.884">9925 13558 2330 0,'0'0'732'15,"0"0"-292"-15,0 0-279 0,0 0-139 16,0 0 95-16,0 0-54 0,94 25 18 16,-70-19-80-16,3-4-2 0,6-2-75 15,5-5-154-15,4-6-196 0,-11 2-547 16,19-6-340-16</inkml:trace>
  <inkml:trace contextRef="#ctx0" brushRef="#br1" timeOffset="176604.513">10612 13641 2775 0,'0'0'420'16,"0"0"-283"-16,0 0-102 0,-47 81 16 0,31-54 73 0,-3 2 69 16,3-1-48-16,5-5-64 0,3-4-24 15,4-5-32 1,4-4-22-16,0 0-3 0,9-2-2 0,5-2-11 0,5 0 12 15,5-3 1-15,5 0 0 0,4-3-12 16,-1 1-17-16,3 1 11 0,-2 3-17 0,-3 5 7 16,-3 0 3-1,-2 6 6-15,-5 0-6 0,-6 3 25 0,-3 2 13 16,-4 4 19-16,-7 0 2 0,0 2-2 16,-1 3-13-16,-8-2-17 0,-4 3-1 0,-4-2-1 0,-3 1-16 15,-1-4-6 1,-3-2-3-16,-1-5-16 0,2-2-28 0,-3-5-51 15,0-4-60-15,0-4-94 0,6-4-217 0,-10-4-575 16</inkml:trace>
  <inkml:trace contextRef="#ctx0" brushRef="#br1" timeOffset="177231.689">12395 13755 2088 0,'0'0'682'0,"0"0"-598"15,0 0-84-15,0 0-190 0,0 0 190 0,0 0 19 16,0 0 181-16,0 0-52 16,0 0 31-16,-87-39-99 0,67 53 31 0,-1 8 10 15,2 8 15-15,-1 6 9 0,4 7-13 16,1 4-19-16,5-2-3 0,2-2 3 16,2-8-11-16,5-8-49 0,-1-11-53 15,2-6-13-15,0-8-33 0,5-2 9 0,7-2 30 16,4-10 7-16,7-6 13 0,3-8-13 15,4-6-25-15,-4-2-112 16,-1-1-64-16,-2 4-7 0,-6 7 38 16,-1 5 24-16,-5 9 44 0,0 6 32 0,-1 4 70 15,0 4 32-15,0 11 95 16,-1 7 9-16,2 7 4 0,-4 3 1 0,1 4-34 16,-1 1-32-16,1-4-14 15,-2 0-2-15,4-7-3 0,-1-5-9 0,5-5-47 0,2-6-9 16,4-5-110-16,3-5-35 0,3-7-57 15,3-7-54-15,-7-1-253 0,14-11-605 0</inkml:trace>
  <inkml:trace contextRef="#ctx0" brushRef="#br1" timeOffset="186308.873">13281 13808 1600 0,'0'0'468'0,"0"0"82"0,0 0-238 16,3-84 177-16,7 59-235 15,2-1-49-15,3 5 59 16,0 3-12-16,1 6-95 0,-3 4-45 0,0 4-29 0,0 4-19 16,-2 0-2-16,2 4-17 0,-3 4-20 15,2 9 9-15,-2 3-4 0,-3 7 1 16,-4 3-8-16,0 6-23 0,-3 1 0 15,0-1-2-15,-4-1-19 0,-1-5 2 16,1-8-5-16,1-6-10 0,0-5 4 16,2-9 5-16,1-2 24 0,0 0-2 15,0 0-46-15,0-8 37 0,7-9-16 16,3-5 7-16,5-6 18 0,0-4-31 16,1 1-9-16,0 5 0 0,-1 4 3 0,-3 11-1 15,-3 4-14-15,1 7 39 0,-1 0 16 0,-1 2 28 16,1 6 9-16,-2 4 37 0,0 6-3 15,-1-1 9-15,0 4-25 0,-3 0-15 16,0-1-6-16,-2 2 9 0,-1-2-4 16,0 0-11-16,0 1-3 0,-3-5-25 15,1-2-42-15,-3-2-1 0,2-6 0 16,2-2-46-16,-1-1-55 16,1-3-44-16,-1 0-92 0,1-4-222 0,-2 0-673 15,0-9-565-15</inkml:trace>
  <inkml:trace contextRef="#ctx0" brushRef="#br1" timeOffset="186501.492">13889 13689 1668 0,'0'0'1175'0,"0"0"-819"16,0 0-142-16,0 0-2 0,0 82 103 0,-3-52-26 15,1-2-81-15,0 1-142 0,1-7-66 16,-1-3-43-16,2-2-7 0,0-5-102 15,0-3-48-15,-1-5-121 0,-2-1-257 0,-1-3-449 16,-1-3-740 0</inkml:trace>
  <inkml:trace contextRef="#ctx0" brushRef="#br1" timeOffset="186624.923">13822 13477 2775 0,'0'0'1126'16,"0"0"-900"-16,0 0-170 15,0 0 44-15,0 0 33 0,0 0-21 0,0 0-112 0,0 0-28 16,96-25-245-16,-64 1-53 0,-8 4-187 16,14-19-714-16</inkml:trace>
  <inkml:trace contextRef="#ctx0" brushRef="#br1" timeOffset="186828.497">14333 12984 2594 0,'0'0'1038'15,"0"0"-994"-15,0 0-41 0,-8 82 66 0,-1-44 202 16,-1 5 91-16,-2 8-139 0,1 4-91 0,2 6 10 16,1 5 29-16,2 6-83 15,1 5-39-15,0 3-24 0,2-2-25 16,3 0-18-16,0-9-40 0,0-9-36 0,4-9-38 16,5-12-37-16,2-9-34 0,7-13-95 0,3-11-147 15,2-6-56-15,-4-3-218 16,11-22-819-16</inkml:trace>
  <inkml:trace contextRef="#ctx0" brushRef="#br1" timeOffset="187383.018">14795 13741 346 0,'0'0'2068'0,"0"0"-1677"0,0 0-263 0,0 0-6 0,0 0 105 15,17 81 97-15,-11-37-65 0,1 11-42 16,0 10-70-16,-1 8-38 16,-2 7 43-16,0 5-4 0,-2 3-65 15,-1-1-31-15,-1 3-36 0,0-3-16 16,-3-6-53-16,0-8-17 0,-1-12-17 0,1-12-33 15,2-17 2-15,1-11-66 16,0-9-80-16,0-9-121 0,0-3-87 16,0-17-50-16,0 5-246 0,-3-33-799 0</inkml:trace>
  <inkml:trace contextRef="#ctx0" brushRef="#br1" timeOffset="187604.643">14672 13818 2546 0,'0'0'547'0,"0"0"-343"0,0 0-64 16,0 0 158-16,0 0 16 0,96-19-88 16,-72 19-56-16,-1 7-77 0,0 1-31 0,-3 3-25 15,2 3-37-15,-5-1-25 16,-4 5 7-16,-4 3-19 0,-4 3-19 16,-5 5-37-16,-8 4-9 0,-7 2-10 15,-5 0-16-15,-3-2-33 0,1-5-15 0,1-9-8 16,2-9-67-16,7-8-69 0,2-4-166 15,4-14-571-15,2-1-195 0,6-16 1161 0</inkml:trace>
  <inkml:trace contextRef="#ctx0" brushRef="#br1" timeOffset="187900.308">15214 13846 2108 0,'0'0'1112'15,"0"0"-885"-15,-3 81-44 0,0-50 89 16,0 1-8-16,2-6-25 0,-1-6-112 15,2-7-105-15,0-8-22 0,10-5 32 0,2-2-32 16,8-13-18-16,3-8-10 0,4-8-12 16,-2-7-47-16,1-4-9 0,-4 3 31 15,-2 2 15-15,-7 6-6 16,-6 4 12-16,-3 4-35 0,-4 3 22 0,-1 6 10 16,-9 2 16-16,-5 7 31 0,-2 4 63 15,0 1 18-15,-1 9 30 0,1 6-46 16,1 4-9-16,-1 5-12 0,2 4-10 0,1 1 6 15,0 1-37-15,-2 0-3 16,4-3-19-16,2-4-25 0,0-5-49 0,4-5-139 16,4-6-184-16,0-7-302 15,2-4-442-15,2-17-155 0,3 2 1087 0</inkml:trace>
  <inkml:trace contextRef="#ctx0" brushRef="#br1" timeOffset="188115.724">15710 13086 23 0,'0'0'2580'0,"0"0"-2213"16,0 0-220-16,1 101 96 0,-5-51 77 15,-2 9 35-15,0 9-23 0,1 4-76 16,0 7-22-16,2-1-32 0,0 1-92 0,3-5-64 16,0-9-46-16,0-7-85 15,0-12-64-15,0-11-5 0,0-13 19 0,3-8 34 16,0-10 5-16,0-4-87 0,-3-1-19 0,0-12-189 15,0-4-98-15,-3-1-484 0,-13-13-1029 0</inkml:trace>
  <inkml:trace contextRef="#ctx0" brushRef="#br1" timeOffset="188258.859">15388 13704 1083 0,'0'0'1643'0,"0"0"-1129"0,0 0-247 15,0 0-140-15,0 0 43 0,19 73 123 16,3-65-62-16,5 0-36 0,6-5-35 15,5-3-46-15,6-5-31 0,2-4-83 16,5-7-46-16,-1-1-56 0,1-2-21 0,-3 0-106 0,-3-1-133 16,-3 5-289-16,-13 3-732 0</inkml:trace>
  <inkml:trace contextRef="#ctx0" brushRef="#br1" timeOffset="188559.14">16035 13735 1429 0,'0'0'2295'0,"0"0"-1936"15,0 0-305-15,0 0 86 0,0 0-41 16,0 0-6-16,103 43 12 0,-75-48-73 16,6-9-32-16,0-5-15 0,2-5-22 15,-4-5-106-15,0 0-62 0,-3-2-49 16,-7 0-64-16,-3 3-166 0,-7 3 70 16,-8 4 137-16,-4 4 50 0,-4 1 58 15,-9 4 169-15,-6 4 17 0,-2 5 277 0,-1 3 16 16,0 3 102-16,-1 8-55 0,4 6-53 15,1 7-93-15,-1 6-48 16,0 8-41-16,3 4-13 0,-1 4 30 0,0 0 55 0,4 1-46 16,1-8-56-16,6-4-92 15,5-9-28-15,1-9-107 0,1-7-43 16,10-5-20-16,4-5 5 0,5-6-83 16,2-10-230-16,-5 2-524 0,9-16-1103 0</inkml:trace>
  <inkml:trace contextRef="#ctx0" brushRef="#br1" timeOffset="188846.586">16520 13664 2199 0,'0'0'1540'16,"0"0"-1263"-16,0 0-204 15,4 89 70-15,-8-58 74 0,2-6 70 16,1-1-32-16,1-6-185 0,0-8-70 0,4-3-15 16,7-6 14-16,1-1-54 0,5-7-3 15,4-8 0-15,2-5-19 0,2-6-55 16,-2-3-38-16,-1 0-13 0,1 1 15 15,0 0-5-15,-3 5 19 0,-1 0-17 0,-2 7 13 16,-4 5 129-16,-1 7 29 0,-3 4 156 16,-5 6 74-16,-1 11 6 0,-2 2-67 15,-1 6-54-15,0 3-35 0,0 3 38 16,0 4 51-16,-3 2 3 0,0-2-13 16,1-1-3-16,2-8-117 15,0-7-39-15,0-8-122 0,0-8-27 0,1-3 14 0,6-9-25 16,7-9-28-1,0-11-132-15,1 4-414 0,4-25-874 0</inkml:trace>
  <inkml:trace contextRef="#ctx0" brushRef="#br1" timeOffset="189034.327">17233 13170 699 0,'0'0'2626'0,"0"0"-2249"0,-3 73-185 0,-3-32 7 16,-2 12 69-16,0 5 102 0,-2 5-42 0,2 0-145 15,3 0-92-15,5 2-91 0,0-3-21 16,2-2-85-16,7-6 23 0,2-7 50 16,-2-14-1-16,-1-11-45 15,-2-10-32-15,-2-10-91 0,-4-2-70 0,0 0-226 16,0-11-266-16,-7 3-760 0,-10-16 42 16</inkml:trace>
  <inkml:trace contextRef="#ctx0" brushRef="#br1" timeOffset="189194.213">16893 13616 365 0,'0'0'2658'16,"0"0"-2059"-16,0 0-321 0,0 0-150 0,0 0 42 16,0 0 10-16,0 0 132 15,83 41-39-15,-38-39-89 0,4-2-96 0,6-7-88 16,2-5-40-16,2-2-131 0,-2-3-28 16,0 3-25-16,-2-1-95 0,-15 7-278 15,12-2-1051-15</inkml:trace>
  <inkml:trace contextRef="#ctx0" brushRef="#br1" timeOffset="189769.687">18961 12862 2274 0,'0'0'777'16,"0"0"-490"-16,0 0-175 0,0 0 24 15,92 39 129-15,-75-7 25 0,-1 7-69 0,-7 12-51 0,-6 9-16 16,-3 4-34-16,0 7-13 0,-9 0-18 15,-5 2-31-15,-2 0-27 0,-3 3-29 16,-1 2-2-16,0-3 0 0,0-5 2 16,6-13 10-16,3-9 49 15,7-13-25-15,4-12 10 0,0-8-43 16,10-5 16-16,4-4 38 0,6-1 34 16,8-4-12-16,3-1-15 0,7 0 0 0,2-1-49 0,3-5-13 15,-2 1-2-15,-1 1-10 0,-4 0 7 16,0 1-12-16,-6 2 14 0,1 0-18 15,-7 0-23 1,2-2-40-16,-3-3-61 0,-1 1-30 0,-5-2-23 0,0-5-117 16,-5-2-252-16,-5 2-583 0,0-12-591 15</inkml:trace>
  <inkml:trace contextRef="#ctx0" brushRef="#br1" timeOffset="189950.276">19754 13458 2421 0,'0'0'1299'0,"0"0"-1022"16,0 0-182-16,11 85-30 16,-11-44 88-16,0 2 159 0,-6-1-32 0,-2-4-99 15,3-5-151-15,2-4-30 0,2-5-33 0,1-3-59 16,0-8-71-16,-2-1-61 0,2-10-126 16,-2-2-349-16,-1-2-548 15,-2-7-990-15,-7-13 2176 0</inkml:trace>
  <inkml:trace contextRef="#ctx0" brushRef="#br1" timeOffset="190104.666">19595 13280 1418 0,'0'0'1944'0,"0"0"-1592"0,0 0-236 0,0 0 10 16,0 0 100-16,0 0 85 16,94-27-74-16,-63 21-117 0,7 0-83 15,1-1-37-15,0 1-52 0,1 0-151 16,3 3-116-16,-2-2-145 0,-10 3-320 0,10 0-1163 15</inkml:trace>
  <inkml:trace contextRef="#ctx0" brushRef="#br1" timeOffset="190386.357">20278 13541 2251 0,'0'0'1785'0,"0"0"-1590"15,0 0-164-15,0 0 100 0,0 0-38 0,0 0 30 16,0 0 52-16,105 0-135 0,-72-26-40 15,3-7-40-15,-2-2-55 0,-1 0-37 16,-4 3 20-16,-4 2 44 0,-7 7-19 16,-8 5-12-16,-9 5 52 0,-1 6 47 15,-15 4 12-15,-7 3-10 0,-6 8 42 0,-3 10 37 16,-3 6 34-16,1 8-4 0,-1 5-12 16,3 5-10-16,3 2-21 0,0 4-19 15,5-3-9-15,3 4 12 0,6-5-12 16,5-3 6-16,7-4-16 15,2-7-29-15,17-6 18 0,5-8 11 0,10-7 34 0,4-7-15 16,8-2-49-16,5-11-70 0,2-6-31 16,4-2-101-16,3-4-100 15,-14 4-328-15,20-5-748 0</inkml:trace>
  <inkml:trace contextRef="#ctx0" brushRef="#br1" timeOffset="190945.251">21811 13354 196 0,'0'0'2532'0,"-92"18"-2002"0,55 3-95 16,-4 7-127-16,0 9-60 15,5 8-43-15,5 5-48 0,8 0-49 16,9-1-22-16,9-6-9 0,5-10-77 16,12-8-13-16,12-12-85 0,5-4 15 0,7-9 40 0,3-2 0 15,3-12 0-15,0-8-19 0,-2-1 3 16,0-4 6-16,-3 2 10 0,-6 2-22 15,-3 3-41-15,-4 4-55 0,-6 9-84 16,-1 4 49-16,-6 5 190 0,0 12 6 16,-2 10 190-16,-3 8 2 0,1 7-54 0,-1 6-41 15,1 7-38-15,2 2-43 16,-2 3-13-16,1 4 22 0,-2 1-6 16,-6 0-4-16,0 2 10 0,0-1 9 15,-11 0 3-15,1-5 10 0,-6 0-4 16,0-8 22-16,-4-2 15 0,1-8 16 15,-2-2-10-15,-1-9 2 0,3-7-17 0,2-7-22 16,0-6-19-16,2-8-5 0,-2-1-19 0,1-9-6 16,-1-8-12-16,-2-8-16 15,-2-7-15-15,-1-4-12 0,3-9 0 16,-1-2-28-16,2-4-15 0,4-3-41 16,4-4-40-16,3-2-79 0,7-3-233 15,0-4-197-15,10 2-440 0,0 16-416 0,13-26 1472 0</inkml:trace>
  <inkml:trace contextRef="#ctx0" brushRef="#br1" timeOffset="191199.93">22385 13322 3265 0,'0'0'574'0,"0"0"-424"0,0 0-96 15,32 89 75-15,-27-53 95 16,-5 4 14-16,0 0-72 0,0 1-105 0,-2-2-39 15,-1-1-1-15,0-2-20 0,-2-3-1 16,2-4-12-16,-1-6 0 0,2-6-1 0,0-7 13 16,1-6 1-16,1-4 42 15,0-1-12-15,5-10-16 0,7-8-15 16,4-11-31-16,5-9-6 0,5-9 3 16,4-10-52-16,-1-1-65 0,0-1-59 0,-2 4-67 15,-3 4-157-15,-6 16-202 0,7-1-699 0</inkml:trace>
  <inkml:trace contextRef="#ctx0" brushRef="#br1" timeOffset="191479.269">22760 13466 2797 0,'0'0'1165'16,"0"0"-963"-16,-5 66-50 0,5-51 90 16,0-1-30-16,9-6-40 0,4-5-4 0,4-3-83 15,6 0-82-15,6-10-3 0,4-6-27 16,3-9-123-16,3-5-39 0,-2-3 1 15,0 0 12-15,-4-1-22 0,-7 5-5 0,-6 1 36 16,-6 3-7-16,-11 3 16 0,-3 3 142 16,-9 6 16-16,-6 5 174 0,-5 7 28 15,-1 3 30-15,-3 15-51 0,0 7 2 16,-2 6-11-16,2 6-43 16,1 3-40-16,2 1-6 0,3-2 36 15,3-2 33-15,4-8-112 0,7-5-40 16,4-8-137-16,0-5-65 0,9-4 19 0,5-6-21 15,9-7-28-15,5-11-215 0,3-8-544 0,-5 2-624 16</inkml:trace>
  <inkml:trace contextRef="#ctx0" brushRef="#br1" timeOffset="191799.741">23366 13208 1850 0,'0'0'1467'0,"0"0"-875"0,0 0-384 0,-1 68-96 15,-12-34 53-15,1 2 156 0,-5 3 86 16,4-4-45-16,4-6-159 0,5-6-118 15,4-5-49-15,0-3-36 0,9-6-15 16,5-5-9-16,5-4-12 0,4 0-1 16,2-10-35-16,2-2-10 0,2-7-6 15,-3-5-9-15,0-1-31 16,-3 1 3-16,-4 1 21 0,-4 3 6 0,-2 3 43 16,-4 6 30-16,-3 3 25 0,-4 5 31 15,-2 3 113-15,0 0 21 0,0 6-13 0,0 5-46 16,-2 4-33-16,-4 6-6 0,0 4 15 15,0 2-7-15,-1 4 7 0,1-4 15 16,-1 0-34-16,4-2-63 0,2-2-6 16,1-5-21-16,0-5-33 15,1-6-22-15,4-3-33 0,2-4-52 0,2 0-57 16,2-5-103-16,5-5-255 0,-4-2-722 16,8-12-658-16</inkml:trace>
  <inkml:trace contextRef="#ctx0" brushRef="#br1" timeOffset="192066.958">23946 13200 1843 0,'0'0'1526'16,"0"0"-1329"-16,0 0-17 15,4 79 122-15,-6-43 42 0,-4 6 29 0,1 5-51 16,1 7-82-16,1 6-51 0,0 4-5 16,0 6-20-16,-3 4-92 15,-1 3-27-15,-1 3-33 0,-3 2-12 16,-3 0-53-16,0-1-7 0,-2-3-10 0,3-6 1 15,2-7-4-15,3-7 9 0,5-10 31 0,0-8-15 16,3-9 20-16,0-10-14 0,0-9-28 16,3-7-27-16,0-5-28 0,2-2-37 15,-2-8-3-15,3-7 51 16,-1-9 31-16,1-9-25 0,-1-10-212 16,4-12-123-16,0-12-122 0,-4-9-449 0,1 14-638 15,-3-47 1482-15</inkml:trace>
  <inkml:trace contextRef="#ctx0" brushRef="#br1" timeOffset="192291.778">23920 13274 2375 0,'0'0'1183'0,"0"0"-905"0,0 0-203 0,0 0-47 16,84-33 79-16,-49 24 109 0,1 1 17 16,0 4-88-16,1 3-47 0,-3 1-2 0,-4 6-29 15,-2 8-27-15,-7 3-29 0,-5 4-11 16,-6 4-30-16,-7 1 2 0,-3 7-15 15,-13 3 31-15,-6 2 10 0,-9 4 1 0,-9 0 1 16,-3 1-3-16,-2 2 3 16,-3-3 5-16,-2-4-5 0,1-3-34 0,4-4-80 15,6-7-58-15,5-5-55 16,3-7-99-16,11-9-360 0,7-2-1014 0,8-5 332 16</inkml:trace>
  <inkml:trace contextRef="#ctx0" brushRef="#br1" timeOffset="192428.001">24678 13708 2164 0,'0'0'1776'0,"0"0"-1487"0,0 0-289 16,0 0-103-16,0 0-139 0,0 0 18 0,0 0-103 16,-104 14-1182-16</inkml:trace>
  <inkml:trace contextRef="#ctx0" brushRef="#br1" timeOffset="198791.207">3185 16011 2350 0,'0'0'90'0,"0"0"-38"15,0 0 344-15,0 0-75 0,113 29-165 16,-67-26-35-16,2 0-17 0,5-3-18 0,0 0-23 15,0 0 28-15,-2-6-53 0,-2-1-36 0,-2-3-2 16,-7-4-2-16,0 1-23 16,-7-3-92-16,-4-2-19 0,-7 1-57 15,-6 1-126-15,-8 2-316 0,-6-3-574 0</inkml:trace>
  <inkml:trace contextRef="#ctx0" brushRef="#br1" timeOffset="199049.358">3441 15472 3168 0,'0'0'220'0,"0"0"-220"16,0 0 29-16,0 0 6 0,0 0 187 0,10 99 27 16,0-54 2-16,5 9-71 0,-4 6-46 0,2 8-39 15,-1 3 13-15,-4 5-40 0,1 2-34 16,-3-2-13-16,-2-2-21 0,-1-9-3 15,1-10-34-15,2-12-3 0,1-11-6 16,0-13 3-16,1-5-43 0,0-9-19 0,4-5-29 16,-2 0-31-16,4-8-14 0,4-10 34 15,0-6-22-15,0-9-55 16,0-9-100-16,1-4-63 0,-3-8-210 16,-3 10-178-16,6-25-547 0</inkml:trace>
  <inkml:trace contextRef="#ctx0" brushRef="#br1" timeOffset="199429.722">3846 15502 1656 0,'0'0'403'0,"0"0"18"0,0 0-137 0,0 0 27 0,0 0 9 0,0 0-19 16,0 0-87-1,82 0-44-15,-65 19-20 0,2 5 5 0,-1 7 3 16,-3 5-4-16,-2 10-40 0,2 4-28 16,-4 5-22-16,-1 7-3 0,-1 1 1 15,-3 3-29-15,-5 0-33 0,1-5-18 16,-2-2-4-16,0-9-2 0,1-9-4 15,2-10 13-15,4-8-18 0,-2-11-22 0,3-5-25 16,-1-7-25-16,3 0 35 0,3-6 26 16,0-8 17-16,2-6 11 0,-2-4-11 0,0-4-1 15,0 0-3-15,-3 0 3 0,0 2 3 16,-3 6 4 0,-1 4 18-16,-2 8-12 0,1 5 15 0,-1 3 25 15,4 0 18-15,1 9 56 0,1 3-19 16,3 2-3-16,-3 5 6 0,2 4-28 15,1-2 7-15,-3 2 14 0,0-4-27 0,1-5-3 16,0-2-22-16,0-5-24 0,-1-1-10 16,2-6-57-16,-1 0-16 0,2 0 10 15,-1 0-56-15,2-7-71 16,-1-2-48-16,1 0-109 0,-2-1-241 0,2 0-204 16,-5 1-383-16,0-1-184 0</inkml:trace>
  <inkml:trace contextRef="#ctx0" brushRef="#br1" timeOffset="199699.938">4594 16209 2077 0,'0'0'654'0,"0"0"-263"16,0 0-135-16,0 0 39 0,0 0 29 16,0 0-80-16,81 13-98 0,-64-26-84 15,2-6-40-15,2-4-22 0,-2-7-40 16,1-2-53-16,-4 0-38 0,0-1-16 16,-3 4 27-16,-2 1 17 0,-5 3 24 0,-3 3 19 15,-3 3 44-15,0 4 16 0,-6 3 42 16,-5 3 43-16,-1 4-25 0,-1 5 106 0,-1 0 13 15,4 3-57-15,-1 11-110 0,2 4 7 16,0 6 49-16,2 7 31 0,-2 5 6 0,2 6-16 16,0 6-37-16,2 1 13 15,-2 1 18-15,3-4 8 0,4-4-11 16,0-9-68-16,4-10-12 0,5-7-76 16,4-8-74-16,2-5-44 0,5-3-31 15,1-6-80-15,5-8-103 0,0-7-241 16,-9 4-545-16,12-16-584 0</inkml:trace>
  <inkml:trace contextRef="#ctx0" brushRef="#br1" timeOffset="199992.25">5130 16080 2764 0,'0'0'503'16,"0"0"-337"-16,0 0-141 0,16 74 99 0,-16-45 254 16,0 0-8-16,0-1-120 0,0-2-129 15,0-6-57-15,0-4-49 0,0-5-15 16,3-4-40-16,0-4-24 0,-2-3 8 15,2 0-11-15,3-2-4 0,-1-6 33 16,3-3-8-16,2-4-10 0,3-4-12 0,-2-3 12 16,5-2 6-16,-3-2-13 15,4 1-16-15,-2-1-9 0,2 4 16 16,2 3 25-16,0 2 27 0,-2 9 20 0,2 4 28 16,-2 4 32-16,-1 2-3 0,-2 7-7 15,1 3-3-15,-4 7 1 0,2 1 5 16,-4 7-25-16,-2 1-3 0,0 2-24 0,-3 2 2 15,1-5-3 1,-1 4-20-16,2-3-269 0,-3-7-392 0,7 5-1289 16</inkml:trace>
  <inkml:trace contextRef="#ctx0" brushRef="#br1" timeOffset="200609.102">7482 15474 2122 0,'0'0'155'0,"0"0"474"16,0 0-359-16,0 0-123 15,0 0 47-15,0 0 156 0,0 0-61 0,0 0-102 16,0 0-82-16,0 0-33 0,0 0-1 16,7 98 46-16,-7-46 39 15,0 13-55-15,0 7-36 0,0 5-32 16,-7 4-11-16,-3 1-22 0,-3-4-33 0,1-5 2 16,1-7-51-16,4-13-7 0,1-11-6 0,3-13 18 15,3-13 6-15,0-8 6 0,0-6-37 16,0-2-81-16,0-10-159 15,4-5-90-15,2-8 7 0,0-9-215 0,-2 6-48 0,5-19-350 16</inkml:trace>
  <inkml:trace contextRef="#ctx0" brushRef="#br1" timeOffset="200894.788">7443 15793 235 0,'0'0'1190'0,"0"0"-708"0,-8-72-9 0,8 57-51 16,0 5-69-16,0 3-50 0,1 4-49 15,6 3-50-15,5 0-81 0,5 7-10 16,2 6-13-16,7 8-22 0,1 8-23 0,3 11-14 15,2 5-4-15,0 5-3 0,-1 4 12 16,1 2-18-16,-2-1 3 0,-2-1-13 16,-4-4-17-16,-2-5 3 0,-2-7 14 15,0-7 10 1,-4-6-13-16,0-8-15 0,-3-9 0 0,1-2 20 0,-2-6-1 16,-2-1-19-16,4-12-2 0,-1-7 1 15,3-12 0-15,-1-8-14 0,2-8-1 16,-1-8 13-16,-1-8-12 0,0-5-13 15,-1-6-3-15,-2-4-31 0,-2-2-9 16,0 0 0-16,0 5-53 0,0 8-10 0,5 11-64 16,-2 11-29-16,1 11-121 15,2 11-209-15,-3 8-187 0,4 8-657 0</inkml:trace>
  <inkml:trace contextRef="#ctx0" brushRef="#br1" timeOffset="201511.588">10019 15846 1535 0,'0'0'429'16,"0"0"273"-16,0 0-480 0,0 0-36 15,0 0 60-15,0 0 18 16,-80-47-21-16,57 47-51 0,-3 7-41 0,0 10-33 16,-1 3-6-16,2 8-22 0,2 5 21 15,3 6 21-15,6 7 0 0,1 4-28 0,4 3-18 16,3 1-37-16,6-1-12 0,0-3-37 15,0-9-15-15,10-7-24 0,6-10-53 16,3-9-15-16,6-10-31 0,3-5-103 0,7-9-22 16,3-8-101-1,-10-1-299-15,17-16-661 0</inkml:trace>
  <inkml:trace contextRef="#ctx0" brushRef="#br1" timeOffset="201849.684">10298 16013 2914 0,'0'0'502'16,"0"0"-277"-16,0 0-111 0,-32 79 96 0,22-42 178 16,0 1-23-16,3-3-129 0,6-2-114 0,1-9-122 15,5-7-18-15,7-7-129 16,2-4-15-16,3-5 39 0,3-1 30 16,1-9-37-16,-1-6-109 0,1-5-95 15,-3-3-109-15,1-4-155 0,-6 1 16 0,-2 1 157 16,-2 1 253-16,-3 5 172 0,-3 1 45 15,-2 4 79-15,-1-1 100 0,0 5 51 16,0 1 94-16,0 4 42 0,0 4-5 0,0 1-65 16,0 0-102-16,0 6-113 0,0 4-51 15,0 4-41-15,0 6-9 16,3 3 15-16,0 5 44 0,2 3 104 0,-2-1-15 16,3-3-112-16,1-6-61 0,5-3-95 15,-4-8-139-15,4-4 11 16,-1-6-11-16,1 0-66 0,1-4-166 0,-3-2-521 0,2-7-619 15</inkml:trace>
  <inkml:trace contextRef="#ctx0" brushRef="#br1" timeOffset="202925.67">10843 15955 2318 0,'0'0'533'15,"0"0"-283"-15,0 0-81 0,0 0 127 16,15 66 7-16,-15-35-70 0,0 4-86 0,-1 5-85 0,-4 0-16 16,-1-5 4-16,1-6-23 0,4-4-27 15,1-8-19 1,0-6-15-16,1-8-59 0,4-3-19 16,2-1 0-16,6-11-8 0,-2-4-38 15,5-7-15-15,-1-4 52 0,0-2 61 0,-3-1 41 16,0 3 19-16,-1 3-1 0,-2 3 1 0,-3 5 19 15,-2 3 47-15,1 7 26 16,-2 4 19-16,-1 2-16 0,2 2 18 0,1 7-16 16,0 2-8-16,3 4-30 0,0 4-40 15,-1 3-19-15,1 2-2 0,-1 1-1 16,1-1-19-16,0 0-37 16,2-1-93-16,1 0-68 0,2-4-18 0,-4-6-392 15,5-1-1087-15</inkml:trace>
  <inkml:trace contextRef="#ctx0" brushRef="#br1" timeOffset="203633.943">12125 15265 1828 0,'0'0'567'0,"0"0"-157"16,0 0-208-16,0 0 127 0,0 0 65 0,0 0-77 15,0 0-48-15,94 37-49 0,-68-2-60 16,-4 13-15-16,-1 10-41 0,-8 8-49 16,-3 6-21-16,-5 3-22 15,-4 2 28-15,-1-4 2 0,0-6-24 0,0-7-18 16,0-9-37 0,0-10-42-16,0-10 20 0,0-8 11 0,3-9 2 0,1-8-28 15,1-4-86-15,3-2-7 0,2-10 65 16,1-4 28-16,1-7 51 0,1-2 22 0,-2-4 1 15,0 2 0-15,-1-1-2 0,0 4-26 16,3 4 3-16,-3 5-3 16,2 4 28-16,-2 6 1 0,-1 3 39 15,-1 0-9-15,-1 5 16 0,-1 6 21 0,-3 4-21 16,1 2-7-16,-1 3-9 16,-3 3 15-16,0 0 22 0,-3 2 0 0,-4 0-7 15,-6 0-8-15,-1 1-32 0,-5-2-10 0,0-1-11 16,-1-4-12-1,4-3-15-15,0-5-84 0,6-5-53 16,3-5-25-16,0-1-19 0,6-10-98 0,1-4-23 16,0-7-352-16,0 6-338 0,12-15-194 0</inkml:trace>
  <inkml:trace contextRef="#ctx0" brushRef="#br1" timeOffset="203907.886">12654 16030 2172 0,'0'0'633'0,"0"0"-204"16,0 0-149-16,0 0 49 0,0 0 1 15,82 43-23-15,-66-43-72 0,1-2-106 0,5-10-129 16,1-4-9-16,0-6-114 16,2-6-22-16,-3 1 12 0,-2-2 34 0,-2 4 37 15,-5 3 27-15,-2 4-8 0,-6 5-1 16,-1 2 14-16,-4 6 30 0,-4 2 31 16,-9 3 50-16,-1 0 37 0,-3 0 16 0,-3 1-29 15,2 6 2-15,-1 4-8 0,3 4-53 16,1 6-3-16,3 5 6 0,-1 3 3 15,5 5-25-15,0 0-11 16,5 0-16-16,3 0-18 0,0-5-22 0,5-3-76 16,9-3-53-16,6-6-22 0,6-2 20 15,3-5-62-15,6-4-98 0,-1-3-167 16,-6-3-315-16,14-3-738 0</inkml:trace>
  <inkml:trace contextRef="#ctx0" brushRef="#br1" timeOffset="204466.608">13768 15923 2146 0,'0'0'485'0,"0"0"-112"0,0 0-140 0,0 0 41 0,82 39 71 16,-60-18-59-16,1 5-65 0,-4 7-76 15,-2 4-43-15,-4 2-28 0,-1 4-22 0,-5-2-6 16,1-3 19-16,0-4-4 0,-2-4 0 15,1-8 7-15,0-6-10 16,0-6-25-16,0-6-11 0,-1-4-19 16,5-2 48-16,0-6 29 0,3-8-44 0,3-6-34 0,-2-5-1 15,1-4-1 1,-2-5-2-16,3-4-1 0,-5-1-9 16,4-3 11-16,-3-1-29 0,0-1-19 0,-2-2-73 15,1 2-40-15,2 0-31 0,-1 2-91 16,4 5-89-16,-1 5-205 0,-1 13-514 0,5 2-429 15</inkml:trace>
  <inkml:trace contextRef="#ctx0" brushRef="#br1" timeOffset="204759.224">14550 15954 1087 0,'0'0'2189'0,"0"0"-1827"0,0 0-261 15,0 0-99-15,15 71 36 0,-12-59 122 16,3-3 92-16,-2 0-131 0,3-3-93 0,-2 1-27 16,-1-1-1-16,3-1-1 0,-4 0-24 15,2 2 10-15,0 0-10 0,-2 1-53 16,3 4-6-16,-2 0 34 0,1 3 17 16,-1 0 2-16,0 1-10 0,2-2-22 0,0-2-6 15,-2-2 9-15,0-4 23 0,2-1 11 16,-3-1-18-16,0-2-16 0,1-2 22 15,0 0 19-15,-1 0 3 0,2-6-41 16,-2-2-61-16,1-3-137 0,-2-3-205 16,0 3-207-16,-2-13-354 0</inkml:trace>
  <inkml:trace contextRef="#ctx0" brushRef="#br1" timeOffset="204960.657">14418 15665 2478 0,'0'0'496'0,"0"0"-246"0,0 0-142 16,0 0 77-16,0 0 203 0,0 0-49 16,98-22-104-16,-73 14-157 0,1-3-78 0,0 1-58 15,-2-2-63-15,1 0-78 0,-4 1-77 16,-1 0-227-16,-5 5-671 0,-1 1-1052 0</inkml:trace>
  <inkml:trace contextRef="#ctx0" brushRef="#br1" timeOffset="205433.247">14990 16040 2119 0,'0'0'1546'16,"0"0"-1212"-16,0 0-242 0,0 0-90 0,0 0 42 15,0 0 62-15,0 0 74 16,88 31-57-16,-58-47-123 0,4-8-21 16,-1-3-57-16,-2-8-74 0,0 2-85 0,-7-1 7 15,-3 3 98-15,-6 2 37 16,-6 5 41-16,-6 2 54 0,-3 3 10 16,-6 2 24-16,-8 3 8 0,-4 5 21 0,-2 3 6 15,1 6 92-15,1 3 43 0,1 12-95 16,1 9 19-16,4 7 2 15,-1 7-13-15,4 6-3 0,1 3-9 0,2 4-10 16,0-2-25-16,2-1 0 0,3-2-21 16,1-6-21-16,1-7-28 0,9-7-54 15,4-9-90-15,5-11-31 0,4-6 3 16,3-9-63-16,2-9-39 0,0-8-139 16,1-6-266-16,-6 8-471 0,7-18-526 0</inkml:trace>
  <inkml:trace contextRef="#ctx0" brushRef="#br1" timeOffset="205758.701">15513 15773 254 0,'0'0'1903'16,"0"0"-1318"-16,12 67-305 0,-9-33-15 15,1 7 72-15,-1 3 82 16,1-1 21-16,-1-5-71 0,3-4-127 0,1-7-163 16,4-8-79-16,1-8-43 0,4-2-67 15,2-9 16-15,2 0 5 0,3-10-10 16,1-5 4-16,1-6-32 0,-1-2-27 15,-2-2 29-15,0-3 57 0,-2 3 15 16,-3 1-27-16,-1 4-39 0,-5 4-10 0,1 6 129 16,-5 5 13-16,0 5 75 0,-2 6 47 0,-1 8 16 15,-1 7-54 1,1 3-10-16,-1 1-60 0,0 1 23 0,1-2 24 0,1-2 50 16,3-4 33-16,2-5-25 0,2-6-56 15,2-3-45-15,5-4-31 0,0-10-46 16,1-4-15-16,3-10-7 0,1-6-9 15,2-3-6-15,2-5-6 16,0-4-28-16,0 1-38 0,2-4-38 0,-2-2-81 16,-2 1-137-16,-6 10-319 15,3-7-631-15</inkml:trace>
  <inkml:trace contextRef="#ctx0" brushRef="#br1" timeOffset="206482.499">16534 16089 1501 0,'0'0'614'0,"0"0"-103"0,0 0-147 16,0 0-22-16,0 0 26 0,0 0-75 15,0 0-86-15,96-26-95 0,-70 9-53 16,0-4-16-16,0-3-40 0,-3-4-3 16,0-2-6-16,-3 1-77 0,-5-1-42 15,-1 2 19-15,-4 2 20 0,-4 6 39 16,-4 3 32-16,-2 4 12 0,-2 4 6 0,-9 6 0 15,-4 0 56-15,-4 3 24 0,-5 1-36 16,0 7-4-16,-2 5-8 0,1 4 14 16,3 4 11-16,2 6 14 15,4 2 78-15,1 5 23 0,3 5-64 0,-1 0-44 16,4-2-15-16,4-2 0 0,2-8-9 16,3-6-12-16,0-5-31 0,6-5-17 15,5-6-53-15,6-4-65 0,5-1-37 16,3-9-22-16,6-4-4 0,1-9-27 0,4-5-169 15,1-2-211-15,-9 4-210 0,15-13-345 0</inkml:trace>
  <inkml:trace contextRef="#ctx0" brushRef="#br1" timeOffset="206657.777">17081 15846 137 0,'0'0'1353'16,"0"0"-761"-16,-26 66-181 0,15-35-63 0,-2 6 40 15,1-1 66-15,3-3 3 0,1-3-91 16,5-8-141-16,0-8-147 0,3-6-78 0,0-7-68 15,9-1-18-15,5-6 31 16,5-6-7-16,4-7-34 0,2-9-56 0,2-4-108 16,3-8-60-1,-1-2-67-15,1-4-100 0,-2-5-78 0,-5 9-123 16,7-25-457-16</inkml:trace>
  <inkml:trace contextRef="#ctx0" brushRef="#br1" timeOffset="206858.005">17360 15015 1170 0,'0'0'994'15,"0"0"-480"-15,0 0-71 0,0 0-41 16,0 0-77-16,0 0-54 0,0 0-38 16,0 0-87-16,0 0 73 0,0 0-35 15,0 0 39-15,-9 50-89 0,18-7-39 16,-1 8-13-16,0 5-19 0,0 5-14 0,2 3-40 16,-3 4-9-16,2 3-30 0,-2 2 5 15,0 2 7-15,-1 2-12 0,-1-2-55 16,1-2-28-16,-2-4-27 0,1-9-46 0,1-6-32 15,1-9-79-15,-1-5-146 0,0-8-123 16,1-10-213-16,0 3-431 0</inkml:trace>
  <inkml:trace contextRef="#ctx0" brushRef="#br1" timeOffset="207567.031">19546 15816 78 0,'0'0'1123'0,"0"0"-651"0,0 0 2 0,0 0-57 15,0 0-53-15,-78-25-6 16,61 30-94-16,-1 5 39 0,0 9-54 0,0 8-18 15,-2 7-36-15,4 9-13 0,-2 5-26 16,3 5-27-16,-1-3-31 16,6-1-34-16,0-11-6 0,6-9-16 15,3-10-42-15,1-7 0 0,3-8-61 0,9-4-21 16,7-4 18-16,6-9 12 0,6-8-6 16,5-5-46-16,0-8-53 0,-3-1 0 15,-2-1 42-15,-7 1 28 0,-1 5 53 16,-6 4 19-16,-5 7 15 0,-3 4 17 0,-2 8 5 15,-4 6 6-15,0 1 68 0,0 13 62 16,2 7 11-16,1 5-68 0,0 6-15 0,2 3-34 16,1 0-24-16,1-2-7 0,2-5-6 15,2-7-15-15,3-4-46 16,5-10-128-16,7-6-72 0,4-6-23 16,4-10-54-16,2-8-181 0,-10 3-521 15,15-16-366-15</inkml:trace>
  <inkml:trace contextRef="#ctx0" brushRef="#br1" timeOffset="207832.578">20151 15751 1740 0,'0'0'1125'16,"0"0"-639"-16,0 0-58 0,0 0-88 15,0 0-131-15,0 0 38 0,-82 67-81 0,60-37-70 16,1 3-1-16,3 0 39 16,4 0 89-16,7-7-83 0,5-2-80 15,2-4-38-15,3-3-4 0,9-3-6 0,4-1-9 16,1-3-3-16,6 0-24 0,0-2-7 15,0 1 1-15,-1-3-10 0,-1-1 19 16,-1 1 9-16,0 1-12 0,-5 0-16 16,-2 1-5-16,-3 3 30 0,-4-1 15 15,-6 0 11-15,0 1-11 0,-7 2-25 16,-5 1-21-16,-1-1-24 0,-4-1-6 16,0-1-10-16,-2-4 13 0,0-2-56 15,0-4-53-15,-1-1-96 0,1 0-233 0,5-1-137 16,-9-11-1718-16</inkml:trace>
  <inkml:trace contextRef="#ctx0" brushRef="#br1" timeOffset="208386.495">21966 15856 2812 0,'0'0'407'16,"0"0"-139"-16,0 0-145 0,0 0-21 0,0 0 90 15,0 0 34-15,0 0-39 0,0 0-38 16,0 0-29-16,-81 56-5 0,62-21-2 16,2 3-5-16,1 6-14 0,0 0-11 15,2 1-31-15,3-4-16 0,3-7-17 16,5-6-19-16,3-7-10 0,0-9-41 0,11-8-26 15,4-4 1-15,4-3 2 0,3-9 4 16,3-8-31-16,0-5-29 0,-1-6 22 0,1-3 3 16,-5 0 58-1,-1 3 20-15,-2 2 27 0,-3 3 2 16,0 6 26-16,-3 6-10 0,-2 4 13 16,-4 7 34-16,3 3 0 0,0 7 43 15,1 6 6-15,1 6-40 0,3 5-31 0,0 1 3 0,1 1-22 16,1 0-9-16,3 1 1 0,0-2 23 15,3-4-26-15,4-4-13 0,1-5-52 16,1-6-141-16,6-5-119 0,3-1-30 0,3-5-73 16,-8-3-87-16,15-10-989 0</inkml:trace>
  <inkml:trace contextRef="#ctx0" brushRef="#br1" timeOffset="209266.102">23996 15649 1596 0,'0'0'1025'0,"0"0"-819"0,0 0-164 16,0 0 9-16,0 0 174 0,0 0 148 16,0 0-67-16,0 0-96 0,0 0-87 15,-78 24-14-15,60-6 31 0,2 7-22 16,1 10 8-16,1 5-37 0,4 5-24 16,3 2-16-16,2 1-12 0,2-2-13 15,3-3-11-15,0-8-13 0,3-7 0 0,8-9-21 16,1-8-12-16,6-6-20 0,3-5-20 15,4-6 11-15,2-8-9 0,-1-7-3 16,2-5-50-16,-2-7-56 0,-1-2-46 16,-2-8-85-16,-1-1-143 0,1-4-253 15,-6 11-330-15,9-20-412 0</inkml:trace>
  <inkml:trace contextRef="#ctx0" brushRef="#br1" timeOffset="209749.393">24359 15047 196 0,'0'0'2126'16,"0"0"-1536"-16,0 0-171 0,0 0-92 0,0 0 47 16,0 0-70-16,0 0 14 0,-8 82-118 15,5-39-50-15,1 8-12 0,2 9 53 16,0 3-39-16,0 4-46 0,-2 3-39 16,0 2-22-16,-4-3-17 0,1 0-28 15,-1-6-13-15,0-4-50 0,-1-7-46 0,3-10-22 16,4-9 4-16,0-13-23 0,3-5-39 15,9-12-106-15,6-3-169 0,3-9-147 16,5-7-27-16,1-3 15 0,2-5 156 0,0-2 12 16,-2-1-170-16,0-2 83 0,-1 3 313 15,-5 2 229-15,-2 6 441 0,-8 7 273 16,0 6-86-16,-6 5-2 0,-1 6-72 16,-2 8-52-16,-1 6-98 0,-1 0-158 15,0 7-66-15,0 0-12 0,2-1-4 0,2-3-8 16,3-3-54-1,4-7-62-15,6-6-40 0,3-4-65 0,3-3-15 16,5-5 4-16,-3-9-45 0,1-4-58 0,-1-2-11 16,-6-3-11-16,-2 1 54 0,-6 1 59 15,-1 2 64-15,-5 0 24 0,-5 3 28 0,0 1 35 16,-6 1 25 0,-5 1 19-16,-6 3-9 0,0 3 4 0,-3 4 7 0,1 3 43 15,-1 3-75-15,1 8 0 0,1 5-21 16,5 3-16-16,-3 3-7 0,6 0-33 15,1-3-18-15,4-2-114 16,2-4-88-16,3-6-35 0,0-1-106 0,8-6-245 16,2 0-497-16,17-10-370 0</inkml:trace>
  <inkml:trace contextRef="#ctx0" brushRef="#br1" timeOffset="210108.649">25181 15512 1987 0,'0'0'785'0,"0"0"-218"0,0 0-278 16,0 0 52-16,0 0 43 0,0 0-22 0,-88 46-120 16,69-30-98-16,6 3-53 0,3-1-11 15,4-5-7-15,4 0-46 0,2-1-27 0,0-2 1 16,1 1-2 0,6-1-13-16,5 0-20 0,-1-1 1 0,5 0-10 15,-1 1 7-15,2 1-7 0,-3 0 3 16,3 4 10-16,-2 0 27 0,-1 2 1 0,-2 2-8 15,-3-1 10-15,0 3 3 0,-3-4-1 16,-3 2 19-16,0-1-6 0,-3-2 19 16,0 0-7-16,-3 1-15 0,-3-3 4 15,-3 4-1-15,-3-2-12 0,0-1 8 16,-2-1-11-16,-1-2-18 0,1-1-10 0,1-3-17 16,0-5-19-16,5-1-13 0,-3-2-33 15,4-5-34-15,-1-5-4 16,3-5-37-16,1-3-27 0,2-3-341 15,2-5-97-15,2 5-1 0,11-12-425 0</inkml:trace>
  <inkml:trace contextRef="#ctx0" brushRef="#br1" timeOffset="210466.587">25372 15751 1094 0,'0'0'994'16,"0"0"-460"-16,0 0-71 0,0 0 21 15,0 0-55-15,28 74-116 16,-19-66-133-16,-2-1-78 0,4-5-34 16,2-1-35-16,0-1-33 0,5 0 0 0,2-6-77 15,-1-4-15-15,3-5-51 0,4-1-40 16,-1-3-34-16,1-2-6 0,-2 0-2 16,-1-1 44-16,-3 2 38 0,-3 0 12 15,-5 1 22-15,-4 0 93 0,-6 3 16 0,-2 2 150 16,0 2 61-16,-8 2-33 0,-5 3 3 15,-2 3-58-15,-2 4 31 0,0 2 3 16,-3 10 2-16,0 7 15 0,-1 7-56 0,-2 6-23 16,0 6 7-16,3 1-10 15,-2 4 18-15,2-2 25 16,1 0-56-16,4-4-58 0,4-8-21 0,9-2-48 16,2-8-62-16,5-7 12 0,11-5-37 15,10-7-50-15,6 0-56 0,7-12-77 0,3-5-139 16,4-5-229-16,-9 4-461 0,20-16-426 0</inkml:trace>
  <inkml:trace contextRef="#ctx0" brushRef="#br1" timeOffset="210641.572">26033 15670 962 0,'0'0'1701'16,"0"0"-1149"-16,0 0-135 0,0 0-27 0,-98 76-15 16,67-42-14-16,0 4-64 0,0 2-62 0,5-3-38 15,6-5-45-15,4-4-70 0,11-6-82 16,2-9-46-16,3-5-54 0,8-4-18 15,8-4-1-15,4-4-8 0,3-9-38 0,5-7-9 16,1-5-66-16,-1-6-67 16,1-4-109-16,1-2-179 0,-1-2-380 0,-7 6-60 15,15-21-232-15</inkml:trace>
  <inkml:trace contextRef="#ctx0" brushRef="#br1" timeOffset="210833.726">26314 15112 1403 0,'0'0'1433'0,"0"0"-953"0,0 0-216 0,0 0-62 15,0 0-7-15,0 0 40 0,0 0 23 16,-24 81-79-16,15-45 21 0,0 8-29 16,1 2-12-16,0 5-7 0,-1 0-48 15,4 3-59-15,-4 0-43 0,-2 1-2 16,0-1-17-16,-2 1 14 0,-1-5-18 16,-1-2-34-16,3-5-60 0,4-4-74 15,2-6-23-15,6-3-40 0,0-4-66 16,6-5-40-16,2-8-297 0,4-4-794 0</inkml:trace>
  <inkml:trace contextRef="#ctx0" brushRef="#br1" timeOffset="211340.903">27564 15577 2073 0,'0'0'634'0,"0"0"-229"16,0 0-134-16,0 0-20 0,0 0-43 15,0 0-51-15,0 0-53 0,0 0-48 16,0 0 75-16,-80 88 31 0,54-55-11 0,0 3-34 16,3 0-3-16,4-2-22 0,8-8-40 0,5-6-52 15,6-6-16-15,0-5-36 0,6-3-34 16,7-1-6-16,5 1 18 15,4 0 37-15,4 0 13 0,0 0 21 0,1 0-13 16,1 3 16-16,-3-1 22 16,-2 4-4-16,-4-1 1 0,-3 1 21 0,-9 1-6 0,-1-2 12 15,-6 3-15-15,0-2-16 0,-4 1 3 16,-3-3 13-16,-4-2-29 16,2-3-2-16,-5-3-45 0,2-2-66 15,-2-3-67-15,4-6-39 0,-1-4-33 0,4-5-97 16,5-6-212-16,2 6-227 0,3-16-708 15</inkml:trace>
  <inkml:trace contextRef="#ctx0" brushRef="#br1" timeOffset="211658.942">27956 15599 980 0,'0'0'1448'0,"0"0"-826"0,0 0-192 0,28 87 0 15,-27-50-26-15,-1 0-21 0,0 1-70 16,-7-3-75-16,3-6-74 0,0-4-73 15,1-10-84-15,1-5-7 0,2-5-82 16,0-5-64-16,7 0-16 0,6-8-36 16,3-5-20-16,3-4-23 0,1-7-95 15,0-2-105-15,3-2-115 0,-4 1-23 16,-2 0 55-16,0 0 186 0,-5 0 198 0,-2 0 140 16,-3 4 33-16,-1 3 217 15,-3 5 152-15,-2 6 38 0,-1 8 6 0,0 1-98 16,0 8-133-16,0 9 50 0,0 6-27 0,-5 4-107 15,2 6 12-15,-3 2-54 0,3 3 35 16,-2 1 103-16,2-5-37 16,-2-7-102-16,2-4-88 0,3-10-98 15,0-5-123-15,0-8-25 0,6 0-20 0,4-11-65 16,5-8-196-16,-4 2-578 0,9-21-736 16</inkml:trace>
  <inkml:trace contextRef="#ctx0" brushRef="#br1" timeOffset="212019.863">28418 15139 2028 0,'0'0'595'16,"0"0"-30"-16,8 72-75 0,-8-29 1 0,2 11-76 0,-2 6-64 16,-5 6-67-16,-9 2-84 0,-3 1-63 15,-5-5-25-15,2-3-45 0,-2-8-49 16,7-6-18-16,1-10-37 15,9-8-14-15,5-7-10 0,0-6 10 0,4-5-16 16,8-5 0-16,3-2-24 0,6-2-6 16,3-2 36-16,4 0 3 15,-3 0-15-15,1 0-13 0,-4 0 19 16,-2 3-28-16,-1 1-4 0,-8 1-43 0,0 2-3 16,-4-1 71-16,-5 0 74 0,-2 2 6 15,0-1 37-15,0 4 1 0,-4-1 27 0,-6 2-19 16,2-1-15-16,-3 3-9 0,-1-4-14 15,-2 0-14-15,-3-3-22 0,4-5-12 16,-2 1-18-16,-2-3-23 0,0 0-80 16,0-3-127-16,-2-4-121 0,-1-5-62 0,4 4-497 15,-8-12-340-15</inkml:trace>
  <inkml:trace contextRef="#ctx0" brushRef="#br1" timeOffset="212698.632">29137 15658 2392 0,'0'0'593'16,"0"0"-321"-16,0 0-199 15,0 0 301-15,-98 48-106 0,70-19-8 0,-3 6-74 16,-2 7-37-16,-1 5 17 0,4 0 34 16,1 1-53-16,6-9-41 0,9-5-39 15,2-9-36-15,10-9-31 0,2-7-40 0,2-6-82 16,11-3-12-16,5-5 24 15,6-7-10-15,3-4 18 0,2-4 19 16,-1-3 31-16,-4 0-26 0,-4 3 22 16,-1 2 32-16,-6 4 24 0,-2 3-3 15,-3 5 3-15,-4 3 0 0,-2 3 27 0,1 0 45 16,-3 6 20-16,1 5-27 0,2 1 15 16,1 5-33-16,2 5-11 0,0 3-11 0,-1 2 12 15,3 3-6-15,-2 3-16 16,0 4-13-16,0 2-2 0,-3 5-1 0,-3 2 1 15,0 4 11-15,-1 1 10 0,-7 0-17 16,-4-2 23-16,-1-2 16 16,-3-3 0-16,1-4-16 0,0-7-24 15,0-4 11-15,-1-8-14 0,2-7-2 16,-2-7-11-16,2-5-66 0,-4-2-34 0,2-7-56 16,-1-7 21-16,0-5-26 0,3-3 3 15,-1-8-127-15,2-7-144 0,4-4-149 16,2 6-133-16,1-26-380 0</inkml:trace>
  <inkml:trace contextRef="#ctx0" brushRef="#br1" timeOffset="212967.616">29545 15697 352 0,'0'0'2057'0,"0"0"-1445"0,21 89-187 16,-15-46-43-16,-1 11 11 0,-4 5-95 16,-1 1-77-16,0 1-64 0,-4 5-56 15,-7-4-43-15,-4 1-52 0,-1-2-6 16,-4-5-55-16,-1-3-46 16,1-5-34-16,2-5-31 0,3-6-13 0,2-3-51 15,7-5 0-15,3-8 212 0,3-6-26 16,3-10 12-16,7-5-344 0,-3-1-311 0,4-18-446 15</inkml:trace>
  <inkml:trace contextRef="#ctx0" brushRef="#br1" timeOffset="213200.116">29477 15468 1611 0,'0'0'630'16,"0"0"-136"-16,0 0-192 15,0 0 49-15,0 0-21 0,97 15-166 0,-61 0-89 16,2 5-28-16,-2 3 39 0,0 8 60 16,-4 1 6-16,-7 2-80 0,-5 2-47 15,-12-1-25-15,-8 0-47 0,-1 1-21 16,-18 2 21-16,-6-1-49 0,-9 3-4 16,-6-2 24-16,-6 2-9 0,-3-5 51 0,-5-1-7 15,-5-5-78-15,-3-2-128 0,-5-5-231 16,12-6-302-16,-34 0-578 0</inkml:trace>
  <inkml:trace contextRef="#ctx0" brushRef="#br1" timeOffset="214353.25">6424 17448 1368 0,'0'0'1110'0,"0"0"-633"0,0 0-173 16,-7 78-126-16,7-43-16 0,6 5-20 15,2 2-51-15,5 1-43 0,5-5-17 16,-2-3 38-16,4-8-19 0,-2-8-50 0,1-7-45 16,1-10 5-16,-1-2-4 0,3-10-7 0,-1-7-43 15,-2-6-42 1,1-5-58-16,-1-7-61 0,-6-3-27 0,1-3 31 0,-5 0-23 15,0 0-2-15,-5 2 117 0,-1 5 39 16,-3 2 81-16,0 3 39 0,-3 4 68 16,-4 1 173-16,-3 5 37 0,-3 1 16 15,1 5-24-15,-1 5 3 16,0 3-50-16,-1 5-39 0,-2 2-137 16,3 10 89-16,-4 6 18 0,2 6-15 0,-1 2-73 15,5 4 12-15,-2 1-28 0,4-1-50 16,1-2-10-16,0-5-127 0,0-4-93 15,4-7-85-15,1-4-169 0,1-2-231 16,2-6-852-16</inkml:trace>
  <inkml:trace contextRef="#ctx0" brushRef="#br1" timeOffset="214509.186">6839 17542 909 0,'0'0'1486'0,"0"0"-967"0,0 0-141 0,97 5-23 0,-73-10-84 16,-1-2-113-16,-4-6-89 15,3-4-47-15,-2-7-1 0,0-5-21 0,0-3-121 16,-4-2-166-16,-2-1-157 0,0 0-239 16,-6 11-482-16,1-10-147 0</inkml:trace>
  <inkml:trace contextRef="#ctx0" brushRef="#br1" timeOffset="-214631.259">6991 16966 1205 0,'0'0'553'0,"0"0"-8"0,0 0-115 0,0 0-109 16,0 0 52-16,-37 71-59 0,35-41-62 0,0 1-79 16,2 4 10-16,0 2 37 15,6 2-32-15,1 0-53 0,2 2-49 16,2 1-65-16,-1 1 3 0,2 0-2 16,1 1 2-16,0 1-8 0,1 4-4 0,2 2-10 15,0 4 19-15,0 1-18 16,0 3 7-16,-2-1-10 0,-1 0-21 0,0-5 0 15,1-1 5-15,-3-5 13 0,0-3-9 16,-1-3-6-16,0-2 3 0,-4-6 2 0,-1-1 1 16,-3-7-22-1,0-2-11-15,-1-2-11 0,-1-3-5 0,0-2-13 0,0-4-3 16,-3-4 28 0,-2 3 6-16,-3-1 0 0,-2-1-32 0,-3 0 1 0,-3 0-19 15,-1-1 6-15,0-1-13 0,-5 0-52 16,-4-6-153-16,-1-1 60 0,-3 0-145 15,-5-3-37-15,-1-4-257 0,10 0-18 16,-13-1-484-16</inkml:trace>
  <inkml:trace contextRef="#ctx0" brushRef="#br1" timeOffset="-204576.772">8758 17437 2326 0,'0'0'513'15,"0"0"158"-15,0 0-427 0,0 0-43 0,76 68 88 16,-43-56-137-16,6-3-84 0,8-4-19 16,0-5-46-16,0 0 31 0,2-2-33 15,0-10-1-15,-4-3-18 0,1-3-112 16,-6-2-78-16,-2-3-94 0,-6-1-255 16,-9 5-490-16,-3-12-1079 0</inkml:trace>
  <inkml:trace contextRef="#ctx0" brushRef="#br1" timeOffset="-204338.058">9053 16963 2049 0,'0'0'563'0,"0"0"-311"0,0 0-76 16,3 66 90-16,1-28-28 0,2 7-29 15,2 8-49-15,0 6-31 0,-4 7-3 16,-1 4-33-16,0 1-65 0,-3 3-28 15,0-6-29-15,0-6 4 0,0-10-56 16,4-10-9-16,3-13-15 0,0-14 8 0,5-11-13 16,2-5-112-16,4-17-147 0,2-11 61 15,1-11-108-15,-2-10-135 16,-4 10-116-16,4-33-11 0</inkml:trace>
  <inkml:trace contextRef="#ctx0" brushRef="#br1" timeOffset="-203780.551">9405 16759 1623 0,'0'0'584'16,"0"0"-170"-16,0 0-143 0,0 0 39 0,0 0 44 0,0 0-39 16,0 0-104-16,0 0-64 0,57 96-38 15,-51-47 27-15,1 8-3 16,-3 5-41-16,-4 6-27 0,0 3-22 16,0 3-9-16,-3 1-7 0,-2 0-27 15,-2-5 0-15,2-6-33 0,1-8-16 0,2-12 9 0,2-13-28 16,0-12 9-16,3-10-24 15,6-8-50-15,4-1 6 0,3-13-45 16,4-9 18-16,3-6-19 0,2-6-45 16,-2-4 56-16,0 4 89 0,-2 4 37 0,-2 7 1 15,-2 7 3-15,-2 7 29 16,-2 6 3-16,-5 3 112 0,1 7 66 16,1 4 9-16,-3 2-71 0,1 5-2 0,-1 1-36 15,1 1-5-15,1 1-4 0,1-1-4 16,4-2-55-16,0-3-10 0,4-3-28 15,4-3 15-15,2-1 10 0,5-4-19 16,0-3 21-16,1-1-18 0,-2 0-18 16,-1-3 3-16,-1-6-5 0,-3-1 17 0,2-2-38 15,-4-3 17-15,-2-1-5 16,-3-3 4-16,-1-3 13 0,-3 1-1 16,-3 1-12-16,-3-1 24 0,-2 5 20 0,-4 3 51 15,0 2 21-15,-7 5 38 0,-2 0-25 16,-1 6 25-16,-3 0-19 0,-2 3-32 15,0 8-30-15,-1 5-27 0,0 3 15 0,0 5 5 16,3 3 24-16,0 2 19 0,4-2 12 16,1 3 25-16,5-4-9 15,2-1-47-15,1-2-6 0,1-2-22 16,9-3-2-16,2-1-16 0,2-3 0 0,8-2-25 16,4 0-46-16,4-5-18 0,3-4-10 15,5-3-21-15,3-1-60 0,1-8-87 0,3-5-196 16,-11 1-250-16,18-11-694 0</inkml:trace>
  <inkml:trace contextRef="#ctx0" brushRef="#br1" timeOffset="-202997.731">11261 17427 2111 0,'0'0'440'16,"0"0"-41"-16,0 0-139 0,0 0 30 16,0 0 29-16,0 0-83 0,82 66-61 15,-62-35-54-15,-5 7-21 0,-3 5-23 16,-4 3-28-16,-4 1-20 0,-1-3-29 0,0-5 0 16,-2-6-19-1,3-9-21-15,-1-7 13 0,0-8-23 16,2-5-34-16,0-4-27 0,3-6 17 0,6-5 51 0,-1-9-23 15,6-3 47-15,-5-6 19 0,3-4 0 16,-5-3 22-16,2 0-3 16,-4 2-16-16,1 3 6 0,-2 6-9 15,0 7-13-15,-3 6 13 0,-2 7 0 16,1 5-22-16,0 2 22 0,0 9 94 0,-1 6-26 16,0 2-21-16,-1 4-10 0,0 1-9 15,-1-2 6-15,1-2-12 0,-2-5-10 16,3-5-12-16,0-4-40 0,-1-4-9 15,5-2 49-15,0-2 27 0,5-6-27 16,2-4 0-16,2-3-14 0,-1-2 14 16,0 2 0-16,0-1-16 0,-1 4-24 15,-3 5-10-15,-1 4 6 0,-1 3 44 16,1 4 60-16,0 8-4 0,-2 3-10 16,1 4 13-16,0 4-12 0,0 1-16 15,0 0 18-15,0 1 10 0,0-3-19 0,-1 1-22 16,1-4-18-16,1-3-21 0,1-3-23 0,2-3 1 15,1-2-99-15,2-5-60 0,2-3-46 16,3 0-172-16,-5-4-389 0,13-13-625 0</inkml:trace>
  <inkml:trace contextRef="#ctx0" brushRef="#br1" timeOffset="-202684.942">12352 17535 2433 0,'0'0'784'16,"0"0"-345"-16,0 0-212 0,0 0 9 0,0 0 78 15,-81 57-55-15,62-31-81 0,2 3-37 16,1-1 0-16,5-4-41 0,3-3-66 16,4-7-34-16,3-5-37 0,1-4 7 0,0-5-7 15,1 0-33-15,6 0-49 0,3-5-25 16,3-5 76-16,0-3 50 0,3-3-7 16,-1-1-2-16,0 0-10 0,-6 3-3 15,2 5 12-15,-5 2-6 0,-3 4-9 16,0 3-7-16,0 0 50 0,1 7 99 15,1 3-6-15,-1 2-29 0,2 1-24 16,-2 2-15-16,-1 0-4 0,0-1-18 16,0-1 10-16,1-4-13 0,-1-3-14 0,1-2-22 15,2-3-17-15,-2-1-67 0,1 0-3 16,0-8-60-16,3-4-63 16,0-7-130-16,2-3-251 0,-2 3-553 15,4-15-537-15</inkml:trace>
  <inkml:trace contextRef="#ctx0" brushRef="#br1" timeOffset="-202481.317">12604 17024 2534 0,'0'0'639'0,"0"0"-364"16,0 0-196-16,0 0 54 0,0 0 198 16,29 96 44-16,-23-54-91 0,3 7-93 15,-3 5-50-15,0 2 24 0,0 2-1 16,0 3-67-16,-1-2-66 15,-2-3-31-15,0-2-14 0,0-7-61 0,0-5-68 16,1-11-37-16,-1-8 11 16,2-8 19-16,-1-6 5 0,-2-8-106 0,1-1-156 0,-3-8-268 15,0-2-19-15,0-12-571 0</inkml:trace>
  <inkml:trace contextRef="#ctx0" brushRef="#br1" timeOffset="-202306.382">12465 17422 2246 0,'0'0'546'0,"0"0"-283"0,0 0-71 16,0 0 123-16,0 0 32 0,0 0-46 16,93 37-77-16,-59-32-57 15,2-2-35-15,5-3-40 0,0-5-92 16,0-5-3-16,-1-4-80 0,-1-1-98 16,-4-2-114-16,-2-2-125 0,-9 6-291 0,2-5-759 15</inkml:trace>
  <inkml:trace contextRef="#ctx0" brushRef="#br1" timeOffset="-202064.136">13028 17396 954 0,'0'0'697'0,"0"0"-255"0,0 0 49 0,0 0 24 0,0 0-97 16,84 85-96-16,-69-64-86 0,-2 1-111 0,-3 2-41 15,-3-1-3-15,-1-1-4 16,-2 2 13-16,-4-1 9 0,0-2-44 15,0-1-30-15,0-3-23 0,-2-3 1 0,-1-3-3 16,1-5-1-16,2-5 1 16,0-1 0-16,0-1-28 0,0-11-52 0,0-6 0 15,3-8 9-15,4-8-7 16,3-4-6-16,1-4-56 0,1 3-99 0,1 6-114 16,-4 11-266-16,5-1-793 0</inkml:trace>
  <inkml:trace contextRef="#ctx0" brushRef="#br1" timeOffset="-201853.526">13543 17536 300 0,'0'0'2310'16,"0"0"-1853"-16,0 0-224 0,0 0 82 15,-28 81-31-15,20-61-89 0,-2-2-108 0,5-5-87 16,0-2-68-16,4-3-77 0,-1-3-32 0,-1-3-104 16,2-2-197-16,-2 0-251 0,-1-3-618 15</inkml:trace>
  <inkml:trace contextRef="#ctx0" brushRef="#br1" timeOffset="-201705.275">13526 17342 2435 0,'0'0'621'0,"0"0"-257"0,0 0-47 0,0 0-62 16,0 0-117-16,88 20-72 15,-66-19-66-15,0-1-91 0,0 0-129 16,0-1-197-16,-6-1-669 0,4-3-1158 0</inkml:trace>
  <inkml:trace contextRef="#ctx0" brushRef="#br1" timeOffset="-201456.316">13824 17493 2259 0,'0'0'976'0,"0"0"-680"15,0 0-100-15,-59 91 75 0,42-61 30 0,3 0-29 16,2 0-93-16,2-5-69 0,7 0-36 15,2-3-25-15,1-3-40 0,4-3-9 0,10-1-15 16,1-2-16-16,5-3-9 0,6 0-36 16,1-6-4-16,3-1-22 0,2-3-71 0,0-5-72 15,0-4-144-15,-9-1-239 0,9-9-629 0</inkml:trace>
  <inkml:trace contextRef="#ctx0" brushRef="#br1" timeOffset="-200648.819">13690 17424 388 0,'0'0'1762'15,"0"0"-1142"-15,0 0-231 0,0 0-131 16,0 0 56-16,0 0-19 0,27 76-85 0,-13-43-45 16,0 5-23-16,2 2-18 0,0 3-4 15,1-2-19-15,-1 0-28 0,-2-3-24 16,0-4-15-16,1-6-34 0,-3-5-11 16,-1-6-32-16,-1-7-83 15,1-3-6-15,-4-3-9 0,4-4-39 0,-1 0-44 16,2-5-61-16,-1-8-142 0,1-4-164 15,-1 3-488-15,3-15-624 0</inkml:trace>
  <inkml:trace contextRef="#ctx0" brushRef="#br1" timeOffset="-200463.595">14044 17427 969 0,'0'0'1589'0,"0"0"-1100"0,0 0-237 15,0 0-51-15,0 0 1 0,-67 88 9 16,53-53-34-16,-1 5-62 0,-2 3-43 15,1-1-1-15,-1 0 32 0,1-4 17 0,0-4-58 16,3 0-62-16,-1-6-56 0,2-3-98 16,4-3-55-16,1-7-60 0,2-2-145 15,4-5-311-15,1-7-762 0</inkml:trace>
  <inkml:trace contextRef="#ctx0" brushRef="#br1" timeOffset="-200005.596">14863 17519 2767 0,'0'0'694'0,"0"0"-289"0,0 0-156 16,0 0-34-16,-86 70-20 0,65-34-41 15,-1 6-56-15,3 4-45 0,2 2-1 16,2-3 3 0,3-6-37-16,7-10-18 0,5-8-22 15,0-11-67-15,11-6-22 0,3-4 0 0,3-4 56 0,2-8 30 16,2-2 1-16,1-7 24 15,0-4-41-15,-1-2 13 0,-1 0 25 16,-2 3-37-16,-1 2 9 0,-3 6 6 0,-1 4-18 16,-3 5 6-16,-2 4 5 0,-2 3-8 15,0 0 30-15,-1 10 10 16,-1 0 75-16,2 4-16 0,-2-1-15 0,1 3 8 16,0-2 10-16,0-2-9 0,-1 2-22 15,0-4-4-15,2-1-27 0,-1-4-25 0,1 0-25 16,0-2-27-16,-1-2-53 0,-1-1-1 15,0 0-11-15,2 0-87 16,-3 0-138-16,3-4-115 0,-3-1-510 0,1-5-334 16</inkml:trace>
  <inkml:trace contextRef="#ctx0" brushRef="#br1" timeOffset="-199129.961">14854 17634 1269 0,'0'0'540'0,"0"0"-176"0,0 0-83 16,0 0 29-16,0 0-18 0,0 0-94 15,0 0 22-15,0 0-90 0,0 0-19 16,0 0-29-16,0 0-7 0,21 53-15 0,-18-42-7 15,1 0-18-15,-1-3 0 0,0 0 0 16,0 0-17-16,-2-2-2 0,1 1 0 0,-2-4 2 16,0 0 1-16,1-1 0 0,-1-1-16 15,0-1-1-15,0 0-2 0,0 0 0 16,0 0-16-16,0 0-15 0,0 0-34 16,0 0-5-16,0-1-2 0,0-1-13 15,0 1-22-15,0-2-16 0,0 1-33 0,-3-3 13 16,-1-2-10-1,1 2-59-15,0-4-51 0,2 2-8 0,0 0-60 0,1 3-253 16,0-4-162-16,15 69-27 0</inkml:trace>
  <inkml:trace contextRef="#ctx0" brushRef="#br1" timeOffset="-198951.029">14854 17634 661 0</inkml:trace>
  <inkml:trace contextRef="#ctx0" brushRef="#br1" timeOffset="-198731.348">14854 17634 661 0,'93'-25'743'0,"-93"25"-217"0,0 0-101 0,0 0-86 0,2 4-21 0,2 6-46 0,0 4-39 16,3 5-53-16,1 5-38 0,2 5-20 0,1 3-14 15,2 3-11-15,0 1-13 16,0 3 21-16,0 2 7 0,-4 1-16 16,-2-1-34-16,-3 2 2 0,-4 1-5 0,0 3-23 0,-2-1 4 15,-7-1 6 1,-3-1-6-16,2-5 0 0,0-2-3 16,-1-6-19-16,2-3-17 0,-1-6 1 15,-3-3-2-15,1-3 0 0,-1-4-21 16,-2-6-19-16,-2-4-40 0,0-2-30 0,0-2 21 0,0-11-1 15,0-2-15-15,2-10-3 0,-1-3 18 16,3-6-44-16,-1-4-159 0,2-5-70 16,4-1-139-16,2-1-126 0,4 10-161 15,2-12-244-15</inkml:trace>
  <inkml:trace contextRef="#ctx0" brushRef="#br1" timeOffset="-198494.583">15335 17620 1752 0,'0'0'736'16,"0"0"-215"-16,0 0-163 15,49 82-25-15,-35-43-15 16,3 8-43-16,-3 7-8 0,-1 8-89 0,-4 2-52 16,-3 5-37-16,-3-1-34 0,-1 0-24 15,-2-4-22-15,0 0-9 0,-2-7-98 16,-1-4-40-16,-1-8-16 0,1-7 22 15,0-9 61-15,2-10 15 0,-2-7-15 16,2-7-91-16,-1-5-121 0,1-10-265 16,-4-10-209-16,2 2-405 0,-2-21-139 0</inkml:trace>
  <inkml:trace contextRef="#ctx0" brushRef="#br1" timeOffset="-198264.133">15290 17742 2092 0,'0'0'585'0,"0"0"-225"0,0 0-101 15,0 0 2-15,0 0-53 16,0 0-44-16,79-44-28 0,-48 39-43 0,3 1 4 0,1 4-16 16,1 0-10-16,1 2-21 0,-4 5-32 15,-2 5-18-15,-8 1 0 0,-3 1-46 16,-6 5 21-16,-8 4-5 16,-6-1 30-16,-1 6 0 0,-15 1-6 15,-2 0-31-15,-7 2 9 0,-3-2 25 0,-1-3-1 16,1-6-45-16,-1-5-48 15,-1-3-67-15,1-6-78 0,0-3-167 0,2-3-110 16,8 0-269-16,-7-12-469 0</inkml:trace>
  <inkml:trace contextRef="#ctx0" brushRef="#br1" timeOffset="-197714.71">17030 17410 95 0,'0'0'2005'0,"0"0"-1587"0,25-70-44 16,-17 57-105-16,-2 2-14 0,-3 4-36 0,0 6 2 16,-2 1-52-16,1 0-27 0,-2 5 23 15,0 8 14-15,-11 9-92 0,-2 9-63 16,-7 12-20-16,-1 5-4 0,-4 8-4 0,-1 1-17 15,1-3 2-15,2-2 16 16,7-7 0-16,4-9 0 0,7-7-22 0,2-9 10 16,3-5 12-16,0-4-31 0,6-4-9 15,10 2 24-15,1-3-6 16,9 1-18-16,0 0 12 0,1 5 5 16,1 3 26-16,-4 3 22 0,-2 5 12 15,0 7 9-15,-5 5 16 0,-3 6 9 0,-3 2 46 16,-2 2-28-16,-4 2-40 0,-4-4 16 0,-1-1-7 15,0-4-9-15,0 1-25 0,-3-2-21 16,-3 0-2-16,0-5-19 0,-2 2 6 0,2-7-16 16,1-4-49-1,0-6-40-15,0-3-12 0,3-7-38 16,-1-4-64-16,3-3-165 0,0 0-300 16,-1-10-811-16</inkml:trace>
  <inkml:trace contextRef="#ctx0" brushRef="#br1" timeOffset="-197251.65">17959 17529 1448 0,'0'0'741'0,"0"0"-285"0,0 0-61 16,0 0-18-16,0 0-120 0,0 0-24 0,0 0 0 15,0 0-68-15,0 0 2 0,-79 72-9 16,69-31-51-16,1 9-2 0,0 7 11 16,3 9 31-16,-2 5-59 0,2 4 7 15,1 1-37 1,-1 4-1-16,-1-2-2 0,0-2-36 0,1-4-19 16,1-4-15-16,5-7-6 0,0-7-13 0,2-7 1 15,9-8-22-15,5-7-33 0,3-3-31 16,7-8-3-16,4-5-31 0,3-6-19 15,7-6-107-15,-1-4-183 0,3-10-203 16,-11-1-568-16,13-13-793 0</inkml:trace>
  <inkml:trace contextRef="#ctx0" brushRef="#br1" timeOffset="-196389.029">18195 17348 401 0,'0'0'1645'16,"0"0"-1011"-16,0 0-95 0,0 0-81 16,0 0-42-16,0 0-71 0,0 0-64 0,0 0-97 15,0 0-71-15,31 76-45 16,-30-52-20-16,-1 4-17 0,0 1-19 16,0 2-10-16,0 2-2 0,-1 2 0 15,-1-2-21-15,-1 0-16 0,3-2-12 16,0-3-39-16,0-8-53 0,0 0-81 0,3-6-190 0,3-4-316 15,0-3-565-15,7-3-705 0</inkml:trace>
  <inkml:trace contextRef="#ctx0" brushRef="#br1" timeOffset="-196013.881">18599 17808 1456 0,'0'0'637'15,"0"0"-233"-15,0 0-85 0,0 0 5 16,0 0-17-16,0 0-57 0,43 73-93 16,-34-56-31-16,0-2-82 0,-1 1-32 15,0-1-12-15,4 2-18 0,0-1 5 16,5 2-15-16,1 1 27 0,0 1-2 15,2 1 2-15,-1-2 0 0,1 2 0 0,-1-1-3 16,0 1 1-16,-1 1 3 0,0-1 0 0,-1-1 0 16,1 0 0-16,0 1-3 0,1-2-23 15,-2 3 24 1,3-1 1-16,-2 0-11 0,0 0 11 0,-2 0-51 0,2-2 11 16,-1 2 0-16,-3-2-6 0,-1-1 0 15,0 2 2-15,-1-5-47 0,-1 0-28 16,-1-2-52-16,-1-2-68 0,-1-4-78 15,0 0-76-15,-2-4-135 0,-1 0-148 0</inkml:trace>
  <inkml:trace contextRef="#ctx0" brushRef="#br1" timeOffset="-195737.988">19488 18472 183 0,'0'0'2231'0,"0"0"-1651"16,0 0-184-16,0 0-113 0,0 0-85 16,0 0 1-16,16 75 19 0,-16-56-44 0,0 2-44 15,0 3-32-15,0-2-21 0,-1 5-28 16,-4-1-24-16,1-2-25 0,-2 0-3 0,2 0-19 15,-2-1-30-15,3-5-34 16,-1-1-13-16,1-5-40 0,0-4-47 0,2-4-81 16,-1-4-136-16,2 0-245 0,-1-3-582 0</inkml:trace>
  <inkml:trace contextRef="#ctx0" brushRef="#br1" timeOffset="-195200.352">19116 17515 1391 0,'0'0'984'0,"0"0"-574"0,0 0-57 0,0 0-47 15,0 0 36-15,0 0-17 0,0 0-86 16,87 16-7-16,-65 1-65 0,1 8-5 15,1 4 10-15,-4 6-57 0,0 4-38 16,-1 5-41-16,-6 0-36 0,1 0-14 16,-5-3-7-16,-2-9-10 0,-1-4-27 15,-3-8-24-15,0-7-56 0,1-7-61 16,0-6-63-16,5-4-139 0,1-11-262 16,0 0-430-16,6-18-437 0</inkml:trace>
  <inkml:trace contextRef="#ctx0" brushRef="#br1" timeOffset="-195012.634">19458 17451 320 0,'0'0'2023'16,"0"0"-1407"-16,0 0-146 0,0 0-173 15,0 0-79-15,0 0-33 0,-76 84-32 16,60-55-63-16,-3 2-31 0,2 0-24 16,-5-1-35-16,1-3-34 0,-1-4-131 15,-3 0-47-15,-1-3-49 0,-4-2-84 16,1-4-86-16,-2-3-253 0,0-3-42 0,11-3-723 15,-8-5 1295-15</inkml:trace>
  <inkml:trace contextRef="#ctx0" brushRef="#br1" timeOffset="-194880.986">19001 17713 33 0,'0'0'1054'0,"0"0"-585"0,0 0-5 0,0 0 9 16,95-39-9 0,-63 32-84-16,4-1-72 0,3 4-74 0,0-2-90 15,-2 1-46-15,-1 0-82 0,-2 0-16 16,-3-3-149-16,0 0-118 0,-4-1-120 0,-7 2-286 15,6-2-766-15</inkml:trace>
  <inkml:trace contextRef="#ctx0" brushRef="#br1" timeOffset="-194395.753">18333 18301 1577 0,'0'0'591'0,"0"0"-251"16,0 0-88-16,-34 76 62 0,27-45-20 16,3 5-11-16,2 0-69 0,2 0-51 15,2-3-40-15,5-5-20 0,2-4-19 16,3-8-62-16,2-6-22 0,3-6-47 15,3-4 0-15,6-7 13 0,1-11-25 0,4-5 6 0,-3-8-10 16,1-5 3 0,-4-1 16-16,-5-1 6 0,0 1-6 0,-3 2 6 15,-4 2 35-15,-2 1-16 0,-6 4-15 16,-2 4-17-16,-3 3 23 0,-3 6 28 16,-7 4 113-16,-1 6-21 0,-2 3-17 0,0 2-12 15,-2 6-60-15,-1 2-3 0,3 7-47 16,1 2-6-16,1 0-45 0,4 1-132 15,0-3-152-15,4-4-409 0,3 1-748 0</inkml:trace>
  <inkml:trace contextRef="#ctx0" brushRef="#br1" timeOffset="-193938.872">20183 17481 1413 0,'0'0'1080'0,"0"0"-674"0,0 0-99 0,91 67-58 15,-67-39-5-15,-1 4-27 0,-5 5-37 16,-3 5-65-16,-3 4-21 0,-2 4-23 15,-6 4-24-15,-1 2-7 0,-3 7-15 16,-1-1-4-16,-8 4-2 0,-5-1-19 0,-1-3-19 16,-3-3-2-16,0-5-29 0,-1-5-34 15,2-5 1-15,1-6-20 0,-1-8-36 16,5-9-27-16,-2-6-83 0,3-9-139 0,0-6-213 16,3 0-189-1,-1-13-410-15</inkml:trace>
  <inkml:trace contextRef="#ctx0" brushRef="#br1" timeOffset="-193039.18">20745 17140 91 0,'0'0'1389'15,"0"0"-1071"-15,0 0-181 0,0 0-50 16,0 0 192-16,0 0-46 16,0 0-27-16,0 0-38 0,0 0-53 0,0 0 0 15,0 0-3-15,79 1-19 0,-63-5-23 16,-3 0-23-16,3 0-8 0,-2 1-27 15,0-1 2-15,-2 0-12 0,1 0-2 16,-1 1 1-16,-1 2-1 0,-2 0 0 16,2 1 0-16,-2 0 0 0,0 0-2 0,-1 0-1 15,0 1 1-15,-3 7 2 0,-2 1 0 16,-3 5 19-16,0 7 12 16,0 3-8-16,-8 6-20 0,-4 4 13 15,-2 6-16-15,-3 3 1 0,0 0 0 0,-3 4-1 16,4-2-2-16,1-2-5 0,6-4 7 15,3-2 13-15,3-4 38 0,3-6-4 0,0-6-6 16,5-3 12-16,2-3-23 0,0-3-30 16,4 4 0-16,-3-2 12 15,1 4-9-15,-1 2 9 0,2 1 1 0,0 1-1 0,1 2-10 16,0-3 15-16,-1 2-17 0,3-1-1 16,-2 0-1-16,1 1-23 0,4 1 25 15,0-1 0-15,1 2 10 16,-1 3-8-16,0-1 9 0,0 2 17 15,-1 4-27-15,-4 0 21 0,0 5-6 0,-5 2 9 16,-2 3-3-16,0 0 16 0,-4 3-12 16,0-1 14-16,0-1 19 0,0-5-12 0,-2 0-44 15,-1-3 45-15,-2-6-48 0,2-3-3 16,-4-3-19 0,5-3-34-16,-3-5-19 0,1-1-48 0,1-4-15 15,-2-3-80-15,1-1-45 0,0-2 104 16,0-3-539-16,-5 0-700 0</inkml:trace>
  <inkml:trace contextRef="#ctx0" brushRef="#br1" timeOffset="-190901.662">20374 18636 893 0,'0'0'326'0,"0"0"-326"16,0 0 29-16,0 0 27 0,0 0 390 15,0 0-200-15,0 0-38 0,0 0-82 16,0 0 10-16,0 0 6 0,0 0-7 0,12-11-32 15,-12 11-6-15,0 0 2 0,0 0 4 16,0 0-17-16,0 0 0 0,2 0 13 0,-2 0 3 16,0 0-17-16,0 0-25 15,1 0-22-15,-1 0-9 0,0 0-14 0,0 0-14 16,0 0 12 0,1 0-12-16,2 0 15 0,-1-1 18 0,1 0-12 15,-2-1-9-15,2 1-10 0,0-2 0 16,0 2 13-16,-2-1 0 0,0 1 0 15,2 0-13-15,0-2 16 0,-1 0-16 16,-1 3-1-16,1-2-1 0,1 0 0 0,-2 1-1 16,1-1-1-16,0 1 0 0,-2 0-1 15,3-1 0-15,-3 1-2 0,4-1 1 16,-4-1-16-16,3 0 4 0,-1 2 12 16,-1-1-16-16,-1 2 3 0,2 0 3 15,-2 0-2-15,0 0-1 0,1 0 3 16,1 0-3-16,1 0 16 0,-3 0 0 15,2 0 29-15,3 2-1 0,-1 2-15 0,2 1-12 16,-1 2 0-16,-2 0-1 0,2 4-32 16,-2-3-2-16,0 4 9 0,-2 0 12 0,1-1 13 15,-2 2-2-15,0-1 0 0,0 0 2 16,0 1-1-16,0-2 1 16,-2-1 3-16,1-2 9 0,-1-1-10 15,1-4 10-15,1-1-12 0,-2-2-1 16,2 0-24-16,0 0-73 0,0 0-19 15,0 0 15-15,0-5 19 0,0-2 29 0,2-3 54 16,2-4 0-16,0 0-3 16,3-2-10-16,-4 1-25 0,3-1 22 0,-2 4 14 15,1 1 1-15,-1 1 1 0,-1-1 0 16,3 3 0-16,-1-2 0 0,0 2 0 16,1 1 44-16,0-2 11 0,-1 1 8 15,2 1-15-15,-1 0 0 0,0 1-1 0,0-1 1 16,-2 3-7-16,0 2-6 0,0 0-7 15,-4 2 13-15,3 0-6 0,0 0 12 16,0 0 10-16,2 3 0 0,0 3-10 16,1 2-19-16,0 2-28 0,1 3-23 15,-1 0 20-15,0 2-16 0,-2 1 17 16,2-1-36-16,-4 1 7 0,1-2 12 16,-3 2-3-16,0-2-13 0,2-2-12 15,-2-2-10-15,0-1-25 0,0-2-39 16,0-2-54-16,1-1-51 0,-1-3-35 15,0 1-158-15,0-2-350 0,3 0-573 0</inkml:trace>
  <inkml:trace contextRef="#ctx0" brushRef="#br1" timeOffset="-190231.351">22774 17962 372 0,'0'0'2455'0,"0"0"-2000"16,0 0-216-16,102 86-170 0,-63-67 11 0,7-6-36 15,-1-4-44-15,2-7-7 0,-2-2-75 16,0-11-60-16,0-7-68 0,-3-3-101 0,-11 0-298 16,8-15-536-16</inkml:trace>
  <inkml:trace contextRef="#ctx0" brushRef="#br1" timeOffset="-189938.999">23120 17411 980 0,'0'0'271'0,"0"0"467"0,0 0-104 16,0 0-181-16,0 0-133 0,-48 85-98 15,46-45-23-15,2 9 24 0,0 5-19 16,8 8-18-16,6 4-53 0,1 3-28 16,2 3-22-16,-2 1-28 0,-1 2-12 15,-4-2-15-15,0-2-1 0,-3-4-6 0,-2-5-21 16,-2-7-13-16,-3-5 10 0,0-5-15 0,0-8-10 15,0-6-24-15,-5-5 12 0,2-5-3 16,-1-7 12-16,-1-5-24 0,2-5 15 16,0-4 0-16,-2 0-31 0,-1-7-4 15,-1-3-11-15,-3-8-14 16,-1-4-56-16,0-5-30 0,3-6-57 16,4-4-125-16,2-4-78 0,2-2-177 0,0 11-179 15,14-7-26-15</inkml:trace>
  <inkml:trace contextRef="#ctx0" brushRef="#br1" timeOffset="-189671.962">23425 18062 863 0,'0'0'186'16,"0"0"-7"-16,0 0 920 0,0 0-573 15,0 0-75-15,0 0-155 16,0 0-78-16,0 0-67 0,75 71-73 16,-69-62-78-16,-1-2-31 0,4-6-29 0,2-1-66 15,0-4 13-15,5-6-29 0,-3-4-39 16,4-2-24-16,-4-1-32 0,2 0 3 15,-4 0 118-15,-5-1 116 0,1 4-42 0,-6-1-33 16,-1 2 75-16,0 4 90 0,-6-2 42 16,-2 0-29-16,-3 3-7 0,-1 3 46 15,1 1 2-15,0 4-7 16,-1 0-13-16,0 9-108 0,0 3-3 0,-2 7 2 16,2 0-30-16,1 4-8 15,2-3-18-15,2-1-86 0,1-4-110 0,1-5-216 16,2-3-667-16</inkml:trace>
  <inkml:trace contextRef="#ctx0" brushRef="#br1" timeOffset="-189431.027">23619 17873 684 0,'0'0'381'16,"0"0"-274"-16,0 0-58 0,0 0 1070 0,0 0-703 16,0 0-98-16,90 8-167 0,-71 10-65 15,0 4-10-15,-2 4 23 0,-4 2 47 16,0 3-17-16,-4 2-38 0,-4-2-12 0,-3-3-32 15,-1-3-31-15,-1-7-16 0,0-5-22 16,0-5-6-16,0-5-23 0,0-3 32 16,3 0 16-16,2-3-63 15,4-7 41-15,2-5 0 0,3-5-4 16,3-6-5-16,1-3-77 0,-1-2-6 16,2 2-46-16,0 0-35 0,1 3-162 15,-6 6-400-15,9-1-668 0</inkml:trace>
  <inkml:trace contextRef="#ctx0" brushRef="#br1" timeOffset="-188915.077">25313 17906 1706 0,'0'0'146'0,"0"0"632"15,0 0-383-15,0 0-392 0,-70 75 157 0,41-43-16 16,-1 3 21-16,-4 5-63 16,6 1-29-16,0-5 24 0,7-2-5 15,6-6-39-15,7-10-53 0,8-8-19 0,1-2-53 16,15-7 47-16,7-1-16 0,6 0 3 15,5 0 38-15,2-2 3 0,1 1-2 0,-6 1 28 16,0 0-17-16,-6 2 32 0,-2 6 32 16,-7 2 2-16,-3 3 14 0,-7 1 21 15,-5 2 24-15,-1 1-47 0,-7-2-38 0,-6 3-49 16,2-3-3 0,-3-5-36-16,0-1-35 0,3-9-41 0,-1 0-56 15,4-7-34-15,3-8-139 0,2-9-282 16,3 5-525-16,5-19-151 0</inkml:trace>
  <inkml:trace contextRef="#ctx0" brushRef="#br1" timeOffset="-188381.602">25453 18048 927 0,'0'0'91'0,"0"0"606"0,0 0 462 0,0 0-704 16,40 88-112 0,-31-63-57-16,1-3-7 0,0-1-49 15,0-7-82-15,-1-2-95 0,1-6-53 0,0-3-47 16,3-3-58-16,5-3-12 0,-1-10-35 0,2-6-20 15,4-4-61-15,0-4-105 0,0 0 99 16,-2-2-4 0,-2 5 66-16,-6 1 55 0,-3 3 85 0,-4 2 37 15,-3 3 38-15,-3 4 136 0,-2-1 57 16,-5 5 30-16,2 3 0 0,-4 4-25 0,1 0-76 16,-1 7-112-16,-2 6-29 0,3 4-19 15,0 4 1-15,1 0-1 0,2 1-22 16,2-4-16-16,1-1-63 0,2-5-103 15,0-4-94-15,3-2-2 0,4-5 85 16,6-1 64-16,3-5 58 0,4-8-42 0,3-4-134 0,5-3-156 16,-4-3 61-16,4 3 172 0,-4 4 153 15,-2 5 39-15,-5 6 169 0,-3 5 209 16,-3 0 27-16,-3 8 25 16,-1 4 4-16,-2 1-29 0,-2 3-83 15,-1 0-51-15,0 1-52 0,-1 0-43 0,-1-4-12 16,3-2-47-16,0-2-93 0,2-7-24 15,3-2-21-15,2 0-16 0,5-2-3 16,3-9-37-16,2-3-3 0,2-4-28 16,1-1 8-16,0 0 13 0,0 1 37 0,-1 2 25 15,0 6 4-15,-2 0 18 16,-4 3 1-16,1 7 2 0,-3 0 53 16,-1 0-15-16,-1 0 9 0,-1 6 5 15,-1 2 4-15,2 2 0 0,-2 2-16 16,1 1-9-16,-3-1-6 0,-2 0 0 15,-1 0-24-15,-1-1-1 0,-4-2-149 0,0-1-150 16,0-3-351-16,0 2-864 0</inkml:trace>
  <inkml:trace contextRef="#ctx0" brushRef="#br1" timeOffset="-187831.244">27243 17662 310 0,'0'0'349'0,"0"0"1302"0,0 0-1032 0,0 0-143 16,63 86-203-16,-51-53-9 0,-6 1-47 15,-5 2-36-15,-1-1-82 0,0-1-71 16,-4-5-28-16,0-4-1 0,1-7-11 15,3-5-35-15,0-8-15 0,0-3-22 0,1-2-40 16,8 0 22-16,7-8 21 0,0-9-10 16,7-2-29-16,1-4-16 0,0-2 38 15,-2-2 54-15,3 4 18 0,-4 3 25 16,0 1-12-16,-3 6 13 0,-1 3 44 16,-4 2 32-16,-2 4 16 0,-1 4 25 15,0 0 34-15,-1 4-7 0,0 4-24 16,-1 3-5-16,0 4-47 0,-2 3-6 15,3 4 3-15,-4 3-3 0,1 0 22 0,-3 0 23 16,2 0 41-16,-2-4-32 16,-1-3-61-16,2-2-55 0,-1-8-22 15,2-1-101-15,1-3-64 0,-1-4-63 16,4 0-23-16,4-5-161 0,-4-1-288 16,9-1-868-16</inkml:trace>
  <inkml:trace contextRef="#ctx0" brushRef="#br1" timeOffset="-187673.278">28240 18108 2062 0,'0'0'1934'0,"0"0"-1528"0,0 0-171 16,0 0-115-16,0 0-120 0,0 0-126 16,0 0-131-16,0 0-237 0,0 0-749 15,0 0-1199-15</inkml:trace>
  <inkml:trace contextRef="#ctx0" brushRef="#br1" timeOffset="-178639.159">21997 615 1641 0,'0'0'1385'0,"0"0"-1046"16,-13 97-98-16,10-52-73 0,-3 11 30 0,1 6 37 15,-1 7-86-15,-3 6-62 0,2 6-53 16,-3 7-6-16,2 7 9 0,0 5-12 16,1 9 6-16,-1 4 12 0,-1 5-3 15,-1 4-28-15,-3 4 7 0,-2 1-17 16,-2 2-1-16,-2 1-1 0,-4 1 0 16,-3 5-19-16,1 3 1 0,-3 0 15 15,2 4 3-15,4 1 0 0,2 1 0 16,3 0-11-16,0 5-2 0,4 6 10 15,-3 2-15-15,1 5 15 0,-2 0-1 0,-1 0-26 0,-3 2-10 16,-3-2 12-16,-4 1-62 0,-3 0 6 16,-2 1 19-16,-2-4 50 0,-3-3 15 15,0 0-19-15,0-2 16 0,4 2 3 16,3-4 2-16,5-2 1 0,3-4-3 16,4-4 0-16,1-5 0 0,0-4 1 15,-2-4 11-15,2 0-8 0,0-6-2 16,0-4 1-16,2-7-3 0,0-5-11 15,1-7 11-15,3-6 2 0,1-6 2 0,3-6-3 16,2-4 0-16,3-7-1 16,3-5 2-16,3-5 13 0,8-8 32 0,4-3-25 0,7-8 3 15,5-7-25-15,5-3-12 0,4-8 0 16,3 2 12-16,7-7 31 0,4 3-13 16,4-4-18-16,5-1 3 0,6 0 19 15,8 0-19-15,3 0 11 16,11 2-14-16,3-2-13 0,11 0 10 15,6-1 0-15,9 3-9 0,7-1 9 16,10-1-15-16,8 0-1 0,11 4-15 0,10-4 12 16,8 2 4-16,10-2-23 15,11 1 41-15,10-2 0 0,13 1 1 0,11 2 1 16,8-1 33-16,12 5-35 0,11-2 18 16,7 2-15-16,8 3 41 0,6-3 12 15,7 5-20-15,5 0-35 0,4-1 0 16,9 1 33-16,4-3-34 0,7 0 6 15,7-3-6-15,5 0 19 0,7-3-19 16,3-4-7-16,5-1 7 0,3-1 0 16,3-2-1-16,-2 1-23 0,-1-2 23 0,-8-2-1 15,-3 1-15-15,-8 1 17 16,-9-2 9-16,-9 2 3 0,-12-3-11 0,-9 1 1 16,-12-3 10-16,-11 0 19 0,-13-5-31 15,-15 0-44-15,-55-2 28 0,-61 0-21 16,-58-4-6-16,-48-3-44 0,-9-5-16 15,-3 0-63-15,0-6-48 0,0 0-80 0,0-1-123 16,0 5-294-16,0-16-871 0</inkml:trace>
  <inkml:trace contextRef="#ctx0" brushRef="#br1" timeOffset="-177722.442">22307 558 2327 0,'0'0'1456'0,"0"0"-1097"0,0 0-123 16,74 71-112-16,-33-43-28 0,11-2 15 15,6-2-13-15,2-8-37 0,2-6-42 16,0-7-18-16,0-3-1 0,-1-8-98 16,-1-8-56-16,-5-4-47 0,-4-2-38 0,-6-2-78 15,-17 5-384 1,-5-6-834-16</inkml:trace>
  <inkml:trace contextRef="#ctx0" brushRef="#br1" timeOffset="-177538.575">22526 807 3183 0,'0'0'452'0,"-26"87"-269"16,16-44-139-16,0 8 97 0,0 7 147 0,0 0 84 15,1-1-35-15,3-3-181 0,-1-4-86 16,3-2-70-16,3-7-3 16,1-3-61-16,0-6-52 0,1-4-46 15,5-6-90-15,1-7-98 0,0-5-171 16,3-7-227-16,-3-3-432 0,4-8-558 0</inkml:trace>
  <inkml:trace contextRef="#ctx0" brushRef="#br1" timeOffset="-177374.81">22646 1091 3369 0,'0'0'462'0,"0"0"-267"0,0 0-134 0,86 11 42 15,-50-4 12-15,-1-3-19 0,1 0-50 16,-5 0-46-16,-2-2-42 0,-4 0-67 15,-3-1-65-15,-4 0-103 0,-8 2-137 16,-4 0-391-16,-12 3-877 0</inkml:trace>
  <inkml:trace contextRef="#ctx0" brushRef="#br1" timeOffset="-177200.268">22536 1400 2103 0,'0'0'1555'0,"0"0"-1184"0,0 0-235 0,0 0-77 16,0 0 34-16,-1 71 115 0,15-52 109 15,8-1-82-15,7-1-100 0,7 0-56 16,7-3-28-16,7-4-51 0,4-2-42 16,-2-5-40-16,-2-3-22 0,-3-8-49 15,-8-6-68-15,-1-5-127 0,-6-4-291 0,-8 4-803 16,3-16-869-16</inkml:trace>
  <inkml:trace contextRef="#ctx0" brushRef="#br1" timeOffset="-177056.207">23177 1282 2779 0,'0'0'532'16,"0"0"-294"-16,0 0-181 15,19 85-44-15,-7-62 47 0,4-2 31 0,2-6 35 16,4-2-126-16,4-6-22 0,1-2-122 16,5-5-100-16,1-7-213 0,-8-2-549 15,15-14-429-15</inkml:trace>
  <inkml:trace contextRef="#ctx0" brushRef="#br1" timeOffset="-176922.181">23529 1205 2523 0,'0'0'1036'0,"0"0"-670"15,-79 48-199-15,46-21-67 0,-7 7-29 16,-2 2 19-16,-4 4 25 0,1 0-4 0,0 0-52 16,3-3-57-16,2 0-2 15,-2-4-157-15,3-5-139 0,-3-2-159 0,11-8-563 16,-20 4-374-16</inkml:trace>
  <inkml:trace contextRef="#ctx0" brushRef="#br1" timeOffset="-176648.02">21905 1926 121 0,'0'0'2455'16,"0"0"-1992"-16,0 0-245 0,0 0-59 0,0 0 72 15,0 0 69-15,0 0 1 0,0 0-47 16,89 58-75-16,-46-44-41 0,7-5-9 0,9-2-46 16,6-2-34-16,5-5-28 0,8 0-19 15,5-7-2-15,5-1-46 16,2-2 19-16,6-1-41 16,-2 2-24-16,0 1-46 0,-1 4 37 0,-5 0 101 0,-5 3-10 15,-6-1 10-15,-5-1-160 0,-5 1-54 16,-7-2-119-16,-5 2-157 0,-17 0-480 15,2-2-744-15</inkml:trace>
  <inkml:trace contextRef="#ctx0" brushRef="#br1" timeOffset="-176157.272">25422 1062 2526 0,'0'0'506'16,"0"0"-152"-16,0 0-185 0,-8 87-40 16,4-46 26-16,-2 7 84 0,0 5 29 0,-2 2-54 15,-2-1-85-15,-1-2-46 0,0-2-34 16,2-7-49-16,1-5-3 0,0-8-141 16,2-9-69-16,1-5-29 0,4-8-88 15,1-8-227-15,0 0-573 0,1-16-502 0</inkml:trace>
  <inkml:trace contextRef="#ctx0" brushRef="#br1" timeOffset="-175972.738">25223 876 2771 0,'0'0'695'0,"0"0"-458"15,0 0-155-15,0 0 19 0,0 0 37 16,0 0 7-16,93 43-64 0,-57-32-81 15,3-2-169-15,7-2-76 0,1-4-74 16,4-1-144-16,-13-1-531 0,15 0-692 0</inkml:trace>
  <inkml:trace contextRef="#ctx0" brushRef="#br1" timeOffset="-175748.019">25766 1351 2699 0,'0'0'1461'0,"0"0"-1221"0,0 0-138 0,0 0-71 0,0 0 31 15,96 13 27-15,-57-27 40 0,6-9-83 0,6-4-46 16,2-9-104-16,3-7-118 16,-2-3-163-16,-14 10-325 0,9-22-698 0</inkml:trace>
  <inkml:trace contextRef="#ctx0" brushRef="#br1" timeOffset="-175613.992">26031 819 2726 0,'0'0'450'15,"0"0"-218"-15,-43 89-193 0,33-51-37 0,-2 8 99 16,6 3 139-16,4 2 125 0,2 3-113 0,1 2-73 16,6 2-43-16,2 1-28 0,2-2-44 15,-3 2-33-15,0-2-31 0,-1-3-32 16,1 1-51-16,-3-5 12 0,0 0 13 16,-2-2 58-16,-2-3-1 0,-1-4-63 15,0-1-4-15,-9-2-34 0,-2-5 3 16,-3-3 22-16,-4-2-8 0,-2-6-53 15,-3-3-35-15,-3-5-104 0,-1-3-105 16,-5-8-86-16,-3-3-75 0,8 0-136 16,-16-15-583-16</inkml:trace>
  <inkml:trace contextRef="#ctx0" brushRef="#br1" timeOffset="-174865.955">27703 876 1550 0,'0'0'708'0,"0"0"-195"16,0 0-134-16,0 0-114 0,0 0-12 0,0 0 18 15,0 0-63-15,8 95-68 16,-8-46-50-16,-5 11-31 16,-11 8-12-16,-6 4 8 0,0 3 13 0,-5-1-12 0,1-4-26 15,0-4 4-15,3-5-32 16,4-7-1-16,2-7-1 0,4-12-34 15,7-6-52-15,0-9-28 0,6-11-69 0,0-5-44 16,2-4-111-16,7-7-182 0,0-2-207 0,1-18-542 0</inkml:trace>
  <inkml:trace contextRef="#ctx0" brushRef="#br1" timeOffset="-174599.613">27612 1049 1110 0,'0'0'1349'0,"0"0"-972"0,0 0-207 15,0 0-67-15,0 0 91 0,0 0 137 16,0 0-23-16,0 0-137 0,96 60-53 16,-74-28-12-16,-2 6 5 0,3 2-18 15,-4 1-25-15,4 1-19 0,-3 1-27 0,-1-6-22 0,-2-2 0 16,3-6-1 0,-3-4-1-16,-2-4 2 0,1-6 0 15,1-3 28-15,-3-5-4 0,1-3 1 16,1-4-10-16,1-1-3 0,-1-9 10 15,7-7-21-15,0-5-1 0,3-9-1 0,2-9-24 0,-1-7-36 16,2-7-56-16,-2-6-56 0,-1 1-32 16,0 3-6-16,-1 3-81 0,-5 9-50 15,-1 9-190-15,-8 11-509 0,3 2-453 0</inkml:trace>
  <inkml:trace contextRef="#ctx0" brushRef="#br1" timeOffset="-173890.449">29352 1338 95 0,'0'0'2247'0,"-6"64"-1731"16,-5-30-77-16,-1 6-150 0,-1 4 11 15,-2-4-61-15,4-4-80 16,-1-6-79-16,7-7-80 0,0-8-44 0,5-5-115 15,0-7-76-15,0-3-84 0,0-1-286 16,10-17-663-16</inkml:trace>
  <inkml:trace contextRef="#ctx0" brushRef="#br1" timeOffset="-173714.515">29248 976 2028 0,'0'0'653'0,"0"0"-302"0,0 0-124 0,0 0-17 16,0 0-80-16,0 0-130 0,108 41-95 16,-65-35-163-16,3-2-178 0,7 1-184 15,-11-4-147-15,28 4-656 0</inkml:trace>
  <inkml:trace contextRef="#ctx0" brushRef="#br1" timeOffset="-173465.198">29999 1119 1873 0,'0'0'729'0,"0"0"-257"0,0 0-146 15,-70 64-34-15,34-37 16 0,-2-1 27 0,0 2-32 16,2 0-85-16,4-1-89 16,9-4-62-16,6-3-43 0,8-2-24 0,7-2 0 15,2 2-32-15,9 1-14 0,7 0-6 16,7 4 0-16,3 1 3 0,7 3 9 16,1 2 22-16,-3-1-4 0,2 2 21 15,-4-5-1-15,-6 4-10 0,-7-5-50 16,-3 1 7-16,-9-1 19 15,-4-1 36-15,-4-3 12 0,-13 3-9 0,-7-2-3 0,-10 0-25 16,-3 0-46-16,-7-3-3 0,-2-3-3 16,0-3-41-16,2-7-26 0,5-4-86 0,1-1-190 15,9-3-704-15,-5-8-857 16</inkml:trace>
  <inkml:trace contextRef="#ctx0" brushRef="#br1" timeOffset="-172898.098">30729 1490 2164 0,'0'0'385'0,"0"0"-18"16,0 0-98-16,0 0 47 0,0 0 47 0,92 15-102 15,-76-3-21-15,-3 4-36 0,-3-1-62 16,-4 3-26-16,0 0-11 0,-2 0-26 16,-4 1-27-16,0-2-30 0,0-3-22 15,-1-2-16-15,-3-3-42 0,2-5 3 0,2-1-15 16,0-3-32-16,0 0-8 16,6-4 14-16,4-3-9 0,4-7 37 0,6-2-56 15,3-4 18-15,-1-3 44 0,1-2 18 16,-3-1 15-16,-2 4 13 15,-2 4 16-15,-5 3 0 0,0 8 51 0,-3 6 33 16,-1 1 32-16,0 5-8 0,2 3-12 0,-1 5-18 16,-2 3-1-16,2 1-13 0,-4 3-2 15,1 1 9-15,-2-1-7 0,-1 2 19 16,-1-1-4-16,1-3-30 16,-1-4-34-16,-1-3-15 0,2-5-23 0,-2-4-90 15,3-2-68-15,-3 0-62 16,4-1-33-16,0-8-75 0,5-3-189 0,-3 1-706 15,4-11-764-15</inkml:trace>
  <inkml:trace contextRef="#ctx0" brushRef="#br1" timeOffset="-172723.059">31386 1551 2613 0,'0'0'563'0,"0"0"-337"0,0 0-150 15,0 0 118-15,-2 80 203 0,-4-61 38 16,-2 0-108-16,2-3-168 0,-2-5-115 0,4-2-44 15,-1-2-68-15,4-6-97 0,-2-1-26 16,0 0-50-16,-4-3-100 0,4 0-351 16,-7-12-767-16</inkml:trace>
  <inkml:trace contextRef="#ctx0" brushRef="#br1" timeOffset="-172590.081">31325 1277 2790 0,'0'0'410'15,"0"0"-164"-15,0 0-192 0,0 0 66 16,0 0 57-16,84-28 27 0,-55 15-179 16,1-6-25-16,4-3-261 0,0-3-237 0,-6 4-618 15,11-14-977-15</inkml:trace>
  <inkml:trace contextRef="#ctx0" brushRef="#br1" timeOffset="-172410.931">31859 951 179 0,'0'0'1858'0,"0"0"-1466"0,-25 80-91 0,14-40 42 0,2 8 113 16,-2 4 30-16,1 4-56 0,0 0-103 0,0 2-115 15,0-3-63-15,2 0-54 0,1-5-66 16,1-3-29 0,5-6-58-16,1-6-60 0,0-6-26 0,6-6-49 15,5-7-20-15,2-3-72 0,0-5-54 16,4-4-122-16,-4-4-554 0,5-1-598 0</inkml:trace>
  <inkml:trace contextRef="#ctx0" brushRef="#br1" timeOffset="-171998.501">32163 1740 2255 0,'0'0'632'0,"-16"84"-216"0,4-35-127 16,-2 12-23-16,-6 12-2 0,0 5 44 16,-4 0-83-16,-1 0-111 0,1-2-62 15,2-5-33-15,0-5-18 0,2-5-1 16,4-6-28-16,1-6-86 0,3-8-21 0,5-7-14 15,1-8-3-15,5-11 12 0,1-6-14 16,1-9-48-16,7-5-159 0,1-13-186 0,0 2-445 16,7-29-254-16</inkml:trace>
  <inkml:trace contextRef="#ctx0" brushRef="#br1" timeOffset="-171773.516">32116 1613 1474 0,'0'0'760'15,"0"0"-327"-15,0 0-230 0,0 0-30 0,0 0 93 16,0 0-6-16,0 0-10 16,90-36-43-16,-71 45-31 0,1 3-8 15,0 4-63-15,-4 2-49 0,-1 2-25 16,-4 1 0-16,-3 0-31 0,-5 1-16 0,-3-2-30 16,0 1-31-16,-6-3-16 0,-5 1-35 15,0-5-50-15,-2 1-36 0,1-5-127 16,3-2-209-16,3-5-127 0,4-3-40 0,2-6-382 0</inkml:trace>
  <inkml:trace contextRef="#ctx0" brushRef="#br1" timeOffset="-171514.634">32389 1712 336 0,'0'0'1615'0,"0"0"-1000"16,0 0-180-16,0 0-163 0,13 70-12 0,-11-53 47 16,1-3-40-16,0-1-27 15,2-4-82-15,3-2-71 0,0-5-78 16,8-2-9-16,1-2-62 0,8-10-55 15,4-5-4-15,-1-2-66 0,6-6-62 0,-4-3-89 16,-3 3-67-16,-2 0-9 0,-6 3 7 16,-4 4 70-16,-7 5 162 0,-5 6 175 0,-3 7 136 15,-3 0 26-15,-8 7 78 0,-1 8 128 16,-2 3-53-16,-3 3 53 0,1 3-133 16,-2 0-78-16,2-1 13 15,1-3 22-15,5-4-73 0,4-6-97 16,2-6-22-16,4-4-166 0,4 0-23 0,10-8-15 15,4-9-139-15,6-5-285 0,-3 1-510 16,15-16-458-16</inkml:trace>
  <inkml:trace contextRef="#ctx0" brushRef="#br1" timeOffset="-171165.501">33074 1135 825 0,'0'0'1321'0,"0"0"-898"0,0 0-242 0,0 0-97 16,0 0 217-16,0 0 94 0,1 86-85 0,-6-41 45 15,-5 8-26-15,0 2-46 0,-4 6-26 16,0 0-62-16,0 0-106 0,-1-5-50 16,5-5-27-16,1-7-11 0,7-8-1 15,-2-9-73-15,4-4-30 16,0-10-22-16,0-4-13 0,0-5-12 16,0-3-16-16,-6-1-19 0,-7-2-67 15,-9-4-84-15,-7-5 8 0,-7 0 32 0,-4 2 149 16,-3-6 147-16,-1 3 13 0,-2-1 73 15,3 2 45-15,3 1 53 0,3 5 44 16,12-1 24-16,5 6-11 0,9 0-51 16,10 0-45-16,1 0-71 0,6 0-52 15,11 0-7-15,13-1-12 0,12-4-3 0,13-3-21 16,11-2 19-16,5-3-23 0,0-2 22 16,0-5-59-16,-9 1-43 15,-7-1-34-15,-6 1-61 0,-8 0-127 0,-10 0-263 16,-8 3-568-16,-3-3-415 0</inkml:trace>
  <inkml:trace contextRef="#ctx0" brushRef="#br1" timeOffset="-170266.13">33300 1813 2436 0,'0'0'666'15,"0"0"-325"-15,0 0-198 0,0 0-26 0,0 0-29 16,0 0 32-16,0 0-42 0,0 0-74 16,93-42-4-16,-78 28-25 15,0-1 21-15,1 1-33 0,-6 0-13 0,-1 0 48 16,-3 0 2-16,-3 1 26 0,-3 2 24 15,0 0-13-15,-3 4-37 0,-6 2 47 16,1 4-11-16,0 1-14 0,-4 3 131 16,-1 8-26-16,-5 6-25 0,-1 2-21 0,-4 6-14 15,0 2-14-15,2-1-28 16,3-4-22-16,4-4 12 16,6-5 16-16,5-6-25 0,3-3-6 0,0-2-65 15,11-2-24-15,3-3-31 0,7-7-20 16,6-7-47-16,7-3-80 0,0-5-80 15,4-2-61-15,-4-2-87 0,0 2 85 16,-3-1 1-16,-5 1 15 0,0-1 79 0,-4 0 21 16,-5 2 294-16,-3 5 288 0,-6 7 67 15,-5 6 48-15,-3 8-17 0,0 0-95 0,-5 11-39 16,-4 1 66-16,-3 8-47 16,-1 3-90-16,-3 8-36 0,-2 5-19 15,-2 6 25-15,0 1 53 0,3 0-63 16,0 0-132-16,5-4-9 0,5-5-196 0,3-3-65 15,4-3-42-15,4-3-201 0,-1-7-577 16,4 3-762-16</inkml:trace>
  <inkml:trace contextRef="#ctx0" brushRef="#br1" timeOffset="-169448.604">24218 2402 1937 0,'0'0'599'0,"0"0"-360"0,0 0-198 15,0 0-37-15,0 0-4 0,0 0 109 16,0 0 90-16,0 0 50 0,0 0-59 0,0 0 9 15,0 0-7-15,-3-54-9 0,3 54 0 16,0 1 22-16,0 2-29 0,-3 3-50 0,-1 0-44 16,-5 4-8-16,-5 10-7 0,-6 7-42 15,-5 9-25-15,-1 8-16 0,0 1 16 16,4 4 6-16,3-6 25 16,6-5-31-16,6-7-1 0,2-10-54 0,5-5-25 15,0-11-30-15,5-3-19 16,6-2 0-16,3-6-7 0,5-7 24 0,0-3-65 15,2-8-15-15,-4-1-41 0,0-4-99 16,-3-1-48-16,-1 4 45 0,-4-2 90 16,0 7 96-16,-4 1 78 0,-4 5 71 0,2 5 55 15,-3 4 133-15,0 6 31 16,0 0-80-16,0 0-40 0,0 12 36 16,0 2 6-16,3 7 2 0,3 7-9 15,1 6-11-15,2 4 7 0,-1 6 12 0,1 4 24 16,-4 1 44-16,0 0-39 0,-1 1-94 15,-4-3-12-15,0 0-16 0,0-5-18 16,-6-3-18-16,0-6-11 0,-2-3-2 16,0-5 0-16,-4-4-74 0,-1-3-28 0,-1-5-41 15,-1-5-44-15,-2-5-39 0,1-3-19 16,1-10-54-16,1-6-206 16,6 1-488-16,-1-19-427 0</inkml:trace>
  <inkml:trace contextRef="#ctx0" brushRef="#br1" timeOffset="-169156.529">24604 2534 2428 0,'0'0'554'0,"0"0"-224"16,0 81-168-16,0-41 19 0,0 10 93 0,0 3 33 15,0 5-34-15,0 3-81 0,-6 1-106 16,-3 1-50-16,1 1-17 0,-3-1-16 0,-1-3-3 16,1-1-12-16,0-2-16 15,0-3-27-15,2-6-13 0,1-4-6 0,0-6-22 16,3-7-6-16,2-6 22 0,2-7 11 16,1-7-27-16,0-8-43 15,0-3-37-15,5-10-92 0,2-7-130 16,-2-10-206-16,1 2-160 0,-1-25-700 0</inkml:trace>
  <inkml:trace contextRef="#ctx0" brushRef="#br1" timeOffset="-168956.434">24573 2479 1319 0,'0'0'426'16,"0"0"-153"-16,0 0-111 0,0 0 3 0,96-23 87 15,-63 28 51-15,1 5-53 0,-1 7-36 16,-2 3-61-16,-3 6-24 0,-7 3-43 15,-8 2-33-15,-7 2-24 0,-6 0-28 0,-8 2-1 16,-11-2-19-16,-10-2-22 0,-4-1-57 0,-5-6-57 16,-1-8-90-16,6-8-120 0,3-8-58 15,8-2-95-15,1-22-659 0</inkml:trace>
  <inkml:trace contextRef="#ctx0" brushRef="#br1" timeOffset="-168488.557">25117 1712 339 0,'0'0'1497'0,"0"0"-929"0,0 0-194 0,103-3-85 16,-64 4-72-16,5 2-51 0,0 0-71 0,-2-2-85 15,0 1-10-15,0-2-197 0,-3 0-216 16,-8 0-404-16,12 0-1147 0</inkml:trace>
  <inkml:trace contextRef="#ctx0" brushRef="#br1" timeOffset="-167889.778">22029 4432 2209 0,'0'0'739'15,"0"0"-225"-15,0 0-122 0,0 0-83 0,0 0-14 16,87 52-61 0,-48-36-77-16,6-1-62 0,3-3-40 0,5-5-9 15,-2-5-31-15,1-2-15 0,0-9-65 0,-1-8-57 16,-3-4-84-16,0-3-48 0,-4-6-120 15,-13 8-315-15,3-13-701 0</inkml:trace>
  <inkml:trace contextRef="#ctx0" brushRef="#br1" timeOffset="-167668.848">22385 3893 1661 0,'0'0'1133'0,"-7"69"-694"16,1-19-108-16,3 13-34 0,-1 15 42 0,1 5 24 16,0 4-40-16,0 0-109 0,-1-6-71 15,2-6-64-15,-1-13-70 0,3-14-9 16,5-15-109-16,9-13-44 16,6-14 3-16,9-6 3 0,7-17-34 15,6-9-95-15,6-9-197 0,-12 2-553 0,20-27-501 0</inkml:trace>
  <inkml:trace contextRef="#ctx0" brushRef="#br1" timeOffset="-167156.933">22974 3792 1672 0,'0'0'723'0,"0"77"-226"15,0-26-85-15,-3 14-15 0,-2 14-12 0,-4 8-12 0,-2 1-71 16,-3 2-97-1,-1-2-58-15,2-7-37 0,1-7-43 0,5-12-48 0,6-14-19 16,1-13-73-16,8-11-12 0,7-12-13 16,5-8-9-1,4-4-22-15,5-12-3 0,3-7-7 0,0-6-68 0,-2-5-33 16,-3-2 1-16,-2-3-33 0,-2 0 5 16,-6 4 41-16,-3 4 56 0,-5 7 96 15,-2 7 74-15,-4 8 35 0,0 5 93 16,0 7 103-16,1 9-11 0,1 3-30 15,0 2-20-15,1 2-19 0,2-3-19 16,3-1-13-16,3-8-1 0,9-3-40 16,3-8-78-16,7 0-16 0,4-12-12 15,3-7-21-15,1-4-60 0,-1-6-54 16,-4-1-29-16,-3-1-45 0,-6 0-39 16,-4 5-46-16,-7-1 19 0,-5 4 78 0,-5 2 154 15,-6 4 71-15,-4 5 274 0,-12 3 18 0,-1 5-4 16,-5 4-173-16,-2 6 91 15,-4 9 85-15,0 10-46 0,-1 6-27 16,0 7-45-16,1 5-3 0,0 3 38 16,2 2-21-16,1-1-50 0,2-2-40 15,4-4-42-15,4-6-31 0,4-5-24 16,7-10-2-16,4-4-61 0,0-7-17 16,6-4-8-16,6-4-34 0,6-1-49 15,7-8-17-15,3-7-31 0,6-6-91 16,0-5-178-16,-7 3-568 0,10-12-390 0</inkml:trace>
  <inkml:trace contextRef="#ctx0" brushRef="#br1" timeOffset="-166828.192">23770 4298 1467 0,'0'0'588'0,"0"0"-109"15,0 0-89-15,0 94-6 0,-2-52 44 16,-2 6 3-16,-1 2-19 0,0-1-92 15,2-2-69-15,0-4-90 0,3-5-91 0,0-5-52 16,0-8-18-16,0-6-97 0,3-4-52 16,5-9-19-16,3-4 12 0,3-2 26 0,8-8 13 15,4-9-9-15,4-6-36 0,2-3-40 16,0-5 16 0,-1-2 35-16,-1-2 43 0,-4 2 26 0,-4 3 82 0,-2 3 22 15,-6 8 29-15,-5 7 22 0,-3 7 34 16,-3 5 6-16,-2 5 57 0,-1 11-23 15,0 1-39-15,0 8-11 0,0 5-32 16,-5 2-32-16,-4 3-8 0,-2-1-6 16,-1 0 2-16,-1 0-21 0,0-3 0 15,1-2-163-15,1-4-142 0,2-1-123 0,6-7-649 16,-2 1-412-16</inkml:trace>
  <inkml:trace contextRef="#ctx0" brushRef="#br1" timeOffset="-166098.835">25603 4522 10 0,'0'0'2225'0,"0"0"-1547"0,0 0-202 16,0 0-200-16,0 0-58 0,0 0-52 0,0 0-28 15,0 0 6-15,0 0-11 0,87 39-47 16,-63-49-73-16,2-5-13 0,0-6-56 0,3-2-49 15,-5-3-35-15,-1 1 25 0,-3 0 4 16,-8 3 11-16,-5 3 0 0,-7 1 5 16,0 1-66-16,-10 0 91 0,-4 3 16 15,-5-3-3-15,-3 3-45 0,-2 3 102 0,1 4 0 16,-2 4 70-16,2 3-25 16,0 10 56-16,4 9 10 0,-1 6 16 15,1 9-24-15,4 5-2 0,2 5 0 16,1 4-16-16,4-1 5 0,0-1 25 15,5-4 6-15,2-6-31 0,1-8-29 0,3-8-61 16,6-6-86-16,4-6-56 0,5-7-33 0,5-1-13 16,6-7-7-16,3-10-124 0,-9 1-349 15,17-15-636-15</inkml:trace>
  <inkml:trace contextRef="#ctx0" brushRef="#br1" timeOffset="-165868.189">26136 4282 1706 0,'0'0'730'16,"0"0"-250"-16,2 98-188 0,-2-55 23 0,0 7 13 0,-3 4 52 15,0-3-67-15,0-5-79 16,3-6-111-16,0-7-56 0,4-7-39 16,6-8-28-16,-1-6-22 0,4-5 6 15,0-7 4-15,3 0-12 0,3-12-22 16,4-7-59-16,4-9-46 0,0-6-9 15,1-5-39-15,-3-5-7 0,-1-4-18 0,-3 0-76 16,-4-1-31-16,-3-1-224 0,-6 14-459 16,1-13-103-16</inkml:trace>
  <inkml:trace contextRef="#ctx0" brushRef="#br1" timeOffset="-165548.432">26495 4484 245 0,'0'0'1804'15,"0"0"-1076"-15,0 0-241 0,0 0-201 0,36 73-109 16,-21-70-92-16,-1-3-37 0,5 0 5 16,2-12-34-16,4-4-19 0,-1-5-57 15,2-5-18-15,0 0-86 0,-3-4-52 16,-2 0-32-16,-3 2-27 16,-6 3 40-16,-4 2 48 0,-5 3 184 0,-3 1-45 15,-3 4 113-15,-7 7-14 0,0 7 182 16,-1 4-121-16,-5 12 52 0,0 5 41 15,-3 10-4-15,2 3-30 0,0 9 12 16,1 2-14-16,1 1-39 0,-2 1-6 16,3 0 10-16,-1-6-1 0,4-1-25 15,2-10-37-15,5-4-51 0,4-10-23 16,0-6-64-16,8-9-29 0,7-2-2 16,9-12-23-16,7-8-93 0,6-8-125 0,6-7-190 15,-10 6-491-15,15-17-375 0</inkml:trace>
  <inkml:trace contextRef="#ctx0" brushRef="#br1" timeOffset="-165097.593">27187 4382 2035 0,'0'0'467'0,"0"0"-290"0,-5 79 0 16,-4-42 195-16,-2 1 101 0,-2-1-35 16,-2 0-140-16,0-2-100 0,-1-4-54 15,2-4-55-15,2-7-40 0,7-5-24 16,2-6-1-16,3-7 10 0,0-2-34 15,10-1-18-15,6-9-34 0,3-5-28 0,6-6-9 16,6-6-25-16,3-8-3 0,3-2-16 16,0-5-57-16,-1 0-14 0,1 0-22 15,-2-3-8-15,0 5-46 16,-4 1 14-16,0 7 29 0,-3 13 43 0,-3 7 194 16,-4 12 65-16,-5 3 189 0,-4 15 15 15,-4 9-49-15,-3 3-35 0,-2 8-68 16,-3 5-76-16,0 4-10 0,0 5 42 0,0 3 65 15,-5 2 185-15,-1 3-94 0,-2 1-68 16,-5 1-75-16,0 0-31 0,-1 0-30 16,0-1-13-16,-1-5-11 0,2-5-1 0,-2-2-40 15,-1-9-3-15,1-4-9 0,-1-6-3 16,0-7 11-16,1-8 43 16,0-5-1-16,2-6 1 0,-1-4 1 15,-3-2 25-15,0-7 0 0,-2-4-1 16,-2-3 4-16,-4-7 3 0,3-3-22 15,-3-7-9-15,0-3-37 0,1-7-28 0,5-1-30 16,2-2-1-16,6 1-118 0,6 0-12 0,5 6-89 16,1 3-126-16,9 3-214 0,0 9-431 15,13-8-363-15</inkml:trace>
  <inkml:trace contextRef="#ctx0" brushRef="#br1" timeOffset="-164572.991">29212 4224 2251 0,'0'0'533'0,"0"0"-253"0,0 0-82 15,0 0-68-15,0 0-44 0,0 0 47 0,-66 72 47 16,38-47-13-16,0 5-19 0,0-1-20 16,3-2-13-16,5-2-53 0,6-4-40 15,5-7-20-15,6-3-2 0,3-1-22 0,3-3-58 16,13 1-23 0,5 0-6-16,4 3 23 0,6 1 64 15,3 0 22-15,0 3 14 0,0 0 15 0,-3 0-13 16,-5-1 3-16,-5 3 15 0,-6 0 60 15,-6-1-10-15,-8 1-16 0,-1 0-12 0,-2-2 6 16,-12 1-16-16,0-4-9 0,-5 0-36 16,1-3-1-16,-2-8-62 0,4-1-49 15,-2-1-76-15,7-11-32 0,3-6-83 16,3-4-201-16,4 3-504 0,7-19-485 0</inkml:trace>
  <inkml:trace contextRef="#ctx0" brushRef="#br1" timeOffset="-164265.292">29664 4357 1049 0,'0'0'1394'0,"0"0"-775"0,-17 91-116 0,6-59-56 16,-3 2-41-16,2-5-97 0,3-5-131 16,2-6-104-16,7-10-74 15,0-3-10-15,3-5-69 0,10-1-25 0,7-10-44 16,6-3-19-16,2-7-44 15,3-2-65-15,0-4-130 0,0 2-139 0,-3-2-32 16,-3 4 85-16,-5 1 86 0,-3 2 80 16,-2 3 98-16,-4 3 228 0,-1 5 10 15,-5 6 364-15,-4 3-42 0,-1 12 68 0,0 6 146 16,0 6-147-16,0 4-99 16,-6 3-78-16,1 4-54 0,-3 2 49 15,-1-3 34-15,-2-1 0 0,3-3-75 16,-1-5-123-16,5-5-53 0,2-8-179 0,2-7-72 15,0-5-35-15,5-3-88 0,2-7-315 16,4-14-592-16</inkml:trace>
  <inkml:trace contextRef="#ctx0" brushRef="#br1" timeOffset="-163915.363">30292 4046 2443 0,'0'0'1011'0,"-6"79"-490"0,-2-40-149 0,-3 4-72 16,-4 5-72-16,2 0-36 0,-2-6-76 16,1-3-85-16,0-6-31 0,5-3-38 0,1-5-5 15,5-6 4-15,3-1-10 0,0-4 9 16,1-3 19-16,8 0-34 0,1-3-10 0,6 0 1 15,0 1-4-15,1 2 4 0,0 1 24 16,-2 2 27-16,-4 0-15 0,1 1-21 16,-3 1-10-16,-4-1-9 0,0 0-15 15,-1-2 2-15,-3 1 3 0,-1-5 25 16,0 1 28 0,0-3 0-16,-3-1-20 0,-4-5-62 0,2-1-66 15,-4 0-17-15,-3 0-26 0,-1 0-123 0,-3 0-137 16,2 0-153-16,-12-8-575 0</inkml:trace>
  <inkml:trace contextRef="#ctx0" brushRef="#br1" timeOffset="-163489.979">30979 4578 2576 0,'0'0'601'0,"0"0"-175"0,0 0-233 16,0 0-77-16,0 0 104 0,0 0-58 15,0 0 0-15,-77 75-54 0,55-46-25 16,0 3 3-16,3-1 13 0,4-3-14 16,3-4-57-16,4-7-28 0,8-9-83 15,0-7-21-15,3-1-22 0,10-3-19 16,2-8-57-16,2-2-7 0,2-5-65 15,4-4-103-15,0-2-115 0,-1 1-114 16,0 2-27-16,-4 5-93 0,3 1-102 0</inkml:trace>
  <inkml:trace contextRef="#ctx0" brushRef="#br1" timeOffset="-163373.612">31055 4702 16 0,'0'0'1377'16,"0"0"-727"-16,2 68-132 16,-2-41-116-16,-5 5-95 0,2-1-49 0,-1-3-11 15,0 0-24-15,1-4-69 0,0-7-123 0,3-7-31 16,1-4-201-16,9-6-95 0,7-3-75 15,2-13-235-15,0 3-373 0,16-18-508 0</inkml:trace>
  <inkml:trace contextRef="#ctx0" brushRef="#br1" timeOffset="-163174.061">31494 4772 1949 0,'0'0'631'16,"-14"64"-479"-16,8-27-127 0,-2 6 152 0,-4 11 245 15,4 2 53-15,-6 3-104 0,0 4-135 0,0 2-69 16,-4 0-28-16,2 1-32 0,1 1 3 16,3-1 113-16,1-2-147 0,1-3-76 15,2-7-73-15,-2-6-58 16,2-7-28-16,2-9-13 0,1-8 12 16,4-8-17-16,1-6-84 0,0-8-135 15,4-2-186-15,-1-5-223 0,8-18-423 0</inkml:trace>
  <inkml:trace contextRef="#ctx0" brushRef="#br1" timeOffset="-162915.936">31359 4513 1624 0,'0'0'386'0,"0"0"-337"0,0 0 74 16,0 0 88-16,109-36 70 0,-72 35-34 15,5 1-35-15,1 6-65 0,1 7-42 0,2 5-3 16,-4 1-13-16,-6 4-13 16,-5 3-1-16,-11 2 1 0,-10-1-44 15,-7 1-32-15,-3 2 12 0,-12-1-12 16,-9 2-9-16,-7 1-57 0,-9 2-13 16,-5-1-35-16,-6 0-4 0,1 0-37 0,-4-4 11 15,0-4-13-15,1-4-129 0,0-8-118 16,12-4-245-16,-16-7-590 0</inkml:trace>
  <inkml:trace contextRef="#ctx0" brushRef="#br1" timeOffset="-161366.202">21742 5396 1433 0,'0'0'445'16,"0"0"255"-16,0 0-227 0,0 0-62 15,28 82-66-15,-20-43-49 0,1 4-13 16,1 7-44-16,-4 3-40 0,-2 1-52 0,0 1-70 16,-2 0-13-16,-1-3-37 0,-1-2-11 15,0-4-16-15,-3-5-30 16,-1-8-43-16,0-4-37 0,2-6-28 15,-1-9-3-15,3-4-14 0,0-7-49 0,0-3-75 16,0-8-203-16,0-6-272 0,3 0-414 16,-3-14-296-16</inkml:trace>
  <inkml:trace contextRef="#ctx0" brushRef="#br1" timeOffset="-161228.414">21886 5749 2093 0,'0'0'730'0,"0"0"-240"16,0 0-198-16,0 0-46 0,92 40 0 15,-63-31 0-15,1-4-57 0,-2-2-87 16,6-3-96-16,0-5-6 0,0-8-108 0,1-5-69 16,-2-5-47-1,0-7-109-15,-8 7-277 0,9-18-828 0</inkml:trace>
  <inkml:trace contextRef="#ctx0" brushRef="#br1" timeOffset="-161039.826">22366 5361 1406 0,'0'0'666'0,"0"0"-129"0,0 93-135 15,0-49-41-15,0 6 13 0,0 0 13 0,-3 2-20 16,0 1-136-16,1-3-99 0,-3-5-58 16,2-4-47-16,-1-5-27 0,-2-7-18 15,4-7-166-15,0-10-90 16,2-10-84-16,0-2-193 0,6-1-567 0,14-15-87 0</inkml:trace>
  <inkml:trace contextRef="#ctx0" brushRef="#br1" timeOffset="-160765.058">22701 5878 2489 0,'0'0'1002'0,"0"0"-588"0,0 0-279 0,1 81-44 15,-1-59 3-15,4-3 12 0,5-2 95 16,2-4-47-16,4-7-68 0,4-6-86 0,2-1-18 15,4-12-93-15,1-7-53 0,1-4-25 16,1-1-1-16,-6 0 11 0,-1 0 24 0,-8 1 35 16,-3 5 51-16,-6 1 30 0,-4 5 39 15,0 3 79-15,-8 1 41 0,-6 2 56 16,-4 4-15-16,-2 0-2 0,-1 3-44 16,-2 0-34-16,3 6-19 15,1 4-16-15,-1 4-23 0,3 1-23 16,0-1-50-16,2 2-46 0,1-3-56 0,2-1-99 15,2-4-174-15,3-2-565 0,-2 3-449 0</inkml:trace>
  <inkml:trace contextRef="#ctx0" brushRef="#br1" timeOffset="-160421.19">23355 5806 2156 0,'0'0'794'0,"0"0"-222"16,0 0-401-16,0 0-86 0,61 67 25 0,-36-49 101 16,1 0 63-16,3-1-36 0,1-5-84 15,4-6-59-15,2-6-30 0,0-3-65 16,2-10-46-16,0-6-80 16,-1-9-71-16,0-2-64 0,-3-2-55 15,-1-3-135-15,-5 4-111 0,-8 7-429 0,0-11-419 0</inkml:trace>
  <inkml:trace contextRef="#ctx0" brushRef="#br1" timeOffset="-160148.355">23793 5456 2077 0,'0'0'673'15,"0"0"-285"-15,0 0-123 16,0 0-43-16,0 0-10 0,-50 80-11 16,47-50-22-16,3 8-27 0,0 8 9 0,0 4 73 15,3 7-47-15,-1 1-77 0,1 5-40 0,0 0-30 16,-3 3-16-16,0-1 4 0,0-1 2 15,0-3-18-15,0-4-10 0,0 0 2 16,3-7 8-16,4 0-12 16,-3-4-33-16,4-3-43 0,-2-2 39 0,1-6-2 15,0-4-10-15,-3-4 0 16,-2-5-34-16,-2-5-12 0,0-2 0 16,-5-5-3-16,-7-2-4 0,-3-3 31 15,-7-3-1-15,-5-2 4 0,-5 0-13 16,-4-4-25-16,-6-11-58 0,-4-6-122 0,2-5-207 15,8 2-496-15,-8-21-437 0</inkml:trace>
  <inkml:trace contextRef="#ctx0" brushRef="#br1" timeOffset="-159765.263">24872 5772 460 0,'0'0'1398'0,"0"0"-753"0,0 0-166 16,0 0-92-16,0 0-3 0,0 0-35 15,81 52-56-15,-68-10-31 0,-6 8-31 0,-5 10-69 16,-2 8-16-16,-11 4-45 0,-6 2-40 16,-3-4-25-16,-3-2-36 0,-1-11-24 0,1-8-83 15,3-13-33-15,5-12-25 16,5-9-31-16,4-13-1 0,6-2-23 0,0-13-137 15,0-8-220 1,4-6-412-16,1 4-18 0,6-23-237 0</inkml:trace>
  <inkml:trace contextRef="#ctx0" brushRef="#br1" timeOffset="-159532.749">24947 5703 1934 0,'0'0'721'0,"0"0"-306"16,0 0-26-16,0 0-211 0,62 92-49 15,-43-51 73-15,-2 7 36 0,2 3 14 0,-3 6 10 16,0-2-90-16,-2 1-74 16,1-6-46-16,-4-6-28 0,3-10-23 0,1-6-1 15,1-11-33-15,1-8-22 0,3-6-19 16,2-3 13-16,1-12 33 16,2-5 4-16,-1-8-7 0,2-8-12 15,0-7-59-15,-1-6-15 0,2-8-22 16,-1-3-23-16,-2-7-45 0,-2-6-17 0,0-3-73 15,-8 17-413-15,6-29-778 0</inkml:trace>
  <inkml:trace contextRef="#ctx0" brushRef="#br1" timeOffset="-159081.553">26455 6456 1307 0,'0'0'650'16,"0"0"-31"-16,0 0-227 0,52 79-46 15,-41-48-44-15,-1 2-22 0,-3-1-28 0,-7 0-78 16,0-3-68-16,0-1-94 0,-4-9-12 16,1-5-74-16,1-8-16 0,0-6-26 15,1-2-91-15,-2-11-57 0,-2-9-194 0,2 4-613 16,-2-19-516-16</inkml:trace>
  <inkml:trace contextRef="#ctx0" brushRef="#br1" timeOffset="-158923.15">26400 6127 1342 0,'0'0'828'0,"0"0"-285"15,0 0-266-15,0 0 71 0,0 0-100 0,0 0-80 16,0 0-143-16,105 48-25 0,-75-44-253 16,6-4-213-16,-10 0-517 0,19-9-764 15</inkml:trace>
  <inkml:trace contextRef="#ctx0" brushRef="#br1" timeOffset="-158690.154">27047 6336 3081 0,'0'0'608'16,"0"0"-291"-16,-76 75-150 0,45-42-30 0,3 0 21 16,6-4 40-1,7-1-48-15,6-8-92 0,6-5-58 16,3-2-16-16,11-5-24 0,5 1-30 15,7-1-20-15,4 1 4 0,2 0-22 16,-2 0-1-16,-2-1 13 0,-2 2-38 0,-6-1-36 16,-3 3-79-16,-9 1-58 15,-2 0 20-15,-3 1-12 0,-3 0-23 0,-8-2-2 0,-8 2 9 16,-1-1-3-16,3-4-53 0,-14 4-147 0</inkml:trace>
  <inkml:trace contextRef="#ctx0" brushRef="#br1" timeOffset="-157915.494">28426 6434 2020 0,'0'0'741'0,"0"0"-311"0,0 0-191 0,0 0 8 16,0 0 52-16,0 0-36 0,0 0-45 15,87 101-18-15,-81-55-18 0,-6 5-41 16,0 3-40-16,-11-1-28 0,-1-4-46 16,-2-6-27-16,6-10-21 0,2-9-22 0,3-10-18 15,3-7-40-15,0-7-24 0,5-7-32 16,7-5-1-16,2-6 7 16,4-4-11-16,1-3 53 0,6-3 4 15,-4-2 21-15,1-1 2 0,-1 1-28 0,1 2 2 16,-2-1 35-16,-2 5 73 0,-1 3 48 15,-6 7 88-15,-2 8 40 0,-4 4-25 0,-2 2-28 16,2 9-24-16,-2 6 72 0,3 2-47 16,-2 5-38-16,1 6-9 0,0 5 21 15,-4 0 34-15,-1 0 18 0,0-1-53 16,0-7-60 0,-1-4-37-16,-2-5-75 0,-3-6-63 0,3-5-33 15,1-2-29-15,-1-3-44 0,1 0-67 0,-1-8-241 16,0 1-578-16,3-8-584 0</inkml:trace>
  <inkml:trace contextRef="#ctx0" brushRef="#br1" timeOffset="-157748.271">29037 6654 2534 0,'0'0'518'0,"0"0"-186"15,-6 71-208-15,-3-43 25 0,-3 7 90 16,-1 0 72-16,-1-2-44 0,-1-3-128 0,2-6-139 15,5-6-31-15,-1-10-154 0,3-8-67 16,3-2-116-16,2-10-165 0,-1 1-561 0,0-12-539 0</inkml:trace>
  <inkml:trace contextRef="#ctx0" brushRef="#br1" timeOffset="-157591.222">28929 6379 29 0,'0'0'2430'15,"0"0"-1825"-15,0 0-311 0,0 0-56 0,0 0 17 16,0 0-21-16,85-13-91 0,-62 0-143 16,5-4-65-16,-3-3-168 0,3-6-95 0,-8 5-220 15,13-13-726-15</inkml:trace>
  <inkml:trace contextRef="#ctx0" brushRef="#br1" timeOffset="-157403.234">29415 5967 1641 0,'0'0'581'0,"0"0"-196"0,0 0-147 0,-30 92 38 16,19-48 2-16,3 7 39 0,-2 8-9 15,1 6-17-15,0 1-12 0,0 5-21 16,1-2-108-16,-2-6-67 0,0-1-65 0,0-10-18 16,3-6-27-1,1-9-83-15,0-7-107 0,2-7-83 16,1-3-60-16,2-5-91 0,1-3-97 0,0-2-179 15,12-5-555-15</inkml:trace>
  <inkml:trace contextRef="#ctx0" brushRef="#br1" timeOffset="-157099.31">29648 6663 3569 0,'0'0'457'0,"0"0"-318"0,0 0-139 15,0 66 0-15,0-32 15 0,-1 8 116 16,-2 8 73-16,-3 9 74 0,2 7-70 0,-2 5-46 16,0 2-56-16,1 5-36 0,-4-4-21 15,3 3-49-15,-2-5-18 16,-1-2-79-16,-2-4 2 0,2-3 22 0,1-7-101 15,6-4 146-15,2-9-40 16,0-4 68-16,8-8 27 0,1-9-27 0,2-7-195 16,-3-7 0-16,0-8-69 0,3-2-254 0,1-15-531 15,-4 1-166-15,9-20-211 0</inkml:trace>
  <inkml:trace contextRef="#ctx0" brushRef="#br1" timeOffset="-156847.52">29757 6760 2035 0,'0'0'602'0,"0"0"-322"15,0 0-110-15,0 0 22 0,77 3 24 16,-52 1 6-16,-1 3-49 0,1 1-44 16,-2 3-31-16,-2 1-42 0,-5 0-19 0,-5 6 1 15,-5 0-7-15,-6 2-5 0,-5 4-26 0,-10 2-75 16,-6 1-6-16,-2 3 12 15,-6-4 28-15,1 0-6 0,3-5 0 16,2-7-38-16,8-4-48 0,4-6-66 16,6-4-110-16,5-11-130 0,3-6-165 15,9-6-7-15,-1 4-108 0,17-12 80 0</inkml:trace>
  <inkml:trace contextRef="#ctx0" brushRef="#br1" timeOffset="-156565.819">30036 6819 16 0,'0'0'1054'0,"0"0"-383"0,0 0-94 16,0 0-99-16,0 0-39 0,45 81-114 15,-42-55-85-15,-1-2-45 0,1-2-16 0,3-2-20 16,2-8-26-16,3-1-49 0,1-9-84 16,5-2-55-16,2-6-38 0,2-6-31 15,1-8-51-15,1-3-29 0,-4-5-84 0,1 2-128 16,-6 0-82 0,0 2-19-16,-3 1 98 0,-4 4 169 0,-3 1 250 15,-4 4 81-15,0 5 186 0,-3 0 51 16,-5 6-33-16,-3 3-50 0,0 0-6 15,-1 9 65-15,-3 6-32 0,2 4-110 0,-2 3-32 16,-1 0-26-16,5 3-31 0,-4-2-38 16,5-2 3-16,4-6-28 0,0-5-25 15,6-4-66-15,0-6-79 0,6-6-61 0,3-10-56 16,4-4-53 0,0 2-112-16,10-16-537 0</inkml:trace>
  <inkml:trace contextRef="#ctx0" brushRef="#br1" timeOffset="-156317.076">30744 6182 39 0,'0'0'2041'0,"-12"71"-1340"0,6-22-131 0,-2 12-164 15,1 14 62-15,-1 4-84 0,0 3-22 16,-2-3-56-16,1-6-94 0,2-7-118 15,2-11-73-15,2-11-21 0,3-10-51 16,0-9-19-16,3-8-42 0,0-6-22 0,2-4-9 0,0-7-1 16,-2 0 18-16,-3 0-9 0,0-7-28 15,0-4-63-15,0-1-106 0,-3-5-59 16,-5-2-46-16,-5-3-48 0,-2-3-331 16,0 7-262-16,-10-9 317 0</inkml:trace>
  <inkml:trace contextRef="#ctx0" brushRef="#br1" timeOffset="-156163.876">30490 6763 163 0,'0'0'1092'0,"0"0"-373"0,0 0-201 15,0 0-193-15,0 0-23 0,0 0 30 0,0 0-3 16,0 0 26-16,0 0-53 0,0 0-70 16,0 0-76-16,0 50-73 0,32-46-31 0,4-4-52 15,5-4-14-15,1-6-29 0,2-9-18 16,-3-2-50-16,-2-6-55 16,-3 1-122-16,-2-4-120 0,-9 4-155 15,-2 2-253-15,-8 7-385 0,-2 1-88 0</inkml:trace>
  <inkml:trace contextRef="#ctx0" brushRef="#br1" timeOffset="-156031.477">30883 6685 2218 0,'0'0'777'0,"0"0"-292"16,-3 68-197-16,3-39-71 15,0-4 0-15,6-3 7 0,5-4-60 0,3-6-69 16,3-5-95-16,6-7-3 0,5 0-68 16,3-7-71-16,5-11-84 0,0-3-82 15,2-3-178-15,-11 5-331 0,10-11-576 0</inkml:trace>
  <inkml:trace contextRef="#ctx0" brushRef="#br1" timeOffset="-155857.288">31271 6634 1937 0,'0'0'683'15,"0"0"-294"-15,0 0-187 0,-50 89 14 16,30-55 48-16,-3 0 114 0,4-1-14 16,-1-2-105-16,6-7-84 0,5-6-61 0,7-6-47 15,2-7-67-15,5-5-43 0,7 0-70 16,3-7 5-16,3-5-5 0,5-5-38 15,2-2-88-15,3-4-46 0,0 0-125 0,3-1-109 16,-1 2-67-16,2 1 78 0,-2 0-61 16,-7 6-102-16</inkml:trace>
  <inkml:trace contextRef="#ctx0" brushRef="#br1" timeOffset="-155744.381">31523 6667 1003 0,'0'0'1211'0,"0"0"-485"0,0 0-145 0,-10 67-177 0,2-38-141 15,-4 0 5-15,1 1 9 0,3-5-1 0,4-1-68 16,4-7-59-16,0-8-149 0,9-6-25 0,8-3-121 15,3-3-9-15,11-10-13 0,2-7-11 16,5-4-80-16,0-9-266 0,-9 8-634 16,8-18-678-16</inkml:trace>
  <inkml:trace contextRef="#ctx0" brushRef="#br1" timeOffset="-155382.17">32065 6197 111 0,'0'0'2149'0,"-19"69"-1430"16,9-26-167-16,2 9-113 0,-3 14-52 16,0 1-31-16,5 6-59 0,1-1-95 15,5-1-96-15,1-7-54 0,11-6-22 16,5-5-9-16,4-8-21 16,0-7-19-16,5-7-23 0,-3-6-37 0,0-5-4 15,-4-7-8-15,-2-7-16 0,-7-3-55 0,-6-3-66 16,-4-3-60-16,0-7 0 15,-13-2 12-15,-5-7 112 0,-8 0 88 0,-3-4 63 16,-4-5 11-16,-3-2-5 0,-3-1 7 16,-2 0 70-16,-2 0-70 0,6 3 0 0,3 2 0 15,13 4 32-15,9 4 88 0,8 6 3 16,4 6 18-16,1 4-11 16,12 2 16-16,10 0 43 0,13 1 55 0,10 5-26 15,11-3-40-15,6 0-63 0,8-2-41 16,-1-1-37-16,1 0-37 0,1-7-82 15,-4-6-37-15,-3-5-132 16,-20 2-255-16,3-10-870 0</inkml:trace>
  <inkml:trace contextRef="#ctx0" brushRef="#br1" timeOffset="-155232.765">32844 6656 2395 0,'0'0'1711'0,"0"0"-1711"0,0 0-570 16,0 0-1716-16</inkml:trace>
  <inkml:trace contextRef="#ctx0" brushRef="#br0" timeOffset="-149355.193">30968 2035 1269 0,'0'0'95'16,"0"0"123"-16,0 0 754 0,0 0-544 16,0 0-127-16,0 0-84 0,0 0 33 15,-80 6 4-15,74-3 22 0,2-1-47 16,4 1-50-16,-2-3-74 0,2 1-38 15,0-1 7-15,0 0-7 0,0 0-12 16,3 0-24-16,0 2-29 0,1-2 53 0,7 2-55 16,6 2-28-16,10 0 28 0,13 3 15 15,15-2 0-15,11 3-15 0,10-1-19 16,11-1 4-16,9 1-3 0,13 4 17 16,9-3-27-16,9 3 26 0,9 1-28 15,5-4-10-15,6 3 0 16,1-1-3-16,2-1 7 0,-3-2-23 0,-4-2-18 0,-11-1-6 15,-6 0-56-15,-13-4-59 0,-16 0 27 16,-17 1 23-16,-18-1 7 0,-17 0-74 16,-19 2-150-16,-18-2-71 0,-8 1-22 15,-11 0 17-15,-32-1-261 0</inkml:trace>
  <inkml:trace contextRef="#ctx0" brushRef="#br0" timeOffset="-148748.572">31271 2469 1661 0,'0'0'1032'16,"0"0"-736"-16,0 0-59 0,0 0 43 15,0 0 42-15,0 0-26 0,0 0-53 16,0 0-61-16,0 0-67 0,0 0-35 16,0 0-25-16,-78 22-28 0,47-10-8 15,-3 5-1-15,3 0-2 0,3 0-4 16,7 0-12-16,8 0 0 0,3-5 0 0,8 0-15 15,2-1 8-15,3 4-36 0,9-2 13 16,2 3 11-16,6 0 1 0,2 1-10 0,1-1 25 16,0 0 3-16,-1-3-1 15,-3 1-21-15,-4 2 19 0,-5-2-10 0,0 1 13 16,-5 2 28 0,-4-1 3-16,-1-1-4 0,0 2-24 15,-1-3 22-15,-5-1-1 0,-1 1-24 0,0-4-12 16,1 1-12-16,-2-6-26 0,2 1-42 15,0-4-78-15,0-1-44 0,1-1-33 16,0-1-99-16,2-4-259 16,3-13-1261-16</inkml:trace>
  <inkml:trace contextRef="#ctx0" brushRef="#br0" timeOffset="-148452.321">31438 2727 1429 0,'0'0'1301'0,"0"0"-1009"0,0 0-97 15,0 0 168-15,0 0 59 0,0 74-47 0,-3-58-60 16,3 1-106-16,0-2-108 16,0 0-74-16,0-6-27 0,8 2-22 15,0-3 10-15,5-4-77 0,2 0 3 16,2-3-40-16,0-1 3 0,3-3 12 16,0-4-29-16,-4-4-9 0,2 1 1 0,-7-2 19 15,0 0 22-15,-5 1 13 0,-3 3 75 16,-3 0 19-16,-4-1 0 0,-9 1 31 15,-1 0-2-15,-4-1 131 0,0 1-109 0,2 5 39 16,0-1-1-16,2 4-17 0,3 0-22 16,-1 1 6-16,3 3-13 0,2 1-43 15,-2-2-19-15,3 2-30 0,2-3-116 16,0 0-68-16,1-2-108 0,1 0-320 16,2-10-813-16</inkml:trace>
  <inkml:trace contextRef="#ctx0" brushRef="#br0" timeOffset="-148201.972">31709 2382 2425 0,'0'0'448'0,"0"0"-236"16,0 0-43-16,0 0 213 16,0 0-77-16,0 0-106 0,0 0-53 15,0 0 3-15,0 0-19 0,18 79 58 16,-15-49-53-16,-2 4-46 0,-1 5-50 0,-1 4 7 15,-7 2-22-15,-3 5-24 0,-7 2-19 16,2 1-11-16,-1 0-22 0,3-3 3 16,-1-5-34-16,7-5-55 0,5-8-26 15,3-8 28-15,1-6-22 0,9-9-87 16,5-4-205-16,-1-3-195 0,-4-2-449 0,11-8-628 0</inkml:trace>
  <inkml:trace contextRef="#ctx0" brushRef="#br0" timeOffset="-147898.594">31875 2744 1994 0,'0'0'984'16,"0"0"-699"-16,0 0-132 0,0 0 78 16,0 0 75-16,0 0-42 0,0 0-50 15,0 0-60-15,9 81-49 0,-6-60 0 0,0 3 2 16,-1-3-30-16,0 1-16 15,-1-2-25-15,0-2-11 0,1-2 2 0,-1-2 10 16,-1-3-25-16,2-3-9 0,-1-1 0 0,-1-2-3 16,3-3 0-16,-3 0-2 0,2-2 1 15,-1 0-2-15,1 0-33 0,1 0 11 16,2-2-5-16,2-4 30 0,3-4 3 16,4-2 0-16,3-7-3 15,-1-6-52-15,2-3-52 0,-1-3-22 0,0 0-31 0,-2 0-16 16,0 5-72-16,0 5-81 15,2 4-301-15,-5 5-538 0,9 2-772 0</inkml:trace>
  <inkml:trace contextRef="#ctx0" brushRef="#br0" timeOffset="-147494.695">32307 2846 2516 0,'0'0'961'0,"0"0"-629"0,0 0-83 0,0 0 103 15,0 0 9-15,0 0-94 0,0 0-99 0,0 0-95 16,0 0-73-16,0 0 1 0,-73 43 9 16,48-22 14-16,-1 7 22 0,-2 3-4 15,2 0-27-15,5 1-15 0,1-7-21 16,10-5-15-16,3-6 8 0,6-4-14 0,1-5-44 16,3-2-17-16,9-1-7 15,1-2-19-15,7 0 19 0,6-7-53 16,5-3-29-16,0-7-51 0,3-2-30 15,-1-1-27-15,-3-1 39 0,-3 2 89 16,-8 2 79-16,-2 3 83 0,-6 4 10 16,-6 3 93-16,-1 5 118 0,-4 2 40 0,0 0 5 0,0 0-30 15,-4 6-29-15,2 2-51 0,-6 4 8 16,1 4-15-16,-2 2 27 0,-1 1 17 16,2-4-18-16,2 0-92 15,3-3-73-15,1-6-9 0,2-3-25 16,0 1-24-16,0-4-5 0,5 0-29 15,1 0-15-15,2-7 18 0,4-1-28 0,-2-2-21 16,3-5-91-16,1 0-175 0,-1 0-263 16,-1 3-479-16,-1-5-719 0</inkml:trace>
  <inkml:trace contextRef="#ctx0" brushRef="#br0" timeOffset="-146965.465">32704 2440 1580 0,'0'0'1326'0,"0"0"-964"0,0 0-148 0,0 0 48 16,0 0 53-16,0 0-65 0,0 0-18 16,0 0-44-16,1 89-40 0,-5-51-11 15,-2 7-2-15,-2 0 14 0,-3 5-31 16,0-1-60-16,-1-4-37 0,1-2-21 15,0-4-1-15,-1-3-26 0,4-7 0 0,3-6 5 16,0-4 10-16,4-5-15 0,1-4-37 16,0-3-42-16,6-5-59 0,2-1 21 0,4-1 58 15,4 0 22-15,-2-3-10 0,3 1 31 16,-1-3 6-16,2 1 6 0,-5 4 0 16,-1 0-9-16,-1 4 37 15,-3 3 3-15,1 1 34 0,-3 4 34 16,-4-1 18-16,-2 1-12 0,0 0-1 0,0 0-11 15,-2 1 2-15,-4-1-3 0,-3-2-24 16,1-1-10-16,-3 0-2 0,3-6-25 16,-1-2 0-16,1-1-101 0,0 0-43 0,2-7-83 15,0-5-154-15,3-1-349 0,3-6-51 0,0 1-365 16,5-16-374-16</inkml:trace>
  <inkml:trace contextRef="#ctx0" brushRef="#br0" timeOffset="-146581.08">33053 2571 2194 0,'0'0'819'16,"0"0"-445"-16,0 0-231 15,-9 74 75-15,-2-42 151 0,0 3-18 16,-3 5-37-16,-1 2-87 0,2-1-77 0,-1 1-68 16,2 0-44-16,-1-4-38 0,3-3-13 15,3-4-5-15,4-6-21 0,3-4-19 16,0-7-19-16,5-3-17 0,6-4-17 0,3-2 13 15,1-3 34-15,2-1 18 0,0-1-22 16,-1 0-6-16,1-1 2 0,-3-3 7 16,-3 1 6-16,1 1 19 0,-5-1 24 15,-3 2 16-15,-4 1 1 0,0 0 83 16,-1 0 62-16,-6 1 5 0,-4 2-25 16,-1-1-15-16,-5 1-47 0,0 0-12 15,-3 3-51-15,4 4 14 0,-2-1 13 0,5 0-25 16,4-1-1-16,2 0 0 0,4 0-2 15,3 0-18-15,0-1-53 0,1 2 7 16,8 1 0-16,0 1 11 0,2-1 10 16,6 1 7-16,1-3-14 0,5 1 4 15,1 0-22-15,4-2-65 0,0-2-257 0,-7-1-711 16,8-1-805-16</inkml:trace>
  <inkml:trace contextRef="#ctx0" brushRef="#br0" timeOffset="-145748.658">28402 7678 3019 0,'0'0'605'0,"0"0"-321"0,0 0-174 15,0 0 38-15,0 0-11 0,0 0 21 16,0 0 49-16,0 0-44 0,0 0-32 15,86 1-8-15,-47 0-14 16,7-1-26-16,6 0-44 0,5 0-8 0,4 0-28 0,11-1 0 16,6 1-1-1,12 0 31-15,11 0-9 0,12 0-24 16,13 0-21-16,13-2 3 16,13-3 16-16,9 1-35 0,9-1-20 0,3 3-7 0,-3-1-16 15,-3 3-11-15,-11-1-16 0,-11 0 3 16,-13 1 11-16,-13-2-24 0,-13 1-12 0,-13-3-20 15,-14 2-50-15,-17-3-116 16,-14-1-141-16,-17 4-216 0,-17-6-657 0</inkml:trace>
  <inkml:trace contextRef="#ctx0" brushRef="#br0" timeOffset="-145199.847">29921 8065 2966 0,'0'0'505'16,"0"0"-293"-16,0 0-139 0,0 0 78 15,0 0 54-15,0 0 0 16,0 0-53-16,-91 51-72 0,58-27-21 0,-4 4 6 15,2 4 6-15,2 0-19 0,2-1-22 16,10-3 1-16,6-7 6 0,8-5-6 16,6-6-31-16,1-4-37 0,13 1-37 15,7 0 28-15,6 0 25 0,5 0 21 0,8 2 0 16,0-2 0-16,2 4-16 16,-1-2 14-16,-5 7-22 0,-4-3 2 15,-3 6 8-15,-5 1 14 0,-7 3 12 0,-6 0 37 16,-5-1 19-16,-3 2 6 0,-2-4 5 15,-2 2-18-15,-8-2-6 0,0 1-15 0,0-2-16 16,-3-2-11-16,0-4-13 0,0-6-27 16,5-1-43-16,0-6-52 15,2 0-41-15,4-10-62 0,2-5-26 0,0-5-147 16,5-6-159-16,9-5-155 0,-2 5-473 16,15-17 67-16</inkml:trace>
  <inkml:trace contextRef="#ctx0" brushRef="#br0" timeOffset="-144931.901">30203 8422 2168 0,'0'0'993'0,"0"0"-516"0,0 0-178 0,15 78-69 16,-14-52 21-16,1-1-37 0,1 2-8 16,1-5-41-16,1-2-52 0,6-5-37 15,4-4-24-15,4-6-46 0,4-3-6 0,5-2-64 16,2-9-21-16,3-7-28 16,2-8 15-16,-1-1 3 0,-3-4 15 15,-3 1 12-15,-8 3-3 0,-4 0-6 16,-8 2 12-16,-7-1 18 0,-1 5 31 15,-9 1 16-15,-2 2 40 0,-5 2 35 16,1 7 39-16,0 7 24 0,2 0-65 0,-2 5-72 0,2 4 44 16,2 2-17-16,-4 2-28 15,2 3-3-15,-1 1-25 0,2-3-15 0,4-1-31 16,-2-5-49-16,4-1-68 16,3-7-203-16,3 0-317 15,0-4-672-15,3-13-449 0</inkml:trace>
  <inkml:trace contextRef="#ctx0" brushRef="#br0" timeOffset="-144690.56">30778 7786 2500 0,'0'0'609'16,"0"0"-421"-16,0 0-83 15,-14 66 209-15,8-36 80 0,2 6-21 16,-2 6-53-16,3 1-127 0,3 5-59 15,-1 2-39-15,-1 3-34 0,-1-1-46 0,0-1-15 16,-5 0-15-16,-2-1-16 16,-3-2-30-16,0-4-21 0,-2-4-13 15,2-5-15-15,3-6-31 0,2-4-38 0,3-5-77 16,2-7-133-16,3-3-100 0,0-3-115 16,2-4-468-16,7-4-525 0</inkml:trace>
  <inkml:trace contextRef="#ctx0" brushRef="#br0" timeOffset="-144215.587">30921 8382 2262 0,'0'0'581'0,"0"0"-142"0,0 0-181 16,0 0 80-16,0 0-81 16,0 0-54-16,52 77-11 0,-42-48-50 15,-3 4-50-15,-1 2-24 0,-1 1 11 0,-3 1 19 0,-1-3 34 16,-1-4-38-16,0-5-39 0,0-7-34 16,3-7-18-16,-3-4-2 0,3-6 0 15,2-1 23 1,0 0-24-16,7-9-13 0,5-5 12 0,11-5-1 0,3-10-1 15,5-4-52-15,1-3-9 0,1-4-18 16,-2-2-3-16,-3 6-28 16,-2-1-41-16,-5 5-55 0,-5 5-101 0,-1 7-145 15,-4 2-107-15,-6 6-203 0,1 3-558 0</inkml:trace>
  <inkml:trace contextRef="#ctx0" brushRef="#br0" timeOffset="-143832.704">31564 8497 3112 0,'0'0'594'16,"0"0"-354"-16,0 0-111 0,0 0 74 0,0 0 91 16,-94 31-17-16,72-14-51 15,0 6-113-15,1 0-40 0,2 1-3 16,5 2 64-16,3-4-61 0,3-1-56 15,5-4-17-15,3-5-21 0,0-1-22 16,8-9-14-16,4 0-7 0,4-2-6 0,5-3 0 16,0-5-15-16,5-8-7 0,2-3 3 15,0 0 16-15,0-2-38 0,-2 0-46 0,0 1 3 16,-5 6 46-16,-1 2 36 16,-2 5 32-16,-7 7 40 0,-1 0 6 15,-3 1 100-15,-4 11 39 0,0 6 10 0,-1 1-57 16,-2 1-21-16,0 2-4 0,-2 0-24 15,-1 1 3-15,3-4-26 0,0-6-26 16,0-3-40-16,2-3-27 0,5-6-44 16,3-1-12-16,4-6 12 0,3-11-52 15,1-3-139-15,4-10-405 0,-8 6-652 0,11-16-694 0</inkml:trace>
  <inkml:trace contextRef="#ctx0" brushRef="#br0" timeOffset="-143436.735">32096 7891 349 0,'0'0'1638'15,"0"0"-1233"-15,0 0-86 0,0 0 92 16,0 0 76-16,0 0-36 0,0 0-164 0,17 98-101 16,-22-55-84-16,-5 6-13 15,-4 1-6-15,-5 4 43 0,-4-1-56 0,0 1-45 16,-4-4-25-16,-1-4-24 0,2-6-34 15,6-8-31-15,7-9 3 0,7-6 19 16,3-8 8-16,3-4-12 0,0-3 6 16,8-2 7-16,2 0 2 0,3 0 28 15,0 0 3-15,3 0 13 0,-3 5 12 16,2 2 15-16,-2 3-3 0,-2 2-12 16,0 2-31-16,-2 2 7 0,-1 0 11 0,0-1 10 15,-1 2 3-15,1-2 1 16,-2 0 15-16,-1-1-1 0,2 2 41 0,-5-3 28 15,0-1 5-15,-2 0-24 0,0 1-28 16,0-1-18-16,-4 1-18 0,-3-2 1 0,-1 2 29 16,0-1-4-16,0-2-2 0,-2-2-6 15,2-3-19-15,0-5-43 0,5 0-43 16,3-13-62-16,0-5-29 0,6-11-158 16,7-9-109-16,-1 5-346 15,13-30-708-15</inkml:trace>
  <inkml:trace contextRef="#ctx0" brushRef="#br0" timeOffset="-143140.039">32433 8051 1091 0,'0'0'1655'0,"0"0"-1267"0,0 0-171 16,-36 89 72-16,21-50 73 0,4 7 78 16,-2 1-85-1,-2 3-113-15,4-3-105 0,0-4-52 0,0-5-39 0,2-5-46 16,4-6-44-16,-1 0-23 0,6-7-24 15,0-2-34-15,9 0-25 16,4-7 88-16,2 0-24 0,4-6-53 16,6-4-19-16,1 0-72 0,2-1-90 0,1 2 38 15,-1 5 98-15,-4 6 184 16,-1 6 70-16,-6 6 136 0,-3 2-23 0,-5 1-32 0,-3-2-37 16,2-2-24-16,-3-7-75 0,3-5-14 15,2-6-2-15,0-6-33 16,1-2-86-16,2-8-59 0,0-9-64 15,4-2-91-15,-3-2-281 0,-2-1-368 16,-4 7 244-16</inkml:trace>
  <inkml:trace contextRef="#ctx0" brushRef="#br0" timeOffset="-143023.534">32670 8630 196 0,'0'0'1072'15,"0"0"-425"-15,0 0-48 0,0 0-77 0,-82 52-133 16,61-31-75-16,3 2-22 0,3 0-78 16,5-4-78-16,4-2-108 0,4-5-28 15,2-2-143 1,8-1-50-16,6-3-9 0,3-2-31 0,8 1-94 0,3-4-215 15,-5 0-188-15,8-1-581 0</inkml:trace>
  <inkml:trace contextRef="#ctx0" brushRef="#br0" timeOffset="-142822.881">33224 8918 2032 0,'0'0'2042'0,"0"0"-1594"0,0 0-387 0,0 0-61 0,0 0-176 15,0 0-132-15,-92-42-139 0,63 29-753 16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4-11T08:40:40.2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15548 1435 460 0,'0'0'342'15,"0"0"-342"-15,0 0 0 0,0 0 1185 0,0 0-741 16,0 0-12-16,0 0-163 0,19-73-7 16,-19 61-43-16,0 1 46 0,0 2-67 0,0-1-1 15,-1 2-45-15,-2-2-1 0,-2 2 3 16,-1-2-37-16,2 2-31 0,-3-1-16 15,0 0-3-15,-2 3-15 0,2 0 9 0,-2-1 31 16,-2 4-50-16,-1-1-30 16,-2 2-12-16,-4 2-2 0,-2 0-13 15,-3 6 3-15,-3 4 3 0,-1 4 9 16,-1 5 0-16,3 4-30 0,-1 2 12 0,1 5-12 16,2 1-1-16,-3 7 19 0,3 5 0 15,3 4-10-15,2 6 21 0,4 4 1 16,6 3 13-16,3-1 20 15,4-2-5-15,1-2-26 0,1-5 25 16,8-4 7-16,4-5 2 0,1-7-12 0,3-4-5 16,2-8 5-16,1-3-3 0,3-5 13 0,-2-3-4 15,2-3-15-15,0-5-3 0,-1-1-11 16,1-2-1-16,-3 0 0 16,0-5-21-16,-3-6-31 0,0 3-39 0,-1-7-6 15,-1 0-25-15,-5-1-46 16,-3-3-142-16,-3-2-140 0,-1-2-196 0,-3-1-25 15,0-4-651-15,-4 9-45 0,-6-7 1196 0</inkml:trace>
  <inkml:trace contextRef="#ctx0" brushRef="#br0" timeOffset="163.848">15375 1838 88 0,'0'0'1885'0,"0"0"-1177"16,0 0-271-16,0 0-137 0,0 0 48 15,0 0-26-15,0 0-42 0,0 0-57 0,0 0-63 16,88 35-59-1,-68-33-46-15,-1-1-36 0,3-1-9 0,-1 0-10 16,1-5-92-16,1-3-37 0,1-2-62 16,-1-1-48-16,-1-2-59 0,0 0-184 0,-4-1-260 15,-3 6-657-15,-5-1 113 0</inkml:trace>
  <inkml:trace contextRef="#ctx0" brushRef="#br0" timeOffset="369.62">15696 1776 625 0,'0'0'81'0,"0"0"425"0,0 0 464 0,0 0-594 0,-31 72-64 16,25-49 15-16,-1 2 26 0,4 5-37 16,0-4-80-16,2 2-43 0,-1-1-13 0,1 4-41 15,1 1-43-15,-2 0-23 0,-1 3-8 16,2-3-44-16,-1-2-21 0,-3-4-3 0,4-5-21 16,-1-2-71-16,2-3-50 15,0-3-13-15,2-5-15 0,4 0-40 0,0-4-168 16,2-1-176-16,0-3-428 15,1 0-401-15,-1-5 1024 0</inkml:trace>
  <inkml:trace contextRef="#ctx0" brushRef="#br0" timeOffset="3082.608">16077 919 228 0,'0'0'740'0,"0"0"524"0,0 0-941 0,0 0-107 16,0 0-23-16,0 0 19 0,0 0-15 15,0 0 10-15,0 0-27 0,0 0-7 16,0 0-53-16,23 76-48 0,-19-54-38 0,-1 2-6 16,-1-1 4-16,1 2-32 0,-2-1 0 15,1 1-2-15,-2-4-17 0,1 3-59 16,-1-2-120-16,0-1-70 0,2-1-66 16,-1 1-123-16,0-1-202 0,3-2-552 15,-1-4 353-15,0 5 723 0</inkml:trace>
  <inkml:trace contextRef="#ctx0" brushRef="#br0" timeOffset="3323.811">16484 1553 1433 0,'0'0'1921'0,"0"0"-1537"0,0 0-255 15,0 0-110-15,0 0 63 0,0 0 44 0,0 0 30 16,79 0 27-16,-63 0-66 0,2 2-70 16,2-1-47-16,1 1-2 0,2-2-48 15,-2 2-58-15,0-1-50 0,-1-1-39 16,-2 2-48-16,-2 0-144 0,-5 3-206 16,-5 2-557-16,-3-1-202 0,-3 7 1077 0</inkml:trace>
  <inkml:trace contextRef="#ctx0" brushRef="#br0" timeOffset="3496.096">16616 1783 1539 0,'0'0'1135'16,"0"0"-644"-16,0 0-287 0,0 0-137 15,0 0 19-15,0 0 94 0,0 0 106 16,0 0-31-16,0 0-38 0,0 0-97 16,76 47-55-16,-54-40-37 0,0-2-28 15,1-3-32-15,1-2-45 16,1 0-38-16,0 0-68 0,0-2-136 0,-5-3-346 15,9-2-921-15</inkml:trace>
  <inkml:trace contextRef="#ctx0" brushRef="#br0" timeOffset="3978.729">18175 1113 1357 0,'0'0'751'0,"0"0"-134"0,0 0-254 16,0 0-72-16,0 0 51 0,0 0 49 0,0 0-93 15,0 0-97-15,0 0 14 0,0 0-104 0,-33-9-16 16,20 17-13-16,-5 5-45 0,-4 6-10 16,-5 8-9-1,0 9-16-15,-4 6 23 0,0 9 5 0,1 3-8 16,3 5-10-16,2-1 6 0,1 5 0 15,6-5 19-15,4-1-16 0,4-7 3 16,6-4 16-16,2-4 14 0,2-8-20 0,8-4 17 16,5-4 31-16,8-2-12 15,9-2-47-15,5-1-23 0,7-3-15 0,5-6 15 16,4-3-15-16,-2-4-7 0,1-5-26 16,-1-6-34-16,0-7-30 0,-5-4-34 0,-3-1-27 15,-6-1-60-15,-8 0-74 16,-8 0-165-16,-8 5-222 0,-9-3-468 15,-2 8-545-15,-22-1 1224 0</inkml:trace>
  <inkml:trace contextRef="#ctx0" brushRef="#br0" timeOffset="4303.144">18064 1783 1709 0,'0'0'1564'16,"0"0"-1221"-16,0 0-129 0,0 0-38 15,0 0 165-15,0 0-25 0,0 0 30 0,0 0-93 16,84 13-107-16,-57-14-76 15,2-6-70-15,0-5-45 0,4-4-101 16,0-2-37-16,-1-3 6 0,-2 2-35 0,-4 3-72 16,-6 3-241-16,-5 3-188 0,-6 5-287 15,-4 2-9-15,-5 3 237 0,0 0 671 16,-3 0 65-16,-4 3 16 0,1 3 20 0,-1 3 343 16,1 1-229-16,-1 3 1317 0,4 4-942 15,-2 3-139-15,2 2-141 0,0 6-12 16,1 2 10-16,-1 3-24 15,0 4-16-15,1 1-38 0,0 3-26 0,-2-2-6 16,3 0-20-16,-4-3-40 0,2-4-37 16,-1-3-11-16,-2-6-129 0,2-3-139 0,-1-1-153 15,-3-2-374-15,4-4-1100 0,-5 4 1714 16</inkml:trace>
  <inkml:trace contextRef="#ctx0" brushRef="#br0" timeOffset="5111.428">15629 3245 59 0,'0'0'261'0,"0"0"462"0,0 0 91 0,0 0-373 16,0 0-60-16,0 0-56 0,0 0-5 15,0 0-63-15,0 0-14 0,0 0-13 16,0 0-52-16,-82-50-57 0,74 50-34 0,-4 6-19 16,-2 6-9-16,-3 1 6 0,1 6-4 15,-1 5 4-15,1 7-13 0,0 5 6 0,5 5-2 16,-1 3-14-16,5 2 10 0,4 1-6 15,0-4 3 1,3-2-6-16,0-3-10 0,0-3 7 16,6-4-13-16,0-1 1 0,2-8-1 0,1-3-12 0,1-1-12 15,-1-6-3-15,2-2-24 0,1-3-13 16,2 0-17-16,-1-5-19 0,3 3-31 16,-3-5-43-16,0 0-22 0,-1-6 15 15,-7-4-63-15,0-2-127 16,-4-3-148-16,-1-3-156 0,-3-3-500 15,-7 1-240-15,0 2 1245 0,-9-6 42 0</inkml:trace>
  <inkml:trace contextRef="#ctx0" brushRef="#br0" timeOffset="5275.342">15410 3576 960 0,'0'0'237'0,"0"0"1114"16,0 0-888-16,0 0-162 0,0 0 32 16,0 0 26-16,0 0-58 0,0 0 8 0,82 16-84 15,-55-13-81-15,4-3-65 0,0 0-79 0,2 0-6 16,-2-7-86-1,0 0-49-15,-2-3-25 0,0 3-19 16,-5 0-1-16,-2 0-215 0,-5 2-178 0,-5 2-540 16,-5 2-335-16,-6 1 916 0</inkml:trace>
  <inkml:trace contextRef="#ctx0" brushRef="#br0" timeOffset="5420.426">15721 3641 792 0,'0'0'13'0,"0"0"1121"0,0 0-729 0,-13 89-91 16,13-56-35-16,0 3 38 15,0 0-27-15,0 0-9 0,2-4-71 0,3-6-93 16,-2-7-76-16,4-4-41 0,-1-7-97 16,1-5-83-16,2-3-34 0,2-3-90 15,0-9-179-15,0-9-520 0,-1 3-639 0,3-18 1589 16</inkml:trace>
  <inkml:trace contextRef="#ctx0" brushRef="#br0" timeOffset="5728.331">16053 2985 65 0,'0'0'251'0,"0"0"1307"0,0 0-1204 15,0 0-141-15,0 0-71 0,0 0 36 0,0 0-37 16,0 0-70-16,0 0-41 15,0 0-30-15,0 0-58 0,46 78-26 0,-58-58-28 16,-1 1 12-16,1 1 55 0,0-3 31 16,1-1 14-16,4-2 87 15,2-3 35-15,0-2-12 0,5-1-5 0,0-3-53 16,0 0-11-16,3 0 46 0,6-2 34 16,2 2-13-16,2 0-25 0,6 0-20 0,3-2-18 15,-2-1-45-15,7-2-51 0,-1 0-111 16,3-1-128-16,1 1-241 15,-8-2-923-15,12 1 632 0</inkml:trace>
  <inkml:trace contextRef="#ctx0" brushRef="#br0" timeOffset="5982.499">16721 3507 3772 0,'0'0'949'16,"0"0"-906"-16,0 0-43 0,82-18 0 15,-49 9 31-15,-1 0 30 0,-2 4-3 16,-6-1-58-16,-1 2-12 0,-2 0-52 0,-3 0-59 16,-3 1-90-16,-6 2-69 0,-3 1-155 15,-6 0-192-15,-1 7-371 16,-10 3-81-16,-9 2 205 0,4-1 840 15,-17 11 36-15</inkml:trace>
  <inkml:trace contextRef="#ctx0" brushRef="#br0" timeOffset="6115.62">16776 3605 287 0,'0'0'248'16,"0"0"1028"-16,0 0-569 0,0 0-257 0,0 0-197 15,0 0-10-15,0 0 26 0,0 0 45 16,0 0-20-16,0 0-34 0,82 59-91 16,-47-59-80-16,1 0-80 15,0-7-9-15,1-2-98 0,-1 1-99 0,-1-1-75 16,1 1-227-16,-5 2-565 0,-7 1-860 15,10 0 1653-15</inkml:trace>
  <inkml:trace contextRef="#ctx0" brushRef="#br0" timeOffset="6554.251">18200 3088 1319 0,'0'0'1883'15,"0"0"-1425"1,0 0-168-16,86 18-83 0,-47-11 5 0,3 0-5 15,3-2-53-15,-3-1-43 0,-1-4-62 0,0 0-28 16,-2-4-21-16,0-5-79 0,-1-3-87 16,-2-2-63-16,-2 0 5 0,-6-2-137 15,-3 1-161-15,-9 2-203 0,-9 2-539 16,-4 4 139-16</inkml:trace>
  <inkml:trace contextRef="#ctx0" brushRef="#br0" timeOffset="6781.644">18488 3107 463 0,'0'0'368'0,"0"0"1089"16,0 0-1063-16,0 0-43 0,-78 77-16 16,65-54 20-16,3 2-59 0,4 5-39 0,1 0-65 15,-1 4-53-15,5 3-10 0,-1 2-3 0,1 3 3 16,1 3-22-16,0-2-31 0,0 1-18 16,3-3 0-16,4 1 3 0,1-5 8 15,3-1-11-15,3-5-24 0,0-3-31 16,6-5 0-1,-1-3-3-15,7-6-52 0,2-3-42 0,5-5-49 0,5-6-22 16,1-2-21-16,5-11-33 0,3-5-115 16,2-5-359-16,5-4-749 0,-14 6-544 15,18-19 1833-15</inkml:trace>
  <inkml:trace contextRef="#ctx0" brushRef="#br0" timeOffset="7053.022">19557 3045 2481 0,'0'0'1280'0,"0"0"-974"0,0 0-213 0,0 0-5 16,-90 54 36-16,59-24 130 0,1 8 44 15,1 8-60-15,1 3-95 0,2 5-43 16,4 1 10-16,2 4 32 0,4 2-69 16,1-2-40-16,7-5-9 15,3-3 15-15,5-4 16 0,3-7-1 16,7-3-6-16,6-6-11 0,3-7-22 0,4-5-15 15,3-5-1-15,3-4-35 0,2-3-28 16,4-3-21-16,0-4-26 16,-4-4-50-16,-5-9-12 0,-3-5-67 0,-7-5-103 15,-3-4-178-15,-9-3-250 0,-4-1-336 16,-4 2-197-16,-6 5 512 0,-16-13 671 16</inkml:trace>
  <inkml:trace contextRef="#ctx0" brushRef="#br0" timeOffset="7203.722">19296 3520 1140 0,'0'0'485'0,"0"0"908"15,0 0-985-15,0 0-110 0,-23 68-15 16,35-52 74-16,5-3-11 0,8 1-37 16,5-4-71-16,5-3-86 0,5-3-70 15,3-4-82-15,0-4-9 0,-1-6-67 0,-3-4-48 16,-3-1-68-16,-4-3-44 0,-6 0-93 16,-1 2-305-16,-8-2-540 0,-6 6-393 15,-3 2 417-15</inkml:trace>
  <inkml:trace contextRef="#ctx0" brushRef="#br0" timeOffset="7354.52">19725 3638 1258 0,'0'0'618'0,"0"0"629"0,-21 75-915 16,18-46-139-16,0 11-54 15,2 1 129-15,1 0 174 0,0-4-119 0,0-6-194 16,0-4-84-16,4-5-45 0,4-5-101 0,1-2-31 16,0-5-56-16,2-5-41 0,2-5-128 15,5-2-303-15,4-10-819 0,-5 2-342 16</inkml:trace>
  <inkml:trace contextRef="#ctx0" brushRef="#br0" timeOffset="7691.444">20351 3638 897 0,'0'0'2088'0,"0"0"-1699"0,0 0-154 16,0 0-51-16,0 0 4 0,0 0 41 0,0 0 29 15,0 0-57-15,-39 64-94 0,28-45-48 16,-1 2 8-16,1 0-21 0,0 3-25 16,-3-2 4-16,0-1 15 0,4 2-4 0,0 0 16 15,0-3 30-15,4 1 13 16,2-3-34-16,2-3-22 0,2-3 1 15,0-1-4-15,5 0-36 0,-1-4-9 16,2 3-18-16,-2-2-22 0,3-3-15 16,-3 1-3-16,-1 0-3 0,0 0-27 0,0 0-38 15,-1-3-36-15,-2 0-45 0,0-3-81 16,0 0-190-16,1 0-241 0,1-6-664 16,-1 0 44-16,7-13 1030 0</inkml:trace>
  <inkml:trace contextRef="#ctx0" brushRef="#br0" timeOffset="8029.09">21255 3117 1000 0,'0'0'2945'16,"0"0"-2405"-16,0 0-358 0,-56 78-133 16,27-46-34-16,-2 10 53 0,-4 2 207 0,-1 6 51 15,-2 4-101-15,1 4-110 0,-2 2-34 16,3 3-26-16,3-2-34 0,5-2-3 16,12-4 15-16,7-10 0 15,9-4 37-15,6-7 71 0,8-7-74 0,6-5-46 16,5-5-21-16,0-5-14 0,4-5-19 15,1-7-25-15,1 0-26 0,-3-7-52 16,0-9-15-16,-2-3-27 0,-3-4-35 0,-4-2-100 16,-5-2-267-16,-7-2-556 0,-3-4-398 15,-4 9 120-15</inkml:trace>
  <inkml:trace contextRef="#ctx0" brushRef="#br0" timeOffset="8203.659">20974 3663 2440 0,'0'0'1695'15,"0"0"-1294"-15,0 0-198 0,0 0 9 0,33 64 8 16,-10-52-19-16,3-3 42 0,6-5-98 16,0-4-109-16,2 0-36 0,1-4-66 0,-3-7-68 15,-1-3-48-15,0 0-34 0,-6-4-16 16,-2 0-130-16,-5 2-295 0,-4-1-468 16,-7 1-392-16,-4 6 359 0,-3-4 1011 0</inkml:trace>
  <inkml:trace contextRef="#ctx0" brushRef="#br0" timeOffset="8352.922">21324 3600 483 0,'0'0'1799'16,"0"0"-1010"-16,0 0-381 0,-11 73-233 16,6-44-8-16,2 6 82 0,1 1 78 0,2 1 0 15,0-1-51-15,0-1-11 0,2-7-137 16,3-2-128-16,-2-8-33 0,0-4-113 16,1 0-34-16,4-5-50 0,1-7-75 15,4-2-345-15,7-3-691 0,-4-7-694 0,16-12 1820 16</inkml:trace>
  <inkml:trace contextRef="#ctx0" brushRef="#br0" timeOffset="8761.463">22056 3209 2714 0,'0'0'1109'0,"0"0"-1087"0,0 0-22 0,0 0-63 0,0 0 63 15,0 0 76-15,82-24 62 0,-64 23-28 0,3 1-57 16,0 0-29-16,-1 0-24 0,-3 0 0 16,-4 8 3-16,-2 2 66 0,-2 4 12 0,-4 4-25 15,-1 0-16-15,-2 4-25 0,-2 2-14 16,0-1 30-16,0 4 19 16,0 2 21-16,0 1 43 0,0 2-62 15,0 0-6-15,0 1-18 0,0 2 9 0,0 3 2 16,-2-1-5-16,-1 3 3 0,0 0 9 15,2 0-16-15,1-1 4 0,0-1 2 16,0-3 4-16,1 0-13 16,7-6-24-16,-2-1 13 0,0-2 2 15,2-2-16-15,-3-3 16 0,0-2 1 0,-4-1 5 16,-1-1-21-16,0 2 0 0,-3-3 15 0,-8 2-9 16,-5-2-9-16,-6-2-45 0,-7 0-7 15,-5-3-15-15,-6 0 27 0,-5-4 1 0,-6-1-22 16,-8-5-22-16,-8-1-55 15,-9 0-68-15,-6-3-73 0,-8-2-250 16,-3-4-581-16,21 3-753 0,-44 2 1478 0</inkml:trace>
  <inkml:trace contextRef="#ctx0" brushRef="#br0" timeOffset="9418.698">16188 5141 496 0,'0'0'1564'0,"0"0"-1227"0,0 0-14 0,0 0-120 0,0 0-88 15,-91-30 61-15,71 30 57 0,0 3-78 16,-2 3-44-16,-2 6-7 0,-4 1 28 16,1 5-12-1,0 3 58-15,4 4-8 0,2 2-27 0,0 8-14 0,1 3-6 16,2 5-16-16,3 6-3 0,4 4-18 16,7 4 2-16,4 3-11 0,0-5-29 15,9-2 4-15,8-7-19 0,2-6 10 16,5-8-10-16,1-6-2 0,1-7-28 15,1-5-3-15,-1-4-28 0,0-7-8 16,1-2-13-16,-2-1-39 0,-2-9-40 16,-3-4-55-16,-1-4-22 0,-4-7-91 15,-4 1-319-15,-6-7-534 0,-2 10-524 16,-3-10 923-16</inkml:trace>
  <inkml:trace contextRef="#ctx0" brushRef="#br0" timeOffset="9591.643">16022 5553 587 0,'0'0'1730'0,"0"0"-979"16,0 0-165-16,0 0-180 0,57 73-7 0,-39-55-97 16,1-3-57-16,1-4-43 0,0-2-53 15,1-6-83-15,-1-3-66 0,-3 0-59 0,0-2-57 16,-5-5-51-16,-2 1-26 0,-4-2-10 16,-3-1-81-16,-2 3-245 0,-1 0-229 15,0-1-584-15,-4 4-167 0,-7 3 1483 0</inkml:trace>
  <inkml:trace contextRef="#ctx0" brushRef="#br0" timeOffset="9753.479">16189 5817 160 0,'0'0'1911'0,"0"0"-1493"16,0 0-193-16,0 0-73 0,0 0 127 0,0 0 27 16,0 0-68-16,0 0-131 0,0 0-84 15,0 0-23-15,2 43-57 0,-2-43-38 0,0 0-63 16,0 0-30-16,0 0-13 15,0-5-46-15,0 0-188 0,-2 0-389 0,-1-4-499 16,-2 7 1222-16,-1-7 85 0</inkml:trace>
  <inkml:trace contextRef="#ctx0" brushRef="#br0" timeOffset="10253.202">16240 5598 460 0,'0'0'189'16,"0"0"1726"-16,0 0-1513 0,0 0-162 0,0 0-51 16,1 70 45-16,-1-44 28 0,0 7 15 15,0 0-57-15,0 2-74 0,0-3-57 16,0 0-27-16,-1-5-31 0,1-3-29 16,0-2-2-16,0-4-2 0,0-5-72 15,0-3-43-15,0-5-63 0,0-5-22 16,0-3-81-16,0-11-240 0,0-5-504 0,0 3-590 15,0-24 1546-15</inkml:trace>
  <inkml:trace contextRef="#ctx0" brushRef="#br0" timeOffset="10578.29">16502 4947 959 0,'0'0'1851'15,"0"0"-1466"-15,0 0-22 0,0 0 6 16,85-15-56-16,-72 15-145 0,-7 0-97 16,-2 2-70-16,-1 5-1 0,-3 5-24 15,0 5-10-15,-7 3-10 0,-3 7 1 16,-4 1 15-16,-1 2 17 0,2-2 11 0,0-3 4 16,4-3 51-16,5-7-31 0,1-2-24 0,3-2-15 15,0 1-7 1,4-2-12-16,4-1-22 0,3 0-16 15,4 0 35-15,-1 1 22 0,0 1 15 0,1-3 25 0,-1 3 47 16,-1 2 37-16,-5-1 2 16,-1 1-33-16,-6 1-40 0,-1 0-38 15,-1 2-25-15,-8-1 7 0,0 1-16 0,-2-3-47 16,-2-1-18-16,1-3-70 0,-2 0-126 16,1-4-279-16,0 1-629 0,2-3-468 15,0 0 1332-15</inkml:trace>
  <inkml:trace contextRef="#ctx0" brushRef="#br0" timeOffset="10775.661">17332 5375 235 0,'0'0'3271'0,"0"0"-2776"15,0 0-244-15,0 0-105 0,0 0-69 16,0 0-77-16,0 0-18 0,0 0-147 15,0 0-110-15,0 0-113 0,0 0-243 0,71-14-708 16,-71 14-207-16,-10 10 1442 0</inkml:trace>
  <inkml:trace contextRef="#ctx0" brushRef="#br0" timeOffset="10895.549">17207 5555 78 0,'0'0'509'0,"0"0"2025"16,0 0-2031-16,0 0-257 0,0 0-76 15,0 0 68-15,0 0 56 0,0 0-11 16,0 0-96-16,84 54-96 0,-56-61-62 15,4-4-29-15,1-2-79 0,-2-1-108 16,-3 0-93-16,1 0-169 0,-1 2-690 0,-10 5-838 16,14-1 1351-16</inkml:trace>
  <inkml:trace contextRef="#ctx0" brushRef="#br0" timeOffset="11464.119">18485 4948 1433 0,'0'0'682'0,"0"0"435"0,0 0-637 16,0 0-115-16,0 0-134 0,88 56-54 16,-61-47-17-16,2-2 3 0,0-4-10 15,1-3-58-15,2 0-67 0,0-7-28 0,-1-5-62 16,1-2-69-16,-3-1-59 0,-5-1-57 16,-3-2-102-16,-4 5-247 0,-7-2-425 15,-2 6-450-15,-5 3 777 0</inkml:trace>
  <inkml:trace contextRef="#ctx0" brushRef="#br0" timeOffset="11710.593">18700 4989 727 0,'0'0'166'0,"0"0"1186"0,0 0-922 16,0 0-22-16,-49 67-102 0,40-44 27 16,-1 1-19-16,1 5-44 0,0 2-66 0,1-1-65 15,1 4-40-15,0-1-13 16,2 2-28-16,-2 1-12 0,2 3-9 15,-1 1-19-15,1 3-3 0,0 4 10 0,-1 1 5 16,2 2 1-16,1 0-29 16,0-3 16-16,1 0-15 0,2-5 15 0,0-6-16 15,3-2 11-15,5-7-10 0,4-4 12 16,0-5-15-16,5-2-21 16,4-7-40-16,5 0-49 0,5-6-53 0,5-3-46 0,7-3-39 15,1-13-139-15,-10 4-348 0,15-18-1125 0</inkml:trace>
  <inkml:trace contextRef="#ctx0" brushRef="#br0" timeOffset="12036.294">19307 5193 1941 0,'0'0'1197'16,"0"0"-643"-16,0 0-82 0,0 0-214 15,106 18-58 1,-65-13-9-16,-2-4-77 0,-2-1-56 0,-2 0-58 15,-4-1-28-15,-2-6-73 0,-3-1-43 0,-4 2-35 16,-3-3-35-16,-4 4-71 0,-4 0-231 16,-6 1-453-16,-5 1-311 0,-3 1 15 15,-4 2 1261-15</inkml:trace>
  <inkml:trace contextRef="#ctx0" brushRef="#br0" timeOffset="12220.973">19465 5253 280 0,'0'0'656'0,"0"0"781"0,0 0-1011 16,-46 72-118-16,35-46-49 0,2 2 17 15,0 3-2-15,2 1 28 16,3 1-85-16,-1-1-35 0,3 3-25 0,0-4-25 16,2 3-46-16,0-5-13 0,0-1-6 0,4 0 16 15,2-7 44-15,4-3-32 0,0-3-95 16,3-4-6-16,0-3-73 0,3-3-16 16,1-2-2-16,1 1-31 0,3-4-35 15,2 0-42-15,6-5-83 16,4-2-222-16,-8-1-515 0,17-3-568 0</inkml:trace>
  <inkml:trace contextRef="#ctx0" brushRef="#br0" timeOffset="12571.985">20386 5134 825 0,'0'0'319'0,"0"0"536"0,0 0-425 0,0 0-239 0,0 0 182 15,0 0-98-15,0 0 81 16,0 0-53-16,0 0-46 0,-78 92-104 0,65-51-45 16,-4 5 31-16,1 4 34 0,0 3-23 15,0 1-21-15,2 0 29 16,4-5 13-16,3-2-65 0,4-10-12 0,3-5-9 15,0-5 0-15,9-7-4 0,1-2-26 16,5-5-55-16,5-2 0 0,1-5-49 16,3-2-26-16,-1-3-25 0,2-1-21 15,-5-10-19-15,2-5-64 0,-5-7-40 16,0-3-110-16,-7 0-241 0,-3-3-199 0,-7 4-452 16,0 2-274-16,-5 7 1380 0</inkml:trace>
  <inkml:trace contextRef="#ctx0" brushRef="#br0" timeOffset="12844.016">20284 5520 342 0,'0'0'320'0,"0"0"1369"0,0 0-1103 16,0 0-138-16,0 0-61 0,0 0-16 16,0 0-42-16,0 0-33 0,0 0 26 0,0 0-66 15,0 0-86-15,104 58-83 0,-73-58-77 16,1-5-10-16,-2-5-55 0,-2-3-60 16,-3-1-62-16,-6 1-30 0,-1-1-16 0,-5 2-64 15,-4 3-179 1,-6 3-168-16,-3 1-116 0,0 5-33 0,-5 0 159 15,-7 4 438-15,1 6 186 0,-1 2 466 0,1 2 83 16,3 4-35-16,0 0-118 0,2 2-36 16,3 4-20-16,3 1 12 0,0 2-47 15,0-1-51-15,2 2-48 0,1-1-50 16,2 0-34-16,-1-2-21 0,-1-4-22 0,-1-5-79 16,-1-1-6-16,1-7-131 0,-2-2-95 15,1-3-79-15,1-3-126 0,4 0-633 16,-4 0-739-16,13-9 577 0</inkml:trace>
  <inkml:trace contextRef="#ctx0" brushRef="#br0" timeOffset="13016.784">20897 5785 307 0,'0'0'2860'16,"0"0"-2516"-16,0 0-252 15,0 0-19-15,-51 82 125 0,34-63 141 0,4 0-78 16,0-4-208-16,5-7-53 15,6-7-223-15,2-1-97 0,0-1-223 0,8-10-494 16,7-1-325-16,-5 0 661 0,14-12 360 0</inkml:trace>
  <inkml:trace contextRef="#ctx0" brushRef="#br0" timeOffset="13428.131">21466 5186 2474 0,'0'0'1331'0,"0"0"-1136"16,0 0-141-16,0 0 59 0,0 0 104 16,0 0 55-16,-65 99 66 0,48-56-57 0,5 4-35 0,2 1-37 15,0 2-34-15,2-4-69 0,3-2-49 16,2-5-24-16,1-7-32 0,2-5-1 16,0-4-1-16,6-7-20 0,1-1-9 15,5-5-9-15,-1-5-25 0,3-1-11 0,-2-4-13 16,1 0-21-16,3-6-48 15,-3-5-38-15,1-3-64 0,-2-3-35 16,-5-1-107-16,-1-5-213 0,-3 0-163 16,-3-1-20-16,0-1 128 0,-9 0 47 15,-1 1 100-15,-4 6 483 0,1 4 39 0,0 6 114 16,0 6 219-16,3 2 416 0,2 2 53 16,4 5-183-16,2-1-95 0,2 1-98 15,0-1-84-15,9 1-47 16,4-2-55-16,5-3-65 0,3-1-65 0,5-1-55 15,0-2-55-15,2-7-9 0,-1-2-61 16,-3-4-50-16,-3 0-51 0,-3-1-30 16,-2 0-50-16,-4 2-131 0,-4-2-203 0,-5 6-205 15,-3 1-376-15,0 2 1 0,-3 3 1165 16,-2 4 0-16</inkml:trace>
  <inkml:trace contextRef="#ctx0" brushRef="#br0" timeOffset="13540.763">21634 5417 665 0,'0'0'241'0,"0"0"1140"0,0 0-598 0,0 79-219 0,0-50-218 16,0 2-92-16,0-1-30 15,0 2 20-15,0-3 38 0,3-5-2 0,-2-3-179 16,2-6-101-16,2-5-64 0,0-4-149 16,3-2-69-16,3-4 23 0,1-2-255 15,2-8-593-15,0-1-822 0,7-11 1459 0</inkml:trace>
  <inkml:trace contextRef="#ctx0" brushRef="#br0" timeOffset="13860.635">22118 5159 1934 0,'0'0'1405'0,"0"0"-1284"15,0 0-121-15,0 0-117 0,0 0 117 16,0 0 47-16,0 0 147 0,88 0-8 16,-75 6-72-16,3 3-33 0,-1 3-18 15,0 2-63-15,-3 5 26 0,-1 5 21 0,-3 4 6 16,-3 3-41-16,-2 1-11 0,-3 2 0 0,0 2 2 15,0-1-3-15,0 1 12 0,0-2 7 16,0-1 28-16,0-3 12 16,3-4 49-16,-1-2 25 15,-1-2-80-15,-1-5-10 0,0 1-9 0,0-5 0 0,-9 1-22 16,-2-2-12-16,-8 0-12 16,-2-3-19-16,-3-1-21 0,-4-4-16 0,2-2-25 15,0-2-56-15,3 0-66 0,4-11-181 16,2 3-334-16,4-4-682 15,4 3-55-15,0-1 1415 0</inkml:trace>
  <inkml:trace contextRef="#ctx0" brushRef="#br0" timeOffset="14062.577">22988 5917 3273 0,'0'0'649'16,"0"0"-649"-16,0 0-237 0,0 0-61 16,-81 58 69-16,50-45 229 0,3 1 73 15,-1-3-73-15,3-2-266 0,4-1-424 0,6-3-949 16,-1-2 1137-16</inkml:trace>
  <inkml:trace contextRef="#ctx0" brushRef="#br0" timeOffset="14446.997">23317 4959 1524 0,'0'0'273'0,"0"0"754"0,0 0-518 0,81 13-109 0,-51-6-66 15,3 2-10-15,4-3-68 0,-4 1-50 16,-2-4-80-16,-2 0-74 0,-3-3-52 16,-2 0-55-16,-6-3-74 0,-1-4-28 15,-4-1-37-15,-1 0-82 0,-4-2-246 16,-3 2-436-16,-5 2-134 0,0 2-197 16,-2 3 1204-16,-16 1-65 0</inkml:trace>
  <inkml:trace contextRef="#ctx0" brushRef="#br0" timeOffset="14646.219">23512 5097 1167 0,'0'0'661'0,"0"0"347"16,0 0-704-16,-37 79-125 16,26-51 12-16,1 3 144 0,0 1 57 15,0 3-38-15,1 2-93 0,2 2-96 0,2-2-55 0,2-1-15 16,3-3-22-16,0 0-21 0,6 0-16 16,6-2 6-16,1-2 13 15,4 0-15-15,0-2-7 0,4-2-9 16,1-5-24-16,-1 0-40 0,5-4-57 0,-1-4-13 15,2-6-27-15,0-6-24 16,4-1-35-16,3-10-87 0,4-6-225 0,2-1-286 16,5-1-590-16,-13 4-398 0,15-5 1781 0</inkml:trace>
  <inkml:trace contextRef="#ctx0" brushRef="#br0" timeOffset="15135.734">24494 5163 2283 0,'0'0'68'0,"0"0"-20"0,0 0 117 0,0 0 237 16,0 0 87-16,-81 23-6 0,59 7-119 15,-2 6-126 1,-1 3-34-16,0 4-2 0,0 3-16 0,0 2 3 15,2-2-25-15,4-1-43 0,4-1-39 0,4-5-6 16,5-3-13-16,6-6 1 0,2-6-7 16,10-3-35-16,9-5-22 0,6-4-48 15,8-7-21-15,6-5-25 0,-2-1-3 16,4-10 0-16,-7-1-6 0,-5-7-43 0,-2 1-31 16,-6-4-52-16,-7 3-69 0,-4 0-151 0,-5-1-122 15,-7 5 43-15,-2-1 19 0,-10 5 73 16,-5 1 36-1,-3-1-33-15,-2 0-65 0,-2 0 77 16,0 0 421-16,-1 2 36 0,4 0 206 0,3 4 74 0,4 3 716 16,5 2-430-16,3 0-33 0,6 5-13 15,0 2-81-15,0 0-69 16,3-1-83-16,5 2-27 0,6 3-59 0,3-1-31 16,6 0-28-16,3-1-48 0,5-3-45 15,-3-5-37-15,3-1-48 0,0-3-84 16,-3-4-52-16,-4-5-12 0,-4 1-19 15,-5-3-42-15,-4 3-50 0,-6-2-118 0,-4 4-280 16,-1-2-507-16,-3 4-454 16,-4 4 333-16</inkml:trace>
  <inkml:trace contextRef="#ctx0" brushRef="#br0" timeOffset="15303.668">24637 5541 2886 0,'0'0'483'16,"0"0"-276"-16,0 0-87 0,5 79 122 15,-4-55 128-15,-1 0-42 0,2 0-122 0,-1-6-126 16,1-6-80-16,1 0-46 0,4-7-114 16,-2-2-62-16,4-3-48 0,5 0-154 0,2-3-304 15,4-7-713-15,-5 3-53 0,12-6 1396 0</inkml:trace>
  <inkml:trace contextRef="#ctx0" brushRef="#br0" timeOffset="15449.873">24989 5692 1497 0,'0'0'1835'0,"0"0"-1297"16,0 0-323-16,-31 75-184 0,15-46 3 0,0-1 100 0,1 2 191 16,3-5-76-16,3-2-203 0,3-8-46 15,3-4-120-15,3-7-55 0,0-4-48 16,7 0-41-16,7-4-215 0,1-7-241 16,8-3-739-16,-5 1 223 0</inkml:trace>
  <inkml:trace contextRef="#ctx0" brushRef="#br0" timeOffset="15715.482">25668 5141 2199 0,'0'0'1051'16,"0"0"-581"-16,0 0-287 0,0 0-67 15,-94 94 13-15,67-51 129 0,-2 10 118 16,2 4-14-16,-2 2-92 0,4 0-91 0,5-6-55 15,6-5-54-15,6-10-28 0,8-7-11 16,0-5 2-16,11-6-18 0,3-8-15 16,3-4-33-16,5-3-28 0,-2-5-20 0,3 0-19 15,0-2-31-15,-4-8-2 16,0-2-28-16,-4-1-41 0,-1-3-61 0,-6 1-74 16,1-3-213-16,-8 1-168 0,-1-1-411 15,-5-3-382-15,-3 6 1266 16,-8-12 167-16</inkml:trace>
  <inkml:trace contextRef="#ctx0" brushRef="#br0" timeOffset="15853.288">25496 5464 950 0,'0'0'632'0,"0"0"1015"15,0 0-1117-15,0 0-171 0,58 67-101 0,-40-56 5 16,-1-3-23-16,0-3-8 0,2-5-77 16,-1 0-155-16,1-10-27 0,1-4-162 15,0-6-96-15,-1-3-119 0,0-1-385 16,-4 5-767-16</inkml:trace>
  <inkml:trace contextRef="#ctx0" brushRef="#br0" timeOffset="16020.844">25772 5529 2020 0,'0'0'1612'0,"0"0"-1351"0,-9 68-167 0,5-37-11 15,1 2 126-15,2 1 187 0,-2-2-1 0,0-6-160 16,1-4-175-1,2-6-60-15,0-4-119 0,0-2-82 0,0-6-10 16,3-1-14-16,3-3-165 0,2 0-583 16,-2 0-689-16,9-9 88 0</inkml:trace>
  <inkml:trace contextRef="#ctx0" brushRef="#br0" timeOffset="16415.096">26146 5204 2451 0,'0'0'1244'16,"0"0"-1162"-16,0 0-82 0,0 0-180 0,0 0-11 16,0 0 191-16,0 0 112 0,96-69 22 0,-74 56-134 0,4 0-57 15,-1 1-16-15,1 1-32 16,-2 9 44-16,-3 2 61 0,-7 0 74 15,-3 8 18-15,-3 7-13 0,-2 4-22 16,-6 1-10-16,0 6-12 0,-5 0-18 16,-4 5-17-16,0 0 0 0,-2 4 2 15,4 0 26-15,0 2 16 0,4 2 51 0,3 1 27 16,0-2 44-16,0 0 46 0,0-4-36 16,0 1-44-16,2-4-40 0,-2 0-24 0,0-3-7 15,0-2-27-15,-8-3-34 0,1 0-28 16,-2-9-45-16,0 3-4 15,0-6 3-15,1 0-18 0,-3-2-13 16,2-2 19-16,1-1-7 0,-3-3-32 16,2-3-69-16,0-2-177 0,2-8-321 0,1-3-530 15,0 2-203-15,3-17 1242 0</inkml:trace>
  <inkml:trace contextRef="#ctx0" brushRef="#br0" timeOffset="17252.614">27253 4869 697 0,'0'0'238'0,"0"0"1517"16,0 0-987-16,0 0-266 0,0 0-188 0,87 47-128 15,-71-32-78-15,2 2-19 0,-2 6 34 0,-2 3 6 16,0 3-43-16,-2 5-31 0,-1 0-9 16,-1 4-4-16,0 0 4 0,-3 3 21 15,0-4 49-15,1 1-49 0,-2-3-40 16,-1-4-25-16,1-1 0 0,-1-1 10 15,-2 1 0-15,0-2-9 0,-1-4 16 16,-1 0-7-16,1-5 0 0,0 2-12 16,-2 0 0-16,0-7-15 0,0 3-19 0,0-4 10 15,0 0 21-15,-4-1 0 0,3-2-15 16,-1 0-1-16,2-2-17 0,-1-1 9 16,1 3 25-16,0-3 1 0,0 1 1 0,0-2 3 15,0-1-3-15,0-1-18 0,1 1-9 16,-1-3 6-16,2-1 9 15,-1 3-10-15,-1-4 4 0,2 1 6 0,-2 2 10 16,0 0-13-16,0-2 12 0,2 3-13 16,-2-1 14-16,0 1-13 0,0 2 12 15,0 0-9-15,0-1 12 0,0 0 0 16,-2 1 0-16,0-1-1 0,-1 4-2 16,0-1-9-16,0 2-4 0,-1 1 16 15,0 3 0-15,-2 3 19 16,-2 2 5-16,0 4 0 0,-1 0 13 15,-2-1-16-15,2 3-9 0,-1 0-10 0,1-1 0 16,0 1 0-16,1-1-2 0,0-1-1 0,-1 2 0 16,3-4 1-16,0 1 19 0,2-3-16 15,0 0 24-15,-1-2-9 0,2 0-18 16,-1-3 0-16,2 1 1 0,-1-3 0 16,1 1 0-16,1-1-1 0,1 0-1 15,-2-4 0-15,2 1 1 0,-1-1 1 0,-1-1 18 16,2-3-19-16,0-1-2 15,0 0-11-15,0-2-8 0,-1-1 3 16,-1 0 3-16,2 0 0 0,0 0-1 16,0 0 13-16,-1 0-12 0,-1 0-3 15,2 0 18-15,-2 0 0 0,-3 0 3 0,-2 0-3 16,1 0-14-16,-4 0-8 0,-1-1 10 16,-2-3-15-16,-6-1 8 0,-6-2-17 0,-8 0-13 15,-11-4-37-15,-12-1-52 16,-6-2-43-16,-3-1-144 0,1 2-236 15,5 5-11-15,6 3 142 0,2 3-217 16,-2 2-369-16,16 0 67 0,-18 2 811 0</inkml:trace>
  <inkml:trace contextRef="#ctx0" brushRef="#br0" timeOffset="20776.48">3842 7346 1246 0,'0'0'1239'0,"0"0"-573"0,0 0-280 0,0 0-222 16,-48-78-57-16,35 57 41 0,-1 2 63 16,-1 0 3-16,1 0-71 0,1 3-38 0,3 1-16 15,-3 3-3-15,4 1-3 0,-1 2-10 16,2 2 7-16,0 4-7 16,2 1 0-16,2 0-3 0,-2 2-15 0,-1 0-29 15,-1 0-26-15,-4 7-54 0,-5 5-16 0,-3 5 15 16,-1 8 12-16,-3 5 3 0,1 10 13 15,4 4 2-15,2 9 23 16,2 5-9-16,2 4 10 0,5 5 2 16,0 4 2-16,4-2 28 0,4-5 9 15,0-3 5-15,10-9 1 0,3-9 0 0,5-5 9 16,-2-6-4-16,2-6-29 0,1-6 8 0,-2-2 25 16,3-8-13-16,-1 1-12 0,4-4-12 15,-1-6-18-15,2-1-12 0,0 0 8 16,-2-2-17-16,0-8-3 15,-3-1-9-15,0-4-31 0,-5-1-46 16,-4-2-39-16,-1-3-25 0,-3-1-32 0,-5 0-140 16,-1 1-271-16,-3 0-489 0,-9 3-193 15,2 5 64-15,-16 1 1111 0</inkml:trace>
  <inkml:trace contextRef="#ctx0" brushRef="#br0" timeOffset="20956.577">3542 7835 1034 0,'0'0'1549'0,"0"0"-961"16,0 0-304-16,0 0-144 0,0 0 52 15,0 0 79-15,0 0-49 0,0 0-5 16,0 0-17-16,0 0-6 0,0 0-8 16,82 31-54-16,-59-26-38 0,2-1-27 0,-1-3-22 15,-1-1-36-15,1-1-9 0,0-8-103 16,-3-3-46-16,2-1-34 0,-5-4-35 0,-1-1-44 16,-2-2-196-16,-4 2-303 0,-4 3-492 15,-4-4-334-15</inkml:trace>
  <inkml:trace contextRef="#ctx0" brushRef="#br0" timeOffset="21113.617">3829 7719 1121 0,'0'0'13'16,"0"0"1649"-16,0 0-1309 0,0 0-260 0,0 0-49 15,0 0 125-15,-9 82 107 0,13-61 22 16,2 2-66-16,1-1-83 0,-1 2-31 0,1 3 2 16,-1-2 3-16,-1 4-46 0,-4-2-47 15,-1 0-30-15,0-2-34 0,0-2-157 0,-1-4-87 16,-1-5-63-16,1-4-331 0,1-6-1003 15</inkml:trace>
  <inkml:trace contextRef="#ctx0" brushRef="#br0" timeOffset="21719.673">4186 6947 241 0,'0'0'2499'15,"0"0"-1957"-15,0 0-278 0,22 69-74 0,-17-44 24 16,0-1 62-16,-2-1-28 0,-2 0-90 0,1-3-97 16,-2-7-45-16,1-1-14 0,-1-4-2 15,0-5-1-15,0 1-58 0,0-4-49 16,0 0-37-16,0 0 21 0,2-4 21 16,-1-3-3-16,5-4 26 0,2-3-20 0,1-6 9 15,1-1 43-15,3-3 29 0,-3 0-9 16,3 0 25-16,-3 2 0 0,0 4 3 15,2 4 29-15,-4 3 47 16,3 4 21-16,-4 2 4 0,4 4-16 16,-2 1-22-16,0 0-23 0,0 0-2 15,0 8-7-15,0 1 0 0,1 5 16 0,-3 3-4 16,-1 1-9-16,1 2-14 0,1 3-20 0,-2 2-16 16,2 2-33-16,-2-1-66 0,-2 2-152 15,3-2-238-15,0-1-520 16,-2-6-602-16</inkml:trace>
  <inkml:trace contextRef="#ctx0" brushRef="#br0" timeOffset="21963.504">5142 7431 1634 0,'0'0'1798'0,"0"0"-1381"0,0 0-260 16,0 0 19-16,0 0 64 0,0 0-33 15,0 0-29-15,0 0-77 0,0 0-101 0,0 0-33 16,80 12-115-16,-68-12-52 0,-2-1-54 16,1 0-145-16,-5 1-330 15,-3 0-650-15,-3 0-78 0,0 9 1148 0</inkml:trace>
  <inkml:trace contextRef="#ctx0" brushRef="#br0" timeOffset="22144">5051 7638 176 0,'0'0'447'15,"0"0"1389"-15,0 0-1273 0,0 0-285 16,0 0-17-16,0 0 120 0,0 0 11 16,0 0-46-16,0 0-97 0,0 0-112 15,60 34-82-15,-41-34-46 0,-3 0-9 0,4 0-42 16,2-2-35-16,-1-2-2 15,4-1-29-15,-1 4-18 0,1-2-43 0,-2 2-188 16,3-1-343-16,-3 1-609 0,-7 1-746 16</inkml:trace>
  <inkml:trace contextRef="#ctx0" brushRef="#br0" timeOffset="23455.472">6194 6986 59 0,'0'0'303'16,"0"0"1618"-16,0 0-1408 0,0 0-138 0,0 0-104 15,83-14 37-15,-58 14 32 16,3 0-54-16,0 6-72 0,6 0-67 0,1 2-48 0,1-1-44 31,2 1-12-31,-2 0-10 0,-2-5-33 0,0 1 0 16,-3-4-82-16,-5 0-63 0,-1 0-55 0,-4-5-51 16,-3-1-159-16,-6-1-346 0,-4 2-726 15,-8-6-130-15</inkml:trace>
  <inkml:trace contextRef="#ctx0" brushRef="#br0" timeOffset="23776.63">6365 7060 635 0,'0'0'2216'0,"0"0"-1838"15,0 0-273-15,0 0-6 0,0 0 120 0,0 0 86 16,0 0-48-16,0 0-83 0,0 0-71 15,-4 84-38-15,4-57-44 0,0 1-2 0,0 5 2 16,-4 4-2-16,1 5-17 0,-2 0 1 16,-2 5-3-16,1-1 0 0,0 1-1 15,-2 4-2-15,2-3 3 0,2-1 1 16,-1-2 14-16,4-2 1 0,1-7-13 16,0-2 0-16,7-9 9 0,5-2 22 0,5-4 6 15,3-1-12-15,3-1-13 16,5-3-15-16,2-3-2 0,2-6-41 0,-1-4-15 15,1-1-44-15,1-8-31 16,3-5-22-16,-4-2-73 0,1-3-131 16,-4-1-261-16,-3 2-509 0,-6 5-551 0,3-6 1676 15</inkml:trace>
  <inkml:trace contextRef="#ctx0" brushRef="#br0" timeOffset="25430.013">7649 7115 635 0,'0'0'114'0,"0"0"10"16,0 0 1079-16,0 0-824 0,-14-73-79 16,5 59-43-16,-2 1 25 0,0 1 4 0,0 1 7 0,-2 0-50 15,1 4-87-15,0 1-17 0,0 1-37 16,0 3-18-1,0 1-32-15,-3 1-30 0,1 1-22 0,-2 5-10 16,0 5-12-16,0 3 3 0,0 5 17 0,3 8 2 16,-1 5 3-16,2 5 1 0,2 6 11 15,0 7-15-15,1 3 31 16,4 1-10-16,0 2 1 0,2-6-1 0,1 0 28 16,2-8-6-16,0-6 4 15,7-5 50-15,0-4 1 0,3-7-43 0,1-3-9 0,3-3-3 16,1-3-13-16,0 0 6 15,5-1-36-15,-1-1-19 0,-2-4-26 16,-1-2 11-16,-2-3-30 0,-3 0-21 16,-4-2-16-16,0-4-16 0,-3-3-46 0,-2 1-53 15,-2-5-142-15,0 5-166 0,-2-7-201 16,-8 1-567-16,3 3-244 0</inkml:trace>
  <inkml:trace contextRef="#ctx0" brushRef="#br0" timeOffset="25598.86">7368 7504 460 0,'0'0'23'0,"0"0"1677"16,0 0-1282-16,0 0-138 0,0 0 63 0,0 0 13 16,0 0-6-16,0 0-58 0,90 7-69 15,-66-5-62-15,3-2-56 0,-1 0-56 16,-2-6-49-16,-1-1-25 0,-2-2-73 0,-1-3-38 16,-1 0-31-16,0 1-64 0,-3-2-150 15,-1 2-210-15,-3-1-766 0,-5 5-416 0,-1-1 1772 0</inkml:trace>
  <inkml:trace contextRef="#ctx0" brushRef="#br0" timeOffset="25741.095">7740 7474 457 0,'0'0'1569'15,"0"0"-1071"-15,0 0-295 0,3 70-87 0,-2-47 77 16,3 0 104-16,1 1 11 0,-1 0-87 16,1-4-86-16,-1-1-62 0,2-5-42 15,-1-2-31-15,-2-2-30 0,2-3-125 16,-4-2-59-16,5-1-97 0,-3-4-216 15,3 0-682-15,-3-1-446 0</inkml:trace>
  <inkml:trace contextRef="#ctx0" brushRef="#br0" timeOffset="26368.736">7851 6634 756 0,'0'0'33'16,"0"0"-13"-16,0 0 1070 0,0 0-659 15,0 0-111-15,0 0-85 0,0 0-30 16,0 0 13-16,0 0 4 0,56 79-38 16,-53-58-39-16,-3-2-45 0,0 3-37 0,0-4-18 15,0 0-34-15,0-5-11 0,0-1-2 0,0-6-14 16,0-1-6-16,0-5 3 0,0 0-6 16,0 0-63-16,0 0 12 0,4 0 29 15,2-4 0-15,1-3-10 0,5 0 22 16,-2-5 0-16,3-1 20 15,-3-5-1-15,5 2 15 0,-1-1 1 0,0-1 1 16,-1 5 2-16,2 1 16 0,-1 1 9 16,-2 4 20-16,-1 0-1 0,-1 2 0 15,-3 3-15-15,1 2-4 0,-3 0 13 16,2 0-19-16,-1 6-3 0,0 2 0 0,0 6 0 16,-2 2-16-16,1 0 7 0,-1 3-10 15,-1 1-31-15,-2 1-70 0,2 0-56 0,-3 2-106 16,1-1-239-1,-1-7-870-15,0 4-44 0</inkml:trace>
  <inkml:trace contextRef="#ctx0" brushRef="#br0" timeOffset="27469.498">8351 6711 836 0,'0'0'1675'16,"0"0"-1166"-16,0 0-167 0,0 0-136 15,0 0 28-15,0 0 11 16,0 0-38-16,0 0-36 0,0 0-69 0,0 0-59 0,81 23-40 16,-67-18 9-16,2-3-12 0,0-1-2 15,1-1-47-15,1 0-41 0,-1-4-37 16,1-4-47-16,-2 0-62 0,-2-4-86 16,1-1-226-16,-2 0-529 0,-4 2-478 15,-2-2 1321-15</inkml:trace>
  <inkml:trace contextRef="#ctx0" brushRef="#br0" timeOffset="28176.947">8848 6492 541 0,'0'0'36'15,"0"0"95"-15,0 0-96 0,0 0-12 16,0 0 329-16,0 0 150 0,0 0-171 0,0 0-91 0,0 0-17 16,0 0-13-16,0 0 12 0,2 12-29 15,1-2-27-15,1 4-28 0,0 5-21 16,-1 6-2-16,0 3-14 0,1 4-13 15,-2 2-22-15,-1-1 0 0,2 2 3 0,0-6-69 16,0-6 0-16,1-2-21 0,0-4-55 16,2-5-69-1,0-1-76-15,-2-2-82 0,2-2-182 0,0-3-580 16,-3 0-283-16,-1-4 1047 0</inkml:trace>
  <inkml:trace contextRef="#ctx0" brushRef="#br0" timeOffset="28640.614">9585 7540 385 0,'0'0'2552'15,"0"0"-2066"-15,0 0-197 0,0 0-85 16,0 0 60-16,0 0 28 0,0 0-27 0,0 0-108 16,0 0-96-16,14 74-30 0,-21-52-13 15,-2 3-18-15,0-1-1 0,-1 1-1 16,-1 1-35-16,-1-2-42 0,-3-2-35 15,0 0-46-15,-4-2-4 0,2-1-19 16,-3-1-49-16,0-1-155 0,-1 0-317 16,7-6-910-16,-5-3 339 0</inkml:trace>
  <inkml:trace contextRef="#ctx0" brushRef="#br0" timeOffset="29393.959">10572 6827 42 0,'0'0'2520'0,"0"0"-2140"16,0 0-143-16,0 0-17 0,0 0 106 0,0 0 24 16,0 0-39-16,0 0-79 0,0 0-62 15,0 0-81-15,0 0-7 0,-35 11-30 16,22-5-21-16,-2 5-28 0,-3 3 27 0,-2 5-2 16,1 6-10-16,2 6 4 0,-2 5-4 15,3 6 3-15,2 5-3 0,2 3 1 16,2 3 2-16,0-1-3 15,6-5 16-15,1-5-10 0,3-6 16 0,1-6 11 16,8-6 83-16,1-7-49 0,2-3-46 16,2-2-9-16,1-3-12 0,1-1-18 15,1-4-11-15,1 1-16 0,-2-3-15 16,0-2-22-16,-1-2-15 0,-1-7-24 0,-4 1-28 16,0-4-15-16,0 0-19 15,-3-2-31-15,-2 0-45 0,-4-1-97 0,-1-1-147 16,-3 2-110-16,-7-2-61 15,-4 3-64-15,-4-1 144 0,-2 1 54 0,0 2 274 16,0 1 248-16,0 1-368 0,3 3 368 16,5 1 176-16,3 1 153 0,6 3-195 15,2-1 531-15,1 2 403 0,1 0-668 16,5 0-133-16,1 0-46 16,4 0 87-16,4 3 68 0,0-3-26 0,9 2-77 15,-1 0-70-15,5 0-59 0,-1-1-15 0,2 1-28 0,-3-2-50 16,0 0-51-16,1-7 0 0,-2-2-36 15,-2-1-56-15,-4-2-55 16,-1-2-74-16,-2 2-60 0,-2-2-131 16,-2 4-245-16,-4-1-473 0,-2 3-380 15,-6 4 854-15</inkml:trace>
  <inkml:trace contextRef="#ctx0" brushRef="#br0" timeOffset="29559.042">10765 7226 650 0,'0'0'173'0,"0"0"1310"0,0 0-1211 15,0 0-153-15,-12 77 4 0,12-52 143 0,0 0 66 0,0 2-18 16,2 1-94-16,5 0-97 0,-1-3-48 16,0 0-41-16,-2-2-34 15,0-4-26-15,-1-2-109 0,3-5-88 16,1-2-106-16,0-6-134 0,2-4-505 0,0 0-442 16,2-15 1114-16</inkml:trace>
  <inkml:trace contextRef="#ctx0" brushRef="#br0" timeOffset="30069.169">11343 6836 1535 0,'0'0'1819'15,"0"0"-1356"-15,0 0-312 0,0 0-53 0,0 0-8 0,0 0 4 16,0 0 15-16,0 0-29 15,82-32-58-15,-63 24-20 0,-3 1-2 0,1 4-31 16,0 3-13-16,-1 0 44 0,-3 3 17 16,1 8 2-16,-4 0 5 15,1 3 14-15,-3 3-4 0,1 1 3 0,-3 0 9 16,-2 1-18-16,2 2 12 16,-1-1-16-16,0-2 4 0,-2 1 3 0,1 2 9 15,0-1 9-15,-1 5 64 0,2 0-18 0,-1 3-34 16,0 5-24-16,2 1 11 15,-2 4 4-15,1-1 3 0,-1 2 33 0,3-3 46 16,-1 2-50-16,1-2-35 0,0 3-10 16,2 0-39-16,2 2-2 0,-3 0-1 15,-1 0 1-15,0-3 1 0,-1-5 0 16,-2-2 0-16,-1-6 1 0,1 0 1 16,-4-3-1-16,3-4 0 0,-3 1-1 15,0-6 1-15,0 1-1 0,0-3-2 16,0-3-18-16,0-4 0 0,0 1 0 15,0-3-16-15,0-2 10 0,0 0-9 16,-3 0 2-16,-2 0 13 0,-3 0 6 0,-3 0-19 16,-2 0-20-16,-4-2-10 15,-4-3-9-15,-3-1-37 0,-5 0-46 0,-3-1-52 16,-4 0-141-16,-4 0-192 0,-3 2-151 0,-2 3-403 16,9 2-378-16,-20 4 1379 0</inkml:trace>
  <inkml:trace contextRef="#ctx0" brushRef="#br0" timeOffset="57901.266">2843 11107 1512 0,'0'0'2090'0,"0"0"-1554"15,16 74-201-15,-3-29-45 0,4 13 93 0,2 11-88 16,1 8-32-16,0 7-127 0,0 3-30 16,0 7-27-16,-2-2-49 0,-4-4-28 0,-5-5 4 15,1-8-6-15,-4-11-15 0,-2-12-52 16,2-11-2-16,-2-13 2 0,2-13 10 15,-3-9-13 1,-1-6-26-16,3-5-68 0,-1-11-195 0,-2-11-55 16,-1-8-53-16,1 4-337 0,-5-33-931 0</inkml:trace>
  <inkml:trace contextRef="#ctx0" brushRef="#br0" timeOffset="58225.691">2825 11180 1782 0,'0'0'175'0,"0"0"1138"0,0 0-821 16,0 0-124-16,0 0-20 0,0 0-3 16,106-66-87-16,-67 48-79 0,8 1-63 15,8 3-16-15,4 2-21 0,6 7-6 0,1 5-16 16,2 3-20-16,-3 10-7 0,-3 7-6 0,-3 10 3 16,-3 5-25-16,-10 8-2 15,-4 5-2-15,-6 8-28 0,-10 7-6 16,-9 4 11-16,-7 6 4 0,-8 2 6 15,-4-1-12-15,-12 0 12 0,-3 1 13 16,-6-6-20-16,-3-3 19 0,0-7 2 16,-1 0 1-16,-2-7 19 0,1-7-19 15,-4-3-2-15,1-6 2 0,-5-5-2 0,4-6-11 16,-1-6-14-16,1-7-15 0,1-3-22 16,-3-8-15-16,1-1-12 0,-3-8-46 15,-2-6-65-15,0-4-46 0,5-2-120 16,4-3-145-16,10 3-182 0,5-9-598 0</inkml:trace>
  <inkml:trace contextRef="#ctx0" brushRef="#br0" timeOffset="58718.634">4686 10932 7 0,'0'0'1456'16,"0"0"-1283"-16,0 0 1115 0,0 0-650 15,0 0-178-15,0 0-178 0,0 0-28 16,0 0 53-16,0 0-86 0,0 0-103 0,0 0-14 16,-62 99-40-16,35-36-34 0,0 9 19 15,-1 8 8-15,2 6 16 0,-1 7-6 16,2 4 24-16,5 1-16 15,6-3-5-15,6-6 2 0,8-9-17 0,2-13 2 0,11-11-9 16,5-10-24-16,7-10-6 16,4-7 3-16,4-4-7 0,7-7-14 0,2-7-12 15,4-5-12-15,0-4 11 0,3-2 11 16,-4-10-14-16,-2-6-23 0,-4-3-30 16,-7-4-49-16,-5-2-42 0,-8-3-40 0,-6 2-67 15,-9-4-195-15,-4-2-492 0,-1 8-444 16,-21-11-891-16</inkml:trace>
  <inkml:trace contextRef="#ctx0" brushRef="#br0" timeOffset="59027.584">4613 11754 2992 0,'0'0'599'0,"0"0"-230"0,0 0-111 16,0 0 70-16,0 0-20 0,0 0-97 0,0 0-22 16,0 0-34-16,95 0-58 0,-56 0-45 0,1-5-52 15,0-4-30-15,-2-5-52 0,-4-2-40 16,1 1-54-16,-6-4-23 0,0 1-62 15,-5 3-66-15,-6 0-121 16,-3 5-112-16,-6 4 32 0,-3 6 83 0,-6 0 322 16,0 3 123-16,0 7 375 0,-3 6 11 15,-3 1 32-15,0 3-35 0,0 3-41 16,4 2-43-16,-1 3-62 0,3 1-68 16,0 3-34-16,3 2-25 0,1 4-3 0,5 1 24 15,-2 6 23-15,4 0-44 0,-3 3-41 0,-1 2-45 16,-1-3-24-16,-3-2-12 0,1-4-69 15,-3-4-53 1,2-7-30-16,0-8 0 0,1-6-44 0,2-9-71 16,3-7-245-16,1 0-590 0,3-18-620 0</inkml:trace>
  <inkml:trace contextRef="#ctx0" brushRef="#br0" timeOffset="59346.786">5699 11472 3228 0,'0'0'791'0,"0"0"-292"0,0 0-170 0,0 0-2 0,51 68-71 16,-40-52-90-16,0-3-93 16,0-3-59-16,-4 0-14 0,-1-5-30 0,-2 1-67 15,-1-3-91-15,-3 2-83 0,0 1-217 16,0-1-749-16,-16 9-802 0</inkml:trace>
  <inkml:trace contextRef="#ctx0" brushRef="#br0" timeOffset="59496.538">5640 11939 1881 0,'0'0'1392'0,"0"0"-1205"0,0 0-19 16,0 0 254-16,0 0 79 0,0 0-89 0,78 47-152 15,-64-42-111 1,5 4-67-16,0-4-61 0,1-3-21 0,2-2-118 15,-2-4-102-15,3-9-39 0,3-5-98 0,-6 1-340 16,9-18-1023-16</inkml:trace>
  <inkml:trace contextRef="#ctx0" brushRef="#br0" timeOffset="59684.937">6362 11437 2644 0,'0'0'1187'0,"0"0"-967"16,0 0-72-16,101 9 230 0,-62-5 22 0,4-3-89 16,0 4-108-16,2-5-91 0,3 0-63 15,-2 0-49-15,0-2-6 0,-3-3-112 0,-3 0-89 16,-5-2-21-16,-8 1-26 0,-5 1-215 16,-9 4-626-16,-13 1-719 0</inkml:trace>
  <inkml:trace contextRef="#ctx0" brushRef="#br0" timeOffset="59888.804">6453 11794 3295 0,'0'0'598'16,"0"0"-447"-16,0 0-28 0,0 0 97 0,0 0 108 16,78 53 12-16,-42-46-99 0,7-3-98 15,5-4-61-15,2 0-31 0,1 0-24 16,-1-4-25-16,-1 1-2 0,-3 1 0 0,0 0-18 15,-4 2-67-15,1-1-33 0,-1-2-138 16,0 1-166-16,-12 1-576 0,16 1-351 0</inkml:trace>
  <inkml:trace contextRef="#ctx0" brushRef="#br0" timeOffset="62420.334">7826 10964 1023 0,'-7'-2'1233'16,"7"2"266"-16,0 0-1100 15,0 0-209-15,5 0-20 0,8 0 62 16,7 6 19-16,10 0-10 0,8 2-86 0,5-1-52 15,0-2-42-15,4-2-34 0,-3-1-27 16,-2-2-1-16,-1 0-32 0,-3-6-64 0,-5 2-58 16,-4-1-28-16,-5 0-37 0,-5 1-100 15,-5 3-262-15,-6 1-587 0,-8-2-663 0</inkml:trace>
  <inkml:trace contextRef="#ctx0" brushRef="#br0" timeOffset="62676.084">7987 11062 1297 0,'0'0'98'0,"0"0"1494"0,0 0-1094 16,0 0-154-16,-38 64-45 0,38-43 46 0,-1 0 0 15,1 3-84-15,0 2-94 0,0 6-42 0,0 4-55 16,-2 3-28-16,-4 7-24 0,-1 2-18 16,-1 5-3-16,0 1-13 0,1 3 16 15,4 0 1-15,3-2 2 0,0-3 9 16,3-2-12-16,6-6-9 15,5-2-12-15,1-7 6 0,2-5 0 0,3-6-1 16,6-5 1-16,3 0-12 0,5-7 6 16,8-6-19-16,3-3-30 0,5-3-58 15,5-5-52-15,1-7-50 0,-1-6-79 16,0 0-223-16,-15 2-452 0,18-7-368 0</inkml:trace>
  <inkml:trace contextRef="#ctx0" brushRef="#br0" timeOffset="63010.283">9367 11079 2199 0,'0'0'1066'16,"0"0"-716"-16,0 0-114 15,0 0 1-15,0 0 142 0,0 0-15 0,0 0-129 16,0 0-91-16,-88-17-74 15,68 37-34-15,-2 10 1 0,1 8-1 0,0 9 7 16,-2 7 8-16,2 9 4 0,-2 5 14 16,2 4-5-16,1-1-12 0,4-3-7 0,4-10 9 15,7-9 1-15,5-12 11 0,0-7 34 16,8-10-40-16,6-3-59 0,0-5-1 16,6-3-27-16,3-3 3 0,-1-2 9 0,4-4-12 15,1-1-4-15,2-7-20 0,-1-4-24 16,-1-5-34-16,2-2-21 15,-7-1-34-15,-2-1-37 0,-6-1-92 16,-4 1-143-16,-7-1-198 0,-3 0-147 16,-1 5-401-16,-15-10 69 0</inkml:trace>
  <inkml:trace contextRef="#ctx0" brushRef="#br0" timeOffset="63184.828">9223 11499 209 0,'0'0'808'0,"0"0"395"0,0 0-673 0,0 0-27 16,-78-5-96-16,72 8-48 0,5-3-53 15,1 0-52 1,0 0-23-16,4 3-50 0,9 3-31 0,4 4 32 15,8-1-63-15,0 1-56 0,3-3-29 16,1-2-34-16,-1-5-24 0,-1 0-71 0,0 0-75 16,-1-5-19-16,-1-3-25 0,-2-3-66 15,-2 3-243-15,1-3-280 0,-9 4-488 16,0 0-195-16</inkml:trace>
  <inkml:trace contextRef="#ctx0" brushRef="#br0" timeOffset="63327.274">9502 11487 450 0,'0'0'476'0,"0"0"788"0,0 0-715 0,0 0-77 15,-18 75-53-15,15-50-53 0,-2 3-56 16,1 1-35-16,0 3-13 0,1-1-23 16,2-1-20-16,-1-3-55 0,-1-1-88 15,2-1-76-15,-2-5-34 0,3-1-114 0,0-3-47 16,0-3-28-16,0-3-69 0,1-2-308 0,4-3-691 16,6-5-941-16</inkml:trace>
  <inkml:trace contextRef="#ctx0" brushRef="#br0" timeOffset="63498.114">9961 11787 1220 0,'0'0'1556'16,"0"0"-1066"-16,-32 64-52 0,18-34 25 0,-5 3 5 16,2 1-75-16,2-3-107 0,2-5-155 0,3-3-113 15,0-2-18-15,4-4-40 0,2-2-75 16,1-5-40-16,3-2-87 0,0-4-65 0,0-4-240 15,3 0-519-15,9-12-528 0</inkml:trace>
  <inkml:trace contextRef="#ctx0" brushRef="#br0" timeOffset="63749.951">10533 11051 3414 0,'0'0'521'0,"0"0"-385"0,0 0 51 16,-42 67 151-16,22-29 30 0,-3 7-47 0,1 5-151 16,-1 11-61-16,3 1-12 0,3 7 54 15,-2 4-42-15,7 4-43 16,0-3-23-16,4-2-1 0,4-8-15 16,4-9-3-16,0-10 3 0,9-9-24 0,6-7-3 15,0-8-33-15,5-5-12 16,-1-5-27-16,4-5-22 0,-2-2-39 0,-2-4-34 0,3-4-24 15,-2-9-49-15,-4-5-213 0,-3 1-518 16,-7-13-596-16</inkml:trace>
  <inkml:trace contextRef="#ctx0" brushRef="#br0" timeOffset="63920.013">10284 11737 3119 0,'0'0'620'0,"0"0"-337"0,0 0 20 0,0 0 124 0,0 0 1 15,0 0-42-15,86 31-86 0,-50-31-143 16,5-1-85-16,0-12-72 0,1-4-39 16,-3-5-85-16,-3-2-54 0,-3-2-37 15,-4-2-110-15,-4 3-273 0,-8 7-594 16,-6-2-636-16</inkml:trace>
  <inkml:trace contextRef="#ctx0" brushRef="#br0" timeOffset="64085.848">10661 11696 2824 0,'0'0'464'15,"0"0"-260"-15,0 0 156 0,5 88 76 16,-1-57 80-16,0 1-109 16,0-1-149-16,-2 3-88 0,-1-5-16 15,-1 2-12-15,0-5-88 0,0 2-54 0,-3-1 0 16,-1-3-69-16,-1-4-82 0,2-5-58 16,1-5 0-16,2-4-56 0,0-6-208 15,0 0-563-15,5-6-597 0</inkml:trace>
  <inkml:trace contextRef="#ctx0" brushRef="#br0" timeOffset="64535.064">11203 11107 2119 0,'0'0'1339'15,"0"0"-859"-15,0 0-204 0,0 0-108 16,0 0-68-16,0 0-8 0,0 0-33 0,0 0-50 16,89-24-9-16,-67 23-12 0,1 0-19 15,-1 1-3-15,-5 1 6 0,0 7-6 16,-1 2 16-16,-3 4-16 0,-3 3 34 0,0 2 40 16,-3 4 9-16,-1 3 1 0,-3 3 17 15,0 0-20-15,-1 3-11 0,-1 3-11 0,-1 1 3 16,0 4 5-1,0 2 14-15,0 0-2 0,0 2 4 0,0 2 3 16,0-1 46-16,0 3 21 0,0-3-31 16,0 0-18-16,0-3-12 0,0-1 6 15,0-3-13-15,0 2-21 0,0-5-18 16,1-2-11-16,1-5-1 0,-1-6-12 0,2-2 0 16,-3-7 0-16,0-1-3 0,0-4-3 15,0-2 0-15,0-1-16 0,-7 1-26 16,-2-4 32-16,-2 2-17 0,-8-1 8 15,-1-2-21-15,-6-1-24 0,0 0-3 16,-4 0-38-16,-4-4-17 0,-4-5-153 16,-3-3-356-16,10 1-327 0,-23-7-585 0</inkml:trace>
  <inkml:trace contextRef="#ctx0" brushRef="#br0" timeOffset="65206.005">13229 11414 297 0,'0'0'1304'16,"0"0"55"-16,0 0-959 0,0 0-102 15,0 0-33-15,0 0-48 0,0 0-43 16,-88 43-19-16,45-22-53 0,-6 0-28 16,-3 1 18-16,1-1-3 0,1-1-30 0,0-1-36 15,1-6-23-15,0 1-55 0,0-5-49 16,3-4-16-16,-2-3-32 0,5-2-43 0,1-5-100 16,1-6-200-16,10-1-105 0,-5-12-757 0</inkml:trace>
  <inkml:trace contextRef="#ctx0" brushRef="#br0" timeOffset="65437.36">12409 11294 2058 0,'0'0'737'0,"0"0"-285"0,0 0-188 16,0 0-14-16,0 0 43 0,-53 75-28 16,30-47-36-16,1 6-38 0,-1-1-46 15,2 2-29-15,0 0-30 0,4 1-19 16,3 2-28-16,2-3-14 0,5 0-13 0,7-3-12 0,3 1 16 15,11-7-16-15,7 2-18 0,7-7-3 16,3 1-13-16,3-4-15 16,6-1-61-16,1-3-58 0,2-6-26 15,6 1-6-15,6-3-49 0,4-3-178 16,3 1-39-16,-13-3-657 0,27-1-867 0</inkml:trace>
  <inkml:trace contextRef="#ctx0" brushRef="#br0" timeOffset="66101.679">14178 11364 2406 0,'0'0'618'16,"0"0"-174"-16,0 0-200 0,0 0-49 0,0 0 22 15,0 0 23-15,0 0-76 0,0 0-41 16,0 0-40-16,-90 8 52 16,74 23-3-16,-1 9-40 0,3 4-16 0,-1 6 6 15,7-4-12-15,3-4-27 0,2-7-27 16,3-11-16-16,0-7-2 0,3-9-28 16,8-5-28-16,3-3 3 0,5-9-27 0,5-8-28 15,3-11-19-15,4-10 16 0,-1-7-38 16,2-4-31-1,-2-4-41-15,0-1-28 0,-1 0-32 0,-2-2-54 16,-4-3-49-16,-4-4-120 0,-6 1-119 16,-7-1 625-16,-6 4 10 0,-2 7 285 0,-6 5 148 15,-5 8 94-15,1 5-63 16,-1 9-134-16,5 2-70 0,0 5-56 0,4 6-16 0,1 5-7 16,2 4-38-16,1 1-59 0,0 2-36 15,0 0 25-15,0 3-16 0,0 4-19 16,0 6-8-16,0 4 8 0,3 9-17 15,2 10 20-15,0 6-5 0,-2 5-22 16,1 3-9-16,-2 8-13 0,-1 2-2 16,-1 5-1-16,0 1-11 0,-3-3 0 15,-3 2-6-15,0-9 0 0,-1-3-13 16,2-12-14-16,2-6 2 0,1-10 4 16,2-7-19-16,0-8-48 0,0-6-62 0,5 0-28 15,2-4-75-15,1-5-148 0,4-6-195 16,-1 1-483-16,4-11-636 0</inkml:trace>
  <inkml:trace contextRef="#ctx0" brushRef="#br0" timeOffset="66536.171">14555 11394 274 0,'0'0'685'0,"0"0"-161"15,0 0-53-15,0 0-56 0,0 0-18 16,0 0-9-16,0 0-63 0,15 74-84 0,-7-67-65 16,1-1-53-16,2-3-13 0,3-3-7 15,1-1-34-15,5-9-29 0,1-4-40 0,0-6-57 16,2-4-36-16,-2 0-20 0,-3 0-10 15,-1-2-22 1,-7 4-19-16,-2 1 60 0,-5 5 53 0,-3 1 51 16,-2 1 57-16,-7 5 16 0,-1 4 53 0,-5 1 0 15,-1 4 12-15,-4 4-64 0,0 8-25 16,-3 8 8 0,2 6 8-16,1 3 31 0,1 7 13 0,3 2 42 15,-1 1-18-15,6 2-44 0,0-1-22 0,3-2 0 0,7-7 7 16,1-1 5-16,4-8 3 0,6-4-27 15,4-5-55-15,3-6-3 0,5-3-82 16,1-4-28-16,5-2-3 0,-1-10-41 16,2-4-83-16,0-5-92 0,-1-3-221 15,-8 6-526-15,11-10-702 0</inkml:trace>
  <inkml:trace contextRef="#ctx0" brushRef="#br0" timeOffset="66876.899">14956 11201 1148 0,'0'0'1016'0,"0"0"-586"0,0 0-137 16,0 0-11-16,0 0 46 0,0 0-90 0,0 0 7 15,0 0-75-15,0 0-45 0,34 75 5 16,-25-53 12-16,-2-1-18 0,3-1-23 16,-4-2-12-16,1 1 6 0,-2 0-6 15,-2 0-37-15,1-2-10 0,1 1-23 0,-3-1-4 16,-1 1-13-16,-1-2-1 0,0 2-1 15,0 1 1-15,0 0 1 16,-3-3-2-16,-3 1-1 0,1-5 1 16,2-1 2-16,0-5 0 0,0-4 13 15,2 0 1-15,-1-2-1 0,2 0 3 0,0 0 10 16,0 0 8-16,0-3 13 0,6-4-13 16,0-9-36-16,5-5-12 0,4-8-6 15,4-8-7-15,0-4-54 0,2-2-49 16,2 1 12-16,-2 6-3 0,0 6-10 0,-1 4-15 15,-1 5-39-15,1 2-47 16,-3 5-178-16,-4 3-364 0,-1 0-932 0</inkml:trace>
  <inkml:trace contextRef="#ctx0" brushRef="#br0" timeOffset="67095.535">15539 11293 1812 0,'0'0'1189'0,"0"0"-622"0,0 0-78 0,0 0-106 0,5 69-22 16,-5-47-70-16,0 3-87 0,-2-1-61 15,-5 2-37-15,0-1-49 0,0-3-40 0,-1-3-17 16,0-4-16-16,2-4-41 16,0-3-49-16,2-2-34 0,-2-5-52 0,-2-1-50 15,-1 0-177-15,2-4-629 0,-3-11-793 0</inkml:trace>
  <inkml:trace contextRef="#ctx0" brushRef="#br0" timeOffset="67259.203">15493 11093 2085 0,'0'0'1158'0,"0"0"-755"16,0 0-47-16,0 0 75 0,0 0-33 0,78-26-120 15,-62 23-150-15,1-1-106 0,1 1-22 0,0-1-55 16,-2 4-94-16,1-3-74 0,2 1-48 15,-4 2-155-15,-4 0-560 16,5 3-491-16</inkml:trace>
  <inkml:trace contextRef="#ctx0" brushRef="#br0" timeOffset="67451.89">15834 11301 1714 0,'0'0'526'0,"0"0"-90"0,15 82-9 0,-10-51 114 0,0 5 19 16,1-1-46-16,-3-4-119 0,3-5-130 0,2-6-83 15,0-4-64-15,-1-5-48 0,2-4-19 16,1-2-12-16,0-5-29 16,1 0-10-16,5-4-3 0,3-7-12 0,1-6-33 15,3-5-28-15,0-2-48 16,1-2-21-16,-5-2 5 0,1 2-15 16,-3-3-53-16,-2 1-133 0,-2-3-159 0,-1 0-173 15,-4 8-471-15,1-4-343 0</inkml:trace>
  <inkml:trace contextRef="#ctx0" brushRef="#br0" timeOffset="67761.017">16221 11346 2485 0,'0'0'653'0,"0"0"-242"0,0 0-67 15,0 0-14-15,0 0 29 0,0 0-69 0,0 0-134 16,0 0-121-16,0 0-35 0,94 45-15 16,-74-55-49-16,3-4-56 0,2-5-42 15,0 2-11-15,0-2-13 0,-5 1-1 0,0 3 24 16,-7 1 59-16,-1 4 32 0,-8 1 62 15,-4 2 10-15,0 2 82 16,-4 3 50-16,-8 2 34 0,-1 7-7 16,-2 5-53-16,-4 7 20 0,-3 5 16 15,-1 6 27-15,1 5 51 0,-1 3-25 0,-1 4-37 16,1 0 9-16,5-3-22 0,6-6-24 0,6-4-15 16,6-10-22-16,0-6-66 0,7-5-18 15,7-5-69-15,1 0-10 0,5-3-23 16,7-8-44-16,1-4-60 15,2-7-40-15,2-8-71 0,-1 0-126 16,1-2-188-16,0-2-166 0,-9 6-262 16,10-15-23-16</inkml:trace>
  <inkml:trace contextRef="#ctx0" brushRef="#br0" timeOffset="68004.714">16827 10656 790 0,'0'0'1212'16,"0"0"-646"-16,0 0-41 0,0 0-114 0,0 0-61 15,0 0-76-15,0 0-53 0,0 0 2 16,0 0-75-16,0 0-31 16,6 30 11-16,-6-6-27 0,-5 10-31 0,1 4-18 15,-4 6-18-15,-2 8-19 0,-4 6-3 16,-4 5-10-16,-2 2 0 0,-3 3-1 0,2 1-1 16,2-5 0-16,6-5 0 0,3-7-1 15,7-7-11-15,3-7-12 0,0-4-92 16,4-5-49-16,6-4 11 15,-2-3 38-15,0-5-51 0,1-6-172 0,-1-3-354 16,3-7-882-16</inkml:trace>
  <inkml:trace contextRef="#ctx0" brushRef="#br0" timeOffset="68817.096">17914 11334 962 0,'0'0'654'0,"0"0"-147"0,0 0-119 15,0 0-40-15,0 0 34 0,0 0-17 16,0 0-43-16,0 0-68 0,0 0-45 15,0 0-5-15,-85-48-17 0,70 51-49 16,-3 8-34-16,-2 7-21 0,0 7-7 16,-2 8 6-16,-1 5-2 0,3 5-5 15,3-1-14-15,3-2-12 0,5-9-46 0,4-7-3 16,5-6-34-16,0-8-2 0,0-3-4 16,6-2-8-16,7-3-31 15,0-2 9-15,7-2 6 0,1-7 9 0,0-4-9 0,2-3 18 16,-2-2 25-16,-1-2-4 0,-3 4 7 15,-3 2 5-15,-3 4 10 16,0 3 0-16,-4 4-33 0,2 3 10 0,1 0 26 16,1 10 67-16,3 6 22 0,0 8-15 15,0 2-29-15,-1 8-23 0,-1 1-10 16,0 7 21-16,-1 2-5 0,-4 2 36 16,-3 2-22-16,-4-3-8 0,0 2-4 0,-5-3 10 15,-7-4 2-15,-4-3-15 16,0-5 7-16,-2-3-1 0,0-5-3 15,-1-4-5-15,-1-5-10 0,4-4 0 16,-1-6-15-16,0-4-18 0,0-1-37 16,0-5-24-16,2-7-6 0,0-1-6 15,1-6-3-15,2-6-7 0,0-4-24 16,1-7-34-16,1-8-44 0,0-5-81 0,3-4-107 0,1-4-239 16,3 15-507-16,3-18-485 0</inkml:trace>
  <inkml:trace contextRef="#ctx0" brushRef="#br0" timeOffset="69363.173">18253 11274 2274 0,'0'0'517'0,"0"0"-142"16,0 0-34-16,0 0 25 16,0 0-42-16,0 0-94 0,78-16-100 15,-71 20-66-15,2-1-33 0,-2 3-28 16,0 2 7-16,-2 0-10 0,-1-1-40 0,0 0-31 0,-2 2 0 15,0-2-4 1,-2-2 10-16,0-2 15 0,0 0 19 0,0-2 13 16,0 1 18-16,0-2 1 0,0 0 14 15,0 0 4-15,0 0 9 0,0 0-22 0,0 0-6 16,0 0-50-16,0 0 38 0,0 0-10 16,0 0-22-16,0 0 13 0,0 0 12 15,0-3 16-15,0 1 2 0,0 0 1 16,0 0 38-16,0 1-7 0,0-2-19 0,-2 0 4 15,-1 0 6-15,0 3 12 16,2-2-34-16,1-1-225 0,-2 2 225 16,2 1 113-16,0 0-91 0,0 0-22 15,0 0 0-15,0 0 0 0,0 0 0 16,-1 0 9-16,-1 6-6 0,1 4 10 16,-1 5 8-16,1 3-5 0,-1 3-13 0,1 4 16 15,-2 0 18-15,2-1-9 0,-1-1-9 0,1 0-19 16,-1-5 3-1,2-4-3-15,0-3 0 0,0-3 0 16,0-4-1-16,0-2-21 0,0-2 19 0,0 0 3 16,5-2-1-16,2-7-24 0,2-5 24 0,3-2-43 15,4-6 1-15,2-2 2 0,2-5-21 16,-1-1-20-16,1-3-3 16,-1 2 3-16,1-5-50 0,0 3-23 0,-3-1-10 15,0 5-61-15,-2 5-40 0,-1 3-79 16,-2 5-163-16,-5 5-207 0,4 4-529 0</inkml:trace>
  <inkml:trace contextRef="#ctx0" brushRef="#br0" timeOffset="69718.552">18743 11367 460 0,'0'0'1879'16,"0"0"-1363"-16,0 0-4 0,-11 72-62 0,5-52-39 15,0-1-39-15,0 0-135 16,2-4-127-16,0-1-43 0,2-1-30 16,2-5-26-16,0 3-11 0,0-4-15 0,3-2-22 15,6 0-24-15,-1-2-9 16,4-3-26-16,4 0 10 0,0-2-12 0,2-5-10 16,-1-4 5-16,3-3-8 0,-2-2-23 0,1-1-30 15,1-4-21-15,0-1 1 0,-2-2-9 16,-1-1 50-16,-6 2 34 15,1-1 109-15,-8 5 29 0,0 2 89 16,-4 5 63-16,0 3-22 0,0 6 8 16,-5 3 2-16,-5 0-45 0,-2 5-9 0,-1 2 3 15,-4 6-25-15,0 3-12 0,-1 3-14 16,3-1 20-16,1-1-26 0,6-5-61 16,-1-1-15-16,6-6-111 0,1-3-60 0,2-2 18 15,2 0-64-15,8-7-218 0,-2 0-314 16,13-13-807-16</inkml:trace>
  <inkml:trace contextRef="#ctx0" brushRef="#br0" timeOffset="69885.929">19093 11317 1600 0,'0'0'968'0,"0"0"-559"0,0 0-108 16,-10 73 32-16,3-49 74 0,1-1 39 15,-1-3-104-15,4-5-164 0,2-6-99 0,1-3-60 16,0-6-19-16,4 0-62 0,6-2-66 0,7-8-7 15,2-4-115-15,7-5-160 16,3-4-266-16,-6 5-448 0,7-5-204 0</inkml:trace>
  <inkml:trace contextRef="#ctx0" brushRef="#br0" timeOffset="70026.058">19340 11341 977 0,'0'0'1425'0,"0"0"-873"0,0 0-178 0,0 0-66 15,-38 67 44-15,27-52 64 0,2-1-70 16,3-4-144-16,3-3-125 0,2-4-77 15,1-3-10-15,0 0-91 0,4-3-80 16,4-5-13-16,4-3-88 0,3-5-207 16,-3 4-463-16,9-12-345 0</inkml:trace>
  <inkml:trace contextRef="#ctx0" brushRef="#br0" timeOffset="70251.98">19580 11221 1258 0,'0'0'615'0,"0"0"-151"0,0 0 16 15,0 0 58-15,11 84-41 0,-11-53-51 16,1 4-85-16,1 3-112 0,0 7-65 16,1 4-75-16,1 6-45 0,-4 6-15 0,0 3-9 15,-2-1-22-15,-7 6-18 0,-3-1-17 16,-3-1-11-16,0-2-30 0,-2-4 13 16,2-7 2-16,3-7-9 0,1-8-9 0,4-7-40 15,1-8-6-15,2-6-9 0,3-10-26 16,1-4-31-16,0-4-57 0,0-9-112 15,0-6-22-15,5-7-121 16,0-6-72-16,-2 3-477 0,5-20-225 0</inkml:trace>
  <inkml:trace contextRef="#ctx0" brushRef="#br0" timeOffset="70496.927">19651 11234 202 0,'0'0'2597'0,"0"0"-2151"0,0 0-252 15,0 0-114-15,100-50 30 16,-69 44 70-16,1 4 37 0,0 2-85 16,-3 9-60-16,-3 7-19 0,-2 3-25 0,-6 4 3 15,-7 3-3-15,-5-1-6 0,-6 3-9 16,-3 1-13-16,-11-1-18 0,-4 3 17 16,-6 1 0-16,-5-2-14 0,-3-1 15 0,-4-2-2 15,-2-2-51-15,-1-3-28 0,-1-3-43 16,3-5-69-16,1-3-125 15,4-4-166-15,7-2-299 0,-2-5-1035 0</inkml:trace>
  <inkml:trace contextRef="#ctx0" brushRef="#br0" timeOffset="70910.533">20360 11428 2304 0,'0'0'799'0,"0"0"-258"0,0 0-251 16,-1 80-42-16,4-49-21 0,5-2-17 15,2-3-56-15,6-3-89 0,1-7-65 16,6-5-6-16,1-2-28 0,5-7-40 16,-1-2-80-16,3-7-19 0,-3-4-4 15,1-4-27-15,-1-2-38 0,-6-2-33 16,0 1-28-16,-3 1 34 0,-3-1 127 16,-6 3 109-16,-4-2 33 0,-6 3 151 15,0-1 22-15,-5 0 29 0,-6 1-24 0,-4-1 28 0,2 2-14 16,-4 6 3-16,1 2-22 0,0 3-71 15,-1 2-61-15,3 5-20 0,1 3 4 16,1 1-12 0,4 1-13-16,2 0-78 0,3-3-74 15,1 1-87-15,2-2-127 0,0-2-326 0,8-3-695 0</inkml:trace>
  <inkml:trace contextRef="#ctx0" brushRef="#br0" timeOffset="71027.801">20915 11481 2047 0,'0'0'1158'0,"0"0"-624"15,0 0-181-15,92 15-129 0,-61-18-97 16,0-6-71-16,0-6-56 0,2-5-121 16,-2-3-128-16,0-3-185 0,-8 5-592 15,4-10-1043-15</inkml:trace>
  <inkml:trace contextRef="#ctx0" brushRef="#br0" timeOffset="71301.322">21088 11060 1687 0,'0'0'697'16,"0"0"-191"-16,0 0 25 0,-3 94-3 16,7-52-78-16,-1 2-95 0,0 5-122 15,2 5-84-15,-4 0-48 0,-1 6-19 16,0 1-12-16,-4 2-12 0,-4-1-22 16,-2-2-35-16,-3 1-1 0,0-2-32 15,-2-1-23-15,0-2-27 0,-1-3-18 0,0-2 5 16,3-3 37-16,2-2 31 15,0-4-25-15,2-5-34 0,1-5-18 16,1-4 8-16,-1-5 7 0,1-8 18 0,-2-5-12 16,1-6-54-16,-3-4-37 15,2-7-37-15,-1-7-25 0,0-7-46 0,2-5-156 16,3-7 181-16,2 5-322 0,3-25-442 0</inkml:trace>
  <inkml:trace contextRef="#ctx0" brushRef="#br0" timeOffset="71626.664">22321 11022 1664 0,'0'0'1886'0,"0"0"-1526"16,0 0-266-16,0 0-15 0,0 0 71 15,0 0 145-15,0 0-73 0,0 0 32 0,0 0-126 16,0 0-30-16,-104 110-10 0,63-49 15 16,-4 10 40-16,-1 5-7 0,-2 2-30 15,1 1-24-15,4-5-7 0,4-2 1 16,13-7-1-16,9-11-3 0,9-10-32 16,8-9-22-16,6-6-18 0,7-9-14 0,9-2-19 15,2-5-22-15,5-5-5 0,4-6-12 16,-2-2-31-16,-1-13-30 15,-3-5-15-15,-5-7-46 0,-5-3-59 0,-7-3-188 16,-5 0-257-16,-5 7-496 0,-2-15-227 16</inkml:trace>
  <inkml:trace contextRef="#ctx0" brushRef="#br0" timeOffset="71806.027">21955 11522 1018 0,'0'0'1445'16,"0"0"-814"-16,0 0-128 0,0 0-88 0,0 0-52 15,0 0 26-15,0 0-31 0,0 0-23 0,58 67-105 16,-12-58-63-16,11-2-62 0,2-6-53 15,0-1-52-15,-3-6-34 0,-4-7-53 16,-6-3-55-16,-6-2-31 0,-6 2-27 16,-9-1-19-16,-2 1-161 15,-10 4-186-15,-6 1-411 0,-4 5-97 16,-6 4-87-16</inkml:trace>
  <inkml:trace contextRef="#ctx0" brushRef="#br0" timeOffset="71915.226">22422 11554 1099 0,'0'0'1066'0,"0"0"-513"16,0 0-72-16,-28 92-26 0,20-59-78 15,3 3-52-15,0 3-65 0,-2-1-63 0,4-2-16 16,-1 1-10-16,0-4-40 0,-1 0-55 16,2-5-76-16,-3-1-9 0,-2-4-171 15,1-4-83-15,-1-1-44 0,3-5-192 16,-5-1-1028-16</inkml:trace>
  <inkml:trace contextRef="#ctx0" brushRef="#br0" timeOffset="72042.801">22982 12203 3923 0,'0'0'472'0,"0"0"-472"0,0 0-463 0,-31-70-1276 16</inkml:trace>
  <inkml:trace contextRef="#ctx0" brushRef="#br0" timeOffset="80386.118">3223 13884 502 0,'0'-12'163'0,"0"4"-163"0,-4-1 548 15,-3-2 112-15,1 1-216 0,0-2-127 16,-3 4-37-16,1-3-49 0,-2 4 18 16,3 0 17-16,-6-2-39 0,4 2-38 0,-1 0-11 15,-1 3-57-15,-1 0 0 0,0-1-32 16,-3 1 16-16,-1 2 43 0,-3 2-35 16,-2 0-36-16,-1 2-19 0,-4 7-16 0,-3 3 4 15,0 3-19-15,-1 8-2 0,0 3-7 16,-1 6 116-16,1 10-40 15,0 7-54-15,0 8-39 0,2 7-1 16,4 6 3-16,8 6 24 0,5 2 0 16,6 0-6-16,5-2 16 0,3-7 17 0,13-3 13 15,5-11 63-15,4-8-76 0,8-6-24 16,6-9-18-16,3-7 4 16,1-4-15-16,5-6-2 0,-1-6-34 0,-5-7 8 15,0-2-12-15,-6-6 12 0,-2-8-4 0,-6-5-17 16,-2-3-25-16,-3-3-30 0,-5-5-51 15,-6 1-92-15,-3-3-219 16,-9 1-231-16,0 9-494 0,-8-10-238 0</inkml:trace>
  <inkml:trace contextRef="#ctx0" brushRef="#br0" timeOffset="80543.511">2974 14435 1042 0,'0'0'235'0,"0"0"340"15,0 0 54-15,0 0-191 0,0 0-6 16,0 0-45-16,0 0-22 0,0 0-94 15,76 44-88-15,-47-37-60 0,2-4-46 16,-3-3-34-16,3-2-43 0,-4-8-46 16,-1-2-77-16,-4-2-109 0,-1-2-73 0,-1-1-216 15,-4 1-294-15,0 0-683 0,-4 3 374 16,-5 1 988-16</inkml:trace>
  <inkml:trace contextRef="#ctx0" brushRef="#br0" timeOffset="80701.81">3293 14404 1092 0,'0'0'189'16,"0"0"737"-16,0 0-499 15,-16 90-128-15,16-54 12 0,0 2 26 16,0 3 66-16,5 0-40 0,3 0-88 0,-1-3-72 16,3-5-86-16,3-6-105 15,-1-6-12-15,3-9-101 0,1-4-86 0,4-8-98 16,5-3-36-16,3-13-190 0,4-8-588 16,-8 2-650-16,11-23 1048 0</inkml:trace>
  <inkml:trace contextRef="#ctx0" brushRef="#br0" timeOffset="80983.977">3661 13598 661 0,'0'0'547'16,"0"0"127"-16,0 0 74 0,0 0-196 15,0 0-138-15,0 0-108 0,0 0-61 16,0 0 25-16,0 0-59 0,-63 85-5 16,63-52-20-16,0 3-24 0,7 2-43 15,2 2-4-15,5 0-33 0,-2-1-51 16,2-4-31-16,2-5-1 0,0-4-21 0,0-7 4 16,4-3-9-16,-1-7-19 0,1-3-96 15,1-6-54-15,-2 0-131 0,1-7-87 0,1-9-232 16,-2-4-546-16,-4 3-594 0</inkml:trace>
  <inkml:trace contextRef="#ctx0" brushRef="#br0" timeOffset="81311.607">3921 13622 731 0,'0'0'287'15,"0"0"1156"-15,0 0-973 0,0 0-95 0,0 0 50 16,3 85 18-16,-2-61-55 0,2 3-96 15,-2-3-47-15,1-5-126 0,-1-4-86 16,-1-4-32-16,0-2-1 0,2-6-30 16,-1-1-80-16,1 0-76 0,2-2-11 15,0 0-124-15,4-6-24 0,2-4-37 16,0-2 14-16,0-4 58 0,1 1 30 16,-1-3 67-16,1 5 81 0,-1 0 132 15,-2 3 55-15,-2 3 93 0,0 3 65 0,1 4 53 16,-1 0 28-16,-2 3 11 0,0 5-72 15,1 2-66-15,1 3-23 0,-3 4-10 16,2 2 64-16,-4-2 39 0,1-2-96 0,-1 0-83 16,1-5-58-16,-2-3-18 0,0-2-160 15,0-5-56-15,1 0-32 0,2-2-240 16,-1-8-543-16,2-6-434 16,-1 5 276-16</inkml:trace>
  <inkml:trace contextRef="#ctx0" brushRef="#br0" timeOffset="81503.955">4322 13551 137 0,'0'0'1801'0,"0"0"-1302"0,0 0-122 0,0 0 126 15,0 0 13-15,0 0-39 0,92 78-134 16,-74-57-137-16,1 0-65 0,-3 2-37 16,1 1-22-16,-5 4-24 0,0-2-49 0,-6 3-9 15,-4 2-15-15,-2-1-82 0,-5 4-44 16,-12 0-27-16,-4 4-1 0,-8-1-48 15,-4 1-97 1,-2-3-193-16,1-2-207 0,1-4-615 0,7-9-238 16</inkml:trace>
  <inkml:trace contextRef="#ctx0" brushRef="#br0" timeOffset="81706.222">4924 14276 3632 0,'0'0'934'15,"0"0"-783"-15,0 0-102 0,0 0-9 0,101 7 0 16,-71-16 18-16,-1-4-58 0,1-3-77 0,-1-4-122 16,-3 3-67-16,-7 0-279 0,-6 4-772 15,-9 6-750-15</inkml:trace>
  <inkml:trace contextRef="#ctx0" brushRef="#br0" timeOffset="81867.611">4904 14474 2273 0,'0'0'1480'0,"0"0"-1298"0,0 0-166 0,0 0 9 0,0 0 139 16,0 0 134-16,0 0-42 16,95 44-120-16,-60-44-84 0,-1-3-35 15,2-4-17-15,0-4-70 0,-1 0-69 0,-5-1-74 16,0-1-153-16,-8 4-336 0,5-4-907 0</inkml:trace>
  <inkml:trace contextRef="#ctx0" brushRef="#br0" timeOffset="82342.08">6250 13605 473 0,'0'0'147'0,"0"0"1784"0,0 0-1355 15,0 0-67-15,0 0-138 0,75 41-24 16,-52-11-40-16,0 10-77 0,-2 9-40 15,0 8-59-15,-3 11-43 0,-5 4-3 16,0 5-30-16,-7 3 21 16,0-2-13-16,-5-3-23 0,-1-4-29 15,0-9-11-15,0-6-31 0,0-9-29 0,0-12-28 16,0-9-6-16,0-8-19 0,0-9-30 0,0-6-59 16,0-3-71-1,0-8-211-15,0-6-303 0,-1-8-554 0,-5-6-46 0,2 4 1152 16</inkml:trace>
  <inkml:trace contextRef="#ctx0" brushRef="#br0" timeOffset="82658.781">6322 13803 893 0,'0'0'13'16,"0"0"137"-16,0 0 1212 0,0 0-802 0,19-66-157 16,-8 60-99-16,5-1-8 15,0 2-14-15,7 1-49 0,3 1-54 16,1 2-38-16,5 1-24 0,1 0-13 15,3 3-25-15,0 4-21 0,3 5-24 16,1 2-7-16,-1 5-3 0,-1 4 7 0,2 3-4 16,-4 2-9-16,-1 3 1 0,-5 0-19 15,-1 0-11-15,-5 1 8 0,-5 0-21 16,-2 1 9-16,-5 0-15 0,-5 2-19 16,-5-1 18-16,-2 1 4 0,-2 1 12 0,-8-1-1 15,-7 2 15-15,-2-1-1 0,-8 3 0 16,-4-2 1-16,-5 1-14 0,-1-1 14 15,-5-3-11-15,2-3 10 16,-4-3-16-16,1-5-13 0,3-4-30 16,2-4 6-16,3-6-22 0,4-4-83 0,5-5-83 15,3-5-307-15,6-4-464 0,-6-15-201 0</inkml:trace>
  <inkml:trace contextRef="#ctx0" brushRef="#br0" timeOffset="87440.906">7247 14149 117 0,'0'0'147'15,"0"0"-121"-15,0 0 10 0,0 0 62 16,0 0-21-16,0 0-77 0,0 0-169 0,0 0-163 0</inkml:trace>
  <inkml:trace contextRef="#ctx0" brushRef="#br0" timeOffset="88226.299">7760 13821 597 0,'0'0'420'0,"0"0"-420"15,0 0 33-15,0 0 821 0,0 0-458 16,0 0-50-16,0 0-140 0,0 0 2 0,0 0 39 16,0 0 4-16,0 0-30 0,0-3-42 15,0 3-18-15,0 0-8 0,0 0 8 16,0 0-37-16,0 0-60 0,0 0-64 15,0 4-12-15,5 7 12 0,2 5 3 16,3 10 62-16,-3 7-7 0,2 6-18 16,-5 4-9-16,-1 3 0 0,1 2-10 0,-4 0-21 15,0-3-21-15,0-4-7 0,0-4-15 16,0-3 6-16,0-5-6 0,0-4-43 16,0-6-16-16,0-3-28 0,0-4-60 15,0-5-93-15,0-3-121 0,0-4-206 16,-3-2-424-16,2-1-525 0,-3-15 1350 0</inkml:trace>
  <inkml:trace contextRef="#ctx0" brushRef="#br0" timeOffset="88535.666">7782 13856 82 0,'0'0'2088'15,"0"0"-1829"-15,0 0-110 16,0 0 35-16,84-54 73 0,-59 48-30 0,4 0-46 15,0 5-31-15,1 1-36 0,-1 2-23 0,3 8-31 16,-2 5 0-16,2 5-20 0,-2 2 29 16,-3 3-37-16,-2 4-6 15,-8 4-14-15,-4 3 10 0,-4 2 3 0,-5 4-3 0,-4 0-19 16,0 1 38 0,-6 0-20-16,-4-3-8 0,-3 0 27 0,-3-4 1 0,1-4-7 15,-1-4-12-15,0-4-22 0,0-5 1 16,-1-4 2-16,2-3-3 0,-2-3-55 15,1-2-57-15,-1-5-45 16,-2-2-22-16,0-1-99 0,-1-8-97 16,0-4-197-16,1-3-460 0,1-5-98 0</inkml:trace>
  <inkml:trace contextRef="#ctx0" brushRef="#br0" timeOffset="88985.388">8841 14215 1443 0,'0'0'81'0,"0"0"617"0,0 0-342 16,0 0-85-16,0 0-11 16,0 0-46-16,0 0-90 0,0 0-67 0,0 0-25 15,0 0-32-15,46 9-13 0,-31-9-261 16,2 0-88-16,0 0-251 0,-3-2-726 0,4 1 520 0</inkml:trace>
  <inkml:trace contextRef="#ctx0" brushRef="#br0" timeOffset="89176.403">9467 14215 734 0,'0'0'0'0,"0"0"22"16,0 0 770-16,0 0-185 0,0 0-416 16,0 0-132-16,93 15-37 0,-68-20-18 15,2-2-4-15,3-5-337 0,-2 0-476 16,-5 4-459-16,8-3 1263 0</inkml:trace>
  <inkml:trace contextRef="#ctx0" brushRef="#br0" timeOffset="89301.749">10017 14137 59 0,'0'0'1975'16,"0"0"-1712"-16,0 0-169 0,0 0 96 16,0 0 68-16,0 0-126 0,82-19-84 15,-67 17-48-15,0 1-45 0,-1-2-238 0,1 0-319 16,-3 2-1129-16,5-6 1545 0</inkml:trace>
  <inkml:trace contextRef="#ctx0" brushRef="#br0" timeOffset="89575.874">10896 13672 1319 0,'0'0'1088'0,"0"0"-653"0,0 0-313 15,0 0-70-15,16 77 156 0,-9-37 179 0,0 3 13 16,-1 7-124-16,0 2-127 0,3 4-53 16,-2 1-25-16,-2 2-43 0,1-1-28 15,-3-4-1-15,-1-6-89 0,-1-5-62 0,-1-9-31 16,2-8 4-16,1-8-12 0,3-8-81 16,0-8-251-16,3-2-516 0,-2-6-477 15,3-21 1421-15</inkml:trace>
  <inkml:trace contextRef="#ctx0" brushRef="#br0" timeOffset="89852.104">11027 13716 1076 0,'0'0'1730'0,"0"0"-1100"0,0 0-408 0,0 0-222 0,0 0 85 16,0 0 85-16,82-21 88 0,-50 21-84 0,6 7-78 15,1 5-59-15,2 5-9 16,-3 5-14-16,-4 5-12 0,-2 2 17 15,-5 3 2-15,-8 2-21 0,-3 0-1 16,-9 1-2-16,-4 1-22 16,-3 0 10-16,-6 3-3 0,-7 2 17 0,-4-2-23 15,-3 0 23-15,-2-2-1 0,-4-1-26 16,-1 0 7-16,0-5-17 0,-2-2-14 16,-1-4-26-16,-1-2-6 0,-2-3-16 15,0-4-42-15,0-6-72 0,1-4-138 0,2-5-231 16,1-1-631-16,8-5-287 0</inkml:trace>
  <inkml:trace contextRef="#ctx0" brushRef="#br0" timeOffset="92272.339">6384 15182 623 0,'0'0'39'0,"0"0"528"0,0 0 126 15,0 0-246-15,0 0-137 16,0 0-104-16,0 0 6 0,63 76-33 0,-47-58-30 16,0-1-25-16,3 2-29 0,2 3-13 15,0-2-19-15,3-1-25 0,0-2 44 16,2 1-16-16,-1-3-10 0,0-1-23 0,-2 0-2 15,-1-4-31-15,0 1 19 16,-3-3-7-16,1-1-12 0,0-1-28 16,2-1 28-16,1-5 1 0,3 0-1 15,0 0 0-15,2-8-92 0,3-3 20 16,-2-6-16-16,7 1-3 0,1-3 6 0,2-4 40 16,2 2-43-16,5-3-55 0,-2 1 41 15,5-1 54-15,2 0 47 0,1 1 0 0,1 1-31 16,3-3 3-16,3 3 3 15,0 0-2-15,0 3-40 16,-1 1-34-16,-2 5-20 0,-1 2 67 16,-2 4 36-16,-4 5 15 0,0 2 4 0,-5 1 62 15,-3 6 28-15,-2 3 16 0,-3 2 38 16,-1 1-55-16,-5 2-89 0,-1 2 19 0,-3 0-4 16,0 1-14-16,-5 1 43 0,-3 0-41 15,-1 2 45-15,-4 1 82 0,-2 1-51 16,-3-1-60-16,-4 0-19 0,0-1-3 15,2-3-13-15,-3-3 15 0,0-2 1 16,1-3-12-16,-1-3 8 0,-2-5-46 16,2-2-106-16,2 0-23 0,2-5 71 15,2-5 75-15,4-5-2 0,0-6-74 16,5-3-65-16,0-3 7 0,5-3-18 16,3 4 24-16,4 0 137 0,3 2 22 0,5 3-25 0,2 1 27 15,0 5 99-15,2 2 147 0,1 2-107 16,-1 2-68-16,1 1-7 0,0 2 55 15,1 2 29-15,0 0 2 0,0 2 0 16,2 0-7-16,-3 2-4 0,-1 0-12 16,1 0-11-16,0 0-28 15,0 0 3-15,-1 0-5 0,0 2 4 0,1 0-3 16,1-1-50-16,-1 1-15 0,-2-2-19 16,0 1 13-16,2-1 8 0,-1 0 1 15,1 0 9-15,0-3-22 0,1-5-11 0,0-1 0 16,-3-2 9-16,-4-2-10 0,-2-1-62 15,-6 0-22-15,-6 0-24 16,-5 4-36-16,-5 3-67 0,-7 0-51 16,-3 2-113-16,-1 2-260 0,-2-1-862 15</inkml:trace>
  <inkml:trace contextRef="#ctx0" brushRef="#br0" timeOffset="93749.084">8195 15737 514 0,'0'0'258'15,"0"0"935"-15,0 0-684 0,0 0-103 16,0 0-64-16,0 0-26 0,0 0-13 0,0 0-48 16,0 0-80-16,0 0-76 0,-4 7-37 15,7 5-9-15,3 5 36 0,0 8-18 0,2 2-22 16,-1 6-38-16,-1-3-11 0,0-3-1 15,-2-2-30-15,2-6 9 0,-3-4-12 16,0-2 7 0,0-3 2-16,-2-3-80 0,0-3-1 0,1-1-12 15,-1-2-25-15,1-1-2 0,-1 0-6 16,1 0-45-16,1-1-99 0,4-6 48 0,1-5-45 16,1-3-37-16,1-7-79 0,3 0-24 15,-1 0 74-15,0 1 231 0,0 3 127 16,-3 5 101-16,-1 6 55 0,-2 3 20 0,-3 4-7 15,-2 0 68-15,1 2 39 16,1 6-53-16,-2 2-36 0,1 1-51 16,-1 0-37-16,-1 1-41 0,2-2-26 15,1-1-32-15,-2-1-1 0,3-2-31 16,-1-1-16-16,0 0-33 0,4-1-18 16,2-1-98-16,2-1 84 0,1-2-146 0,0 0-134 15,3 0-53-15,-3 0 84 0,4 0-22 0,-3-4 113 16,4 3 167-16,-1-1 104 15,2-2-69-15,-3 4 27 0</inkml:trace>
  <inkml:trace contextRef="#ctx0" brushRef="#br0" timeOffset="94009.389">8820 15718 336 0,'0'0'372'0,"0"0"938"0,0 0-983 16,0 0-59-16,0 0-7 0,0 0 41 15,0 0-44-15,0 0-93 0,0 0-83 16,0 0-41-16,-15 25 19 0,19-7 3 0,2 7-3 16,0 3-35-16,2 3 16 0,-3 3-41 15,1 2 0-15,-2 3-25 0,0 0-13 0,1 3-34 16,0-3-29-16,0-2-32 0,-1-5-51 15,2-2-68-15,1-5-123 0,4-5-174 16,-5-7-642-16</inkml:trace>
  <inkml:trace contextRef="#ctx0" brushRef="#br0" timeOffset="95198.196">12597 13598 1182 0,'0'0'160'15,"0"0"1217"-15,0 0-861 16,0 0-122-16,0 0-91 0,0 0-30 0,0 0-31 16,0 0-72-16,0 0-10 0,-90-32-83 0,63 45-34 15,-3 5-9-15,-3 7-4 0,-1 6 7 16,1 9-10-16,3 4 16 0,1 9-3 16,3 3 3-16,7 6-10 0,-1-1-2 15,7 0-19-15,3-6 18 0,6-5 4 16,4-7-19-16,0-9-13 0,7-5 1 0,6-5-3 15,3-6 0-15,3-4 0 16,1-4-12-16,2-3-3 0,-1-6-4 16,3-1-29-16,1 0-35 0,-5-6-30 0,0-3-3 15,-5-2-50-15,-4-2-55 0,-2-2-121 0,-5 2-123 16,-4 1-165-16,0 0-156 16,-7 0-405-16,-6 2 151 15</inkml:trace>
  <inkml:trace contextRef="#ctx0" brushRef="#br0" timeOffset="95325.399">12305 14132 496 0,'0'0'283'15,"0"0"1284"-15,0 0-1005 0,0 0-223 16,0 0-53-16,0 0 24 0,0 0-11 0,78 11-16 16,-49-11-92-16,4 0-74 15,2-4-52-15,0-8-65 0,2-3-19 16,-4-1-159-16,-1-3-60 0,-5 3-21 16,-4-1-46-16,0 1-186 0,-6 2-303 15,-5 5-672-15,0 0 418 0</inkml:trace>
  <inkml:trace contextRef="#ctx0" brushRef="#br0" timeOffset="95438.74">12696 14111 271 0,'0'0'2366'0,"0"0"-2035"0,-12 73-247 0,11-36-71 0,1 0 32 15,0 2 41-15,3 0 0 16,4-2-86-16,-1-1-169 0,4-1-233 0,-3-2-592 16,-2-8-439-16</inkml:trace>
  <inkml:trace contextRef="#ctx0" brushRef="#br0" timeOffset="97392.918">16419 14339 979 0,'0'0'196'0,"0"0"1169"0,0 0-840 15,0 0-117-15,0 0-104 0,0 0-119 16,1-75 20-16,-13 59-93 0,-5 2 0 16,-2 1-44-16,-1 1-25 0,-3 1 22 0,-1 4-62 15,-1 5 28-15,-2 2-31 0,-1 2-1 16,-3 10-27-16,-2 7 14 0,-1 11 14 15,0 7 3-15,-2 7 21 0,3 12 10 16,0 6 13-16,2 5 45 0,4 6-3 16,4 2-16-16,4-1 10 0,6-2-13 0,5-4 4 15,8-7 5 1,0-9 9-16,14-9-9 0,3-8-30 0,8-7-13 16,4-7-9-16,4-5-27 0,3-6 14 0,2-7-14 15,-3-1-25-15,0-2 1 0,-4-8-6 16,-3-5-40-16,-2-4-24 0,-6 0-37 15,-3-2-22-15,-7 0-65 0,-4-2-81 0,-6 2-175 16,-3 0-202-16,-8 0-296 0,-1 5-253 16,-11-9 179-16</inkml:trace>
  <inkml:trace contextRef="#ctx0" brushRef="#br0" timeOffset="97546.604">16012 14812 924 0,'0'0'16'0,"0"0"1376"15,0 0-859-15,0 0-114 0,0 0-158 0,0 0 11 16,0 0-23-16,0 0-37 0,0 0-14 0,92 49-53 15,-63-44-77-15,4-5-31 16,1 0-37-16,-1-4-101 0,1-6-57 16,-3-1-94-16,-3-1-140 0,-2 1-278 15,-3-1-493-15,-7 4-90 0</inkml:trace>
  <inkml:trace contextRef="#ctx0" brushRef="#br0" timeOffset="97675.411">16417 14848 1319 0,'0'0'520'16,"0"0"619"-16,-10 66-867 0,7-37-173 0,3 8 51 15,0 1 84-15,0 3 67 0,0-1-41 16,4-2-86-16,2-3-109 0,2-2-32 16,1-5-33-16,3-6-124 15,1-4-71-15,6-4-63 0,2-6-180 0,-2-3-348 16,12-6-834-16</inkml:trace>
  <inkml:trace contextRef="#ctx0" brushRef="#br0" timeOffset="98121.569">17288 14456 1169 0,'0'0'244'0,"0"0"876"0,0 0-686 16,0 0-94-16,0 0-77 16,0 0 28-16,21 91-42 0,-19-55-28 0,-2 2-51 15,0 2-34-15,0-1-32 0,0 0-27 16,-2-4-37-16,-1-1-40 0,0-5-9 16,0-4-16-1,1-1-88-15,-1-8-1 0,0-6-31 0,2-6 8 16,1-4-53-16,0 0-121 0,0-2-200 0,-2-7-208 15,2 2-473-15,-3-8-139 0</inkml:trace>
  <inkml:trace contextRef="#ctx0" brushRef="#br0" timeOffset="98675.928">17252 14540 943 0,'0'0'26'16,"0"0"778"-16,0 0-375 0,0 0-170 0,0 0-27 15,0 0 38-15,0 0-36 0,0 0-59 16,0 0-51-16,0 0-41 0,0 0 2 16,0 1 4-16,0-1 8 0,0 0-9 15,0 0-6-15,0 2-3 16,3-2-1-16,0 2-6 0,3 0-10 0,2 0 0 15,3 2-9-15,2 1-10 0,3-2-3 0,3 1-38 16,3 0 11-16,4 1-12 16,2 0-1-16,1 0-1 0,4 2-12 15,-2-2 10-15,2 3-7 0,0 0 10 0,-1-1 1 16,-1 1-1-16,1 0-2 0,1-2-13 0,-4 0 12 16,1 1 1-16,-1 0 0 15,-2-2-1-15,-1 2-12 0,-3-1 12 0,-4-2-16 16,-2-1-6-16,-3 1 0 0,-5-1 10 15,-3 0 2-15,-4-2-2 16,-1 2-13-16,-1 1 28 0,0 0 0 16,-4 0 43-16,-4 2-2 0,-1 3-16 0,-2 0-10 15,0 2-12-15,-2-2 0 0,-2 1 0 16,0 1-3-16,-1 1-2 0,-3 0-1 16,-2 2 3-16,-1 1 1 0,-4 1 2 15,-2 2-3-15,-3 1 0 0,-1 0-2 0,-3 1 1 16,-1 1-14-16,-1 2 12 0,1-3-25 15,1 1-6-15,2-4 3 0,4-1-3 0,6-2-7 16,4-6-6 0,5-2-24-16,4-2-30 0,6-3-25 0,-1-1-19 15,2 0-41-15,3 0-116 0,0-1-230 16,0-5-675-16,0 1-28 0,6-9 930 0</inkml:trace>
  <inkml:trace contextRef="#ctx0" brushRef="#br0" timeOffset="99242.398">18482 14316 111 0,'0'0'2209'0,"0"0"-1628"16,0 0-174-16,0 0-121 0,0 0-56 16,0 0 35-16,0 0 43 15,29 75-58-15,-22-39-62 0,2 5-57 16,-6 3-33-16,-3 5-18 0,0 0-35 0,-3-1-2 0,-7-2-27 16,3-3-16-16,-1-6-24 0,-1-6-22 15,3-8-85-15,1-9-31 0,5-6-47 16,-1-6-13-16,1-2-58 0,0 0-154 15,0-2-317-15,-2-12-931 0</inkml:trace>
  <inkml:trace contextRef="#ctx0" brushRef="#br0" timeOffset="99517.454">18471 14408 985 0,'0'0'211'0,"0"0"1097"0,0 0-1063 0,0 0-11 0,81-9-3 0,-50 15 75 15,5 5-25-15,2 5-64 0,-1 1-54 16,2 5-32-16,-3 3-53 0,1 1 2 16,-5 1-18-16,-3 3-34 15,-9 3-4-15,-2 1-8 0,-11 4-14 16,-6 1 1-16,-4 2 7 0,-8 1-10 0,-9-1-2 16,-3 0 1-16,-3-2 1 0,-3-4 19 15,0-2 8-15,-1-7-27 0,1-4-1 16,1-6-17-16,0-4-41 0,3-4-89 0,2-5-23 15,1-3-25-15,5-3-22 16,4-10-95-16,3-1-187 0,4-7-251 16,5 5-543-16,4-14 647 0</inkml:trace>
  <inkml:trace contextRef="#ctx0" brushRef="#br0" timeOffset="99831.784">19843 14327 307 0,'0'0'2516'0,"0"0"-2106"0,0 0-282 16,0 0 8-16,-98-13 146 0,71 20 17 16,1 9-40-16,-1 9-86 0,-1 9-58 15,2 9-5-15,1 5 41 16,2 6-1-16,4 5-34 0,1 0-28 15,3 2-21-15,2-4-24 0,3-1-28 0,6-9 12 16,4-6-9-16,0-10-18 0,11-7-1 16,1-7-23-16,7-6-15 0,-1-6 2 15,4-5-9-15,0 0-42 0,1-12-55 16,-3-4-38-16,-1-4-68 0,-4-5-157 16,-6 1-237-16,-5-2-546 0,-2 8-219 15</inkml:trace>
  <inkml:trace contextRef="#ctx0" brushRef="#br0" timeOffset="100116.715">19511 14700 1375 0,'0'0'790'0,"0"0"467"0,0 0-846 0,0 0-168 16,0 0-56-16,0 0 64 0,6 70 30 15,9-56-15-15,5 0-59 16,3-4-73-16,1-6-62 0,2-2-72 16,0-2-79-16,-1-6-52 0,-3-4-12 15,-1-1-22-15,-4-1-28 0,-2 1-91 16,-6-1-177-16,-3 3-212 0,-3 1-68 0,-3 3 119 15,0 2 167-15,-9 3 455 0,-2 0 13 16,0 0 212-16,0 9 129 0,-1 2 69 16,1 7 57-16,5 1-71 0,1 3-64 15,4 1-116-15,1 4-84 0,0 0-48 0,0 2-4 16,5-1 3-16,-1-2 40 0,2 1-3 16,-3-2-60-16,2-2-39 0,-2-2-34 15,-2-1-22-15,0-4-135 0,2-2-115 16,1-4-38-16,-1 0-197 0,2-5-600 0,-2-1-1140 15</inkml:trace>
  <inkml:trace contextRef="#ctx0" brushRef="#br0" timeOffset="100700.468">20565 14435 443 0,'0'0'144'0,"0"0"1465"0,0 0-1114 0,0 0-84 16,0 0-111-16,0 0 11 0,31 73 25 15,-25-41-70-15,-3 4-37 0,-3 3-75 16,0 3-46-16,0-2-31 0,0-2-25 16,0-5-29-16,-3-4-23 0,2-6-18 0,-1-2-16 15,1-4-98-15,-1-7-40 0,-1-1-23 16,3-3-7-16,-1-6-99 0,0 0-157 16,1-3-266-16,-4-9-938 0</inkml:trace>
  <inkml:trace contextRef="#ctx0" brushRef="#br0" timeOffset="101024.954">20563 14451 1299 0,'0'0'1355'0,"0"0"-975"16,0 0-211-16,0 0-51 0,0 0 152 0,0 0 68 16,0 0-59-16,95 21-95 0,-61-13-94 15,5-1-32-15,4-3 1 0,1 2-22 16,5-1-37-16,1-1 0 0,1 1-3 0,-3 2-22 15,2 0-12-15,-8 2-15 0,-2 0-16 16,-5 4 2-16,-6 0-2 16,-9 2 3-16,-4 3-10 0,-9-1 19 0,-5 3 56 15,-2 2 37-15,-14 1 26 0,-6 1-17 16,-2 2 1-16,-7-2-10 0,-2 2 19 16,-2-2 6-16,-4 0-19 0,-2-1-24 15,-6 1-17-15,0-3-2 0,0 0-2 16,0-2-10-16,1-1-1 0,3-4-5 0,5-2-38 15,5-3-43-15,4-5-41 0,7-1-27 16,5-3-50-16,7 0-166 16,3-7-639-16,4 0-845 0,2-8 1544 15</inkml:trace>
  <inkml:trace contextRef="#ctx0" brushRef="#br0" timeOffset="101534.36">22052 14322 238 0,'0'0'2070'0,"0"0"-1573"0,0 0-97 0,0 0-78 16,0 0 25-16,47 94-39 16,-39-57-50-16,-4 8-66 0,-2 4-57 0,-2 1-37 15,0 0-27-15,-6-4-16 0,-2 0-22 16,0-5-33-16,2-5 0 15,0-5-24-15,3-6-10 0,3-9-67 0,-1-6-37 16,1-4-28-16,0-6-66 0,0 0-85 16,0-2-146-16,0-5-166 0,-1-4-495 15,-1 1-409-15,-5-10 1298 0</inkml:trace>
  <inkml:trace contextRef="#ctx0" brushRef="#br0" timeOffset="101792.773">22017 14368 349 0,'0'0'1721'0,"0"0"-1265"16,0 0-172-16,0 0-21 0,0 0 53 16,104-13-14-16,-72 26-60 0,3 4-56 0,2 3-46 15,-3 5-25-15,1 3-22 0,-2 0-19 16,-2 1-34-16,-1 1-21 0,-6-1-16 16,-3 1 19-16,-7 1 5 0,-7 0-26 15,-7 0 1-15,0 5 12 0,-12-3-14 16,-8 0-19-16,-2 1 19 0,-6-3-3 15,0-4-18-15,-4-2 5 0,1-1 4 0,2-7-22 16,-1-3-28-16,0-4-46 0,-1-4-38 16,4-5-77-16,3-1-35 0,2-1-154 15,6-9-222-15,3-5-504 16,6 2-69-16,3-15 878 0</inkml:trace>
  <inkml:trace contextRef="#ctx0" brushRef="#br0" timeOffset="102479.741">22564 14016 375 0,'0'0'381'0,"0"0"1058"0,0 0-973 16,0 0-125-16,0 0-111 0,0 0-13 0,89-35-27 16,-72 32-51-16,3 2-48 0,-4 1-75 15,-1 0-16-15,-4 1-32 0,0 4-46 16,-2 2-11-16,-4 2 1 0,-2 1 15 15,-3 4 9-15,0 0 39 0,-2 4 22 16,-7 0 3-16,-2 2 16 0,-1-2-13 16,2 1 22-16,-4-2-9 0,5-3 35 15,2-3-4-15,2 0 10 0,2-3-29 16,3-2-28-16,0 0-13 0,1 1 13 16,7 1 0-16,4 1 19 0,5 0-4 0,1 0-15 15,3-2-38-15,4-1-133 0,1-3-119 16,-6 1-224-16,12-3-601 0</inkml:trace>
  <inkml:trace contextRef="#ctx0" brushRef="#br0" timeOffset="102916.612">23679 14357 1171 0,'0'0'163'0,"0"0"1076"0,0 0-888 16,0 0-146-16,0 0-42 15,-97 32 40-15,66-6 22 0,-5 6-8 0,-4 10-56 16,1 5-46-16,0 3-6 0,-2 4 22 16,8 3 32-16,2 0-40 0,9-3-33 15,5-2-29-15,6-5-9 0,11-8 3 16,0-5 12-16,11-7 28 0,9-4-46 15,2-6-22-15,6-6-25 0,1-6-2 16,4-3-34-16,0-2-2 0,-2-7-22 16,-4-7-52-16,-3-1-55 0,-6-3-48 0,-5-2-149 15,-6-2-292-15,-4 5-595 0,-6-6-873 16</inkml:trace>
  <inkml:trace contextRef="#ctx0" brushRef="#br0" timeOffset="103071.534">23325 14798 1102 0,'0'0'2054'0,"0"0"-1545"0,0 0-253 16,0 0-96-16,0 0-19 0,0 0 48 16,92 8-6-16,-55-17-183 0,2-4-3 15,2-1-155-15,-4-2-50 0,0 1-147 0,-9 1-253 16,-3 4-478-16,-8 3-75 16,-9 1 146-16</inkml:trace>
  <inkml:trace contextRef="#ctx0" brushRef="#br0" timeOffset="103167.016">23666 14720 551 0,'0'0'290'16,"0"0"446"-16,0 0 579 0,-65 73-906 0,51-51-170 0,1 3-90 15,6-1-27-15,2 3-8 16,3 0 8-16,2 1-46 0,0 0-45 0,0 0 0 0,5-3-31 16,0-1-12-16,3-2-189 15,-2-1-171-15,-2-6-304 0,2 5-972 0</inkml:trace>
  <inkml:trace contextRef="#ctx0" brushRef="#br0" timeOffset="103863.755">24560 14269 1175 0,'0'0'654'16,"0"0"171"-16,0 0-384 0,0 0-116 0,0 0 11 0,21 97-9 15,-15-52-53-15,-4 6-69 0,-2 3-48 16,-5 1-62-16,-3-3-55 0,-1-3-40 16,0-9-30-16,5-6-25 0,3-12-83 15,1-7-66-15,3-7-8 0,6-5-73 16,2-3-243-16,-1-1-563 0,5-17-933 0</inkml:trace>
  <inkml:trace contextRef="#ctx0" brushRef="#br0" timeOffset="104192.156">24584 14337 1011 0,'0'0'137'16,"0"0"1283"-16,0 0-1014 0,0 0-163 0,0 0 76 15,84 22-38-15,-50-10-77 0,5-2-87 16,6 3-52-16,1 1-59 16,6-6-6-16,1 6-28 0,3-3-28 0,-1 1 16 15,2-1-52-15,-4-1 1 0,-2-1 9 16,-6 1-3-16,-6 2 31 0,-8-1 7 16,-6 0-17-16,-10 1 7 0,-8-3 45 15,-7 3 12-15,-2 4 76 0,-12 1 31 0,-6 4 7 16,-7 5-39-16,-7 2-2 0,-4 3-8 15,-3 3-7-15,-1-1-14 16,-4 2-7-16,2 0-3 0,-4 0-21 16,3-4-13-16,-1-2-1 0,9-3 1 0,4-7 11 15,5-5-11-15,8-5-3 0,6-4-103 16,3-5-67-16,5 0-76 0,1-2-158 16,5-9-341-16,0-3-699 0,9 1 444 0</inkml:trace>
  <inkml:trace contextRef="#ctx0" brushRef="#br0" timeOffset="104472.464">25997 14390 1327 0,'0'0'1636'0,"0"0"-1313"0,-2 93-52 16,-4-49 148-16,-3 8 12 0,-2-1-79 15,1-1-141-15,0-3-110 0,1-6-101 16,4-4 0-16,2-6-107 0,1-8-31 0,2-5-65 16,0-8-16-16,0-4 14 0,2-6-166 15,1 0-327-15,0-5-439 0,-3-3-405 16</inkml:trace>
  <inkml:trace contextRef="#ctx0" brushRef="#br0" timeOffset="104714.229">25876 14402 665 0,'0'0'1749'16,"0"0"-1358"-16,0 0-128 0,0 0-20 0,92-25 78 0,-55 25-28 15,3 0-54-15,2 4-6 0,0 8-60 16,1 3-31-16,-4 4-38 0,-3 1-42 15,-7 3-35-15,-4 4-27 0,-11 1-21 0,-5 6-1 16,-9 0 22-16,-6 3 0 16,-14 1 19-16,-8 2 2 0,-9 1-12 15,-5 0-9-15,-3-2-15 0,2-6 14 0,-1-4-20 16,7-8 5-16,4-6-8 0,6-9-105 16,5-5-50-16,3-2-44 0,5-13-119 15,5-5-293-15,7-9-662 0,0 4-732 16,2-22 2029-16</inkml:trace>
  <inkml:trace contextRef="#ctx0" brushRef="#br0" timeOffset="105033.763">26574 13914 447 0,'0'0'2138'0,"0"0"-1572"16,0 0-177-16,0 0-77 15,0 0-69-15,0 0-121 0,0 0-87 16,0 0-35-16,0 0 0 0,0 0 0 0,0 0 19 16,42 81-18-16,-50-62-1 0,-4 6-16 15,1-2 15-15,0 4 0 0,6-1-18 16,-2-2 1-16,7 1 2 0,0-3 14 16,4-2-16-16,1-1 17 0,4-1 0 0,1-3-11 15,2-1-29-15,-1-3 22 0,-3 0 18 16,0-3 1-16,-4 2-1 0,-4-1-2 15,0 0-18-15,-8 1 21 0,-7 2 0 16,-5 0-22-16,-1 1-4 0,-7-1-52 0,2-2-111 16,-2-1-111-1,0-3-195-15,9-4-508 0,-7 2-863 0</inkml:trace>
  <inkml:trace contextRef="#ctx0" brushRef="#br0" timeOffset="105600.849">27443 14229 168 0,'0'0'1126'15,"0"0"15"-15,0 0-831 0,0 0-82 16,0 0-20-16,0 0 9 0,0 0 2 0,0 0-20 15,-92 70-30-15,61-28-39 0,-1 10 1 16,-3 4 58-16,1 7-19 0,0 2-41 0,4 1-33 16,3-5 5-1,5-3-13-15,8-8-14 0,7-7-13 16,7-10-13-16,5-7-48 0,10-7-3 16,3-6-39-16,1-5-19 0,1-4-34 0,3-4-46 15,-1-6-80-15,1-5-107 0,-3-8-158 16,-7 1-292-16,-3 2-486 0,-10-8-507 0</inkml:trace>
  <inkml:trace contextRef="#ctx0" brushRef="#br0" timeOffset="105770.684">27102 14715 215 0,'0'0'590'0,"0"0"1026"0,0 0-1184 0,0 0-169 16,0 0-36-16,0 0 87 0,0 0 23 16,0 0-55-16,80-1-124 0,-36 1-105 15,6-6-53-15,2-5-25 0,1-3-50 0,1-3-49 16,-8 1-82-16,-4-1-93 15,-9 0-88-15,-7 1-144 0,-7 2-199 16,-7 2-408-16</inkml:trace>
  <inkml:trace contextRef="#ctx0" brushRef="#br0" timeOffset="105884.402">27557 14564 812 0,'0'0'173'0,"0"0"-92"16,0 0 1333-16,0 0-953 0,-21 86-119 0,19-55-94 16,2 3-33-16,-3 2 18 0,3 0 43 15,-3-1-84-15,0 1-43 0,2-4-29 16,-2-1-31-16,0-3-55 0,-1-4-34 15,1-4-78-15,-3-2-234 0,1-5-143 16,0-2-710-16,-5 1-1469 0</inkml:trace>
  <inkml:trace contextRef="#ctx0" brushRef="#br0" timeOffset="106005.301">28001 15089 2168 0,'0'0'0'0,"0"0"-665"0</inkml:trace>
  <inkml:trace contextRef="#ctx0" brushRef="#br0" timeOffset="143299.484">2115 9903 987 0,'0'0'0'16,"0"0"-52"-16,0 0-212 0,0 0-46 15,0 0 189-15,0 0 121 0,0 0-13 0,0 0-124 16</inkml:trace>
  <inkml:trace contextRef="#ctx0" brushRef="#br0" timeOffset="144100.029">2638 9637 779 0,'0'0'111'16,"0"0"3"-1,0 0 475-15,0 0 437 0,0 0-605 16,0 0-57-16,0 0-85 0,0 0-21 16,0 0 0-16,0 0-69 0,-17-69-52 0,8 66-35 15,-3-1-50-15,0 1-6 0,-1 1-18 0,-3 2-13 16,0 0-12-16,-4 0 9 0,0 4-1 15,-6 4-11-15,0 4-16 0,-6 5-2 16,-4 4-22-16,0 1 37 0,-3 8-19 16,-3 4-5-16,-2 5 11 15,0 4-11-15,-3 6 5 0,1 3-3 0,-6 7-3 16,2 1 25-16,-1 5 1 0,-1 1-25 16,1 0 11-16,3 2 5 0,2 0 11 15,4 0 0-15,3 1 0 0,4-2-2 16,0 2-11-16,1 0 12 0,4 1 0 15,0 0-16-15,4 1 14 0,0-1-10 0,1 0 1 16,4 1-4-16,-2 1 16 0,4 3-12 16,0 0 10-16,2 3 1 15,0 0-1-15,2-1 1 0,4-3-2 16,0-1-16-16,4 0 19 0,-1 0-1 0,3 1-24 16,1 1 24-16,1 2-14 0,-1 2 12 0,1 1 0 15,1 0 3-15,1 1-3 0,1 0 0 16,0-1-8-16,0 2 11 0,3-3 0 15,3-1 0-15,-2 0-2 0,3-1-14 16,3-3 15-16,-1-1-11 16,3-1 9-16,0 1-16 0,2-1-25 15,1 1 43-15,1-3 1 0,0 3 0 16,1 0 0-16,2-1 0 0,0 2 3 16,-2-1-1-16,2-1 14 0,-2-2-13 0,3 0-3 15,-2-3 0-15,3-1 13 0,2-2-13 0,2-2 1 16,0-2 1-16,3 0 10 0,1-4 16 15,1 2-12-15,2-3 27 0,4 1 29 0,0-3-51 16,0 1-19-16,0 0-1 16,3-1 1-16,1 1 2 0,-2-1-1 15,-1-2 12-15,1 2-14 0,-2-2-1 0,1-2-2 16,1-3 1-16,-2 2 1 0,1-3 3 16,2-2 13-16,-3-4-1 0,0 0-13 15,0-2 9-15,-1-1-11 0,-1-4 0 16,1 2 2-16,2-2 0 0,-1-1 10 15,-1-2-12-15,0-2-3 0,-1-4-16 0,1 0 7 16,-2-4-4 0,-1-2-15-16,-2-3 10 0,-1-2 5 15,-3-2 4-15,-3-2 10 0,-3-5-1 0,-4 1-25 16,-6-2-16-16,-2-2-27 0,-3 0-13 16,-5 0-19-16,0 0-14 0,-2 0 26 0,-9 0-42 15,-2 0-104-15,-6-2-98 0,-4 1-89 16,3 1-105-16,-13-3-625 0</inkml:trace>
  <inkml:trace contextRef="#ctx0" brushRef="#br0" timeOffset="144374.063">2378 15801 1387 0,'0'0'1216'0,"0"0"-1065"0,0 0-149 0,0 0 63 16,0 0 121-16,0 0 48 0,60 78-59 15,-41-58-58-15,0 0 7 16,2-1 5-16,2-1 19 0,0 3-44 0,-1-5-28 16,4 0-33-16,-2-2 13 0,-1-3 25 15,-1-3 0-15,-2-4-16 0,-1-4 3 16,0 0-25-16,-1-9 4 0,0-7-4 16,2-7 3-16,1-7-18 0,0-9-18 15,0-9-10-15,-1-6-18 0,1-7-44 16,0-1-3-16,1 1-9 0,-3 4-65 0,1 7-60 15,-2 7-71-15,-3 8-135 0,-2 9-192 16,-6 7-502-16,-1 4-565 0</inkml:trace>
  <inkml:trace contextRef="#ctx0" brushRef="#br1" timeOffset="147883.298">3110 16215 2572 0,'0'0'431'0,"0"0"-204"0,0 0-109 15,0 0 114-15,0 0 162 0,0 0-68 0,0 0-66 16,0 0-91-16,18 69-52 0,-18-32-37 0,0 8-41 16,0 6-36-1,-7 4-3-15,0 0-15 0,0-1 0 16,-1-1-7-16,-2-6-20 0,3-2-5 16,-2-4-51-16,2-6-37 0,-1-1-14 0,-1-6 19 15,2-4-22-15,-3-4-12 0,4-5-37 0,-1-9-52 16,-1-4-72-16,1-2-95 0,0-5-258 15,-2-9 80-15,4-3 416 0,0-6-431 16,5-4 251-16,0 0 121 0,0 2 120 16,8 4 121-16,-1 3 375 15,6 5 189-15,0 5 39 0,0 2-28 16,3 4-106-16,2 2-109 0,1 0-75 0,3 0-59 16,1 2-35-16,0 5-37 0,0 2-37 15,1-1-33-15,1 1-20 0,2-1-14 16,-2-2-25-16,4-1 3 0,-2-4-28 15,-3-1-3-15,1 0-94 0,-6-1-42 0,1-5-75 16,0-2-96-16,-4-2-167 16,-2 1-310-16,-1-10-675 0</inkml:trace>
  <inkml:trace contextRef="#ctx0" brushRef="#br1" timeOffset="148105.786">3532 16288 2722 0,'0'0'456'0,"0"0"-456"0,0 0-23 0,0 0 23 16,0 0 112-16,0 0 171 0,-3 74-5 16,3-44-149-16,0 2-63 15,0 5 16-15,0 3-1 0,3 2 7 0,-2 3-11 16,2 3-18-16,-3 1-3 0,3-1-13 16,-3-2-31-16,3-8-12 0,-3-5-22 15,3-9-24-15,-2-5-44 0,1-11-63 16,1-5-45-16,0-3-125 0,3-9-218 0,0-1-474 15,6-17-592-15</inkml:trace>
  <inkml:trace contextRef="#ctx0" brushRef="#br1" timeOffset="148291.381">3885 16724 3306 0,'0'0'431'15,"0"0"-340"-15,1 74-72 16,-1-45 22-16,-1 5 167 0,-2-3 60 15,-1-5-172-15,-1-5-96 0,1-6-86 16,1-8-20-16,0-3-6 0,2-4-42 16,0-4-94-16,-2-10-164 0,0 2-220 15,-3-22-1482-15</inkml:trace>
  <inkml:trace contextRef="#ctx0" brushRef="#br1" timeOffset="148412.68">3846 16564 3052 0,'0'0'481'0,"0"0"-481"0,0 0-54 16,0 0 54-16,0 0 54 16,0 0-54-16,0 0-155 0,0 0-303 15,82-35-602-15,-66 18-711 0</inkml:trace>
  <inkml:trace contextRef="#ctx0" brushRef="#br1" timeOffset="148717.345">4198 16767 2977 0,'0'0'508'0,"0"0"-290"0,-9 67-41 0,5-46 140 0,1-2-10 15,0-5-140-15,3-5-158 0,0-6-9 0,0-3-96 16,0 0 41-16,3 0 2 0,4-5-27 16,2-3 30-16,3-2 19 0,2-3-40 15,0-1-20-15,-4-2-16 0,0 1 29 16,-1 1 5-16,-2 2 7 0,-1 5 16 15,0 2 3-15,-2 4-26 0,-1 1 73 0,2 4 63 16,0 4 54-16,-1 5 5 0,0 4-30 16,1 4-26-16,-2 3-10 0,-2 2-12 15,1 2-23-15,-1-2-18 0,-1-3 9 16,2-3-11-16,-1-6-1 0,2-3-18 0,-2-6-44 16,2-4-142-16,0-1-23 15,3-8-10-15,1-6-203 0,-1 1-223 0,7-19-471 16</inkml:trace>
  <inkml:trace contextRef="#ctx0" brushRef="#br1" timeOffset="148961.848">4829 16271 2183 0,'0'0'810'0,"0"0"-583"0,0 0-192 15,-19 91-12-15,6-48 209 0,-1 7 207 16,2 4-104-16,0 5-143 0,1 3-71 15,4 0-1-15,1 1-46 0,3-4-22 16,3-4-49-16,0-8-1 0,9-9-2 16,4-9-12-16,4-8-93 0,2-7-6 0,1-5 50 15,2-5 2-15,-1-4-25 0,1 0-30 16,0-6 2-16,-4-4 62 0,-5-1-111 16,-4-3-87-16,-6 0-120 0,-3 0-41 15,-4-1-104-15,-4 4-109 16,-16-6-198-16</inkml:trace>
  <inkml:trace contextRef="#ctx0" brushRef="#br1" timeOffset="149113.775">4506 16775 2001 0,'0'0'692'0,"0"0"-226"0,0 0-62 15,0 0-101-15,0 0-70 0,0 0-77 16,-20 76-47-16,36-63-4 0,11-3-28 16,6-1-33-16,5-5-35 0,8-4-9 15,0-2-71-15,0-9-3 0,-4-1-38 0,-3-5-81 16,-3 1-118-16,-6-1-244 0,-11 4-606 15,5-2-373-15</inkml:trace>
  <inkml:trace contextRef="#ctx0" brushRef="#br1" timeOffset="149457.654">2775 17769 2500 0,'0'0'365'0,"0"0"-247"16,0 0-95-16,85-44 28 0,-47 29 183 15,1 0 17-15,4 4-115 0,2 3-79 0,5 0 34 16,2 3 4-16,4 1 8 0,3 3-30 15,3-1-32-15,3 2-1 0,7 0 10 0,4 0-3 16,8 0 9-16,8 0 27 16,2-4-21-16,1-1-43 0,2 0-8 15,-2 0-11-15,-3-1-2 0,-3 2-19 0,-1 2-26 16,-3 0-46-16,-5-1-28 0,-1 1-35 16,-3 1-15-16,-5 1 45 0,-8 0-19 15,-7 0 142-15,-11 1-140 0,-15 1-897 16,2-1-815-16</inkml:trace>
  <inkml:trace contextRef="#ctx0" brushRef="#br1" timeOffset="149985.216">6101 16824 2917 0,'0'0'384'0,"0"0"-123"0,0 0-163 0,96 24-35 16,-53-21 35-16,0-3-29 0,-1 0-3 16,1-6-48-16,-4-6-18 0,-3-3-113 15,-1-4-89-15,-5 0-122 0,-4-1-188 0,-9 4-274 16,-1-3-687-16</inkml:trace>
  <inkml:trace contextRef="#ctx0" brushRef="#br1" timeOffset="150166.228">6397 16973 2723 0,'0'0'389'0,"0"0"-217"15,1 81-105-15,4-48 102 0,-1 2 131 0,-1-3-80 16,-2-2-135-16,-1-2-85 0,0-4-40 0,0-4-56 15,0-2-13-15,-4-2-11 0,0-2-51 16,-5-5-45-16,-4 2-119 0,0-4-219 16,0-1-243-16,-12 0-568 0</inkml:trace>
  <inkml:trace contextRef="#ctx0" brushRef="#br1" timeOffset="150341.555">6106 17384 111 0,'0'0'2240'16,"0"0"-1509"-16,0 0-364 0,0 0-114 15,0 0-48-15,105 8 43 0,-72-4-52 16,2-2-56-16,-1 1-17 0,2-3-6 0,2 0-34 16,-1 0-46-16,-1-5-37 0,0-4-12 15,0-2-96-15,2-2-46 0,-3-2-35 0,0-3-66 16,-6 0-147 0,-1-2-257-16,-10 4-452 0,5-5-428 0</inkml:trace>
  <inkml:trace contextRef="#ctx0" brushRef="#br1" timeOffset="150469.482">6825 17234 1243 0,'0'0'2338'16,"0"0"-1922"-16,0 0-296 0,0 0-73 15,0 0 34-15,88 43 99 0,-62-41 54 16,1-2-175-16,2-11-59 0,4-3-145 0,0-10-41 16,-1-4-62-16,0-2-174 0,-3-5-176 15,-9 8-395-15,4-16-206 0</inkml:trace>
  <inkml:trace contextRef="#ctx0" brushRef="#br1" timeOffset="150748.82">7002 16888 2519 0,'0'0'627'0,"0"0"-410"0,-19 83-217 0,16-48 25 16,3 7 7-16,0 2 231 0,2 2 89 0,7 0-126 15,2 1-136-15,2-1-46 0,3 0 5 16,1-2 1-1,-1 0-29-15,1 0-18 0,-1-1-1 0,0-3-2 16,-1-2-1-16,-4-3-2 0,-1-3 1 0,-1-1 1 16,-4-1 1-16,-2-4-1 15,-3 0-33-15,0-1 13 0,-7-5 18 0,-1-1 1 16,-7-3-48-16,-2-2 0 0,-6-2-15 16,-2-5 12-16,-4-2 13 0,-8-2-10 15,0-3-16-15,-4 0-10 0,1-8 7 16,-3-3-38-16,4-4-63 0,4-1-113 0,8 1-351 15,-5-9-345-15</inkml:trace>
  <inkml:trace contextRef="#ctx0" brushRef="#br1" timeOffset="151313.247">8233 16810 1752 0,'0'0'470'16,"0"0"-159"-16,0 0-102 0,0 0 10 0,0 0-11 0,0 0-45 15,0 0-17 1,85 91-13-16,-73-44 13 0,-1 7-30 0,-5 6-37 15,-2 2 2-15,-2-2-23 0,-2-2-27 0,0-5-9 16,0-8-20-16,0-6-2 0,0-12-22 16,0-6-70-16,0-8-27 15,0-5-4-15,0-6-15 0,0-2-37 16,0-2-51-16,0-8-81 0,0-4-151 16,0 1-164-16,0-15-392 0</inkml:trace>
  <inkml:trace contextRef="#ctx0" brushRef="#br1" timeOffset="151466.425">8311 17172 1752 0,'0'0'671'0,"0"0"-101"0,0 0-256 0,0 0-101 16,86 28 2-16,-57-19-20 0,1-2-6 0,0-3-61 15,2-1-66-15,0-3-62 16,1-4-78-16,0-4-110 0,-3-5-57 0,-1-1-33 16,-3-2-114-16,-4-1-200 15,-4 3-186-15,8-8-678 0</inkml:trace>
  <inkml:trace contextRef="#ctx0" brushRef="#br1" timeOffset="151658.576">8721 16929 2308 0,'0'0'416'0,"0"0"-207"0,0 0-154 0,-1 75 9 16,4-42 118-16,1 3 63 0,3 3-20 0,0 3-92 15,2 2-74-15,-1 0 4 0,3-2 0 16,-1 0-38-16,0-3-25 0,0-3-66 15,0-4-104-15,-1-5-16 0,2-4-65 16,-2-4-65-16,3-4-176 0,-4-8-165 16,5-2-559-16</inkml:trace>
  <inkml:trace contextRef="#ctx0" brushRef="#br1" timeOffset="152032.595">9263 17360 13 0,'0'0'1927'16,"0"0"-1357"-16,0 0-367 0,0 0-125 0,0 0 31 15,0 0 42-15,0 0 53 0,0 0 7 16,26 82-66-16,-22-63-40 0,2 1-26 0,-3 0-20 15,0-1-30-15,-3 0-4 0,0 1-25 16,0-5-15-16,0 1-108 16,0-4-47-16,-3-5-56 15,0 0-80-15,2-6-244 0,-1-1-427 0,2-4-449 16</inkml:trace>
  <inkml:trace contextRef="#ctx0" brushRef="#br1" timeOffset="152349.087">9837 17180 2827 0,'0'0'586'0,"0"0"-380"0,0 0-206 16,0 0-149-16,0 0 79 0,0 0 67 16,0 0-13-16,0 0-156 0,0 0-287 15,81-6-230-15,-68 0-396 0</inkml:trace>
  <inkml:trace contextRef="#ctx0" brushRef="#br1" timeOffset="152507.149">10256 17140 737 0,'0'0'2345'0,"0"0"-1760"15,0 0-411-15,0 0-174 0,0 0-57 0,0 0-69 16,0 0 31-16,0 0-51 0,0 0-103 15,0 0-149-15,85-49-177 0,-72 37-395 16,13-9-255-16</inkml:trace>
  <inkml:trace contextRef="#ctx0" brushRef="#br1" timeOffset="152646.147">10599 17024 893 0,'0'0'1177'0,"0"0"-730"0,0 0-99 0,0 0-137 0,0 0 13 0,0 0-7 16,0 0-28-16,0 0-25 0,88 57-4 0,-72-51-6 15,-2-3-154-15,0-3-21 0,3 0-143 16,-3-3-53-16,3-1-58 0,-1-3-165 16,-4 3-376-16,-2-3-1127 0</inkml:trace>
  <inkml:trace contextRef="#ctx0" brushRef="#br1" timeOffset="153592.693">11837 16626 2236 0,'0'0'588'15,"0"0"-223"-15,0 0-167 0,0 0-7 16,49 98 64-16,-36-57 23 0,-3 8-54 0,-4 4-54 15,-5 3-77-15,-1-3-38 0,0-2-27 16,-4-3-13-16,0-6-13 0,-2-7-2 0,2-6-15 16,-1-4-56-16,4-5-25 0,-2-8-43 15,3-2-10-15,-1-4-16 0,1-6-31 16,0 0-69-16,0-4-30 16,0-4 55-16,0-5 57 0,0-4 6 15,-3 0 138-15,-2-2 39 0,2-2 87 0,-3 0 3 16,0 4-22-16,3 1 38 0,0 6 9 15,1 5 61-15,2 3 11 0,0 2-9 16,6 0 11-16,10 6 35 0,4-2-34 16,9 3-23-16,6 0-28 15,2-1-28-15,0-1-46 0,5-2-16 0,0-3-31 16,1 0-16-16,2-8-2 0,3-5-77 16,-5-5-40-16,-2-3-59 0,-3-4-73 15,-3-3-87-15,-4-2-234 0,-8 5-636 0,5-13-667 16</inkml:trace>
  <inkml:trace contextRef="#ctx0" brushRef="#br1" timeOffset="153808.214">12344 16667 2697 0,'0'0'453'16,"0"0"-306"-16,0 0-121 0,0 88 34 15,2-52 130-15,1 4 151 0,0 5-96 16,1 2-86-16,-1 0-53 0,5 1-26 15,-3 1-9-15,-2-1-6 0,0-1-28 0,-3-3-22 16,0-2-15-16,0-5-17 0,0-5-94 16,0-5-31-1,1-3-32-15,-1-5-4 0,1-1-24 0,2-6-34 16,0-4-133-16,2-3-237 0,-2-4-207 16,5-3-742-16</inkml:trace>
  <inkml:trace contextRef="#ctx0" brushRef="#br1" timeOffset="154002.094">12710 17223 2950 0,'0'0'499'16,"0"0"-387"-16,0 0-110 16,-38 81 12-16,25-50 134 0,2 4 138 0,-1 1-119 15,3 0-105-15,3-2-18 0,3-8-16 0,3-4-28 16,0-4-34-16,6-9-138 0,4-4-57 15,4-5-75-15,4-2-180 0,-2-7-295 16,15-17-366-16</inkml:trace>
  <inkml:trace contextRef="#ctx0" brushRef="#br1" timeOffset="154226.259">12928 17234 91 0,'0'0'1620'0,"0"0"-1023"0,0 0-168 15,0 0-246-15,0 0 80 0,-83 25-43 16,61-10 15-16,0 3-87 0,1 5-31 15,1 1-26-15,2 2 22 0,2 1 65 0,6-1-35 16,0-1-106-16,5-1-37 0,3-4-11 16,2-1-5-16,2-3-9 0,7-2-3 15,3-1-9-15,2-4 0 16,2-1 15-16,1-3-24 0,5-3-23 0,1-2-31 16,3 0-61-16,3 0-56 0,0-4 49 15,-2-3 165-15,-5 1-143 16,0-2-276-16,-7 2-562 0,3-5-677 0</inkml:trace>
  <inkml:trace contextRef="#ctx0" brushRef="#br1" timeOffset="154711.771">14185 17123 117 0,'0'0'2383'0,"0"0"-1941"16,0 0-58-16,0 0-248 0,66 70-18 16,-48-39 18-16,-4 3 90 0,-6 2-77 15,-2 1-71-15,-3-1-44 0,-1-5-15 16,-2-5-19-16,0-5 0 0,0-6-56 0,0-6-83 16,0-4-56-16,0-3-67 0,-2-2-94 15,-4-3-125-15,1-3-72 16,-13-13-41-16</inkml:trace>
  <inkml:trace contextRef="#ctx0" brushRef="#br1" timeOffset="154857.707">13914 16937 271 0,'0'0'2386'0,"0"0"-2039"0,0 0-182 0,102 12-165 15,-60-6-41-15,4 1 12 0,-4-1-61 16,1-1-196-16,-11-3-406 0,13-2-991 0</inkml:trace>
  <inkml:trace contextRef="#ctx0" brushRef="#br1" timeOffset="155132.13">14719 17052 2406 0,'0'0'451'0,"0"0"-220"0,0 0-132 15,-59 71 45-15,38-49 135 0,3 0-1 16,1-3-83-16,6-4-129 0,3-4-66 0,4 0-1 15,4-7-40-15,6 3 9 0,8-3 32 0,9 5 3 16,5-2 16 0,3 0-16-16,0 0-1 0,0 1-1 15,-2 1-1-15,-4-2-12 0,-5 3 9 16,-3 1-22-16,-4 1-17 0,-4 2-5 16,-4 2 45-16,-3 2 2 0,-2 3 3 0,-7 2 44 15,-8 2-47 1,-3 0-39-16,-3-3-14 0,-5 1 9 0,2-5-35 0,-2-3-12 15,0-2-42-15,0-5-58 0,0-3-61 16,3-3-149-16,6-2-255 0,0-6-403 0</inkml:trace>
  <inkml:trace contextRef="#ctx0" brushRef="#br1" timeOffset="155628.109">15849 17162 2526 0,'0'0'435'0,"0"0"-131"16,0 0-215-16,0 0-16 0,0 0 51 15,0 0 50-15,0 0-22 0,-80 54-58 16,63-21-12-16,0 7 12 0,2 5 15 0,0 2 3 16,2 1-10-16,3-9-22 0,3-6-46 15,3-10-32-15,4-8-2 0,0-5-33 16,0-9-82-16,8-1-18 15,5-8 30-15,5-7 13 0,3-4 36 0,2-5 9 16,0-2-11-16,-1-2 12 0,-1 3 16 16,-2 1 28-16,0 6 2 0,-3 6-2 15,0 4 1-15,-5 7 32 0,1 1 32 16,-2 6-33-16,-1 7 16 0,2 2-11 16,-2 5-2-16,1 2-14 0,0 3 1 0,-2 0-22 15,3-1-11-15,1-2 10 16,3-5-99-16,6 0-118 0,5-9-88 0,6-3-188 15,-5-4-276-15,14-5-893 0</inkml:trace>
  <inkml:trace contextRef="#ctx0" brushRef="#br1" timeOffset="157475.273">17132 16831 1463 0,'0'0'374'0,"0"0"-75"0,0 0-153 16,0 0 67-16,0 0 90 0,0 0-11 15,0 0-87-15,0 0-46 0,0 0-32 0,0 0 18 16,26-17 29-16,-26 17-17 15,0 1-54-15,0 2-37 0,-4 0-29 0,-4 5-37 16,-9 3-3-16,-6 7-19 0,-3 4-9 0,-4 4 6 16,-1 4 7-16,4 0-1 15,4-4-3-15,3-2 6 0,7-4 13 0,3-5-9 16,1-4-13-16,8 0-1 16,1-4-6-16,1 0-18 0,12-1 0 15,6-1 6-15,5 1 22 0,5 0 21 0,3 1-1 16,-2 0-1-16,1 2 3 0,-3 0 2 15,-5 3 32-15,-2 1-8 0,-3 0-4 16,-6 2-7-16,-2 2 4 0,-6 0-6 16,-1 2 2-16,-3-1 7 0,0-1-9 15,0-1 2-15,-4-3 8 0,-1-1-4 0,-2-3 12 16,-1-3-3-16,-1-2-28 16,-1-3-12-16,-6-1-64 0,4-4-21 15,-5-7-35-15,0-3-36 0,1-6-34 0,4-2-44 0,3-2-126 16,4-2-121-16,5 5-104 0,3-7-441 0</inkml:trace>
  <inkml:trace contextRef="#ctx0" brushRef="#br1" timeOffset="157782.066">17348 17016 1544 0,'0'0'532'16,"0"0"-120"-16,0 0-125 0,0 0-24 0,31 71-30 0,-29-49-38 15,0-1-8-15,-1 0-33 0,-1-3-50 16,4-4-67-16,-2-5-37 0,-1-2-35 0,4-4-103 15,0-3-20-15,4 0 31 0,4-6-16 16,0-6-13-16,3-3 5 0,0-4 0 16,-1-2 74-16,-3 1 77 0,-2-2 13 0,-1 2 19 15,-5 1 7-15,-1 1-10 0,1 4 0 16,-4 6 44 0,0 4 52-16,0 4 29 0,0 0-2 15,0 7-28-15,0 5-10 0,0 4-26 0,0 1-15 16,0 6-23-16,0-1-3 0,0 0 16 15,-3-4-3-15,2-3-50 0,1-4-10 16,0-6-64-16,0-3-134 0,0-2-23 0,0-2 37 16,3-8-52-16,4-7-84 0,-2 1-268 0,7-17-622 0</inkml:trace>
  <inkml:trace contextRef="#ctx0" brushRef="#br1" timeOffset="158144.255">17664 16534 1512 0,'0'0'624'16,"0"0"-178"-16,0 0-162 0,0 0-8 16,0 0-12-16,41 84 3 0,-35-50-40 0,-3 6-41 15,2 5-43-15,-4 1-31 0,2 2-28 16,1 0-57-16,-3-4-27 0,2-5-13 16,0-2-18-16,-1-6-25 0,2-5-3 15,-1-3 19-15,3-9 12 0,-2-2 3 0,3-3-6 16,0-3-13-16,1 1 0 0,1-1 22 15,3 1 19-15,0 1-17 16,2 2 8-16,1 1 11 0,0 1-1 16,0 0 2-16,-1 1 0 0,-1-1 0 0,-4-1-2 15,1 0 0-15,-4-2 2 0,-3 0 22 16,0 0 19-16,-3-2 19 0,0 3-20 16,-3 0 1-16,-5 0-29 0,-4 1-12 15,-3-1 1-15,-1 2 12 0,-3-4-10 0,-1 1-1 16,0-3 0-16,1-3-2 15,-2-3-6-15,-1 0-29 0,3-2-52 16,1-5-58-16,0-4-50 0,3-3-73 0,3-2-128 0,4 4-244 16,3-10-538-16</inkml:trace>
  <inkml:trace contextRef="#ctx0" brushRef="#br1" timeOffset="159077.052">18413 16950 1357 0,'0'0'371'0,"0"0"-76"0,0 0-29 16,0 0 83-16,0 0-17 0,0 0-64 16,0 0-92-16,56 87-78 0,-48-57-22 15,-3-1 3-15,-2 2 19 0,0 0-3 0,-3-2-39 16,0-2-34-16,0-4-22 0,0-5 0 15,0-5-19-15,0-5 4 16,0-3-10-16,0-3-4 0,0-1 17 0,0-1-17 16,0 0-5-16,3-7-10 0,1-3-13 15,3-5-16-15,-1-6 41 0,2-1 13 16,0-4 18-16,1 1-37 0,-1 0 35 16,0 3 3-16,-1 7-2 0,0 3-20 0,-1 4 8 15,0 6 14-15,1 2 35 0,1 1 50 16,1 7 1-16,0 3-36 0,-2 4-6 15,1 2-6-15,-2 3-6 0,-3 2-20 0,0 2 7 16,-3-4 0-16,2 3 19 0,-2-4-7 16,0-3-9-1,0-3-6-15,0-4-16 0,0-3 0 0,0-3-16 16,0-3 0-16,0 0-53 0,0 0-38 16,0-2-47-16,0-5-72 0,1-4-93 0,-1 3-260 15,2-10-519-15</inkml:trace>
  <inkml:trace contextRef="#ctx0" brushRef="#br1" timeOffset="159380.561">18732 17110 2059 0,'0'0'550'16,"0"0"-257"-16,0 0-97 0,0 0 101 0,0 0-34 16,0 0-71-16,0 0-50 0,77 74-38 15,-71-60-17-15,0-3-27 0,0-2-60 16,1-4-4-16,-1-1-36 0,2-4-22 15,1 0 18-15,4-7 13 0,0-5-11 16,3-4-46-16,-2-2-32 0,3-2 1 0,-5-1 49 16,0 0 26-16,-4 1-1 0,-4 2-15 15,-2 2 6-15,-2 3 41 0,-6 2 13 16,-7 4 39-16,-1 3-27 0,-3 2 33 16,1 2 9-16,-3 4 18 0,4 7-5 0,-2 2-20 15,3 6-6-15,-2 0-13 16,1 3-9-16,1-2-19 0,3-1-15 15,-1-5-89-15,4 0-86 0,2-6-132 16,1-2-227-16,4-3-121 0,1-3-344 0</inkml:trace>
  <inkml:trace contextRef="#ctx0" brushRef="#br1" timeOffset="159624.106">19030 16943 1277 0,'0'0'747'0,"0"0"-216"0,0 0-202 0,0 0-127 15,0 0-61-15,83 50-45 0,-75-32-4 16,-4 4 57-16,-1 1-10 0,-3 4-19 16,0 1-35-16,0 2-35 0,-1-2-20 15,-4-2-30-15,2-3-1 0,-1-6-24 16,1-4 7-16,0-7 2 0,3-4-3 0,0-2-44 0,0-2 28 16,4-10 13-16,4-7-25 0,0-6 35 15,7-8-23-15,1-3-6 0,2-6-10 16,1 3-38-16,1 2-28 15,2 5-49-15,-5 5-68 0,0 6-258 0,-6 8-250 16,1 1-687-16</inkml:trace>
  <inkml:trace contextRef="#ctx0" brushRef="#br1" timeOffset="160098.938">19423 16984 1982 0,'0'0'693'0,"0"0"-285"0,-10 67-188 0,5-39 3 0,-1-1 2 16,1-2-65-16,1-1-113 0,3-6-47 15,1-4-122-15,0-3-1 0,5-7-1 16,6-4 4-16,4-1 2 0,4-8 0 16,3-9 3-16,4-1 13 0,-1-3 37 15,0-1 49-15,1 0 4 0,-3 4 8 16,-1 3-9-16,-3 4 13 0,-2 3 41 0,-6 3 43 16,-2 5 44-16,-3 1-4 0,-3 0 10 15,-1 9-4-15,-2 1 6 0,0 3-44 0,0 4-14 16,0-3-15-16,0 3 9 15,0-4 5-15,2-4-48 0,2-5-29 16,4-3-73-16,1-1-9 0,5 0 57 16,1-4 25-16,3-6 0 0,2-2-3 15,1-2-38-15,-2 2-6 0,0 0-3 0,-5 3 12 16,1 7 18-16,-4 2 20 16,-2 2 63-16,-1 8-6 0,-2 1 2 0,-3 1 1 15,2 2-10-15,-2-1 11 16,-3-2-21-16</inkml:trace>
  <inkml:trace contextRef="#ctx0" brushRef="#br1" timeOffset="162496.729">20185 17108 1815 0,'0'0'321'15,"0"0"-140"-15,0 0-9 0,0 0 37 0,0 0 23 16,0 0-65-16,0 0-46 0,-87-12 10 16,71 21 101-16,1 4-36 0,-2 2-70 15,3 4-26-15,0 5-36 0,2-1 23 0,2 1-40 16,4 0-10-16,3-4-37 0,3-4-25 15,0-7-12-15,0-4 3 16,0-3-10-16,6-2-29 0,2-1 29 0,0-5 41 0,3-1 1 16,1-4-20-16,1-1-13 0,-1-2 4 15,0 0-4 1,0-1 17-16,-1 4-17 0,1 3-28 16,-3 3 47-16,2 3 6 0,-2 2 10 15,-1 0 56-15,1 7 14 0,0 1-14 0,-4 1-12 16,0 0-16-16,-2 1-24 0,0-3-3 0,-2 2-1 15,2-6-2-15,-1-2-36 16,0-1-47-16,2-2-66 0,2-10-23 0,3-3-11 16,4-6-45-16,1-4-75 0,3-6-195 15,0-7-208-15,0-2-21 0,-3-7-57 16,0-3 777-16,-2-2 9 0,0-4 0 16,-1-1-68-16,-2 2 68 0,-2 2 196 0,-2 3 65 15,1 4-261-15,-3 9 22 0,-1 5 21 16,-1 7 674-16,1 9-187 15,-2 6-66-15,0 4-115 0,0 5-75 0,0 1-68 16,0 0 14-16,0 2 66 0,-2 5-52 16,-1 5-17-16,0 5 21 0,2 7-70 0,-2 8-8 15,2 6-46-15,1 6 83 16,0 9-65-16,0 4-90 0,0 5-39 16,1 1-3-16,2 1-21 0,-2-5-13 0,-1 1-36 15,3-6-31-15,-1-4 6 0,1-3-22 16,3-4-4-16,-1-6-15 0,4-6-122 15,5-5-98-15,2-8-193 0,-1-6-139 16,10-7-531-16</inkml:trace>
  <inkml:trace contextRef="#ctx0" brushRef="#br1" timeOffset="162982.86">21677 16843 2741 0,'0'0'552'15,"0"0"-412"-15,0 0-140 0,0 0 57 0,0 0 54 16,-92 80-13-16,76-61-10 0,3-3-22 16,5 1-65-16,5-3-1 0,3-2-18 15,4-2 18-15,11-1 2 0,6-2 1 16,6 2 16-16,5-2-19 0,0 1-3 0,0-3 3 15,-1 2 15-15,-3 0 4 0,-5 2 22 16,-6-2 12-16,-3 1-6 0,-8 3 73 0,-4 1-54 16,-2 0-20-16,-6 1 44 0,-8 3-52 15,-3 0-23-15,-5 0-12 16,-3-2-3-16,-1-4 0 0,3-1-80 16,1-5-39-16,4-4-9 0,2 0 2 0,2-8-122 15,3-2-159-15,5-4-125 0,2-2-95 0,4-3-382 16,0 1 279-16,7 2 368 0</inkml:trace>
  <inkml:trace contextRef="#ctx0" brushRef="#br1" timeOffset="163265.486">21821 17054 414 0,'0'0'69'15,"0"0"341"-15,0 0 1051 0,0 0-1000 16,0 0-98-16,81 6-92 0,-68-6-72 16,-1-4-97-16,2-4-102 0,0-6-57 15,4-4-79-15,1-3 9 0,-1-1-17 16,0-2-6-16,0-1-29 0,-5 5 60 0,0-3 95 15,-6 6 24-15,-2 1 52 0,-4 1-20 0,-1 3 3 16,-4 3 20 0,-6 5-23-16,-2 4 22 0,-1 1 36 15,-2 11-45-15,-1 4 28 0,0 8-6 16,1 2-10-16,-2 4 7 0,4 2-7 0,-1 2-22 16,1-2 12-16,2 1 7 0,2-6-3 0,4-3 15 15,4-4-44-15,1-5-22 0,4-4-66 16,7-2-57-16,4-5-20 0,2-2-54 15,4-2-63-15,0 0-222 0,4-5-189 16,-8-2-133-16</inkml:trace>
  <inkml:trace contextRef="#ctx0" brushRef="#br1" timeOffset="163708.752">22193 16831 482 0,'0'0'518'0,"0"0"490"0,0 0-648 16,0 0 21-16,98 14-118 0,-65-4-7 16,-1 4-23-16,-3 3-110 0,-6 2-15 15,-9 2 2-15,-5 2-57 0,-3 1 4 16,-6 4-1-16,0-2-11 0,-6 1-4 15,0-6-16-15,-1-2-25 0,3-5-18 16,2-5-7-16,-1-6 9 0,3-1 0 0,0-2 0 16,2-3-3-16,4-6-37 0,4-7 31 15,3-4-54-15,1-6-6 0,2-4 16 16,-2-4-13-16,4-1-32 0,-5 0-90 0,2 2-87 16,-2 2-169-16,-1 4-364 0,2 3-525 15,-3 8 1228-15,6-4-129 0</inkml:trace>
  <inkml:trace contextRef="#ctx0" brushRef="#br1" timeOffset="163866.749">22767 16780 277 0,'0'0'2168'0,"0"0"-1727"15,0 0-255-15,0 0-23 0,19 87 92 16,-19-64 64-16,-5-1-83 0,-3 3-163 16,-1-3-73-16,-1 0-50 0,-3-5-108 0,1-2-75 0,1-2-5 15,-5-3-135-15,3-6-297 0,-1-2-669 16,5-2 282-16,0-8 1057 0</inkml:trace>
  <inkml:trace contextRef="#ctx0" brushRef="#br1" timeOffset="164024.334">22685 16649 20 0,'0'0'2700'16,"0"0"-2158"-16,0 0-170 0,0 0-148 15,0 0 43-15,0 0-24 0,0 0-91 0,79-2-101 16,-60 1-51-16,0 1-93 0,4-3-114 15,1 0-141-15,3-1-177 0,2-1-190 0,1-3-389 16,-4 3-310-16,7-1 1372 0</inkml:trace>
  <inkml:trace contextRef="#ctx0" brushRef="#br1" timeOffset="164616.467">23194 16685 927 0,'0'0'1604'0,"0"0"-1099"0,0 0-316 0,0 0-81 0,-65 71 16 15,51-53 76-15,-3 1-17 0,6 0-106 16,2-2-77-16,3-5-44 0,4-2 3 16,2-3 4-16,0-3-61 0,5-2 22 15,4-1 32-15,1-1 40 0,2 0-11 16,0-1 15-16,0-2 22 0,-2-2 16 16,2 3-19-16,-2-2-18 0,-1 0-1 0,0 1-22 15,-1 0-23-15,-1-1-37 0,0-1-26 16,2 3-68-16,-1-4-89 0,0 1-67 15,-1-1 22-15,1 0 67 0,0 1 55 16,0 0 32-16,0 0 113 0,0 1 43 16,-1 0 127-16,-1 0 13 0,0-1-33 0,-2-1-46 15,3 3-35-15,-2-1-23 16,-2-1 9-16,0 5 11 0,-3-1 10 16,1 0-33-16,0-1-3 0,1 1-16 15,-1-1 3-15,4 1-4 0,-2 1-28 0,1 0 9 16,-1-2 26-16,-1 2 3 15,1-2 10-15,-1 1 16 0,-1 0 13 0,1-2 7 16,-1 1-36-16,-1-1-36 0,0-1-19 16,0 1 10-16,0 0-20 0,0-1-31 0,0 1 96 15,0-2 61-15,0-1-61 16,0 4-32-16,-1-5 32 0,-1 2 29 16,-1-2 75-16,0-1 22 0,-1 2-25 0,-4-3 74 15,-2 1-20-15,-4 1-42 0,-1 2 0 16,-1 0-30-16,-1 4 27 15,-1 1 50-15,-1 1-36 0,2 6 7 0,-2 3-35 16,2 2-23-16,-3 2-32 0,4 3-3 16,-1 3 3-16,2 2-3 15,1 4-10-15,3 5-9 0,2 4 10 0,1 1 8 16,3 1-2-16,2-1 19 0,3-3-4 16,0-2 28-16,10-6-14 0,2-3-64 15,2-5-10-15,6-2-22 0,5-5-68 0,2-5-80 16,3-4-114-16,5-1-146 0,1-12-75 0,2-7-110 15,-10 2-583-15,15-19 522 16</inkml:trace>
  <inkml:trace contextRef="#ctx0" brushRef="#br1" timeOffset="164918.82">23803 16637 1258 0,'0'0'583'0,"0"0"660"0,0 0-1077 16,0 0-134-16,0 0 86 0,-72 67 167 0,50-46 8 15,-1 0-129-15,3 1-112 0,4 0-52 16,2-3-13-16,5-1-12 0,6-2-28 0,3-1-51 16,3-3-31-16,13-1 44 0,2-2 21 15,6-4-50-15,3 0 3 0,1-1-17 16,0 0 3-16,-2 2 83 16,-2 3 48-16,-4-1 13 0,-3 4 38 0,-6 0 32 15,-2 3-41-15,-6 0 5 0,-3 1 11 16,0 1-4-16,-6 2-4 0,-5-1-28 15,-4 0 4-15,-1-1-26 0,-1-2 0 16,-2-2-54-16,-1-2-44 0,0-6-97 16,0 1-141-16,-2-4-397 15,2-2-640-15,3 0 900 0,-8-8 140 0</inkml:trace>
  <inkml:trace contextRef="#ctx0" brushRef="#br1" timeOffset="165488.778">25093 16555 42 0,'0'0'555'15,"0"0"1416"-15,0 0-1684 16,0 0-184-16,0 0-7 0,0 0 105 0,0 0 16 16,0 0-90-16,-72 85-45 0,49-57-41 15,1 1 22-15,4-1 0 0,4-1-40 16,7-4-23-16,4-3-28 0,3-3 25 0,8 0 2 15,5-3 1-15,7-1 3 16,4 0-1-16,3-1-1 0,0-1 2 16,-1-4-2-16,0 0 24 0,-6-1 1 15,-6 0-9-15,-3 0-16 0,-6 1-1 16,-4 2 66-16,-1 0 20 0,-4 3-11 16,-7 2-7-16,-3 0-68 0,-3 1 0 0,-2-4-18 15,2-2-63-15,1-3-93 0,3-3-93 16,2-3-86-16,2 0-233 0,4-8-761 0,3-5-40 15</inkml:trace>
  <inkml:trace contextRef="#ctx0" brushRef="#br1" timeOffset="165633.129">25292 16908 372 0,'0'0'345'0,"0"0"1422"0,0 0-1120 16,0 0-198-16,0 0-152 0,0 0-30 15,0 0-71-15,0 0-72 0,0 0-64 0,0 0-60 16,23 53-50-16,-20-55-105 15,6-7-97-15,2-6-133 0,-1-1-393 16,14-20-1052-16</inkml:trace>
  <inkml:trace contextRef="#ctx0" brushRef="#br1" timeOffset="165827.942">25859 16205 1239 0,'0'0'117'16,"0"0"553"-16,0 0-230 0,0 97-85 15,-2-53 4-15,-4 6 83 0,5 6-14 16,-2 4-94-16,0 1-77 0,-2-1-100 16,3-3-68-16,-4-3-71 15,4-7-18-15,2-7-119 0,0-9-69 16,8-7 5-16,2-9-6 0,2-5-31 0,0-9-151 16,-3-1-312-16,-2-7-794 0</inkml:trace>
  <inkml:trace contextRef="#ctx0" brushRef="#br1" timeOffset="165990.673">25597 16605 1132 0,'0'0'166'15,"0"0"1422"-15,0 0-1111 0,0 0-122 0,0 0-66 0,0 0-113 16,0 0-64-16,0 0 40 0,0 0 92 16,118-7-102-16,-63 7-121 0,4-8-21 15,5-2-67-15,-2-2-35 0,0-1-123 0,-3 1-180 16,-16 3-556-16,20-3-522 0</inkml:trace>
  <inkml:trace contextRef="#ctx0" brushRef="#br1" timeOffset="166397.357">27168 16043 398 0,'0'0'23'0,"0"0"1841"0,0 0-1476 0,0 0 4 16,87 0-86-16,-66 16 59 0,0 11-44 16,-1 9-102-16,-3 7-61 0,-6 11-74 15,-3 6-7-15,-7 4-13 0,-1 1-8 0,-3-1-13 0,-6-6-33 16,-2-7-10-16,2-2-46 0,-1-8-56 15,-1-6-43-15,1-5-13 16,2-10-35-16,0-3-52 0,-1-10-77 0,3-3-249 16,4-4-462-16,-4-5-190 0</inkml:trace>
  <inkml:trace contextRef="#ctx0" brushRef="#br1" timeOffset="166552.554">27291 16480 114 0,'0'0'1748'0,"0"0"-958"0,0 0-286 16,0 0-105-16,0 0 7 0,101-18-64 15,-70 18-70-15,4 0-93 0,1 0-59 16,1-2-44-16,-1-6-42 0,1-2-34 16,1-3-104-16,-3-5-62 15,-1-3-38-15,-3-1-53 0,-3 0-160 16,-10 2-269-16,1-6-720 0</inkml:trace>
  <inkml:trace contextRef="#ctx0" brushRef="#br1" timeOffset="166750.558">27737 15962 741 0,'0'0'1182'0,"0"0"-483"16,0 0-278-16,0 0-85 0,0 0 53 15,0 0-17-15,0 0-89 0,38 73-52 16,-29-40-37-16,-1 5-44 0,-4 4-28 0,-4 2-27 0,0 1-83 16,-5-1-12-16,-2-2-58 15,-4-2-110-15,0-4-16 0,1-2-34 0,1-3-82 16,3-4-168-16,-1-3-217 0,6-8-474 15,1 3-312-15</inkml:trace>
  <inkml:trace contextRef="#ctx0" brushRef="#br1" timeOffset="166915.43">27982 16459 404 0,'0'0'2181'0,"0"0"-1781"15,0 0-234-15,0 0-86 0,0 0 73 0,0 0 66 16,0 0 56-16,0 0-27 0,0 0-114 0,51 68-59 15,-51-55-35-15,0-1-40 16,-4 0-96-16,-4-3-66 0,2-2-27 0,-6-3-32 16,1-3-89-16,3-1-302 0,-9-4-1189 0</inkml:trace>
  <inkml:trace contextRef="#ctx0" brushRef="#br1" timeOffset="167051.429">27922 16179 828 0,'0'0'1540'16,"0"0"-1018"-16,0 0-211 0,0 0-72 0,96-2 2 16,-62-1-74-16,2-3-104 0,3-6-63 15,4-2-132-15,0-5-207 0,-10 2-236 0,19-12-801 16</inkml:trace>
  <inkml:trace contextRef="#ctx0" brushRef="#br1" timeOffset="167331.361">29073 15652 518 0,'0'0'1201'0,"0"0"-226"0,0 0-634 0,-42 71-60 0,21-39 14 0,-3 4-7 16,-5 4-74-1,-2 8-55-15,-3 3-35 0,-5 4 6 16,-6 7-25-16,-2 4-62 0,-7 7-29 0,-5 3-14 15,-3 4-2-15,-4 2-1 16,0 2 0-16,1-2-9 0,3 1-4 0,4-2 4 16,6-4 9-16,8-3-16 0,5-4 4 0,6-6-53 15,9-5-68-15,4-6 30 16,9-8-18-16,2-7-27 0,4-10-22 0,5-6-102 16,0-8-123-16,0-8-135 0,11-6-568 0</inkml:trace>
  <inkml:trace contextRef="#ctx0" brushRef="#br1" timeOffset="167893.114">28831 16522 42 0,'0'0'2870'0,"0"0"-2362"0,0 0-267 16,28 82-140-16,-25-43 56 0,-3 7 20 15,0 4-71-15,-9 4-53 0,-1-1-24 0,-2-2-27 16,6-8 8-16,-1-6-10 0,4-6-33 15,3-8-101-15,0-6-39 16,0-9-22-16,0-3-42 0,2-5-75 0,1 0-189 0,0-16-622 0</inkml:trace>
  <inkml:trace contextRef="#ctx0" brushRef="#br1" timeOffset="168056.846">28805 16715 443 0,'0'0'1421'0,"0"0"-383"0,0 0-622 15,0 0-32-15,0 0-66 16,80 28-71-16,-52-20-36 0,6-3-41 0,-3-2-68 0,2-3-102 16,1-3-28-1,-1-7-104-15,-2-5-57 0,-2-3-79 0,-4-1-156 16,-7 2-325-16,-2-6-728 0</inkml:trace>
  <inkml:trace contextRef="#ctx0" brushRef="#br1" timeOffset="168265.407">29177 16354 904 0,'0'0'385'16,"0"0"929"-16,0 0-903 0,0 0-46 15,0 0-20-15,0 0-34 0,23 79-66 0,-15-45-6 16,1 3-39-16,-3 2-28 0,-1 3-41 16,-1 0-45-16,-3-1-49 0,-1 0-21 15,0-2-16-15,0-3-25 0,-2 1-103 16,-3-3-62-16,-1-2-3 0,3-2-33 15,0-4-98-15,3-7-285 0,0-6-417 16,0-7-502-16</inkml:trace>
  <inkml:trace contextRef="#ctx0" brushRef="#br1" timeOffset="168710.592">29572 16718 1094 0,'0'0'1074'0,"0"0"-705"0,0 0-233 15,0 0 50-15,84-1 151 0,-64 10-54 16,-4 7-102-16,-5 3-36 0,1 3-13 16,-7 5-41-16,-2 0-12 0,-3 1-19 0,0 2-14 15,-1-2-27-15,-6-3-19 16,-1-3-47-16,1-3-3 0,-1-4-44 16,0-6-38-16,3-4-35 0,-4-5-26 0,2 0-48 15,0-5-143-15,-4-13-414 0</inkml:trace>
  <inkml:trace contextRef="#ctx0" brushRef="#br1" timeOffset="168881.479">29579 16526 1018 0,'0'0'1138'0,"0"0"-717"0,0 0-167 16,0 0-26-16,0 0 73 0,0 0-51 15,82 7-82-15,-54-3-86 0,-2 0-82 16,1 0-22-16,-4-3-107 0,3-1-163 15,-1 0-207-15,-5 0-564 0,6 0-640 0</inkml:trace>
  <inkml:trace contextRef="#ctx0" brushRef="#br1" timeOffset="171566.546">29952 16838 1349 0,'0'0'556'0,"0"0"-251"0,0 0-211 0,0 0-29 0,98 17-23 15,-72-16-16-15,-1-1-26 0,0 0-3 16,0-1-72-16,-2-5-265 0,-7 0-372 16</inkml:trace>
  <inkml:trace contextRef="#ctx0" brushRef="#br1" timeOffset="172464.91">30086 16605 734 0,'0'0'459'16,"0"0"-88"-16,0 0-78 0,0 0 38 15,0 0-63-15,0 0-64 0,0 0-121 0,0 0 69 16,0 0 171-16,0 0-112 0,0 0-59 15,31 28-32-15,-25-15-13 0,-1 3 3 16,-2 5-3-16,3 2-34 16,-2 5-32-16,-2 1-20 0,1 4 4 0,-3 0-23 15,0 0-2-15,0 2 0 0,0-3-2 16,-3-2-57-16,0-3-10 0,0-2-32 16,0-5-9-16,3-3-41 0,0-7-55 0,0-3-119 15,4-5-221-15,1-2-468 0,3-4 11 0</inkml:trace>
  <inkml:trace contextRef="#ctx0" brushRef="#br1" timeOffset="172740.574">30471 16496 1418 0,'0'0'741'0,"0"0"-176"0,0 0-160 0,0 0-67 16,0 0 13-16,29 66-55 16,-20-38-75-16,-2 6-122 0,-1 4-22 15,-2 2-30-15,-2 1-13 0,-2 2-16 16,0 0-18-16,0-2-12 0,0 1-1 0,1-4-14 16,1-2-26-16,-2-2-65 0,0-5-21 15,0-3-30-15,0-2-32 0,0-3-30 16,0-4-102-16,0-2-144 0,2-5-308 15,2 1-605-15</inkml:trace>
  <inkml:trace contextRef="#ctx0" brushRef="#br1" timeOffset="173832.51">9334 16904 1823 0,'0'0'603'0,"0"0"-245"16,0 0-216-16,32 76-8 0,-22-43 36 0,0 3 15 0,-3 5-39 16,0-2-92-16,-4 0-52 0,-1-1-2 15,-2-2-22 1,0-5-73-16,0-6-42 0,0-6-32 16,0-7-4-16,0-6-58 0,0-4-182 0,0-2-386 15</inkml:trace>
  <inkml:trace contextRef="#ctx0" brushRef="#br1" timeOffset="174149.039">9249 16927 2058 0,'0'0'456'0,"0"0"-159"0,0 0-14 0,0 0 55 15,0 0-56-15,0 0-103 0,105-6-85 16,-70 8-37-16,1 4-9 0,3 2-20 0,-1 2-9 15,0 1-19-15,-5-1-16 0,0 2 4 16,-3-2-4-16,-1 1-48 0,-6-3-2 0,-2 3 45 16,-6-2 17-16,-4-1 3 15,-6 3-46-15,-2-3 47 0,-3 4 0 16,-3 3 25-16,-5 0 4 0,-4 1-11 16,-4 1 20-16,-4 2-19 0,0-1-17 0,-5 1-2 15,1 2 0-15,-3 0-16 0,-1 0 14 16,2 0-17-16,0-2 4 0,2-1-14 15,2-2-62-15,5-3-47 0,0-5-84 16,3-2-84-16,3-3-159 0,4-2-315 16,1-1-447-16</inkml:trace>
  <inkml:trace contextRef="#ctx0" brushRef="#br1" timeOffset="174523.328">10093 17084 1299 0,'0'0'1126'15,"0"0"-768"-15,0 0-171 0,0 0-5 16,0 0 64-16,0 0-53 0,0 0-85 15,88 8-70-15,-70-10-38 0,0-4-98 0,0-3-99 16,2-1-179-16,-7 1-317 0,5-3-1102 0</inkml:trace>
  <inkml:trace contextRef="#ctx0" brushRef="#br1" timeOffset="174687.48">10569 16970 1372 0,'0'0'1170'0,"0"0"-815"0,0 0-227 0,0 0 26 16,0 0 31-16,0 0-36 15,0 0-79-15,85 16-70 0,-73-15-60 0,0-1-163 0,0 0-119 16,-5 0-271-16,5 0-840 0</inkml:trace>
  <inkml:trace contextRef="#ctx0" brushRef="#br1" timeOffset="175098.738">11118 16708 767 0,'0'0'1257'16,"0"0"-835"-16,0 0-126 0,0 0 48 0,0 0 42 15,0 0-51-15,0 0-36 0,78 60-68 0,-70-35-48 16,0 8-26-16,-2 3-13 0,-2 3-39 16,-3 3-23-1,3 0-36-15,-4 0-18 0,0-1-13 0,-5 1-12 16,1-4-3-16,-1-5-25 0,2-3-20 16,0-6-66-16,3-4-17 0,0-4 17 15,0-6 0-15,0-6-37 0,0-4-76 0,3-4-175 16,0-10-252-16,0 1-460 0,1-15-267 15</inkml:trace>
  <inkml:trace contextRef="#ctx0" brushRef="#br1" timeOffset="175416.472">11213 16811 1258 0,'0'0'764'15,"0"0"-233"1,0 0-151-16,0 0-95 0,0 0-49 0,0 0-33 15,92 26-20-15,-72-17-36 0,2-1-84 16,-3 0-31-16,4-2-29 0,-4 2-3 16,-1-3-19-16,1 2 6 0,-1 0-16 15,-1 2 13-15,-3-1 16 0,2 1 0 16,-4 1 13-16,-1 2-10 0,-1 1 26 16,-4 2 34-16,-3 0 15 0,-2 1-10 0,-1 0 10 15,-3 3-7-15,-7 0-6 0,-4 5-9 16,-1 1-25-16,-6 3-16 15,-5-1-14-15,0 3 0 0,-3-2-1 0,-2 2-31 16,-3-2-18-16,4 0-35 0,-2-5 4 16,4-3-48-16,1-5-76 0,3-6-431 15,4-4-12-15,-4-5-1452 0</inkml:trace>
  <inkml:trace contextRef="#ctx0" brushRef="#br1" timeOffset="176395.182">30909 15872 1949 0,'0'0'1052'16,"0"0"-675"-16,0 0-149 0,5 82-10 15,-5-53 5-15,0-3-38 0,-3 2-48 16,-2-6-81-16,-2-2-56 0,3-7-22 0,0-4-71 15,2-4-60-15,2-5-64 16,0 0-19-16,0-4-90 0,0-4-218 16,2-11-677-16</inkml:trace>
  <inkml:trace contextRef="#ctx0" brushRef="#br1" timeOffset="176562.924">30875 15524 1094 0,'0'0'1535'0,"0"0"-1085"0,0 0-259 16,0 0-15-16,0 0-8 0,0 0-86 0,0 0-82 16,78 6-54-16,-47-6-254 15,5-1-162-15,-10-2-587 0,16-1-714 0</inkml:trace>
  <inkml:trace contextRef="#ctx0" brushRef="#br1" timeOffset="176796.326">31402 15649 1524 0,'0'0'1165'0,"0"0"-760"0,0 0-112 16,0 0 100-16,-75 75-25 0,55-56-32 0,0-1-133 0,1 0-117 16,5-3-57-16,5 0-29 0,1-3-12 15,6-2-22-15,2 1-15 0,0 1 18 16,8-1-6-16,3 1 15 0,3-1-21 16,3 0 3-16,2 1 21 15,3-2 19-15,-1 0-18 0,2 1 6 16,-1 1 12-16,-3-1 3 0,-4 1-3 0,-1 0 12 15,-6 1 3-15,-2 1-11 0,-6 0-4 16,0-1-37-16,0 0-10 0,-8 2 10 16,-6-2-10-16,-3-1-24 0,-4-2-7 0,-1-1-56 15,-3-4-87-15,0-2-155 0,5-3-190 16,-8-1-661-16</inkml:trace>
  <inkml:trace contextRef="#ctx0" brushRef="#br1" timeOffset="177325.082">32046 15760 1735 0,'0'0'471'16,"0"0"-173"-16,0 0-92 0,0 0 55 15,0 0 8-15,0 0-2 0,0 0-27 16,0 0-19-16,0 0 5 0,0 0-40 0,0 0-105 15,-76 54-10-15,47-28 9 0,1 2 10 16,-3 3-11-16,5-1-20 0,7-5-25 16,2-5-7-16,10-7-27 15,3-3-46-15,4-8-40 0,0-2-6 16,11 0-13-16,6-6 16 0,5-6 20 16,6-2 35-16,0-5 9 0,1-3-12 15,-1 0-6-15,-3-1-1 0,-2 4 7 16,-4 3 24-16,-4 3 12 0,-4 5 1 15,-3 5-25-15,-3 3 25 0,-2 0 86 0,-2 8 29 0,2 5 37 16,0 4-56-16,-3 4-37 16,2 2-7-16,-2-1-9 0,0-1-15 0,1-3-12 15,4-6-16-15,0-5-37 0,7-5-61 16,-1-2-115-16,6-9-14 0,2-9 13 16,1-6-182-16,-6 3-357 0,9-19-809 0</inkml:trace>
  <inkml:trace contextRef="#ctx0" brushRef="#br1" timeOffset="177690.429">32470 15099 2406 0,'0'0'580'0,"0"0"-273"0,0 0 4 0,0 0 156 16,0 0-94-16,3 80-110 0,-3-38-61 15,-3 6-55-15,-3 6 6 0,-4 0 41 16,-4-2-100-16,-3-1-71 0,-4-1-23 15,-3-1-28-15,-2-4-14 0,1-3-34 16,4-2-46-16,2-9 25 0,8-5 33 16,6-6 9-16,5-7-6 15,0-3-22-15,5-5 3 0,6-2 6 0,5-2 19 16,2-1-7-16,4 0 10 0,1 0 24 16,0 0 0-16,-1 3 13 0,-2 2 15 15,-1 2-9-15,-5 1 9 0,1 2 27 0,-4 1-2 16,-3 2-6-16,-2-1 42 0,-5 3 10 15,-1 0 3-15,0 1-6 0,-7 2-25 16,-4-1-16-16,-1-1-12 0,-1 1 1 0,-1-2-13 16,-3-3-3-16,-3-2-24 0,3-3-52 15,-3-3-59 1,4-4-35-16,0 0-84 0,6-7-144 0,2-5-182 16,7-4-200-16,1 3-310 0,0-12-233 0</inkml:trace>
  <inkml:trace contextRef="#ctx0" brushRef="#br1" timeOffset="177996.631">32544 15867 150 0,'0'0'1790'0,"0"0"-1146"15,0 0-200-15,0 0-73 0,0 0-54 0,0 0-47 16,93 39-112-16,-68-43-124 0,0-10-34 16,2-3-65-16,2-6-62 0,1-1-80 15,-3-2-71-15,-1 2-79 0,-4 2 7 0,-6 1 15 16,-5 3 46-16,-4 3 111 0,-4 2 178 15,-3 1 130-15,-1 4 139 0,-11 2-1 0,-1 6-4 16,-4 0-34-16,0 7-57 0,-5 8-43 16,1 5 95-16,-3 6-7 0,1 3-42 15,0 6-98-15,0 3-31 0,0 1 15 16,2-1 7-16,1-1 30 0,6-3 68 16,7-7-4-16,6-6-37 0,1-7-72 15,8-5-54-15,7-6-80 0,6-3-40 16,7-7 13-16,4-10-44 15,7-9-60-15,1-7-219 0,2-4-227 0,-11 8-623 16,14-21-582-16</inkml:trace>
  <inkml:trace contextRef="#ctx0" brushRef="#br1" timeOffset="178433.354">33114 15116 1979 0,'0'0'515'0,"0"0"-135"0,0 0-21 0,0 0 32 15,0 0 21-15,0 0-93 16,20 92-108-16,-12-57-119 0,-2 5 1 0,1 3-13 16,-5 2-7-16,-2 0-24 0,0 0-18 15,-2-1-31-15,-10-1-16 0,1-4-51 16,-4-2-43-16,2-5-13 0,4-2-25 16,1-4-7-16,7-5-60 0,1-6-84 15,1-3-4-15,9-4 125 0,2-5 60 16,-1-1-25-16,3-2-34 0,0 0 81 15,0 0 96-15,-2 0 9 0,-4 1 162 16,-1 4 27-16,-1-1 0 0,-2 2-71 16,2 3-32-16,-3-1 18 0,2 4 13 15,-2-1-10-15,0 0-46 0,0-1-35 0,0 0-23 16,2-1 10-16,1-1 22 0,-2-2-13 16,4-2-31-16,1-3-12 0,3-1-113 15,3 0 5-15,1-4 10 0,4-1-23 16,0-2-9-16,2 0 24 0,1 3-9 0,0 1-7 15,-7 1 32-15,1 2 102 0,-8 0 0 16,-1 4 108-16,-6 3 20 0,-2 2 15 0,0-1-3 16,0 4 5-16,-4 1-9 15,0-1-45-15,-1-2-91 0,2 2-3 16,2-1-126-16,-1 0-146 0,0-5-302 16,2 2-1048-16</inkml:trace>
  <inkml:trace contextRef="#ctx0" brushRef="#br1" timeOffset="179607.989">14632 18180 1770 0,'0'0'684'0,"0"0"-381"15,0 0-225-15,87 12 47 0,-55-12 58 0,1 0-30 16,2 0-73-16,0-6-80 0,-1-1-13 0,-2-3-29 16,2-1-73-16,-6 2-125 0,-4-3-68 15,-8 4-229-15,-3-2-705 0</inkml:trace>
  <inkml:trace contextRef="#ctx0" brushRef="#br1" timeOffset="179748.857">14680 18233 821 0,'0'0'1279'16,"0"0"-823"-16,0 0-191 0,0 0-31 15,0 0-20-15,0 0-70 0,0 0-62 0,94 60-18 16,-68-58-29-16,2-2-35 0,-1 0-7 15,-1-8-91-15,-3-3-103 0,-3-4-157 0,-8 3-268 16,-1-11-629-16</inkml:trace>
  <inkml:trace contextRef="#ctx0" brushRef="#br1" timeOffset="180025.732">14741 17895 1170 0,'0'0'1104'0,"0"0"-681"0,0 0-242 0,0 0 34 16,0 0-53-16,87 4 80 0,-57 5-20 16,3 6-55-16,1 1-76 15,0 3 10-15,-1 4-32 0,-3 1-22 0,-3 1 3 16,-5 0-16-16,-2 0-3 0,-8 3-3 16,-1-2 6-16,-9 2-9 0,-2 2-25 15,0-3-32-15,-13 3 1 0,-2 0-100 16,-2 0 119-16,-3 2-54 0,-2-3-19 15,-1-1 25-15,1 0-21 16,-3-3-17-16,-3-2-19 0,1-1-101 0,0-2-88 16,1-6-273-16,8-4-247 0,-3-5-912 0</inkml:trace>
  <inkml:trace contextRef="#ctx0" brushRef="#br1" timeOffset="181262.895">7724 16702 1456 0,'0'0'370'0,"0"0"669"0,0 0-658 15,0 0-222-15,0 0-73 0,69 70-19 0,-50-51-1 16,-3-1 1-16,1 0-67 0,-2-2 0 15,0-1-114-15,-3-3-96 0,-2-1-84 16,0-2-175-16,-3-4-299 0,-1 1-797 0</inkml:trace>
  <inkml:trace contextRef="#ctx0" brushRef="#br1" timeOffset="181456.862">7737 16943 1911 0,'0'0'670'0,"0"0"-316"16,0 0-123-16,0 0 104 0,0 0-7 0,0 0-146 0,0 0-74 16,0 0-64-16,88 73-38 0,-68-60-6 15,-1-3 0-15,1-1-75 16,-1-2-92-16,-2-2-95 0,2-4-189 16,-6-1-301-16,4 0-959 0</inkml:trace>
  <inkml:trace contextRef="#ctx0" brushRef="#br1" timeOffset="182624.175">7394 16109 209 0,'0'0'1107'15,"0"0"-785"-15,0 0-140 0,0 0-13 16,0 0 97-16,0 0-8 0,0 0-13 16,0 0-4-16,0 0-52 0,0 0-26 15,0 0-1-15,26 0-3 0,-26 0-14 0,0 0-41 16,0 0-23-16,0 0-14 0,0 0-23 15,-3 3-4-15,-3 2-6 0,-2 1-7 16,-2 0-26-16,-2 2-2 0,-1 1-41 0,2 0 42 16,-5 1 13-16,3 1-13 15,0 0 2-15,-3 1 20 0,4 1-21 16,-2 2 12-16,2 1-11 0,1 0 13 16,2 1 10-16,2 0-25 0,3 2-1 15,-1 2-13-15,5 0 13 0,-1 0-1 0,1 2-1 16,0 2-13-16,0-2-3 0,3 2 4 15,1-3 12-15,2 2-7 16,1-1 10-16,3-1 19 0,0-3-7 0,1 1 16 16,1-2-3-16,1-2-12 0,3-3-12 15,0-3 33-15,1-1-6 0,-1-3-9 16,1-3-1-16,0-3-15 0,0 0-3 16,-1-3-46-16,2-8-10 0,-2 0-16 0,-3-5-9 15,2-2-7-15,-4 0-44 0,-2 0-41 16,-3 1-8-16,-4 2-28 0,-2 2-31 0,0 3-91 15,-5-1-104-15,-3 6-152 0,-7-1-204 0</inkml:trace>
  <inkml:trace contextRef="#ctx0" brushRef="#br1" timeOffset="182898.252">7326 16506 1699 0,'0'0'402'0,"0"0"-165"15,0 0-85-15,0 0 90 0,0 0 69 16,0 0 12-16,0 0-107 0,0 0-64 15,0 0-58-15,94-15 26 0,-73 8-67 0,-2-1-53 16,0-1-53-16,-3-2-76 0,0-1-51 16,-6 2-23-16,3 1-55 0,-6 2-60 15,-3 6-94-15,-1 1-65 0,-1 0 107 16,-2 8 331-16,0 4 39 0,0 7 101 16,0 4-4-16,0 0 293 0,-2 5-121 15,2-2-17-15,0 3-53 0,0-2-29 16,0 1-58-16,0-1-26 0,0-1-31 15,0-1-20-15,0 0-17 0,0-1-18 16,3-1-38-16,-1-2-119 0,1 1-189 0,-2-7-401 16,1 5-1164-16</inkml:trace>
  <inkml:trace contextRef="#ctx0" brushRef="#br1" timeOffset="184421.622">16996 18041 1163 0,'0'0'338'0,"0"0"325"0,0 0-330 16,0 0-30-16,0 0-20 0,0 0-56 16,0 0-11-16,0 0-10 0,0 0-65 15,0 0 10-15,20 18 9 16,-17-10-38-16,3 2-26 0,0 2-15 16,1 7-4-16,2 2 3 0,-3 4-15 15,-1 4-25-15,1 5-28 0,-3 3-12 0,-1 3 0 16,-1 3 0-16,-1 0 0 0,0 1-22 15,0-4-8-15,-1-3-1 0,-2-3-18 16,1-7-13-16,2-6-22 0,-1-6-5 16,1-7-29-16,0-2-23 0,0-6-66 0,0 0-115 15,0-8-242-15,0-1-151 0,1-13-521 0</inkml:trace>
  <inkml:trace contextRef="#ctx0" brushRef="#br1" timeOffset="184632.808">17004 18262 49 0,'0'0'1346'0,"0"0"-582"0,0 0-289 0,0 0-173 15,0 0-29 1,0 0-25-16,0 0 12 0,0 0-37 0,88 51-62 16,-61-46-42-16,0 0-32 0,2-3-38 15,-2-2-26-15,-2 0-23 0,1-7-53 16,-3 0-59-16,-3-3 0 0,-2-2-17 15,-1-1-50-15,-4-1-58 0,-2-1-126 0,-4 1-248 16,1-8-733-16</inkml:trace>
  <inkml:trace contextRef="#ctx0" brushRef="#br1" timeOffset="184881.749">17377 17956 653 0,'0'0'502'0,"0"0"-378"0,0 0 201 0,0 0 240 0,0 0-118 16,0 0-45-16,0 0-48 0,0 0-71 0,0 0-31 16,27 75-76-16,-22-52-41 0,-1 2-30 15,3 4-15-15,-3 1-6 16,1 2-19-16,-2 2-25 0,0 2-3 16,-2 1-15-16,-1 0-22 0,0 3-2 0,0-2-35 15,0-1 7-15,0-4 5 0,0-3-40 16,0-3-68-16,2-9-57 15,3-3-33-15,2-5-35 0,2-5-88 0,-2-3-192 16,10-2-569-16</inkml:trace>
  <inkml:trace contextRef="#ctx0" brushRef="#br1" timeOffset="185678.747">17678 18438 1585 0,'0'0'782'16,"0"0"-263"-16,0 0-278 0,0 0-47 16,0 0-47-16,0 0-39 15,0 0-29-15,0 0-38 0,0 0-10 0,0 0-12 16,82 1 3-16,-73-2 4 0,-2 1-8 16,-1 0-14-16,-2 0 18 0,0 0 38 15,-2 6 2-15,-1 1-34 0,-1 4 1 16,0 1-26-16,0 3-2 0,-3 1-1 0,-3 2-19 0,1-4-6 15,2-1-25-15,0-2 12 16,0-3 10-16,2-4 3 0,-1-2-4 0,2-2-9 16,0 0-25-16,0 0-47 15,0-5-62-15,0-4-22 0,0-4-56 16,0-4-158-16,0 3-299 0,0-9-840 0</inkml:trace>
  <inkml:trace contextRef="#ctx0" brushRef="#br1" timeOffset="185832.081">17728 18227 293 0,'0'0'1540'0,"0"0"-995"15,0 0-235-15,0 0-95 0,0 0-13 0,0 0-39 16,0 0-10-16,0 0-13 0,0 0-55 0,0 0-85 16,93-34-104-16,-76 22-167 0,3-2-142 15,-7 3-553-15,6-3-660 0</inkml:trace>
  <inkml:trace contextRef="#ctx0" brushRef="#br1" timeOffset="188714.809">18373 18061 329 0,'0'0'904'0,"0"0"-819"0,0 0-82 15,0 0 1100-15,0 0-661 0,0 0-87 16,0 0-55-16,0 0-19 0,0 0-77 0,0 0-34 15,0 0-45-15,5 9-35 0,-2-7-4 16,3 0 19-16,4 4 46 0,5 2-71 16,1 2-43-16,4 1-9 0,1 0-4 15,1 0-6-15,1-1-16 0,2 1-1 16,-1-1-1-16,0 1-16 0,0 1 15 16,0-2-5-16,1-1 6 0,-3-1 0 15,0-1-11-15,0 0 9 0,-4-3 2 0,1-1-15 16,-4 0 13-16,-2-2-13 0,-3-1 3 15,1 0 10-15,-2 0 1 0,-2 0 1 0,-1 0 0 16,-2 0 0-16,-2 0 1 0,-1 0 0 16,-1 0 0-16,0 0 1 15,0 0 1-15,0 0 9 0,0 0-10 16,0 0 1-16,0 0 0 0,0 0 13 16,0 0-14-16,0 0-2 0,0 0 0 15,0 0 0-15,0 0 1 0,-3 0 0 16,-1 2 0-16,-3 1-1 0,0 0-19 0,-2 3 19 15,-4-1 0-15,1 3-9 0,-2 3-3 16,-3 1 12-16,-2 2 0 0,0 2 26 0,-1 1-14 16,-3 3-12-16,0 0-19 15,-2 1-8-15,-1 1 27 0,2-1 0 16,-2-1-34-16,4 2-27 0,-1-3 11 16,3-4-14-16,3 0-7 0,4-7 9 0,4-1-53 15,3-3-59-15,2-4-250 0,1 1-291 16,-1-1-647-16</inkml:trace>
  <inkml:trace contextRef="#ctx0" brushRef="#br1" timeOffset="191680.884">19612 18120 124 0,'0'0'869'16,"0"0"-820"-16,0 0-49 0,0 0 78 16,0 0 287-16,0 0-14 15,0 0-46-15,0 0-55 0,0 0-50 0,0 0-13 16,-3-68 25-16,0 60-55 0,-4 1-74 16,2 3-6-16,-1-3 2 0,-2 4 10 15,1-3-25-15,-3 2-7 0,2 3 6 16,-3 0-3-16,-1 0 6 0,-2 1-25 0,-3 0 3 15,-2 2-31-15,-1 3 28 0,0 3-26 16,1 3 35-16,-1 1-50 0,2 4 0 16,0 1 4-1,0 6 14-15,1 4 17 0,0 3 13 0,4 4-20 16,2 4 13-16,2 4 96 0,5 1-66 0,2 1-9 16,2-1-12-16,6-2-10 0,8-4 18 15,2-3 53-15,4-3-37 0,2-4-34 16,4-5-37-16,0-5 8 0,1-1-11 15,-1-7-1-15,-3-3-14 0,-1-3 3 16,0-3-7-16,-4 0-18 0,-2 0-15 16,-3-8-43-16,-3-1-10 0,-1-2 5 0,-3-3-39 15,-3-2-81-15,-1-1-145 16,-2-2-153-16,-4 0-155 0,-3 3-384 16,-5-4-148-16</inkml:trace>
  <inkml:trace contextRef="#ctx0" brushRef="#br1" timeOffset="191849.435">19419 18420 950 0,'0'0'199'0,"0"0"-102"16,0 0 408-16,0 0 56 0,0 0-80 0,0 0-103 16,0 0-69-16,0 0-71 0,0 0-40 15,76 36 4-15,-53-34-99 0,-1-2-88 16,1-2-15-16,0-5-68 0,-1-5-83 16,-2 1-47-16,-1-5-90 0,-3 2-209 15,-3 2-190-15,-5 3-355 0,-2 1-149 0</inkml:trace>
  <inkml:trace contextRef="#ctx0" brushRef="#br1" timeOffset="191982.148">19657 18380 365 0,'0'0'554'0,"0"0"-384"0,0 0-118 16,0 0 404-1,-13 71-8-15,13-52-137 0,0 3-91 16,0 0-30-16,0 0 38 0,1 0-64 0,1 0 49 0,-1 0-54 16,2-4-92-16,0-2-67 0,1-4-29 15,3-6-158-15,2-4-123 0,1-2-205 16,2 0-119-16,10-12-361 0</inkml:trace>
  <inkml:trace contextRef="#ctx0" brushRef="#br1" timeOffset="192355.343">20109 17862 1223 0,'0'0'137'0,"0"0"0"0,0 0 539 16,0 0-172-16,0 0-160 0,-30 72-63 16,29-52-49-16,1 5-45 0,0 1-4 15,1-1 3-15,5 1-40 0,-2-2-43 0,3-2-32 16,-1-2-48-16,-2-5-23 0,2-3-34 16,0-5-13-16,1-1-15 0,0-4-47 15,2-2-54-15,1-2-26 0,2-5-127 0,-4-5-242 16,0 3-654-16,0-10-460 0</inkml:trace>
  <inkml:trace contextRef="#ctx0" brushRef="#br1" timeOffset="192593.012">20232 17952 787 0,'0'0'684'0,"0"0"-255"15,0 0-150-15,0 0 9 0,0 0-7 16,0 0-47-16,0 0-77 0,0 0-93 15,83-28-35-15,-72 27 16 0,-3 1 3 0,1 0 6 16,-1 6-19-16,-2 1 6 0,0 5 23 0,-1 2-4 16,-3 3-6-1,-2 2-23-15,0 0 14 0,0 0-1 0,0-3-19 16,0-1-8-16,0-3-17 0,-1-4-32 16,1-4-9-16,-1-2-82 0,1-2-68 15,0 0-89-15,-2-5-170 0,1 0-363 16,-2-10-744-16</inkml:trace>
  <inkml:trace contextRef="#ctx0" brushRef="#br1" timeOffset="192756.925">20343 17784 1903 0,'0'0'777'0,"0"0"-343"0,0 0-90 0,0 0-43 16,0 0-90-16,0 0-110 15,0 0-101-15,0 0-139 0,0 0-78 0,85-19-129 16,-74 12-262-16,8-9-933 0</inkml:trace>
  <inkml:trace contextRef="#ctx0" brushRef="#br1" timeOffset="192995.947">20844 17756 1292 0,'0'0'172'0,"0"0"1354"0,0 0-1165 0,28 66-173 16,-18-45-2-16,-1 2 75 0,0-1 3 15,0 2-69-15,-1 0-102 0,-4-1-68 16,0 1-24-16,0-2-1 0,-4-1-28 16,0 1-3-16,0 0-31 0,-7 0-18 0,-3 1-1 15,-2 1-9-15,-6 4-7 0,-4 0-23 16,0 1-66-16,-6 2-187 0,-3 1-245 0,6-8-519 15,-15 13-266-15</inkml:trace>
  <inkml:trace contextRef="#ctx0" brushRef="#br1" timeOffset="-210195.756">12863 16500 1471 0,'0'0'1026'0,"0"0"-726"0,0 0-88 0,0 0-20 16,0 0 130-16,0 0 9 16,0 0-16-16,0 0-54 0,0 0-54 0,0 0 11 15,0 0-25-15,0 0-92 0,0 0-37 16,-62-74-64-16,62 58-13 0,5-5-14 15,3-2-3-15,4-1-13 0,4-2 3 16,-2 3-3-16,3 3-9 0,-3 2-12 0,-2 5-34 16,-3 2-84-16,-2 4-18 15,-4 5-71-15,0 2-160 0,-3 2-228 16,0 5-82-16,-9 13-400 0</inkml:trace>
  <inkml:trace contextRef="#ctx0" brushRef="#br1" timeOffset="-210005.957">12784 16646 1991 0,'0'0'741'0,"0"0"-407"0,0 0-190 16,0 0 69-16,0 0 117 0,0 0 50 15,0 0-78-15,0 0-129 0,76-77-93 0,-54 49-28 16,1-3-20-16,0 0-32 0,-4 0-27 16,4 0-23-1,-3 1-5-15,-1 5-16 0,1 0-37 16,-1 4-147-16,1-2-106 0,0 3-248 0,-5 3-526 15,5-6-799-15</inkml:trace>
  <inkml:trace contextRef="#ctx0" brushRef="#br1" timeOffset="-209295.803">13298 15744 1213 0,'0'0'1593'0,"0"0"-1240"0,0 0-171 0,0 0-74 15,0 0 22-15,0 0 116 0,0 0-9 0,0 0-113 16,45-82-95-16,-26 51-29 15,-2 2-1-15,-1 0-11 0,-1 1-13 16,0 2-3-16,-4 5 3 0,-2 2 9 16,-1 2-5-16,-4 6 21 0,0 1 0 0,-1 5 0 15,-3 2-13-15,2 2 12 0,-1-1 1 16,-1 2 1-16,0 0-1 0,0 0-2 16,0 0-34-16,0 0-26 15,2 7-39-15,1 4 101 0,2 7 35 0,2 7 15 16,1 6-22-16,0 6-15 15,2 6-10-15,3 5 86 0,-2 3-8 0,1 2-53 16,-3-2-13-16,1-1-11 0,-1-5-4 16,-1-5-1-16,0-7-52 0,0-5 15 15,-1-6-15-15,-2-6-33 0,-1-1-14 16,-1-3-83-16,-3-1-146 0,0-1-245 16,0 1-566-16,-3-3-461 0,-9 3 1601 0</inkml:trace>
  <inkml:trace contextRef="#ctx0" brushRef="#br1" timeOffset="-209131.825">13453 16173 215 0,'0'0'2428'16,"0"0"-1978"-16,0 0-198 0,0 0-36 0,0 0-8 15,0 0-31-15,0 0-32 0,0 0 57 16,0 0-87-16,86 0-13 0,-56 0-49 16,2 0-25-16,4-4-28 0,2 0-2 15,2 1-29-15,2 1-3 0,-2 1-28 0,-1 0-143 16,1 1-127-16,-4 0-79 15,-7 1-311-15,4 9-1001 0</inkml:trace>
  <inkml:trace contextRef="#ctx0" brushRef="#br1" timeOffset="-208098.825">22402 18059 248 0,'0'0'267'16,"0"0"1222"-16,0 0-1155 0,0 0-43 0,0 0-34 16,0 0 22-16,0 0 14 15,0 0-33-15,0 0-46 0,0 0 9 0,40 5-14 16,-16 3-79-16,6-1-22 0,4 1-62 16,2 0-27-16,1-5-17 0,-1 1-2 15,-2-2-2-15,2-2 0 0,-2 0-32 16,-3-6-28-16,1 0-62 0,-8 0-62 15,-5-1-65-15,-6 2-117 0,-5 3-167 0,-6 2-121 16,-2 0-333-16,-14 1-243 16,4 3 1151-16</inkml:trace>
  <inkml:trace contextRef="#ctx0" brushRef="#br1" timeOffset="-207948.782">22499 18219 863 0,'0'0'453'0,"0"0"676"0,0 0-858 15,0 0-21-15,0 0-77 16,0 0 29-16,17 78-18 0,12-66 56 15,4-3-101-15,5-2-51 0,2-5-60 0,0-2-28 16,-1 0-2-16,0-6-130 0,-5-3-117 16,-3-2-94-16,-6-3-254 0,-5-2-415 0,-9 3-195 15,-4-5 924-15</inkml:trace>
  <inkml:trace contextRef="#ctx0" brushRef="#br1" timeOffset="-207685.923">22568 17968 684 0,'0'0'1605'0,"0"0"-1391"0,0 0-105 0,86 15 1 15,-50-8 105-15,3 2 80 0,2 0-81 16,3 1-75-16,-2 1-41 0,-3 1-13 0,1-1-28 16,-6 4-38-16,-3 4 6 0,-3 3 13 15,-6 1-22-15,-2 2-16 16,-6 2 0-16,-8 2-1 0,-6 4-3 0,0 1-18 15,-12 4-12-15,-4 1-29 0,-7 3-10 16,-3 1 10-16,-2-1-13 16,-3 1 26-16,0-2-49 0,-3-2-15 0,1-3-72 15,0-4-83-15,-2-4-44 0,1-7-3 16,-4-5-158-16,0-4-245 0,7-5-263 16,-18-7 917-16</inkml:trace>
  <inkml:trace contextRef="#ctx0" brushRef="#br1" timeOffset="-206907.35">25094 18227 245 0,'0'0'88'0,"0"0"150"0,0 0-206 15,0 0 7-15,0 0-39 16,0 0-75-16,0 0-84 16,0 0-37-16,0 0 194 0,0 0-47 0,0 0 23 15,-85-35 24-15,77 35-24 0,-4 0-69 16,6 0 83-16</inkml:trace>
  <inkml:trace contextRef="#ctx0" brushRef="#br1" timeOffset="-206298.233">24717 17643 1850 0,'0'0'1382'16,"0"0"-1175"-16,0 0-188 0,0 0 38 0,0 0 114 16,0 0 125-16,44 94-88 0,-33-52-96 15,1 8-60-15,-1 2-5 0,-3 6 9 16,1 2-7-16,-3 1-6 0,-2-1-21 15,-3-4-10-15,-1-3-12 0,0-6-37 16,0-3-46-16,-3-4 43 0,-4-6-35 16,0-6-37-16,0-6-6 0,0-8-37 0,2-3-18 15,-1-10-51-15,4-1-30 16,-2-6-121-16,1-7-231 0,1-7-7 16,1-3 122-16,1-6 142 0,0-2-3 0,0 1 352 15,1 2 189-15,2 4 69 0,3 5 259 16,-4 5-3-16,4 4-48 0,-1 3-15 15,2 3-28-15,4 1-8 0,1 3-81 16,7 0-85-16,1 0-45 0,4 0-80 0,2 3-57 16,0 2-17-16,1-1-48 0,0-2-2 15,0-1-2-15,3-1-88 0,-1 0-36 16,1-7-57-16,-2-1-84 0,-2-3-145 16,-3-1-212-16,-7-1-733 0,-4 2-28 15</inkml:trace>
  <inkml:trace contextRef="#ctx0" brushRef="#br1" timeOffset="-206073.734">25135 17779 787 0,'0'0'1857'16,"0"0"-1565"-16,0 0-221 0,0 0 32 16,0 0 75-16,0 0 86 0,18 76-52 15,-9-41-32-15,1 6-45 0,2 4 6 16,-4 2-1-16,3 2-44 0,-3 1-53 0,-1 1-18 15,-2-1-25-15,0 0-2 0,-2-3-45 16,-3-2-52-16,2-5-22 0,-2-6-57 16,0-4-24-16,0-7-97 15,1-6-150-15,1-7-188 0,-1-6-481 16,3-4-179-16,1-9 1274 0</inkml:trace>
  <inkml:trace contextRef="#ctx0" brushRef="#br1" timeOffset="-205872.674">25516 18245 7 0,'0'0'2677'16,"0"0"-2355"-16,0 0-229 0,0 0 32 0,-12 72 126 15,4-44 25-15,1 4-88 0,-1 1-100 16,0-1-87-16,6 0-1 0,-3-2-24 16,2-3-39-16,2 0-56 0,1-5-86 15,0-1-62-15,0-6-133 0,4-6-193 0,2-5-218 16,1-4 186-16,5-9 122 15,-4-7 406-15,3-1-63 0</inkml:trace>
  <inkml:trace contextRef="#ctx0" brushRef="#br1" timeOffset="-205695.071">25617 18380 359 0,'0'0'234'15,"0"0"959"-15,0 0-480 16,0 0-413-16,0 0-171 0,0 0-55 16,0 0-4-16,0 0 4 0,0 0-10 15,-87 47-45-15,73-30 26 0,3 1 15 0,4-1 20 16,2-1 6-16,4 0-36 0,1-4 7 15,1 0-16-15,7 0 4 0,3-3 34 0,4 1-16 16,1-3-29-16,5 1-2 0,1-2-32 16,1-1-15-16,1-2-136 0,2 0-83 15,-1-2-85-15,-1-1-98 0,-3 2-246 16,-4-2-703-16,1 1 1063 16</inkml:trace>
  <inkml:trace contextRef="#ctx0" brushRef="#br1" timeOffset="-204523.479">24230 18167 977 0,'0'0'775'0,"0"0"-52"15,0 0-308-15,0 0-94 0,0 0 7 0,0 0-31 16,0 0-84-16,0 0-56 0,0 0-35 16,0 0-5-16,56-29-5 0,-30 22-54 0,0 2-58 15,-2 2-17-15,-4 2-20 0,-4-1 15 16,0 2 10-16,-4 0-75 16,-4 0-46-16,-2 0-79 0,-3 0-72 15,-3 6-156-15,0 2-85 0,-9 7-513 16,1-3-699-16,-12 8 1724 0</inkml:trace>
  <inkml:trace contextRef="#ctx0" brushRef="#br1" timeOffset="-204365.462">24192 18295 957 0,'0'0'417'0,"0"0"298"0,0 0-417 0,0 0-39 0,0 0-34 16,0 0 6-16,0 0-78 0,94 39-57 0,-77-36-77 15,0-1-19-15,-1-2-45 0,-1 0-70 16,-4-2-26-16,0-5-55 0,-3-2-58 15,-4 0-154-15,-1-2-562 0,-3 2-9 16,0-7 767-16</inkml:trace>
  <inkml:trace contextRef="#ctx0" brushRef="#br1" timeOffset="-204092.83">23920 17788 408 0,'0'0'231'0,"0"0"894"0,0 0-493 0,0 0-254 16,0 0-186-16,0 0 4 0,-17 70 8 0,15-38-29 16,2 4-20-16,0 5-45 0,2 3-18 15,3 4-11-15,4 1-21 0,-2 4 3 16,0-2-50-16,-1 1-13 15,0-2-28-15,1-2-61 0,-3-2-5 0,1-4-13 0,1-3 0 16,1-5-134-16,1-3 30 16,2-9-218-16,-2-3-117 0,1-5-596 0,-3-3 21 15</inkml:trace>
  <inkml:trace contextRef="#ctx0" brushRef="#br1" timeOffset="-203148.372">26203 17862 349 0,'0'0'1709'15,"0"0"-1101"-15,0 0-280 0,0 0-113 16,0 0 24-16,0 0-17 0,0 0-43 16,0 0 29-16,0 0-92 0,96 47-29 15,-63-30-28-15,0-1-22 0,1 0 4 16,0-3-13-16,-1-1-10 0,1-2 4 16,-4-1-22-16,-1-1 0 0,-3-4-1 0,-3 2-18 15,-3-2 18-15,-4-2-1 0,-4 1-9 16,-1-3 11-16,-6 0 3 0,-2 1-2 15,0-1 2-15,-3 0 16 0,0 1 15 16,0-1 6-16,0 2 0 16,0-1-37-16,-3 2-3 0,-5 1-24 0,-3 3-10 15,-6 0-18-15,-1 5-13 0,-3 2 6 16,-2 5-44-16,-3 1-43 16,1 1 10-16,1 0 29 0,1 0 32 0,3-3-77 15,3-1-38-15,2-4-132 0,2-2-90 0,4 1-189 16,1-7-454-16</inkml:trace>
  <inkml:trace contextRef="#ctx0" brushRef="#br1" timeOffset="-202495.036">27335 17709 726 0,'0'0'1990'0,"0"0"-1720"0,0 0-75 15,0 0-83 1,0 0 145-16,0 0 28 0,0 0-43 0,0 0-101 16,0 0-79-16,0 0-53 0,-77 4-9 15,60 19 0-15,0 5 12 0,3 6 16 16,-2 4-7-16,3 6 4 0,0 2 15 0,4 4 25 15,4 0-6-15,0 1-3 0,3-4-44 16,2-2-9-16,2-5 28 0,8-5-16 16,1-6-2-16,4-7-13 0,3-4 1 0,3-5 17 15,2-3-18-15,3-9-14 0,-1-1 12 16,-1 0-14-16,-1-3 1 0,-3-4-13 16,-2 0 7-16,-2-1-10 0,-5 1-3 15,0-1-44-15,-2 0-55 0,-3-1-82 16,-1-1-138-16,-3-1-212 0,-2 1-510 15,0 3-261-15,-7-4 928 0</inkml:trace>
  <inkml:trace contextRef="#ctx0" brushRef="#br1" timeOffset="-202347.377">27300 18176 935 0,'0'0'273'0,"0"0"921"0,0 0-864 0,0 0-179 15,0 0 64-15,0 0 110 16,0 0-74-16,0 0-90 0,0 0-67 0,86 1-94 0,-68-4 0 15,1-2-38 1,-1-2-144-16,-5 0-101 0,-1 0-55 0,-1 1-186 0,-5 2-581 16,-4 2-245-16,-2 2 1241 0</inkml:trace>
  <inkml:trace contextRef="#ctx0" brushRef="#br1" timeOffset="-202207.203">27469 18199 683 0,'0'0'172'0,"0"0"1060"16,0 0-944-16,0 0-136 0,3 81-58 15,-1-55 70-15,1 1 32 0,0-4-80 16,0 1-103-16,2-5-13 0,-1-1-167 16,2-6-78-16,1-7-113 0,-1-3-216 0,1-2-418 15,-2-7 738 1,0-12-66-16</inkml:trace>
  <inkml:trace contextRef="#ctx0" brushRef="#br1" timeOffset="-201804.46">27507 17411 245 0,'0'0'2034'16,"0"0"-1597"-16,0 0-203 0,0 0-80 16,-12 66 44-16,11-43 34 0,-1 3-42 15,2 2-70-15,0 2-63 0,0-1-10 16,0 0 34-16,2-1-27 0,4-4-35 0,-1-1-18 15,4-4-1-15,1-4-20 0,-1-4 19 16,0-3-13-16,2-4-56 0,-1-4-49 16,0 0-4-16,2-7-51 15,-2-5-26-15,0-4-110 0,-2-1-204 0,0-4-512 16,-4 6-297-16,0-10 1297 0</inkml:trace>
  <inkml:trace contextRef="#ctx0" brushRef="#br1" timeOffset="-200997.755">27652 17255 267 0,'0'0'411'15,"0"0"895"-15,0 0-962 0,0 0-92 16,0 0-42-16,0 0 66 0,0 0-24 0,0 0-77 16,23 84-35-16,-20-52-33 0,2 3 19 15,-2 4-22-15,-2 0-6 0,-1 1-54 16,0 2-10-16,0-4-19 0,-1-2 23 16,-1-5-38-16,1-9 0 0,-2-9-16 15,3-2 14-15,0-10-13 0,0 1-13 0,0-2-41 16,0 0-64-16,0 0-49 0,0-8 24 15,1-2 63-15,4-3 61 16,0-2 33-16,0-3 1 0,2 1 0 16,-2-1 24-16,1 1 5 0,0 5 5 0,-1 1 33 15,0 3 3-15,2 2-29 16,-2 1-10-16,0 1 4 0,1 0-10 16,-3 4-6-16,2-4-19 0,-1 4-2 0,-3 0-27 15,1 0-12-15,-2 0-9 0,0 0-54 16,-2 5-10-16,-5 4 28 0,-2 3 32 0,-1 1-61 15,-1 2-6-15,-1-3 68 0,3-3 53 16,0-1 23-16,4-4 31 0,-1 1 0 16,6-4 29-16,-1 1 13 15,1 0-36-15,0 0-37 0,4 3 46 0,5-1-12 16,1 0 35-16,0 1-22 0,0-1-17 16,2 0-12-16,-2-2 38 0,-1 2-64 15,0-1-15-15,0 0-22 0,-1-3-9 16,-3 2-145-16,2-2-56 0,-1 0-102 0,-2 0-290 15,1-2-706-15</inkml:trace>
  <inkml:trace contextRef="#ctx0" brushRef="#br1" timeOffset="-200757.333">27860 17470 940 0,'0'0'192'0,"0"0"1122"0,0 0-1030 15,0 0-31-15,0 0 19 0,0 0 40 16,0 0-59-16,70 65-102 0,-53-51-59 16,-3-1-45-16,-1 4-35 15,0-1-9-15,-3 2-3 0,-3 2-10 0,1 2 7 16,-5-1-19-16,-3 4-51 16,0 3-3-16,-6-1-2 0,-5 4-58 0,-2 0-101 15,-1 0-27-15,-1-3-37 0,0-3-121 16,-1-4-210-16,0-2-383 0,4-7 614 15,-8 1 33-15</inkml:trace>
  <inkml:trace contextRef="#ctx0" brushRef="#br1" timeOffset="-200016.945">28482 17986 646 0,'0'0'1071'16,"0"0"129"-16,0 0-982 0,0 0-100 0,0 0 83 16,0 0 112-16,0 0-30 0,0 0-107 15,93-19-92-15,-59 13-53 16,2 1-6-16,1 0-7 0,-3 2-18 0,0 0-2 16,-3 2-57-16,-5 1-50 0,-5 0-37 15,-2 0-65-15,-6 0-39 0,-4 3-125 16,-4 1-299-16,-5 1-637 0,0 1 87 15</inkml:trace>
  <inkml:trace contextRef="#ctx0" brushRef="#br1" timeOffset="-199833.669">28598 18123 1486 0,'0'0'1585'15,"0"0"-1320"-15,0 0-188 0,0 0 72 0,0 0 141 16,0 0-85-16,0 0-55 0,47 64-97 15,-24-59 28-15,5-2-50 0,0-3-31 16,3-2-50-16,0-6-87 0,0-4-79 16,-1-5-77-16,-3 0-210 0,-2 0-682 15,-8 4-615-15,-1-4 1650 16</inkml:trace>
  <inkml:trace contextRef="#ctx0" brushRef="#br1" timeOffset="-199598.785">29287 17670 414 0,'0'0'2590'0,"0"0"-2286"15,0 0-250-15,0 0-51 0,39 82 137 0,-27-53 91 0,-1 7-89 16,0 1-115-16,3 4-27 0,-5 3-44 15,2 4 22-15,-5 2-22 0,0 4-86 16,-1 0-50-16,-5 1-104 0,0-1-187 16,0-2-519-16,0-2-180 15,0-12 1150-15,-3 7-332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49:47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670 97 3324 0 0,'0'0'936'0'0,"0"0"106"0"0,0 0 887 0 0,0 0-568 0 0,0 0-439 0 0,0 0-92 0 0,0 0 102 0 0,0 0 58 0 0,0 0-17 0 0,-5-16-191 0 0,-15-45-156 0 0,19 60-571 0 0,1-1 1 0 0,-1 1 0 0 0,0 0 0 0 0,1 0-1 0 0,-1 0 1 0 0,0 0 0 0 0,0 0-1 0 0,1 0 1 0 0,-1 0 0 0 0,0 0 0 0 0,0 0-1 0 0,0 1 1 0 0,0-1 0 0 0,0 0-1 0 0,0 0 1 0 0,-1 1 0 0 0,1-1 0 0 0,0 1-1 0 0,0-1 1 0 0,0 1 0 0 0,-1 0 0 0 0,1-1-1 0 0,0 1 1 0 0,0 0 0 0 0,-1 0-1 0 0,1 0 1 0 0,0 0 0 0 0,-1 0 0 0 0,1 0-1 0 0,0 0 1 0 0,0 0 0 0 0,-1 0-1 0 0,1 1 1 0 0,0-1 0 0 0,0 0 0 0 0,-1 1-1 0 0,1-1 1 0 0,0 1 0 0 0,0 0 0 0 0,0-1-1 0 0,0 1 1 0 0,0 0 0 0 0,-1 0-56 0 0,0 0-66 0 0,-35 21-3 0 0,0 2-1 0 0,2 1 1 0 0,1 2 0 0 0,1 1-1 0 0,1 2 1 0 0,2 1 0 0 0,-21 27 69 0 0,37-42-72 0 0,-10 9 3 0 0,-37 40-132 0 0,3 3 1 0 0,3 2 0 0 0,-19 34 200 0 0,72-102 1 0 0,0 0 0 0 0,0 1 0 0 0,1-1 0 0 0,-1 0 0 0 0,0 0 0 0 0,1 1 0 0 0,0-1 0 0 0,0 1 0 0 0,0-1 0 0 0,0 1 0 0 0,0-1 0 0 0,0 1 0 0 0,1 0 0 0 0,-1-1 0 0 0,1 1 0 0 0,0 0 0 0 0,0 0 0 0 0,0-1 0 0 0,0 1 0 0 0,0 0 0 0 0,0 0 0 0 0,1-1 0 0 0,-1 1 0 0 0,1 0 0 0 0,0-1 0 0 0,0 1-1 0 0,0-1 1 0 0,0 1 0 0 0,1-1 0 0 0,-1 1 0 0 0,0-1 0 0 0,1 0 0 0 0,0 0 0 0 0,0 1 0 0 0,-1-1 0 0 0,1-1 0 0 0,0 1 0 0 0,0 0 0 0 0,1 0 0 0 0,-1-1 0 0 0,0 1 0 0 0,1-1 0 0 0,-1 0-1 0 0,84 26-140 0 0,-79-27 127 0 0,0 1 0 0 0,0 0 0 0 0,0 0 0 0 0,-1 1 0 0 0,1 0 1 0 0,0 0-1 0 0,-1 0 0 0 0,0 1 0 0 0,1 0 0 0 0,-1 0 0 0 0,0 1 0 0 0,0-1 0 0 0,-1 1 0 0 0,1 1 1 0 0,-1-1-1 0 0,0 1 0 0 0,4 4 13 0 0,-1 9 138 0 0,0 1 0 0 0,-1 0 1 0 0,0 0-1 0 0,-2 1 0 0 0,0-1 0 0 0,-2 1 1 0 0,0 0-1 0 0,-1 0 0 0 0,-1 0 1 0 0,0 1-1 0 0,-2-1 0 0 0,-1 0 0 0 0,0 0 1 0 0,-1 0-1 0 0,-2 0-138 0 0,3-5-26 0 0,-46 155-371 0 0,34-204-9148 0 0,13 19 5377 0 0,1-5 3049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49:48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302 752 4712 0 0,'0'0'2436'0'0,"0"0"-268"0"0,0 0-1175 0 0,0 0-490 0 0,0 0 4 0 0,0 0 254 0 0,0 0 158 0 0,0 0 25 0 0,-18 2-104 0 0,-57 9-189 0 0,71-11-595 0 0,1 1-1 0 0,-1 0 0 0 0,1 0 1 0 0,-1 1-1 0 0,1-1 1 0 0,0 1-1 0 0,0-1 1 0 0,0 1-1 0 0,0 0 1 0 0,0 0-1 0 0,0 0 1 0 0,0 1-1 0 0,1-1 0 0 0,-1 1 1 0 0,1-1-1 0 0,-1 1 1 0 0,1 0-1 0 0,0 0 1 0 0,0 0-1 0 0,0 0 1 0 0,1 0-1 0 0,-1 1 1 0 0,1 0-56 0 0,-7 11 164 0 0,-15 25 17 0 0,3 1-1 0 0,2 0 1 0 0,1 2 0 0 0,2 0-1 0 0,2 1 1 0 0,2 1-1 0 0,2-1 1 0 0,0 16-181 0 0,7-7-157 0 0,32-54-48 0 0,-14-9 110 0 0,-1 0 0 0 0,-1-1 0 0 0,0-1 0 0 0,0-1 0 0 0,-1 0 1 0 0,-1 0-1 0 0,0-1 0 0 0,-1-1 0 0 0,8-14 95 0 0,9-12-529 0 0,-3 0 0 0 0,-1-2 0 0 0,-2 0 1 0 0,-3-1-1 0 0,0-5 529 0 0,-18 119 2113 0 0,2 176-258 0 0,-3-243-1882 0 0,0-1 0 0 0,1 1 0 0 0,-1-1 0 0 0,1 1 0 0 0,-1-1 0 0 0,1 1 0 0 0,0-1 0 0 0,0 0 0 0 0,0 1 0 0 0,0-1 0 0 0,0 0 0 0 0,1 0 0 0 0,-1 0 0 0 0,1 0 0 0 0,-1 0 0 0 0,1 0 0 0 0,0 0 0 0 0,0 0 0 0 0,0-1 0 0 0,0 1 0 0 0,0-1 0 0 0,0 1 0 0 0,0-1 0 0 0,1 0 0 0 0,-1 0 0 0 0,0 0 0 0 0,1 0 0 0 0,-1 0 0 0 0,0-1 0 0 0,1 1 0 0 0,-1-1 0 0 0,1 1 0 0 0,0-1 0 0 0,-1 0 0 0 0,1 0-1 0 0,-1 0 1 0 0,1 0 0 0 0,-1-1 0 0 0,1 1 0 0 0,-1-1 0 0 0,1 1 0 0 0,-1-1 0 0 0,0 0 0 0 0,1 0 0 0 0,-1 0 0 0 0,0 0 0 0 0,1 0 0 0 0,-1-1 0 0 0,0 1 0 0 0,0-1 0 0 0,0 1 0 0 0,0-1 0 0 0,-1 0 0 0 0,3-1 27 0 0,72-112-3477 0 0,-50 23-4716 0 0,-19 46 4383 0 0</inkml:trace>
  <inkml:trace contextRef="#ctx0" brushRef="#br0" timeOffset="461.663">818 0 3484 0 0,'0'0'6601'0'0,"0"0"-4245"0"0,2 16-1234 0 0,17 243 3557 0 0,-22-143-4132 0 0,-4-1-1 0 0,-5 0 1 0 0,-6-1 0 0 0,-16 53-547 0 0,30-153-8 0 0,-14 56-326 0 0,3 1-1 0 0,2 0 1 0 0,4 1 0 0 0,2 27 334 0 0,9-98-34 0 0,-1 0 1 0 0,0 0 0 0 0,1-1 0 0 0,0 1-1 0 0,-1 0 1 0 0,1-1 0 0 0,-1 1 0 0 0,1-1-1 0 0,0 0 1 0 0,-1 0 0 0 0,1 1 0 0 0,0-1-1 0 0,-1 0 1 0 0,1 0 0 0 0,-1-1 0 0 0,1 1-1 0 0,0 0 1 0 0,-1-1 0 0 0,1 1 0 0 0,0 0-1 0 0,-1-1 1 0 0,1 0 0 0 0,-1 1-1 0 0,1-1 1 0 0,-1 0 0 0 0,1 0 0 0 0,-1 0-1 0 0,0 0 1 0 0,0 0 0 0 0,1 0 0 0 0,-1 0-1 0 0,0 0 1 0 0,0-1 0 0 0,0 1 0 0 0,0 0-1 0 0,0-1 1 0 0,0 1 0 0 0,-1-1 0 0 0,1 1-1 0 0,0-1 34 0 0,2 0 9 0 0,-2 1-4 0 0,7-8-25 0 0,0 1 0 0 0,0 1 1 0 0,1-1-1 0 0,0 1 0 0 0,0 1 0 0 0,1 0 0 0 0,0 0 1 0 0,0 1-1 0 0,0 0 0 0 0,0 1 0 0 0,1 0 1 0 0,0 0-1 0 0,0 1 0 0 0,0 1 0 0 0,0 0 0 0 0,0 0 1 0 0,1 1-1 0 0,-1 1 0 0 0,1 0 0 0 0,-1 0 1 0 0,2 1 19 0 0,-8 1 40 0 0,0 0 0 0 0,0 1 0 0 0,0-1 1 0 0,0 1-1 0 0,-1 0 0 0 0,1 0 1 0 0,-1 1-1 0 0,0-1 0 0 0,0 1 1 0 0,0 0-1 0 0,0 0 0 0 0,-1 0 0 0 0,1 0 1 0 0,-1 1-1 0 0,0 0 0 0 0,-1-1 1 0 0,1 1-1 0 0,-1 0 0 0 0,0 0 0 0 0,0 0 1 0 0,0 1-1 0 0,-1-1 0 0 0,0 0 1 0 0,0 1-1 0 0,0-1 0 0 0,-1 1 1 0 0,0-1-1 0 0,0 1 0 0 0,0-1 0 0 0,-1 0 1 0 0,1 1-1 0 0,-1-1 0 0 0,-1 1 1 0 0,1-1-1 0 0,-1 0 0 0 0,0 0 0 0 0,0 0 1 0 0,0 0-1 0 0,-1 0 0 0 0,1 0 1 0 0,-1-1-1 0 0,-1 1 0 0 0,1-1 1 0 0,-1 0-1 0 0,1 0 0 0 0,-1 0 0 0 0,0 0 1 0 0,0-1-1 0 0,-1 0 0 0 0,1 1 1 0 0,-1-2-1 0 0,0 1 0 0 0,0 0 0 0 0,0-1 1 0 0,-1 0-41 0 0,2 0-68 0 0,-1-1 0 0 0,1-1 1 0 0,-1 1-1 0 0,1-1 0 0 0,-1 1 0 0 0,1-1 1 0 0,-1 0-1 0 0,0-1 0 0 0,1 1 1 0 0,-1-1-1 0 0,1 0 0 0 0,0 0 0 0 0,-1-1 1 0 0,1 1-1 0 0,0-1 0 0 0,0 0 0 0 0,0 0 1 0 0,0 0-1 0 0,0 0 0 0 0,0-1 0 0 0,0 0 1 0 0,1 0-1 0 0,-1 0 0 0 0,1 0 1 0 0,0 0-1 0 0,0-1 0 0 0,0 1 0 0 0,1-1 1 0 0,-1 0 67 0 0,-23-87-4051 0 0,26 79 2975 0 0,0 0 0 0 0,0 0 1 0 0,2 0-1 0 0,-1 0 1 0 0,1 0-1 0 0,1 1 1 0 0,0-1-1 0 0,1 1 1 0 0,0-1-1 0 0,1 1 0 0 0,3-5 1076 0 0,15-22-1189 0 0</inkml:trace>
  <inkml:trace contextRef="#ctx0" brushRef="#br0" timeOffset="756.986">1175 1031 1108 0 0,'0'0'6762'0'0,"0"0"-3495"0"0,0 0-1760 0 0,13 15-680 0 0,69 77 569 0 0,-78-89-1364 0 0,-1 0 0 0 0,1 0 0 0 0,1-1-1 0 0,-1 0 1 0 0,0 0 0 0 0,1 0 0 0 0,-1 0-1 0 0,1 0 1 0 0,-1-1 0 0 0,1 0 0 0 0,0 0-1 0 0,-1 0 1 0 0,1-1 0 0 0,0 0 0 0 0,0 0-1 0 0,-1 0 1 0 0,1 0 0 0 0,0-1 0 0 0,0 1-1 0 0,-1-1 1 0 0,1 0 0 0 0,0-1-1 0 0,-1 1 1 0 0,1-1 0 0 0,-1 0 0 0 0,2-1-32 0 0,103-71-1164 0 0,-93 60 935 0 0,-11 10 111 0 0,1 0 0 0 0,0 0 0 0 0,-1-1-1 0 0,0 0 1 0 0,0 0 0 0 0,-1 0 0 0 0,1 0 0 0 0,-1-1 0 0 0,0 0 0 0 0,0 0 0 0 0,-1 0-1 0 0,0 0 1 0 0,0-1 0 0 0,0 1 0 0 0,-1-1 0 0 0,0 0 0 0 0,0-2 118 0 0,-4 8 66 0 0,1 0 0 0 0,-1-1 1 0 0,0 1-1 0 0,1 0 0 0 0,-1 0 0 0 0,0 0 1 0 0,0 0-1 0 0,0 1 0 0 0,0-1 1 0 0,0 0-1 0 0,0 1 0 0 0,0-1 0 0 0,0 1 1 0 0,-1 0-1 0 0,1 0 0 0 0,0-1 0 0 0,0 2 1 0 0,0-1-1 0 0,0 0 0 0 0,0 0 1 0 0,0 1-1 0 0,0-1 0 0 0,0 1 0 0 0,0-1 1 0 0,0 1-1 0 0,0 0 0 0 0,0 0 0 0 0,0 0 1 0 0,0 0-1 0 0,0 0 0 0 0,1 0 1 0 0,-1 1-1 0 0,0-1 0 0 0,1 1 0 0 0,-1-1-66 0 0,-22 21 437 0 0,0 1 0 0 0,2 1 0 0 0,1 1-1 0 0,0 1 1 0 0,2 0 0 0 0,1 2 0 0 0,1 0 0 0 0,2 1-1 0 0,1 0 1 0 0,-2 10-437 0 0,-10 49 1056 0 0,27-87-1064 0 0,0 1 1 0 0,0-1 0 0 0,0 1-1 0 0,1-1 1 0 0,-1 0 0 0 0,0 0-1 0 0,1 1 1 0 0,0-1 0 0 0,-1 0 0 0 0,1 0-1 0 0,0-1 1 0 0,-1 1 0 0 0,1 0-1 0 0,0 0 1 0 0,0-1 0 0 0,-1 1-1 0 0,1-1 1 0 0,0 0 0 0 0,0 1 0 0 0,0-1-1 0 0,0 0 1 0 0,0 0 0 0 0,0 0-1 0 0,-1 0 1 0 0,1-1 0 0 0,0 1-1 0 0,0 0 1 0 0,0-1 0 0 0,0 1 0 0 0,1-2 7 0 0,6 2-119 0 0,6-2-96 0 0,0-1-1 0 0,0 0 1 0 0,0-1-1 0 0,-1-1 1 0 0,0 0 0 0 0,0-1-1 0 0,0-1 1 0 0,-1 0-1 0 0,0 0 1 0 0,0-1-1 0 0,7-7 216 0 0,81-64-5669 0 0,-71 52 1385 0 0,-3 3-1034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49:56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3788 0 0,'0'0'2071'0'0,"0"0"911"0"0,0 0-1318 0 0,0 0-645 0 0,21-3-71 0 0,143-13 1819 0 0,-160 16-2700 0 0,-1 0 0 0 0,1 0 0 0 0,-1 1 0 0 0,1-1 0 0 0,-1 1 0 0 0,0-1 0 0 0,1 1 0 0 0,-1 0 0 0 0,0 1 0 0 0,1-1 0 0 0,-1 1 0 0 0,0-1 0 0 0,0 1 0 0 0,0 0 0 0 0,-1 0 0 0 0,1 0 0 0 0,0 0 0 0 0,-1 1 0 0 0,1-1 0 0 0,-1 1 0 0 0,0-1 0 0 0,0 1 0 0 0,0 0 0 0 0,0 0 0 0 0,0 0 0 0 0,-1 0 0 0 0,1 0 0 0 0,-1 0 0 0 0,0 1 0 0 0,0-1 0 0 0,0 0 0 0 0,0 1 0 0 0,-1-1 0 0 0,1 0 0 0 0,-1 1-67 0 0,0 6 28 0 0,0 0 0 0 0,-1 0 0 0 0,0-1 0 0 0,0 1 0 0 0,-1-1 0 0 0,-1 1 0 0 0,1-1 0 0 0,-2 1 0 0 0,1-1 0 0 0,-1 0 0 0 0,0-1 0 0 0,-2 2-28 0 0,-162 255-487 0 0,165-257 442 0 0,2-1 0 0 0,-1 0 1 0 0,1 1-1 0 0,0-1 0 0 0,1 0 0 0 0,-1 1 1 0 0,2-1-1 0 0,-1 1 0 0 0,1-1 0 0 0,0 1 1 0 0,0-1-1 0 0,1 0 0 0 0,0 0 0 0 0,1 0 0 0 0,-1 0 1 0 0,1 0-1 0 0,1 0 0 0 0,-1-1 0 0 0,1 1 1 0 0,0-1-1 0 0,1 0 0 0 0,-1 0 0 0 0,3 2 45 0 0,31 59 174 0 0,-27-40 32 0 0,-2 1-1 0 0,0 1 1 0 0,-2-1 0 0 0,-1 1-1 0 0,-1 1 1 0 0,-2-1 0 0 0,-1 1-1 0 0,-1 15-205 0 0,-1-41 4 0 0,1 7-22 0 0,0 0 0 0 0,-1 1 0 0 0,-1-1-1 0 0,1 0 1 0 0,-2 0 0 0 0,1 0 0 0 0,-2 0 0 0 0,1-1 0 0 0,-1 1 0 0 0,-1 0 0 0 0,0-1 0 0 0,-1 0-1 0 0,0 0 1 0 0,0 0 0 0 0,-2 0 18 0 0,12-53-13154 0 0,9 15 8354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49:57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1 716 0 0,'0'0'1828'0'0,"0"0"1535"0"0,0 0-508 0 0,0 0-1013 0 0,0 0-678 0 0,0 0-379 0 0,0 0-85 0 0,0 0 56 0 0,0 0 9 0 0,0 0-310 0 0,-22 5-131 0 0,-72 21-40 0 0,88-23-255 0 0,-1 0 0 0 0,2 1 0 0 0,-1-1-1 0 0,0 1 1 0 0,1 0 0 0 0,-1 0 0 0 0,1 1-1 0 0,0-1 1 0 0,1 1 0 0 0,-1 0 0 0 0,1 1-1 0 0,0-1 1 0 0,0 1 0 0 0,-2 4-29 0 0,-4 6 63 0 0,-34 49 37 0 0,4 1 0 0 0,2 2-1 0 0,4 2 1 0 0,-15 44-100 0 0,43-100 3 0 0,1 1 0 0 0,0-1 0 0 0,1 1 0 0 0,1 0 0 0 0,0 0 0 0 0,1 0 0 0 0,1 1 0 0 0,0-1 1 0 0,1 11-4 0 0,70 58-1425 0 0,-53-56 1687 0 0,-1 1 1 0 0,-1 1-1 0 0,-2 0 1 0 0,-1 1-1 0 0,-1 0 1 0 0,-2 1-1 0 0,-1 0 1 0 0,-2 0-1 0 0,-1 1 1 0 0,-1 0-1 0 0,-2 0 1 0 0,-1 0-1 0 0,-2 5-262 0 0,3 0 256 0 0,11 168 29 0 0,-13-206-338 0 0,0 0 0 0 0,1-1 0 0 0,-1 1 0 0 0,0 0 0 0 0,1-1 0 0 0,-1 1 1 0 0,0 0-1 0 0,1 0 0 0 0,-1-1 0 0 0,0 1 0 0 0,1 0 0 0 0,-1 0 0 0 0,1 0 0 0 0,-1 0 0 0 0,1-1 1 0 0,-1 1-1 0 0,1 0 0 0 0,-1 0 0 0 0,0 0 0 0 0,1 0 0 0 0,-1 0 0 0 0,1 0 0 0 0,-1 0 0 0 0,1 0 1 0 0,-1 0-1 0 0,1 1 0 0 0,-1-1 0 0 0,1 0 0 0 0,-1 0 0 0 0,0 0 0 0 0,1 0 0 0 0,-1 1 0 0 0,1-1 1 0 0,-1 0-1 0 0,0 0 0 0 0,1 1 0 0 0,-1-1 0 0 0,0 0 0 0 0,1 1 0 0 0,-1-1 0 0 0,0 0 0 0 0,1 1 1 0 0,-1-1-1 0 0,0 0 0 0 0,0 1 0 0 0,1-1 0 0 0,-1 1 0 0 0,0-1 0 0 0,0 0 0 0 0,0 1 0 0 0,0-1 1 0 0,0 1-1 0 0,1-1 0 0 0,-1 1 0 0 0,0-1 0 0 0,0 1 0 0 0,0-1 0 0 0,0 1 0 0 0,0-1 0 0 0,-1 0 1 0 0,1 1 52 0 0,28-39-3443 0 0,-25 34 2574 0 0,31-51-8755 0 0,-14 11 7720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50:01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7 4700 0 0,'0'0'7330'0'0,"0"0"-5686"0"0,19-1-1871 0 0,111-4 520 0 0,-127 5-238 0 0,0 0 0 0 0,0 0 1 0 0,0 1-1 0 0,0-1 0 0 0,0 1 0 0 0,0 0 1 0 0,0 0-1 0 0,0 0 0 0 0,-1 1 0 0 0,1-1 1 0 0,0 0-1 0 0,-1 1 0 0 0,1 0 0 0 0,-1 0 1 0 0,1 0-1 0 0,-1 0 0 0 0,0 0 0 0 0,0 0 1 0 0,0 0-1 0 0,0 1 0 0 0,0-1 0 0 0,0 1 1 0 0,-1 0-1 0 0,1-1 0 0 0,-1 1 0 0 0,0 0 1 0 0,0 0-1 0 0,0 0 0 0 0,0 0 0 0 0,0 0 1 0 0,0 0-1 0 0,-1 0 0 0 0,0 3-55 0 0,-17 102 939 0 0,0-80-780 0 0,-1 0 1 0 0,-2-1-1 0 0,0-1 1 0 0,-2-1-1 0 0,-1-1 1 0 0,-1-1-1 0 0,-4 2-159 0 0,-105 117 152 0 0,129-136-165 0 0,0 1 1 0 0,0-1 0 0 0,1 1 0 0 0,-1 0 0 0 0,2 0 0 0 0,-1 1 0 0 0,1-1-1 0 0,0 0 1 0 0,0 1 0 0 0,1 0 0 0 0,0-1 0 0 0,0 1 0 0 0,1 0 0 0 0,0-1-1 0 0,1 1 1 0 0,-1 0 0 0 0,1-1 0 0 0,1 1 0 0 0,-1-1 0 0 0,2 1 0 0 0,-1 1 12 0 0,80 149 186 0 0,-44-93-52 0 0,-20-33-257 0 0,-1 1 1 0 0,-2 1-1 0 0,-1 0 1 0 0,-2 0-1 0 0,-2 2 1 0 0,0-1-1 0 0,-1 14 123 0 0,-7-36 23 0 0,0-1-1 0 0,-2 1 0 0 0,1 0 1 0 0,-2-1-1 0 0,0 1 1 0 0,0-1-1 0 0,-1 1 0 0 0,0-1 1 0 0,-2 1-1 0 0,1-1 1 0 0,-1 0-1 0 0,-1 0 1 0 0,0-1-1 0 0,-1 0 0 0 0,0 1 1 0 0,0-2-1 0 0,-1 1 1 0 0,-1-1-1 0 0,0 0 0 0 0,0-1 1 0 0,-1 1-1 0 0,-10 6-22 0 0,-82 52-1718 0 0,21-33-4578 0 0,24-17-2420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49:58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42 977 8921 0 0,'0'0'1909'0'0,"0"0"-400"0"0,0 0-143 0 0,0 0 122 0 0,0 17-93 0 0,0 124 692 0 0,-42 16-1794 0 0,74-192-1515 0 0,116-143 830 0 0,-147 176 442 0 0,1 0 1 0 0,0 0-1 0 0,0 1 1 0 0,1-1-1 0 0,-1 0 1 0 0,0 1-1 0 0,0-1 1 0 0,1 1-1 0 0,-1 0 1 0 0,1 0 0 0 0,-1 0-1 0 0,1 0 1 0 0,0 0-1 0 0,-1 0 1 0 0,1 1-1 0 0,0 0 1 0 0,-1-1-1 0 0,1 1 1 0 0,0 0-1 0 0,0 0 1 0 0,-1 0-1 0 0,1 1 1 0 0,0-1-1 0 0,0 1 1 0 0,-1-1 0 0 0,1 1-1 0 0,-1 0 1 0 0,1 0-1 0 0,0 0 1 0 0,-1 0-1 0 0,0 0 1 0 0,1 1-1 0 0,-1-1 1 0 0,0 1-1 0 0,0 0 1 0 0,0 0-1 0 0,0-1 1 0 0,0 1 0 0 0,0 1-1 0 0,0-1 1 0 0,-1 0-1 0 0,1 0 1 0 0,-1 1-1 0 0,1-1 1 0 0,-1 0-1 0 0,0 1 1 0 0,0 0-1 0 0,0-1 1 0 0,0 1-1 0 0,0 1-50 0 0,4 10 159 0 0,0 0-1 0 0,-1 0 0 0 0,0 1 0 0 0,-1 0 0 0 0,-1-1 0 0 0,0 1 0 0 0,-1 0 0 0 0,-1 1 0 0 0,0-1 1 0 0,-2 7-159 0 0,-22 88-1846 0 0,30-121-4141 0 0,8-7 1153 0 0,4-6-1742 0 0,3-7 4869 0 0</inkml:trace>
  <inkml:trace contextRef="#ctx0" brushRef="#br0" timeOffset="263.711">721 1042 6109 0 0,'0'0'5400'0'0,"0"0"-3940"0"0,0 0-940 0 0,0 0-380 0 0,4 94 320 0 0,-12-69 792 0 0,-5 0 93 0 0,-2 0-449 0 0,2-5-548 0 0,-1-4-292 0 0,1-1-56 0 0,2-8-136 0 0,-1 0-312 0 0,-1-3-296 0 0,-2-4-277 0 0,0 0-419 0 0,-2 0-1420 0 0,3-2-2844 0 0</inkml:trace>
  <inkml:trace contextRef="#ctx0" brushRef="#br0" timeOffset="463.111">605 614 4468 0 0,'0'0'912'0'0,"0"0"3933"0"0,0 0-3145 0 0,0 0-392 0 0,0 0-76 0 0,112 11-136 0 0,-89-9-468 0 0,0-2-460 0 0,0-4-168 0 0,5-10-568 0 0,3-6-352 0 0,8-5-692 0 0,-12 1-2428 0 0,20-17-4421 0 0</inkml:trace>
  <inkml:trace contextRef="#ctx0" brushRef="#br0" timeOffset="671.194">1484 0 4180 0 0,'0'0'978'0'0,"0"0"3281"0"0,-4 17-1366 0 0,-31 117 1107 0 0,12-60-2190 0 0,-160 460 1789 0 0,161-484-3618 0 0,4 1-1 0 0,1 0 0 0 0,2 1 1 0 0,3 1-1 0 0,2 0 0 0 0,3 1 1 0 0,2 0-1 0 0,1 22 20 0 0,4-67-104 0 0,0 0 1 0 0,1 0-1 0 0,0 0 0 0 0,0 0 1 0 0,1 0-1 0 0,0 0 0 0 0,0 0 0 0 0,1 0 1 0 0,1-1-1 0 0,-1 1 0 0 0,1-1 1 0 0,1 0-1 0 0,-1 0 0 0 0,1-1 1 0 0,1 1-1 0 0,-1-1 0 0 0,1 0 1 0 0,1 0-1 0 0,-1-1 0 0 0,1 0 1 0 0,0 0-1 0 0,0-1 0 0 0,1 0 1 0 0,0 0-1 0 0,0 0 0 0 0,0-1 0 0 0,0-1 1 0 0,1 1-1 0 0,0-1 0 0 0,-1-1 1 0 0,1 1-1 0 0,0-1 0 0 0,3-1 104 0 0,66-1-4519 0 0,-4-32-6732 0 0,-40 1 9793 0 0</inkml:trace>
  <inkml:trace contextRef="#ctx0" brushRef="#br0" timeOffset="1050.554">1856 1075 10621 0 0,'0'0'1721'0'0,"0"0"-151"0"0,0 0-409 0 0,6 21-169 0 0,27 140 869 0 0,-36 84-167 0 0,-11 0 1 0 0,-43 220-1695 0 0,41-349-416 0 0,12-86-36 0 0,-9 75-24 0 0,9-58-3458 0 0,23-439-10596 0 0,-19 293 13907 0 0</inkml:trace>
  <inkml:trace contextRef="#ctx0" brushRef="#br0" timeOffset="1338.62">1877 1309 4364 0 0,'0'0'1200'0'0,"0"0"2980"0"0,6-16-2209 0 0,23-50-981 0 0,-24 57-744 0 0,1 0-1 0 0,0 0 1 0 0,1 1-1 0 0,0 0 0 0 0,0 0 1 0 0,0 1-1 0 0,1 0 1 0 0,0 0-1 0 0,1 1 1 0 0,-1 0-1 0 0,1 0 1 0 0,1 1-1 0 0,-1 1 1 0 0,7-3-246 0 0,-8 3 107 0 0,-1 0-9 0 0,-1 0 0 0 0,1 0 0 0 0,1 1 0 0 0,-1 0 0 0 0,0 1 0 0 0,1 0 0 0 0,-1 0 0 0 0,1 0 0 0 0,0 1 0 0 0,0 0 0 0 0,0 1 0 0 0,-1-1 0 0 0,1 2 0 0 0,0-1 0 0 0,0 1 0 0 0,0 0 0 0 0,-1 1 0 0 0,1-1 0 0 0,0 2-1 0 0,-1-1 1 0 0,0 1 0 0 0,0 0 0 0 0,6 4-98 0 0,-10-1-8 0 0,0 0-1 0 0,-1 1 1 0 0,0-1-1 0 0,0 1 0 0 0,0 0 1 0 0,-1-1-1 0 0,0 1 1 0 0,0 0-1 0 0,-1 0 0 0 0,1 0 1 0 0,-2 0-1 0 0,1 0 1 0 0,-1 0-1 0 0,0 0 0 0 0,0-1 1 0 0,-1 1-1 0 0,0 0 1 0 0,0-1-1 0 0,-1 1 0 0 0,0 0 9 0 0,-10 23-140 0 0,-1 0-1 0 0,-2-1 1 0 0,-1-1-1 0 0,-1-1 0 0 0,-1 0 1 0 0,-2-1-1 0 0,0-2 0 0 0,-2 0 1 0 0,0-1-1 0 0,-6 2 141 0 0,11-20-2931 0 0,32-31-317 0 0,36-39-3700 0 0,5-3 4200 0 0,-15 22 2715 0 0</inkml:trace>
  <inkml:trace contextRef="#ctx0" brushRef="#br0" timeOffset="1603.751">2418 1175 2412 0 0,'0'0'2142'0'0,"0"0"2371"0"0,2 16-1602 0 0,3 108 273 0 0,-76 109 1376 0 0,70-232-4555 0 0,0 0 0 0 0,0 0 0 0 0,0 0 0 0 0,1 0-1 0 0,-1 0 1 0 0,0 0 0 0 0,0 0 0 0 0,1 0 0 0 0,-1 0-1 0 0,1 1 1 0 0,-1-1 0 0 0,1 0 0 0 0,0 0 0 0 0,-1 1-1 0 0,1-1 1 0 0,0 0 0 0 0,0 0 0 0 0,0 1-1 0 0,0-1 1 0 0,0 0 0 0 0,0 1 0 0 0,0-1 0 0 0,0 0-1 0 0,1 0 1 0 0,-1 1 0 0 0,0-1 0 0 0,1 0 0 0 0,-1 0-1 0 0,1 0 1 0 0,-1 0 0 0 0,1 1 0 0 0,0-1 0 0 0,-1 0-1 0 0,1 0 1 0 0,0 0 0 0 0,0 0 0 0 0,0 0-1 0 0,0 0 1 0 0,0-1 0 0 0,0 1 0 0 0,0 0 0 0 0,0 0-1 0 0,0-1 1 0 0,0 1 0 0 0,0-1 0 0 0,0 1 0 0 0,1-1-1 0 0,-1 1 1 0 0,0-1 0 0 0,0 0 0 0 0,1 1-1 0 0,-1-1 1 0 0,0 0 0 0 0,1 0 0 0 0,-1 0 0 0 0,0 0-1 0 0,0 0 1 0 0,1 0 0 0 0,-1-1 0 0 0,1 1-5 0 0,17-6-224 0 0,-1 0-1 0 0,0-2 1 0 0,-1 0 0 0 0,1-1-1 0 0,-2 0 1 0 0,1-1 0 0 0,-1-1 0 0 0,-1-1-1 0 0,0 0 1 0 0,11-13 224 0 0,-21 21-60 0 0,8-5-168 0 0,0 0-1 0 0,-1-1 1 0 0,0-1-1 0 0,0 0 1 0 0,-1 0-1 0 0,-1-1 1 0 0,0-1-1 0 0,0 0 1 0 0,-1 0-1 0 0,-1 0 1 0 0,-1-1-1 0 0,0-1 1 0 0,0 1-1 0 0,-1-1 1 0 0,-1 0-1 0 0,-1-1 1 0 0,2-9 228 0 0,-7 23 66 0 0,0 0 0 0 0,0 0 1 0 0,-1 0-1 0 0,1 0 0 0 0,-1 1 1 0 0,1-1-1 0 0,-1 0 0 0 0,0 1 1 0 0,1-1-1 0 0,-1 1 1 0 0,0 0-1 0 0,0 0 0 0 0,0 0 1 0 0,0 0-1 0 0,0 0 0 0 0,0 0 1 0 0,0 0-1 0 0,-1 1 0 0 0,1-1 1 0 0,0 1-1 0 0,0-1 1 0 0,-1 1-1 0 0,1 0 0 0 0,0 0 1 0 0,0 0-1 0 0,-1 0 0 0 0,1 0 1 0 0,0 1-1 0 0,0-1 0 0 0,-1 1 1 0 0,1-1-1 0 0,0 1 0 0 0,0 0 1 0 0,0 0-1 0 0,0 0 1 0 0,0 0-1 0 0,0 0 0 0 0,0 1 1 0 0,0-1-1 0 0,1 0 0 0 0,-1 1 1 0 0,0-1-1 0 0,1 1 0 0 0,-1 0 1 0 0,1 0-1 0 0,-1-1 1 0 0,0 3-67 0 0,-27 21 409 0 0,1 1 1 0 0,1 1 0 0 0,2 2 0 0 0,0 0 0 0 0,2 2 0 0 0,0 3-410 0 0,23-34-37 0 0,1 0-1 0 0,-1 1 0 0 0,0-1 1 0 0,1 0-1 0 0,-1 0 1 0 0,1 0-1 0 0,-1 1 1 0 0,0-1-1 0 0,0 0 1 0 0,1 1-1 0 0,-1-1 0 0 0,0 0 1 0 0,1 1-1 0 0,-1-1 1 0 0,0 0-1 0 0,0 1 1 0 0,0-1-1 0 0,1 0 1 0 0,-1 1-1 0 0,0-1 0 0 0,0 1 1 0 0,0-1-1 0 0,0 1 1 0 0,0-1-1 0 0,0 0 1 0 0,0 1-1 0 0,0-1 1 0 0,0 1-1 0 0,0-1 0 0 0,0 1 1 0 0,0-1-1 0 0,0 0 1 0 0,0 1-1 0 0,0-1 1 0 0,0 1-1 0 0,-1-1 0 0 0,1 0 1 0 0,0 1-1 0 0,0-1 1 0 0,0 0-1 0 0,-1 1 1 0 0,1-1-1 0 0,0 0 1 0 0,0 1-1 0 0,-1-1 0 0 0,1 0 1 0 0,0 1-1 0 0,-1-1 1 0 0,1 0-1 0 0,0 0 1 0 0,-1 1-1 0 0,1-1 1 0 0,0 0-1 0 0,-1 0 38 0 0,33-20-1468 0 0,84-91-4273 0 0,-75 70 1494 0 0</inkml:trace>
  <inkml:trace contextRef="#ctx0" brushRef="#br0" timeOffset="1896.921">3375 522 1592 0 0,'0'0'7365'0'0,"0"0"-4701"0"0,0 0-1641 0 0,1 18-274 0 0,-7 200 3295 0 0,-23-49-1726 0 0,7-60-1945 0 0,4 2-1 0 0,6 0 1 0 0,4 0 0 0 0,6 73-373 0 0,2-180-100 0 0,0 0 0 0 0,0-1 0 0 0,0 1 0 0 0,0 0 0 0 0,0 0 0 0 0,1 0-1 0 0,0 0 1 0 0,0 0 0 0 0,0 0 0 0 0,0-1 0 0 0,0 1 0 0 0,1 0 0 0 0,0-1 0 0 0,-1 1 0 0 0,2-1 0 0 0,-1 0 0 0 0,0 0 0 0 0,0 0 0 0 0,1 0 0 0 0,0 0 0 0 0,0 0-1 0 0,0 0 1 0 0,0-1 0 0 0,0 0 0 0 0,0 1 0 0 0,0-1 0 0 0,1 0 0 0 0,-1-1 0 0 0,1 1 0 0 0,0-1 0 0 0,-1 1 0 0 0,1-1 0 0 0,0 0 0 0 0,1 0 100 0 0,-2-3-311 0 0,-1 0 0 0 0,1 0 0 0 0,-1 0 0 0 0,0 0 0 0 0,0-1 0 0 0,0 1 0 0 0,0 0 0 0 0,-1-1 0 0 0,1 0 0 0 0,-1 1 0 0 0,1-1 0 0 0,-1 0 0 0 0,0 0 0 0 0,0 0 0 0 0,0 0 0 0 0,0 0 0 0 0,-1 0 1 0 0,1 0-1 0 0,-1 0 0 0 0,0 0 0 0 0,0 0 0 0 0,0 0 0 0 0,0 0 0 0 0,0 0 0 0 0,-1 0 0 0 0,1 0 0 0 0,-1 0 0 0 0,0 0 0 0 0,0-2 311 0 0,0-2-1123 0 0,-12-53-5182 0 0,-38-24 5254 0 0,12 37 1084 0 0</inkml:trace>
  <inkml:trace contextRef="#ctx0" brushRef="#br0" timeOffset="2169.509">3042 1165 1528 0 0,'0'0'1343'0'0,"0"0"67"0"0,-19-3 2751 0 0,-61-5-1741 0 0,79 8-2319 0 0,-1-1 0 0 0,1 1-1 0 0,0-1 1 0 0,0 1-1 0 0,-1-1 1 0 0,1 1 0 0 0,-1 0-1 0 0,1-1 1 0 0,0 1-1 0 0,-1 0 1 0 0,1 0 0 0 0,-1 0-1 0 0,1 0 1 0 0,0 0 0 0 0,-1 1-1 0 0,1-1 1 0 0,0 0-1 0 0,-1 1 1 0 0,1-1 0 0 0,0 0-1 0 0,-1 1 1 0 0,1 0-1 0 0,0-1 1 0 0,0 1 0 0 0,-1 0-1 0 0,1 0 1 0 0,0 0 0 0 0,0-1-1 0 0,0 1 1 0 0,0 0-1 0 0,0 1 1 0 0,0-1 0 0 0,1 0-1 0 0,-1 0 1 0 0,0 0-1 0 0,0 0 1 0 0,1 1 0 0 0,-1-1-1 0 0,1 0 1 0 0,-1 0 0 0 0,1 1-1 0 0,-1-1 1 0 0,1 1-1 0 0,0-1 1 0 0,0 0 0 0 0,0 1-1 0 0,0-1 1 0 0,0 1-1 0 0,0-1 1 0 0,0 0 0 0 0,0 1-1 0 0,0-1 1 0 0,1 0-1 0 0,-1 1 1 0 0,1-1 0 0 0,-1 0-1 0 0,1 1 1 0 0,-1-1 0 0 0,1 0-1 0 0,0 0 1 0 0,-1 1-1 0 0,1-1 1 0 0,0 0 0 0 0,0 0-1 0 0,1 1-100 0 0,17 3 334 0 0,-1-1 0 0 0,2 0 0 0 0,-1-2 0 0 0,0 0 0 0 0,0-1 0 0 0,1-1 0 0 0,16-2-334 0 0,-26 2 80 0 0,44-6-254 0 0,0-2-1 0 0,0-2 1 0 0,-1-2 0 0 0,-1-3 0 0 0,0-2 0 0 0,-1-2-1 0 0,5-5 175 0 0,37-18-2380 0 0,-35 10-4791 0 0,-36 19 670 0 0</inkml:trace>
  <inkml:trace contextRef="#ctx0" brushRef="#br0" timeOffset="2528.717">3758 1292 980 0 0,'0'0'9383'0'0,"0"0"-6343"0"0,0 0-2134 0 0,3 17-382 0 0,7 50 78 0 0,-9-65-578 0 0,-1-1 1 0 0,1 1-1 0 0,-1-1 1 0 0,1 1-1 0 0,-1-1 1 0 0,1 1 0 0 0,0-1-1 0 0,0 1 1 0 0,0-1-1 0 0,0 0 1 0 0,0 1-1 0 0,0-1 1 0 0,0 0-1 0 0,0 0 1 0 0,0 0-1 0 0,0 1 1 0 0,1-2-1 0 0,-1 1 1 0 0,0 0 0 0 0,1 0-1 0 0,-1 0 1 0 0,1 0-1 0 0,-1-1 1 0 0,1 1-1 0 0,0-1 1 0 0,-1 1-1 0 0,1-1 1 0 0,-1 0-1 0 0,1 0 1 0 0,0 0 0 0 0,-1 1-1 0 0,1-2 1 0 0,0 1-1 0 0,-1 0 1 0 0,1 0-1 0 0,-1 0 1 0 0,1-1-1 0 0,0 1 1 0 0,-1-1-1 0 0,1 1 1 0 0,-1-1-1 0 0,1 0 1 0 0,-1 1 0 0 0,1-2-25 0 0,2 1-25 0 0,21-8-464 0 0,-1-2 0 0 0,0-1 0 0 0,-1-1 0 0 0,0-1 0 0 0,-1-1 0 0 0,13-12 489 0 0,-20 17-403 0 0,-6 3 189 0 0,-1 3 123 0 0,0 0 0 0 0,-1 0 0 0 0,1-1 0 0 0,-1 0 1 0 0,0-1-1 0 0,0 1 0 0 0,-1-1 0 0 0,0-1 0 0 0,0 1 1 0 0,0-1-1 0 0,-1 0 0 0 0,0 0 0 0 0,0-1 0 0 0,-1 1 1 0 0,0-1-1 0 0,0 0 0 0 0,-1 0 0 0 0,0-1 1 0 0,0 1-1 0 0,-1-1 0 0 0,0 1 0 0 0,0-1 0 0 0,-1-7 91 0 0,-2 13 119 0 0,-1 1 0 0 0,1-1-1 0 0,-1 0 1 0 0,0 1 0 0 0,0-1-1 0 0,0 1 1 0 0,0 0 0 0 0,-1-1-1 0 0,1 1 1 0 0,0 0 0 0 0,-1 0-1 0 0,0 1 1 0 0,1-1 0 0 0,-1 0-1 0 0,0 1 1 0 0,0 0 0 0 0,0 0-1 0 0,0 0 1 0 0,0 0 0 0 0,0 0-1 0 0,0 0 1 0 0,0 1 0 0 0,0-1-1 0 0,0 1 1 0 0,-1 0 0 0 0,1 0-1 0 0,0 0 1 0 0,0 1 0 0 0,0-1-1 0 0,0 1 1 0 0,0 0-1 0 0,-1 0 1 0 0,1 0 0 0 0,1 0-1 0 0,-1 0 1 0 0,0 0 0 0 0,0 1-1 0 0,0 0 1 0 0,1-1 0 0 0,-1 1-1 0 0,1 0 1 0 0,-1 0-119 0 0,-27 25 647 0 0,0 1 0 0 0,3 2-1 0 0,0 1 1 0 0,2 0 0 0 0,1 2-1 0 0,1 1 1 0 0,-7 18-647 0 0,25-45 4 0 0,0 0-1 0 0,1 1 1 0 0,0-1-1 0 0,0 1 1 0 0,1 0-1 0 0,0 0 1 0 0,0 0-1 0 0,1 0 1 0 0,0 0-1 0 0,0 1 1 0 0,1-1-1 0 0,0 5-3 0 0,2-10-67 0 0,1-1 1 0 0,0 1-1 0 0,0-1 0 0 0,0 0 0 0 0,1 0 1 0 0,-1 1-1 0 0,0-1 0 0 0,1-1 0 0 0,0 1 1 0 0,-1 0-1 0 0,1-1 0 0 0,0 1 0 0 0,0-1 1 0 0,0 0-1 0 0,0 0 0 0 0,0 0 0 0 0,0 0 1 0 0,0 0-1 0 0,0-1 0 0 0,0 0 0 0 0,0 1 1 0 0,0-1-1 0 0,0 0 0 0 0,0 0 0 0 0,1-1 1 0 0,-1 1-1 0 0,0-1 0 0 0,0 1 0 0 0,0-1 1 0 0,0 0-1 0 0,0 0 0 0 0,0-1 0 0 0,1 0 67 0 0,163-83-11375 0 0,-109 49 5519 0 0,85-41 5000 0 0,-143 78 1031 0 0,-1 0 1 0 0,1 0-1 0 0,0 0 0 0 0,-1 0 0 0 0,1 0 0 0 0,0 0 0 0 0,0 0 0 0 0,0 0 1 0 0,-1 0-1 0 0,1 0 0 0 0,0 0 0 0 0,0 0 0 0 0,0 0 0 0 0,1 0 0 0 0,-1-1 0 0 0,0 1 1 0 0,0 0-1 0 0,0 0 0 0 0,1 0 0 0 0,-1 0 0 0 0,0 0 0 0 0,1 0 0 0 0,-1 0 0 0 0,1 0 1 0 0,-1-1-1 0 0,1 1 0 0 0,0 0 0 0 0,-1 0 0 0 0,1-1 0 0 0,0 1 0 0 0,-1 0 1 0 0,1-1-1 0 0,0 1 0 0 0,0-1 0 0 0,0 1 0 0 0,-1-1 0 0 0,1 1 0 0 0,0-1 0 0 0,0 1 1 0 0,0-1-1 0 0,0 0 0 0 0,0 0 0 0 0,0 0 0 0 0,0 1 0 0 0,0-1 0 0 0,0 0 0 0 0,0 0 1 0 0,0 0-1 0 0,0 0 0 0 0,0 0 0 0 0,0-1 0 0 0,0 1 0 0 0,0 0 0 0 0,-1 0 1 0 0,1-1-1 0 0,0 1 0 0 0,0 0 0 0 0,0-1 0 0 0,0 1 0 0 0,0-1 0 0 0,0 1 0 0 0,-1-1 1 0 0,1 1-1 0 0,0-1 0 0 0,0 0 0 0 0,-1 0 0 0 0,1 1 0 0 0,-1-1 0 0 0,1 0 0 0 0,0 0-174 0 0,-20 46 6155 0 0,6-22-6898 0 0,-14 14 1849 0 0,-27 62 1398 0 0,55-98-2528 0 0,0 0 0 0 0,0 0 0 0 0,0 0 0 0 0,1 0 0 0 0,-1 0 0 0 0,0 0 0 0 0,1 0 0 0 0,-1-1 0 0 0,1 1 0 0 0,-1 0 0 0 0,1-1 0 0 0,-1 0 0 0 0,1 1 0 0 0,-1-1 0 0 0,1 0 0 0 0,-1 1 0 0 0,1-1 0 0 0,0 0 0 0 0,-1 0 0 0 0,1 0 0 0 0,-1-1 0 0 0,1 1 0 0 0,-1 0-1 0 0,1-1 1 0 0,0 1 0 0 0,-1 0 0 0 0,1-1 0 0 0,-1 0 0 0 0,0 1 0 0 0,1-1 0 0 0,0 0 23 0 0,136-81-2911 0 0,-123 71 2379 0 0,-1-1-1 0 0,2 2 1 0 0,-1 0-1 0 0,1 1 1 0 0,1 1-1 0 0,0 0 1 0 0,0 1 0 0 0,0 1-1 0 0,1 0 1 0 0,1 2 532 0 0,-18 3 65 0 0,1 1 0 0 0,0-1 0 0 0,0 1 1 0 0,-1 0-1 0 0,1 0 0 0 0,0 0 0 0 0,0 0 0 0 0,0 0 1 0 0,-1 0-1 0 0,1 1 0 0 0,0-1 0 0 0,0 1 0 0 0,-1-1 1 0 0,1 1-1 0 0,0-1 0 0 0,-1 1 0 0 0,1 0 0 0 0,-1 0 1 0 0,1 0-1 0 0,-1 0 0 0 0,1 0 0 0 0,-1 0 0 0 0,1 0 1 0 0,-1 1-1 0 0,0-1 0 0 0,0 0 0 0 0,0 1 0 0 0,0-1 1 0 0,0 1-1 0 0,0-1 0 0 0,0 1 0 0 0,0-1 0 0 0,-1 1 1 0 0,1 0-1 0 0,0-1 0 0 0,-1 1 0 0 0,0 0 0 0 0,1 0 1 0 0,-1 0-1 0 0,0-1 0 0 0,0 1 0 0 0,0 0 0 0 0,0 0 1 0 0,0-1-1 0 0,0 1 0 0 0,-1 0 0 0 0,1 0 0 0 0,0-1 1 0 0,-1 1-1 0 0,0 0 0 0 0,1 0 0 0 0,-2 0-65 0 0,-5 141 4165 0 0,10-140-4215 0 0,0 0 0 0 0,0-1 0 0 0,0 1 0 0 0,0-1 0 0 0,1 0 1 0 0,-1 0-1 0 0,1 0 0 0 0,-1 0 0 0 0,1-1 0 0 0,0 1 0 0 0,-1-1 0 0 0,1 0 0 0 0,0 0 0 0 0,0 0 0 0 0,0-1 0 0 0,0 1 0 0 0,0-1 0 0 0,0 0 0 0 0,0 0 0 0 0,0-1 0 0 0,0 1 0 0 0,0-1 1 0 0,0 0-1 0 0,0 0 0 0 0,0 0 0 0 0,-1 0 0 0 0,1-1 0 0 0,0 1 0 0 0,-1-1 0 0 0,1 0 0 0 0,0-1 50 0 0,130-97-5016 0 0,-60 9-4118 0 0,-40 36 6055 0 0</inkml:trace>
  <inkml:trace contextRef="#ctx0" brushRef="#br0" timeOffset="2900.556">5227 495 3272 0 0,'0'0'1737'0'0,"0"0"2738"0"0,-3 19-2185 0 0,-67 275 3308 0 0,-101 209-3110 0 0,136-344-2456 0 0,35-152-38 0 0,-1 0-1 0 0,1 0 0 0 0,0-1 0 0 0,1 1 1 0 0,0 0-1 0 0,0 0 0 0 0,0-1 1 0 0,1 1-1 0 0,-1-1 0 0 0,2 1 1 0 0,-1-1-1 0 0,1 0 0 0 0,0 1 1 0 0,0-1-1 0 0,1-1 0 0 0,-1 1 1 0 0,1 0-1 0 0,1-1 0 0 0,-1 0 1 0 0,1 0-1 0 0,0 0 0 0 0,2 1 7 0 0,-4-4-105 0 0,1 0 0 0 0,-1-1 0 0 0,1 1 0 0 0,-1-1 0 0 0,1 1 0 0 0,0-1 0 0 0,0 0 0 0 0,-1 0 0 0 0,1-1 0 0 0,0 1 0 0 0,0-1 0 0 0,0 0 0 0 0,0 0 0 0 0,0 0 1 0 0,0-1-1 0 0,-1 1 0 0 0,1-1 0 0 0,0 0 0 0 0,0 0 0 0 0,-1 0 0 0 0,1 0 0 0 0,0-1 0 0 0,-1 0 0 0 0,1 0 0 0 0,-1 0 0 0 0,0 0 0 0 0,0 0 0 0 0,0 0 0 0 0,0-1 0 0 0,0 0 0 0 0,0 1 0 0 0,-1-1 0 0 0,1 0 0 0 0,-1 0 0 0 0,0-1 0 0 0,0 1 0 0 0,0 0 0 0 0,0-1 0 0 0,0 1 0 0 0,-1-1 0 0 0,0 0 0 0 0,0 1 0 0 0,0-1 0 0 0,0 0 0 0 0,0 0 0 0 0,-1 0 0 0 0,1 0 0 0 0,-1 1 0 0 0,0-4 105 0 0,-4-15-713 0 0,-1 0-1 0 0,0 0 0 0 0,-2 0 0 0 0,0 1 1 0 0,-1 0-1 0 0,-1 1 0 0 0,-2 0 1 0 0,0 0-1 0 0,0 1 0 0 0,-2 0 0 0 0,-13-14 714 0 0,9 7-1038 0 0,-141-178-4054 0 0,26 100 10476 0 0,118 97 1117 0 0,40 18-3945 0 0,7-3-2179 0 0,1-1 1 0 0,-1-2 0 0 0,1-1-1 0 0,1-2 1 0 0,-1-1 0 0 0,0-2-1 0 0,0-1 1 0 0,0-1 0 0 0,0-3-1 0 0,22-5-377 0 0,71-31-2373 0 0,-5-21-3416 0 0,-80 38 374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49:57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881 45 2888 0 0,'0'0'272'0'0,"0"0"440"0"0,0 0 1813 0 0,0 0-130 0 0,0 0-708 0 0,0 0-530 0 0,0 0-119 0 0,0 0-84 0 0,0 0-198 0 0,-19-7-153 0 0,-60-22-160 0 0,68 26-396 0 0,0 1 1 0 0,0 0-1 0 0,0 1 0 0 0,0 1 0 0 0,0-1 1 0 0,0 2-1 0 0,-1-1 0 0 0,1 2 1 0 0,0-1-1 0 0,0 2 0 0 0,0-1 0 0 0,1 1 1 0 0,-1 1-1 0 0,-3 1-47 0 0,-11 3 67 0 0,-41 12 43 0 0,0 2 0 0 0,2 3 0 0 0,1 3-1 0 0,0 3 1 0 0,3 2 0 0 0,1 3 0 0 0,-4 6-110 0 0,57-39 23 0 0,1-1 1 0 0,-1 1 0 0 0,1 1 0 0 0,0-1-1 0 0,0 1 1 0 0,0 0 0 0 0,1 0 0 0 0,0 0-1 0 0,-1 1 1 0 0,1-1 0 0 0,1 1 0 0 0,-1 0 0 0 0,1 0-1 0 0,0 1 1 0 0,0-1 0 0 0,0 1 0 0 0,1-1-1 0 0,0 1 1 0 0,0 0 0 0 0,0 0 0 0 0,1 0-1 0 0,0 0 1 0 0,0 0 0 0 0,0 0 0 0 0,1 0 0 0 0,0 0-1 0 0,0 0 1 0 0,1 1 0 0 0,-1-1 0 0 0,1 0-1 0 0,1 0 1 0 0,-1 0 0 0 0,1-1 0 0 0,0 1-1 0 0,1 0 1 0 0,-1 0 0 0 0,2 1-24 0 0,15 8-5 0 0,0-2-1 0 0,0 0 1 0 0,1-1 0 0 0,1-1-1 0 0,0-1 1 0 0,1-1 0 0 0,0-1-1 0 0,0 0 1 0 0,0-2 0 0 0,1-1-1 0 0,0-1 1 0 0,0 0 0 0 0,1-2-1 0 0,-1-1 1 0 0,12-1 5 0 0,106 8-953 0 0,-82-7-3136 0 0,-57-1 964 0 0,-2 0-1419 0 0</inkml:trace>
  <inkml:trace contextRef="#ctx0" brushRef="#br0" timeOffset="194.783">82 745 28 0 0,'0'0'4344'0'0,"0"0"-437"0"0,0 0-2156 0 0,0 0-705 0 0,0 0 202 0 0,0 0 123 0 0,0 0-109 0 0,0 0-164 0 0,0 0-185 0 0,23 10-252 0 0,76 34-118 0 0,-80-37-369 0 0,0-1 1 0 0,0 0 0 0 0,1-2-1 0 0,-1 0 1 0 0,1-1 0 0 0,0-1-1 0 0,12-1-174 0 0,2 1 81 0 0,206-1-1016 0 0,-77-20-5235 0 0,-114 11 733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49:53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343 233 4288 0 0,'0'0'4395'0'0,"0"0"-2069"0"0,0 0-1000 0 0,0 0-150 0 0,0 0 118 0 0,-22-2-164 0 0,-71-2-212 0 0,89 4-859 0 0,0 0 0 0 0,1 0 1 0 0,-1 1-1 0 0,0 0 0 0 0,0-1 0 0 0,0 1 0 0 0,1 1 1 0 0,-1-1-1 0 0,0 0 0 0 0,1 1 0 0 0,-1 0 1 0 0,1 0-1 0 0,-1 0 0 0 0,1 0 0 0 0,0 0 0 0 0,0 1 1 0 0,0 0-1 0 0,1-1 0 0 0,-3 3-59 0 0,-4 4 151 0 0,-5 4 14 0 0,0 1 0 0 0,1 0 0 0 0,1 0 1 0 0,0 1-1 0 0,1 1 0 0 0,0 0 0 0 0,2 1 0 0 0,0 0 0 0 0,1 0 0 0 0,0 1 0 0 0,1 0 1 0 0,2 0-1 0 0,0 0 0 0 0,0 1 0 0 0,1 7-165 0 0,4-24-11 0 0,0 0 1 0 0,0 0 0 0 0,0 0-1 0 0,0 0 1 0 0,1 0 0 0 0,-1 0-1 0 0,1 0 1 0 0,0-1-1 0 0,-1 1 1 0 0,1 0 0 0 0,0 0-1 0 0,0 0 1 0 0,0-1-1 0 0,0 1 1 0 0,0-1 0 0 0,1 1-1 0 0,-1-1 1 0 0,0 1-1 0 0,1-1 1 0 0,-1 0 0 0 0,1 1-1 0 0,-1-1 1 0 0,1 0 0 0 0,0 0-1 0 0,-1 0 1 0 0,1 0-1 0 0,0 0 1 0 0,0-1 0 0 0,0 1-1 0 0,0-1 1 0 0,0 1-1 0 0,-1-1 1 0 0,1 0 0 0 0,0 1-1 0 0,0-1 1 0 0,0 0-1 0 0,0 0 1 0 0,0 0 0 0 0,0-1-1 0 0,0 1 1 0 0,2-1 10 0 0,85-21-266 0 0,-49-1 130 0 0,-2-2 1 0 0,-1-2-1 0 0,-1-1 0 0 0,-1-2 1 0 0,-1-1-1 0 0,-2-2 1 0 0,-2-1-1 0 0,18-26 136 0 0,-45 63 80 0 0,-1 0 0 0 0,0 1-1 0 0,0-1 1 0 0,0 1 0 0 0,0-1 0 0 0,-1 1 0 0 0,0 0-1 0 0,1-1 1 0 0,-1 1 0 0 0,-1 0 0 0 0,1 0 0 0 0,0 0-1 0 0,-1 0 1 0 0,0 0 0 0 0,0 0 0 0 0,0 0-1 0 0,0-1 1 0 0,-1 1 0 0 0,0 0 0 0 0,1 0 0 0 0,-1 0-1 0 0,-2 3-79 0 0,3 11 111 0 0,-1-16-127 0 0,0 1 0 0 0,1 0 0 0 0,-1 0 0 0 0,1 0 0 0 0,0 0 0 0 0,0 0 0 0 0,0 0 0 0 0,0 0 0 0 0,0 0 0 0 0,1 0 0 0 0,-1 0-1 0 0,1 0 1 0 0,0-1 0 0 0,0 1 0 0 0,0 0 0 0 0,0 0 0 0 0,1-1 0 0 0,-1 1 0 0 0,1-1 0 0 0,-1 1 0 0 0,1-1 0 0 0,0 1 0 0 0,0-1 0 0 0,0 0 0 0 0,0 0 0 0 0,0 0-1 0 0,1 0 1 0 0,-1-1 0 0 0,1 1 0 0 0,-1 0 0 0 0,1-1 0 0 0,-1 0 0 0 0,1 0 0 0 0,0 1 0 0 0,0-2 0 0 0,0 1 0 0 0,0 0 0 0 0,-1 0 0 0 0,1-1 0 0 0,0 0 0 0 0,2 0 16 0 0,8 1-161 0 0,-1-2 1 0 0,1 0 0 0 0,-1 0-1 0 0,1-2 1 0 0,-1 1 0 0 0,0-1-1 0 0,0-1 1 0 0,0 0 0 0 0,0-1-1 0 0,-1 0 1 0 0,0-1 0 0 0,10-6 160 0 0,44-29-5025 0 0,-7 5-6479 0 0,-41 27 9976 0 0</inkml:trace>
  <inkml:trace contextRef="#ctx0" brushRef="#br0" timeOffset="435.466">1021 237 2704 0 0,'0'0'7482'0'0,"0"0"-5021"0"0,0 0-1836 0 0,0 0 40 0 0,0 0 423 0 0,-17 21 129 0 0,-54 70-133 0 0,60-73-809 0 0,0-1 0 0 0,0 1 0 0 0,2 1 0 0 0,1 0 1 0 0,0 0-1 0 0,1 1 0 0 0,1 0 0 0 0,-3 21-275 0 0,0-3 211 0 0,-2 27-285 0 0,13-64 19 0 0,0 0-1 0 0,0 0 1 0 0,0-1-1 0 0,0 1 1 0 0,0-1-1 0 0,1 1 1 0 0,-1-1-1 0 0,0 0 1 0 0,0 0-1 0 0,0 0 0 0 0,0 0 1 0 0,0-1-1 0 0,0 1 1 0 0,1 0-1 0 0,-1-1 1 0 0,0 1-1 0 0,0-1 1 0 0,0 0-1 0 0,0 0 0 0 0,0 0 1 0 0,-1 0-1 0 0,1 0 1 0 0,0 0-1 0 0,0 0 1 0 0,0-2 55 0 0,24-13-382 0 0,-1-1 0 0 0,0-1 0 0 0,-2-1 0 0 0,0-2 0 0 0,-1 0 0 0 0,-2-1 1 0 0,0-1-1 0 0,-1-1 0 0 0,-1-1 0 0 0,-2 0 0 0 0,0-1 0 0 0,3-11 382 0 0,-18 36-136 0 0,0 0-1 0 0,-1-1 0 0 0,1 1 1 0 0,-1 0-1 0 0,1-1 1 0 0,-1 1-1 0 0,1-1 0 0 0,-1 1 1 0 0,0-1-1 0 0,1 1 1 0 0,-1-1-1 0 0,0 1 0 0 0,0-1 1 0 0,0 0-1 0 0,0 1 0 0 0,-1-1 1 0 0,1 1-1 0 0,0-1 1 0 0,-1 1-1 0 0,1-1 0 0 0,-1 1 1 0 0,1 0-1 0 0,-1-1 1 0 0,0 1-1 0 0,0-1 0 0 0,1 1 1 0 0,-1 0-1 0 0,0 0 1 0 0,0 0-1 0 0,0-1 0 0 0,0 1 1 0 0,-1 0-1 0 0,1 0 0 0 0,0 0 1 0 0,0 0-1 0 0,-1 1 1 0 0,1-1-1 0 0,0 0 0 0 0,-1 1 1 0 0,1-1-1 0 0,-1 0 1 0 0,1 1-1 0 0,0 0 0 0 0,-1-1 137 0 0,-68-8-6181 0 0,58 9 5684 0 0</inkml:trace>
  <inkml:trace contextRef="#ctx0" brushRef="#br0" timeOffset="1461.253">489 289 536 0 0,'0'0'499'0'0,"0"0"-86"0"0,0 0-208 0 0,0 0 21 0 0,0 0 116 0 0,0 0-155 0 0,0 0 269 0 0,0 0 1243 0 0,0 0-51 0 0,0 0-352 0 0,0-4-220 0 0,4-21 2390 0 0,-30-24-1432 0 0,22 44-1971 0 0,-1 0 0 0 0,0 0 1 0 0,0 0-1 0 0,0 0 1 0 0,0 1-1 0 0,-1 0 0 0 0,0 0 1 0 0,0 0-1 0 0,0 1 0 0 0,0 0 1 0 0,-1 0-1 0 0,1 1 1 0 0,-1 0-1 0 0,0 0 0 0 0,0 0 1 0 0,1 1-1 0 0,-5-1-63 0 0,0 1 33 0 0,-1 0 0 0 0,1 1 0 0 0,-1 0 0 0 0,1 0 0 0 0,0 1 0 0 0,-1 1 0 0 0,1 0 0 0 0,0 0 0 0 0,0 1 0 0 0,0 0 0 0 0,0 1 0 0 0,1 1 0 0 0,0 0 0 0 0,-1 0 0 0 0,2 1 0 0 0,-1 0 0 0 0,1 0 0 0 0,0 1 1 0 0,0 1-1 0 0,0-1 0 0 0,1 1 0 0 0,1 1 0 0 0,-1-1 0 0 0,1 2 0 0 0,1-1 0 0 0,0 0 0 0 0,0 1 0 0 0,1 0 0 0 0,0 1 0 0 0,1-1 0 0 0,0 1 0 0 0,0 2-33 0 0,4-13 5 0 0,-2 3 8 0 0,0 1-1 0 0,1-1 0 0 0,-1 0 1 0 0,1 1-1 0 0,0-1 0 0 0,0 1 0 0 0,1 0 1 0 0,-1-1-1 0 0,1 1 0 0 0,-1-1 1 0 0,1 1-1 0 0,0 0 0 0 0,0 0 0 0 0,1-1 1 0 0,-1 1-1 0 0,1-1 0 0 0,0 1 1 0 0,0 0-1 0 0,0-1 0 0 0,0 1 1 0 0,1-1-1 0 0,-1 0 0 0 0,1 1 0 0 0,0-1 1 0 0,0 0-1 0 0,0 0 0 0 0,1 0 1 0 0,-1-1-1 0 0,0 1 0 0 0,1 0 0 0 0,0-1 1 0 0,0 0-1 0 0,0 1 0 0 0,0-1 1 0 0,0 0-1 0 0,0 0 0 0 0,0-1 1 0 0,3 2-13 0 0,7-5-158 0 0,0 0 1 0 0,0-1-1 0 0,-1 0 1 0 0,0-1 0 0 0,1 0-1 0 0,-1-1 1 0 0,0-1 0 0 0,-1 0-1 0 0,0 0 1 0 0,0-1 0 0 0,0 0-1 0 0,-1-1 1 0 0,0 0-1 0 0,0-1 1 0 0,-1 0 157 0 0,4-3-374 0 0,0 1-1 0 0,1 1 1 0 0,0 1-1 0 0,1 0 1 0 0,0 0-1 0 0,1 1 1 0 0,-1 1-1 0 0,4 0 375 0 0,14 29 5509 0 0,-9 52-3808 0 0,-13 9-1165 0 0,-4 1 0 0 0,-4 0 0 0 0,-6 74-536 0 0,-55 150 233 0 0,39-228-227 0 0,-169 715-1274 0 0,188-794 1227 0 0,0 0 0 0 0,0 1-1 0 0,0-1 1 0 0,0 1-1 0 0,0-1 1 0 0,0 0-1 0 0,0 1 1 0 0,0-1-1 0 0,0 0 1 0 0,-1 0 0 0 0,1 1-1 0 0,-1-1 1 0 0,1 0-1 0 0,-1 0 1 0 0,1 1-1 0 0,-1-1 1 0 0,0 0-1 0 0,1 0 1 0 0,-1 0 0 0 0,0 0-1 0 0,0 0 1 0 0,0 0-1 0 0,0 0 1 0 0,0 0-1 0 0,0 0 1 0 0,0 0 0 0 0,0-1-1 0 0,0 1 1 0 0,0 0-1 0 0,-1-1 1 0 0,1 1-1 0 0,0-1 1 0 0,0 1-1 0 0,-1-1 1 0 0,1 0 0 0 0,0 1-1 0 0,-1-1 1 0 0,1 0-1 0 0,0 0 1 0 0,-1 0-1 0 0,1 0 1 0 0,0 0-1 0 0,-1 0 1 0 0,1 0 0 0 0,0-1-1 0 0,-1 1 1 0 0,1 0-1 0 0,0-1 1 0 0,0 1-1 0 0,-1-1 1 0 0,1 1 0 0 0,0-1-1 0 0,0 0 1 0 0,0 0-1 0 0,0 1 1 0 0,0-1-1 0 0,0 0 1 0 0,0 0-1 0 0,0 0 42 0 0,-49-66-3190 0 0,37 34 1541 0 0,3-1 1 0 0,0 0-1 0 0,3-1 0 0 0,0 0 0 0 0,3 0 0 0 0,0-1 0 0 0,2-6 1649 0 0,1 28-510 0 0,-5-77-813 0 0</inkml:trace>
  <inkml:trace contextRef="#ctx0" brushRef="#br0" timeOffset="1902.915">1116 156 4096 0 0,'0'0'868'0'0,"0"0"2785"0"0,0 0-1789 0 0,0 0-853 0 0,0 0-76 0 0,1 15 235 0 0,-2 178 2634 0 0,-15-35-3020 0 0,-6-1 0 0 0,-8 0 0 0 0,-49 150-784 0 0,13-69-1518 0 0,110-468-12781 0 0,-40 171 12477 0 0,-4-25 900 0 0</inkml:trace>
  <inkml:trace contextRef="#ctx0" brushRef="#br0" timeOffset="2182.863">939 37 704 0 0,'0'0'6825'0'0,"0"0"-4730"0"0,0 0-1428 0 0,0 0-129 0 0,0 0 232 0 0,18-5 78 0 0,63-16-140 0 0,-65 18-565 0 0,-1 0-1 0 0,1 1 1 0 0,0 0 0 0 0,0 2 0 0 0,0 0 0 0 0,0 0 0 0 0,1 2 0 0 0,-2 0 0 0 0,9 3-143 0 0,-15-4 59 0 0,1 0-1 0 0,-1 2 1 0 0,0-1 0 0 0,0 1-1 0 0,0 0 1 0 0,-1 1-1 0 0,1 0 1 0 0,-1 0 0 0 0,0 1-1 0 0,0 0 1 0 0,0 0-1 0 0,-1 1 1 0 0,0 0-1 0 0,0 1 1 0 0,0-1 0 0 0,-1 1-1 0 0,0 1 1 0 0,0-1-1 0 0,-1 1 1 0 0,0 0 0 0 0,0 0-1 0 0,-1 0 1 0 0,0 1-1 0 0,-1-1 1 0 0,0 1-1 0 0,0 0 1 0 0,0 0 0 0 0,-1 0-1 0 0,-1 1 1 0 0,1 8-59 0 0,-2-5 52 0 0,-1-1 1 0 0,-1 1-1 0 0,0-1 0 0 0,0 1 1 0 0,-1-1-1 0 0,-1 0 0 0 0,0 0 1 0 0,-1-1-1 0 0,0 1 0 0 0,-1-1 1 0 0,0 0-1 0 0,-1 0 0 0 0,0-1 1 0 0,0 0-1 0 0,-1 0 1 0 0,0-1-1 0 0,-7 6-52 0 0,-9 13 51 0 0,-2-1 0 0 0,-1 0 0 0 0,-1-2 0 0 0,-1-1 0 0 0,-1-2 0 0 0,-1-1 0 0 0,-23 11-51 0 0,53-30-51 0 0,0-1 1 0 0,0 0-1 0 0,0 1 0 0 0,-1-1 1 0 0,1 0-1 0 0,0 0 1 0 0,-1 0-1 0 0,1 0 1 0 0,-1 0-1 0 0,0 0 1 0 0,1 0-1 0 0,-1-1 1 0 0,0 1-1 0 0,1 0 1 0 0,-1-1-1 0 0,0 1 1 0 0,0-1-1 0 0,1 0 1 0 0,-1 0-1 0 0,0 0 0 0 0,0 0 1 0 0,0 0-1 0 0,1 0 1 0 0,-1 0-1 0 0,0 0 1 0 0,0-1-1 0 0,0 1 1 0 0,1-1-1 0 0,-1 1 1 0 0,0-1-1 0 0,1 0 1 0 0,-1 1-1 0 0,1-1 1 0 0,-1 0-1 0 0,1 0 1 0 0,-1 0-1 0 0,1-1 0 0 0,-1 1 1 0 0,1 0-1 0 0,0 0 1 0 0,0-1-1 0 0,0 1 1 0 0,-1-1-1 0 0,1 1 1 0 0,1-1-1 0 0,-1 1 1 0 0,0-1-1 0 0,0 0 1 0 0,1 1-1 0 0,-1-1 1 0 0,1 0-1 0 0,-1 0 1 0 0,1 1-1 0 0,0-1 0 0 0,-1 0 1 0 0,1 0-1 0 0,0 1 1 0 0,0-1-1 0 0,0 0 1 0 0,1 0-1 0 0,-1 0 51 0 0,4-15-1049 0 0,2 0-1 0 0,0 1 1 0 0,0 0-1 0 0,2 0 1 0 0,0 0-1 0 0,0 1 1 0 0,2 0-1 0 0,0 0 1 0 0,0 1-1 0 0,2 1 1 0 0,-1 0-1 0 0,9-7 1050 0 0,29-31-925 0 0</inkml:trace>
  <inkml:trace contextRef="#ctx0" brushRef="#br0" timeOffset="2469.544">1873 93 4500 0 0,'0'0'853'0'0,"0"0"2267"0"0,0 0-1318 0 0,0 0-271 0 0,0 0 14 0 0,0 0-47 0 0,-10 16-279 0 0,-79 97 602 0 0,-45 16-562 0 0,132-125-1260 0 0,0-1 1 0 0,1 0-1 0 0,-1 1 1 0 0,1-1-1 0 0,0 1 1 0 0,0-1-1 0 0,0 1 0 0 0,1 0 1 0 0,-1-1-1 0 0,1 1 1 0 0,0 0-1 0 0,0 0 1 0 0,0-1-1 0 0,0 1 1 0 0,1 0-1 0 0,-1-1 1 0 0,1 1-1 0 0,0 0 1 0 0,0-1-1 0 0,1 1 1 0 0,-1-1-1 0 0,1 0 0 0 0,-1 1 1 0 0,1-1-1 0 0,0 0 1 0 0,0 0-1 0 0,1 0 1 0 0,-1 0-1 0 0,1 0 1 0 0,0 0 0 0 0,95 76-349 0 0,-77-65 229 0 0,42 43-175 0 0,-61-55 291 0 0,-1-1 0 0 0,0 1 1 0 0,0 0-1 0 0,0 0 0 0 0,0 0 1 0 0,-1 0-1 0 0,1 0 0 0 0,0 0 1 0 0,-1 0-1 0 0,1 0 0 0 0,-1 0 1 0 0,0 0-1 0 0,0 0 0 0 0,0 0 1 0 0,0 0-1 0 0,0 0 1 0 0,0 0-1 0 0,0 0 0 0 0,-1 0 1 0 0,1 0-1 0 0,-1 0 0 0 0,0 0 1 0 0,1 0-1 0 0,-1 0 0 0 0,0 0 1 0 0,0 0-1 0 0,0 0 0 0 0,0-1 1 0 0,-1 1-1 0 0,1 0 0 0 0,0-1 1 0 0,-1 1-1 0 0,1-1 0 0 0,-1 1 1 0 0,0-1-1 0 0,1 0 0 0 0,-1 0 1 0 0,0 0-1 0 0,0 0 4 0 0,-11 8-103 0 0,0-1-1 0 0,-1 0 1 0 0,0-1 0 0 0,0-1-1 0 0,0 0 1 0 0,-1-1 0 0 0,0 0 0 0 0,0-2-1 0 0,-1 0 1 0 0,1 0 0 0 0,-1-1-1 0 0,1-1 1 0 0,-1-1 0 0 0,1 0-1 0 0,-1-1 1 0 0,1-1 0 0 0,-2 0 103 0 0,-96-41-7920 0 0,77 16 1875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49:49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4288 0 0,'0'0'6346'0'0,"0"0"-4184"0"0,-3 18-1397 0 0,-22 122 1088 0 0,-11 179 2241 0 0,33 164-3677 0 0,4-466-458 0 0,-2 1-101 0 0,1 0-1 0 0,1 0 1 0 0,0 0 0 0 0,2 0 0 0 0,0 0-1 0 0,1 0 1 0 0,0 0 0 0 0,2-1-1 0 0,0 0 1 0 0,8 14 142 0 0,-13-29-161 0 0,0 0 1 0 0,0-1-1 0 0,0 1 1 0 0,1 0-1 0 0,-1-1 0 0 0,0 0 1 0 0,1 1-1 0 0,-1-1 1 0 0,1 0-1 0 0,0 0 0 0 0,-1 0 1 0 0,1 0-1 0 0,0 0 1 0 0,0 0-1 0 0,-1 0 0 0 0,1 0 1 0 0,0-1-1 0 0,0 1 1 0 0,0-1-1 0 0,0 1 0 0 0,0-1 1 0 0,0 0-1 0 0,0 0 0 0 0,0 0 1 0 0,0 0-1 0 0,0 0 1 0 0,0 0-1 0 0,0-1 0 0 0,2 0 161 0 0,47-37-10844 0 0,-28 5 9637 0 0</inkml:trace>
  <inkml:trace contextRef="#ctx0" brushRef="#br0" timeOffset="264.237">370 855 952 0 0,'0'0'8155'0'0,"0"0"-5414"0"0,0 16-1997 0 0,-18 178 3420 0 0,10-114-2653 0 0,7-26-4567 0 0,15-116-9849 0 0,-13 34 11647 0 0</inkml:trace>
  <inkml:trace contextRef="#ctx0" brushRef="#br0" timeOffset="437.153">324 482 5625 0 0,'0'0'5476'0'0,"0"0"-3680"0"0,0 0-1672 0 0,0 0-124 0 0,0 0 0 0 0,0 0 152 0 0,0 0 304 0 0,0 0-148 0 0,0 0-308 0 0,122-70-180 0 0,-96 59-520 0 0,-1 1-620 0 0,-2 1-1248 0 0,-6 3-3185 0 0,-2 4 3497 0 0</inkml:trace>
  <inkml:trace contextRef="#ctx0" brushRef="#br0" timeOffset="3053.819">398 877 1448 0 0,'0'0'122'0'0,"0"0"116"0"0,0 0 23 0 0,0 0 9 0 0,0 0-91 0 0,0 0-73 0 0,0 0 208 0 0,0 0 855 0 0,0 0 174 0 0,0 0-327 0 0,3 0-155 0 0,55-4 5085 0 0,6-59-5310 0 0,-16-20-2091 0 0,-48 83 1281 0 0,0 0-94 0 0,0 0-92 0 0,0 0-22 0 0,-6 2 1584 0 0,4-15-1205 0 0,-1 0-1 0 0,0 0 0 0 0,-1 1 1 0 0,-1 0-1 0 0,1-1 0 0 0,-2 2 0 0 0,0-1 1 0 0,0 0-1 0 0,-1 1 0 0 0,-1 1 1 0 0,-1-3 3 0 0,-2-4 151 0 0,9 16-127 0 0,1-1-1 0 0,0 1 1 0 0,-1-1-1 0 0,0 1 1 0 0,1 0-1 0 0,-1-1 1 0 0,0 1-1 0 0,0 0 1 0 0,0 0 0 0 0,1 0-1 0 0,-1 1 1 0 0,0-1-1 0 0,0 0 1 0 0,0 1-1 0 0,-1-1 1 0 0,1 1-1 0 0,0 0 1 0 0,0-1-1 0 0,0 1 1 0 0,0 0 0 0 0,0 0-1 0 0,0 1 1 0 0,0-1-1 0 0,0 0 1 0 0,-1 1-1 0 0,1-1 1 0 0,0 1-1 0 0,0 0 1 0 0,1 0-1 0 0,-1-1 1 0 0,0 1 0 0 0,0 0-1 0 0,0 1 1 0 0,0-1-1 0 0,1 0 1 0 0,-1 0-1 0 0,1 1 1 0 0,-2 0-24 0 0,-63 58-319 0 0,50-37 327 0 0,0 1 0 0 0,2 1 0 0 0,0 0 0 0 0,2 1 1 0 0,1 0-1 0 0,1 1 0 0 0,1 0 0 0 0,1 0 0 0 0,2 1 1 0 0,1 0-1 0 0,1 0 0 0 0,1 1 0 0 0,2-1 0 0 0,0 1 1 0 0,2-1-1 0 0,5 27-8 0 0,-6-47 37 0 0,0-1 0 0 0,0 1 1 0 0,1-1-1 0 0,0 1 0 0 0,1-1 1 0 0,0 1-1 0 0,0-1 0 0 0,0 0 1 0 0,1 0-1 0 0,0 0 0 0 0,1 0 0 0 0,-1 0 1 0 0,1-1-1 0 0,1 1 0 0 0,-1-1 1 0 0,1 0-1 0 0,0-1 0 0 0,0 1 0 0 0,1-1 1 0 0,0 0-1 0 0,0 0 0 0 0,0-1 1 0 0,0 1-1 0 0,1-2 0 0 0,-1 1 1 0 0,1-1-1 0 0,0 0 0 0 0,0 0 0 0 0,1 0 1 0 0,-1-1-1 0 0,5 0-37 0 0,0-1-194 0 0,-1-1-1 0 0,1-1 1 0 0,-1 0 0 0 0,0 0-1 0 0,0-1 1 0 0,1-1-1 0 0,-1 0 1 0 0,-1-1 0 0 0,1 0-1 0 0,0 0 1 0 0,-1-1 0 0 0,0 0-1 0 0,0-1 1 0 0,0 0-1 0 0,-1-1 1 0 0,7-6 194 0 0,83-81-8598 0 0,-75 67 7164 0 0</inkml:trace>
  <inkml:trace contextRef="#ctx0" brushRef="#br0" timeOffset="3397.589">890 821 1436 0 0,'0'0'1602'0'0,"0"0"950"0"0,0 0-459 0 0,0 0-784 0 0,0 0-349 0 0,0 0 32 0 0,0 0-14 0 0,0 0-93 0 0,0 0-117 0 0,-4-3-174 0 0,3 2-571 0 0,0 0 0 0 0,-1 1 0 0 0,1-1 0 0 0,0 1 0 0 0,-1 0 0 0 0,1-1 0 0 0,0 1 0 0 0,-1 0 0 0 0,1 0 0 0 0,-1 0 0 0 0,1 0 0 0 0,0 0 0 0 0,-1 0 0 0 0,1 0 0 0 0,-1 0 0 0 0,1 0 0 0 0,0 1 0 0 0,-1-1 0 0 0,1 1 0 0 0,0-1 0 0 0,-1 1 0 0 0,1-1 0 0 0,0 1 0 0 0,0 0 0 0 0,-1 0 0 0 0,1 0 0 0 0,0-1 0 0 0,0 1 1 0 0,0 0-1 0 0,0 0 0 0 0,0 0 0 0 0,0 1 0 0 0,1-1 0 0 0,-1 0 0 0 0,0 0 0 0 0,0 0 0 0 0,1 1 0 0 0,-1-1 0 0 0,1 0 0 0 0,-1 1 0 0 0,1-1 0 0 0,0 0 0 0 0,-1 1 0 0 0,1-1 0 0 0,0 1 0 0 0,0-1 0 0 0,0 0 0 0 0,0 2-23 0 0,-1-2 15 0 0,-13 26 177 0 0,2 1 1 0 0,0 0 0 0 0,2 1-1 0 0,1 0 1 0 0,2 0 0 0 0,-4 25-193 0 0,11-54-27 0 0,0 1 1 0 0,-1 0 0 0 0,1 0-1 0 0,0 0 1 0 0,0 0-1 0 0,0 0 1 0 0,0 0-1 0 0,0 0 1 0 0,0 0-1 0 0,0 0 1 0 0,0 0 0 0 0,0 0-1 0 0,0 0 1 0 0,1 0-1 0 0,-1 0 1 0 0,0 0-1 0 0,1-1 1 0 0,-1 1-1 0 0,1 0 1 0 0,-1 0 0 0 0,1 0-1 0 0,-1 0 1 0 0,1-1-1 0 0,-1 1 1 0 0,1 0-1 0 0,0-1 1 0 0,0 1-1 0 0,-1 0 1 0 0,1-1 0 0 0,0 1-1 0 0,0-1 1 0 0,0 1-1 0 0,-1-1 1 0 0,1 1-1 0 0,0-1 1 0 0,0 0-1 0 0,0 0 1 0 0,0 1 0 0 0,0-1-1 0 0,0 0 1 0 0,0 0-1 0 0,0 0 1 0 0,0 0-1 0 0,0 0 1 0 0,0 0-1 0 0,0 0 1 0 0,0 0 0 0 0,0 0-1 0 0,-1 0 1 0 0,1-1-1 0 0,0 1 1 0 0,0 0-1 0 0,0-1 1 0 0,0 1-1 0 0,0-1 1 0 0,0 1 0 0 0,-1-1-1 0 0,1 1 1 0 0,0-1-1 0 0,0 1 1 0 0,-1-1-1 0 0,1 0 1 0 0,0 0-1 0 0,-1 1 1 0 0,1-1 0 0 0,-1 0-1 0 0,1 0 1 0 0,0 0 26 0 0,140-121-4873 0 0,17-9 1469 0 0,-157 130 3513 0 0,0 1-1 0 0,0-1 1 0 0,0 0-1 0 0,0 1 1 0 0,0-1 0 0 0,-1 1-1 0 0,1-1 1 0 0,0 1 0 0 0,0-1-1 0 0,0 1 1 0 0,0 0 0 0 0,1-1-1 0 0,-1 1 1 0 0,0 0-1 0 0,0 0 1 0 0,0 0 0 0 0,0 0-1 0 0,0 0 1 0 0,0 0 0 0 0,0 0-1 0 0,0 0 1 0 0,0 0 0 0 0,0 0-1 0 0,0 1 1 0 0,0-1-1 0 0,0 0 1 0 0,0 1 0 0 0,0-1-1 0 0,0 1 1 0 0,0-1 0 0 0,0 1-1 0 0,0 0 1 0 0,0-1-1 0 0,0 1 1 0 0,0 0 0 0 0,-1-1-1 0 0,1 1 1 0 0,0 0 0 0 0,-1 0-1 0 0,1 0 1 0 0,0 0 0 0 0,-1 0-1 0 0,1 0 1 0 0,-1 0-1 0 0,0 0 1 0 0,1 0 0 0 0,-1 1-109 0 0,5 57 3686 0 0,-6-46-3435 0 0,-34 193 3677 0 0,75-244-8632 0 0,37-64-5463 0 0,-51 62 6293 0 0</inkml:trace>
  <inkml:trace contextRef="#ctx0" brushRef="#br0" timeOffset="3642.468">1427 848 1384 0 0,'0'0'6371'0'0,"0"0"-2774"0"0,0 0-1961 0 0,-2 19-831 0 0,-34 152 3236 0 0,36-172-4031 0 0,1 1 1 0 0,0 0 0 0 0,-1 0 0 0 0,1 0 0 0 0,0-1 0 0 0,-1 1 0 0 0,1 0-1 0 0,-1 0 1 0 0,1 0 0 0 0,0 0 0 0 0,-1 0 0 0 0,1 0 0 0 0,0 1-1 0 0,-1-1 1 0 0,1 0 0 0 0,0 0 0 0 0,-1 0 0 0 0,1 0 0 0 0,-1 1 0 0 0,1-1-1 0 0,0 0 1 0 0,-1 1 0 0 0,1-1 0 0 0,-1 0 0 0 0,1 1 0 0 0,-1-1 0 0 0,1 1-1 0 0,-1-1 1 0 0,0 1 0 0 0,1-1 0 0 0,-1 1 0 0 0,1-1 0 0 0,-1 1-1 0 0,0-1 1 0 0,0 1 0 0 0,1 0 0 0 0,-1-1 0 0 0,0 1 0 0 0,0-1 0 0 0,0 1-1 0 0,1 0 1 0 0,-1-1 0 0 0,0 1 0 0 0,0 0 0 0 0,0-1 0 0 0,0 1-1 0 0,0 0 1 0 0,0-1-11 0 0,102-74-709 0 0,-89 61 616 0 0,0 1 0 0 0,1 1 1 0 0,0 0-1 0 0,1 1 0 0 0,0 0 0 0 0,0 2 1 0 0,1-1-1 0 0,1 2 0 0 0,-1 0 0 0 0,1 1 1 0 0,0 1-1 0 0,0 0 0 0 0,1 2 0 0 0,0 0 0 0 0,13-1 93 0 0,-29 4 41 0 0,1 1 0 0 0,-1-1 0 0 0,1 1-1 0 0,-1-1 1 0 0,1 1 0 0 0,-1 0-1 0 0,0 0 1 0 0,1 0 0 0 0,-1 0-1 0 0,0 1 1 0 0,0-1 0 0 0,0 1 0 0 0,0-1-1 0 0,0 1 1 0 0,0-1 0 0 0,0 1-1 0 0,0 0 1 0 0,-1 0 0 0 0,1 0-1 0 0,-1 0 1 0 0,1 0 0 0 0,-1 1-1 0 0,0-1 1 0 0,0 0 0 0 0,0 1 0 0 0,0-1-1 0 0,0 0 1 0 0,-1 1 0 0 0,1-1-1 0 0,-1 1 1 0 0,1-1 0 0 0,-1 2-41 0 0,1 87 646 0 0,-2-88-654 0 0,-10 47-154 0 0,-1 10-2247 0 0,18-22-4449 0 0,4-24 1042 0 0,11 0 4099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50:02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943 42 3712 0 0,'0'0'1912'0'0,"0"0"2508"0"0,0 0-1947 0 0,0 0-1223 0 0,0 0-692 0 0,0 0-318 0 0,-21-7-86 0 0,-73-20-1 0 0,78 24-47 0 0,1 1-1 0 0,0 0 1 0 0,-1 2 0 0 0,1 0-1 0 0,-1 1 1 0 0,1 0 0 0 0,-1 1-1 0 0,1 1 1 0 0,0 0 0 0 0,0 1-1 0 0,0 1 1 0 0,1 0 0 0 0,-1 1-1 0 0,1 0 1 0 0,-10 7-106 0 0,9-5 43 0 0,-47 19 273 0 0,2 2 1 0 0,1 3 0 0 0,1 3 0 0 0,2 2 0 0 0,2 3 0 0 0,2 2 0 0 0,1 2-1 0 0,-11 16-316 0 0,58-57 4 0 0,0 0-1 0 0,1 0 1 0 0,-1 0-1 0 0,1 1 0 0 0,0 0 1 0 0,0-1-1 0 0,0 1 1 0 0,0 0-1 0 0,0 0 0 0 0,1 1 1 0 0,0-1-1 0 0,0 0 1 0 0,0 1-1 0 0,1 0 0 0 0,-1-1 1 0 0,1 1-1 0 0,0 0 1 0 0,0-1-1 0 0,1 1 0 0 0,-1 0 1 0 0,1 0-1 0 0,0 0 1 0 0,1 0-1 0 0,-1 0 0 0 0,1-1 1 0 0,0 1-1 0 0,0 0 1 0 0,0-1-1 0 0,1 1 0 0 0,1 2-3 0 0,12 5-31 0 0,0-1 0 0 0,1-1-1 0 0,1 0 1 0 0,0-1-1 0 0,0-1 1 0 0,0-1 0 0 0,1 0-1 0 0,0-2 1 0 0,1 0 0 0 0,-1-1-1 0 0,1 0 1 0 0,5-1 31 0 0,201 9-1412 0 0,-143-13-1082 0 0,0 6-3386 0 0,-78-3 1694 0 0,-8 2-94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50:03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 2404 0 0,'0'0'796'0'0,"0"0"1839"0"0,0 0 916 0 0,-19 15-1342 0 0,-58 49-659 0 0,76-63-1477 0 0,-1 1 1 0 0,1-1-1 0 0,-1 0 0 0 0,1 1 0 0 0,-1-1 1 0 0,1 1-1 0 0,0 0 0 0 0,0 0 0 0 0,0-1 1 0 0,0 1-1 0 0,0 0 0 0 0,0 0 0 0 0,1 0 1 0 0,-1 0-1 0 0,1 0 0 0 0,-1 0 0 0 0,1 0 1 0 0,-1 0-1 0 0,1 0 0 0 0,0 0 0 0 0,0 0 1 0 0,0 0-1 0 0,1 0 0 0 0,-1 0 0 0 0,0 0 1 0 0,1 0-1 0 0,-1 0 0 0 0,1 0 0 0 0,0 0 1 0 0,-1 0-1 0 0,1 0 0 0 0,0 0 0 0 0,0 0 1 0 0,0-1-1 0 0,1 1 0 0 0,-1 0 0 0 0,0-1 1 0 0,1 1-1 0 0,-1-1 0 0 0,1 1 0 0 0,-1-1 1 0 0,1 0-1 0 0,0 0 0 0 0,-1 0 0 0 0,1 0 1 0 0,0 0-1 0 0,0 0 0 0 0,0 0 0 0 0,0 0 0 0 0,0-1 1 0 0,0 1-1 0 0,0-1 0 0 0,0 1 0 0 0,0-1 1 0 0,0 0-1 0 0,0 0 0 0 0,0 0 0 0 0,0 0 1 0 0,0 0-1 0 0,0-1 0 0 0,0 1 0 0 0,1-1-73 0 0,1 3 70 0 0,48 8 217 0 0,-1-2-1 0 0,1-2 1 0 0,0-2 0 0 0,0-3 0 0 0,0-2 0 0 0,47-7-287 0 0,171-31-1592 0 0,-109 12-3839 0 0,-72 13-4906 0 0,-46 7 8220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50:03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0 1032 0 0,'0'0'7433'0'0,"0"0"-4178"0"0,0 0-1710 0 0,0 0-597 0 0,0 0-232 0 0,0 0-17 0 0,0 0 42 0 0,0 0-136 0 0,0 0-165 0 0,0 0-134 0 0,-4 1-85 0 0,-1 2-182 0 0,0-1-1 0 0,0 2 1 0 0,0-1 0 0 0,1 0 0 0 0,0 1-1 0 0,0 0 1 0 0,0 0 0 0 0,0 0 0 0 0,0 1-1 0 0,1-1 1 0 0,0 1 0 0 0,0 0 0 0 0,0 0-1 0 0,0 0 1 0 0,1 0 0 0 0,0 0 0 0 0,0 0-1 0 0,0 3-38 0 0,-11 19 154 0 0,-316 571 197 0 0,281-488-1152 0 0,87-86 172 0 0,-15-6 659 0 0,0 2 0 0 0,-2 1-1 0 0,0 0 1 0 0,-1 2 0 0 0,-2 0 0 0 0,0 2 0 0 0,-1 0-1 0 0,-2 1 1 0 0,-1 0 0 0 0,0 1 0 0 0,-2 1 0 0 0,3 12-30 0 0,105 171-5 0 0,-111-197-307 0 0,27 32-201 0 0,-8-28-4371 0 0,-25-17 2279 0 0,-4-2-3785 0 0,0-2 5244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50:07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3636 0 0,'0'0'286'0'0,"2"15"1377"0"0,2 258 7869 0 0,-35-19-6224 0 0,10-105-2716 0 0,7 1-1 0 0,6 15-591 0 0,7-162-53 0 0,1 1 1 0 0,-1 0-1 0 0,1 0 1 0 0,-1-1-1 0 0,1 1 0 0 0,0 0 1 0 0,0 0-1 0 0,1 0 1 0 0,-1-1-1 0 0,1 1 1 0 0,0 0-1 0 0,0 0 1 0 0,0-1-1 0 0,1 1 1 0 0,-1-1-1 0 0,1 1 0 0 0,-1-1 1 0 0,1 1-1 0 0,1-1 1 0 0,-1 0-1 0 0,0 0 1 0 0,1 0-1 0 0,-1 0 1 0 0,1-1-1 0 0,0 1 0 0 0,0-1 1 0 0,0 0-1 0 0,0 1 1 0 0,0-1-1 0 0,1 0 1 0 0,-1-1-1 0 0,1 1 1 0 0,-1-1-1 0 0,1 1 1 0 0,-1-1-1 0 0,1 0 0 0 0,0-1 1 0 0,0 1-1 0 0,0 0 53 0 0,159-28-3229 0 0,-147 21 3129 0 0,1 1 1 0 0,-1 1-1 0 0,1 0 1 0 0,0 1-1 0 0,0 1 1 0 0,0 1-1 0 0,0 0 1 0 0,0 1-1 0 0,0 1 1 0 0,14 3 99 0 0,10 6 912 0 0,-31-6-790 0 0,-1-1 0 0 0,1 0 0 0 0,-1-1 0 0 0,1 0 0 0 0,0-1 0 0 0,0 0 0 0 0,0 0 0 0 0,0-1-1 0 0,0 0 1 0 0,0-1 0 0 0,0 0 0 0 0,0-1 0 0 0,0 0 0 0 0,0 0 0 0 0,8-4-122 0 0,14-11-368 0 0,0-1 0 0 0,-1-1 0 0 0,-1-2 0 0 0,-1-1 0 0 0,-1-1 0 0 0,24-27 368 0 0,-3-31-617 0 0,-48 79 663 0 0,-1 0 0 0 0,1 0 0 0 0,-1 0 0 0 0,0 0 0 0 0,0 0 0 0 0,0-1 0 0 0,0 1 0 0 0,0 0 0 0 0,0 0 0 0 0,-1 0 0 0 0,1 0 1 0 0,-1 0-1 0 0,1 0 0 0 0,-1 1 0 0 0,0-1 0 0 0,0 0 0 0 0,0 0 0 0 0,0 0 0 0 0,0 1 0 0 0,0-1 0 0 0,0 0 0 0 0,-1 1 0 0 0,1-1 0 0 0,0 1 0 0 0,-1-1 0 0 0,1 1 0 0 0,-1 0 0 0 0,0 0 0 0 0,0-1 0 0 0,1 1 0 0 0,-1 1 0 0 0,0-1 0 0 0,0 0 0 0 0,0 0 0 0 0,0 1 0 0 0,0-1 0 0 0,0 1 0 0 0,0-1 0 0 0,0 1 0 0 0,0 0 0 0 0,0 0 0 0 0,0 0 0 0 0,0 0 0 0 0,0 0-46 0 0,-9 0 187 0 0,0-1-1 0 0,0 2 0 0 0,0 0 1 0 0,0 0-1 0 0,1 1 0 0 0,-1 0 1 0 0,0 1-1 0 0,1 0 0 0 0,0 1 0 0 0,0 0 1 0 0,0 1-1 0 0,0 0 0 0 0,1 0 1 0 0,-1 1-1 0 0,1 0 0 0 0,1 1 1 0 0,-3 1-187 0 0,-127 140 2077 0 0,135-145-2035 0 0,-7 7 37 0 0,1 0 0 0 0,0 1-1 0 0,0 0 1 0 0,1 1-1 0 0,1-1 1 0 0,0 2 0 0 0,0-1-1 0 0,1 1 1 0 0,1 0-1 0 0,0 0 1 0 0,1 0 0 0 0,0 1-1 0 0,1-1 1 0 0,1 1 0 0 0,0 0-1 0 0,1 0 1 0 0,0 0-1 0 0,1 0-78 0 0,5-6 4 0 0,0 0 0 0 0,0-1 0 0 0,1 0 0 0 0,0 0 0 0 0,1 0 0 0 0,-1 0 0 0 0,1-1 0 0 0,0 0 0 0 0,1-1 0 0 0,-1 0 0 0 0,1 0 0 0 0,0 0 0 0 0,1-1 0 0 0,-1 0 0 0 0,1-1 0 0 0,0 0 0 0 0,-1 0 0 0 0,1-1 0 0 0,1 0 0 0 0,-1 0 0 0 0,0-1 0 0 0,0-1 0 0 0,0 1 0 0 0,8-2-4 0 0,38 0-797 0 0,0-3-1 0 0,-1-2 1 0 0,0-3-1 0 0,0-2 1 0 0,0-2-1 0 0,-2-3 1 0 0,0-2-1 0 0,4-4 798 0 0,31-13-4658 0 0,-3-18-4998 0 0,-34 7 8277 0 0</inkml:trace>
  <inkml:trace contextRef="#ctx0" brushRef="#br0" timeOffset="446.364">1811 202 6005 0 0,'0'0'6025'0'0,"0"0"-3883"0"0,0 0-1557 0 0,0 0-40 0 0,21 4 203 0 0,69 11 26 0 0,-85-15-729 0 0,0 1 1 0 0,0 0 0 0 0,0 0 0 0 0,0 1-1 0 0,0-1 1 0 0,-1 1 0 0 0,1 0 0 0 0,-1 0-1 0 0,1 1 1 0 0,-1-1 0 0 0,0 1 0 0 0,0 0-1 0 0,0 0 1 0 0,0 1 0 0 0,-1-1-1 0 0,1 1 1 0 0,-1 0 0 0 0,0 0 0 0 0,0 0-1 0 0,0 0 1 0 0,0 0 0 0 0,-1 1 0 0 0,0-1-1 0 0,0 1 1 0 0,0-1 0 0 0,0 1 0 0 0,-1 0-1 0 0,0 0 1 0 0,0 0 0 0 0,0 0 0 0 0,-1 0-1 0 0,1 3-45 0 0,-2 5 21 0 0,1 0-1 0 0,-2 0 0 0 0,0 0 1 0 0,0 0-1 0 0,-1-1 0 0 0,-1 1 0 0 0,0-1 1 0 0,-1 1-1 0 0,0-1 0 0 0,-6 8-20 0 0,-88 128 385 0 0,-27 56-100 0 0,125-197-308 0 0,-1 0 0 0 0,1 0 0 0 0,0 0 0 0 0,0 0 0 0 0,1 0 0 0 0,0 0 0 0 0,0 1-1 0 0,1-1 1 0 0,0 0 0 0 0,0 0 0 0 0,1 0 0 0 0,0 0 0 0 0,0-1 0 0 0,1 1 0 0 0,-1 0-1 0 0,1-1 1 0 0,1 1 0 0 0,-1-1 0 0 0,1 0 0 0 0,0 0 0 0 0,1-1 0 0 0,-1 1 0 0 0,1-1-1 0 0,0 0 1 0 0,1 0 0 0 0,-1-1 0 0 0,1 1 0 0 0,0-1 0 0 0,1 0 23 0 0,17 19 10 0 0,23 22 0 0 0,-36-37 6 0 0,-1 0 0 0 0,0 1 0 0 0,0 0 0 0 0,0 1 0 0 0,-2 0 0 0 0,1 1 0 0 0,-1-1 0 0 0,0 2 0 0 0,-1-1 0 0 0,-1 1 0 0 0,0 0 0 0 0,0 0 0 0 0,-1 1 0 0 0,-1 0 0 0 0,0 0 0 0 0,-1 0 0 0 0,1 7-16 0 0,-3-1 113 0 0,-2-1-1 0 0,0 1 0 0 0,-1-1 0 0 0,-1 0 0 0 0,0 1 0 0 0,-2-1 0 0 0,0-1 1 0 0,-1 1-1 0 0,0-1 0 0 0,-2 0 0 0 0,0 0 0 0 0,-1-1 0 0 0,0 0 0 0 0,-1-1 1 0 0,-1 0-1 0 0,-1 0 0 0 0,0-1 0 0 0,-11 10-112 0 0,13-16-280 0 0,0 0 1 0 0,0 0-1 0 0,-1-1 0 0 0,1-1 0 0 0,-1 0 1 0 0,-1 0-1 0 0,1-1 0 0 0,-1 0 1 0 0,0-1-1 0 0,0-1 0 0 0,-4 1 280 0 0,-38 4-3340 0 0,3-6-3985 0 0,25-2 562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1T08:50:04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379 860 5336 0 0,'0'0'6669'0'0,"0"0"-4683"0"0,0 0-1761 0 0,0 0-138 0 0,0 0 344 0 0,-21-1 428 0 0,-69-1 243 0 0,87 2-1021 0 0,-1 1 0 0 0,0-1 0 0 0,0 1 0 0 0,0 0 0 0 0,1-1 0 0 0,-1 2 1 0 0,0-1-1 0 0,1 0 0 0 0,-1 1 0 0 0,1 0 0 0 0,0-1 0 0 0,-1 1 0 0 0,1 1 0 0 0,0-1 0 0 0,0 0 0 0 0,0 1 0 0 0,1-1 1 0 0,-3 4-82 0 0,-4 3 195 0 0,-18 16 74 0 0,1 2-1 0 0,1 1 1 0 0,1 1-1 0 0,2 2 0 0 0,1 0 1 0 0,2 1-1 0 0,-2 5-268 0 0,20-36-18 0 0,1 0 0 0 0,-1-1 0 0 0,0 1 0 0 0,1 0 0 0 0,-1 0 0 0 0,0 0 0 0 0,1 0 0 0 0,-1 0 0 0 0,1 0 1 0 0,0 0-1 0 0,-1 0 0 0 0,1 0 0 0 0,0 0 0 0 0,-1 0 0 0 0,1 0 0 0 0,0 0 0 0 0,0 1 0 0 0,0-1 0 0 0,0 0 0 0 0,0 0 0 0 0,0 0 0 0 0,0 0 0 0 0,1 0 0 0 0,-1 0 0 0 0,0 0 0 0 0,1 0 0 0 0,-1 0 0 0 0,0 0 0 0 0,1 0 0 0 0,-1 0 0 0 0,1 0 0 0 0,0 0 0 0 0,-1 0 0 0 0,1 0 0 0 0,0 0 0 0 0,-1-1 0 0 0,1 1 0 0 0,0 0 1 0 0,0 0-1 0 0,0-1 0 0 0,0 1 0 0 0,0-1 0 0 0,0 1 0 0 0,0-1 0 0 0,0 1 0 0 0,0-1 0 0 0,0 1 0 0 0,0-1 0 0 0,0 0 0 0 0,0 0 0 0 0,0 0 0 0 0,0 1 0 0 0,0-1 0 0 0,0 0 0 0 0,0 0 0 0 0,0 0 0 0 0,1-1 0 0 0,-1 1 0 0 0,0 0 0 0 0,0 0 0 0 0,0 0 0 0 0,0-1 0 0 0,0 0 18 0 0,8 3 23 0 0,7 0-23 0 0,-3-3 56 0 0,0 1 0 0 0,0 1 0 0 0,0 0 0 0 0,0 1 0 0 0,0 0 0 0 0,0 1 0 0 0,0 1 0 0 0,-1 0 1 0 0,1 0-1 0 0,-1 1 0 0 0,-1 1 0 0 0,1 0 0 0 0,-1 1 0 0 0,0 0 0 0 0,0 0 0 0 0,-1 2 0 0 0,0-1 0 0 0,0 1 0 0 0,-1 0 1 0 0,0 1-1 0 0,0 0 0 0 0,-2 0 0 0 0,1 1 0 0 0,3 7-56 0 0,-9-14 30 0 0,1 0 0 0 0,-1 0 0 0 0,0 0 0 0 0,0 0 0 0 0,0 0 1 0 0,0 0-1 0 0,-1 1 0 0 0,0-1 0 0 0,0 1 0 0 0,0-1 0 0 0,-1 1 0 0 0,1 0 0 0 0,-1-1 1 0 0,0 1-1 0 0,0 0 0 0 0,-1-1 0 0 0,1 1 0 0 0,-1-1 0 0 0,0 1 0 0 0,0-1 0 0 0,-1 1 1 0 0,1-1-1 0 0,-1 0 0 0 0,0 1 0 0 0,0-1 0 0 0,0 0 0 0 0,-1 0 0 0 0,0-1 0 0 0,1 1 0 0 0,-1 0 1 0 0,-1-1-1 0 0,1 0 0 0 0,0 0 0 0 0,-1 0 0 0 0,1 0 0 0 0,-1 0 0 0 0,0-1 0 0 0,0 1 1 0 0,0-1-1 0 0,-1 0-30 0 0,1 0-121 0 0,-1 1 1 0 0,1-1-1 0 0,-1-1 1 0 0,0 1-1 0 0,1-1 1 0 0,-1 0-1 0 0,0 0 1 0 0,0 0-1 0 0,0 0 1 0 0,0-1-1 0 0,0 0 1 0 0,0 0 0 0 0,0 0-1 0 0,0-1 1 0 0,0 0-1 0 0,1 0 1 0 0,-1 0-1 0 0,0 0 1 0 0,0-1-1 0 0,1 1 1 0 0,-1-1-1 0 0,1-1 1 0 0,-1 1-1 0 0,1-1 1 0 0,0 1-1 0 0,0-1 1 0 0,0 0-1 0 0,1-1 1 0 0,-1 1 0 0 0,1-1-1 0 0,-1 1 1 0 0,1-1-1 0 0,0 0 1 0 0,0 0-1 0 0,1-1 1 0 0,0 1-1 0 0,-1 0 1 0 0,1-1-1 0 0,1 0 1 0 0,-1 1-1 0 0,1-1 1 0 0,-1-2 120 0 0,2-5-910 0 0,1 0-1 0 0,0 0 1 0 0,1 0 0 0 0,0 0 0 0 0,1 1-1 0 0,0-1 1 0 0,1 1 0 0 0,0-1 0 0 0,1 1-1 0 0,0 1 1 0 0,1-1 0 0 0,0 1 0 0 0,1 0-1 0 0,0 0 1 0 0,0 0 0 0 0,3-1 910 0 0,30-37-1043 0 0</inkml:trace>
  <inkml:trace contextRef="#ctx0" brushRef="#br0" timeOffset="267.559">721 1010 6049 0 0,'0'0'3244'0'0,"0"0"283"0"0,5 16-1864 0 0,20 135 742 0 0,-25-60 341 0 0,1-90-2762 0 0,0 1-1 0 0,1-1 1 0 0,-1 0 0 0 0,1 0 0 0 0,-1 0-1 0 0,1 0 1 0 0,-1 0 0 0 0,1 0 0 0 0,0 0 0 0 0,-1 0-1 0 0,1-1 1 0 0,0 1 0 0 0,0 0 0 0 0,0-1 0 0 0,0 0-1 0 0,-1 1 1 0 0,1-1 0 0 0,0 0 0 0 0,0 0-1 0 0,0 0 1 0 0,0 0 0 0 0,0-1 0 0 0,0 1 0 0 0,-1 0-1 0 0,1-1 1 0 0,0 1 0 0 0,0-1 0 0 0,0 0 0 0 0,-1 1-1 0 0,1-1 1 0 0,0 0 0 0 0,-1 0 0 0 0,1 0-1 0 0,0-1 17 0 0,13-5-204 0 0,0 0 0 0 0,-1-2-1 0 0,0 1 1 0 0,0-2 0 0 0,-1 0-1 0 0,-1 0 1 0 0,1-1-1 0 0,-2-1 1 0 0,1 0 0 0 0,-2 0-1 0 0,0-2 1 0 0,0 1 0 0 0,2-7 204 0 0,-11 19-25 0 0,0 0 1 0 0,0-1 0 0 0,0 1 0 0 0,0-1 0 0 0,0 1 0 0 0,-1-1 0 0 0,1 0 0 0 0,0 1 0 0 0,-1-1 0 0 0,0 0 0 0 0,1 1 0 0 0,-1-1 0 0 0,0 0-1 0 0,0 1 1 0 0,0-1 0 0 0,0 0 0 0 0,0 1 0 0 0,0-1 0 0 0,0 0 0 0 0,-1 1 0 0 0,1-1 0 0 0,-1 0 0 0 0,1 1 0 0 0,-1-1 0 0 0,0 1 0 0 0,1-1-1 0 0,-1 1 1 0 0,0-1 0 0 0,0 1 0 0 0,0-1 0 0 0,0 1 0 0 0,0 0 0 0 0,-1-1 0 0 0,1 1 0 0 0,0 0 0 0 0,0 0 0 0 0,-1 0 0 0 0,1 0 0 0 0,-1 0-1 0 0,1 1 1 0 0,-1-1 0 0 0,1 0 0 0 0,-1 1 0 0 0,0-1 0 0 0,1 1 0 0 0,-1-1 0 0 0,0 1 0 0 0,1 0 0 0 0,-1-1 0 0 0,0 1 0 0 0,1 0 0 0 0,-1 0 0 0 0,0 1-1 0 0,-1-1 25 0 0,-97 15 718 0 0,-111 106 253 0 0,187-116-3670 0 0,17-19-5389 0 0,7-4 2769 0 0</inkml:trace>
  <inkml:trace contextRef="#ctx0" brushRef="#br0" timeOffset="546.219">1336 160 3548 0 0,'0'0'4680'0'0,"0"0"-1669"0"0,1 18-747 0 0,0 117 921 0 0,-17 33-836 0 0,-6-1-1 0 0,-29 96-2348 0 0,22-120-520 0 0,6 62-2335 0 0,27-191 869 0 0,11-11-3349 0 0,-3-3-126 0 0</inkml:trace>
  <inkml:trace contextRef="#ctx0" brushRef="#br0" timeOffset="1164.501">1571 839 3800 0 0,'0'0'582'0'0,"0"0"1839"0"0,0 0-325 0 0,0 0-591 0 0,0 0-231 0 0,0 0 118 0 0,0 0-40 0 0,8 18-382 0 0,23 64-293 0 0,-19 62 808 0 0,-8 39-238 0 0,-4-182-1239 0 0,0 0 0 0 0,0 0 0 0 0,1 0 0 0 0,-1 0 0 0 0,1 0 0 0 0,-1 0 0 0 0,1 0 0 0 0,-1 0 0 0 0,1 0 0 0 0,-1 0 0 0 0,1-1 0 0 0,0 1 1 0 0,-1 0-1 0 0,1 0 0 0 0,0 0 0 0 0,0-1 0 0 0,0 1 0 0 0,0 0 0 0 0,0-1 0 0 0,-1 1 0 0 0,1-1 0 0 0,0 1 0 0 0,0-1 0 0 0,1 1 0 0 0,-1-1 0 0 0,0 0 0 0 0,0 1 0 0 0,0-1 0 0 0,0 0 0 0 0,0 0 0 0 0,0 0 0 0 0,0 0 0 0 0,0 0 0 0 0,0 0 0 0 0,0 0 0 0 0,1 0 0 0 0,-1-1 0 0 0,0 1 0 0 0,0 0 1 0 0,0-1-1 0 0,0 1 0 0 0,0-1 0 0 0,0 1 0 0 0,0-1 0 0 0,0 1 0 0 0,0-1 0 0 0,-1 1 0 0 0,1-1 0 0 0,0 0 0 0 0,0 0 0 0 0,0 1 0 0 0,-1-1 0 0 0,1 0 0 0 0,0-1-8 0 0,52-46-28 0 0,-51 45 46 0 0,46-56-359 0 0,-4-1-1 0 0,-2-3 1 0 0,-2-1-1 0 0,-4-2 1 0 0,5-17 341 0 0,-11 26-775 0 0,-27 51 571 0 0,42-66-2402 0 0,1 43-3802 0 0,-28 26 1311 0 0</inkml:trace>
  <inkml:trace contextRef="#ctx0" brushRef="#br0" timeOffset="1598.577">2416 880 872 0 0,'0'0'7595'0'0,"0"0"-2905"0"0,0 0-3216 0 0,0 0-891 0 0,-20 13 150 0 0,-127 83 1646 0 0,110-65-1851 0 0,2 1-1 0 0,1 1 1 0 0,2 2-1 0 0,2 1 1 0 0,1 2-1 0 0,-22 36-527 0 0,46-66 7 0 0,0 1-1 0 0,0-1 0 0 0,0 1 1 0 0,1 0-1 0 0,1 0 0 0 0,-1 1 0 0 0,2-1 1 0 0,-1 1-1 0 0,1-1 0 0 0,1 1 1 0 0,-1 8-7 0 0,3-16-15 0 0,0-1 1 0 0,-1 0 0 0 0,2 1 0 0 0,-1-1 0 0 0,0 0 0 0 0,0 0-1 0 0,0 0 1 0 0,1 1 0 0 0,-1-1 0 0 0,0-1 0 0 0,1 1-1 0 0,-1 0 1 0 0,1 0 0 0 0,-1 0 0 0 0,1-1 0 0 0,-1 1-1 0 0,1-1 1 0 0,0 1 0 0 0,-1-1 0 0 0,1 0 0 0 0,0 1-1 0 0,-1-1 1 0 0,1 0 0 0 0,0 0 0 0 0,-1 0 0 0 0,1 0 0 0 0,0-1-1 0 0,-1 1 1 0 0,1 0 0 0 0,-1-1 0 0 0,1 1 0 0 0,0-1-1 0 0,-1 0 1 0 0,1 1 14 0 0,4-1-43 0 0,23-6-189 0 0,0-2 0 0 0,0 0 0 0 0,-1-2 0 0 0,0-1 0 0 0,-1-2 0 0 0,0 0 0 0 0,-1-2 1 0 0,-1-1-1 0 0,0-1 0 0 0,14-14 232 0 0,86-75-662 0 0,-133 155 3971 0 0,-21 94-2592 0 0,30-140-757 0 0,0-1 0 0 0,0 0 0 0 0,0 0 0 0 0,0 0 1 0 0,0 0-1 0 0,0 0 0 0 0,0 0 0 0 0,1 0 0 0 0,-1 0 0 0 0,1 0 0 0 0,-1 0 0 0 0,0-1 0 0 0,1 1 0 0 0,-1 0 0 0 0,1-1 1 0 0,-1 1-1 0 0,1-1 0 0 0,0 0 0 0 0,-1 0 0 0 0,1 0 0 0 0,-1 1 0 0 0,1-1 0 0 0,0 0 0 0 0,-1-1 0 0 0,1 1 1 0 0,-1 0-1 0 0,1 0 0 0 0,0-1 0 0 0,-1 1 0 0 0,1-1 0 0 0,-1 0 0 0 0,1 1 0 0 0,-1-1 0 0 0,0 0 0 0 0,1 0 1 0 0,-1 0-1 0 0,0 0 0 0 0,1 0 0 0 0,-1 0 0 0 0,0 0 40 0 0,22-17-860 0 0,-1-2-1 0 0,-1 0 1 0 0,-1-2 0 0 0,-1 0 0 0 0,-1-1-1 0 0,-1 0 1 0 0,-1-2 0 0 0,-1 0 0 0 0,-1-1-1 0 0,-1 0 1 0 0,-2-1 0 0 0,4-13 860 0 0,-70 163 5176 0 0,30-77-6785 0 0,-1-5-3762 0 0,42-74-2749 0 0,76-147 7883 0 0</inkml:trace>
  <inkml:trace contextRef="#ctx0" brushRef="#br0" timeOffset="2499.477">3042 0 888 0 0,'0'0'6501'0'0,"0"0"-3763"0"0,0 0-1468 0 0,0 0-459 0 0,0 0-90 0 0,0 0 155 0 0,0 0 465 0 0,8 18 61 0 0,38 134 487 0 0,-45-81-1755 0 0,-4 0 1 0 0,-2-1-1 0 0,-4 1 0 0 0,-3-1 0 0 0,-3-1 1 0 0,-3 0-1 0 0,-2-1 0 0 0,-4-1 1 0 0,-3-1-1 0 0,-13 19-134 0 0,12-3-819 0 0,47-88-41 0 0,12-11 473 0 0,-26 13 342 0 0,0 0 1 0 0,0 0-1 0 0,0 1 1 0 0,0-1-1 0 0,0 1 1 0 0,1 0-1 0 0,0 0 1 0 0,0 1-1 0 0,0 0 1 0 0,0 0-1 0 0,0 0 0 0 0,0 1 1 0 0,0 0-1 0 0,0 0 1 0 0,1 0-1 0 0,-1 1 1 0 0,0 0-1 0 0,1 0 1 0 0,-1 1-1 0 0,0-1 0 0 0,0 1 1 0 0,1 1-1 0 0,-1-1 1 0 0,0 1-1 0 0,0 0 1 0 0,0 1-1 0 0,-1-1 1 0 0,1 1-1 0 0,-1 0 1 0 0,2 2 44 0 0,3 6 148 0 0,-1 1 1 0 0,0-1 0 0 0,0 2 0 0 0,-2 0 0 0 0,0 0 0 0 0,0 0 0 0 0,-1 0 0 0 0,0 1 0 0 0,-2 0 0 0 0,1 1 0 0 0,-2-1 0 0 0,0 1 0 0 0,-1-1 0 0 0,0 1 0 0 0,-1 0 0 0 0,-1 0 0 0 0,-1 12-149 0 0,-41-41-1039 0 0,35 6 679 0 0,0 0 0 0 0,1-1 0 0 0,0 0-1 0 0,0 0 1 0 0,1 0 0 0 0,0 0 0 0 0,1-1 0 0 0,0 0 0 0 0,0 0 0 0 0,1 0 0 0 0,1-1-1 0 0,-2-8 361 0 0,-5-127-7878 0 0,9 138 7333 0 0,0-37-3649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3.png"/><Relationship Id="rId4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9.xml"/><Relationship Id="rId21" Type="http://schemas.openxmlformats.org/officeDocument/2006/relationships/image" Target="../media/image26.png"/><Relationship Id="rId42" Type="http://schemas.openxmlformats.org/officeDocument/2006/relationships/customXml" Target="../ink/ink37.xml"/><Relationship Id="rId47" Type="http://schemas.openxmlformats.org/officeDocument/2006/relationships/image" Target="../media/image39.png"/><Relationship Id="rId63" Type="http://schemas.openxmlformats.org/officeDocument/2006/relationships/image" Target="../media/image47.png"/><Relationship Id="rId68" Type="http://schemas.openxmlformats.org/officeDocument/2006/relationships/customXml" Target="../ink/ink50.xml"/><Relationship Id="rId16" Type="http://schemas.openxmlformats.org/officeDocument/2006/relationships/customXml" Target="../ink/ink24.xml"/><Relationship Id="rId11" Type="http://schemas.openxmlformats.org/officeDocument/2006/relationships/image" Target="../media/image20.png"/><Relationship Id="rId24" Type="http://schemas.openxmlformats.org/officeDocument/2006/relationships/customXml" Target="../ink/ink28.xml"/><Relationship Id="rId32" Type="http://schemas.openxmlformats.org/officeDocument/2006/relationships/customXml" Target="../ink/ink32.xml"/><Relationship Id="rId37" Type="http://schemas.openxmlformats.org/officeDocument/2006/relationships/image" Target="../media/image34.png"/><Relationship Id="rId40" Type="http://schemas.openxmlformats.org/officeDocument/2006/relationships/customXml" Target="../ink/ink36.xml"/><Relationship Id="rId45" Type="http://schemas.openxmlformats.org/officeDocument/2006/relationships/image" Target="../media/image38.png"/><Relationship Id="rId53" Type="http://schemas.openxmlformats.org/officeDocument/2006/relationships/image" Target="../media/image42.png"/><Relationship Id="rId58" Type="http://schemas.openxmlformats.org/officeDocument/2006/relationships/customXml" Target="../ink/ink45.xml"/><Relationship Id="rId66" Type="http://schemas.openxmlformats.org/officeDocument/2006/relationships/customXml" Target="../ink/ink49.xml"/><Relationship Id="rId74" Type="http://schemas.openxmlformats.org/officeDocument/2006/relationships/customXml" Target="../ink/ink53.xml"/><Relationship Id="rId5" Type="http://schemas.openxmlformats.org/officeDocument/2006/relationships/image" Target="../media/image17.png"/><Relationship Id="rId61" Type="http://schemas.openxmlformats.org/officeDocument/2006/relationships/image" Target="../media/image46.png"/><Relationship Id="rId19" Type="http://schemas.openxmlformats.org/officeDocument/2006/relationships/image" Target="../media/image25.png"/><Relationship Id="rId14" Type="http://schemas.openxmlformats.org/officeDocument/2006/relationships/customXml" Target="../ink/ink23.xml"/><Relationship Id="rId22" Type="http://schemas.openxmlformats.org/officeDocument/2006/relationships/customXml" Target="../ink/ink27.xml"/><Relationship Id="rId27" Type="http://schemas.openxmlformats.org/officeDocument/2006/relationships/image" Target="../media/image29.png"/><Relationship Id="rId30" Type="http://schemas.openxmlformats.org/officeDocument/2006/relationships/customXml" Target="../ink/ink31.xml"/><Relationship Id="rId35" Type="http://schemas.openxmlformats.org/officeDocument/2006/relationships/image" Target="../media/image33.png"/><Relationship Id="rId43" Type="http://schemas.openxmlformats.org/officeDocument/2006/relationships/image" Target="../media/image37.png"/><Relationship Id="rId48" Type="http://schemas.openxmlformats.org/officeDocument/2006/relationships/customXml" Target="../ink/ink40.xml"/><Relationship Id="rId56" Type="http://schemas.openxmlformats.org/officeDocument/2006/relationships/customXml" Target="../ink/ink44.xml"/><Relationship Id="rId64" Type="http://schemas.openxmlformats.org/officeDocument/2006/relationships/customXml" Target="../ink/ink48.xml"/><Relationship Id="rId69" Type="http://schemas.openxmlformats.org/officeDocument/2006/relationships/image" Target="../media/image50.png"/><Relationship Id="rId77" Type="http://schemas.openxmlformats.org/officeDocument/2006/relationships/image" Target="../media/image54.png"/><Relationship Id="rId8" Type="http://schemas.openxmlformats.org/officeDocument/2006/relationships/customXml" Target="../ink/ink20.xml"/><Relationship Id="rId51" Type="http://schemas.openxmlformats.org/officeDocument/2006/relationships/image" Target="../media/image41.png"/><Relationship Id="rId72" Type="http://schemas.openxmlformats.org/officeDocument/2006/relationships/customXml" Target="../ink/ink52.xml"/><Relationship Id="rId3" Type="http://schemas.openxmlformats.org/officeDocument/2006/relationships/image" Target="../media/image16.png"/><Relationship Id="rId12" Type="http://schemas.openxmlformats.org/officeDocument/2006/relationships/customXml" Target="../ink/ink22.xml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33" Type="http://schemas.openxmlformats.org/officeDocument/2006/relationships/image" Target="../media/image32.png"/><Relationship Id="rId38" Type="http://schemas.openxmlformats.org/officeDocument/2006/relationships/customXml" Target="../ink/ink35.xml"/><Relationship Id="rId46" Type="http://schemas.openxmlformats.org/officeDocument/2006/relationships/customXml" Target="../ink/ink39.xml"/><Relationship Id="rId59" Type="http://schemas.openxmlformats.org/officeDocument/2006/relationships/image" Target="../media/image45.png"/><Relationship Id="rId67" Type="http://schemas.openxmlformats.org/officeDocument/2006/relationships/image" Target="../media/image49.png"/><Relationship Id="rId20" Type="http://schemas.openxmlformats.org/officeDocument/2006/relationships/customXml" Target="../ink/ink26.xml"/><Relationship Id="rId41" Type="http://schemas.openxmlformats.org/officeDocument/2006/relationships/image" Target="../media/image36.png"/><Relationship Id="rId54" Type="http://schemas.openxmlformats.org/officeDocument/2006/relationships/customXml" Target="../ink/ink43.xml"/><Relationship Id="rId62" Type="http://schemas.openxmlformats.org/officeDocument/2006/relationships/customXml" Target="../ink/ink47.xml"/><Relationship Id="rId70" Type="http://schemas.openxmlformats.org/officeDocument/2006/relationships/customXml" Target="../ink/ink51.xml"/><Relationship Id="rId75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28" Type="http://schemas.openxmlformats.org/officeDocument/2006/relationships/customXml" Target="../ink/ink30.xml"/><Relationship Id="rId36" Type="http://schemas.openxmlformats.org/officeDocument/2006/relationships/customXml" Target="../ink/ink34.xml"/><Relationship Id="rId49" Type="http://schemas.openxmlformats.org/officeDocument/2006/relationships/image" Target="../media/image40.png"/><Relationship Id="rId57" Type="http://schemas.openxmlformats.org/officeDocument/2006/relationships/image" Target="../media/image44.png"/><Relationship Id="rId10" Type="http://schemas.openxmlformats.org/officeDocument/2006/relationships/customXml" Target="../ink/ink21.xml"/><Relationship Id="rId31" Type="http://schemas.openxmlformats.org/officeDocument/2006/relationships/image" Target="../media/image31.png"/><Relationship Id="rId44" Type="http://schemas.openxmlformats.org/officeDocument/2006/relationships/customXml" Target="../ink/ink38.xml"/><Relationship Id="rId52" Type="http://schemas.openxmlformats.org/officeDocument/2006/relationships/customXml" Target="../ink/ink42.xml"/><Relationship Id="rId60" Type="http://schemas.openxmlformats.org/officeDocument/2006/relationships/customXml" Target="../ink/ink46.xml"/><Relationship Id="rId65" Type="http://schemas.openxmlformats.org/officeDocument/2006/relationships/image" Target="../media/image48.png"/><Relationship Id="rId73" Type="http://schemas.openxmlformats.org/officeDocument/2006/relationships/image" Target="../media/image52.png"/><Relationship Id="rId4" Type="http://schemas.openxmlformats.org/officeDocument/2006/relationships/customXml" Target="../ink/ink18.xml"/><Relationship Id="rId9" Type="http://schemas.openxmlformats.org/officeDocument/2006/relationships/image" Target="../media/image19.png"/><Relationship Id="rId13" Type="http://schemas.openxmlformats.org/officeDocument/2006/relationships/image" Target="../media/image21.png"/><Relationship Id="rId18" Type="http://schemas.openxmlformats.org/officeDocument/2006/relationships/customXml" Target="../ink/ink25.xml"/><Relationship Id="rId39" Type="http://schemas.openxmlformats.org/officeDocument/2006/relationships/image" Target="../media/image35.png"/><Relationship Id="rId34" Type="http://schemas.openxmlformats.org/officeDocument/2006/relationships/customXml" Target="../ink/ink33.xml"/><Relationship Id="rId50" Type="http://schemas.openxmlformats.org/officeDocument/2006/relationships/customXml" Target="../ink/ink41.xml"/><Relationship Id="rId55" Type="http://schemas.openxmlformats.org/officeDocument/2006/relationships/image" Target="../media/image43.png"/><Relationship Id="rId76" Type="http://schemas.openxmlformats.org/officeDocument/2006/relationships/customXml" Target="../ink/ink54.xml"/><Relationship Id="rId7" Type="http://schemas.openxmlformats.org/officeDocument/2006/relationships/image" Target="../media/image18.png"/><Relationship Id="rId71" Type="http://schemas.openxmlformats.org/officeDocument/2006/relationships/image" Target="../media/image51.png"/><Relationship Id="rId2" Type="http://schemas.openxmlformats.org/officeDocument/2006/relationships/customXml" Target="../ink/ink17.xml"/><Relationship Id="rId2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5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.xml"/><Relationship Id="rId2" Type="http://schemas.openxmlformats.org/officeDocument/2006/relationships/hyperlink" Target="https://en.wikipedia.org/wiki/List_of_finite_simple_group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customXml" Target="../ink/ink5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3" Type="http://schemas.openxmlformats.org/officeDocument/2006/relationships/image" Target="../media/image70.png"/><Relationship Id="rId7" Type="http://schemas.openxmlformats.org/officeDocument/2006/relationships/image" Target="../media/image6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.xml"/><Relationship Id="rId5" Type="http://schemas.openxmlformats.org/officeDocument/2006/relationships/image" Target="../media/image63.png"/><Relationship Id="rId4" Type="http://schemas.openxmlformats.org/officeDocument/2006/relationships/customXml" Target="../ink/ink60.xml"/><Relationship Id="rId9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3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4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customXml" Target="../ink/ink65.xml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0.png"/><Relationship Id="rId5" Type="http://schemas.openxmlformats.org/officeDocument/2006/relationships/customXml" Target="../ink/ink67.xml"/><Relationship Id="rId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7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.xml"/><Relationship Id="rId5" Type="http://schemas.openxmlformats.org/officeDocument/2006/relationships/image" Target="../media/image77.png"/><Relationship Id="rId4" Type="http://schemas.openxmlformats.org/officeDocument/2006/relationships/customXml" Target="../ink/ink6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customXml" Target="../ink/ink7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.xml"/><Relationship Id="rId5" Type="http://schemas.openxmlformats.org/officeDocument/2006/relationships/image" Target="../media/image83.png"/><Relationship Id="rId4" Type="http://schemas.openxmlformats.org/officeDocument/2006/relationships/customXml" Target="../ink/ink7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customXml" Target="../ink/ink7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customXml" Target="../ink/ink7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7.xml"/><Relationship Id="rId5" Type="http://schemas.openxmlformats.org/officeDocument/2006/relationships/image" Target="../media/image90.png"/><Relationship Id="rId4" Type="http://schemas.openxmlformats.org/officeDocument/2006/relationships/customXml" Target="../ink/ink7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customXml" Target="../ink/ink7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9.xml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0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1.xml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customXml" Target="../ink/ink8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3.xml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customXml" Target="../ink/ink84.xml"/><Relationship Id="rId4" Type="http://schemas.openxmlformats.org/officeDocument/2006/relationships/image" Target="../media/image10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5.xml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customXml" Target="../ink/ink86.xml"/><Relationship Id="rId4" Type="http://schemas.openxmlformats.org/officeDocument/2006/relationships/image" Target="../media/image10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customXml" Target="../ink/ink8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8.xml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customXml" Target="../ink/ink8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customXml" Target="../ink/ink9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customXml" Target="../ink/ink9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95.xml"/><Relationship Id="rId13" Type="http://schemas.openxmlformats.org/officeDocument/2006/relationships/image" Target="../media/image115.png"/><Relationship Id="rId18" Type="http://schemas.openxmlformats.org/officeDocument/2006/relationships/customXml" Target="../ink/ink100.xml"/><Relationship Id="rId26" Type="http://schemas.openxmlformats.org/officeDocument/2006/relationships/customXml" Target="../ink/ink104.xml"/><Relationship Id="rId3" Type="http://schemas.openxmlformats.org/officeDocument/2006/relationships/image" Target="../media/image110.png"/><Relationship Id="rId21" Type="http://schemas.openxmlformats.org/officeDocument/2006/relationships/image" Target="../media/image119.png"/><Relationship Id="rId7" Type="http://schemas.openxmlformats.org/officeDocument/2006/relationships/image" Target="../media/image112.png"/><Relationship Id="rId12" Type="http://schemas.openxmlformats.org/officeDocument/2006/relationships/customXml" Target="../ink/ink97.xml"/><Relationship Id="rId17" Type="http://schemas.openxmlformats.org/officeDocument/2006/relationships/image" Target="../media/image117.png"/><Relationship Id="rId25" Type="http://schemas.openxmlformats.org/officeDocument/2006/relationships/image" Target="../media/image121.png"/><Relationship Id="rId2" Type="http://schemas.openxmlformats.org/officeDocument/2006/relationships/customXml" Target="../ink/ink92.xml"/><Relationship Id="rId16" Type="http://schemas.openxmlformats.org/officeDocument/2006/relationships/customXml" Target="../ink/ink99.xml"/><Relationship Id="rId20" Type="http://schemas.openxmlformats.org/officeDocument/2006/relationships/customXml" Target="../ink/ink101.xml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4.xml"/><Relationship Id="rId11" Type="http://schemas.openxmlformats.org/officeDocument/2006/relationships/image" Target="../media/image114.png"/><Relationship Id="rId24" Type="http://schemas.openxmlformats.org/officeDocument/2006/relationships/customXml" Target="../ink/ink103.xml"/><Relationship Id="rId5" Type="http://schemas.openxmlformats.org/officeDocument/2006/relationships/image" Target="../media/image111.png"/><Relationship Id="rId15" Type="http://schemas.openxmlformats.org/officeDocument/2006/relationships/image" Target="../media/image116.png"/><Relationship Id="rId23" Type="http://schemas.openxmlformats.org/officeDocument/2006/relationships/image" Target="../media/image120.png"/><Relationship Id="rId28" Type="http://schemas.openxmlformats.org/officeDocument/2006/relationships/customXml" Target="../ink/ink105.xml"/><Relationship Id="rId10" Type="http://schemas.openxmlformats.org/officeDocument/2006/relationships/customXml" Target="../ink/ink96.xml"/><Relationship Id="rId19" Type="http://schemas.openxmlformats.org/officeDocument/2006/relationships/image" Target="../media/image118.png"/><Relationship Id="rId4" Type="http://schemas.openxmlformats.org/officeDocument/2006/relationships/customXml" Target="../ink/ink93.xml"/><Relationship Id="rId9" Type="http://schemas.openxmlformats.org/officeDocument/2006/relationships/image" Target="../media/image113.png"/><Relationship Id="rId14" Type="http://schemas.openxmlformats.org/officeDocument/2006/relationships/customXml" Target="../ink/ink98.xml"/><Relationship Id="rId22" Type="http://schemas.openxmlformats.org/officeDocument/2006/relationships/customXml" Target="../ink/ink102.xml"/><Relationship Id="rId27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dirty="0"/>
              <a:t>2. Subnormal series</a:t>
            </a:r>
          </a:p>
          <a:p>
            <a:endParaRPr lang="en-US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C05FB71-9CDA-4811-B330-5C7E0FA78778}"/>
                  </a:ext>
                </a:extLst>
              </p14:cNvPr>
              <p14:cNvContentPartPr/>
              <p14:nvPr/>
            </p14:nvContentPartPr>
            <p14:xfrm>
              <a:off x="731520" y="216000"/>
              <a:ext cx="11344320" cy="6348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C05FB71-9CDA-4811-B330-5C7E0FA787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2160" y="206640"/>
                <a:ext cx="11363040" cy="63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D235C2-FDC8-462B-92DF-A96C5EFE5EB5}"/>
                  </a:ext>
                </a:extLst>
              </p14:cNvPr>
              <p14:cNvContentPartPr/>
              <p14:nvPr/>
            </p14:nvContentPartPr>
            <p14:xfrm>
              <a:off x="1563120" y="3369600"/>
              <a:ext cx="3506040" cy="3060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D235C2-FDC8-462B-92DF-A96C5EFE5E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3760" y="3360240"/>
                <a:ext cx="3524760" cy="307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831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658A5C9-06F1-4AFD-8AA0-BE9B0E19451F}"/>
                  </a:ext>
                </a:extLst>
              </p:cNvPr>
              <p:cNvSpPr/>
              <p:nvPr/>
            </p:nvSpPr>
            <p:spPr>
              <a:xfrm>
                <a:off x="899604" y="492218"/>
                <a:ext cx="6096000" cy="203132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</a:rPr>
                  <a:t>Group extension:</a:t>
                </a:r>
              </a:p>
              <a:p>
                <a:r>
                  <a:rPr lang="en-US" dirty="0">
                    <a:latin typeface="微软雅黑" panose="020B0503020204020204" pitchFamily="34" charset="-122"/>
                  </a:rPr>
                  <a:t> </a:t>
                </a:r>
              </a:p>
              <a:p>
                <a:endParaRPr lang="en-US" dirty="0">
                  <a:latin typeface="微软雅黑" panose="020B0503020204020204" pitchFamily="34" charset="-122"/>
                </a:endParaRPr>
              </a:p>
              <a:p>
                <a:r>
                  <a:rPr lang="en-US" dirty="0">
                    <a:latin typeface="Calibri" panose="020F0502020204030204" pitchFamily="34" charset="0"/>
                  </a:rPr>
                  <a:t> </a:t>
                </a:r>
              </a:p>
              <a:p>
                <a:r>
                  <a:rPr lang="en-US" dirty="0">
                    <a:latin typeface="Calibri" panose="020F0502020204030204" pitchFamily="34" charset="0"/>
                  </a:rPr>
                  <a:t> </a:t>
                </a:r>
              </a:p>
              <a:p>
                <a:r>
                  <a:rPr lang="en-US" dirty="0">
                    <a:latin typeface="Calibri" panose="020F0502020204030204" pitchFamily="34" charset="0"/>
                  </a:rPr>
                  <a:t> </a:t>
                </a:r>
              </a:p>
              <a:p>
                <a:r>
                  <a:rPr lang="en-US" dirty="0">
                    <a:latin typeface="Calibri" panose="020F0502020204030204" pitchFamily="34" charset="0"/>
                  </a:rPr>
                  <a:t>Example: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MY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</a:rPr>
                  <a:t>  </a:t>
                </a:r>
                <a:endParaRPr lang="en-MY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658A5C9-06F1-4AFD-8AA0-BE9B0E1945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04" y="492218"/>
                <a:ext cx="6096000" cy="2031325"/>
              </a:xfrm>
              <a:prstGeom prst="rect">
                <a:avLst/>
              </a:prstGeom>
              <a:blipFill>
                <a:blip r:embed="rId2"/>
                <a:stretch>
                  <a:fillRect l="-900" t="-1802" b="-390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DB7064-8A51-4E59-8182-7EFD71B948CB}"/>
                  </a:ext>
                </a:extLst>
              </p14:cNvPr>
              <p14:cNvContentPartPr/>
              <p14:nvPr/>
            </p14:nvContentPartPr>
            <p14:xfrm>
              <a:off x="1121400" y="168120"/>
              <a:ext cx="9708120" cy="1879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DB7064-8A51-4E59-8182-7EFD71B948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2040" y="158760"/>
                <a:ext cx="9726840" cy="18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004450-8489-4A71-BA73-D4DAA46595E7}"/>
                  </a:ext>
                </a:extLst>
              </p14:cNvPr>
              <p14:cNvContentPartPr/>
              <p14:nvPr/>
            </p14:nvContentPartPr>
            <p14:xfrm>
              <a:off x="2344680" y="2837880"/>
              <a:ext cx="6296040" cy="3857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004450-8489-4A71-BA73-D4DAA46595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5320" y="2828520"/>
                <a:ext cx="6314760" cy="38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8C844B-6FAA-45FE-BCE9-1678631146E8}"/>
                  </a:ext>
                </a:extLst>
              </p14:cNvPr>
              <p14:cNvContentPartPr/>
              <p14:nvPr/>
            </p14:nvContentPartPr>
            <p14:xfrm>
              <a:off x="2849040" y="593640"/>
              <a:ext cx="9343440" cy="621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8C844B-6FAA-45FE-BCE9-1678631146E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39680" y="584280"/>
                <a:ext cx="9362160" cy="623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61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464A16-EE2B-4643-91FA-552D23905570}"/>
                  </a:ext>
                </a:extLst>
              </p14:cNvPr>
              <p14:cNvContentPartPr/>
              <p14:nvPr/>
            </p14:nvContentPartPr>
            <p14:xfrm>
              <a:off x="351360" y="423720"/>
              <a:ext cx="10984320" cy="6125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464A16-EE2B-4643-91FA-552D239055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000" y="414360"/>
                <a:ext cx="11003040" cy="614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2883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0F3E5A-8EC8-4239-B350-E159148A8FCC}"/>
                  </a:ext>
                </a:extLst>
              </p14:cNvPr>
              <p14:cNvContentPartPr/>
              <p14:nvPr/>
            </p14:nvContentPartPr>
            <p14:xfrm>
              <a:off x="1206360" y="517680"/>
              <a:ext cx="8559000" cy="4900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0F3E5A-8EC8-4239-B350-E159148A8F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7000" y="508320"/>
                <a:ext cx="8577720" cy="49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D5A42B-9B09-4F3A-BCC2-D52C73FD4BFD}"/>
                  </a:ext>
                </a:extLst>
              </p14:cNvPr>
              <p14:cNvContentPartPr/>
              <p14:nvPr/>
            </p14:nvContentPartPr>
            <p14:xfrm>
              <a:off x="594720" y="259200"/>
              <a:ext cx="10825560" cy="6338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D5A42B-9B09-4F3A-BCC2-D52C73FD4B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360" y="249840"/>
                <a:ext cx="10844280" cy="63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4554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216FDA-938C-401D-BBF3-F1A4827BB4C5}"/>
                  </a:ext>
                </a:extLst>
              </p14:cNvPr>
              <p14:cNvContentPartPr/>
              <p14:nvPr/>
            </p14:nvContentPartPr>
            <p14:xfrm>
              <a:off x="960480" y="232560"/>
              <a:ext cx="10964160" cy="6078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216FDA-938C-401D-BBF3-F1A4827BB4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1120" y="223200"/>
                <a:ext cx="10982880" cy="60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B5070AA-4467-4107-BC6F-6B21504BDC67}"/>
                  </a:ext>
                </a:extLst>
              </p14:cNvPr>
              <p14:cNvContentPartPr/>
              <p14:nvPr/>
            </p14:nvContentPartPr>
            <p14:xfrm>
              <a:off x="6030000" y="189360"/>
              <a:ext cx="5753880" cy="2358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B5070AA-4467-4107-BC6F-6B21504BDC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0640" y="180000"/>
                <a:ext cx="5772600" cy="237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672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4578-C15D-444C-86CA-F42C2BDB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Semi-direct product (Split extension)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546649-4FD7-49FB-A8EC-9C32087EA651}"/>
                  </a:ext>
                </a:extLst>
              </p14:cNvPr>
              <p14:cNvContentPartPr/>
              <p14:nvPr/>
            </p14:nvContentPartPr>
            <p14:xfrm>
              <a:off x="406440" y="1244160"/>
              <a:ext cx="10712880" cy="518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546649-4FD7-49FB-A8EC-9C32087EA6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7080" y="1234800"/>
                <a:ext cx="10731600" cy="520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0428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F85FCED-E4CC-4CD7-9AE5-1C4C28733FA2}"/>
                  </a:ext>
                </a:extLst>
              </p14:cNvPr>
              <p14:cNvContentPartPr/>
              <p14:nvPr/>
            </p14:nvContentPartPr>
            <p14:xfrm>
              <a:off x="241560" y="351720"/>
              <a:ext cx="11731680" cy="6249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F85FCED-E4CC-4CD7-9AE5-1C4C28733F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200" y="342360"/>
                <a:ext cx="11750400" cy="626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8833D4-F994-4945-AF46-D027B24E01CA}"/>
                  </a:ext>
                </a:extLst>
              </p14:cNvPr>
              <p14:cNvContentPartPr/>
              <p14:nvPr/>
            </p14:nvContentPartPr>
            <p14:xfrm>
              <a:off x="5461920" y="4751280"/>
              <a:ext cx="6059520" cy="1704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8833D4-F994-4945-AF46-D027B24E01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2560" y="4741920"/>
                <a:ext cx="6078240" cy="17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9FE867-4268-43B4-A120-82182E7A93BA}"/>
                  </a:ext>
                </a:extLst>
              </p14:cNvPr>
              <p14:cNvContentPartPr/>
              <p14:nvPr/>
            </p14:nvContentPartPr>
            <p14:xfrm>
              <a:off x="1132560" y="720"/>
              <a:ext cx="4661280" cy="2150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9FE867-4268-43B4-A120-82182E7A93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3200" y="-8640"/>
                <a:ext cx="4680000" cy="216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9461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853C-A89B-4A68-8E86-C5BA1F0B1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32BD-8A2A-482F-A41E-728F210A6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5B3216-9674-4373-82FD-E22BB2C6D84A}"/>
                  </a:ext>
                </a:extLst>
              </p14:cNvPr>
              <p14:cNvContentPartPr/>
              <p14:nvPr/>
            </p14:nvContentPartPr>
            <p14:xfrm>
              <a:off x="123480" y="128160"/>
              <a:ext cx="11804760" cy="6486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5B3216-9674-4373-82FD-E22BB2C6D8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120" y="118800"/>
                <a:ext cx="11823480" cy="650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034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853C-A89B-4A68-8E86-C5BA1F0B1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32BD-8A2A-482F-A41E-728F210A6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DC29F7-8C6E-44B6-9E91-3334CB9304AC}"/>
                  </a:ext>
                </a:extLst>
              </p14:cNvPr>
              <p14:cNvContentPartPr/>
              <p14:nvPr/>
            </p14:nvContentPartPr>
            <p14:xfrm>
              <a:off x="1848240" y="4242600"/>
              <a:ext cx="1125720" cy="1297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DC29F7-8C6E-44B6-9E91-3334CB9304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2400" y="4179240"/>
                <a:ext cx="1157040" cy="14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A2C658-8DB3-4591-B051-E2219A8BD301}"/>
                  </a:ext>
                </a:extLst>
              </p14:cNvPr>
              <p14:cNvContentPartPr/>
              <p14:nvPr/>
            </p14:nvContentPartPr>
            <p14:xfrm>
              <a:off x="2747880" y="5355360"/>
              <a:ext cx="350640" cy="233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A2C658-8DB3-4591-B051-E2219A8BD3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2040" y="5292000"/>
                <a:ext cx="3819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6B4D0A9-F82E-4297-A23C-5EE8CED64B11}"/>
                  </a:ext>
                </a:extLst>
              </p14:cNvPr>
              <p14:cNvContentPartPr/>
              <p14:nvPr/>
            </p14:nvContentPartPr>
            <p14:xfrm>
              <a:off x="1744560" y="4600080"/>
              <a:ext cx="1018800" cy="1107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6B4D0A9-F82E-4297-A23C-5EE8CED64B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28720" y="4536720"/>
                <a:ext cx="1050120" cy="12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6E68E91-EB45-40E8-A435-8E4CD8638161}"/>
                  </a:ext>
                </a:extLst>
              </p14:cNvPr>
              <p14:cNvContentPartPr/>
              <p14:nvPr/>
            </p14:nvContentPartPr>
            <p14:xfrm>
              <a:off x="2626560" y="5415480"/>
              <a:ext cx="235800" cy="430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6E68E91-EB45-40E8-A435-8E4CD86381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10720" y="5352120"/>
                <a:ext cx="26712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C551652-7654-41EF-8AD0-BC92D51FB430}"/>
                  </a:ext>
                </a:extLst>
              </p14:cNvPr>
              <p14:cNvContentPartPr/>
              <p14:nvPr/>
            </p14:nvContentPartPr>
            <p14:xfrm>
              <a:off x="9716760" y="4543920"/>
              <a:ext cx="101880" cy="94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551652-7654-41EF-8AD0-BC92D51FB4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00920" y="4480560"/>
                <a:ext cx="1332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5EAA4F-CF50-4062-BFB5-2FA9729AC8D1}"/>
                  </a:ext>
                </a:extLst>
              </p14:cNvPr>
              <p14:cNvContentPartPr/>
              <p14:nvPr/>
            </p14:nvContentPartPr>
            <p14:xfrm>
              <a:off x="11172960" y="4611960"/>
              <a:ext cx="167040" cy="92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5EAA4F-CF50-4062-BFB5-2FA9729AC8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57120" y="4548600"/>
                <a:ext cx="19836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C04AE2C-45C9-4336-98EE-5D708AD39C82}"/>
                  </a:ext>
                </a:extLst>
              </p14:cNvPr>
              <p14:cNvContentPartPr/>
              <p14:nvPr/>
            </p14:nvContentPartPr>
            <p14:xfrm>
              <a:off x="9289080" y="5783400"/>
              <a:ext cx="80280" cy="41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C04AE2C-45C9-4336-98EE-5D708AD39C8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73240" y="5720040"/>
                <a:ext cx="1116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CEEBCFC-55CB-4A4B-907B-C1FF56C89186}"/>
                  </a:ext>
                </a:extLst>
              </p14:cNvPr>
              <p14:cNvContentPartPr/>
              <p14:nvPr/>
            </p14:nvContentPartPr>
            <p14:xfrm>
              <a:off x="10532880" y="6026040"/>
              <a:ext cx="90720" cy="82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CEEBCFC-55CB-4A4B-907B-C1FF56C891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17040" y="5962680"/>
                <a:ext cx="1220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B38043-9CCE-4E4E-9A23-28EAE3D3E0BD}"/>
                  </a:ext>
                </a:extLst>
              </p14:cNvPr>
              <p14:cNvContentPartPr/>
              <p14:nvPr/>
            </p14:nvContentPartPr>
            <p14:xfrm>
              <a:off x="9392400" y="4802400"/>
              <a:ext cx="265680" cy="486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B38043-9CCE-4E4E-9A23-28EAE3D3E0B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76560" y="4739040"/>
                <a:ext cx="297000" cy="61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760F87F-CA8E-4B08-AB90-60425A6F553D}"/>
                  </a:ext>
                </a:extLst>
              </p14:cNvPr>
              <p14:cNvContentPartPr/>
              <p14:nvPr/>
            </p14:nvContentPartPr>
            <p14:xfrm>
              <a:off x="9315360" y="5157720"/>
              <a:ext cx="335520" cy="295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760F87F-CA8E-4B08-AB90-60425A6F55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99520" y="5094360"/>
                <a:ext cx="36684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3F29A42-EA76-4779-9105-DFA3956A7732}"/>
                  </a:ext>
                </a:extLst>
              </p14:cNvPr>
              <p14:cNvContentPartPr/>
              <p14:nvPr/>
            </p14:nvContentPartPr>
            <p14:xfrm>
              <a:off x="10107720" y="4598280"/>
              <a:ext cx="484560" cy="43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3F29A42-EA76-4779-9105-DFA3956A773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091880" y="4534920"/>
                <a:ext cx="5158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218DDEC-0641-48CF-AFC1-6CF37BE0DCDF}"/>
                  </a:ext>
                </a:extLst>
              </p14:cNvPr>
              <p14:cNvContentPartPr/>
              <p14:nvPr/>
            </p14:nvContentPartPr>
            <p14:xfrm>
              <a:off x="10417680" y="4528080"/>
              <a:ext cx="270000" cy="303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218DDEC-0641-48CF-AFC1-6CF37BE0DCD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01840" y="4464720"/>
                <a:ext cx="30132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2E6EDE5-726E-402D-A157-9B5E42B240C5}"/>
                  </a:ext>
                </a:extLst>
              </p14:cNvPr>
              <p14:cNvContentPartPr/>
              <p14:nvPr/>
            </p14:nvContentPartPr>
            <p14:xfrm>
              <a:off x="9664920" y="5745240"/>
              <a:ext cx="378360" cy="68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2E6EDE5-726E-402D-A157-9B5E42B240C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649080" y="5681880"/>
                <a:ext cx="4096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79F2638-0396-4619-850B-1178C13C57DD}"/>
                  </a:ext>
                </a:extLst>
              </p14:cNvPr>
              <p14:cNvContentPartPr/>
              <p14:nvPr/>
            </p14:nvContentPartPr>
            <p14:xfrm>
              <a:off x="10023840" y="5705280"/>
              <a:ext cx="130680" cy="226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79F2638-0396-4619-850B-1178C13C57D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08000" y="5641920"/>
                <a:ext cx="16200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94E3AD6-2216-4A69-8624-1C2CDFCD0ECA}"/>
                  </a:ext>
                </a:extLst>
              </p14:cNvPr>
              <p14:cNvContentPartPr/>
              <p14:nvPr/>
            </p14:nvContentPartPr>
            <p14:xfrm>
              <a:off x="10120680" y="4946760"/>
              <a:ext cx="244800" cy="699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94E3AD6-2216-4A69-8624-1C2CDFCD0EC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104840" y="4883400"/>
                <a:ext cx="276120" cy="82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2E3F6BA-F348-4546-AA74-67DB747682BD}"/>
                  </a:ext>
                </a:extLst>
              </p14:cNvPr>
              <p14:cNvContentPartPr/>
              <p14:nvPr/>
            </p14:nvContentPartPr>
            <p14:xfrm>
              <a:off x="10296360" y="5421960"/>
              <a:ext cx="262440" cy="2754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2E3F6BA-F348-4546-AA74-67DB747682B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80520" y="5358600"/>
                <a:ext cx="29376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81552F1-1879-4B4D-868B-E25C7299DDCB}"/>
                  </a:ext>
                </a:extLst>
              </p14:cNvPr>
              <p14:cNvContentPartPr/>
              <p14:nvPr/>
            </p14:nvContentPartPr>
            <p14:xfrm>
              <a:off x="9867240" y="5155920"/>
              <a:ext cx="126000" cy="209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81552F1-1879-4B4D-868B-E25C7299DDC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851400" y="5092560"/>
                <a:ext cx="1573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D167626-95EF-4D8E-8491-E85565347439}"/>
                  </a:ext>
                </a:extLst>
              </p14:cNvPr>
              <p14:cNvContentPartPr/>
              <p14:nvPr/>
            </p14:nvContentPartPr>
            <p14:xfrm>
              <a:off x="9849240" y="5279040"/>
              <a:ext cx="223200" cy="163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D167626-95EF-4D8E-8491-E8556534743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833400" y="5215680"/>
                <a:ext cx="2545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5A588C7-8B51-4675-BA0B-48EF00A4C732}"/>
                  </a:ext>
                </a:extLst>
              </p14:cNvPr>
              <p14:cNvContentPartPr/>
              <p14:nvPr/>
            </p14:nvContentPartPr>
            <p14:xfrm>
              <a:off x="3076920" y="4029840"/>
              <a:ext cx="1004760" cy="1144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5A588C7-8B51-4675-BA0B-48EF00A4C73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61080" y="3966480"/>
                <a:ext cx="1036080" cy="12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E510022-D52C-4154-866A-052161C43CAA}"/>
                  </a:ext>
                </a:extLst>
              </p14:cNvPr>
              <p14:cNvContentPartPr/>
              <p14:nvPr/>
            </p14:nvContentPartPr>
            <p14:xfrm>
              <a:off x="3924000" y="5081760"/>
              <a:ext cx="213840" cy="222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E510022-D52C-4154-866A-052161C43CA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08160" y="5018400"/>
                <a:ext cx="24516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111143F-F1BE-4A44-8793-17570988EC9F}"/>
                  </a:ext>
                </a:extLst>
              </p14:cNvPr>
              <p14:cNvContentPartPr/>
              <p14:nvPr/>
            </p14:nvContentPartPr>
            <p14:xfrm>
              <a:off x="2917800" y="4507920"/>
              <a:ext cx="268920" cy="990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111143F-F1BE-4A44-8793-17570988EC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901960" y="4444560"/>
                <a:ext cx="300240" cy="11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077875E-F6B8-46B1-AD85-F19DDB2C1A1E}"/>
                  </a:ext>
                </a:extLst>
              </p14:cNvPr>
              <p14:cNvContentPartPr/>
              <p14:nvPr/>
            </p14:nvContentPartPr>
            <p14:xfrm>
              <a:off x="3082680" y="5431320"/>
              <a:ext cx="193320" cy="109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077875E-F6B8-46B1-AD85-F19DDB2C1A1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066840" y="5367960"/>
                <a:ext cx="224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CDC5395-B9E3-44DE-8B6E-7D20F615E827}"/>
                  </a:ext>
                </a:extLst>
              </p14:cNvPr>
              <p14:cNvContentPartPr/>
              <p14:nvPr/>
            </p14:nvContentPartPr>
            <p14:xfrm>
              <a:off x="3315600" y="5516280"/>
              <a:ext cx="533160" cy="88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CDC5395-B9E3-44DE-8B6E-7D20F615E82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99760" y="5452920"/>
                <a:ext cx="5644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0BB9491-73E1-449D-BDF2-406145357AD4}"/>
                  </a:ext>
                </a:extLst>
              </p14:cNvPr>
              <p14:cNvContentPartPr/>
              <p14:nvPr/>
            </p14:nvContentPartPr>
            <p14:xfrm>
              <a:off x="3727440" y="5447520"/>
              <a:ext cx="157320" cy="251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0BB9491-73E1-449D-BDF2-406145357AD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711600" y="5384160"/>
                <a:ext cx="18864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3508E39-DF21-4F35-A2C6-2C840C13898B}"/>
                  </a:ext>
                </a:extLst>
              </p14:cNvPr>
              <p14:cNvContentPartPr/>
              <p14:nvPr/>
            </p14:nvContentPartPr>
            <p14:xfrm>
              <a:off x="3957480" y="3909960"/>
              <a:ext cx="279360" cy="1526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3508E39-DF21-4F35-A2C6-2C840C13898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41640" y="3846600"/>
                <a:ext cx="310680" cy="165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8C8426A-4B25-4190-AA09-BADC1D5EDBD8}"/>
                  </a:ext>
                </a:extLst>
              </p14:cNvPr>
              <p14:cNvContentPartPr/>
              <p14:nvPr/>
            </p14:nvContentPartPr>
            <p14:xfrm>
              <a:off x="4182120" y="5355360"/>
              <a:ext cx="217080" cy="163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8C8426A-4B25-4190-AA09-BADC1D5EDBD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66280" y="5292000"/>
                <a:ext cx="24840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2547ACC-071D-471B-B066-69C8AA8883CE}"/>
                  </a:ext>
                </a:extLst>
              </p14:cNvPr>
              <p14:cNvContentPartPr/>
              <p14:nvPr/>
            </p14:nvContentPartPr>
            <p14:xfrm>
              <a:off x="3507480" y="5872320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2547ACC-071D-471B-B066-69C8AA8883C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491640" y="58089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944515F-4F27-479D-BE4E-C8DAC178936C}"/>
                  </a:ext>
                </a:extLst>
              </p14:cNvPr>
              <p14:cNvContentPartPr/>
              <p14:nvPr/>
            </p14:nvContentPartPr>
            <p14:xfrm>
              <a:off x="1667880" y="3861360"/>
              <a:ext cx="863640" cy="181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944515F-4F27-479D-BE4E-C8DAC178936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652040" y="3798000"/>
                <a:ext cx="89496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867CEDA-4E8F-40AC-B27D-2D94E6C88546}"/>
                  </a:ext>
                </a:extLst>
              </p14:cNvPr>
              <p14:cNvContentPartPr/>
              <p14:nvPr/>
            </p14:nvContentPartPr>
            <p14:xfrm>
              <a:off x="2379600" y="3762360"/>
              <a:ext cx="269640" cy="256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867CEDA-4E8F-40AC-B27D-2D94E6C885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63760" y="3699000"/>
                <a:ext cx="30096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E3A91ED-8AE7-44EF-9012-218FAB15B53C}"/>
                  </a:ext>
                </a:extLst>
              </p14:cNvPr>
              <p14:cNvContentPartPr/>
              <p14:nvPr/>
            </p14:nvContentPartPr>
            <p14:xfrm>
              <a:off x="2916000" y="3651840"/>
              <a:ext cx="732960" cy="185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E3A91ED-8AE7-44EF-9012-218FAB15B53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900160" y="3588480"/>
                <a:ext cx="76428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83D636C-FA9D-481E-B962-5536D7CBDC7B}"/>
                  </a:ext>
                </a:extLst>
              </p14:cNvPr>
              <p14:cNvContentPartPr/>
              <p14:nvPr/>
            </p14:nvContentPartPr>
            <p14:xfrm>
              <a:off x="3589560" y="3569760"/>
              <a:ext cx="233640" cy="2444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83D636C-FA9D-481E-B962-5536D7CBDC7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73720" y="3506400"/>
                <a:ext cx="2649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40958B0-E0C8-4B9A-8185-92CC415C9DA8}"/>
                  </a:ext>
                </a:extLst>
              </p14:cNvPr>
              <p14:cNvContentPartPr/>
              <p14:nvPr/>
            </p14:nvContentPartPr>
            <p14:xfrm>
              <a:off x="1555920" y="4802040"/>
              <a:ext cx="107640" cy="4993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40958B0-E0C8-4B9A-8185-92CC415C9DA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40080" y="4738680"/>
                <a:ext cx="13896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C5F7E5D-FAD1-433C-9F59-138A20104BA2}"/>
                  </a:ext>
                </a:extLst>
              </p14:cNvPr>
              <p14:cNvContentPartPr/>
              <p14:nvPr/>
            </p14:nvContentPartPr>
            <p14:xfrm>
              <a:off x="1541880" y="5194800"/>
              <a:ext cx="231120" cy="219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C5F7E5D-FAD1-433C-9F59-138A20104BA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26040" y="5131440"/>
                <a:ext cx="26244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15C0134-66F1-4B66-818F-6B155A686EE5}"/>
                  </a:ext>
                </a:extLst>
              </p14:cNvPr>
              <p14:cNvContentPartPr/>
              <p14:nvPr/>
            </p14:nvContentPartPr>
            <p14:xfrm>
              <a:off x="2051640" y="6033960"/>
              <a:ext cx="465840" cy="136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15C0134-66F1-4B66-818F-6B155A686EE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35800" y="5970600"/>
                <a:ext cx="4971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D946A1A-2E6B-4CE0-A1AE-C4D575333241}"/>
                  </a:ext>
                </a:extLst>
              </p14:cNvPr>
              <p14:cNvContentPartPr/>
              <p14:nvPr/>
            </p14:nvContentPartPr>
            <p14:xfrm>
              <a:off x="2444040" y="5932440"/>
              <a:ext cx="151200" cy="197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D946A1A-2E6B-4CE0-A1AE-C4D57533324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428200" y="5869080"/>
                <a:ext cx="1825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0C426D1-41ED-43A5-AAFA-628ADD76F3A4}"/>
                  </a:ext>
                </a:extLst>
              </p14:cNvPr>
              <p14:cNvContentPartPr/>
              <p14:nvPr/>
            </p14:nvContentPartPr>
            <p14:xfrm>
              <a:off x="3335760" y="5823720"/>
              <a:ext cx="702000" cy="184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0C426D1-41ED-43A5-AAFA-628ADD76F3A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319920" y="5760360"/>
                <a:ext cx="7333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B0718D3-52E1-4B95-A86F-2D0A2119F2A2}"/>
                  </a:ext>
                </a:extLst>
              </p14:cNvPr>
              <p14:cNvContentPartPr/>
              <p14:nvPr/>
            </p14:nvContentPartPr>
            <p14:xfrm>
              <a:off x="3918600" y="5784480"/>
              <a:ext cx="135000" cy="203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B0718D3-52E1-4B95-A86F-2D0A2119F2A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902760" y="5721120"/>
                <a:ext cx="1663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AB39160-0843-4E82-8ED5-8A729F3BA4A9}"/>
                  </a:ext>
                </a:extLst>
              </p14:cNvPr>
              <p14:cNvContentPartPr/>
              <p14:nvPr/>
            </p14:nvContentPartPr>
            <p14:xfrm>
              <a:off x="535320" y="222120"/>
              <a:ext cx="10070280" cy="5877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AB39160-0843-4E82-8ED5-8A729F3BA4A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25960" y="212760"/>
                <a:ext cx="10089000" cy="589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5226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B9FA-F62C-4E0D-B5AA-342444F1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B3EFC-71D7-4928-8AD6-4B1CFC05D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1793E7-F918-49B3-A6A8-12B05CC2CBA8}"/>
                  </a:ext>
                </a:extLst>
              </p14:cNvPr>
              <p14:cNvContentPartPr/>
              <p14:nvPr/>
            </p14:nvContentPartPr>
            <p14:xfrm>
              <a:off x="506520" y="59040"/>
              <a:ext cx="10542960" cy="5291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1793E7-F918-49B3-A6A8-12B05CC2CB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7160" y="49680"/>
                <a:ext cx="10561680" cy="531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0552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9C7F7D-BD8E-4BFE-BD48-2226A7150B92}"/>
              </a:ext>
            </a:extLst>
          </p:cNvPr>
          <p:cNvSpPr/>
          <p:nvPr/>
        </p:nvSpPr>
        <p:spPr>
          <a:xfrm>
            <a:off x="1316852" y="462040"/>
            <a:ext cx="1036616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</a:rPr>
              <a:t>Idea: Understand possible </a:t>
            </a:r>
            <a:r>
              <a:rPr lang="en-US" sz="2800" dirty="0">
                <a:solidFill>
                  <a:srgbClr val="2E75B5"/>
                </a:solidFill>
                <a:latin typeface="Calibri" panose="020F0502020204030204" pitchFamily="34" charset="0"/>
              </a:rPr>
              <a:t>simple factors</a:t>
            </a:r>
            <a:r>
              <a:rPr lang="en-US" sz="2800" dirty="0">
                <a:latin typeface="Calibri" panose="020F0502020204030204" pitchFamily="34" charset="0"/>
              </a:rPr>
              <a:t> (like atoms) appear in a group.</a:t>
            </a:r>
          </a:p>
          <a:p>
            <a:r>
              <a:rPr lang="zh-CN" altLang="en-US" sz="2800" dirty="0">
                <a:latin typeface="Calibri" panose="020F0502020204030204" pitchFamily="34" charset="0"/>
              </a:rPr>
              <a:t> </a:t>
            </a:r>
            <a:endParaRPr lang="en-US" altLang="zh-CN" sz="2800" dirty="0">
              <a:latin typeface="Calibri" panose="020F0502020204030204" pitchFamily="34" charset="0"/>
            </a:endParaRPr>
          </a:p>
          <a:p>
            <a:endParaRPr lang="zh-CN" altLang="en-US" sz="2800" dirty="0">
              <a:latin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</a:rPr>
              <a:t>Simple group? </a:t>
            </a:r>
          </a:p>
          <a:p>
            <a:r>
              <a:rPr lang="en-US" sz="2800" dirty="0">
                <a:latin typeface="Calibri" panose="020F0502020204030204" pitchFamily="34" charset="0"/>
              </a:rPr>
              <a:t>Finite Simple groups (</a:t>
            </a:r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non-trivial!</a:t>
            </a:r>
            <a:r>
              <a:rPr lang="en-US" sz="2800" dirty="0">
                <a:latin typeface="Calibri" panose="020F0502020204030204" pitchFamily="34" charset="0"/>
              </a:rPr>
              <a:t>) </a:t>
            </a:r>
          </a:p>
          <a:p>
            <a:r>
              <a:rPr lang="en-US" sz="2800" dirty="0">
                <a:latin typeface="Calibri" panose="020F0502020204030204" pitchFamily="34" charset="0"/>
                <a:hlinkClick r:id="rId2"/>
              </a:rPr>
              <a:t>https://en.wikipedia.org/wiki/List_of_finite_simple_groups</a:t>
            </a:r>
            <a:endParaRPr lang="en-US" sz="2800" dirty="0">
              <a:latin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7A8AC3-2EB2-4027-A882-D37FDF9D49AC}"/>
                  </a:ext>
                </a:extLst>
              </p14:cNvPr>
              <p14:cNvContentPartPr/>
              <p14:nvPr/>
            </p14:nvContentPartPr>
            <p14:xfrm>
              <a:off x="1000080" y="948600"/>
              <a:ext cx="10839960" cy="5225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17A8AC3-2EB2-4027-A882-D37FDF9D4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720" y="939240"/>
                <a:ext cx="10858680" cy="524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497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93C245F-4D70-48DB-A0E7-613BC120784F}"/>
                  </a:ext>
                </a:extLst>
              </p:cNvPr>
              <p:cNvSpPr/>
              <p:nvPr/>
            </p:nvSpPr>
            <p:spPr>
              <a:xfrm>
                <a:off x="1090473" y="376487"/>
                <a:ext cx="9638190" cy="16246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</a:rPr>
                  <a:t>Example (Simple group of Lie type, Type A):  </a:t>
                </a:r>
              </a:p>
              <a:p>
                <a:r>
                  <a:rPr lang="en-US" sz="2400" dirty="0">
                    <a:latin typeface="Calibri" panose="020F0502020204030204" pitchFamily="34" charset="0"/>
                  </a:rPr>
                  <a:t>The following group is simple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Calibri" panose="020F0502020204030204" pitchFamily="34" charset="0"/>
                </a:endParaRPr>
              </a:p>
              <a:p>
                <a:endParaRPr lang="en-US" sz="2400" dirty="0">
                  <a:latin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𝑃𝑆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type m:val="li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𝑐𝑒𝑛𝑡𝑒𝑟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MY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93C245F-4D70-48DB-A0E7-613BC12078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473" y="376487"/>
                <a:ext cx="9638190" cy="1624612"/>
              </a:xfrm>
              <a:prstGeom prst="rect">
                <a:avLst/>
              </a:prstGeom>
              <a:blipFill>
                <a:blip r:embed="rId2"/>
                <a:stretch>
                  <a:fillRect l="-1012" t="-300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A68A292-1E79-4175-85CF-3583C3511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802" y="5495472"/>
            <a:ext cx="7944959" cy="10955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C0594E-D737-48A6-888E-6FD1AF5C9BCE}"/>
                  </a:ext>
                </a:extLst>
              </p14:cNvPr>
              <p14:cNvContentPartPr/>
              <p14:nvPr/>
            </p14:nvContentPartPr>
            <p14:xfrm>
              <a:off x="192240" y="275760"/>
              <a:ext cx="12000240" cy="6276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C0594E-D737-48A6-888E-6FD1AF5C9B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2880" y="266400"/>
                <a:ext cx="12018960" cy="629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00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计算机生成了可选文字:&#10;35JDefinition&#10;Asubnormal()rsubinvariant)seriesOfagroupGisafinitesequenceHo，HI，&#10;Hn&#10;OfsubgroupsOfGsuchthat&lt;Hl+landHIisanormalsubgroupOf+1withHo一&#10;忙}andHn=G.Anormal()rinvariant)seriesOfGisafinitesequenceHo，HI，&#10;OfnormalsubgroupsOfGsuchthatHI&lt;+1，Ho={e},and，=G.&#10;Hn&#10;0">
            <a:extLst>
              <a:ext uri="{FF2B5EF4-FFF2-40B4-BE49-F238E27FC236}">
                <a16:creationId xmlns:a16="http://schemas.microsoft.com/office/drawing/2014/main" id="{7FF55D35-3200-494E-9078-8C35E87E8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26" y="488271"/>
            <a:ext cx="10626574" cy="149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5F68CD-A35A-472C-9216-3AED6305403F}"/>
                  </a:ext>
                </a:extLst>
              </p14:cNvPr>
              <p14:cNvContentPartPr/>
              <p14:nvPr/>
            </p14:nvContentPartPr>
            <p14:xfrm>
              <a:off x="949680" y="1362240"/>
              <a:ext cx="10708200" cy="4459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5F68CD-A35A-472C-9216-3AED630540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0320" y="1352880"/>
                <a:ext cx="10726920" cy="447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6754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23FBE9-9E5A-499E-8FE5-A1F7B95B2E0C}"/>
                  </a:ext>
                </a:extLst>
              </p14:cNvPr>
              <p14:cNvContentPartPr/>
              <p14:nvPr/>
            </p14:nvContentPartPr>
            <p14:xfrm>
              <a:off x="448200" y="206640"/>
              <a:ext cx="11230200" cy="6418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23FBE9-9E5A-499E-8FE5-A1F7B95B2E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840" y="197280"/>
                <a:ext cx="11248920" cy="643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3215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计算机生成了可选文字:&#10;35·12DefinitionAsubnormalseries{HI}OfagroupGisacompositionseriesifallthefactorgroups&#10;Hi+1/Hiaresimple.Anormalseries{}OfGisaprincipalorchiefseriesifallthe&#10;factorgroupsHI+I/HIaresimple.&#10;0">
            <a:extLst>
              <a:ext uri="{FF2B5EF4-FFF2-40B4-BE49-F238E27FC236}">
                <a16:creationId xmlns:a16="http://schemas.microsoft.com/office/drawing/2014/main" id="{567DD6EA-8CA0-43D6-8477-BA707F061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49" y="461638"/>
            <a:ext cx="11373944" cy="125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428DA6-543A-4130-8784-19DCD7BAB611}"/>
                  </a:ext>
                </a:extLst>
              </p:cNvPr>
              <p:cNvSpPr txBox="1"/>
              <p:nvPr/>
            </p:nvSpPr>
            <p:spPr>
              <a:xfrm flipH="1">
                <a:off x="542867" y="1979720"/>
                <a:ext cx="34165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428DA6-543A-4130-8784-19DCD7BAB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2867" y="1979720"/>
                <a:ext cx="3416573" cy="369332"/>
              </a:xfrm>
              <a:prstGeom prst="rect">
                <a:avLst/>
              </a:prstGeom>
              <a:blipFill>
                <a:blip r:embed="rId3"/>
                <a:stretch>
                  <a:fillRect l="-1426" t="-10000" b="-2666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C164B1-0B39-4C23-8ACE-5910989F1137}"/>
                  </a:ext>
                </a:extLst>
              </p14:cNvPr>
              <p14:cNvContentPartPr/>
              <p14:nvPr/>
            </p14:nvContentPartPr>
            <p14:xfrm>
              <a:off x="1104840" y="878760"/>
              <a:ext cx="10573560" cy="5680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C164B1-0B39-4C23-8ACE-5910989F11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5480" y="869400"/>
                <a:ext cx="10592280" cy="56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9D4008-B35F-4B21-AF49-EF41DAC7867D}"/>
                  </a:ext>
                </a:extLst>
              </p14:cNvPr>
              <p14:cNvContentPartPr/>
              <p14:nvPr/>
            </p14:nvContentPartPr>
            <p14:xfrm>
              <a:off x="531000" y="2338920"/>
              <a:ext cx="8358120" cy="400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9D4008-B35F-4B21-AF49-EF41DAC786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1640" y="2329560"/>
                <a:ext cx="8376840" cy="40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07AA76-5214-479A-9C47-366F5BE12D05}"/>
                  </a:ext>
                </a:extLst>
              </p14:cNvPr>
              <p14:cNvContentPartPr/>
              <p14:nvPr/>
            </p14:nvContentPartPr>
            <p14:xfrm>
              <a:off x="164880" y="2144160"/>
              <a:ext cx="8052840" cy="2818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07AA76-5214-479A-9C47-366F5BE12D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520" y="2134800"/>
                <a:ext cx="8071560" cy="28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4262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A388219-4E04-4140-AC47-AF1B4C607820}"/>
                  </a:ext>
                </a:extLst>
              </p:cNvPr>
              <p:cNvSpPr/>
              <p:nvPr/>
            </p:nvSpPr>
            <p:spPr>
              <a:xfrm>
                <a:off x="722051" y="1557551"/>
                <a:ext cx="6096000" cy="218521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</a:rPr>
                  <a:t>Composition Length of G:</a:t>
                </a:r>
              </a:p>
              <a:p>
                <a:r>
                  <a:rPr lang="en-US" sz="2800" dirty="0">
                    <a:effectLst/>
                    <a:latin typeface="Calibri" panose="020F0502020204030204" pitchFamily="34" charset="0"/>
                  </a:rPr>
                  <a:t> </a:t>
                </a:r>
              </a:p>
              <a:p>
                <a:r>
                  <a:rPr lang="en-US" sz="2800" dirty="0">
                    <a:effectLst/>
                    <a:latin typeface="Calibri" panose="020F0502020204030204" pitchFamily="34" charset="0"/>
                  </a:rPr>
                  <a:t> </a:t>
                </a:r>
              </a:p>
              <a:p>
                <a:endParaRPr lang="en-US" sz="2800" dirty="0">
                  <a:effectLst/>
                  <a:latin typeface="Calibri" panose="020F0502020204030204" pitchFamily="34" charset="0"/>
                </a:endParaRPr>
              </a:p>
              <a:p>
                <a:r>
                  <a:rPr lang="en-US" sz="2400" dirty="0">
                    <a:latin typeface="微软雅黑" panose="020B0503020204020204" pitchFamily="34" charset="-122"/>
                  </a:rPr>
                  <a:t>Composition Factor 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MY" sz="24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MY" sz="24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MY" sz="240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MY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4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</a:rPr>
                  <a:t> </a:t>
                </a:r>
                <a:endParaRPr lang="en-MY" sz="24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A388219-4E04-4140-AC47-AF1B4C607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51" y="1557551"/>
                <a:ext cx="6096000" cy="2185214"/>
              </a:xfrm>
              <a:prstGeom prst="rect">
                <a:avLst/>
              </a:prstGeom>
              <a:blipFill>
                <a:blip r:embed="rId2"/>
                <a:stretch>
                  <a:fillRect l="-2000" t="-2793" b="-530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59EB43D-58BB-404A-ADC0-29C634233453}"/>
              </a:ext>
            </a:extLst>
          </p:cNvPr>
          <p:cNvSpPr/>
          <p:nvPr/>
        </p:nvSpPr>
        <p:spPr>
          <a:xfrm>
            <a:off x="722050" y="5300449"/>
            <a:ext cx="707254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Upshot</a:t>
            </a:r>
            <a:r>
              <a:rPr lang="en-US" dirty="0">
                <a:latin typeface="Calibri" panose="020F0502020204030204" pitchFamily="34" charset="0"/>
              </a:rPr>
              <a:t>: Composition Factor and </a:t>
            </a:r>
            <a:r>
              <a:rPr lang="en-US" sz="3200" dirty="0">
                <a:latin typeface="Calibri" panose="020F0502020204030204" pitchFamily="34" charset="0"/>
              </a:rPr>
              <a:t>Length</a:t>
            </a:r>
            <a:r>
              <a:rPr lang="en-US" dirty="0">
                <a:latin typeface="Calibri" panose="020F0502020204030204" pitchFamily="34" charset="0"/>
              </a:rPr>
              <a:t> are </a:t>
            </a:r>
            <a:r>
              <a:rPr lang="en-US" dirty="0">
                <a:solidFill>
                  <a:srgbClr val="2E75B5"/>
                </a:solidFill>
                <a:latin typeface="Calibri" panose="020F0502020204030204" pitchFamily="34" charset="0"/>
              </a:rPr>
              <a:t>well-defined</a:t>
            </a:r>
            <a:r>
              <a:rPr lang="en-US" dirty="0">
                <a:latin typeface="Calibri" panose="020F0502020204030204" pitchFamily="34" charset="0"/>
              </a:rPr>
              <a:t>!</a:t>
            </a:r>
          </a:p>
          <a:p>
            <a:r>
              <a:rPr lang="zh-CN" altLang="en-US" dirty="0">
                <a:latin typeface="Calibri" panose="020F0502020204030204" pitchFamily="34" charset="0"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E8F153-CFCE-4042-A29C-A339CB451053}"/>
                  </a:ext>
                </a:extLst>
              </p14:cNvPr>
              <p14:cNvContentPartPr/>
              <p14:nvPr/>
            </p14:nvContentPartPr>
            <p14:xfrm>
              <a:off x="843480" y="205560"/>
              <a:ext cx="10159920" cy="5718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E8F153-CFCE-4042-A29C-A339CB4510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4120" y="196200"/>
                <a:ext cx="10178640" cy="573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9991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计算机生成了可选文字:&#10;DefinitionTwosubnormal(normal)series{HI}and{Kj}ofthesamegroupGareisomorphicif&#10;thereisaone-to-onecorrespondencebetweenthecollectionsoffactorgroups{H/+1/Hi}&#10;and{K丿+1/KJ}suchthatcorrespondingfactorgroupsareisomorphic.">
            <a:extLst>
              <a:ext uri="{FF2B5EF4-FFF2-40B4-BE49-F238E27FC236}">
                <a16:creationId xmlns:a16="http://schemas.microsoft.com/office/drawing/2014/main" id="{286AB7FB-58A8-4177-96E0-BFEF9032A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9" y="497149"/>
            <a:ext cx="9504859" cy="102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6B99D4-0E59-473F-8538-677FBDF0C261}"/>
                  </a:ext>
                </a:extLst>
              </p14:cNvPr>
              <p14:cNvContentPartPr/>
              <p14:nvPr/>
            </p14:nvContentPartPr>
            <p14:xfrm>
              <a:off x="891720" y="852840"/>
              <a:ext cx="10893240" cy="5195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6B99D4-0E59-473F-8538-677FBDF0C2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2360" y="843480"/>
                <a:ext cx="10911960" cy="52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6A8DB2-D9E1-4F51-9F62-5A72F7F56A49}"/>
                  </a:ext>
                </a:extLst>
              </p14:cNvPr>
              <p14:cNvContentPartPr/>
              <p14:nvPr/>
            </p14:nvContentPartPr>
            <p14:xfrm>
              <a:off x="2997720" y="2504520"/>
              <a:ext cx="8021520" cy="2363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6A8DB2-D9E1-4F51-9F62-5A72F7F56A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8360" y="2495160"/>
                <a:ext cx="8040240" cy="23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6683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9F642F-1A33-41EE-821C-2D4D4DD3C325}"/>
                  </a:ext>
                </a:extLst>
              </p14:cNvPr>
              <p14:cNvContentPartPr/>
              <p14:nvPr/>
            </p14:nvContentPartPr>
            <p14:xfrm>
              <a:off x="270720" y="936360"/>
              <a:ext cx="10357200" cy="5546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9F642F-1A33-41EE-821C-2D4D4DD3C3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1360" y="927000"/>
                <a:ext cx="10375920" cy="55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3193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 descr="计算机生成了可选文字:&#10;35．15Theorem(Jordan—HölderTheorem)Anytwocomposition(principal)seriesOfagroupGare&#10;isomorphic.">
            <a:extLst>
              <a:ext uri="{FF2B5EF4-FFF2-40B4-BE49-F238E27FC236}">
                <a16:creationId xmlns:a16="http://schemas.microsoft.com/office/drawing/2014/main" id="{FFC358B8-EC42-4015-AF17-C4873BD08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04" y="355106"/>
            <a:ext cx="11387822" cy="87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计算机生成了可选文字:&#10;CamilleJordan&#10;0&#10;1&#10;Born&#10;Died&#10;Nationality&#10;Almamater&#10;5January1838&#10;Lyon&#10;22January1922(aged84）&#10;Paris&#10;French&#10;Ecolepolytechnique">
            <a:extLst>
              <a:ext uri="{FF2B5EF4-FFF2-40B4-BE49-F238E27FC236}">
                <a16:creationId xmlns:a16="http://schemas.microsoft.com/office/drawing/2014/main" id="{8826B9EC-FE9A-4D93-80F3-5B61673D4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895" y="1357412"/>
            <a:ext cx="2733675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计算机生成了可选文字:&#10;OttoLudwigHölder&#10;Born&#10;Died&#10;Nationality&#10;OttoHölder&#10;22December1859&#10;Stuttgart,Germany&#10;29August1937&#10;(aged77）&#10;Leipzig,Germany&#10;German">
            <a:extLst>
              <a:ext uri="{FF2B5EF4-FFF2-40B4-BE49-F238E27FC236}">
                <a16:creationId xmlns:a16="http://schemas.microsoft.com/office/drawing/2014/main" id="{56D9BD3A-5AF4-44D6-AB56-6E416C4C6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166" y="1471612"/>
            <a:ext cx="326707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759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A30176-799C-41FC-BE87-6DD8AD50C053}"/>
                  </a:ext>
                </a:extLst>
              </p:cNvPr>
              <p:cNvSpPr txBox="1"/>
              <p:nvPr/>
            </p:nvSpPr>
            <p:spPr>
              <a:xfrm>
                <a:off x="701336" y="683581"/>
                <a:ext cx="7306322" cy="270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Lemma</a:t>
                </a:r>
                <a:r>
                  <a:rPr lang="en-US" sz="2400" dirty="0"/>
                  <a:t>: (</a:t>
                </a:r>
                <a:r>
                  <a:rPr lang="en-US" sz="2400" dirty="0" err="1"/>
                  <a:t>Zassenhaus</a:t>
                </a:r>
                <a:r>
                  <a:rPr lang="en-US" sz="2400" dirty="0"/>
                  <a:t> </a:t>
                </a:r>
                <a:r>
                  <a:rPr lang="en-US" altLang="zh-CN" sz="2400" dirty="0"/>
                  <a:t>Butterfly Lemma</a:t>
                </a:r>
                <a:r>
                  <a:rPr lang="en-US" sz="2400" dirty="0"/>
                  <a:t>)</a:t>
                </a:r>
                <a:endParaRPr lang="en-MY" sz="2400" dirty="0"/>
              </a:p>
              <a:p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are subgroups of 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</a:t>
                </a:r>
                <a:endParaRPr lang="en-MY" sz="2400" dirty="0"/>
              </a:p>
              <a:p>
                <a:pPr font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⊲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MY" sz="2400" dirty="0"/>
              </a:p>
              <a:p>
                <a:pPr font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⊲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MY" sz="2400" dirty="0"/>
              </a:p>
              <a:p>
                <a:r>
                  <a:rPr lang="en-US" sz="2400" dirty="0"/>
                  <a:t>Then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IV_matha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x-IV_matha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x-IV_mathan" sz="240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d>
                            <m:dPr>
                              <m:ctrlPr>
                                <a:rPr lang="x-IV_matha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x-IV_mathan" sz="240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x-IV_mathan" sz="2400">
                          <a:latin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x-IV_matha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x-IV_mathan" sz="240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x-IV_mathan" sz="240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x-IV_mathan" sz="240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d>
                            <m:dPr>
                              <m:ctrlPr>
                                <a:rPr lang="x-IV_matha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d>
                            <m:dPr>
                              <m:ctrlPr>
                                <a:rPr lang="x-IV_matha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x-IV_mathan" sz="2400">
                          <a:latin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x-IV_matha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x-IV_matha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x-IV_mathan" sz="240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d>
                            <m:dPr>
                              <m:ctrlPr>
                                <a:rPr lang="x-IV_matha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x-IV_mathan" sz="24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x-IV_mathan" sz="240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x-IV_matha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A30176-799C-41FC-BE87-6DD8AD50C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36" y="683581"/>
                <a:ext cx="7306322" cy="2707985"/>
              </a:xfrm>
              <a:prstGeom prst="rect">
                <a:avLst/>
              </a:prstGeom>
              <a:blipFill>
                <a:blip r:embed="rId2"/>
                <a:stretch>
                  <a:fillRect l="-1251" t="-180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69" name="Picture 1" descr="0 &#10;03u8 ) &#10;, 一 乛 (o u M)(o u g) &#10;(o 9 &#10;(5yv)8 ">
            <a:extLst>
              <a:ext uri="{FF2B5EF4-FFF2-40B4-BE49-F238E27FC236}">
                <a16:creationId xmlns:a16="http://schemas.microsoft.com/office/drawing/2014/main" id="{20B65924-04FC-4043-8E91-B4ECB1A81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789" y="4587"/>
            <a:ext cx="3571875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Hans Zassenhaus &#10;German mathematician &#10;Hans Julius Zassenhaus was a German &#10;mathematician, known for work in many parts of &#10;abstract algebra, and as a pioneer of computer &#10;algebra. Wikipedia &#10;Born: 28 May 1912, Koblenz, Germany &#10;Died: 21 November 1991, Columbus, Ohio, United &#10;States ">
            <a:extLst>
              <a:ext uri="{FF2B5EF4-FFF2-40B4-BE49-F238E27FC236}">
                <a16:creationId xmlns:a16="http://schemas.microsoft.com/office/drawing/2014/main" id="{085258BE-91FF-4BE6-9726-0DDA19A95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5930" y="3146374"/>
            <a:ext cx="3655242" cy="361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410302-5698-448F-B3CE-F37F32380AA6}"/>
                  </a:ext>
                </a:extLst>
              </p14:cNvPr>
              <p14:cNvContentPartPr/>
              <p14:nvPr/>
            </p14:nvContentPartPr>
            <p14:xfrm>
              <a:off x="483120" y="583560"/>
              <a:ext cx="7558200" cy="6087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410302-5698-448F-B3CE-F37F32380A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760" y="574200"/>
                <a:ext cx="7576920" cy="610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847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01F5A61-A4C6-4388-87BD-20E2E8B85FBA}"/>
                  </a:ext>
                </a:extLst>
              </p14:cNvPr>
              <p14:cNvContentPartPr/>
              <p14:nvPr/>
            </p14:nvContentPartPr>
            <p14:xfrm>
              <a:off x="444600" y="865800"/>
              <a:ext cx="10100160" cy="4273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01F5A61-A4C6-4388-87BD-20E2E8B85F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240" y="856440"/>
                <a:ext cx="10118880" cy="429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2651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 descr="计算机生成了可选文字:&#10;35．11Theorem(SchreierTheorem)Twosubnormal(normal)seriesOfagroupGhaveisomorphic&#10;refinements.">
            <a:extLst>
              <a:ext uri="{FF2B5EF4-FFF2-40B4-BE49-F238E27FC236}">
                <a16:creationId xmlns:a16="http://schemas.microsoft.com/office/drawing/2014/main" id="{91E40715-2BAC-4367-9645-B0F3C2433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49" y="523782"/>
            <a:ext cx="11025889" cy="80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B136389-85E3-4F30-A4E3-E84EAF24A8A6}"/>
                  </a:ext>
                </a:extLst>
              </p:cNvPr>
              <p:cNvSpPr txBox="1"/>
              <p:nvPr/>
            </p:nvSpPr>
            <p:spPr>
              <a:xfrm>
                <a:off x="798990" y="1704513"/>
                <a:ext cx="11025889" cy="4678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Suppose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3200" dirty="0"/>
                  <a:t> are subnormal two series.</a:t>
                </a:r>
              </a:p>
              <a:p>
                <a:r>
                  <a:rPr lang="en-US" sz="3200" dirty="0"/>
                  <a:t> </a:t>
                </a:r>
              </a:p>
              <a:p>
                <a:r>
                  <a:rPr lang="en-US" sz="3200" dirty="0"/>
                  <a:t>Strategy:</a:t>
                </a:r>
              </a:p>
              <a:p>
                <a:r>
                  <a:rPr lang="en-US" sz="3200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3200" b="0" dirty="0"/>
              </a:p>
              <a:p>
                <a:r>
                  <a:rPr lang="en-US" sz="3200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MY" sz="3200" dirty="0"/>
              </a:p>
              <a:p>
                <a:r>
                  <a:rPr lang="en-US" sz="3200" dirty="0"/>
                  <a:t> gives the refinement. </a:t>
                </a:r>
              </a:p>
              <a:p>
                <a:endParaRPr lang="en-US" sz="3200" dirty="0"/>
              </a:p>
              <a:p>
                <a:r>
                  <a:rPr lang="en-US" sz="3200" dirty="0"/>
                  <a:t>Use butterfly lemma to prove they has the same set of factor groups. </a:t>
                </a:r>
                <a:endParaRPr lang="en-MY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B136389-85E3-4F30-A4E3-E84EAF24A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90" y="1704513"/>
                <a:ext cx="11025889" cy="4678268"/>
              </a:xfrm>
              <a:prstGeom prst="rect">
                <a:avLst/>
              </a:prstGeom>
              <a:blipFill>
                <a:blip r:embed="rId3"/>
                <a:stretch>
                  <a:fillRect l="-1382" t="-1565" b="-339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8A3EAA-6AAF-4EBD-8EDD-A0422DCFCBCD}"/>
                  </a:ext>
                </a:extLst>
              </p14:cNvPr>
              <p14:cNvContentPartPr/>
              <p14:nvPr/>
            </p14:nvContentPartPr>
            <p14:xfrm>
              <a:off x="1670760" y="3808080"/>
              <a:ext cx="733680" cy="599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8A3EAA-6AAF-4EBD-8EDD-A0422DCFCB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1400" y="3798720"/>
                <a:ext cx="75240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00BC4D-BA4D-4529-A36B-8C90011B3E8F}"/>
                  </a:ext>
                </a:extLst>
              </p14:cNvPr>
              <p14:cNvContentPartPr/>
              <p14:nvPr/>
            </p14:nvContentPartPr>
            <p14:xfrm>
              <a:off x="1917360" y="1356120"/>
              <a:ext cx="9654840" cy="3988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00BC4D-BA4D-4529-A36B-8C90011B3E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08000" y="1346760"/>
                <a:ext cx="9673560" cy="400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7578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34B248-0B59-42D6-A53D-1349E4360F00}"/>
                  </a:ext>
                </a:extLst>
              </p14:cNvPr>
              <p14:cNvContentPartPr/>
              <p14:nvPr/>
            </p14:nvContentPartPr>
            <p14:xfrm>
              <a:off x="511920" y="274320"/>
              <a:ext cx="11403360" cy="5931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34B248-0B59-42D6-A53D-1349E4360F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560" y="264960"/>
                <a:ext cx="11422080" cy="59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8026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 descr="计算机生成了可选文字:&#10;35.18 Definition A group G is solvable if it has a composition series {Hi} such that all factor groups &#10;Hi +1/ Hi are abelian. ">
            <a:extLst>
              <a:ext uri="{FF2B5EF4-FFF2-40B4-BE49-F238E27FC236}">
                <a16:creationId xmlns:a16="http://schemas.microsoft.com/office/drawing/2014/main" id="{212518B5-E957-4CDB-A967-43876026E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03" y="390617"/>
            <a:ext cx="10546054" cy="81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计算机生成了可选文字:&#10;35·19Example&#10;ThegroupS3issolvable,becausethecompositionseries&#10;{e}&lt;143&lt;S3&#10;hasfactorgroupsisomorphictoZ3andZ2，whichareabelian.ThegroupS5isnot&#10;solvable，forsince5issimple,theseries&#10;isacompositionsenes，and5/忙}，whichisisomorphicto，45，isnotabelian.丆历sgroup&#10;ASoforder60canbeshownthe、丷na/化group叻月sol)方/巳Thisfactis">
            <a:extLst>
              <a:ext uri="{FF2B5EF4-FFF2-40B4-BE49-F238E27FC236}">
                <a16:creationId xmlns:a16="http://schemas.microsoft.com/office/drawing/2014/main" id="{06CBE0A3-743A-4EDD-95B7-65076E006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14" y="2086253"/>
            <a:ext cx="11201654" cy="321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5F23DE-D88C-4CB7-B8D0-857BB4DE1C62}"/>
                  </a:ext>
                </a:extLst>
              </p14:cNvPr>
              <p14:cNvContentPartPr/>
              <p14:nvPr/>
            </p14:nvContentPartPr>
            <p14:xfrm>
              <a:off x="2991960" y="821160"/>
              <a:ext cx="2176560" cy="443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5F23DE-D88C-4CB7-B8D0-857BB4DE1C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82600" y="811800"/>
                <a:ext cx="219528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1C8666-5FF7-4A76-828C-B7C78002B9E5}"/>
                  </a:ext>
                </a:extLst>
              </p14:cNvPr>
              <p14:cNvContentPartPr/>
              <p14:nvPr/>
            </p14:nvContentPartPr>
            <p14:xfrm>
              <a:off x="232920" y="1261080"/>
              <a:ext cx="11334960" cy="5470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1C8666-5FF7-4A76-828C-B7C78002B9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560" y="1251720"/>
                <a:ext cx="11353680" cy="548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570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CF7515A-FDEC-4F85-B6DF-F38BB07982CB}"/>
                  </a:ext>
                </a:extLst>
              </p14:cNvPr>
              <p14:cNvContentPartPr/>
              <p14:nvPr/>
            </p14:nvContentPartPr>
            <p14:xfrm>
              <a:off x="519120" y="535680"/>
              <a:ext cx="9433800" cy="5490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CF7515A-FDEC-4F85-B6DF-F38BB07982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760" y="526320"/>
                <a:ext cx="9452520" cy="550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872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9B4D1F-550D-4A7B-A8F3-74BCFEC9B6BA}"/>
              </a:ext>
            </a:extLst>
          </p:cNvPr>
          <p:cNvSpPr/>
          <p:nvPr/>
        </p:nvSpPr>
        <p:spPr>
          <a:xfrm>
            <a:off x="514769" y="279192"/>
            <a:ext cx="52366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</a:rPr>
              <a:t>Other examples of Solvable groups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D68BAE4-D1A8-48E3-BFA1-5D06E0DA89AB}"/>
                  </a:ext>
                </a:extLst>
              </p:cNvPr>
              <p:cNvSpPr/>
              <p:nvPr/>
            </p:nvSpPr>
            <p:spPr>
              <a:xfrm>
                <a:off x="642152" y="1224843"/>
                <a:ext cx="9354104" cy="837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  <a:latin typeface="微软雅黑" panose="020B0503020204020204" pitchFamily="34" charset="-122"/>
                  </a:rPr>
                  <a:t>Theorem </a:t>
                </a:r>
                <a:r>
                  <a:rPr lang="en-US" sz="2400" dirty="0">
                    <a:latin typeface="微软雅黑" panose="020B0503020204020204" pitchFamily="34" charset="-122"/>
                  </a:rPr>
                  <a:t>(Burnside) </a:t>
                </a:r>
                <a:r>
                  <a:rPr lang="en-US" sz="2400" dirty="0">
                    <a:latin typeface="Calibri" panose="020F0502020204030204" pitchFamily="34" charset="0"/>
                  </a:rPr>
                  <a:t>If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is a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sz="2400" dirty="0">
                    <a:latin typeface="Calibri" panose="020F0502020204030204" pitchFamily="34" charset="0"/>
                  </a:rPr>
                  <a:t>finite 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of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sz="2400" dirty="0">
                    <a:latin typeface="Calibri" panose="020F0502020204030204" pitchFamily="34" charset="0"/>
                  </a:rPr>
                  <a:t>order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4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MY" sz="240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4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MY" sz="240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sz="2400" i="1" dirty="0">
                    <a:latin typeface="Calibri" panose="020F0502020204030204" pitchFamily="34" charset="0"/>
                  </a:rPr>
                  <a:t>, </a:t>
                </a:r>
                <a:r>
                  <a:rPr lang="en-US" sz="2400" dirty="0">
                    <a:latin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i="1" dirty="0">
                    <a:latin typeface="Calibri" panose="020F0502020204030204" pitchFamily="34" charset="0"/>
                  </a:rPr>
                  <a:t> 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and</a:t>
                </a:r>
                <a:r>
                  <a:rPr lang="en-US" sz="2400" i="1" dirty="0">
                    <a:latin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i="1" dirty="0">
                    <a:latin typeface="Calibri" panose="020F0502020204030204" pitchFamily="34" charset="0"/>
                  </a:rPr>
                  <a:t> 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a</a:t>
                </a:r>
                <a:r>
                  <a:rPr lang="en-US" sz="2400" i="1" dirty="0">
                    <a:latin typeface="Calibri" panose="020F0502020204030204" pitchFamily="34" charset="0"/>
                  </a:rPr>
                  <a:t>re prime numbers</a:t>
                </a:r>
                <a:r>
                  <a:rPr lang="zh-CN" altLang="en-US" sz="2400" dirty="0">
                    <a:latin typeface="Calibri" panose="020F0502020204030204" pitchFamily="34" charset="0"/>
                  </a:rPr>
                  <a:t> 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and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altLang="zh-CN" sz="2400" i="1" dirty="0">
                    <a:solidFill>
                      <a:srgbClr val="202122"/>
                    </a:solidFill>
                    <a:latin typeface="Calibri" panose="020F0502020204030204" pitchFamily="34" charset="0"/>
                  </a:rPr>
                  <a:t>a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and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altLang="zh-CN" sz="2400" i="1" dirty="0">
                    <a:solidFill>
                      <a:srgbClr val="202122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are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sz="2400" i="1" dirty="0">
                    <a:latin typeface="Calibri" panose="020F0502020204030204" pitchFamily="34" charset="0"/>
                  </a:rPr>
                  <a:t>non-negative integers, 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then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altLang="zh-CN" sz="2400" i="1" dirty="0">
                    <a:solidFill>
                      <a:srgbClr val="202122"/>
                    </a:solidFill>
                    <a:latin typeface="Calibri" panose="020F0502020204030204" pitchFamily="34" charset="0"/>
                  </a:rPr>
                  <a:t>G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is</a:t>
                </a:r>
                <a:r>
                  <a:rPr lang="zh-CN" altLang="en-US" sz="2400" dirty="0">
                    <a:latin typeface="微软雅黑" panose="020B0503020204020204" pitchFamily="34" charset="-122"/>
                  </a:rPr>
                  <a:t> </a:t>
                </a:r>
                <a:r>
                  <a:rPr lang="en-US" sz="2400" i="1" dirty="0">
                    <a:latin typeface="Calibri" panose="020F0502020204030204" pitchFamily="34" charset="0"/>
                  </a:rPr>
                  <a:t>Solvable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.</a:t>
                </a:r>
                <a:endParaRPr lang="en-MY" sz="24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D68BAE4-D1A8-48E3-BFA1-5D06E0DA8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52" y="1224843"/>
                <a:ext cx="9354104" cy="837537"/>
              </a:xfrm>
              <a:prstGeom prst="rect">
                <a:avLst/>
              </a:prstGeom>
              <a:blipFill>
                <a:blip r:embed="rId2"/>
                <a:stretch>
                  <a:fillRect l="-977" t="-5839" r="-1498" b="-1605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7" name="Picture 1" descr="Born &#10;Died &#10;William Burnside &#10;William Burnside &#10;2 July 1852 &#10;London, England &#10;21 August 1927 (aged 75) &#10;West Wickham &#10;Citizenship British ">
            <a:extLst>
              <a:ext uri="{FF2B5EF4-FFF2-40B4-BE49-F238E27FC236}">
                <a16:creationId xmlns:a16="http://schemas.microsoft.com/office/drawing/2014/main" id="{DDC9CA66-6AD0-4FD7-BB35-C272E8CB3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24" y="2339709"/>
            <a:ext cx="2720539" cy="422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62A3EDF-6964-432D-AFCD-2234B2D038BF}"/>
                  </a:ext>
                </a:extLst>
              </p14:cNvPr>
              <p14:cNvContentPartPr/>
              <p14:nvPr/>
            </p14:nvContentPartPr>
            <p14:xfrm>
              <a:off x="4757760" y="2494080"/>
              <a:ext cx="6496200" cy="4025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62A3EDF-6964-432D-AFCD-2234B2D038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48400" y="2484720"/>
                <a:ext cx="6514920" cy="40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3133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8A14-AEE1-4CC8-82CE-BD0D85E0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Ascending central series </a:t>
            </a:r>
            <a:br>
              <a:rPr lang="en-US" dirty="0"/>
            </a:br>
            <a:r>
              <a:rPr lang="en-US" dirty="0"/>
              <a:t>(Upper central series)</a:t>
            </a:r>
            <a:endParaRPr lang="en-MY" dirty="0"/>
          </a:p>
        </p:txBody>
      </p:sp>
      <p:pic>
        <p:nvPicPr>
          <p:cNvPr id="1027" name="Picture 3" descr="计算机生成了可选文字:&#10;1 &#10;">
            <a:extLst>
              <a:ext uri="{FF2B5EF4-FFF2-40B4-BE49-F238E27FC236}">
                <a16:creationId xmlns:a16="http://schemas.microsoft.com/office/drawing/2014/main" id="{38D46B68-B122-4D50-B811-6D73B73F5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219" y="2047444"/>
            <a:ext cx="35433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Zi+l ">
            <a:extLst>
              <a:ext uri="{FF2B5EF4-FFF2-40B4-BE49-F238E27FC236}">
                <a16:creationId xmlns:a16="http://schemas.microsoft.com/office/drawing/2014/main" id="{A2E4032D-470E-411F-8666-E3D9DED7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219" y="2861400"/>
            <a:ext cx="44672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C7F9C2-F0E2-41D3-A3A5-3A467279D177}"/>
                  </a:ext>
                </a:extLst>
              </p14:cNvPr>
              <p14:cNvContentPartPr/>
              <p14:nvPr/>
            </p14:nvContentPartPr>
            <p14:xfrm>
              <a:off x="1218960" y="1839240"/>
              <a:ext cx="10760400" cy="475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C7F9C2-F0E2-41D3-A3A5-3A467279D1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9600" y="1829880"/>
                <a:ext cx="10779120" cy="47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918131-80FD-46FF-82CE-2722DEBD00CA}"/>
                  </a:ext>
                </a:extLst>
              </p14:cNvPr>
              <p14:cNvContentPartPr/>
              <p14:nvPr/>
            </p14:nvContentPartPr>
            <p14:xfrm>
              <a:off x="1049400" y="1981080"/>
              <a:ext cx="455760" cy="473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918131-80FD-46FF-82CE-2722DEBD00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0040" y="1971720"/>
                <a:ext cx="474480" cy="49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2420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13E9B-49A6-4E14-9468-F386048E6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167F8-AACA-466F-B701-2D6B4E6BC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965CA3-52FF-4BC2-888C-29E22BD3CF04}"/>
                  </a:ext>
                </a:extLst>
              </p14:cNvPr>
              <p14:cNvContentPartPr/>
              <p14:nvPr/>
            </p14:nvContentPartPr>
            <p14:xfrm>
              <a:off x="527040" y="275760"/>
              <a:ext cx="11543760" cy="652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965CA3-52FF-4BC2-888C-29E22BD3CF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680" y="266400"/>
                <a:ext cx="11562480" cy="654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2793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419D-20BA-4F3F-AB4D-E4B44AF9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MY" dirty="0"/>
          </a:p>
        </p:txBody>
      </p:sp>
      <p:pic>
        <p:nvPicPr>
          <p:cNvPr id="2049" name="Picture 1" descr="35.21 Example The center of is just the identity { pill. Thus the mscending central series of SS is &#10;IPO) S lpo) S S • ">
            <a:extLst>
              <a:ext uri="{FF2B5EF4-FFF2-40B4-BE49-F238E27FC236}">
                <a16:creationId xmlns:a16="http://schemas.microsoft.com/office/drawing/2014/main" id="{84F23F8E-97C2-4BBC-958D-ACDC01472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11" y="1873188"/>
            <a:ext cx="9368078" cy="98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23BE010-B17D-4C9B-A36A-39798B14B8CC}"/>
                  </a:ext>
                </a:extLst>
              </p14:cNvPr>
              <p14:cNvContentPartPr/>
              <p14:nvPr/>
            </p14:nvContentPartPr>
            <p14:xfrm>
              <a:off x="2957400" y="2316960"/>
              <a:ext cx="4617000" cy="126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23BE010-B17D-4C9B-A36A-39798B14B8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8040" y="2307600"/>
                <a:ext cx="4635720" cy="128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4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hus the ascending central series of DA is &#10;(ml S ,021 ">
            <a:extLst>
              <a:ext uri="{FF2B5EF4-FFF2-40B4-BE49-F238E27FC236}">
                <a16:creationId xmlns:a16="http://schemas.microsoft.com/office/drawing/2014/main" id="{99432F55-C1E8-4785-8C62-CD112ECB4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9"/>
          <a:stretch/>
        </p:blipFill>
        <p:spPr bwMode="auto">
          <a:xfrm>
            <a:off x="816747" y="612560"/>
            <a:ext cx="6751130" cy="132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EFB4D7-5380-4655-A422-476D354EC604}"/>
                  </a:ext>
                </a:extLst>
              </p14:cNvPr>
              <p14:cNvContentPartPr/>
              <p14:nvPr/>
            </p14:nvContentPartPr>
            <p14:xfrm>
              <a:off x="954360" y="358560"/>
              <a:ext cx="9828720" cy="634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EFB4D7-5380-4655-A422-476D354EC6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5000" y="349200"/>
                <a:ext cx="9847440" cy="636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8652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7F04B3-9353-4EDD-804D-2DEE6FF8D29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Commutator of groups: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MY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7F04B3-9353-4EDD-804D-2DEE6FF8D2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64E5-BF01-44B8-A3AC-93532F561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C1B22C-28A1-4C8F-934B-23D53F8EE293}"/>
                  </a:ext>
                </a:extLst>
              </p14:cNvPr>
              <p14:cNvContentPartPr/>
              <p14:nvPr/>
            </p14:nvContentPartPr>
            <p14:xfrm>
              <a:off x="126000" y="1098360"/>
              <a:ext cx="11919240" cy="5197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C1B22C-28A1-4C8F-934B-23D53F8EE2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640" y="1089000"/>
                <a:ext cx="11937960" cy="521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487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84C3-D631-48E6-B9DF-A34374E99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67220-4AC9-4E92-8222-9A9DBC0F3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9A4792-554E-41D0-BB02-1DB3E339676C}"/>
                  </a:ext>
                </a:extLst>
              </p14:cNvPr>
              <p14:cNvContentPartPr/>
              <p14:nvPr/>
            </p14:nvContentPartPr>
            <p14:xfrm>
              <a:off x="236520" y="476280"/>
              <a:ext cx="9140040" cy="6382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9A4792-554E-41D0-BB02-1DB3E33967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160" y="466920"/>
                <a:ext cx="9158760" cy="64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524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CFBC-FF73-4E25-9767-702FCB1C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Lower central series</a:t>
            </a:r>
            <a:br>
              <a:rPr lang="en-US" dirty="0"/>
            </a:br>
            <a:r>
              <a:rPr lang="en-US" dirty="0"/>
              <a:t> (descending central series)</a:t>
            </a:r>
            <a:endParaRPr lang="en-MY" dirty="0"/>
          </a:p>
        </p:txBody>
      </p:sp>
      <p:pic>
        <p:nvPicPr>
          <p:cNvPr id="3073" name="Picture 1" descr="where, for each n, ">
            <a:extLst>
              <a:ext uri="{FF2B5EF4-FFF2-40B4-BE49-F238E27FC236}">
                <a16:creationId xmlns:a16="http://schemas.microsoft.com/office/drawing/2014/main" id="{609A72EC-5A9F-4F85-984C-5D5AE06BC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54" y="2186219"/>
            <a:ext cx="4714043" cy="168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6E7980-3B02-4AC9-AA7A-A6330CC30C1B}"/>
                  </a:ext>
                </a:extLst>
              </p14:cNvPr>
              <p14:cNvContentPartPr/>
              <p14:nvPr/>
            </p14:nvContentPartPr>
            <p14:xfrm>
              <a:off x="3832920" y="240336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6E7980-3B02-4AC9-AA7A-A6330CC30C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3560" y="239400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B06669-838A-46EF-BD00-22DBAE30FA97}"/>
                  </a:ext>
                </a:extLst>
              </p14:cNvPr>
              <p14:cNvContentPartPr/>
              <p14:nvPr/>
            </p14:nvContentPartPr>
            <p14:xfrm>
              <a:off x="1328040" y="1908720"/>
              <a:ext cx="9671400" cy="3894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B06669-838A-46EF-BD00-22DBAE30FA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8680" y="1899360"/>
                <a:ext cx="9690120" cy="391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8906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D118-0E32-4170-BAE5-61B4192A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Nilpotent group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608F0-2275-436A-8B9B-DE256F48C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group is called a nilpotent group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MY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its upper central series terminates at </a:t>
                </a:r>
                <a14:m>
                  <m:oMath xmlns:m="http://schemas.openxmlformats.org/officeDocument/2006/math">
                    <m:r>
                      <a:rPr lang="en-MY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MY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MY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its lower central series terminates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MY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 of nilpotent group: </a:t>
                </a:r>
                <a:endParaRPr lang="en-MY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608F0-2275-436A-8B9B-DE256F48C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0F4FB0C-7946-480B-81D0-C2DACEF2F293}"/>
                  </a:ext>
                </a:extLst>
              </p14:cNvPr>
              <p14:cNvContentPartPr/>
              <p14:nvPr/>
            </p14:nvContentPartPr>
            <p14:xfrm>
              <a:off x="1008360" y="1492560"/>
              <a:ext cx="10191960" cy="2343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0F4FB0C-7946-480B-81D0-C2DACEF2F2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000" y="1483200"/>
                <a:ext cx="10210680" cy="23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0D61BB-B09D-4A22-B96C-B77C975FC4BE}"/>
                  </a:ext>
                </a:extLst>
              </p14:cNvPr>
              <p14:cNvContentPartPr/>
              <p14:nvPr/>
            </p14:nvContentPartPr>
            <p14:xfrm>
              <a:off x="3810960" y="3270600"/>
              <a:ext cx="7402320" cy="289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0D61BB-B09D-4A22-B96C-B77C975FC4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01600" y="3261240"/>
                <a:ext cx="7421040" cy="291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0977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E149FA-8EE0-447B-B35A-8BD2F5675FF8}"/>
                  </a:ext>
                </a:extLst>
              </p14:cNvPr>
              <p14:cNvContentPartPr/>
              <p14:nvPr/>
            </p14:nvContentPartPr>
            <p14:xfrm>
              <a:off x="103680" y="59040"/>
              <a:ext cx="11519640" cy="6369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E149FA-8EE0-447B-B35A-8BD2F5675F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320" y="49680"/>
                <a:ext cx="11538360" cy="638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8996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1030-0487-4447-9854-2B26F3B05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example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5A10E-6267-42BE-8726-03660E453D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𝑠𝑡𝑟𝑖𝑐𝑡𝑙𝑦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𝑢𝑝𝑝𝑒𝑟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𝑡𝑟𝑖𝑎𝑛𝑔𝑢𝑙𝑒𝑟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𝑚𝑎𝑡𝑟𝑖𝑥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5A10E-6267-42BE-8726-03660E453D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CDBB94-9331-4D66-A17D-512B3D4052A5}"/>
                  </a:ext>
                </a:extLst>
              </p14:cNvPr>
              <p14:cNvContentPartPr/>
              <p14:nvPr/>
            </p14:nvContentPartPr>
            <p14:xfrm>
              <a:off x="523440" y="516960"/>
              <a:ext cx="11230920" cy="5950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CDBB94-9331-4D66-A17D-512B3D4052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080" y="507600"/>
                <a:ext cx="11249640" cy="596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66441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680C-0648-4511-8080-2224DA092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55523-3E11-4569-B503-5F444DA33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F7784C-4FFE-432F-8DE2-C514CFA4BFDB}"/>
                  </a:ext>
                </a:extLst>
              </p14:cNvPr>
              <p14:cNvContentPartPr/>
              <p14:nvPr/>
            </p14:nvContentPartPr>
            <p14:xfrm>
              <a:off x="628560" y="237960"/>
              <a:ext cx="11179440" cy="6115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F7784C-4FFE-432F-8DE2-C514CFA4BF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200" y="228600"/>
                <a:ext cx="11198160" cy="613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8247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62B7-9FC8-42A0-BFFF-0C1929427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575A-075C-4FC9-9ADB-56B23ABF7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767CED-2CA0-4655-9214-110348EE7BDB}"/>
                  </a:ext>
                </a:extLst>
              </p14:cNvPr>
              <p14:cNvContentPartPr/>
              <p14:nvPr/>
            </p14:nvContentPartPr>
            <p14:xfrm>
              <a:off x="370800" y="200880"/>
              <a:ext cx="11821680" cy="6581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767CED-2CA0-4655-9214-110348EE7B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440" y="191520"/>
                <a:ext cx="11840400" cy="660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2281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E3A67-739F-4D15-8796-E5E991C2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 Series</a:t>
            </a:r>
            <a:endParaRPr lang="en-MY" dirty="0"/>
          </a:p>
        </p:txBody>
      </p:sp>
      <p:pic>
        <p:nvPicPr>
          <p:cNvPr id="5124" name="Picture 4" descr="计算机生成了可选文字:&#10;&#10;">
            <a:extLst>
              <a:ext uri="{FF2B5EF4-FFF2-40B4-BE49-F238E27FC236}">
                <a16:creationId xmlns:a16="http://schemas.microsoft.com/office/drawing/2014/main" id="{46AF3D07-404E-435B-BC2E-20AD02B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031" y="1590305"/>
            <a:ext cx="3633454" cy="70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08C93-E0C0-42E5-8E08-C3C2A493CD99}"/>
              </a:ext>
            </a:extLst>
          </p:cNvPr>
          <p:cNvSpPr txBox="1"/>
          <p:nvPr/>
        </p:nvSpPr>
        <p:spPr>
          <a:xfrm>
            <a:off x="838200" y="2618913"/>
            <a:ext cx="7151703" cy="140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B83852-1F93-4C43-9795-8E05F596B602}"/>
                  </a:ext>
                </a:extLst>
              </p:cNvPr>
              <p:cNvSpPr txBox="1"/>
              <p:nvPr/>
            </p:nvSpPr>
            <p:spPr>
              <a:xfrm>
                <a:off x="985420" y="2992976"/>
                <a:ext cx="10040645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Lemma: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sz="3200" dirty="0"/>
                  <a:t> is solvable if and only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MY" sz="3200" dirty="0"/>
                  <a:t> for some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MY" sz="3200" dirty="0"/>
                  <a:t>.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B83852-1F93-4C43-9795-8E05F596B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420" y="2992976"/>
                <a:ext cx="10040645" cy="605294"/>
              </a:xfrm>
              <a:prstGeom prst="rect">
                <a:avLst/>
              </a:prstGeom>
              <a:blipFill>
                <a:blip r:embed="rId3"/>
                <a:stretch>
                  <a:fillRect l="-1579" t="-9091" b="-3333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19AA1F-E26D-413E-96A7-403310984026}"/>
                  </a:ext>
                </a:extLst>
              </p14:cNvPr>
              <p14:cNvContentPartPr/>
              <p14:nvPr/>
            </p14:nvContentPartPr>
            <p14:xfrm>
              <a:off x="440280" y="330840"/>
              <a:ext cx="11605680" cy="642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19AA1F-E26D-413E-96A7-4033109840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0920" y="321480"/>
                <a:ext cx="11624400" cy="644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62603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71CD7B-29D3-4EC6-9595-E87BB5A5825D}"/>
                  </a:ext>
                </a:extLst>
              </p14:cNvPr>
              <p14:cNvContentPartPr/>
              <p14:nvPr/>
            </p14:nvContentPartPr>
            <p14:xfrm>
              <a:off x="585489" y="815435"/>
              <a:ext cx="241200" cy="462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71CD7B-29D3-4EC6-9595-E87BB5A582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7849" y="797795"/>
                <a:ext cx="27684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B49F485-EA28-46CB-AF2A-82E248100FEE}"/>
                  </a:ext>
                </a:extLst>
              </p14:cNvPr>
              <p14:cNvContentPartPr/>
              <p14:nvPr/>
            </p14:nvContentPartPr>
            <p14:xfrm>
              <a:off x="924249" y="703115"/>
              <a:ext cx="604080" cy="515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B49F485-EA28-46CB-AF2A-82E248100F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6260" y="685115"/>
                <a:ext cx="639699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55BB569-082F-4119-9459-C68AACE5CDC7}"/>
                  </a:ext>
                </a:extLst>
              </p14:cNvPr>
              <p14:cNvContentPartPr/>
              <p14:nvPr/>
            </p14:nvContentPartPr>
            <p14:xfrm>
              <a:off x="3539289" y="869435"/>
              <a:ext cx="97200" cy="414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55BB569-082F-4119-9459-C68AACE5CD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1289" y="851795"/>
                <a:ext cx="13284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C778E21-E33E-44F3-9437-EF660BAFD6C1}"/>
                  </a:ext>
                </a:extLst>
              </p14:cNvPr>
              <p14:cNvContentPartPr/>
              <p14:nvPr/>
            </p14:nvContentPartPr>
            <p14:xfrm>
              <a:off x="4822329" y="852515"/>
              <a:ext cx="158400" cy="520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C778E21-E33E-44F3-9437-EF660BAFD6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04329" y="834875"/>
                <a:ext cx="19404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A52D1EC-B60B-4B2F-A48F-B2ECBE20C039}"/>
                  </a:ext>
                </a:extLst>
              </p14:cNvPr>
              <p14:cNvContentPartPr/>
              <p14:nvPr/>
            </p14:nvContentPartPr>
            <p14:xfrm>
              <a:off x="7402449" y="918755"/>
              <a:ext cx="164880" cy="5727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A52D1EC-B60B-4B2F-A48F-B2ECBE20C03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84449" y="901115"/>
                <a:ext cx="200520" cy="6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1A58A3B-476F-45A2-84CC-6146D26C528C}"/>
                  </a:ext>
                </a:extLst>
              </p14:cNvPr>
              <p14:cNvContentPartPr/>
              <p14:nvPr/>
            </p14:nvContentPartPr>
            <p14:xfrm>
              <a:off x="5185929" y="776195"/>
              <a:ext cx="1950480" cy="9036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1A58A3B-476F-45A2-84CC-6146D26C52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67929" y="758195"/>
                <a:ext cx="1986120" cy="9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122D2AE-5286-4EF7-8E97-B739ABFD0A2D}"/>
                  </a:ext>
                </a:extLst>
              </p14:cNvPr>
              <p14:cNvContentPartPr/>
              <p14:nvPr/>
            </p14:nvContentPartPr>
            <p14:xfrm>
              <a:off x="4123929" y="984275"/>
              <a:ext cx="317160" cy="300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122D2AE-5286-4EF7-8E97-B739ABFD0A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06289" y="966297"/>
                <a:ext cx="352800" cy="3361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470843E-3538-45CD-BDA9-73DC5EC598CB}"/>
                  </a:ext>
                </a:extLst>
              </p14:cNvPr>
              <p14:cNvContentPartPr/>
              <p14:nvPr/>
            </p14:nvContentPartPr>
            <p14:xfrm>
              <a:off x="2710569" y="961955"/>
              <a:ext cx="674280" cy="725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470843E-3538-45CD-BDA9-73DC5EC598C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92929" y="944306"/>
                <a:ext cx="709920" cy="761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E3B71BC-81F4-4046-8AA3-83C1E5C0F00F}"/>
                  </a:ext>
                </a:extLst>
              </p14:cNvPr>
              <p14:cNvContentPartPr/>
              <p14:nvPr/>
            </p14:nvContentPartPr>
            <p14:xfrm>
              <a:off x="1646769" y="741275"/>
              <a:ext cx="664560" cy="4636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E3B71BC-81F4-4046-8AA3-83C1E5C0F00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9129" y="723275"/>
                <a:ext cx="70020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E52BDC4-4E8F-4C65-819E-E29F81BE07FA}"/>
                  </a:ext>
                </a:extLst>
              </p14:cNvPr>
              <p14:cNvContentPartPr/>
              <p14:nvPr/>
            </p14:nvContentPartPr>
            <p14:xfrm>
              <a:off x="4447569" y="2257595"/>
              <a:ext cx="339840" cy="236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E52BDC4-4E8F-4C65-819E-E29F81BE07F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29569" y="2239955"/>
                <a:ext cx="3754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76A5111-EAAD-47AA-9ED9-47D8C0136766}"/>
                  </a:ext>
                </a:extLst>
              </p14:cNvPr>
              <p14:cNvContentPartPr/>
              <p14:nvPr/>
            </p14:nvContentPartPr>
            <p14:xfrm>
              <a:off x="4404009" y="2580155"/>
              <a:ext cx="373680" cy="698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76A5111-EAAD-47AA-9ED9-47D8C013676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86009" y="2562515"/>
                <a:ext cx="4093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AB132E5-0599-4A5E-8D27-791BE4E45B1E}"/>
                  </a:ext>
                </a:extLst>
              </p14:cNvPr>
              <p14:cNvContentPartPr/>
              <p14:nvPr/>
            </p14:nvContentPartPr>
            <p14:xfrm>
              <a:off x="5141649" y="2266235"/>
              <a:ext cx="174600" cy="524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AB132E5-0599-4A5E-8D27-791BE4E45B1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23649" y="2248235"/>
                <a:ext cx="21024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C037D90-5729-4BBB-812A-E94112983C74}"/>
                  </a:ext>
                </a:extLst>
              </p14:cNvPr>
              <p14:cNvContentPartPr/>
              <p14:nvPr/>
            </p14:nvContentPartPr>
            <p14:xfrm>
              <a:off x="6927969" y="2183075"/>
              <a:ext cx="734040" cy="6134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C037D90-5729-4BBB-812A-E94112983C7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09969" y="2165425"/>
                <a:ext cx="769680" cy="649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C99B0A5-B8CE-430F-BD47-795B9DF99EFC}"/>
                  </a:ext>
                </a:extLst>
              </p14:cNvPr>
              <p14:cNvContentPartPr/>
              <p14:nvPr/>
            </p14:nvContentPartPr>
            <p14:xfrm>
              <a:off x="5603529" y="2239595"/>
              <a:ext cx="1158840" cy="5439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C99B0A5-B8CE-430F-BD47-795B9DF99E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85529" y="2221595"/>
                <a:ext cx="1194480" cy="57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115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2A8F1E-2A26-43B2-B3CF-F15D3482FB5D}">
  <ds:schemaRefs>
    <ds:schemaRef ds:uri="6af921c6-6f3c-4d56-a22a-8f189f1aa588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2755</TotalTime>
  <Words>252</Words>
  <Application>Microsoft Office PowerPoint</Application>
  <PresentationFormat>Widescreen</PresentationFormat>
  <Paragraphs>61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DengXian</vt:lpstr>
      <vt:lpstr>DengXian Light</vt:lpstr>
      <vt:lpstr>Microsoft YaHei</vt:lpstr>
      <vt:lpstr>Arial</vt:lpstr>
      <vt:lpstr>Calibri</vt:lpstr>
      <vt:lpstr>Calibri Light</vt:lpstr>
      <vt:lpstr>Cambria Math</vt:lpstr>
      <vt:lpstr>Office Theme</vt:lpstr>
      <vt:lpstr>MAT205: Abstract Algebra II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Semi-direct product (Split extension)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Ascending central series  (Upper central series)</vt:lpstr>
      <vt:lpstr>PowerPoint Presentation</vt:lpstr>
      <vt:lpstr>Example</vt:lpstr>
      <vt:lpstr>PowerPoint Presentation</vt:lpstr>
      <vt:lpstr>Commutator of groups:  [H,K]</vt:lpstr>
      <vt:lpstr>PowerPoint Presentation</vt:lpstr>
      <vt:lpstr>Lower central series  (descending central series)</vt:lpstr>
      <vt:lpstr>Nilpotent group</vt:lpstr>
      <vt:lpstr>PowerPoint Presentation</vt:lpstr>
      <vt:lpstr>One more example</vt:lpstr>
      <vt:lpstr>PowerPoint Presentation</vt:lpstr>
      <vt:lpstr>PowerPoint Presentation</vt:lpstr>
      <vt:lpstr>Derived Series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267</cp:revision>
  <dcterms:created xsi:type="dcterms:W3CDTF">2021-09-19T05:52:48Z</dcterms:created>
  <dcterms:modified xsi:type="dcterms:W3CDTF">2023-04-11T08:50:26Z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