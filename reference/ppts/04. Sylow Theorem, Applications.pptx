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50" r:id="rId6"/>
    <p:sldId id="351" r:id="rId7"/>
    <p:sldId id="352" r:id="rId8"/>
    <p:sldId id="359" r:id="rId9"/>
    <p:sldId id="360" r:id="rId10"/>
    <p:sldId id="356" r:id="rId11"/>
    <p:sldId id="354" r:id="rId12"/>
    <p:sldId id="361" r:id="rId13"/>
    <p:sldId id="362" r:id="rId14"/>
    <p:sldId id="357" r:id="rId15"/>
    <p:sldId id="35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18T08:47:54.0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1534 4642 2580 0,'0'0'1328'15,"0"0"-376"-15,0 0 3400 0,0 0-2672 0,0 0-419 16,0 0-109-16,0 0 168 0,0 0-136 16,0 0-168-16,0 0-256 15,0 0-80-15,0 0-40 0,7-26-36 0,-7 26-164 0,0 0-88 16,0 0 52-16,0 0 12 16,0 0-124-16,0 0-124 0,0 3-72 15,0 1 4-15,4 2 45 0,-4 3-49 16,4 1-20-16,-4-1 44 0,4 4 24 15,-4 1-44-15,0-2-28 0,0 3 12 0,0 2-36 0,0-3 36 16,0 5-76-16,0 1 76 16,0 6-84-16,0-4 0 0,0 6-8 0,0 1 12 15,0-1-4-15,0 5 0 16,-4-5 4-16,4 4 8 0,-4-7 40 16,4 4-52-16,-4-4-8 0,4 0 0 15,-3 0 8-15,3 0 4 0,-4 5 8 0,4 2-8 16,-4 2-4-16,0 1 0 15,4 1 0-15,-5-3 0 0,5 0 0 0,-4-1-52 16,4-1 52-16,0-2 4 0,-4 0 4 16,4-10-8-16,0 0-48 0,0-4-36 15,0-2 72-15,0 4 4 0,0-5-40 0,0-2 48 16,0-1-48-16,0 1-24 16,4-4 12-16,-4-3-28 0,0 3-8 15,0-3 84-15,0-3 0 0,0 4-48 16,4-4 12-16,-4 3-24 0,0-3 24 15,0 0-28-15,0 0-8 0,0 0-49 0,5 0 37 16,-5 0 92-16,4-3-136 0,-4 3-128 0,0-4-172 16,0 1 4-16,0 0-80 0,4 0-96 15,-4-3-152-15,0-4-224 0,0-2-388 0,0-1-224 16,0-6-360 0,4-3-301-16,-4 6-927 0,3-6-1968 15</inkml:trace>
  <inkml:trace contextRef="#ctx0" brushRef="#br0" timeOffset="733.137">2067 4867 3300 0,'0'0'2200'15,"0"0"-1276"-15,0 0-336 0,0 0-132 16,0 0-28-16,0 0 3657 0,0 0-2641 0,0 0-488 0,0 0-276 16,0 0 76-16,0 0-124 15,-15-32-136-15,6 29-136 16,5 3-60-16,-7 0 36 0,3 0-4 0,-5 0-48 0,2 3-124 15,-2 4-100-15,-2 2 40 16,2 7-52-16,-2 6 64 0,-2 6 452 16,2 4-64-16,3 7-216 0,0 2-140 0,4 3-44 15,0 0-40-15,8-5-12 0,-3-1 24 16,3-6 76-16,0-1-64 0,3-9 16 16,1 2-4-16,4-10-24 0,0 3 16 15,0-4 20-15,0-7-60 0,0 2 60 16,3-1-44-16,2 0 32 0,-1-4-47 15,0 0 11-15,0-3 24 0,-1 0-84 0,6 0-12 16,-6 0-132-16,2-3-53 0,2 0-31 16,-7-4-128-16,5 5-80 0,-6-5-40 0,1-2-148 15,-3 2-484-15,-1-2-740 0,-4 3-648 16,0-5-1485 0,0 5-515-16,-4 0 68 0</inkml:trace>
  <inkml:trace contextRef="#ctx0" brushRef="#br0" timeOffset="908.544">1988 5261 6188 0,'0'0'4797'0,"0"0"-3525"16,0 0-456-16,0 0 204 0,0 0 356 16,0 0-256-16,0 0-348 0,0 0-176 15,0 0-116-15,0 0-136 0,59-10-172 0,-43 7-160 16,-4 0 40-16,4-4-52 16,-4 1-72-16,0-3-332 0,0 2-388 0,0-2-276 0,-4-1-380 15,0 1-388-15,0-1-456 16,-4 4-945-16,-1 2 129 0,-3 2 240 15,0 2 977-15</inkml:trace>
  <inkml:trace contextRef="#ctx0" brushRef="#br0" timeOffset="1058.392">2147 5178 1436 0,'0'0'1980'16,"0"0"264"-16,0 0-244 0,0 0-108 0,0 0-443 15,0 0-89-15,0 0-364 0,-16 73-80 16,16-57-92-16,0 1-60 0,0-3-56 16,0-1-84-16,0 4-128 15,4-5-76-15,-4 4-100 0,4 0-136 0,-4-3-108 16,0 3-76-16,0-4-4 0,4 4-132 15,-4-3-296-15,4-4-388 0,-4 1-212 16,4-4-392-16,-4-3-1084 0,4-3-3121 0</inkml:trace>
  <inkml:trace contextRef="#ctx0" brushRef="#br0" timeOffset="1459.572">2501 4781 8220 0,'0'0'2909'0,"0"0"-1137"0,0 0-600 15,0 0-36-15,0 0 160 0,0 0-212 0,0 0-332 16,0 0-268-16,21 73-116 0,-17-54-24 16,-1 6-4-16,5 8-44 0,-3-3-16 15,-1 10-120-15,0 1-52 0,0 1-36 0,-4-2-72 16,0 2 0 0,3-1 0-16,-3 0 0 0,0-3 0 0,4-3 0 15,-4 0-12-15,0-6 0 0,0-1 0 16,0-3 0-16,0-2 0 0,0-5-60 0,0-1 24 15,0-4 0-15,0-1-64 0,0-2-168 16,0-1-124-16,0-2-64 0,0-1-156 0,0 0-168 16,0 1-264-16,0-1-276 15,0-3-588-15,0 0-1017 16,0-3-2483-16</inkml:trace>
  <inkml:trace contextRef="#ctx0" brushRef="#br0" timeOffset="2116.199">2848 5084 12269 0,'0'0'2480'16,"0"0"-1648"-16,0 0-540 0,0 0 324 0,0 0 740 15,0 0-184-15,0 0-240 0,88 8-272 16,-68-8-236-16,4 0-108 0,0 0-132 16,-5-3-88-16,2 0-24 0,-6-4-72 15,2 1-104-15,-6-3-236 0,-2 2-172 0,-2-2-244 16,-3 3-360-16,-4 2-752 0,0 1-1920 16,-4 0-2249-16</inkml:trace>
  <inkml:trace contextRef="#ctx0" brushRef="#br0" timeOffset="2290.428">2916 5298 9852 0,'0'0'2497'0,"0"0"-1321"0,0 0-224 15,0 0 460-15,0 0 100 0,0 0-188 16,0 0-368-16,0 0-244 16,0 0-200-16,96 23-172 0,-77-30-268 0,5 2-72 15,0-6-180-15,0-1-200 0,-4-4-216 16,4 0-264-16,0-6-368 0,-4 3-780 15,0 3-1916-15,0-9-2785 0</inkml:trace>
  <inkml:trace contextRef="#ctx0" brushRef="#br0" timeOffset="2566.544">3466 4842 9080 0,'0'0'6301'0,"0"0"-5217"0,0 0-936 0,0 0-72 0,0 0 596 16,0 0 504-16,0 67-8 0,0-36-448 16,4 7-256-16,0 4-124 0,4 8-36 0,-4 1-72 15,3 9-111-15,-2 4 11 0,3 2-32 16,-4 4-100-16,-4-6 0 16,0 0 0-16,4-12 8 0,-4-3-8 0,0-8-56 15,0-6-92-15,3-10-21 16,-3-5-183-16,4-4-172 0,-4-10-172 0,4 0-64 15,1-6-160-15,-5 0-232 16,0-9-500-16,4-5-740 0,-4 2-861 0,0-16-1531 16</inkml:trace>
  <inkml:trace contextRef="#ctx0" brushRef="#br0" timeOffset="2849.019">3510 4953 8596 0,'0'0'1708'16,"0"0"-1204"-16,0 0-504 15,0 0 721-15,0 0 599 0,0 0-172 16,0 0-452-16,0 0-320 0,88-25 28 16,-77 25-88-16,5 3 8 0,-4 2-80 15,1 8-20-15,-6-1-12 0,1 2-40 0,-8 2 352 16,0 3-176-16,0 0-40 0,-4 6-112 15,-4 0-144-15,-4 1-48 0,4-3 68 16,-3-4-64-16,-6-5-8 0,6 3-220 0,-2-7-164 16,2-1-24-16,-6-3-288 0,6-2-184 15,-6-4-496-15,6 0-956 0,3 0-1945 16,-5-10-1375-16</inkml:trace>
  <inkml:trace contextRef="#ctx0" brushRef="#br0" timeOffset="3675.124">4088 4909 8644 0,'0'0'2841'0,"0"0"-1073"0,0 0-560 0,0 0 64 16,0 0 20-16,0 0-348 0,0 0-180 0,0 0-224 15,-84 25-160-15,67-6-84 16,2 3-28-16,-2 6-60 0,6 7 12 16,-1 4 12-16,4 1 36 0,4-1-88 15,0-4-56-15,4-10-76 0,0-3 12 16,0-9-48-16,8-7-12 0,-4-2-292 0,8-4-72 15,0 0 8-15,4-7 100 0,-1-5-36 16,10-7-220-16,-5-1-44 0,-1-8-36 16,1 0-72-16,-3 2 16 0,-2-3 224 0,-2 7 152 15,-2 3 128-15,-3 3 144 16,0 7 40-16,-3 3 88 16,-2 2 132-16,1 4 188 0,-4 0 176 0,0 0-68 0,0 7-188 15,0 2 4-15,4 4 20 16,-4 6-112-16,4 6-32 0,0 7-16 0,0 6-24 15,-4 6-52-15,0 1-32 0,4 3 8 16,-4 3-120-16,0-1 112 0,4 4-76 16,-4 0 36-16,4 0 28 0,0-3 44 15,0 0-56-15,0-7 8 0,4 1-108 16,-5-7 0-16,6 0-12 16,3-3-48-16,-5-4-64 0,2-1-56 0,-5-9-200 0,4-1-72 15,-1-5-12-15,-3-2-76 0,1-4-60 16,-1-2-68-16,0-4-448 0,0-3-1160 15,0 0-2373-15,-4-13-2707 0</inkml:trace>
  <inkml:trace contextRef="#ctx0" brushRef="#br0" timeOffset="4455.68">1665 3509 248 0,'0'0'10440'0,"0"0"-8487"16,0 0-869-16,0 0-288 0,11 87 116 0,-2-48 320 15,-5 3-212-15,4 2-304 0,-1 3-296 16,2 4-64-16,-5 3-148 16,0 1-124-16,0-1-36 0,0 2-48 15,-4 1-136-15,3-10 76 0,-3-1 8 16,0-11-56-16,4-10-16 0,-4-6-36 0,0-7-72 15,0-5-188-15,0-4-140 0,0-3-208 0,0 0-236 16,0-5-736-16,0-6-1304 0,0-14-1841 16</inkml:trace>
  <inkml:trace contextRef="#ctx0" brushRef="#br0" timeOffset="4718.763">1736 3563 3252 0,'0'0'1656'16,"0"0"3964"-16,0 0-3895 0,0 0-665 0,0 0 236 0,0 0 12 16,0 0-380-16,0 0-304 0,84-46-128 15,-64 43 8-15,-4 3-144 16,0 0-56-16,-4 0-80 0,4 7 20 0,-4 2-72 16,-4 1 132-16,0 6-156 0,-4-1-36 15,0 10-36-15,-4-2-76 0,0 6-172 16,-8 0-12-16,0-1 12 0,-4-3-108 0,0-3-88 15,0-6-208-15,-4 0-104 0,0 1 12 16,4-5-168-16,-4-6-160 16,1 1-468-16,-2-4-376 0,6-3-453 0,-2 0-807 15,5 0-1276-15,-3-10 3652 16</inkml:trace>
  <inkml:trace contextRef="#ctx0" brushRef="#br0" timeOffset="5465.426">2645 3509 6168 0,'0'0'80'0,"0"0"-80"0,0 0 4616 15,0 0-2755-15,0 0-765 0,0 0-284 16,0 0-120-16,0 0-64 16,-63 66-20-16,42-47-212 0,2 0-196 15,-1 3-36-15,-1 0-4 0,-3 0-48 16,5 4-12-16,3-4-52 0,-4-3 0 15,4 0 16-15,4-2-16 0,4-3 40 0,-4 0-76 16,4-5 36-16,4 4 4 0,1-7-48 16,-6 4-4-16,9-4 0 0,-4 0-52 0,4 1-32 15,0-4-16-15,0 4 12 16,0 0 4-16,0-2 72 0,8 4-40 16,0-2-4-16,4 5 56 0,0-1 112 0,4-2-112 15,-1 0 48-15,2 4-44 0,-1-4 4 16,0 1-4-16,0 0-4 15,0-4-12-15,0 3 0 0,-4-2-36 0,4-1-40 0,-8 1-88 16,3-4-196-16,-3 3-164 0,5 0-180 16,-6-2-292-16,1-1-412 0,1 0-528 15,-6-3-1053-15,5 3-2175 16</inkml:trace>
  <inkml:trace contextRef="#ctx0" brushRef="#br0" timeOffset="6049.477">3059 3603 6216 0,'0'0'3064'16,"0"0"-1952"-16,0 0-415 0,0 0 347 16,0 0-24-16,0 0-228 0,0 0-300 0,0 0-224 15,0 0-40-15,0 0-224 0,0 0 4 16,-67 13 80-16,55 3-80 16,3 6 132-16,5 6-4 15,-3 7-20-15,-1 0 32 0,4 1-72 0,0-5-12 16,4-2 72-16,0-7 40 0,0-6 44 15,0-7-128-15,0-2-92 0,0-4-16 0,4-3-148 16,4 0-88-16,0-3-76 0,4-4 40 16,0-4 60-16,-1-9-136 0,6 1-28 0,-2-3-92 15,2-5-36-15,-6 6 148 0,2-2 192 16,-2 5 104 0,-3 5 64-16,1 4 8 0,-2 2 4 0,-3 4 308 0,0 3 60 15,-4 0 16-15,4 0 124 0,-4 7 48 16,4 1-140-16,1 2-88 0,-2 3-116 15,1 6 28-15,0-1 40 0,0 8-8 16,0 0 40-16,-4 5 0 0,4 4-52 0,-4 4-48 16,0 2 0-16,0 0-28 15,0 0-84-15,-4 0-52 0,4 1-48 16,-4-7-8-16,4 0-4 16,-4-7-36-16,4 1-4 0,0-4-44 0,0 0-80 15,0-2-120-15,0-4-164 0,0 0-176 16,0-3-44-16,0-3-112 0,0-4-236 0,-4-2-580 15,4-4-1433-15,0-3-3851 0</inkml:trace>
  <inkml:trace contextRef="#ctx0" brushRef="#br0" timeOffset="7173.032">4606 4146 1748 0,'0'0'9068'0,"0"0"-7295"0,0 0-945 0,0 0-292 15,0 0-56-15,0 0 164 0,0 0-36 16,79-29-108-16,-59 14-284 0,4-3-156 0,3-6-60 15,-3-1-76-15,4 0-12 0,-3-3-40 16,-1 5 0-16,-5-2-8 16,1 5 24-16,-3 4 60 0,-6 4-24 0,-3 3 76 0,0 5-4 15,-8 1-96-15,4 3 12 0,-4 0-64 16,0 9 152 0,4 10 52-16,-4 7 100 0,0 9-64 0,0 9-28 15,0 10-60-15,-8 3-60 0,4 11 52 16,-4-2 8-16,0 0-52 0,-4 4-24 0,4-6 76 15,0-3 52-15,5-11 300 0,-1-8 76 16,-1-8-16-16,5-5-136 0,0-7-188 16,0-3-88-16,0-7 0 0,0 2-4 0,0-5-12 15,0 0-56-15,5-2-80 16,-1-2-32-16,3 2 56 16,5 3 28-16,0 3 88 0,0 3 12 0,4 3 76 15,4 6-76-15,-4 3 76 0,-1 7-4 16,2 4 68-16,-2 2 208 0,2 0 48 15,-6 1 76-15,6 2-28 0,-6-4-124 0,2 2-60 16,-2 3-52-16,-3-7-12 0,5 4 24 0,-6-4 76 16,-3-1-28-1,4-5-48-15,-4 0-12 0,1-7-52 0,-1-2-32 16,-1-4-40-16,1-6-36 0,-4-4-36 16,0-4 40-16,0 0-48 0,0-3-4 15,0-2-72-15,0 0-160 0,-4-2-72 16,-3-5-124-16,-6-2-280 0,-2-7-104 0,-2-9-300 15,2-5-692-15,2 8-1292 0,2-15-3117 16</inkml:trace>
  <inkml:trace contextRef="#ctx0" brushRef="#br0" timeOffset="7426.708">5772 4766 11641 0,'0'0'3148'0,"0"0"-2028"16,0 0-776-16,0 0 80 0,88 0 408 0,-60 0-88 16,8 0-252-16,-4 0-184 0,8 0-196 15,-4 0-100-15,0 0-12 16,-5 0-100-16,1 0-208 0,-11 0-160 0,-2 0-384 15,-7 0-372-15,-8 0-632 0,4 2-2101 0,-8 5-3351 16</inkml:trace>
  <inkml:trace contextRef="#ctx0" brushRef="#br0" timeOffset="7599.263">5800 5001 64 0,'0'0'9372'16,"0"0"-6843"-16,0 0-1277 0,0 0-220 15,0 0 644-15,0 0-336 0,0 0-64 16,105 15-292-16,-70-15-300 0,1 0-160 0,3-6-244 16,-3-7-164-16,1-3-116 0,-9 1-292 15,-1-4-296-15,-3-4-244 0,-4-3-336 0,-4 5-900 16,-4 1-2884-16,4-11-3869 16</inkml:trace>
  <inkml:trace contextRef="#ctx0" brushRef="#br0" timeOffset="7882.946">6103 4448 3616 0,'0'0'7180'16,"0"0"-5315"-16,0 0-717 16,0 0 132-16,96 16-200 0,-64-7-192 15,-1 4-56-15,1 3-40 0,-4-1-228 16,4 2-160-16,5 5-108 0,-5 0-88 0,3 1 132 15,-3 2 356-15,-9 0-224 0,1 3-324 16,-7-2-148-16,-6 5-60 0,-3 5 8 0,-3 2-68 16,-5 0-36-16,-5 3 20 0,-6 1-32 15,-5-1-28-15,0 0 24 16,-8-3-96-16,-1-3-136 0,2-4-36 16,-5-1-100-16,0-9-212 0,4-1-272 15,-4-11-868-15,9-3-2092 0,-13-6-2597 0</inkml:trace>
  <inkml:trace contextRef="#ctx0" brushRef="#br0" timeOffset="8641.24">4916 4842 3192 0,'0'0'8'16,"0"0"420"-16,0 0 56 0,0 0 4208 0,0 0-2832 0,0 0-291 15,0 0-277 1,0 0 12-16,0 0-156 0,0 0-160 0,12 9-32 16,-12-6-64-16,0 0-144 15,4 1-148-15,-4-4-160 0,4 3-196 0,-4-3-100 16,4 0-20-16,4 3 44 0,-4-3-8 15,8 0-4-15,-5 0-96 0,6 0-56 16,-1 0 4-16,0 0-4 0,4 0-4 16,-9 0-8-16,6 0-52 0,-2 0-72 0,-3 0-208 15,1 0-88-15,-1 0-84 0,-5 0-52 0,-3 0-112 16,4 0-148-16,-4 0-328 16,0-3-772-16,0 3-976 0,0 0-2109 15,-4 0-663-15</inkml:trace>
  <inkml:trace contextRef="#ctx0" brushRef="#br0" timeOffset="9257.207">4948 4949 1420 0,'0'0'2036'0,"0"0"-1384"0,0 0-416 16,0 0 140-16,0 0 80 0,0 0 1028 0,0 0 880 15,0 0-1072-15,0 0-479 0,23 67-221 16,-18-57 36-16,-5 2 12 16,0-2-80-16,4 3-64 0,-4-1-40 15,4 1-76-15,-4 4-140 0,4-6-116 0,0 9-36 16,0-4 28-16,-1 2-28 0,1 5-32 15,5-1-56-15,-5-3 0 0,4 3 0 16,-5 1-12-16,6-2 8 0,-1-2 4 0,0 0 8 16,-1 1 44-16,2-4 72 0,-1 3 16 15,-1-3-40-15,1-3 0 16,5-1 0-16,-6 1-44 0,1-1 4 16,0 1-52-16,1-4 8 0,-2 4-8 15,-3-2 64-15,9 1-20 0,-9 1-40 0,3-5-8 16,-3 3 4-16,4 1 0 0,-4-3 44 15,0 1-52-15,0 0 4 0,0 2 4 16,0-2 80-16,-4 0 24 0,0-4-52 16,0 3 4-16,0 1 8 0,0-4 16 15,0 0 12-15,0 1-92 0,0-1 44 0,-4 1 8 16,0 0-48-16,0-2 88 0,0 2-16 0,-4-5-84 16,4 5 0-16,-4-3 0 15,1-2 4-15,-2 4-4 16,-3-1 4-16,5-3 0 0,-6 2 0 0,2-4 8 15,-2 3-12-15,-2-3-48 0,3 3-176 16,-4-3-12-16,4 0 48 0,-1 0-12 16,2 0-88-16,-2 0-28 0,2-3 40 0,-1 0 12 15,3-1 0-15,2 2-152 16,-1-5-80-16,4 3-316 0,0-2-156 16,0-1-448-16,0 1-353 0,4 0-943 0,-4-3-532 15</inkml:trace>
  <inkml:trace contextRef="#ctx0" brushRef="#br0" timeOffset="10081.063">7100 4988 4700 0,'0'0'1456'0,"0"0"3204"16,0 0-3055-16,0 0-457 0,0 0-132 15,0 0 44-15,79 9-28 0,-43-9-260 0,4 0-180 16,0 0-220-16,3 0-176 0,-2 0-152 15,-5-6-44-15,-5 0-100 0,1-4 12 16,-4 1-132-16,-5-4-152 0,1 0-360 16,-3-3-596-16,-1 3-552 0,-12 0-1309 15,3 1-3039-15</inkml:trace>
  <inkml:trace contextRef="#ctx0" brushRef="#br0" timeOffset="10317.189">7411 4657 1708 0,'0'0'6580'0,"0"0"-4264"16,0 0-491-16,0 0-457 0,-17 92-4 0,17-53-16 16,0 2-288-16,8 9-268 0,-4 2-240 15,5 5-208-15,-6 3-148 0,-3-3-108 0,4-3-88 16,-4-6-12-16,4-4-76 0,0-9-8 15,0-10-164-15,5-8-208 0,2-11-248 0,6-6-240 16,2-10-324-16,1-11-1008 16,-5 2-2733-16,10-30-2179 0</inkml:trace>
  <inkml:trace contextRef="#ctx0" brushRef="#br0" timeOffset="10891.078">7772 4584 692 0,'0'0'7264'0,"0"0"-4960"0,0 0-667 16,0 0-281-16,0 0-72 0,0 0-224 0,0 0-244 16,0 0-180-16,13 76-176 15,-9-47-52-15,0 6-72 0,0 2-128 0,-4 5-156 16,0 6-52 0,0-1-40-16,-4 4-56 0,0 1-64 0,0-5-40 15,0-9-84-15,0-3 0 0,4-13 8 16,0-4 16-16,4-4-100 0,4-4-96 0,-4-7-32 15,3 0-92-15,2-3 48 0,-1 0 40 16,3 0-44-16,2 0 40 0,2 0-4 0,2-3 180 16,-6 3 192-16,6 0 76 15,-2 0 0-15,2 6 52 0,-2 7 244 0,2 0 268 16,-2 2 0-16,1 1-52 16,0 3 60-16,0-5-40 0,0-2-36 15,-4-3-168-15,4-5-136 0,0-2-4 16,-1-2 40-16,2 0-40 0,-2-6-32 0,2-3-104 15,-2-3-40-15,2-8 28 0,-2 1-52 16,1-3-24-16,0 0-124 0,-4-1-52 0,0 1 24 16,-4 2 116-16,-4 5 124 0,-4-1 0 15,0 3 84 1,0 5 80-16,-4 1 100 0,-4 3 24 0,0 4-24 0,1 0-140 16,-6 4-44-16,1 5-32 15,0 8 40-15,0-3 100 0,1 9 0 16,-2 3 160-16,2-1 100 0,3 4 20 0,-1-4-48 15,1 0-136-15,1 1-88 0,7-8-84 16,-4 2 0-16,4-4 8 0,4-5-20 16,3 0-36-16,1-2-64 0,5 1-60 15,6-4 56-15,1-2-56 0,4-2-76 0,8-2-60 16,4-2-172-16,0-5-40 0,3-2-76 16,2-4-284-16,-2-3-188 15,1 0-440-15,0 0-652 0,-13 3-2289 0,14-6-2223 16</inkml:trace>
  <inkml:trace contextRef="#ctx0" brushRef="#br0" timeOffset="12600.227">9219 4768 4072 0,'0'0'560'0,"0"0"-76"0,0 0 4060 0,0 0-2619 15,0 0-389 1,0 0-480-16,0 0-120 0,0 0-20 0,0 0-160 16,0 0-272-16,0 0-308 0,-55 23-128 15,35-11-36-15,-5 8 124 0,1 5 0 16,1 4 0-16,3-1-60 0,4 1 60 0,4-2-64 15,0 0-20-15,9-5-44 0,3-3-8 16,0-6-8-16,7 2-128 0,5-2 132 0,4 1-84 16,3-6 40-16,6 5-4 0,-1-4 4 15,4 5-64-15,-4-6 64 16,-1 6-28-16,-3-3 28 0,1 3-4 16,-6-4 52-16,1 2 8 0,-4 1 132 15,-4 0 32-15,-8 2-24 0,4 1 12 16,-4 0-60-16,-4 0 12 0,-4 3-4 0,-4-3-56 15,-4-1-52-15,1-1-172 0,2-5-100 16,-2 0-136-16,-2-2-28 0,2-4-12 16,2 0-64-16,2-3-32 0,3-3-84 15,-1-3-320-15,1-5-324 0,1-3-1185 0,3 3-1807 16,4-14-376-16</inkml:trace>
  <inkml:trace contextRef="#ctx0" brushRef="#br0" timeOffset="13000.032">9351 5109 3284 0,'0'0'2788'0,"0"0"172"0,0 0-1140 0,0 0-367 0,0 0 119 16,36 69-68-16,-36-46-196 15,0-1-240-15,0 0-228 0,0 0-272 0,0-5-300 16,0-3-232-16,-4-7-36 0,4-1-132 16,0-6-40-16,0 0-76 15,4 0-320-15,3-2 40 0,5-9-244 0,1-1-256 16,6-4 12-16,-3-3-12 0,1 0-208 0,-6 0-20 15,1 7 391-15,0 2 429 0,-4 4 384 16,0 6 52-16,0 0 672 0,4 6 21 16,-4 4-101-16,0 2 60 0,4 4 12 15,-4 3 12-15,3 3-32 0,2 0-76 0,-2 3-4 16,2 5-8 0,-1-2 44-16,-5 7 108 0,1 0 72 0,1-1-144 15,-9 4-156-15,0-2-76 0,0 5-24 16,-9-6-64-16,1 0-24 0,1-1-36 15,-5-4-48-15,3-5-52 0,2-6-44 0,-1-6-52 16,4-4-11-16,0-6-45 0,-5 0-4 16,6-3-69-16,-5 0-163 0,-5 0-180 0,2-3-188 15,-1-6 100-15,0-4 84 0,-4-3-196 16,0-7-228 0,4-2-264-16,1-2-348 0,2-6-800 0,5 8-985 15,4-13-1687-15</inkml:trace>
  <inkml:trace contextRef="#ctx0" brushRef="#br0" timeOffset="13570.308">9920 5136 4772 0,'0'0'3188'0,"0"0"-872"0,0 0-719 16,0 0-277-16,0 0-352 0,0 0 4 15,0 0-180-15,0 0-212 0,0 0-56 0,0 0-64 16,-7 14-124-16,7-5-64 0,0 4-40 16,0 3-32-16,0 3-64 0,0 3 48 0,0 6-24 15,-4-1-24-15,4 3-28 16,-4-1-32-16,4 3 8 0,-5 0-72 16,1-1 0-16,-4-5 0 0,5-4-8 15,3-3 0-15,0-7-4 0,-4-1-60 0,4-8-12 16,0-3-4-16,0 3-36 0,0-3-32 15,0 0 68-15,0 0 16 16,0 0-88-16,4-3 24 16,-4 3 40-16,0-3 8 0,0 3 72 0,0 0-8 0,0 0-36 0,0 0 32 15,0 0 8-15,0 0 4 0,0 0-68 16,0 0 8-16,0 0-32 0,0 0-16 0,3 0 0 16,-3 0 40-16,0 0-80 15,0 0 16-15,0 0-24 16,0 0-64-16,0 0-124 0,0 0-52 0,0 0 8 15,0-4 52-15,0 1-64 0,0-1-236 16,0-2-340-16,4 0-680 0,-4-3-765 0,0 2-1575 16,0-5-1128-16,-4 63 4712 0</inkml:trace>
  <inkml:trace contextRef="#ctx0" brushRef="#br0" timeOffset="14142.205">9892 4784 7344 0,'0'0'2336'0,"0"0"-683"15,0 0-257-15,0 0-8 0,0 0-148 0,0 0-296 16,0 0-332-16,-11 80-128 16,11-52-48-16,0 4-28 0,0 5-64 15,4 3-48-15,-1 4-12 16,1-3-64-16,-4 4-36 0,0-1-48 0,0-3-16 0,0 4-20 15,-4-1-28-15,1-6-64 0,-5 0-8 16,4-6 0-16,-5-3-12 0,5-7-48 16,1 0 8-16,-1-5-44 0,0-5-76 15,4 1-108-15,0-7-152 0,0 0-136 16,0-3-84-16,0 1 4 0,0-4 0 16,8 0-96-16,-1 0-304 0,2 0-512 15,3-11-264-15,-5 3-1461 0,10-11-2595 0</inkml:trace>
  <inkml:trace contextRef="#ctx0" brushRef="#br0" timeOffset="14782.649">10143 5270 3616 0,'0'0'4968'16,"0"0"-3044"-16,0 0-159 0,0 0 71 15,0 0-144-15,0 0-288 0,0 0-428 16,-15 83-296-16,11-64-176 0,4-6-212 0,0-4-156 15,0-2-136-15,0-5-32 0,8-2 24 16,-1 0 8-16,6-2-136 0,-2-8-72 16,6-3-48-16,-6 1-40 0,5-7-60 0,-4 0-4 15,0 2-12-15,1-2-12 0,-2 4 48 16,-7 2 100-16,4 3 100 16,-8 1 136-16,0 2 96 0,0 1 176 15,0 3-24-15,-8-3 28 0,0 6 32 0,1-3 76 16,-2 3-64-16,-3 0-112 15,1 6-48-15,2 6 76 0,-6 4-52 0,2 3-48 0,1 4-16 16,1-2-8-16,2 2-112 0,1-2-24 0,1-4-236 16,3-4-268-16,4-7-112 15,0-2-64-15,0-4-56 16,0 0 80-16,8-10-84 0,7-3-336 16,1-6-208-16,5-4-464 15,-2-4-357-15,1 2 77 0,1-2 684 0,-2 5 588 0,1 3 492 16,0 4 288-16,-4 2 952 0,0 6 532 15,0 4 72-15,-5 3-92 0,2 0 57 16,-6 10-33-16,1-1-204 0,1 7-200 0,-5 3-380 16,3 0-36-16,-7 0 164 0,4-3-16 0,0 3-164 15,-4-7-320-15,4-1-296 16,1-5-36-16,-1-4-108 16,3-2-40-16,1 0-48 0,5 0-88 0,2-5-36 15,2-5 12-15,-2 0-76 0,1 2 12 16,0 1 160-16,4 3 48 0,-8 4 32 0,4 0 132 15,-4 6 124-15,-1 1 40 0,-2 5-16 16,-1-1 88-16,-1-3-12 0,2-1 120 16,-1 3-60-16,-4-7 40 0,3 0-164 15,1-3-52-15,-3 0 28 0,3-3-12 0,3-3-64 16,2-8-60 0,-2 2-124-16,1-1-32 0,-3-6-104 15,2 0-148-15,-3 0-160 0,1 0-28 0,-2-3-164 16,-3 6-212-16,0-3-596 0,0 7-948 0,-4-1-2533 15</inkml:trace>
  <inkml:trace contextRef="#ctx0" brushRef="#br0" timeOffset="15707.78">11853 5147 9500 0,'0'0'3209'0,"0"0"-1049"0,0 0-712 0,0 0-264 16,0 0-292-16,0 0-328 0,0 0-232 0,88 31-188 15,-73-31-144-15,5 0-160 0,5-6-120 16,-6-5-116-16,5 3-320 16,-4-2-352-16,-4-2-692 0,0 5-2244 0,-4-3-2525 15</inkml:trace>
  <inkml:trace contextRef="#ctx0" brushRef="#br0" timeOffset="16247.045">12188 4981 9624 0,'0'0'2653'0,"0"0"-1377"0,0 0-664 16,0 0-108-16,-80 61-12 0,59-42 252 16,2-3-116-16,3-1-188 0,8-2-68 0,4-7-64 15,0 0-144-15,4 1-152 0,0-3-12 16,4 2 72-16,8 3 28 0,0 1-24 16,0-4 44-16,4 1-56 15,-4-1 84-15,4 0-36 0,-4 1-4 0,-1-1-92 16,2 0 44-16,-9 0 88 0,3 4-12 15,-3-3-4-15,0 2 4 0,-4 0-48 16,0 1-80-16,0-1-8 0,-4 1-52 0,-3 2 4 16,-1-5-136-16,-1 3-136 15,-2-3-88-15,3-5-84 0,4 2-252 0,0-4-80 0,-1 0-248 16,2-11-232 0,3 2-1020-16,0-1-1693 0,0-5-3263 0</inkml:trace>
  <inkml:trace contextRef="#ctx0" brushRef="#br0" timeOffset="16507.295">12459 5032 4636 0,'0'0'3136'0,"0"0"-1112"16,0 0-143-16,0 0 27 0,0 0-328 0,0 0-208 0,0 0-276 15,15 66-328-15,-19-43-176 0,-3-4-152 16,-2 2-132-16,5-4-148 0,0-1-160 15,0-3-60-15,1 0-136 0,-1-1-132 0,4-2-80 16,-4-1-12-16,4-3-24 0,0 1-36 16,0-7-132-16,0 3-48 0,0 0-108 15,4-3-116-15,0 0-384 16,-1 0-268-16,1-3-9 0,4 0 261 0,-3-7-324 16,-1 4-536-16,7-7-844 0</inkml:trace>
  <inkml:trace contextRef="#ctx0" brushRef="#br0" timeOffset="17408.336">12502 5020 4424 0,'0'0'5204'0,"0"0"-3643"0,0 0-737 15,0 0-68-15,0 0 556 0,0 0-264 0,-7 66-80 16,3-43-252-16,4 2-120 0,-5 2-72 16,5 0-32-16,-4-2-84 0,4-3-76 15,0 0-16-15,0-6-8 0,0-3-88 16,0-3 0-16,0-3-96 0,0-5-112 15,0 2-12-15,9-4-64 0,-2 0-216 0,1-4 0 16,4-3-4-16,4-5-96 0,1-1 12 16,-2-3-64-16,1-3-64 0,-4-3-100 15,3 3 48-15,-2 0 108 16,-1-3-48-16,0 0-40 0,-4-1-180 16,0-2-4-16,-5 0-12 0,1 2 188 0,-4 1 84 15,0 0 232-15,0 9 220 16,0 0 228-16,0 6 272 0,0 7 64 0,0 0-56 15,0 0-76-15,0 0-76 0,0 7 0 16,0 3 184-16,-4 3-276 0,4 3-136 0,-3 3 96 16,-1 3-60-16,4 3 192 0,0 0 52 0,-4 5-56 15,4-2-44-15,-4-3 40 0,4 4-28 16,-4-1 40 0,4-5-276-16,0-7-84 0,0-7-244 0,0-3-200 15,0-6-240-15,4 0-224 0,4-3-440 16,3-2-544-16,-2-6-1981 0,6-5-1711 15</inkml:trace>
  <inkml:trace contextRef="#ctx0" brushRef="#br0" timeOffset="17799.127">12948 4679 6400 0,'0'0'4252'16,"0"0"-2491"-16,0 68-381 0,0-34 100 15,-4 11-60-15,-4-1-316 0,5 0-264 16,-5 1-260-16,-1-3-272 0,2-5-112 16,-1-5-128-16,4-4-68 0,0-9-60 15,4-2-4-15,0-8-8 0,0-2-112 16,4-4-208-16,8-3-28 0,0 0-12 15,3 0 60-15,2 0-48 0,-2-3-76 0,6 3 144 16,-6 0 104-16,1 0 32 0,0 6 76 16,-4 4 72-16,0-1 68 0,-4 1 76 15,0 2 48-15,0 1 120 0,-4-3 44 16,0 2-64-16,0-2-112 0,-4-1-60 16,0 4 20-16,0-7-8 15,0 3-16-15,-8 1-48 0,4-3-172 0,-4-5-168 0,-4 5-32 16,4-3-108-16,-8-2-240 15,4-2-432-15,-3 0-324 0,2 0-973 0,-7 0-3399 0</inkml:trace>
  <inkml:trace contextRef="#ctx0" brushRef="#br0" timeOffset="18866.646">13458 5166 4548 0,'0'0'4748'0,"0"0"-2787"0,0 0-665 0,0 0-32 16,0 0 116-16,0 0-172 0,0 0-188 15,0 0-240-15,0 0-372 0,0 0-48 0,-75 44-32 16,59-19-80-16,4 4-128 0,0-1-8 16,0 1-28-16,8-7-84 15,0-4-4-15,0-4-104 0,4-11-4 16,0 0-84-16,0-3-172 0,4 0 24 15,4 0 24-15,4-9 36 0,0-2-160 0,8-3-180 16,-4-5-24-16,-1 0 92 0,2-1 16 16,-2 1 176-16,-2 10 100 0,2-1 96 0,-2 10 68 15,2 0 100-15,-2 6 352 0,2 10-24 16,-3 3 12-16,4 3 0 16,-8 0-28-16,1 8 56 0,-2-5-84 15,-3 4 16-15,-4-1 12 0,0 3 136 16,0 1 68-16,0 4-120 0,-8-2-28 0,-4 5 52 15,0-5-16-15,-4 1-16 0,4-2-92 16,-4-5-92-16,4-10-80 0,5-1-52 16,-1-5-68-16,3-5 0 0,-3-7-4 0,4 0-304 15,-3-4-220-15,-2-5-372 0,1-7-24 16,1-6-136-16,-1-3-280 16,-1-7-672-16,5 3-936 0,4-12-2093 15</inkml:trace>
  <inkml:trace contextRef="#ctx0" brushRef="#br0" timeOffset="19127.884">13761 5197 1880 0,'0'0'4468'0,"0"0"-3336"16,28 70-496-16,-20-39 2185 0,-4 7-693 15,0 4-272-15,0 0-384 0,1 2-352 0,-5 1-252 16,0-1-204-16,0 1-160 0,0-1-212 15,-5 0-84-15,1 1-60 0,0-8-40 16,0-1-108-16,-4-8-4 0,5-6-44 16,3-12-148-16,0-4-244 0,0-6-64 0,0 0-196 15,0-3-44-15,0-3-124 0,0-4-288 16,-5-2-120-16,5-5-32 0,0-1-356 0,-4-8-729 16,4 11-711-16,-4-24-940 15</inkml:trace>
  <inkml:trace contextRef="#ctx0" brushRef="#br0" timeOffset="19386.108">13781 5220 1032 0,'0'0'5836'15,"0"0"-4188"-15,0 0-416 0,0 0 61 0,0 0 131 0,0 0-200 16,0 0 32 0,0 0-112-16,0 0-340 0,0 0-272 0,68-17-132 15,-52 21-128-15,-4-1 0 0,4 3-64 16,-5 1-72-16,2-1-36 15,-2 0-28-15,2 1 0 0,-9-1-20 0,4 3-44 0,-5-2 4 16,-3 2-12-16,0 2-80 0,0 1 8 16,-3 1-88-16,-5-1 72 0,-5 3-20 0,2 2-52 15,-6-4-28-15,2 2-56 16,-2-5-92-16,2 2 12 16,-1-5-136-16,4-1-76 0,0 1-272 0,0-4-492 0,0-3-716 15,5 0-1029-15,-2-3-2111 0</inkml:trace>
  <inkml:trace contextRef="#ctx0" brushRef="#br0" timeOffset="20573.964">14996 5216 5420 0,'0'0'232'15,"0"0"5813"-15,0 0-3849 16,0 0-464-16,0 0-428 0,0 0-324 16,0 0-176-16,16 87-216 0,-16-59-192 0,0 2-80 15,0 0-144-15,0-1-80 16,0-4-92-16,5-6-60 0,-5-4-24 0,0-8-76 15,0-1-208-15,0-2-220 0,0-4-240 16,0 0-448-16,0-7-1116 0,0 2-3041 0,-9-12-2115 16</inkml:trace>
  <inkml:trace contextRef="#ctx0" brushRef="#br0" timeOffset="20735.646">14965 4956 4528 0,'0'0'208'0,"0"0"6077"0,0 0-4361 0,0 0-256 0,0 0-624 16,0 0-476-16,87-9-352 15,-71 9-216-15,4-7-156 0,0 3-436 0,-4-1-568 0,8-2-788 16,-12 4-2753 0,12-1-2151-16</inkml:trace>
  <inkml:trace contextRef="#ctx0" brushRef="#br0" timeOffset="20999.418">15379 5032 6432 0,'0'0'792'0,"0"0"1724"0,0 0-1484 0,0 0 153 16,0 0 311-16,-20 71 100 0,12-53-260 15,4 1-376-15,0 0-340 0,0 0-164 16,4-3-100-16,0 0-108 0,0-3-112 16,0-1-64-16,4 1-68 0,8-4 68 15,-4 1-24-15,8-4-48 0,-4 0-88 16,4 1 4-16,-4-4 76 0,0 4-56 15,-1-5 16-15,-2 5 48 0,-1-1 12 0,-4 0 88 16,-1 1 8-16,-3 3-96 0,0-1-12 16,0 4-60-16,-7-1-64 15,3-2-72-15,-4 0 0 0,-1-4-136 0,2 1-152 0,-5-5-108 16,3 2-168-16,-2-1-300 16,-1-3-404-16,0 0-1713 0,0 0-2787 15</inkml:trace>
  <inkml:trace contextRef="#ctx0" brushRef="#br0" timeOffset="21646.949">16263 5067 2552 0,'0'0'5396'0,"0"0"-1539"15,0 0-2205-15,0 0-360 0,0 0-44 0,0 0-44 16,64 86-252-16,-64-61-200 0,0 4-200 15,0-1-148-15,0-2-184 0,-4-3-144 16,0-9-76-16,0-1-76 0,1-3-56 0,3-7-52 16,0 1-184-16,0-4-100 0,0 0-148 15,0-7-88 1,7-3-4-16,1-3 120 0,5-6 60 0,2 1 176 16,-3-1 48-16,0-3-48 0,0 3 124 15,0 3 140-15,0-1 24 0,-1 5 64 16,2 6 60-16,-1-1 128 0,-5 7 204 0,6 0 276 15,-2 0 24-15,-3 7-80 0,5 2-116 0,-6 0-148 16,1 8 12-16,1-1 20 16,-5-1 28-16,0 4 32 0,-1 0-12 15,-3-3-60-15,0 3 24 0,0-3-184 0,0 0-208 0,-3-3 0 16,-1-4-284 0,0-2-192-16,4-1-96 0,-5-6-128 15,5 0-252-15,0-3-696 0,9-10-1232 0,-5 4-2277 16,11-11-1483-16</inkml:trace>
  <inkml:trace contextRef="#ctx0" brushRef="#br0" timeOffset="21924.907">16765 5161 9760 0,'0'0'2205'16,"0"0"-1285"-16,0 0-280 0,0 74 564 16,0-48 336-16,0-3-172 0,0-4-452 15,5-8-484-15,-1-1-248 16,4-6-184-16,-1-1-40 0,6-3-192 0,-2-3-200 15,5-8-36-15,0-3-288 0,4-5-320 16,0-4-144-16,-4 0-252 0,0 5-36 0,-4 1 299 16,-4 2 201-16,-4 5 152 0,0 0 260 15,-4 3 596-15,0-1 560 0,-4 2 424 16,-8-1 305-16,0 1-273 0,0 0-224 0,-4 6-116 16,4 0-244-16,-3 0 12 15,-2 8-40-15,1 3-252 0,0 1-64 16,0 4-88-16,4-3-56 0,1 2-144 0,2-5-420 15,1 0-832-15,1-1-1313 16,3-3-2779-16</inkml:trace>
  <inkml:trace contextRef="#ctx0" brushRef="#br0" timeOffset="22185.567">17092 5013 4244 0,'0'0'2824'0,"0"0"-528"15,0 0-463-15,0 0-165 0,60 66-152 0,-52-42-168 16,-1 1-268-16,-2 3-296 0,-5-3-152 16,4 4-92-16,-4-7-96 0,0 0-248 0,0-3-72 15,0-6-28-15,0-1-20 0,0-5-76 16,0-3 0-16,0-2-76 0,0-2 28 16,0 0-76-16,4 0-8 15,4-6-28-15,-4-3 0 0,8-3 96 16,4-8-8-16,-4-2-200 0,7-7-284 15,2 1-148-15,-2-1-144 0,1 1-336 0,0-2-692 0,-4 11-1269 16,4-6-2671-16</inkml:trace>
  <inkml:trace contextRef="#ctx0" brushRef="#br0" timeOffset="23158.158">17694 5077 1240 0,'0'0'5956'0,"0"0"-3156"0,0 0-739 0,0 0-729 16,0 0-508-16,0 0 112 15,23 76-68-15,-23-54-188 0,0 0-404 16,0-3-180-16,-3-3-96 0,3-3-60 0,-4-4-76 16,4-6-104-16,0 1-236 0,0-4-192 15,0 0-100-15,7-4 400 16,6-2 52-16,-1-3-28 0,-1-4 76 0,6 0 28 16,-6 0 152-16,6-2 72 0,-10 5 8 15,6 0 8-15,-5 3 92 0,-1 5 48 16,1-1 124-16,-4 3 80 0,4 0 176 15,-4 5 76-15,0 9-16 0,-4-4-204 0,4 6-164 16,0-1-8-16,-4-2-40 16,0 0-76-16,4-4-88 0,-4-3-116 0,4-2-44 15,4-1 60-15,0-3 100 0,4-3-8 0,0-7-148 16,4-3-196-16,0 1-136 16,3-4 196-16,-2 0 4 0,3 0 96 15,-1-1 52-15,-2 9 40 0,-6 2 36 0,6 2 56 0,-6 4 8 16,-3 0 128-1,1 7 252-15,-6 2 48 0,1 0-36 0,0 4-80 16,0 0-12-16,-4 3-20 0,4-3-80 0,-4 2 48 16,0-2 16-16,0 0-16 0,0-7-156 15,4 1-92-15,-4-5-164 0,5 3-20 16,-5-5-52-16,3 0-16 0,5 0 128 16,0 0 0-16,0-11-220 15,8 2-156-15,-4-1-144 0,8-2 64 16,-9 2 224-16,6 1 76 0,-6 6 24 0,-2-1 16 15,3 4 36-15,-5 0 112 16,1 0 92-16,-3 0 228 0,-1 0 484 0,0 4 240 16,0-1-132-16,-4 3-220 0,3 0 16 0,1-3-32 15,0 4 12-15,0-4-164 16,-4 0-284-16,9-3-144 0,-5 0-4 0,7-3-124 16,2-7-148-16,6-5-208 15,-3-5-116-15,8-5-292 0,0-6-248 16,4-2-372-16,0-4-872 0,-4 8-1805 0,4-22-575 15</inkml:trace>
  <inkml:trace contextRef="#ctx0" brushRef="#br0" timeOffset="23373.831">18686 4582 2904 0,'0'0'4544'16,"0"0"-2856"-16,0 0-628 0,0 0-107 16,0 0 115-16,0 0 476 0,0 0-212 0,0 0-404 15,-12 85 176-15,8-54-200 16,4 5 8-16,-4 2 20 0,4 3-196 0,-4 3-224 15,4 2-172-15,-4 0-136 0,0 6-80 16,0-5-51-16,-4 1-73 16,0-4 0-16,0-6-121 0,4 0-111 0,1-6-168 0,-2-7-152 15,5 0-68-15,0-2-128 16,0-8-252-16,0 2-700 0,0-2-1064 0,0-8-3025 16,5 3-2146-16</inkml:trace>
  <inkml:trace contextRef="#ctx0" brushRef="#br0" timeOffset="23706.68">19199 5140 9188 0,'0'0'4605'0,"0"0"-3177"0,0 0-724 15,0 0-136-15,0 0 380 0,0 0-8 16,13 67-204-16,-13-39-208 0,0 1-232 15,0-4-212-15,0-3-84 0,-4 1-56 0,0-10-240 16,-1-4-216-16,2-4-156 0,3 0-380 16,-8-5-644-16,8 0-1400 0,-12-13-3637 0</inkml:trace>
  <inkml:trace contextRef="#ctx0" brushRef="#br0" timeOffset="23874.506">19259 4934 5136 0,'0'0'5152'16,"0"0"-3979"-16,0 0-353 0,77-25 12 0,-53 14-376 15,-9 2-456-15,5-1-524 0,-4 4-180 16,0 0-568-16,0 6-341 0,-4 3-671 0,-4 0-736 16,0 20-1131-16</inkml:trace>
  <inkml:trace contextRef="#ctx0" brushRef="#br0" timeOffset="24099.989">19474 5048 1420 0,'0'0'4764'0,"0"0"-2504"0,-28 86-308 0,21-54-327 15,-9 3-141-15,8-4 36 0,-4-2-84 16,4-4-280-16,4-8-216 0,1-6-436 16,3-4-296-16,0-4-128 0,7-3-80 15,5 0-136-15,0-3-84 0,8-7-100 0,4-3 120 16,4-1-56-16,0-6-152 16,4 1 144-16,-4 6 156 0,0 4 56 15,-5 2 52-15,-3 1 56 0,-4 6 128 0,0 0 236 16,-5 3-36-16,6 4-124 0,-9 2-4 15,4 0-84-15,0 4-36 0,-5 0-60 16,2 0-16-16,-1-1-60 0,0 4-4 0,-1-4-244 16,-3 5-168-16,5-4-288 0,-1-1-352 15,-1 1-828-15,1-7-2361 0,5 4-3391 0</inkml:trace>
  <inkml:trace contextRef="#ctx0" brushRef="#br0" timeOffset="24474.722">21188 4689 3556 0,'0'0'6068'0,"0"0"-3659"0,0 0-305 16,-84 0-460-16,65 0-56 0,-1 3-264 0,-1 7-380 16,2 2-208-16,-1 10-272 0,-4 8-248 15,-1 5-32-15,2 12-36 0,3 3-4 0,-4 8 24 16,1 6 41-16,6 0 11 16,1-1 20-16,8-3-32 15,4-3-16-15,4-10-120 0,0 1 40 0,12-10 8 16,4-6-120-16,5-4-12 0,2-6-48 0,5-3-12 15,4-2-40-15,-1-11-80 0,6-3-16 16,-1-3-164-16,-4-7-93 0,0-5-47 16,-8-4-60-16,-1-3-124 0,-7-3-336 0,-4-3-848 15,-8-1-1172-15,-1 7-2473 0,-6-6-1187 16</inkml:trace>
  <inkml:trace contextRef="#ctx0" brushRef="#br0" timeOffset="24641.029">20945 5210 9320 0,'0'0'3861'0,"0"0"-2337"0,0 0-280 0,0 0 12 16,0 0 104-16,0 0 76 0,0 0-556 0,88 28-164 16,-53-24-143-16,5-4-137 0,1-7-436 15,2-5-48-15,-4-1-340 0,-2-6-1 16,-1-4-135-16,-4 2-244 0,-4 2-232 16,-5 0-652-16,-7-1-964 15,1 8-1264-15,-10 2-1185 0</inkml:trace>
  <inkml:trace contextRef="#ctx0" brushRef="#br0" timeOffset="24751.894">21383 5175 4396 0,'0'0'5364'16,"0"0"-3159"-16,-4 70-621 0,4-42-328 0,0 4-200 0,4 3 176 15,0 0 32-15,1 0-344 0,2 0-292 16,1-1-240-16,-4-4-388 16,0-5-476-16,1 0-888 0,-5-12-808 15,0 9-3221-15</inkml:trace>
  <inkml:trace contextRef="#ctx0" brushRef="#br0" timeOffset="24908.013">21862 5772 17313 0,'0'0'2440'0,"0"0"-2440"0,0 0-1304 16,0 0-948-16,0 0-2388 15,0 0-361-15,-36-80-1554 0</inkml:trace>
  <inkml:trace contextRef="#ctx0" brushRef="#br0" timeOffset="29657.693">22284 4870 4000 0,'0'0'7657'0,"0"0"-5433"16,0 0-456-16,0 0-812 0,0 0-108 0,0 0 188 15,0 0-88-15,0 0-128 16,0 0-136-16,0 0-368 0,8 0-232 0,0 0 16 15,8 0 56-15,7 0 16 0,5 0 21 16,8 0 3-16,8-3-76 0,-4-7 0 0,4 4-32 16,3-7-76-16,-2 1-12 15,-2-1-12-15,-3 1-40 0,-4-1-8 0,0 0-72 16,-4-1-76-16,-4 6-93 0,-5-3-151 16,-3 3-168-16,-8 2-76 0,-3 2-112 15,-2 1-252-15,-7 3-592 16,0 0-964-16,-3 0-1777 0,-6 0-1339 0,-10 3 3384 0</inkml:trace>
  <inkml:trace contextRef="#ctx0" brushRef="#br0" timeOffset="29848.576">22431 4943 3968 0,'0'0'456'0,"0"0"3932"0,0 0-2127 0,0 0-221 15,0 0-656-15,0 0-400 0,0 0-76 16,0 0-24-16,0 0-40 0,0 0-92 15,28 35-260-15,7-32-148 0,6-3-144 16,2 0-200-16,-3 0-8 0,1-9-92 0,-2-2-8 16,-3 3-212-16,-4-5-492 0,-4 1-192 15,0-5-276-15,-4 4-816 0,-9 1-2261 0,-2-10-2831 16</inkml:trace>
  <inkml:trace contextRef="#ctx0" brushRef="#br0" timeOffset="30132.438">22670 4423 3536 0,'0'0'1772'16,"0"0"4137"-16,0 0-3733 0,0 0-76 0,96 9-668 16,-61 4-400-16,2-1-416 15,3 4-184-15,-1 3-164 0,-3 3-20 16,4 0-92-16,-4 8-8 0,0 1 48 15,-4 1-96-15,-4-1-92 0,-8 1-8 0,-1 4 8 16,-11-3-8-16,-3 3-108 0,-5 2-12 16,0 0 20-16,-17 3 52 15,-3 1-40-15,-3 3 40 0,-5-4-24 0,0 1-40 0,-8-5-60 16,4-2-160-16,-4 0-220 16,4-6-316-16,0-4-300 15,4-3-496-15,9-5-976 0,2-9-2597 0,6-2-1179 0</inkml:trace>
  <inkml:trace contextRef="#ctx0" brushRef="#br0" timeOffset="30899.622">24949 4528 3436 0,'0'0'272'0,"0"0"5116"0,0 0-3011 0,0 0-905 16,28-68-272-16,-24 59 36 0,0 0 20 15,-4-1-124-15,0 1-304 16,0 2-140-16,0 1-148 0,-4-1-36 0,0 5-20 16,-4-3-32-16,5 5-160 15,-6-2-96-15,-3 2-27 0,1 0-145 16,-6 0-24-16,-7 7-60 0,1 5-49 0,-5 7 9 16,-4 9-44-16,0 8 48 0,1 8 32 15,-6 4 56-15,9 9-4 0,1-4-36 16,7 8 40-16,3-4 8 0,13 0 0 0,4-9 120 15,4-1 48-15,9-8 40 16,11-8-75-16,-5 1-9 0,9-10-76 0,-4 0-48 16,0-5-4-16,4-5-44 0,-4-5 48 15,3-1 0-15,1-6 0 16,0 0 0-16,0-6-16 0,0-4-225 0,-3-2-99 16,-6-5-160-16,-3-2-208 0,-4 0-160 15,-4 0-316-15,-4 0-604 0,-4 4-1260 16,-12-8-3089-16</inkml:trace>
  <inkml:trace contextRef="#ctx0" brushRef="#br0" timeOffset="31049.044">24694 4861 2296 0,'0'0'2072'0,"0"0"3928"0,0 0-3903 16,0 0-73-16,0 0-400 0,0 0-396 0,100 35-312 15,-72-28-228-15,0-5-316 0,0-2-372 16,0 0-112-16,-5 0-12 0,5-2-452 15,-4-9-464-15,0 3-488 0,-8-3-1112 0,0 2-2625 16,-8 2-1435-16</inkml:trace>
  <inkml:trace contextRef="#ctx0" brushRef="#br0" timeOffset="31198.75">25037 4854 1120 0,'0'0'1880'0,"0"0"804"16,0 0 1664-16,0 0-2619 0,0 0-373 15,-8 77-60-15,8-55-72 0,8 3 144 16,-4 0-152-16,4 4-320 0,-5-4-220 0,2 4-260 15,-1-1-196-15,0-2-220 0,0 0-56 16,3-4-300-16,-3 0-304 0,9-6-276 16,-2 3-328-16,6-3-920 0,-2-4-2741 0,9 7-791 15</inkml:trace>
  <inkml:trace contextRef="#ctx0" brushRef="#br0" timeOffset="31727.195">25997 4801 4744 0,'0'0'7841'0,"0"0"-5881"0,0 0-588 16,0 0-180-16,0 0 268 0,48 72-380 15,-36-47-236-15,-4-2-296 0,0 5-244 0,0-2-172 16,-4 0-132-16,4-4-12 0,-5-3-124 16,1-4-68-16,-4-2-320 0,5-4-136 0,-5-2-164 15,0-1-184-15,-5-6-672 0,1 0-2356 16,-7 0-3853-16</inkml:trace>
  <inkml:trace contextRef="#ctx0" brushRef="#br0" timeOffset="31882.38">25961 4638 5288 0,'0'0'6473'0,"0"0"-5205"16,0 0-404-16,0 0 48 0,0 0 32 0,0 0-348 16,84-63-596-16,-56 47-84 0,-1-1-548 15,1 3-768-15,-8 3-1336 0,12-1-3949 16</inkml:trace>
  <inkml:trace contextRef="#ctx0" brushRef="#br0" timeOffset="32145.061">26435 4578 5404 0,'0'0'220'16,"0"0"3516"-16,0 0-1695 0,0 0-21 0,-55 79-16 16,43-57-112-16,4-3-436 0,0-3-584 15,4 4-356-15,4-7-224 16,0 1-96-16,0 3-52 0,12-1 4 0,-1-3-40 0,6 3-96 15,2-4-12-15,1-2-4 0,4 2-56 0,-3-5-12 16,-2 2-12-16,1 2-28 0,-8-3 16 16,4-2-52-16,-8 5 40 15,-4 1-4-15,-4-2-60 0,0 6-48 0,0-2-36 0,-8 0 48 16,-4-1-88-16,0 0-108 16,4-4-76-16,-4 1-216 15,0-7-448-15,1 0-988 0,2-3-1024 0,-3 0-2705 0</inkml:trace>
  <inkml:trace contextRef="#ctx0" brushRef="#br0" timeOffset="32743.171">27304 4689 1228 0,'0'0'9584'16,"0"0"-7659"0,0 0-485-16,0 0 376 0,0 0-268 0,0 0-260 15,0 0-308-15,68 95-404 0,-60-63-236 0,-4 3-108 0,-1 0-84 16,-3 0-136-16,4-7-12 0,-4-2-60 0,5-7-72 15,-5-6-16-15,8-4-44 0,-4-2-236 16,3-4-76-16,-3-3 52 16,9 0 8-16,-2-6 64 0,6-7-28 0,-2-6 36 0,5-8-40 15,-4 0 88-15,4-2 116 16,-4 1 108-16,0 2 84 0,-4 1 16 0,0 6 116 16,-4 3 108-16,0 6 172 15,-5 4 28-15,-3 6-4 0,0 0-64 16,5 0 28-16,-5 0 68 0,4 3-20 0,4 7 180 15,-4 5-4-15,3 5-168 0,2 2-152 16,-5 3-31-16,0 1 35 0,0 2-72 16,-4-3-76-16,0 1-144 0,0-4-76 0,0-3-204 15,-4-9-449-15,4-1-87 0,-4-6 24 16,4-3-92-16,0 0-684 16,4 0-2220-16,4-6-1849 0</inkml:trace>
  <inkml:trace contextRef="#ctx0" brushRef="#br0" timeOffset="33034.432">27826 4820 3724 0,'0'0'1280'15,"0"0"4368"-15,0 0-4039 0,0 0-269 0,20 69 432 0,-16-49 172 16,-1-1-524-16,2-4-744 16,-1-2-516-16,4-3-160 15,0-4-8-15,4-3-40 0,0-3-88 0,3 0-404 16,1-7-224-16,1-5-44 0,-2-4-368 0,2 0-372 15,-2 1-220-15,-3-2 152 0,-4 2 531 16,-4 2 425-16,0 0 660 0,-4 4 0 16,-4-1 696-16,-3 4 517 0,-6-4 99 0,-2-3-12 15,-2 4-100-15,2-1-472 0,-6 1 4 16,5 2-120-16,5 5-4 16,-1 2-240-16,3 0-292 0,5 0-76 0,-3 6-272 15,7-3-212-15,-4 3-312 16,4 4-612-16,0 0-1104 0,0 2-2593 0</inkml:trace>
  <inkml:trace contextRef="#ctx0" brushRef="#br0" timeOffset="33650.406">28368 4340 5004 0,'0'0'468'0,"0"0"5085"16,0 0-3985-16,0 0-496 15,0 0-8-15,0 0 384 0,0 0-48 0,0 0-340 0,0 0-432 16,0 0-196-16,7 76-80 15,-7-32 16-15,0 10-28 0,4 7-36 0,-4 2-60 16,0 1-48-16,0 2-112 0,0-5-84 16,0-6 0-16,9-11-84 0,-1-11 0 15,3-6 8-15,6-5 76 0,-6-9-12 0,6-4 0 16,-2-3-48-16,1-6 0 0,5 0-280 16,-6-9-172-16,5-4 156 15,-4-6-184-15,0-3-380 0,-4-4-668 16,-8-2-1256-16,0 10-2661 0,-4-8-1603 0</inkml:trace>
  <inkml:trace contextRef="#ctx0" brushRef="#br0" timeOffset="33832.26">28272 4673 4316 0,'0'0'664'0,"0"0"4516"16,0 0-3375-16,0 0-133 0,0 0-264 0,0 0-8 0,0 0-308 16,0 0-176-1,0 0-264-15,0 0-440 0,0 0 216 16,36 4-36-16,-8 5-76 0,4-3-180 0,3-6-136 15,-3 4-12-15,4-4-88 0,1 0-20 16,2-4-224-16,1-2-416 16,-5 4-312-16,6-3-728 0,-13-1-2852 0,11 3-4269 0</inkml:trace>
  <inkml:trace contextRef="#ctx0" brushRef="#br0" timeOffset="34257.863">29395 4442 1408 0,'0'0'11309'0,"0"0"-8949"0,0 0-1036 15,0 0-328-15,0 0 120 0,-95 12-36 16,72 4-308-16,-2 3-260 0,1 3-148 16,0 3-84-16,9 0-72 0,-2 2-75 0,10-5-61 15,3-3-72-15,4 0 0 0,0-3-84 16,0-1-101-16,11 2 53 0,-2-2-28 16,7 2-8-16,0-3 60 15,-1 3-16-15,6-4 16 0,-2 3-52 16,1-3 40-16,0 2 32 0,-4-2-8 0,0 0 60 0,0 2 36 15,-4-2 132-15,-8 1 40 16,4 0 12-16,-8-1-28 0,0 4-20 0,0-2-28 16,0 1-56-16,-8 0-52 0,4-3-96 15,-4 0-88-15,0-4-108 0,-4 1-208 16,8-7-76-16,-4 0-208 16,4-3-476-16,0 0-840 0,0-6-2348 0,4-13-2577 15</inkml:trace>
  <inkml:trace contextRef="#ctx0" brushRef="#br0" timeOffset="34415.471">29638 4626 1044 0,'0'0'1916'0,"0"0"6385"16,0 0-6773-16,0 0-332 16,0 0 812-16,37 83 172 0,-37-64-432 0,0 0-640 15,0 0-596-15,0-4-312 0,-5 1-200 16,5-6-196-16,-4-4-448 0,4 1-396 15,-3-1-224-15,3-3-1096 0,0-3-3645 0</inkml:trace>
  <inkml:trace contextRef="#ctx0" brushRef="#br0" timeOffset="34578.424">29655 4403 4788 0,'0'0'6737'0,"0"0"-5685"0,0 0-440 15,0 0 660-15,0 0-24 0,0 0-884 0,0 0-364 16,84-54-340-16,-65 47-656 0,1 7-844 0,-8-2-1313 16,12 4-2567-16</inkml:trace>
  <inkml:trace contextRef="#ctx0" brushRef="#br0" timeOffset="34987.202">29898 4591 4636 0,'0'0'184'0,"0"0"3760"0,-8 79-2184 0,3-53 93 16,5 6 19-16,-3-4 120 0,-1-3-336 15,4-5-360-15,0-5-488 0,0-2-452 16,0-7-236-16,4 1-116 0,4-4-4 16,4-3-96-16,-1 0-212 0,10-7-180 15,3-2 8-15,0-7-148 0,-1 0-200 0,1-3-80 16,0 0 16-16,-3 0 24 0,-2 7 200 16,-3-2 196-16,-4 5 272 15,-1 6 200-15,-6-1 112 0,-1 4 436 0,0 0 488 16,-4 7 32-16,0-1-172 15,0 0-200-15,0 5-128 0,0-5 12 0,0 0-140 0,0 1-160 16,0-7-196-16,0 2-84 16,0-2-64-16,0 0-20 0,0 0-76 0,0 0-156 15,0 0 20-15,4 0-12 0,0-2-148 16,7-5 196-16,2 1-60 16,-2-4-40-16,2 7-16 0,-1-1 164 15,-1 1 64-15,2 3 148 0,-2 0 76 0,2 7 308 16,-6 0 236-16,-3-1-48 0,4 7 92 15,-4-4-172-15,0 3-212 0,1 1-32 0,-5 0 20 16,0-4-36-16,3 4-152 0,-3-3-80 16,0-1-132-16,0-2-384 0,0-1-428 15,-3 0-192-15,3 1-624 0,-5-4-2536 0,5-3-4441 16</inkml:trace>
  <inkml:trace contextRef="#ctx0" brushRef="#br0" timeOffset="35228.079">30583 4664 1368 0,'0'0'5280'0,"0"0"2089"0,0 76-5213 16,0-38-460-16,0 10 52 16,-4 5-220-16,0 8-351 0,0 6-329 15,-4-1-208-15,0 8-144 0,-4-5-208 0,0 1-188 16,-4-3-100-16,4-4-168 0,0-6 0 15,5-6-84-15,3-9-160 16,4-8-60-16,0-5 148 0,0-10-52 0,4-6-48 16,3-10-125-16,-3-3-315 15,9-3-212-15,-6-13-276 0,9-6-364 16,-4-10-908-16,0 2-2505 0,8-20-3455 16</inkml:trace>
  <inkml:trace contextRef="#ctx0" brushRef="#br0" timeOffset="35450.252">30714 4638 4680 0,'0'0'820'16,"0"0"4328"-16,0 0-3799 0,0 0-437 15,0 0 132-15,0 0 108 0,0 0-84 16,0 0-80-16,0 0-380 0,0 0-100 16,73 71-100-16,-70-52-152 0,5 0-168 15,-8 0-28-15,0 3-4 0,-4-7-56 16,-3 8-188-16,-10-4-168 0,6-3-100 0,-6 0-164 15,10-4-212-15,-1-9-312 0,4 1-436 16,4-4-720-16,0-4-1729 0,4-15-1443 16</inkml:trace>
  <inkml:trace contextRef="#ctx0" brushRef="#br0" timeOffset="35890.362">31245 4086 5548 0,'0'0'4212'0,"0"0"-2303"0,0 0-65 0,4 76 28 16,-4-42-240-16,-4 12-416 15,-5 1-268-15,-2 4-224 0,3 3-152 0,-8 3-144 0,0 1-184 16,0-1-244-16,-5-4-40 16,2-2-144-16,3-10-196 0,8-5-132 15,4-8 24-15,4-6-40 0,4-9-4 16,8 0 52-16,4-7-164 0,4 0-316 0,0-3-236 15,4 1 184-15,-4-1 388 0,-1 0 308 16,2 3 204-16,-1 4 112 0,-5-1 156 0,2 4 528 16,-2-1 180-16,-2 1-284 0,-2 0-356 15,1-3-224-15,0-4-172 0,4 1-256 16,-4-7-192-16,0 0-356 0,-1 0-856 0,2-4-945 16,-5-3-263-1,-1-1 672-15,-3 1 2264 0,-4 0 104 0,0 4 1196 16,-4 1 616-16,-7-2 292 0,3 2-860 15,-4-3-652-15,0 3 2773 0,-1-2-1921 16,2 4-404-16,-1 0-348 0,0 0-68 0,-4 4 304 16,4 5-168-16,0-3-292 0,1 4-284 15,2-3-184-15,1-1-72 0,4 0-212 16,0 1-404-16,4-1-100 16,0 0-344-16,0 1-48 0,4-1-488 15,4-3-1068-15,5 3-3105 0</inkml:trace>
  <inkml:trace contextRef="#ctx0" brushRef="#br0" timeOffset="36015.541">31579 5029 1540 0,'0'0'14069'16,"0"0"-12441"-16,0 0-1628 0,0 0-512 0,0 0-40 15,-96-35-380-15,81 29-1428 0,-13-4-5213 16</inkml:trace>
  <inkml:trace contextRef="#ctx0" brushRef="#br0" timeOffset="41007.895">14694 6515 2352 0,'0'0'288'16,"0"0"-288"-16,0 0 1472 0,0 0 1212 0,0 0-1492 0,0 0-296 15,0 0-288-15,0 0 116 16,0 0 105-16,0 0-253 0,0 0-112 0,0 0 60 16,0 0-268-16,0 0 180 15,0 0-44-15,0 0 4 0,0 0-320 16,-40-54 392-16,32 54-152 0,3-2-116 15,-6 2 4-15,7 0-68 0,-8 0 100 0,0 0-232 16,0 5 268-16,0 1-136 0,-4 4-32 16,0 2-88-16,4 5 56 0,1 2-20 0,-2 0-4 15,5 3-36-15,5 3-12 16,-1-6-76-16,4-3 68 0,0-3-120 16,4-1 116-16,-1-5 0 0,1-4 12 15,4 3 0-15,5-6-224 0,-6 0 96 16,5 0-132-16,0 0-96 0,0-6-60 15,4-4 88-15,0-5 100 0,4-2-164 0,-1-1-168 16,2-5-168-16,-5 5 100 0,0-4 308 16,0 3 256-16,-4 2 64 0,-5 4 0 0,2 5 128 15,-5 1 128-15,0 3-24 0,-4 4 100 16,0 0 36-16,0 0 92 16,0 0 64-16,0 7 32 0,0 5-24 15,0 1-180-15,0 6-12 0,0 4 100 16,0-1 76-16,0 0-68 0,-4 0-60 0,0 0 56 15,-1 4-12-15,5-1 12 0,-4-2-136 16,0 2-60-16,1 0-28 0,3 1-48 16,-4-1-112-16,4 0-48 0,0 4 84 15,0-1-96-15,0 2-40 0,-4 1 32 0,4-2 8 16,0 2-48-16,0 1 36 0,-4 3-48 16,4-4 60-16,0 1-12 15,0 0-52-15,0-3 16 0,0-1 36 0,0-2 4 16,0-4 8-16,0-3-12 15,0-1 12-15,0-1 0 0,0-4 0 16,0-1-4-16,0-2 4 0,0-1-8 16,0-2-4-16,0-4 0 0,0 0-40 0,0-3 44 0,0 3-4 0,0-3-48 15,0 0 48-15,0 0-76 0,0 0-44 16,0 0-228 0,0 0-232-16,0 0-272 0,8-6-72 15,-4-7-488-15,-1 7-1168 0,5-22-4009 0</inkml:trace>
  <inkml:trace contextRef="#ctx0" brushRef="#br0" timeOffset="42429.457">15275 6645 104 0,'0'0'2112'0,"0"0"-792"15,0 0-564-15,0 0 3752 0,0 0-2648 0,0 0-327 16,0 0-433-16,0 0-148 0,0 0-44 15,0 0-40-15,0 3-236 0,0-3-196 0,0 0-152 16,8 4-72-16,8-2 184 0,0 3 196 16,8-3 12-16,0 1-284 15,4 3-112-15,4-6 12 0,0 3-12 0,0-3-52 0,-1 0-44 16,1 0-104-16,-4 0-4 16,-4-3 4-16,3-3-8 0,-6 3-48 0,-1-4-40 15,-1 1-44-15,-6 3-164 16,-2-3-216-16,-3 2-128 0,-3 1-100 0,-1 0-204 15,-4 3-348-15,0-3-552 0,-4 3-1205 16,-12-4-3007-16</inkml:trace>
  <inkml:trace contextRef="#ctx0" brushRef="#br0" timeOffset="42656.843">15327 6817 3676 0,'0'0'120'0,"0"0"388"0,0 0 4948 15,0 0-3407-15,0 0-653 0,0 0-364 16,0 0-84-16,0 0-32 16,0 0 348-16,0 0-484 0,0 0-224 0,76 35-128 15,-48-33-68-15,-4-2-152 0,0 0-28 0,-5 0-172 0,5 0-8 16,-3-2-96-16,-6-2-88 16,1 1-296-16,-4 0-380 0,0-1-256 0,-4 4-540 15,-4 0-956-15,-4 0-2189 16,0 0-1367-16,0 4 4512 0</inkml:trace>
  <inkml:trace contextRef="#ctx0" brushRef="#br0" timeOffset="42845.585">15303 7038 1172 0,'0'0'1984'0,"0"0"4448"16,0 0-4471-1,0 0-781-15,0 0-300 0,0 0-44 0,0 0-24 0,0 0 296 16,0 0-160-16,0 0-232 0,64 29-136 15,-36-25-136-15,0-4-112 0,-4 0-160 0,3 0-64 16,-7-7-100-16,4 2-8 0,1-5-48 0,-10-4-308 16,5 3-284-16,0-6-172 0,-4 1-332 15,-1-6-632-15,-2 6-1256 0,-1-9-3009 16</inkml:trace>
  <inkml:trace contextRef="#ctx0" brushRef="#br0" timeOffset="43198.634">15335 6317 3664 0,'0'0'680'0,"0"0"4580"0,0 0-3491 16,0 0-65-16,4 77-496 0,0-52-232 0,4 4-20 16,-4 0-32-16,4 3-228 0,0 0-216 15,3 5-132-15,-2 2-40 16,3-2-76-16,0 1-48 0,-4 4 12 0,0-1-60 0,-1 1-92 16,-3 0-44-1,1-5-48-15,-1 3-40 0,0-1 28 16,-4-1-52-16,4 1-96 0,-4-5-124 0,0-3-24 15,0-1-52-15,0-8 64 0,4-3-28 16,-1-7-28-16,-3 1-124 0,4-7-332 0,0 1-392 16,1-4-920-16,-1 0-2321 0,-4-3-1711 0</inkml:trace>
  <inkml:trace contextRef="#ctx0" brushRef="#br0" timeOffset="44257.81">16395 6296 508 0,'0'0'1108'0,"0"0"-104"15,0 0 3312-15,0 0-2096 0,0 0-307 0,0 0-717 16,0 0-316-16,0 0 140 0,0 0-260 0,0 0-144 16,0 79-76-16,0-57-24 15,0 7-192-15,0-1-12 0,3 4-4 16,2 4-60-16,-1-2 0 0,0 7-88 15,0 4-36-15,4 2-60 0,0 0-60 0,-4 5-4 0,4-5-60 16,-4 2 0-16,0-5-16 0,-1-6-72 16,1 0 40-1,1-10-80-15,-1-1-96 0,0-9-176 0,0-3-200 0,0-1-424 16,-1-9-400-16,5 1-612 16,-3-1-833-16,-1-3-2019 0,4-2 2800 15</inkml:trace>
  <inkml:trace contextRef="#ctx0" brushRef="#br0" timeOffset="44902.224">17017 6610 4288 0,'0'0'648'15,"0"0"4896"-15,0 0-4255 0,0 0-621 0,0 0 288 0,0 0 248 16,0 0-168-16,0 0-392 0,0 0-72 16,0 0 276-16,0 0-292 15,51 22-136-15,-43 5-200 0,0 3-84 0,-4 5-28 16,-4 4-56-16,0-5-52 0,0 1-4 15,0-3-4-15,-4-7-92 16,4-3 16-16,-3-5-28 0,3-9 0 0,0-1-72 0,0-7-76 16,0 0-36-16,3 0-48 0,5 0 80 15,4-9 44-15,0-3-32 0,0-7 164 16,4-4-8-16,-4 2-80 16,4-6 76-16,0 5 52 0,0 3-4 15,0 3 40-15,-4 4-60 0,0 5 68 0,-8 1 0 16,3 3-8-16,-7-1-68 0,4 4 80 15,-4 0 248-15,0 4 312 0,0 2-176 16,0 7-84-16,-4-1-104 0,0-2-84 0,4-1-52 16,-3-2 64-16,3-1-124 0,0-6-108 15,0 0-28-15,0 0-76 0,7 0 124 0,2-6 16 16,6-4-16-16,-3 1-124 0,4-4 52 16,5 4 72-1,-6-1 12-15,1 4-24 0,-4 2 100 0,4 4 52 16,0 0 344-16,-5 4 140 0,6 5-116 15,-6 1-24-15,-2 6-80 0,-1-4-56 0,0 7 12 16,-5-3-4-16,6 3 48 0,-5-3 188 16,0 4 104-16,0-1-208 0,0-5-168 15,-1 3-135-15,1-4-97 0,-4-1-48 16,4 1-13-16,-4-3-51 16,5-4-104-16,-1 0-284 0,0 0-292 15,0-2-92-15,-1-4-172 0,5 0-744 0,9-7-764 16,-6-2-1917-16,9-10-1059 0</inkml:trace>
  <inkml:trace contextRef="#ctx0" brushRef="#br0" timeOffset="45206.049">17777 6842 1384 0,'0'0'7892'0,"0"0"-5991"16,0 0-693-16,0 0 220 0,0 0 328 0,0 0-40 16,0 0-476-16,0 0-480 15,0 0-328-15,0 0-200 0,0 0-196 16,21 54-36-16,-10-64-160 0,6 1 28 0,-2-4-80 15,1-3-144-15,4 0-84 0,0-3 20 16,-4 0 24-16,0 3 48 0,-4 4 88 16,0-1 100-16,-8 3 48 0,0 1 112 0,-1 6 124 15,-3-4 172-15,0 5 104 16,-3-5-80-16,-5 3 36 0,0 2-60 0,-4-2-24 16,4 4-16-16,-4 0 4 15,0 4-96-15,4 2-164 0,-4 7-100 16,4 0-32-16,-4 2-40 0,8 1 0 15,-3 3 12-15,2-3-12 0,5-4-212 0,0 1-356 16,0-3-304-16,5-7-656 0,6-3-832 16,-3 0-1745-16,16-10-991 0</inkml:trace>
  <inkml:trace contextRef="#ctx0" brushRef="#br0" timeOffset="45606.929">18172 6703 9368 0,'0'0'2989'0,"0"0"-1749"15,0 0-568-15,-44 72 804 0,32-47 288 16,0-6 24-16,5-3-684 16,-2-3-484-16,9-7-340 0,0-1-208 0,0-5-72 15,0 0 0-15,9 0-60 16,-2 0 48-16,9-5-144 0,-4-1-76 0,8-7-12 0,0-3-48 16,0-6-124-16,3 0-148 15,-2-3-136-15,3-3-140 0,0-5-92 16,-5 3-472-16,1-3-368 0,1-2 20 15,-2-3 235-15,-3 0-35 0,-4-4-292 0,0 4 464 16,-4-3 928-16,-4 6 452 0,0 0 416 16,-4 3 844-16,0 4 404 0,0 6-240 15,-4 2-123-15,4 5-117 0,-4 8 216 16,4 4-120-16,0 3-160 0,-4 0-220 0,4 3-168 16,-4 7-192-16,0 6-96 15,0 3 0-15,-4 6-52 0,4 3 60 16,-4 5 172-16,5-1-4 0,-2 5-280 0,1 2-135 15,0 2-57-15,-4 3-96 0,1 1-52 16,2-4-84-16,-3 1-28 0,0-8-129 0,8 4-123 16,0-9-124-16,0 3-136 0,0-7-108 15,0-3-44-15,8-2-296 0,0-8-752 0,1-3-960 16,10-2-2757-16</inkml:trace>
  <inkml:trace contextRef="#ctx0" brushRef="#br0" timeOffset="45902.117">18913 6763 13033 0,'0'0'2660'0,"0"0"-1732"0,0 0-268 16,0 0 716-16,0 0-100 0,-8 89-168 0,4-55-376 15,0 8-247-15,4 5-109 16,0 7-60-16,0 6-40 0,0 4-80 0,0 7-64 16,0 1-36-16,-4-2-96 0,4 0-140 0,0-10-68 15,4-6-20-15,0-7-4 0,0-12-44 16,0-13-52-16,4-5-48 16,-4-10-173-16,-1-5-191 0,6-2-228 15,-5-9-324-15,4-8-556 0,-1-5-844 16,-2 0-2077-16,3-19-1635 0</inkml:trace>
  <inkml:trace contextRef="#ctx0" brushRef="#br0" timeOffset="46124.145">19089 6842 10244 0,'0'0'2597'0,"0"0"-1313"15,0 0-612-15,0 0-80 0,0 0-52 16,0 0 164-16,0 0 8 0,87 12-376 15,-75-5-164-15,-4 2-48 0,0 1-12 0,-8 2-112 16,4 2-28-16,-4 4-104 0,-4-1-32 16,-8 1-108-16,-4 1-200 0,0 0-240 0,0-3 8 15,-8 0 8-15,4-7-24 16,-8 2-196-16,-4-6-592 0,4 0-1049 0,-15-5-3043 16</inkml:trace>
  <inkml:trace contextRef="#ctx0" brushRef="#br0" timeOffset="46611.079">17100 6311 5980 0,'0'0'2116'0,"0"0"8"0,0 0-167 16,0 0-501-16,0 0-148 16,0 0-76-16,-32 67-392 0,28-41-156 15,-3 2 44-15,-1 4-124 0,3 7-164 16,-3 1-108-16,1 8-88 0,3 3-12 0,-4 3-96 15,-1 0-40-15,5 6-8 0,1-3-84 16,3 0-4-16,0-3-4 0,0 0-144 0,3-6-208 16,10 0-32-16,2-7-140 0,6-6-148 15,-2-10-192-15,9-2-452 0,4-8-684 0,-4-8-948 16,16-7-2993 0</inkml:trace>
  <inkml:trace contextRef="#ctx0" brushRef="#br0" timeOffset="46908.471">19491 6515 6976 0,'0'0'5997'16,"0"0"-4233"-16,56 76-628 0,-41-41-172 0,6 3 192 16,-1 7 4-16,-9-1-192 0,5 0-360 0,-7 1-252 15,-6-1-212-15,-3 1-96 0,0-1-48 16,-7 5-4-16,-6-6-176 16,-2 1-152-16,-9 1-92 0,-1-1-212 0,1-2-88 0,-4-4-216 15,-4-1-352 1,1-1-996-16,3-11-2289 0,-12 7-3311 0</inkml:trace>
  <inkml:trace contextRef="#ctx0" brushRef="#br0" timeOffset="48173.346">21854 5521 796 0,'0'0'1448'0,"0"0"-104"0,0 0-264 16,0 0 1576-16,0 0-1048 0,75-57-532 0,-67 50-264 15,1 1-131-15,-2 0-37 16,-3 3-172-16,0-1-280 0,0 4-116 0,-4 0-76 0,4 0-4 16,-4 0-8-16,4 4 12 0,-4 5 116 15,4 10 584-15,-4 7-332 0,0 6-252 16,0 8-64-16,-4 5-4 0,-4 3 144 16,0 2 8-16,-8 5 4 15,4-1-40-15,1-1-40 0,-2-4-8 0,5-5 84 16,1-6 28-16,-1-10-40 0,3-3-116 15,5-5-56-15,-4-5-12 0,4-9-4 16,0 1-12-16,0-3-128 0,0-4-160 16,0 0-192-16,4 0-40 0,1 0 40 0,-1 0 136 15,0 0 176-15,3 0 128 0,-3 0-48 16,4 0 100-16,1 2 60 0,2 9 168 0,-3 1 320 16,1 4 60-1,2 3-144-15,-3 6-112 0,4 0-48 16,0 8 48-16,-1-5 288 0,2 3-96 15,-1 1-280-15,0 0 92 0,-8 0 16 0,4 3 24 16,-4-4-16-16,-4 7 0 0,0-2 120 16,0-2 28-16,0 2-56 0,0-1-92 15,0-3-100-15,-4-5-39 0,0-2-69 0,0-2-64 16,0-4-96-16,-1-6-12 0,1-4 0 0,1-2-96 16,-1-4-172-1,0-3-133-15,0 0-123 0,-5 0-48 16,2-10-284-16,-5 1 56 0,0-7-248 0,0-6-664 15,4 5-1212-15,1-14-2937 0</inkml:trace>
  <inkml:trace contextRef="#ctx0" brushRef="#br0" timeOffset="49326.353">22412 6117 5032 0,'0'0'2812'0,"0"0"-120"0,0 0-1111 16,0 0-161-16,0 0-12 15,0 0-72-15,0 0-240 0,0 0-180 16,0 0-104-16,0 0-124 0,0 0-88 0,28 14 20 16,-5-2 124-16,13 4-259 0,4 0-181 15,3 0-112-15,2 0-32 0,-2-1-40 0,2-2-12 16,-6 0-40-16,1 0-68 0,-1-4-4 16,-2 1-8-16,-1-4-48 0,-1-3 56 15,-3 0-56 1,-4-3-36-16,-4 0-124 0,-1 0-192 0,-6-3-181 15,-2 0-163-15,-2 1-48 0,-9-2-16 16,-1 1-252-16,-3-1-392 0,0 4-812 0,-7-3-1573 16,-1 3-71-16,-12 0-1004 0</inkml:trace>
  <inkml:trace contextRef="#ctx0" brushRef="#br0" timeOffset="49524.106">22595 6324 6048 0,'0'0'2612'0,"0"0"-764"0,0 0-339 0,0 0 11 0,0 0-152 16,0 0-324-16,0 67-124 16,19-51-4-16,5 3-148 0,8-3-32 0,4 1 12 0,-4-9-172 15,3 2-224-15,2-3-144 16,-1-5-116-16,-4-2-92 0,-4 0-96 16,0-2-220-16,0-9-160 0,-5-1-260 15,1-1-184-15,-4-6-364 0,-1 3-1224 16,-6 0-2617-16,-5-6-2663 0</inkml:trace>
  <inkml:trace contextRef="#ctx0" brushRef="#br0" timeOffset="49801.716">22937 6086 9804 0,'0'0'2153'0,"0"0"-1333"0,0 0 124 16,0 0 472-16,0 0-68 0,0 0-16 0,88 80-308 15,-65-58-400-15,-2 3-220 0,3 1-120 16,0-1-128-16,-1 3-32 0,-3 2 96 0,1-2-148 16,-6 0-24-16,-2 4-40 0,-6 0 0 15,-3-1-4-15,-4 1-4 0,0-1-56 16,0 5-40-16,-8-4-40 16,-4-1-60-16,-4-2-180 0,0-1-116 15,1 2 28-15,-6-5-44 0,1-3-96 0,1-3-216 16,-5 0-332-16,-1-3-500 0,1-7-928 15,5 1-2389-15,-9-7-963 0</inkml:trace>
  <inkml:trace contextRef="#ctx0" brushRef="#br0" timeOffset="51239.474">24674 6645 468 0,'0'0'3912'0,"0"0"-3140"16,0 0 1528-16,0 0-716 0,0 0-368 0,0 0-415 0,0 0-93 15,0 0-56-15,0 0-64 16,48-73-12-16,-48 64-56 0,4-1-64 0,-4-2 12 16,0 5 72-16,0-3 116 0,0 3-92 0,0 1-128 15,-4-2-128-15,-4 1-96 16,4 0 72-16,-4 4-12 0,0-3-24 0,-4-1-40 16,0 7-144-16,-3-3 20 15,-5 3-84-15,-1 0-84 16,2 0 68-16,-5 7-80 0,0 5 88 0,0 4 8 0,-4 3 68 15,5 4 56-15,-2 2 36 16,-3 3-24-16,4 7 12 0,0 0-4 16,1 4-44-16,-1 5-28 0,4 0 16 0,8 1 8 15,0-1 52-15,8 4 24 0,0-4 24 0,4-3 36 16,4 1 264 0,8-4-44-16,0-6-160 0,4 0 1 0,0-7-77 15,4 0 40-15,3-6 96 0,-3-2 104 16,4-8-152-16,-3 0-100 0,2-2-20 15,1-4-88-15,-4-3-84 0,4 0-12 0,0 0-40 16,-4-6-44-16,0-4-52 0,-1 1-104 16,-2-8-160-16,-2 6-72 0,-2-9-108 0,-2 4-113 15,-3-6-159-15,1 3-468 16,-5 0-928-16,-4-3-1772 0,0 5-1629 16</inkml:trace>
  <inkml:trace contextRef="#ctx0" brushRef="#br0" timeOffset="51423.802">24507 6950 7988 0,'0'0'2656'0,"0"0"-1087"16,0 0 115-16,0 0 124 15,0 0-232-15,0 0-92 0,75 50-244 0,-54-43-300 16,3-1-308-16,-5-2-207 0,1-4-217 16,-4 0-208-16,4-4-80 0,-8-2-164 15,4-4-353-15,-4 1-231 0,0-1-4 16,-4 1-200-16,4-4-528 0,-4 4-880 15,0 3-788-15,0 1-1213 0,-4 0 277 0</inkml:trace>
  <inkml:trace contextRef="#ctx0" brushRef="#br0" timeOffset="51573.185">24786 6963 300 0,'0'0'4976'0,"0"0"-2348"0,0 0-452 0,0 0-423 0,-20 82-257 16,20-60-264-16,0 3-248 0,0 0-28 16,0 5 28-1,0-5-68-15,4 3-140 0,0-4-116 0,4 1-72 0,-4-3-172 16,4-4-236-16,0-1-180 15,0-6-36-15,0 0-220 0,3-3-416 16,-3 3-284-16,9-5-92 0,-1 0-604 0,-4-2-1472 16,8-4-4293-16</inkml:trace>
  <inkml:trace contextRef="#ctx0" brushRef="#br0" timeOffset="53123.351">25535 6924 7596 0,'0'0'4345'0,"0"0"-2725"16,0 0-452-16,0 0-148 0,0 0-28 15,0 0-156-15,0 0-340 0,0 0-252 0,0 0-72 16,0 0 76-16,67-70-40 0,-46 54-60 16,3-3 76-16,0 4 8 0,-1-1 72 15,5 0 40-15,0 7 60 0,0-1-148 0,0 4-160 16,-4 0-48-16,-1 6-36 0,1 0 36 16,-3 2-44-1,-6 8 4-15,1 0-4 0,0 2 8 0,0 1 0 16,-4 3-4-16,4-1 0 15,0 1-4-15,0-3-4 0,0-2 0 0,0-3-4 16,-1 2 0-16,2-7-8 0,-2 1-40 16,5-2-20-16,-3-2-172 0,2 0-220 0,1-2-136 0,-4-9-24 15,-4 5-116-15,4-2-336 16,-7 1-592-16,-2-3-648 0,1 3-1921 16,-8 1-1455-16</inkml:trace>
  <inkml:trace contextRef="#ctx0" brushRef="#br0" timeOffset="53349.06">25750 7122 144 0,'0'0'9744'0,"0"0"-7015"0,0 0-933 16,0 0-584-16,0 0-32 16,0 0-224-16,0 0-228 0,0 0 296 15,0 0-156-15,0 0-344 0,88 21-244 16,-53-23-72-16,1-3-100 0,0 5-60 0,-3-2-44 15,-1 2-4-15,-5 0-48 16,4 0-24-16,1 0-76 0,-4 0-204 0,4 0-284 16,5 0-368-16,-2 0-288 0,1-6-1116 0,-8 6-2985 15,19-13-3911-15</inkml:trace>
  <inkml:trace contextRef="#ctx0" brushRef="#br0" timeOffset="54001.449">26862 6464 2904 0,'0'0'6964'0,"0"0"-3023"0,0 0-2373 16,0 0-312-16,0 0-100 0,99 20-20 16,-59-18-216-16,4 1-344 0,4 0-124 15,3-3-100-15,-3 0-12 0,5 0-59 16,-6 0-73-16,-3 0-88 0,0 0-36 0,-9 0-84 16,-7-3-4-1,0 3 0-15,-7 0 4 0,-10 0-12 0,-3 0-60 16,-4 0 12-16,-4 0-76 0,0 7-105 15,-4 2-15-15,-12 8 144 0,-4 4 4 16,-8 8-136-16,-8 6 48 0,-3 3 112 16,-5 3 72-16,-4 1-48 0,0 5 12 0,-3 1 36 15,3 2 12-15,-1-1 4 16,6-2 44-16,7 1 24 0,4-11 52 16,8 1 68-16,9-8 40 0,2-5 24 0,9-3 0 0,4-6-27 15,0-1-45-15,12 2-28 16,8-5 64-16,8-3 96 0,12 2-28 0,4-6-32 15,4 2-100-15,4-4-60 16,0-3-12-16,-1 0-24 0,-3 0-12 16,-1 0-48-16,2-10 0 0,-10-2-180 0,2-4-84 15,-9 0-124-15,-1-6-244 0,-4 3-169 16,-2-3-75-16,-1-1-76 0,-4 2-312 0,-1-2-1116 16,-2 7-1960-1,-2-13-2341-15</inkml:trace>
  <inkml:trace contextRef="#ctx0" brushRef="#br0" timeOffset="54214.819">27786 6664 5852 0,'0'0'7225'16,"0"0"-5257"-16,0 0-1276 0,0 0-200 0,0 0 232 16,0 0 568-16,-72 70 36 15,44-41-620-15,1-4-364 0,-1 6-136 16,-4-2-28-16,0 3-32 0,-4-1-28 15,0 1-20-15,1 3-92 0,-6-3-8 0,2 3-136 16,-5-3-192-16,8-3-88 0,0-1-84 0,4-3-184 16,8-6-116-16,8-3-512 15,5-3-1124-15,2-7-2013 0,5-2-2023 0</inkml:trace>
  <inkml:trace contextRef="#ctx0" brushRef="#br0" timeOffset="54858.034">27997 7197 4092 0,'0'0'2656'0,"0"0"196"0,0 0-903 0,0 0-397 16,0 0 20-16,0 0-248 0,17 83 64 16,-14-46-460-1,5 9-224-15,-4 1-44 0,4 4-156 0,-8 6-140 16,5 0 4-16,-2-3-76 0,-3 0 12 15,0-3-148-15,0-7-44 16,0-9-112-16,0-10-4 0,0-6-252 0,0-5-72 0,4-5-36 16,-4-3 56-16,4-6-156 15,-4 0-232-15,4 0-240 0,0 0-452 0,-4-8-796 16,4-9-92-16,-4 5-2365 0,0-11-1799 16</inkml:trace>
  <inkml:trace contextRef="#ctx0" brushRef="#br0" timeOffset="55115.987">28069 7185 3800 0,'0'0'4116'15,"0"0"-2148"-15,0 0-455 0,0 0-297 16,0 0-16-16,0 0-212 0,0 0-296 16,0 0-140-16,0 0-44 0,0 0-48 0,84-44 72 15,-77 50-132-15,-2 0-32 0,-1 4-32 16,0-1-32-16,-4 4-92 15,0 2-92-15,-8 2-68 0,-1-2-52 0,2 5-76 16,-10-5-156-16,6 4-176 0,-10-2 28 16,6-3-176-16,-5 3-180 0,0-1-152 15,4-3-256-15,1-4-608 0,-2 1-545 16,9-4-1711-16,1 0-1008 0</inkml:trace>
  <inkml:trace contextRef="#ctx0" brushRef="#br0" timeOffset="55574.115">28575 7128 6232 0,'0'0'3256'0,"0"0"-983"15,0 0-777-15,0 0-224 0,0 0-140 16,0 0-112-16,0 0-224 0,0 0-176 0,-84 54-104 15,69-26-36-15,-6 0-48 0,10 1-104 16,-2 0-156-16,6-10-84 0,3-3-52 0,0-6-36 16,4-8-148-16,0-2-12 0,0 0-168 15,4 0-56-15,4-2-20 16,3-5-88-16,2-3 168 0,2-6-36 0,1 0-12 0,-4-2-24 16,4-2 44-16,-4 8 216 15,-4-1 72-15,0 8 64 16,-4 0 48-16,-4 5 176 0,0 0 124 0,4 0 40 15,-4 5 220-15,0 0-176 0,4 8-124 16,-4 3-84-16,4 3-40 0,0 7-12 0,0 2-12 0,-4 0 12 16,8 4 8-16,-4 3 16 15,4 0-24-15,0 7 100 0,0-2 188 16,-4 5 16-16,0-1-280 0,0 2-88 0,-4-6-36 16,0-2-72-16,0 0-8 0,0-6-100 15,0-4-184 1,0-2-196-16,0 0-108 0,4-7-28 0,0-1 68 15,4-1-44-15,0-2-192 0,0-2-492 16,3-4-672-16,-2 1-764 0,3 0-2385 0</inkml:trace>
  <inkml:trace contextRef="#ctx0" brushRef="#br0" timeOffset="72706.567">14323 8569 3252 0,'0'0'0'16,"0"0"248"-16,0 0 5356 0,0 0-4428 15,0 0 89-15,0 0-329 16,0 0 112-16,0 0 56 0,0-3-96 0,0 3-128 0,0 0-192 15,0 0-120-15,4 0 0 0,-4 0-36 16,0 0-88-16,4 0-128 0,0 0-72 16,-4 0 28-16,8 0 240 0,0 0-160 15,4 0-108-15,0 3-220 0,4 0-24 0,4 0-36 16,4 1 36-16,12-1 0 0,-1 0 0 16,5-3-4-16,4 3 0 0,0 0-44 15,0 0 0-15,-4-3 36 0,-1 0 0 0,1 0-160 16,-4 0-72-16,0 0-12 15,0-6 12-15,-4 3-440 0,0-3 156 16,-5 2-40-16,-6 1-768 0,-2 3-588 0,-6-3-856 16,-6 3-2561-16,-3 0-1039 0,-4 3 5717 15</inkml:trace>
  <inkml:trace contextRef="#ctx0" brushRef="#br0" timeOffset="75308.656">7518 9794 4040 0,'0'0'1876'0,"0"0"1796"15,0 0-2948-15,0 0-196 0,0 0 233 16,0 0 623-16,0 0 40 0,0 0-112 15,0 0-356-15,0 0-284 0,0 0-228 16,-4-12-144-16,4 12-140 0,0 3-76 0,0 0-20 16,8 10-52-16,4 3 456 0,0 10 12 0,-1 7-136 15,6 16-164-15,-10 5-56 16,-3 10-124-16,-4 5-96 0,0 4-4 0,0 0-20 16,-4 3-52-16,-3-9-64 15,3-3-96-15,0-11-12 0,0-8 72 16,-1-7 16-16,1-13-44 0,4-2-120 15,0-10-192-15,0-4-292 0,0-4-316 0,0-5-652 16,4 0-349-16,1-2-83 0,3-14-2936 0</inkml:trace>
  <inkml:trace contextRef="#ctx0" brushRef="#br0" timeOffset="75722.815">8068 9804 6796 0,'0'0'3124'0,"0"0"-1767"0,0 0-1217 16,0 0 80-16,0 0 484 0,0 0 816 15,11 67-244-15,-18-35-360 0,-5 2-372 0,-1 8-244 16,2 3-240-16,-6 2-60 0,6-3-112 16,-1-6 112-1,0-3 76-15,8-10 60 0,0-9-48 0,0-2-88 16,4-6-44-16,0-1-80 15,8-1 124-15,5 4 24 0,6-3 64 0,1 2-40 0,4 1 0 16,-1-4-48-16,9 0 0 16,-4 0-80-16,0 1 80 0,0-1 0 0,-4 4 12 15,-3 2 100-15,-2-2 60 0,-3 6-8 0,-4-1 84 16,-1 4-112-16,-2 0 24 0,-1 0-48 16,-4 1-28-1,-4-4 16-15,0 3 12 0,0-3 8 16,0 3 80-16,-8-3-16 0,-5 3 0 0,2-3 36 15,-5-4-72-15,-4 2-136 0,0-6-12 16,1-2-72-16,-6-2-176 0,5-4-316 0,-4 0-228 16,-3-7-124-16,3-11-376 0,0-8-912 15,-4-6-2553-15,12 7-3131 0,-8-20 7564 16</inkml:trace>
  <inkml:trace contextRef="#ctx0" brushRef="#br0" timeOffset="75907.393">8180 10083 5472 0,'0'0'7081'16,"0"0"-6249"-16,0 0-720 0,0 0 564 0,0 0 676 15,0 0 16-15,83-28-364 0,-63 28-200 16,8-4-240-16,4 4-172 0,0 0-208 0,-1 0-140 16,5 0-44-16,-4 4-144 15,4-2-88-15,-5-2-248 0,10 5-320 16,-5-5-368-16,-1 0-752 0,-7 0-1964 0,8 2-2593 15</inkml:trace>
  <inkml:trace contextRef="#ctx0" brushRef="#br0" timeOffset="76447.784">9247 10276 10676 0,'0'0'2493'16,"0"0"-1413"-16,0 0-688 0,0 0 212 0,91 14 328 16,-66-11-180-16,-1 4-116 15,-5-4-228-15,1 0-212 0,1-3-192 16,-2 0-4-16,-3 0-12 15,0 0-136-15,0-3-420 0,-4-4-268 0,0 1-460 16,-4 3-1128-16,-4-1-2753 0,-4 2-1875 16,-4 4 7044-16</inkml:trace>
  <inkml:trace contextRef="#ctx0" brushRef="#br0" timeOffset="76639.819">9299 10506 3664 0,'0'0'9189'0,"0"0"-8029"15,0 0-908-15,0 0 104 0,0 0 764 0,0 0 460 0,0 0-380 16,0 0-304-16,88 28-380 16,-60-21-112-16,0-4-88 15,4 0-96-15,-1-3-124 0,1 0-96 0,4 0-56 16,-4-6-56-16,3-1-324 0,1-2-288 16,5-1-308-16,-2 1-452 0,1-1-1220 15,-8 4-2261-15,12-1-4490 0</inkml:trace>
  <inkml:trace contextRef="#ctx0" brushRef="#br0" timeOffset="77956.896">11419 10341 12821 0,'0'0'3192'0,"0"0"-2112"15,0 0-920-15,0 0 0 0,0 0 336 16,0 0 320-16,0 0-152 0,0 0-456 0,0 0-208 15,0 0-208-15,4 0-88 0,-1 0-132 16,1 0-300-16,4 0-280 0,5 0-800 16,-2 0-2228-16,2 3-3525 0,-6-3 6309 0,-70-3-1020 15</inkml:trace>
  <inkml:trace contextRef="#ctx0" brushRef="#br0" timeOffset="78623.394">12203 9807 11549 0,'0'0'4036'0,"0"0"-4036"0,0 0-136 16,0 0 136-16,0 0 564 0,0 0 576 16,0 0 136-16,0 0-600 15,-8 96-416-15,-3-55-188 0,-6 3-20 0,2 0-44 16,-1 0 40-16,4 2-44 0,-4-9-4 15,8-4-8-15,0-1-4 0,3-10 4 16,5-4 8-16,0-1 0 0,0-2-64 0,13-5 4 16,-1 2 12-16,8 1 48 0,0 0-4 0,3 2 4 15,5-2-4-15,-4 3-48 16,4 0 52-16,-4 4 0 0,1 2 4 0,-6 0 72 16,-3 0-64-16,0 0 36 0,-4 0-48 15,-8 1 112-15,0-4 108 0,-4 6 0 16,0-2 0-16,-4-1-24 15,-8 3-76-15,0-3-8 0,-4-3-28 0,0-3-24 0,-4 0-52 16,1-3-4-16,-6-6-4 16,-3-2-180-16,0-2-236 0,-3-3-112 15,-1-6-156-15,0-10-68 0,4-6-376 0,0-6-744 16,0-10-1320-16,13 8-4185 16,-10-24 4637-16</inkml:trace>
  <inkml:trace contextRef="#ctx0" brushRef="#br0" timeOffset="78797.837">12251 10076 11489 0,'0'0'2660'0,"0"0"-1852"0,0 0-292 16,0 0 148-16,76-19-32 0,-52 17 64 0,0-4-176 16,4 3-248-16,8-4-148 15,-1 0-124-15,5 1-176 0,4 4-168 16,0-5-152-16,0 3-744 15,-1 2-1144-15,-15 2-3857 0,12-4-1011 16</inkml:trace>
  <inkml:trace contextRef="#ctx0" brushRef="#br0" timeOffset="84693.741">11498 10325 2804 0,'0'-7'860'16,"0"7"172"-16,4-3 1636 0,-4 3-1760 16,0 0-492-16,5-3-96 0,-2 3 496 0,1 0 24 15,0 0-79-15,0 0-313 16,0 0-344-16,-4 0-92 0,4 3 232 15,4 4-52-15,-4-4 0 0,0 3 12 0,4 0 52 16,-8 1-24-16,4-1 8 0,-4 3-12 16,4 1-24-16,-4 0-12 0,0 3-104 15,0-4 12-15,-4 1-36 0,0-1-12 0,0-3 24 16,0 0 36-16,0-2-8 0,4-1-4 16,0 1 24-16,-4-4 56 0,4 0 20 15,0 0-12-15,-3 0 12 16,3 0-112-16,-9-7-88 15,5 3-8-15,0-2 8 0,-4-2-76 0,5-3-72 16,-6 3 136-16,5-3-116 0,0 2 4 16,4-1 60-16,-4 4-12 0,4 0-64 0,0-1-48 15,0 4 24-15,0 0 0 16,0 0 48-16,0 3-48 0,0 0-12 0,0 0 12 0,0 0 12 16,0 0 36-16,0 0 40 15,0 0 76-15,0 0 64 16,0 0 24-16,0 0 28 0,0 0-4 0,0 0-8 15,0 0-80-15,0 3-24 0,-4 0-292 16,1 0-588-16,-6 4-748 0,5-5-1257 0,0 5-2963 16,28-32 3280-16</inkml:trace>
  <inkml:trace contextRef="#ctx0" brushRef="#br0" timeOffset="92705.869">10590 9931 1228 0,'0'0'9733'16,"0"0"-7961"-16,0 0-944 16,0 0-152-16,0 0 56 0,0 0-88 0,0 0 148 0,95-28-56 15,-63 21-240-15,4 4-124 16,0 0-40-16,-4 3-60 0,-1 0 24 0,-7 0-24 0,1 0-40 16,-5 3-232-16,-9 0 40 15,1 4-40-15,-7 2 0 16,-1 4 0-16,-4 2 136 0,0 11 36 15,-13 7-52-15,-2 0-120 0,-9 9-92 0,-1 2-44 16,-6 1-48-16,-1-4 12 0,0 1 64 16,0-5 108-16,0-2 48 0,8-6 0 15,0-7-48-15,9-3-48 0,3-8-52 0,-1-3 28 16,10-2 12-16,3-6-100 0,0 0-160 16,0 5-52-1,3-5 176-15,10 2 196 0,6 2 84 0,5-2 40 16,1-2 60-16,6 3-32 0,-6-3 20 0,2 3-112 15,-3 1 112-15,-4-1-60 16,-5 1 48-16,-2 2-64 0,-2 0 16 16,-3 4 0-16,1-1-28 0,-5 0-12 0,0 4 52 15,-4 0 24-15,0 3 60 0,0 0 0 0,-8 6 24 16,-5-3-28-16,-2 0-20 16,-1 0-76-16,0-3-32 0,0-1-4 15,0-1-24-15,0-3-48 0,-3 0-96 0,2-5 88 16,2 4-152-16,-2-7 40 0,1 0-100 15,0 0-108-15,5 0-88 16,-6-3 36-16,2 0-112 0,-1 0-100 0,4 0-260 0,-8 0-624 16,8 0-1100-16,-8 0-4317 0</inkml:trace>
  <inkml:trace contextRef="#ctx0" brushRef="#br0" timeOffset="95472.973">8470 11757 1812 0,'0'0'8916'0,"0"0"-7487"16,0 0-877-16,0 0-132 0,0 0 432 0,0 0 680 16,0 0-204-16,0 0-332 0,0 0-380 15,0 0-208-15,-11 26-100 0,-2-5-176 16,-2 8-128-16,-6 9 0 0,1 3 72 16,1 7 8-16,-5-4-84 15,7 1-52-15,2-4-4 16,-2-6 56-16,10-7 12 0,3-5-12 0,4-4-48 0,0 0-28 15,4 0-20-15,12-3 68 16,-1 3 28-16,10 0 52 0,-1-3-52 0,4 0 12 16,-5-1-12-16,1-2 12 15,0 0-4-15,-4-4 104 0,-4 5 44 0,0-2-44 0,-4 1 36 16,-5-5 48-16,-3 9-76 16,5-4 16-16,-9 3 36 0,0 3 84 0,0-3-64 15,-9 2-20-15,2-1-12 0,-1-2-4 16,-8-2-8-16,0-1-40 15,0-1-108-15,-4-3-104 0,-4-2-92 0,0 1 12 16,0-3-216-16,-3-4-52 0,-6 0-136 16,1 0 0-16,1-11-40 0,-1 3-376 0,5-9-460 15,3-2-912-15,-1-2-1657 0,14 1-1759 16</inkml:trace>
  <inkml:trace contextRef="#ctx0" brushRef="#br0" timeOffset="95654.224">8406 11957 7552 0,'0'0'1700'0,"0"0"-768"0,0 0-364 0,0 0 833 15,0 0-9-15,0 0-112 0,0 0-172 16,0 0-104-16,96-4-208 0,-72 8-376 16,4-1-420-16,4 1-148 0,0-4-36 0,3 2-52 15,5-2-548-15,-4 0-508 0,-4 0-1104 16,8-2-3537-16</inkml:trace>
  <inkml:trace contextRef="#ctx0" brushRef="#br0" timeOffset="95890.107">9179 12046 872 0,'0'0'10629'0,"0"0"-9013"15,0 0-916-15,0 0-332 0,0 0 128 16,96 3 320-16,-72-9 32 0,4 0-240 16,-4-1-232-16,4-3-104 0,-5 1-112 0,1-1-136 15,0 4-24-15,1-4-184 0,-6 3 36 16,1 1-324-16,-4 0-432 0,-4 4-432 0,-4 2-888 16,-4 0-2021-16,-4 2-1407 15,-4 10 3228-15</inkml:trace>
  <inkml:trace contextRef="#ctx0" brushRef="#br0" timeOffset="96079.584">9147 12284 1252 0,'0'0'9152'0,"0"0"-7543"16,0 0-981-16,0 0-132 0,0 0 356 16,0 0 452-16,0 0-244 0,0 0-424 15,81 3-252-15,-53-6-12 16,-5-3-88-16,5-1-124 0,0-2-100 0,-4-1-60 15,0 1-112-15,-1-4-72 16,-3 4-52-16,1-1-384 0,-6 3-372 0,-2 0-304 16,-6 5-636-16,-3 2-1089 0,-4 2-2131 0,0 5 449 15</inkml:trace>
  <inkml:trace contextRef="#ctx0" brushRef="#br0" timeOffset="96289.165">9187 12478 4408 0,'0'0'2564'0,"0"0"-1056"16,0 0-164-16,0 0 129 0,0 0-125 0,0 0-88 16,0 0-132-16,0 0-196 0,0 0-92 15,96 47-244-15,-69-47-124 0,-2-6-124 0,3-4-128 16,0-2-124-16,0-1-96 16,0 0-112-16,0-2-96 0,-5-2-216 15,1 1-332-15,0 1-248 0,0 2-508 0,-9-3-1024 16,-2 6-2229-16,-5-2-2454 15</inkml:trace>
  <inkml:trace contextRef="#ctx0" brushRef="#br0" timeOffset="99096.843">9291 11611 3244 0,'0'0'1668'0,"0"0"1704"0,0 0-1716 0,0 0-635 16,0 0 35-16,0 0-20 0,0 0-232 16,0 0-336-16,0 0 36 0,0 0 480 0,36 92-56 15,-17-51-304-15,1 10-116 0,8 5-160 16,-3 8-28-16,-1 10-160 0,-1 2-76 16,-3 6 16-1,4 4-100-15,-4 0-172 0,0-1 60 0,0-5-12 0,-5 0-72 16,2-11-100-16,-2-2 24 15,-2-7 60-15,-2-9 40 0,6-4 8 0,-6-8-60 16,1-11-136-16,1-6-4 0,-2-3-92 16,-3-9-384-16,4 0-224 0,0-7-1060 15,-4-3-1797-15,0 0-2903 0,0-10 5976 0</inkml:trace>
  <inkml:trace contextRef="#ctx0" brushRef="#br0" timeOffset="103322.441">10757 12243 692 0,'0'0'10329'0,"0"0"-8773"16,0 0-700-16,0 0 600 0,0 0-324 0,0 0-340 16,0 0-380-16,0 0-216 15,0 0-32-15,76 35 44 0,-72-10 80 0,-4 6 8 16,0 4-136-16,0 4-12 16,-4-1-40-16,-5-6-44 0,6-4 32 0,-5-6 4 15,8-9 0-15,-4-10-4 16,4 0-8-16,0-3-88 0,0 0-68 0,0-8-188 15,4-9 84-15,0-2-124 0,3-6 160 16,2-4 136-16,3 1 24 0,0 2 56 0,4 7-80 16,-5 7-88-16,2 1 40 0,-2 8-28 15,2 3 4-15,-5 0 72 0,3 10 24 0,-2-1 60 16,-5 11 80-16,3-5-116 16,-3 8 64-16,0-1-104 0,-4 0 0 0,0 4-8 0,0-8-4 15,0-1-84 1,0-2-24-16,0-9 68 0,0 1 44 15,0-7 60-15,4 0 4 0,-4-7-64 0,4-5-36 0,5-7 36 16,2-3 0-16,-3 0 48 16,4 0 12-16,0-1-48 0,4 6 40 0,-4 5-44 15,3 5 52-15,-2 1-60 0,2 6 8 16,-2 0 108-16,2 4 44 16,-2 5 84-16,-2 3 64 15,1 2-112-15,-3-1 24 0,-2 2-12 16,-3-2 84-16,4 3 40 15,-3-3-128-15,-1-1-116 0,-4 1-88 0,4 1-76 0,-1-6-104 16,-3-2-52-16,4 1-112 0,0-1-180 0,0-6-372 16,5 3-1472-16,-5-3-2444 0,7-5-1921 0</inkml:trace>
  <inkml:trace contextRef="#ctx0" brushRef="#br0" timeOffset="103639.637">11662 12339 1616 0,'0'0'11557'0,"0"0"-10121"0,0 0-832 16,0 82 716-16,-9-54 568 0,1 1-168 16,1-10-636-16,3-4-572 0,4-8-259 0,0-7-229 15,0 0-24-15,0 0-181 0,0-7-87 16,4-8-156-16,7-4 276 0,-2-10-84 16,3-4 0-16,-5 0-144 0,1 3 32 15,-3 5 88-15,-1 3 84 0,0 9-12 16,-4 4 0-16,0 3 48 15,-4-1 132-15,-9 1 4 16,2 3 12-16,-6 3 124 0,2 0-64 0,-2 0 4 0,-2 3-16 16,7 6 40-16,0 4-52 0,0 3 24 0,4 6-72 15,4-3 0-15,0 3-84 0,4-2-112 16,0-2-40-16,4-6-120 0,8 2-164 0,-4-5-644 16,4-2-1000-16,4-7-188 0,3-7-225 15,-2-2-2091-15,3-19 240 16</inkml:trace>
  <inkml:trace contextRef="#ctx0" brushRef="#br0" timeOffset="104038.618">12032 12119 3360 0,'0'0'8313'0,"0"0"-7081"16,0 0-404-16,0 0 464 0,-31 92 192 0,14-60-16 0,2 6-336 16,-2-4-164-16,6 4-208 15,2-2-228-15,1-9-216 0,4 3-180 16,1-11-136-16,3-6-124 0,0-7-20 15,3-3 72-15,5-3-76 0,1 0 100 16,2-6 36-16,5-7-60 0,0-6-36 16,5-9-176-16,-2-7-188 15,-3-7-44-15,4 1-60 0,-4-4-76 0,4 1-76 16,-4-1-80-16,0 1-432 0,-4-3-120 0,-1-1 164 0,-2 1 44 16,-5-2 228-16,0 5 523 15,-4 3 401-15,0 8 128 16,0 6 249-16,0 5 227 0,0 8 240 0,0 5 152 0,0 6-44 15,0-1 56-15,-4 4-68 16,4 0-32-16,-4 0-188 0,0 0-560 16,-1 0-112-16,1 4-48 0,1-1-96 0,-1 0-80 15,0 3-108-15,0 5 0 0,4 1 48 16,-4-3 52-16,0 3-4 0,4 2-100 0,-5-5-148 16,5 1-108-16,0-1-48 15,0 1-128-15,0-4-384 16,0 1-648-16,0 2-585 0,0-2-819 0,0-4-1696 0,-3 6 4200 15</inkml:trace>
  <inkml:trace contextRef="#ctx0" brushRef="#br0" timeOffset="105022.061">9916 12049 10937 0,'0'0'2920'0,"0"0"-1404"0,0 0-812 16,0 0-164-16,0 0 84 0,0 0-140 0,0 0-112 16,0 0 96-16,0 0 404 0,0 0-260 15,0 0-232-15,64-41-112 16,-40 16-132-16,-8-5-52 15,4-1-84-15,0-4-36 0,-4 3-100 0,4 0-20 16,-9 4 20-16,6 0-72 0,-6 5-172 16,-3 4 40-16,1 6 8 0,-1 7 48 0,-5 0-12 15,-3 6 52-15,4 0 20 0,0 3 0 16,0 9 224-16,1 5 300 0,-1 4-56 0,-4 9-56 16,4 3-68-16,-4 2 64 0,0 7-132 15,0 6 180-15,0 2-36 16,-4 5-24-16,0 8-36 0,-1 0-4 15,1 4-44-15,-4 3-88 0,5 0 60 16,-1 0-56-16,4-7-4 0,-4-3-8 0,-1-9 0 16,1-9-64-16,4-7 64 0,0-13-4 15,0-3-172-15,0-7 0 0,0-5-88 0,0-3-96 16,0-2-64-16,0-2-344 0,0 0-568 16,0 0-928-16,0 0-348 15,-4-2 99-15,-3-2-1935 0</inkml:trace>
  <inkml:trace contextRef="#ctx0" brushRef="#br0" timeOffset="105214.483">10000 12715 1864 0,'0'0'1072'0,"0"0"3908"0,0 0-3592 16,0 0 112-16,0 0-291 0,0 0-45 0,0 0 44 15,0 0-100-15,0 0-160 16,0 0-164-16,-20-3-104 0,20 3-112 0,0 0-24 16,4 0-40-16,4 3-40 0,4 1 244 0,0-1-172 15,8 3-196-15,0 0-120 16,0 1-99-16,0-4-73 0,-1 0-48 15,1 3-157-15,5-6 73 0,-5 4-52 0,3-4-96 16,1 0-228-16,0 0-296 16,0 0-264-16,0 0-312 0,4 0-980 15,-8 0-2689-15,0 0-5095 0</inkml:trace>
  <inkml:trace contextRef="#ctx0" brushRef="#br0" timeOffset="105938.81">12502 12056 1084 0,'0'0'10157'0,"0"0"-8465"16,0 0-532-16,0 0 128 16,0 0-104-16,0 0-340 0,0 0-200 0,80-33-112 15,-76 30-152-15,0 3-144 0,-4 0-152 16,0 3 52-16,0 7-24 0,0 9 168 16,0 7 0-16,-8 5-220 0,-8 1-60 0,4 3-44 15,-8-3 44-15,9-7 36 16,-2-6-36-16,5-3-100 0,4-6-60 15,4-4-48-15,0 0-84 0,8 1 60 0,9 2 144 16,2-3 84-16,1 1-8 16,4-1-36-16,-1 1 40 0,5 2-44 0,-7-3 52 0,3 4 40 15,-9-3-28-15,2 5 84 16,-6-2 16-16,-7-1 208 0,0 4 156 16,-4 2-84-16,0-2-124 0,-4 3-84 0,-8 3-76 15,-4 0-108-15,-3 0-92 31,-1-3-176-31,-5 0-184 0,2-4-284 0,-5-1-212 16,-4-9-188-16,1 1-420 0,6 0-972 0,-23-6-2877 0</inkml:trace>
  <inkml:trace contextRef="#ctx0" brushRef="#br0" timeOffset="106740.728">10889 11912 6336 0,'0'0'2336'0,"0"0"-1132"0,0 0-196 15,0 0 137-15,0 0 287 16,0 0 64-16,0 0-576 0,0 0-340 0,-84 13-8 0,68-4 48 16,0 4 112-16,0 4-316 15,0 2-144-15,0 2-124 0,-3 5-136 0,2 6 64 16,2 3-76-16,-5 2-48 0,3 12-36 16,-2 1 76-16,2 7-4 0,2 6-52 0,-5 0 64 15,8 2 4-15,0-2 72 16,4-3 32-16,4-6-56 0,4-6-52 15,0-7-112-15,12-5-120 0,4-3 44 0,8-3-8 16,-1-5-88-16,9-3 24 0,5 1 88 16,6-5-76-16,6 1-124 0,2-3-152 15,8 1-140-15,5-8 12 0,4 0-348 16,4-9-856-16,-1 0-1365 0,-15-9-2819 0,20-17 3172 16</inkml:trace>
  <inkml:trace contextRef="#ctx0" brushRef="#br0" timeOffset="107005.928">13292 11964 10376 0,'0'0'4137'0,"0"0"-3985"15,0 0-152-15,103 69-124 0,-67-40 124 16,-5 2 416-16,1 4 404 0,0 1-128 0,-4 2 140 15,0 3-124-15,4 6-436 0,-8 2-272 16,0 1 0-16,-8 0 0 16,-4 4-12-16,-12 0-64 0,0-4 4 0,-5 2 64 0,-10-4 0 15,-2-4-80-15,-6-6-120 0,-1-1-192 16,-4-1-372-16,-4-4-432 0,-3-4-644 16,-1-8-1269-16,8-11-3371 0,-13-9 3620 0</inkml:trace>
  <inkml:trace contextRef="#ctx0" brushRef="#br0" timeOffset="107866.239">14742 10300 3968 0,'0'0'7285'0,"0"0"-5833"0,0 0-12 16,0 0-644-16,0 0-156 0,0 0-236 0,0 0 36 15,0 0 196-15,0 0-248 0,0 0-68 0,60-61-8 16,-25 29-68-16,1 4-244 0,0-1 0 16,-4 7-48-16,-4 6-76 0,-4 10-96 15,-5 3 32-15,1 6 188 0,-3 13 36 0,-6 9 276 16,1 10-56-16,-7 9-204 16,-2 13-52-16,-3 7-76 0,-8 2-32 0,-4 8-16 15,1-2-76-15,-6 5 52 0,2-4 0 16,-2 3-40-16,2-6 176 0,-1-3 12 15,-5-7 324-15,10-5 8 0,-6-9-144 16,10-1-128-16,-1-7 4 0,4-3-56 16,4-6-8-16,0-1-76 0,8 1-132 15,3-4 144-15,10 4-12 0,-1 2 76 0,-1 5 84 16,9 4-20-16,-4 8 8 16,4 3 16-16,-4 10 36 0,0 2-52 0,-4 0-60 15,-4 4 88-15,0 0-12 16,-9-7 44-16,2 1 28 0,-1-1 12 0,-8-9-12 15,0-4 0-15,0-3 172 16,0-5-4-16,-8-4-132 0,-1-7-108 0,2-6-40 16,-5-3-40-16,-1-3-8 0,-2-6 0 0,-1-6-256 15,-4-4-148-15,0-11-64 16,5-8-280-16,-6-12-80 0,1-10-340 16,5-13-924-16,-2 10-2381 0,-2-33-4207 0</inkml:trace>
  <inkml:trace contextRef="#ctx0" brushRef="#br0" timeOffset="108048.338">15590 11160 10724 0,'0'0'4161'0,"0"0"-3581"16,88-10-180-16,-53 7 856 0,1 3 144 16,-4-3-516-16,5 0-284 0,-6-1-344 15,1-2-108-15,4 0-148 0,4 0-128 16,-5-7-300-16,1 3-404 0,-4 1-240 15,-4 0-472-15,-12 5-2508 0,-12 4-3717 16</inkml:trace>
  <inkml:trace contextRef="#ctx0" brushRef="#br0" timeOffset="108222.405">15710 11484 13937 0,'0'0'2244'0,"0"0"-1604"0,0 0-68 16,0 0 604-16,80 69 52 15,-45-58-104-15,1-6-199 0,4-5-417 0,0-5-276 16,4-9-232-16,-1-8-72 0,1-6-268 16,-4-4-209-16,-1-6-303 0,-2-3-260 0,-9-4-708 15,-5 10-1988-15,-6-12-1773 0</inkml:trace>
  <inkml:trace contextRef="#ctx0" brushRef="#br0" timeOffset="108473.002">16088 10776 3524 0,'0'0'8673'16,"0"0"-7205"-16,0 0-592 0,84 50 208 15,-52-33 20-15,3 2 128 16,1-5-136-16,1 0-348 0,-2 2-248 0,5-4-192 0,-1 4-212 16,-2 0-84-16,3 0 100 15,-1 3-112-15,-7 3-72 16,4 1 24-16,-8 5-36 0,-4 1-184 0,-4 3-148 15,-4 6-88-15,-4 0 76 0,-8 6 32 16,-4 0 28-16,0 1 20 0,-13-1 100 0,-2 2 88 0,-5-2 84 16,-4-3-160-16,-8 0-460 15,0-7-360-15,-4 2-680 16,1-11-940-16,7-6-2829 0,-12-6 1273 0</inkml:trace>
  <inkml:trace contextRef="#ctx0" brushRef="#br0" timeOffset="109938.606">18507 10392 7612 0,'0'0'5269'15,"0"0"-4681"-15,0 0 88 16,0 0-208-16,0 0 160 0,0 0 384 0,0 0 60 15,0 0-180-15,0 0-364 16,0 0-184-16,-36-20-184 0,32 40-72 0,4 12-16 0,0 12 40 16,0 10 44-16,8 9 92 15,-4 3 20-15,3 8 84 0,2 2-96 0,-1-1-156 16,-4 2-52-16,0 2-40 0,-1-2-8 16,1-4-36-16,0-7-48 15,1-2-52-15,-1-10-36 0,0-2-60 0,0-15-120 0,3-5-140 16,1-10-24-16,1-6-60 0,-2-10-156 15,5-6-512-15,4-3-952 16,5-16 260-16,-6 3-1173 0,9-22-2615 0</inkml:trace>
  <inkml:trace contextRef="#ctx0" brushRef="#br0" timeOffset="110226.053">19336 10404 7948 0,'0'0'5053'16,"0"0"-4337"-16,0 0-148 0,0 0-96 0,-77 35 32 15,49-9 372-15,-4 9 328 0,1 6-276 16,3 6-140-16,5 4-136 0,-2 6-152 0,5 4-120 16,5 2-112-16,7 0-64 0,-1 1 4 15,9-10 0-15,0-4 8 16,9-8 5-16,3-13 59 0,8-4-148 15,3-6-48-15,1-7-84 0,0-1-8 16,4-5-100-16,0-4-36 0,-5-2-76 16,5-2-97-16,0-8-83 0,-4-6-124 0,1 0-172 15,-6-6-348-15,-3 0-736 0,-8 6-2060 16,-8-9-2197-16</inkml:trace>
  <inkml:trace contextRef="#ctx0" brushRef="#br0" timeOffset="110406.221">19061 10976 6836 0,'0'0'6909'16,"0"0"-5641"-16,0 0-916 0,0 0 300 0,0 0 688 0,0 0-188 15,91 70-244-15,-63-68-380 16,4-2-320-16,0-2-208 0,0-12-184 16,0 0-196-16,-1-9-112 0,1 4-196 0,-4-4-340 15,-4 1-788-15,-1 3-1344 16,-6 0-2165-16,-6 9-1243 0</inkml:trace>
  <inkml:trace contextRef="#ctx0" brushRef="#br0" timeOffset="110556.465">19435 10896 1552 0,'0'0'2360'15,"0"0"3660"-15,0 0-4923 0,-16 86-285 0,16-50 224 0,0-3-104 16,0 9 32-16,0-1-20 16,4 1-164-16,-4 2-232 15,4 4-12-15,0-4-148 0,0-3-388 0,-4-2-176 16,4-8-32-16,0-8-364 0,-1-7-140 0,2-10-372 15,3-6-944-15,0-3-1093 16,8-25-2111-16</inkml:trace>
  <inkml:trace contextRef="#ctx0" brushRef="#br0" timeOffset="110788.341">19913 10341 9232 0,'0'0'5017'0,"0"0"-4273"16,0 0-516-16,4 83 176 0,-4-42 340 16,8 3 748-16,-4 6-332 0,0 2-412 15,3 5-356-15,2 3-172 0,-1 6-220 0,0 5 0 16,0 5-136-16,0 3-60 16,-4 1-156-16,0-4-140 0,0-4 48 0,-4-5-296 15,0-6-240-15,3-7-688 16,1-10-220-16,-4-9-544 0,0-10-2029 0,0-9-571 15,0-9 3508-15</inkml:trace>
  <inkml:trace contextRef="#ctx0" brushRef="#br0" timeOffset="111533.683">20327 10871 7972 0,'0'0'4041'0,"0"0"-2585"16,0 0-352-16,0 0-244 0,0 0 148 0,0 0 36 15,0 0-104-15,0 0-212 0,0 0-372 0,0 0 84 16,0 0-124-16,84-9-316 0,-52 9-48 16,0 0-124-16,-4-4-108 15,4 1-148-15,-4-3-188 16,-5-4-236-16,5 1-480 0,-4 3-1164 15,-7 0-2133-15,-6-1-2523 0</inkml:trace>
  <inkml:trace contextRef="#ctx0" brushRef="#br0" timeOffset="111721.741">20371 11065 2568 0,'0'0'9137'15,"0"0"-7549"-15,0 0-724 0,0 0-180 0,0 0 96 16,0 0 412-16,0 0 224 15,0 0-432-15,0 0-152 0,80 63-208 16,-44-63-248-16,8 0-204 0,-4-9-172 0,-1-1-64 0,6-6-108 16,-6 1-228-16,4-5-212 0,-2 1-196 15,2 0-240-15,-3 0-632 0,-8 7-1108 16,0-8-3833-16</inkml:trace>
  <inkml:trace contextRef="#ctx0" brushRef="#br0" timeOffset="111972.731">21149 10436 3372 0,'0'0'6128'16,"0"0"-3831"-16,0 0-1193 0,0 76-264 15,0-38 236-15,0 6 284 16,0 5-160-16,0 1-296 0,0 7-348 0,3 0-264 15,1 1-152-15,0 2-140 0,0 0-108 16,-4-2-140-16,4-5-96 0,-4-5-124 0,0-3-64 16,4-11-152-16,1-6-336 0,-2-8-212 15,5-13-920-15,0-7-2169 0,-1-16-1239 0</inkml:trace>
  <inkml:trace contextRef="#ctx0" brushRef="#br0" timeOffset="112330.335">21690 10420 13253 0,'0'0'1800'0,"0"0"-1408"0,-23 73-384 16,10-41 444-16,-2 6 340 0,-2 0 376 0,6 4-488 0,-2-9-436 15,5 0-132 1,5-1-112-16,3-4-96 0,0-3-52 15,3-1 24-15,9-6 0 0,1-3-24 0,6-1-24 16,1-3 36-16,0 3 72 0,5 2-20 16,-6-4 68-16,5 1 16 0,-4 3-48 15,-4 1 48-15,0-3 52 0,-1 7-40 0,-2-2 76 16,-5 2-36-16,-1 2 220 0,-7-2-52 0,0 2 64 16,0-1 72-16,-7 0-160 15,-6-6-36-15,-2 3-72 0,-6-7-76 16,-3-2-12-16,1-3-196 15,-1-1-112-15,-8-6-136 0,0 0-48 16,-3 0-192-16,-1-6-188 0,-5-7-536 0,6-3-1044 16,3-3-2929-16,-8-19-1147 0</inkml:trace>
  <inkml:trace contextRef="#ctx0" brushRef="#br0" timeOffset="112480.09">21694 10706 9128 0,'0'0'7153'0,"0"0"-6293"0,0 0-140 0,0 0 500 0,0 0-188 16,0 0-276-16,91-6-184 0,-70-4-280 16,3-4-184-16,4 0-108 0,4-5-316 15,-4 0-620-15,3-1-228 0,-3 4-288 16,-5 0-1400-16,5-3-3365 0</inkml:trace>
  <inkml:trace contextRef="#ctx0" brushRef="#br0" timeOffset="114763.768">23136 10883 9308 0,'0'0'4305'0,"0"0"-3481"16,0 0-404-16,0 0-4 0,0 0 580 0,104 35 148 16,-64-31-276-16,-4-1-252 0,7-3-248 15,-2-7-160-15,2-5-60 0,5-4-148 16,-1-3-84-16,2-6-296 0,-2-1-200 0,-3-2-184 16,0-5-380-16,-8 5-492 0,-5 3-1188 15,-10 6-2413-15</inkml:trace>
  <inkml:trace contextRef="#ctx0" brushRef="#br0" timeOffset="115000.295">23459 10411 10524 0,'0'0'1825'0,"0"0"-929"0,0 0-132 15,-28 89 196-15,21-42 120 16,2 5 200-16,5 4-216 0,0 4-240 15,0 3-260-15,0 2-136 0,5-2-136 0,-1-3-280 16,-1 0-12-16,1-8-232 0,0-11-84 0,4-7-112 16,1-11-40-16,2-7-136 0,1-11-36 15,8-5-344-15,0-5-20 16,8-18-52-16,-5-5-1284 0,5-13-2061 0,-7 6-1187 16,3-29 3137-16</inkml:trace>
  <inkml:trace contextRef="#ctx0" brushRef="#br0" timeOffset="115773.058">23849 10122 8612 0,'0'0'2945'0,"0"0"-2057"15,0 0-608-15,0 0-64 0,0 0 548 0,0 0 872 16,9 70-316-16,-9-26-240 0,0 7-300 16,0 6-168-16,0 6-84 0,-4 4-100 15,-1 3-96-15,-3-1-208 0,1-6-124 16,-1-2-156-16,-1-4-100 0,5-8-28 15,1-11-44-15,3-10 56 0,0-9 28 16,0-6-52-16,7-7-24 0,6-6-260 16,-2 0-140-16,6-3 256 0,-2-10-28 0,2-3-184 15,-2-3-196-15,2-1 24 0,-6 9 276 16,2-3 188-16,-2 9 244 0,-3 2 0 0,0 3 140 16,4 3 584-16,-4 9 296 0,0 1-32 15,0 6-168 1,4 0-264-16,-8 0-140 0,4 0-48 0,0 0-152 15,0-7-76-15,0-1 8 0,-1-1 16 16,6-8-20-16,-2-2-4 0,6 0 0 16,-2-2 0-16,2-8-184 0,2-3-148 0,5 1 20 15,-4-8-4-15,5 4 88 0,-2 0 16 16,-3 0-4-16,4 1-12 0,-5-1 224 16,-2 2 4-16,-2 2 72 0,-6-1-8 0,-1 5 200 15,-5 1-124-15,1-3 88 0,-4 3-128 16,0 5 164-16,0-5-88 0,-7 4 0 15,-5-1 104-15,-1 4-68 16,-6 0-76-16,-5 4 64 0,0 6-40 0,0 2 116 16,0 4-16-16,-3 7 160 0,6 5 0 15,1 1 76-15,1 2-68 0,6 2-96 16,2-5-64-16,7-9-132 0,0-4-136 0,4-4-136 16,0-5-32-1,4-6-176-15,7 0-88 0,1 0-48 0,8-13 136 16,1-3-400-16,3-6-472 0,3-4-748 15,1-3-476-15,0 1-425 0,0 0 125 16,3 5 448-16,-6 8 1468 0,-1 4 824 0,-9 11 1068 16,2 0 1172-16,-6 7 348 0,2 5-535 15,-6 5 27-15,-3 2-304 0,0 6-428 0,0-3-448 16,-4 3-152-16,0 5-44 16,0-8-64-16,0-3-176 0,0-3-244 0,0-7-220 15,0-2-8-15,4-4 4 0,0-3 4 16,8 0-148-16,0-10 140 15,4-2-52-15,8-7-88 0,3-1 4 0,1-6-152 16,0 5 60-16,0-2 76 0,0 4 24 16,0 7-36-16,-4-1 64 0,1 6 20 15,-6 7 40-15,1 0 48 0,-4 0 48 16,0 4 124-16,-5 9-84 0,2-4 8 16,-5 7-96-16,-1 0-64 0,-3 0-108 0,0 3-76 15,1 0-324-15,-1 0-372 0,-4-1-856 0,4-2-1392 16,3 7-3161-16</inkml:trace>
  <inkml:trace contextRef="#ctx0" brushRef="#br0" timeOffset="116388.791">26507 10382 6140 0,'0'0'1208'0,"0"0"1800"0,0 0-1603 16,0 0-613-16,-28-67 28 0,12 55 184 0,1 2 56 16,-6 4-52-16,1 2-112 0,-3 2-116 15,-1 2-448-15,0 6-108 0,0 7-140 16,-4 2 4-16,-4 11 96 0,5 9 60 0,-1 7 16 16,4 8 32-16,-1 7 52 15,10 3 8-15,-1 6-72 0,8 5 16 16,-1-1-128-16,5-4 16 0,4-6 32 0,4-12 29 15,9-7 23-15,7-11-88 16,3-9-88-16,5-8-92 0,4-3-88 16,0-8 80-16,0-2-148 0,0 0-88 0,-4-9-109 15,-4-3-23-15,-4-2-52 0,-1-2-108 0,-2 4-76 16,-6-4-232-16,-7 1-380 16,1-2-728-16,-5 4-1244 0,0 1-1173 15,-5 2-1419-15,-18 1 3536 0</inkml:trace>
  <inkml:trace contextRef="#ctx0" brushRef="#br0" timeOffset="116529.981">26264 10887 6384 0,'0'0'4865'16,"0"0"-2689"-16,0 0-856 0,0 0 116 15,0 0 36-15,0 0-176 0,100 38-288 0,-72-35-312 0,0-3-332 16,0 0-204-16,0-3-160 0,0-4-216 16,-1-2-344-16,1 0-164 0,-4-1-48 15,0-4-152 1,-4 6-432-16,-8-2-900 0,-1 3-680 0,-7 5-1533 15,-4-8-839-15</inkml:trace>
  <inkml:trace contextRef="#ctx0" brushRef="#br0" timeOffset="116689.377">26559 10830 3496 0,'0'0'156'0,"0"0"6876"15,0 0-5119-15,0 0-917 0,0 0-300 0,0 0 104 16,-32 70 372-16,32-45-76 16,0 3-168-16,4 4-200 0,0-3-52 0,0 3-116 0,4-7-192 15,-4 4-368 1,0-10-76-16,0 3-168 0,-1-10-280 0,6 1-176 15,3-3-160-15,0-8-580 0,4-2-1284 16,-5-6-2269-16,13-13-3695 16</inkml:trace>
  <inkml:trace contextRef="#ctx0" brushRef="#br0" timeOffset="116986.715">27065 10769 8112 0,'0'0'6325'0,"0"0"-4885"16,0 0-436-16,0 0-212 0,0 0-148 0,47-73-16 0,-22 39-112 16,6-4-244-16,9-1-128 0,0 1-80 0,4 6-60 15,0 7 4-15,-4 6 52 0,-5 6 112 16,-3 10-36-16,0 3-16 16,-8 0-12-16,0 10 16 0,-4 1 20 0,-8 9-20 0,4-1 96 15,-9 0-52 1,6 4 320-16,-5-2-171 0,-1 2-149 15,2-4-36-15,3-3-32 0,-5-3-24 0,2-4-76 16,3 1-96-16,-1-4-4 0,2-4-92 0,-2-2-76 16,6 0-205-16,-2 0-111 0,-2-2-88 15,-2-1-48-15,1-3-168 0,-8 3-632 16,1 3-1196-16,-5 0-1849 0,-9 0-2519 0</inkml:trace>
  <inkml:trace contextRef="#ctx0" brushRef="#br0" timeOffset="117205.894">27121 11037 8308 0,'0'0'5305'0,"0"0"-4201"0,0 0-488 0,0 0 164 16,0 0 584-16,0 0-240 0,0 0-68 16,96 34-188-16,-53-40-196 0,5-4-224 0,0-2-203 15,0-5-61-15,-1 5-64 16,-3-3-36-16,-4 1-84 0,0 5 0 15,-9-3-72-15,1 1-148 0,-4 5-313 16,-4 0-223-16,-3-1-124 0,-2 4-236 16,-3 0-780-16,0 3-1896 0,-4-3-2217 0</inkml:trace>
  <inkml:trace contextRef="#ctx0" brushRef="#br0" timeOffset="117834.552">28495 10246 8068 0,'0'0'3129'16,"0"0"-1717"-16,0 0-516 0,88 0 612 0,-44 0-12 16,11 3-140-16,5-3-468 0,4 0-320 15,4 0-176-15,-4 0-40 0,3 0-80 0,-7 0-172 16,0 0-100-16,-9-3-184 16,-6 3 0-16,-10 0 0 0,-7 5-96 15,-12 2-64-15,-8 6-208 0,-8 6 32 0,-8 9 324 16,-15 7 188-16,-9 6-56 15,-9 8 20-15,-2 4 44 0,-9 1 136 16,-8 3-12-16,0 1-64 0,0 5 52 0,0 1 88 0,5-1 144 16,3-3 96-16,4-3-32 15,16-3-116-15,4-9-12 0,13-4-72 0,7-6-36 16,8-6-16-16,8-4 52 16,12-3 108-16,16-6 377 0,7-4-253 0,13-1-212 15,4-8-96-15,8-3-20 0,-5-7-28 16,5-5-40-16,-8-4-44 0,-1 0-180 15,-7-3-112-15,-8-4-132 0,0 1-65 16,-8-3-119-16,-4 0-172 0,-4-1-212 16,-8 0-636-16,-1 2-1304 0,-6 4-2377 15,-5-6-2907-15</inkml:trace>
  <inkml:trace contextRef="#ctx0" brushRef="#br0" timeOffset="118055.795">29539 10490 2460 0,'0'0'8444'0,"0"0"-7283"0,0 0-585 0,-79 63 492 15,47-34 252-15,-5 0 64 0,-2 3-312 16,-5 6-392-16,0-4-372 0,-3 8-108 0,2-5-4 16,-2 5-84-16,3-2-112 15,0 2 0-15,5-3-56 0,-2-1-116 16,2-1-208-16,7-1-252 0,4-4-152 15,8-7-368-15,8-3-692 0,8-3-1124 0,0-9-3421 16</inkml:trace>
  <inkml:trace contextRef="#ctx0" brushRef="#br0" timeOffset="118323.201">29694 10794 6704 0,'0'0'7841'0,"0"0"-5777"0,0 0-1020 16,0 0-572-16,0 0 32 0,-15 82 556 0,-1-43-60 16,0 5-344-16,0 8-192 15,-5-1-111-15,6-1-61 0,-1 4-124 16,0-6-168-16,5 0 0 15,-2-10-292-15,5-10-229 0,8-9-247 0,0-9-352 0,8-10-516 16,5-4-1032-16,6-8-32 16,-3-4-2053-16,12-22-2755 0</inkml:trace>
  <inkml:trace contextRef="#ctx0" brushRef="#br0" timeOffset="118606.454">30053 10871 11585 0,'0'0'4344'0,"0"0"-3700"0,0 0-508 15,-32 70 412-15,12-42 580 0,-4 4 188 16,5-1-424-16,-1 2-456 0,4-5-240 0,7-2-64 16,2-4-132-16,7 1-8 15,0-5-88-15,0-5 84 0,7 3-36 16,10-7-12-16,-2 3 12 0,6-1 32 0,3 1-44 0,0-2 12 16,3 3 36-16,-3-1 12 0,0 4 0 0,0 0 72 15,-5-1 52-15,2 5-40 0,-10-1-72 16,2 0 148-1,-5 0-28-15,-5 0-12 0,-3-1-56 0,0 2-60 16,-7-4 92-16,-10-3 13 0,6-4-109 16,-13 1-117-16,4-7-223 0,-8 0-76 15,0-3-32-15,-4-10-164 0,1-2-172 0,-1-7-116 16,-4-7-476-16,12 5-1316 0,-17-19-2733 16</inkml:trace>
  <inkml:trace contextRef="#ctx0" brushRef="#br0" timeOffset="118792.681">30077 10999 10888 0,'0'0'4453'0,"0"0"-3941"0,0 0-132 0,0 0 272 16,92 2-204-16,-69-4-100 16,1-2-100-16,4-2-40 0,0 2-196 15,4-3-12-15,4-2-180 0,0-1-492 0,-1 4-360 16,6-3-508-16,-13 2-1520 15,11 1-4221-15</inkml:trace>
  <inkml:trace contextRef="#ctx0" brushRef="#br0" timeOffset="170382.978">11546 4966 7840 0,'0'0'3012'0,"0"0"-2043"16,0 0 439-16,0 0-492 0,0 0-284 0,0 0 148 16,0 0 240-16,0 0-336 0,0 0-212 0,-76-42-140 15,68 35-48-15,0 4 16 16,1 0-32-16,3 3 124 0,-1 0 184 0,-3 0-244 0,1 6-200 16,-1 8-132-16,-5 8-64 15,-2 6-8-15,2 11 72 16,-2-2 8-16,7 9-8 0,0-9-84 0,0-5-16 0,8-10-20 15,0-6-40-15,0-10-160 16,0-6 28-16,0 0 68 0,8-3 152 16,4-7-4-16,0-5 76 0,4-5-72 0,-1-1-40 15,2-2 64-15,-6 8 36 0,1 4-40 16,-3 5-84-16,2 6 88 0,-3 0 48 16,1 6 64-16,-2 5 120 0,1 8 48 15,0 0-132-15,1 6 84 16,-2 4 36-16,1 2-132 0,0 4 48 0,0 3-92 15,0 7-40-15,-4 2 40 0,0 10-44 16,-4 6-4-16,0 1 4 0,0 3 36 16,0 2-36-16,0-1-160 0,0-2-60 0,0-2 12 15,4-1-248-15,-4-6-64 0,8-3-112 16,-4-7-212-16,4-5-264 0,0-7-320 16,-1-9-460-16,2-4-665 0,-1-10-1719 0</inkml:trace>
  <inkml:trace contextRef="#ctx0" brushRef="#br1" timeOffset="157403.62">28977 3238 4424 0,'0'0'208'0,"0"0"144"0,0 0 3832 16,0 0-2207 0,0 0-345-16,0 0-320 0,0 0-112 0,0 0 72 15,0 0-56-15,0 0-276 0,0 0-140 16,0 0-32-16,0 0 0 0,0 0-12 16,36 0-139-16,-28 3-45 0,1 1-124 15,-2-1-148-15,1 0-72 0,8 0-44 0,4 0-64 0,4 0-108 16,8 1 36-16,0-4-40 15,7 0 0-15,9-4-4 0,4 1 4 16,8-3-8-16,4 0 4 0,3-1-4 0,5 1 0 16,-5-3 4-16,10 5 4 15,-2-2 0-15,9-4 4 0,8 3 32 16,-1 2-44-16,5-4 0 0,-1-2-60 16,-3 5-60-16,0 4 24 0,-5 2-100 0,-3 0 64 15,-1 0 48-15,1 2 36 16,-4 4 40-16,-4 0 8 0,0 5 0 0,-9-3-4 15,-3 6 4-15,-4-5-48 0,-4 1 36 16,-9-1-108-16,-3 1-52 0,-8-4 40 16,-4 0 24-16,0 1 0 0,-8-1 60 15,-5-3 36-15,2-3-112 0,-10 3 76 16,2-3-24-16,-9 0 0 0,-1 0-24 0,1 0-124 16,-4 0-132-16,0 0-525 0,0 0-207 15,0 0-416-15,-4 0-444 0,-3-3-836 16,3 0-1897-16,-16 0-2567 0</inkml:trace>
  <inkml:trace contextRef="#ctx0" brushRef="#br1" timeOffset="159912.656">7617 4279 4012 0,'0'0'2020'0,"0"0"-616"0,0 0-768 16,0 0-336-1,0 0-68-15,0 0 116 0,0 0-24 0,0 0 984 16,0 0-355-16,0 0-185 0,0 0 12 0,28-44 48 16,-24 44 100-16,-4 0-72 15,0 0 0-15,0 0 28 0,0 0-104 16,0 0-140-16,0 0-112 0,0 0-124 0,5 0-160 15,-5 0-244-15,4 0-72 0,3 0-128 0,5 0 200 16,4 0 120-16,4 0-8 16,0 0-40-16,4 0-68 0,-4 0 48 15,0 0 8-15,0 0 12 0,-1 0 40 16,1 0-100-16,5-3-8 16,-1 0 68-16,-1 3 0 0,5-6-68 0,-4 6 48 0,4-7-4 15,0 4-48-15,-4 0-56 16,4 0 56-16,0-3 0 0,4 1 0 15,0 3 48-15,3-4 132 0,5 0-104 16,-1-1-72-16,2 0 0 0,2 1-4 0,1 0 8 16,4-1 40-16,0 4 0 0,-4-3 0 15,4 0 28-15,-5 2-76 0,6 2 0 16,-6-5 0-16,1 3-4 0,0 1-48 0,-1-2 48 16,2 1-56-16,2-3 0 15,-3 4 52-15,4 0-40 0,-4 0 48 0,3 0-4 16,-2-4 4-16,2 5 0 0,-3-2 0 0,4 1 40 15,0 0-40-15,-5 0-8 16,6-4 8-16,-2 4 0 0,1-3 4 0,-1 0-4 16,2-1 0-16,-2 1-8 15,-3 0 4-15,4-1-40 0,0 4 40 16,-5-3 4-16,2 2 0 0,2 2 0 0,-3-3 0 16,0 3-12-16,-5-4 0 0,6 2-4 15,-2 2 12-15,-2-5-4 0,-2 3 4 16,5 1-4-16,-4-2-4 0,0 1 4 0,3 1 0 15,-2 0 0-15,-2 3-4 0,1-4-60 16,-1 4 72-16,2-3 0 0,2 3 0 16,-7 0-12-16,4 0 0 15,0-4 0-15,0 4 8 0,0 0 0 16,0-2 4-16,3 2 4 0,-2 0 8 16,-2-3-4-16,1 0-4 0,4 3 0 0,-4-4-4 15,-5 2 4-15,5 2-4 0,0 0-4 16,-4-4-4-16,4 4-40 0,-5 0 36 15,1 0-40-15,1 0 44 0,2 4 4 0,1-2-8 16,-4 2 8-16,4-1 4 0,0 0 0 16,-1-1-4-16,2 2 4 0,-2-4 0 0,1 3 0 15,-1-3 0-15,2 4 0 16,-2-4 8-16,1 0 4 0,4 0 52 16,-4 0-56-16,3 0 4 0,-2 0 0 15,2 0 0-15,-3 0-8 0,0 0 4 0,0 0-8 16,3 0 0-16,-2 0-4 15,2 0 4-15,-3 0 0 0,0 3 4 16,0-3-4-16,3 3-44 0,-2 1 32 0,2-2-52 16,-3 1 16-16,0 0 48 0,4-3 0 15,-5 4 0-15,2-4 4 0,2 0-4 0,-3 3 48 16,4-3-36-16,-4 0 0 0,4 0 52 0,0 0-60 16,-1 0 44-1,1 0-48-15,-4 0-12 0,8 0 4 16,-8 0 0-16,8 0-4 0,-5 0 4 15,1 0-4-15,0 0-64 0,0 0 68 0,0 0 0 16,3 0 0-16,-2 0 4 0,-2 0 4 16,2 0 0-16,-6-3-8 0,5-1-40 0,-4 1 36 15,0 0 12-15,-1 1 0 16,1-2 0-16,0 4 8 0,-4-3 0 16,4 3 4-16,-5 0-4 0,1 0 4 15,1 0-12-15,-2 0 0 0,1 0-4 0,0 0-44 16,-1 7 0-16,-3-5 48 0,5 1 0 15,-5 0-8-15,0 1 0 0,3-4 4 0,-3 0 4 16,-4 0 0-16,4 0 8 0,-4 0-4 16,4 0 8-16,-4 0 0 0,-1-4 0 15,-3 1 0 1,4 3 36-16,-4 0 0 0,4-3-44 0,-4 3-4 16,-1 0 4-16,-2 0 0 0,3 0-4 0,-9-2 0 15,5 2 0-15,1 0 8 0,-6 0-8 16,5 0 0-16,-4 0 4 0,0 0 0 15,-4 0 0-15,0-4 4 0,-4 4 8 16,4-3 32-16,-9 3 12 0,1 0-12 0,1 0 0 16,-1 0-36-1,-4 0 76-15,0 0-16 0,0 0 24 0,0 0 16 0,0 0 8 16,0 0 28-16,0 0-16 16,0 0-60-16,0 0-64 0,0 0 4 15,-4 0-8-15,-1 0-4 0,-6 0-204 0,-5 0-100 16,-4 0-296-16,-8 3-696 0,4 1-1512 15,-36 4-6905-15</inkml:trace>
  <inkml:trace contextRef="#ctx0" brushRef="#br1" timeOffset="162554.236">3362 14697 11325 0,'0'0'2712'0,"0"0"-1524"0,0 0-140 16,0 0-164-16,0 0 84 15,0 0-376-15,0 0-360 0,0 0-96 16,0 0 148-16,4-13 156 0,36 3 208 0,4 1-344 16,12-1 52-16,4 4 140 15,-1 3-215-15,5 0-73 0,-4 3-128 16,0 0-80-16,-9 0 0 0,1 0-172 0,-4 0 160 16,0 0-48-16,-4 0-97 0,-8-3 9 0,-1-1-180 15,-7-2-160-15,-4 3-268 0,-8 0-260 16,0 0-564-16,-8 0-500 0,-4 3-892 15,-4 0-1805-15,-8 0-863 0</inkml:trace>
  <inkml:trace contextRef="#ctx0" brushRef="#br1" timeOffset="162750.865">3701 14783 1280 0,'0'0'10425'0,"0"0"-9169"15,0 0-1080-15,0 0 4 16,0 0 444-16,-48 76 388 0,48-45 44 0,0 11-228 15,0 5-104-15,0 14-192 0,8 6 72 16,0 5-260-16,0 8-296 0,0-2-48 0,0 3-244 16,0-8-28-16,-1-10-36 0,-2-9 96 15,-1-6 16 1,0-13-28-16,0-3-384 0,0-11-284 0,0-4-276 16,-4-12-788-16,3-5-1001 0,-3-12-2071 0</inkml:trace>
  <inkml:trace contextRef="#ctx0" brushRef="#br1" timeOffset="162904.487">3809 15312 6200 0,'0'0'5245'16,"0"0"-4305"-16,75-8-380 0,-43 8 192 15,7 0 164-15,-2 5 4 0,-5 5-128 16,-4 3-216-16,-1-1-376 0,-3-2-200 0,0 2-124 16,0-1-76-16,-8-2 12 15,0 1-60-15,-4-1-384 0,-8 0-252 16,-1 7-308-16,-3-3-980 0,0 3-1773 0,-7 9-275 0</inkml:trace>
  <inkml:trace contextRef="#ctx0" brushRef="#br1" timeOffset="163104.272">3873 15706 4164 0,'0'0'1016'0,"0"0"3860"0,0 0-3663 16,0 0-477-16,0 0-172 0,0 0 136 0,0 0-24 0,0 0 236 15,0 0 132-15,0 0-4 0,63 10-220 16,-31-10-92-16,0 0-112 0,0 0-320 0,3 0-296 15,-7-4-148-15,4 4 52 0,0-3-104 16,-4 0 16-16,0-3-36 0,4-3-112 16,-4-3-264-16,0-2-348 15,0-2-504-15,-5-3-692 0,1 7-1797 16,0-8-1371-16</inkml:trace>
  <inkml:trace contextRef="#ctx0" brushRef="#br1" timeOffset="163303.752">4335 15398 3312 0,'0'0'6584'0,"0"0"-6016"0,0 0-260 0,0 0 477 15,0 0 435 1,0 0 40-16,83 51-148 0,-59-35-292 16,0 3-192-16,0 4-268 0,0-1-84 0,3 3-204 15,-3-2-72-15,0-2-148 0,-3-1-64 0,-2-8 40 16,-3-2-52-16,0-7-104 15,0-3-656-15,3-6-608 0,-6-1-700 0,11-15-2681 0</inkml:trace>
  <inkml:trace contextRef="#ctx0" brushRef="#br1" timeOffset="163487.791">4773 15354 9940 0,'0'0'2833'0,"0"0"-2305"0,0 0-520 0,-72 92 136 0,48-54 604 15,0-3 176-15,0 4-68 16,1-1-440-16,3-10-240 0,8-3-176 0,-1-2-200 16,6-4-180-16,3-6-236 0,4-5-104 0,0 3-64 15,0-8-340-15,8-3-672 0,8 0-517 16,-4 0-871-16,3-17-1520 16</inkml:trace>
  <inkml:trace contextRef="#ctx0" brushRef="#br1" timeOffset="166047.414">5235 15319 5928 0,'0'0'416'16,"0"0"-168"-16,0 0 2736 0,0 0-1732 0,0 0-375 15,-75-10 135-15,58 10-132 0,6 0-120 16,-2 7-40-16,5 3-128 0,-3 1-228 0,2 6-144 16,1 2-84-16,5 4-12 15,-1 2 76-15,4 3-64 16,0 2-36-16,0-5-100 0,7-6 0 0,-3-1-60 16,0-5 56-16,5-9-160 0,-5-1-136 15,0-3 112-15,3 0 60 0,1-7 76 16,5-3 40-16,-2-5-60 0,-3-5-156 0,4 2-60 15,-4-5 12-15,4 1-28 0,-4 6 64 16,4 0 48-16,-1 4-36 0,2 6 40 0,-1 6 164 16,4 0 24-16,-1 0 352 0,2 12 40 15,-6 4 76-15,6 3-16 16,-6 3-112-16,1-3-72 16,-3 6-56-16,-2-5-168 0,1-1-44 0,1-6-160 15,-5-4-84-15,3 0-268 0,-3-5-308 0,0-4-168 16,4 0-568-16,-3-6-145 0,-1-5-551 15,3 3-816-15,-3-15-2159 0</inkml:trace>
  <inkml:trace contextRef="#ctx0" brushRef="#br1" timeOffset="166420.717">5490 15341 6960 0,'0'0'1740'16,"0"0"-564"-16,0 0-220 0,0 0 85 0,0 0 51 15,31 77-36-15,-27-58-308 0,1 3-32 16,-5-2-200-16,0-6-236 0,4 0-280 15,-4-5-152-15,4-2-24 0,-4-4 16 16,0-3 44-16,4 0 16 0,0 0-136 0,-1-10-32 0,5-2 220 16,1-5-4-16,-1-5-224 0,3 0-116 15,2 3-4-15,-6 0 92 0,5 5 140 16,1 6 24-16,-6 4 76 0,5 4 64 0,-3 0 380 16,-6 4 104-1,5 2-4-15,0 7 76 0,-4 3-76 16,1-1-28-16,-2 1-100 0,1 0-100 0,0 0-128 15,-4-4-36-15,4-5-88 0,0 0-88 16,0-5-64-16,-4-2-20 0,3 0 160 0,2 0 12 16,3-2 172-16,4-5-72 0,0 0-100 15,4-2-76-15,-4-1-52 16,4 1-44-16,0 3 96 0,-1 2-16 16,2 1 80-16,-6 3 12 0,1 0 12 0,1 3 0 15,-6 7 216-15,5-3-40 0,-3 0-188 16,-2-2-36-16,-3 2-128 0,4-1-140 0,1-6-500 15,-6 3-560-15,5-3-1348 0,-4 0-3005 16</inkml:trace>
  <inkml:trace contextRef="#ctx0" brushRef="#br1" timeOffset="166871.09">6163 15272 12237 0,'0'0'1684'0,"0"0"-1544"15,8 65-64-15,-3-25 648 0,2 7 748 0,1 10 220 16,4 3-424-16,4 4-484 16,-4 3-256-16,4 5-104 15,-1 5-56-15,2 0-116 16,-6-2-168-16,2-2-84 0,-5-10-76 0,-1-9-8 16,1-12 12-16,1-14-76 0,-5-9-92 0,0-9-116 15,-1-10-144-15,-3 0-172 0,4-13-88 0,0-9 128 16,-4-13 140-16,0-9-304 0,0-13-612 15,-8-4-512-15,-3-6-849 0,-6-3 309 0,-2 7 1032 16,3-1 648-16,-1 4-144 0,6 6 924 16,-1 7 40-1,3 3 1040-15,6 6 152 0,3 6-244 0,0 6-4 0,0 4 88 16,3 3-155-16,6 3-97 16,3-1-168-16,-5 5-76 0,6 3-68 0,-5 2-52 15,3 5 24-15,2 2-92 0,-2 0-124 16,-3 0-88-16,1 9 40 0,2 7 112 15,-7 6 96-15,4 7-148 0,-3 6-116 0,-5 5-160 16,0 2-124-16,0-5-188 16,-5-4-188-16,1-8-40 0,0-9 96 0,0-9 144 15,1-7-4-15,-1-13-812 16,0-13-108-16,0-9-693 0,-1-9 81 0,5 2-932 16,0-30-2788-16</inkml:trace>
  <inkml:trace contextRef="#ctx0" brushRef="#br1" timeOffset="167254.52">6450 14709 9564 0,'0'0'2177'16,"0"0"-1073"-16,0 0 40 0,0 0-292 0,0 0-8 15,0 0 220-15,0 0 216 0,0 0-120 16,44 80-488-16,-36-36-180 0,3 7-92 0,6 6 4 16,-6 4-28-16,2 5-168 0,-2 1-208 15,2 0-172-15,2-4 16 0,-3-5-28 0,1-15-72 16,-2-11-108-16,2-9 84 0,2-11-76 15,2-5-84-15,-2-4 60 0,5-3 72 0,-1 0-76 16,2-6 28-16,3-1-104 0,-4-2 52 16,-1 2 8-16,6 1 140 0,-5 3 24 15,-5 3 220-15,6 0 16 16,-2 0 164-16,-3 3 160 0,0 0-276 0,-4 0-48 16,0-3-44-16,-3 0-20 15,2 0 64-15,-3 0 64 0,4-3-28 0,-4-3-36 16,0-1-148-16,-4 5 36 15,3-3 112-15,-2 5 0 0,-1 0 524 16,4 11 72-16,-4-2-28 0,3 4-272 0,-3 3-88 0,5-1-60 16,-1-2-148-16,-5 0-56 15,5-3-228-15,-3-1-84 0,-1-2-328 16,-4-5-112-16,0 5-700 0,-4-4-1212 16,-5 1-1737-16,-15 2-1695 0</inkml:trace>
  <inkml:trace contextRef="#ctx0" brushRef="#br1" timeOffset="167788.061">3478 16479 248 0,'0'0'15365'0,"0"0"-13973"16,0 0-1392-16,0 0 0 0,0 0 284 0,0 0 152 15,103-39-104-15,-67 32-60 16,4 4-36-16,8 3 220 0,8 0-148 16,7 0-136-16,10 0-76 0,2 0 28 0,5 3-124 15,12 1 12-15,-2-4 36 0,15 0 48 16,5 0 212-16,2-10 484 0,4 1-112 0,4-7-399 15,-1 0 23-15,1 0-96 0,4-3-76 16,-6-1-132-16,11 1-80 0,-6 5 76 0,5-3-116 16,-1 4 36-16,-4 1 80 15,1-1 4-15,-4 0 0 16,-10 4 96-16,2 3-96 0,-8-1 4 0,-9 4-4 16,-3 0 12-16,-8 3 0 0,-4 0 0 15,-9 0-4-15,-7 0 68 0,0 0 44 16,-8 0-36-16,0 0 24 0,-4 0-100 0,-5 0 104 15,-4 3-52-15,-2-3-48 0,-5 3 48 16,-5 0-52-16,1-3-4 0,-8 4 56 16,4-1-56-16,-5 0-4 0,-2 0-12 0,-1 0 8 15,-5 0-56-15,2 0 48 16,-6 1-36-16,-3-4 0 16,1 3 48-16,-5 0-48 0,-4-3-40 0,0 0-116 15,0 0-232-15,0 0-101 0,0 3-227 16,-4 0-372-16,-9 0-536 0,2 1-1468 15,-13 2-3813-15</inkml:trace>
  <inkml:trace contextRef="#ctx0" brushRef="#br1" timeOffset="176053.756">9881 14991 1552 0,'0'0'1032'0,"0"0"-656"16,0 0-76-16,0 0 248 16,0 0 128-16,0 0-128 0,0 0-168 0,0 0 2648 15,0 0-1888-15,0 0-312 0,79 39-235 16,-67-23-77-16,-4 0 100 0,0 1-80 15,1 1-64-15,2 4-116 0,-3-4-88 16,0 6 52-16,0 1-92 0,0 3 12 0,-4 1 0 0,4 2-52 16,-4 4 4-16,0-3-32 0,0 6-68 15,-4 1 32-15,0-2 104 16,0 5-104-16,0-2 88 0,-4 6-68 16,-4-5 68-16,4 7-24 0,-4-4-16 15,-4 1-72-15,0 2-92 0,0-6 44 16,0 1-40-16,0-4 28 0,-3-6-40 0,6-4-60 15,-3-2 60-15,1-8-8 0,2-2-4 16,1-3-72-16,1-3 84 16,3-3 0-16,-5-5 60 0,1 1-60 0,-3-3-172 15,-6 0-252-15,2 0 80 0,-1 0 4 16,-5 0-24-16,6 0 124 0,-5-5 0 16,0-2-204-16,4-3 144 0,1 4-136 15,-2-7 56-15,2 3 36 0,-2 1-28 0,6-4-168 16,-6 0-344-16,6 1-201 0,3-4-351 15,-5 0-644-15,6 4-236 0,-1-11-1688 0</inkml:trace>
  <inkml:trace contextRef="#ctx0" brushRef="#br1" timeOffset="176420.628">10379 14913 8764 0,'0'0'1164'0,"0"0"-904"0,75 41-120 16,-47-23 224-16,-4 8 653 0,0 6 159 0,-8 0-232 16,-4 3-360-16,0 3-192 15,-5 4-176-15,2-1-212 0,-9 3-4 0,0-6-64 16,0-1 60-16,0-4-68 0,-4-7 24 0,-4-8 32 15,4-2 4-15,0-6-64 16,0-4 28-16,0-6 48 0,4 0 40 0,0 0-32 16,-4-9-8-16,0-7-140 0,0-7-24 15,4-2 24-15,0-4 140 16,0-3 48-16,4 4 28 0,4-1-12 0,4 4 24 16,0 3 12-16,0 3-100 0,-1-4 0 0,2 8-136 15,-2-1-92-15,2 0-156 16,-1 4-416-16,-1 2-608 0,2 0-645 0,-6 4-943 15,5 4-1260-15</inkml:trace>
  <inkml:trace contextRef="#ctx0" brushRef="#br1" timeOffset="176688.255">10777 15218 5928 0,'0'0'2820'0,"0"0"-1644"0,20 72-724 0,-8-43-168 16,0 0 337-16,-4-7 315 0,4-6 60 15,-4-4-372-15,0-8-152 0,4-1-16 16,-5-3 8-16,6-3-96 0,-1-10-132 0,-1-3-60 15,6-6-176-15,-6-3-240 0,2-8-212 16,-2 2-88-16,-3-1-80 0,1 4 200 16,-2 3 24-16,-3 2 268 0,0 6-76 15,-4 2 192-15,0 5 12 0,-8 5 168 16,-4 2 328-16,-4-1-244 0,0 4 104 16,-7 0 88-16,-1 7-52 0,0 5-268 15,-4 4-8-15,4 7-116 0,-4 2-116 0,1 6-108 16,-1 4 20-16,3 3-100 0,-3 4-88 15,4-1-360-15,-8-3-832 0,4 0-869 16,4-12-1839-16,-11 2-300 0</inkml:trace>
  <inkml:trace contextRef="#ctx0" brushRef="#br1" timeOffset="177187.463">9836 15024 6216 0,'0'0'1560'16,"0"0"-584"-16,0 0-228 0,0 0 4 0,0 0 421 15,-31-70-81-15,23 63-236 16,4 1-56-16,-4 3-216 16,-4 3-184-16,4 0-132 0,-4 0 56 0,-4 0-36 15,1 6-172-15,-2 1 12 0,2 3 56 16,-2 1-184-16,2 6-12 0,-2 5-128 0,6 0-28 0,-2 7 8 15,2-1 32-15,-1 7 28 16,3 1 96-16,6 1 4 0,3-2 56 0,0 0 44 16,3-3-88-16,6-3-12 0,3-4-48 15,-5-2 36-15,10-4-4 16,-6-4 16-16,6-2 188 0,2-4-124 16,-2-5-56-16,2 2 56 0,5-6 88 0,-4 0-76 15,8-6 32-15,-5-7-104 0,5-3-8 0,4-3-380 16,-4-7-28-16,-4 0-268 15,4 1-268-15,-7 0-508 0,2-3-689 0,-7 9-1095 16,4-13-1820-16</inkml:trace>
  <inkml:trace contextRef="#ctx0" brushRef="#br1" timeOffset="178127.898">11200 15072 4620 0,'0'0'2384'0,"0"0"-1696"0,0 0 596 0,0 0-364 16,0 0 165-16,11 75 159 0,-3-45 8 15,1 1-300-15,2 4-320 0,1-4-304 0,4 2-112 16,-4-8-172-16,4-3-44 0,0-6-152 16,-4-7 52-16,4-5 24 0,0-4 68 15,3-6-216-15,-2-10-156 16,3-8-76-16,-1-6-152 0,-2-5-120 16,-2 0-196-16,2-4 140 0,-6 2 359 15,-3 5 325-15,1 3 100 0,-6 3 60 0,1 11 185 16,0 2-29-16,-4 7 80 0,0 3 192 0,0 3 408 15,0 0 188-15,0 6-272 16,0 3-232-16,0 7-128 0,0 6 80 0,0 7 40 16,0 3-76-16,0 0 0 0,0-1-148 15,0 1-348-15,0-4-12 16,4-5-408-16,0-1-452 0,5-9-584 0,-2-4-796 16,5-9-2045-16,0 0-55 0</inkml:trace>
  <inkml:trace contextRef="#ctx0" brushRef="#br1" timeOffset="178319.16">11896 15079 5716 0,'0'0'676'0,"0"0"2528"0,24 93-2376 0,-20-47-520 0,0 10 417 16,-4 7 695-16,0 8 184 0,0 0-356 16,0 1-332-16,0 7-292 15,0-3-240-15,-4-3-196 0,4 0-140 0,-4-9-48 16,1-10-148-16,-1-9-148 0,0-17 48 0,4-9-4 15,-4-9 80-15,-1-10-216 0,-3-4-620 16,1-15-1208 0,3 0-2173-16,-9-28-1075 0</inkml:trace>
  <inkml:trace contextRef="#ctx0" brushRef="#br1" timeOffset="178523.482">11980 14972 4864 0,'0'0'4232'0,"0"0"-3740"0,0 0-400 15,0 0 296-15,84-37 436 0,-72 37 245 0,-4 3 159 16,0 13 132-16,-4 0-88 0,0 10-328 16,-4 5-448-16,0 4-248 15,0 7-148-15,-8 1-40 0,-8 1-60 16,4-2-8-16,0-1-104 0,-4-6 4 0,0-7-68 16,4 1-136-16,1-6-284 0,6-7-312 15,1-3-344-15,4-7-1184 0,0-6-3477 0</inkml:trace>
  <inkml:trace contextRef="#ctx0" brushRef="#br1" timeOffset="178837.141">12817 15198 4760 0,'0'0'9697'0,"0"0"-8073"0,0 81-1108 16,0-56-156-16,0-3 100 0,0-4 348 15,4-1-156-15,0-12-652 0,4-1 36 0,4-4-36 16,8-9 260-16,3-15-260 16,10-1-148-16,-6-13-408 0,5-6-332 0,-4 0-196 15,-4-5 88-15,-4 5 140 16,-4 6 160-16,0 7 124 0,-4 9 8 16,-8 3 296-16,-4 8 268 0,0 9 384 0,-12 2 548 15,-4 0 92-15,-8 2-292 0,-7 9-180 16,-1 4 40-16,0 5-60 0,0 2-48 15,4 10-12-15,0 3-76 0,4-1-140 16,8-3-256-16,0 2-24 0,8-5-248 16,5-6-368-16,-2 2-428 0,5-10-416 0,0 0-1064 0,5-9-2861 15</inkml:trace>
  <inkml:trace contextRef="#ctx0" brushRef="#br1" timeOffset="179146.052">13243 14954 11417 0,'0'0'1488'0,"0"0"-1120"0,0 0-188 16,0 0 428-16,64 76 1036 0,-56-51-228 15,4 1-660-15,-4 2-484 0,4 0-76 16,-4 1-120-16,0 1-76 0,0-5-56 16,-4 0 56-16,-1-6 0 15,2-3 0-15,-5-7 0 0,4-2 0 0,-4-4-88 16,0-3-24-16,0 0 100 0,0 0 4 15,4 0-104-15,-4 0 40 0,0-3-28 0,4-1 8 16,-4-2 92-16,4 0 104 0,0-3-104 16,-1-1-212-16,-3 0-120 0,0 1 32 15,0-1-100-15,0 1-76 0,0-1-152 0,0 1-232 16,0 2-204-16,-3 0-392 16,3 5-437-16,0-1-347 0,0 3-180 15,0 0 88-15,-4 0-668 0</inkml:trace>
  <inkml:trace contextRef="#ctx0" brushRef="#br1" timeOffset="179509.948">13052 15097 14253 0,'0'0'1864'0,"0"0"-1812"15,0 0-52-15,0 0 0 0,0 0 396 0,0 0 600 0,0 0 200 16,84 3-520-16,-48-3-284 16,3 0-96-16,1-7-164 0,4 1-84 15,-8-2-48-15,0-3-60 0,-4-5-24 16,-4 1-112-16,0-4-416 16,-4-3-460-16,-5-2-428 0,-3 10-1008 0,-8-12-2873 15</inkml:trace>
  <inkml:trace contextRef="#ctx0" brushRef="#br1" timeOffset="179854.992">13335 14672 11569 0,'0'0'2324'0,"0"0"-1336"0,0 0-520 16,-20 72 220-16,20-44 716 0,0 8-120 15,0 2-412-15,4 6-344 0,4 1-236 16,4 9-48-16,4 3-124 0,0 4-20 0,0 4-16 15,3 3-24-15,-2-1-60 0,-2-1-8 16,2-6 0-16,-2 0-40 0,1-5 40 0,0-5 0 16,0-2-4-16,-4-3 8 0,0-5-8 15,-4-1 8-15,-4-1 4 16,0-6 8-16,0 0 40 0,-4-6 12 0,0-1-48 16,-4-4 88-16,-4-2-88 15,-3-2-8-15,-2-5-4 0,-2-2 0 16,-6-1 0-16,-3 1-172 0,-4-7-84 0,-4 0-48 15,1-3-148-15,-9 0 132 0,-3-6-108 16,2-4-52-16,1 1 24 0,1 3-136 0,7-4-16 16,0 1-116-16,12-1-132 0,0-3-560 15,8 1-512-15,8-1-961 16,-8-12-1991-16</inkml:trace>
  <inkml:trace contextRef="#ctx0" brushRef="#br1" timeOffset="180504.183">15120 15112 2492 0,'0'0'4680'0,"0"0"-2088"0,0 0-927 16,0 0-369-16,0 0-8 0,0 0-328 0,0 0-256 0,0 0-20 15,-43 67 0-15,38-35-36 16,5 6 44-16,0 3-164 0,0 1-148 16,5-8-48-16,2-4-112 0,-3-8-24 15,0-10-152-15,0-5-44 0,4-7-60 0,-4 0 12 16,4-7 48-16,8-5 212 0,-4-10-116 16,4-4-96-16,-4-9-64 15,0-7-240-15,-5-2-152 0,2 3-8 0,-1 3-16 16,-4 5 108-16,-4 5 100 0,0 6 148 15,0 7-12-15,-4 5-128 0,-4 0 260 0,-4 10 8 16,-4 0-8 0,0 3 4-16,-5 10-12 0,2 3-124 0,-1 7 84 0,4-1 40 15,0 7-112-15,4-4 24 16,0 0-136-16,8-6-216 0,-4 0-996 16,8-10-1304-16,0 4-3005 0</inkml:trace>
  <inkml:trace contextRef="#ctx0" brushRef="#br1" timeOffset="180745.155">15507 14859 10424 0,'0'0'1289'0,"0"0"-929"0,79 34-296 0,-55-11 64 16,0 5 460-16,-8 7 216 0,-9 7 72 16,-2 2-160-16,-5 3-372 0,0 4-84 0,-5 0-84 15,-2-3-76-15,-1-6 32 0,0-11 56 16,3-8 72-16,2-11 52 0,-1-5 36 15,4-5 12-15,0-2-52 0,0-2-24 0,0-12-160 16,0-1-124-16,0-14-220 0,7-3-52 16,6-9 24-16,7 0-40 0,3-1-120 15,2 1-408-15,6 6-228 16,5 3-348-16,-12 10-960 0,21-6-3353 16</inkml:trace>
  <inkml:trace contextRef="#ctx0" brushRef="#br1" timeOffset="181137.282">16192 15024 13669 0,'0'0'2160'0,"0"0"-1268"0,0 0-220 0,-76 38 60 0,53-19 8 16,-2 7 108-16,1 2-264 0,4 3-192 15,5 5-40-15,2 5 52 0,9-3 21 16,0 0-169-16,4 1-112 0,4-11-84 15,5-6-60-15,3-9-120 0,-1-4-124 0,5-9-37 16,9-3 185-16,-2-13-148 0,9-9 52 16,-1-13-28-16,1-13-352 0,1-6-224 0,-1-6-236 15,0-5-208 1,-4 2 88-16,-5 2-116 0,1-2 76 0,-4-4-124 16,-4-1 20-16,-4 3 791 0,-8-3 221 15,-4 8 284-15,0 2 284 0,-4 11 429 0,-4 9 327 16,-4 9 84-16,8 12 44 0,0 7 16 15,0 13 304-15,4 0-140 0,-4 7-216 16,0 10-312-16,-4 8-564 0,4 16-76 16,0 9 64-16,0 15 72 0,1 1 185 15,-2 10-113-15,1 1-220 16,0-2-168-16,4-5-104 0,0-3-260 0,0-10-173 16,0-6-291-16,13-11-208 0,-6-7-280 15,1-12-948-15,4-7-2104 0,0-11-2789 0</inkml:trace>
  <inkml:trace contextRef="#ctx0" brushRef="#br1" timeOffset="181433.54">16673 15249 12657 0,'0'0'2236'16,"0"0"-1632"-16,37 67-212 0,-29-51 88 16,3-4 504-16,-7-2 32 0,5-10-624 0,3 0-268 15,-5-10 12-15,10-5-12 0,-6-10-20 0,2-5-104 16,-6-1-220-16,1-1 12 0,0 0-64 15,-4 0 60-15,-4 7 212 0,0 7 28 16,0 1 108-16,-8 4 132 0,-4 4 52 16,-4 6-72-16,5 3 20 0,-10 0 40 0,10 12-64 15,-6 7 60-15,6 13-60 16,-1 9-136-16,0 7-32 0,8 0 44 0,-4 2 28 16,0-1-148-16,3-12-84 0,5-2-304 15,-3-13-284-15,3-5-64 16,0-10 48-16,0-7-140 0,0 0-392 0,3-17-252 15,2-2-212-15,3-13-340 0,0 10-729 16,3-30-1951-16</inkml:trace>
  <inkml:trace contextRef="#ctx0" brushRef="#br1" timeOffset="181655.943">16976 14970 4804 0,'0'0'4576'0,"0"0"-3168"0,81-16-275 0,-50 23-237 16,-3 4-156-16,0 15 60 0,0 6-128 15,-8 3-244-15,0 9 36 16,-5 8 292-16,-6-2 52 0,-1 4-200 0,-4 0-276 0,-4 0-124 15,0-6 64-15,-4-10 24 16,0-6 24-16,0-11 8 0,0-7-132 0,4-7-24 16,0-7-48-16,0-4-124 0,0-9-172 15,8-10-84-15,0-2 96 16,3-10 36-16,9-2-84 0,5-5-12 16,-1 0 36-16,7-2 0 0,-3 3-64 0,4 0-136 15,4-1-380-15,-4 5-588 0,0-2-692 16,-8 11-2265-16,8-7-3251 0</inkml:trace>
  <inkml:trace contextRef="#ctx0" brushRef="#br1" timeOffset="182255.412">18614 14525 11985 0,'0'0'2552'0,"0"0"-1332"0,0 0-488 0,88 28-420 15,-60-11-52-15,-4 2 116 0,-4-3 240 0,-5 3-72 16,-3 0-272-16,-3 3-124 0,-2-3-144 15,1 6 44-15,-4-2-44 16,-4 3-4-16,0-1 0 0,0 0-4 0,-8-3-44 16,1-3 48-16,-1 0-4 0,-5-3-88 0,6 4-116 15,-5-5 48-15,7-2 60 0,1 2 40 16,4 1-52-16,9-2-48 16,3-2 84-16,3 1 68 0,5-4 8 0,1 1 12 15,-2-1-12-15,-3 1 12 16,4-1 100-16,-8 1 124 0,0 5 132 15,-4 1-36-15,-4 3-12 0,-4 4 24 0,0 3-28 0,0-1 16 16,-12 3-40-16,0 4-24 16,0-3-72-16,-8-1-76 15,4-2-60-15,-3-4-60 0,-2-4-76 0,6-5-276 16,2-3-172-16,2-10-112 0,3 0-28 16,-1-10-384-16,5-8-528 0,4-2-1484 15,0-28-2593-15</inkml:trace>
  <inkml:trace contextRef="#ctx0" brushRef="#br1" timeOffset="182762.764">19570 14271 1332 0,'0'0'11905'15,"0"0"-10169"-15,0 0-1192 16,0 0-332-16,0 0 200 0,0 0 380 15,-40 87 312-15,29-47-364 0,3 5-296 0,-1 9-148 16,2 7-112-16,-1-1-64 0,-1 3-108 0,5-3 36 16,1-5-48-16,3-5-8 0,0-12 0 15,0-3-4-15,12-10-48 16,0-3 48-16,-1-2-88 0,10 2-8 0,-1 0 60 16,3 0 40-16,-3 0-56 0,4 4 16 15,1-1 0-15,-2 4-16 0,-3-4 16 16,0 1 48-16,-8 2 48 0,-1 1 16 0,-2-1-52 15,-5 5 96-15,-4-8 176 16,0 4 56-16,-4-8-44 0,-9 2 116 0,6-1 88 16,-9-6-244-16,-4-3-148 15,-4-1-44-15,0-5-64 0,-3-5-48 16,-6-2-144-16,1 0-236 0,0-9-216 0,-3-7-188 16,-1-12-140-16,0-7-436 15,8 7-1512-15,-11-33-3501 0</inkml:trace>
  <inkml:trace contextRef="#ctx0" brushRef="#br1" timeOffset="182928.945">19523 14547 14337 0,'0'0'2168'16,"0"0"-1620"-16,0 0-236 15,84 0-188-15,-56-3-48 0,-1 0 20 0,-3 1-32 16,8-5-64-16,-1 3-76 0,10-2-72 0,2-4-324 0,10 5-64 15,1-5-268-15,-9 3-1144 0,22-2-3305 16</inkml:trace>
  <inkml:trace contextRef="#ctx0" brushRef="#br1" timeOffset="183353.9">20730 14855 12149 0,'0'0'3864'0,"0"0"-2536"15,99 10-648-15,-54-10-320 0,11 0 84 0,-5 0-112 16,-7-10-308-16,-4 1-24 0,-12 3-112 16,-4-4-84-16,-5 4-40 0,-6 0-256 0,-2 2-436 15,-7 1-740 1,0 3-1352-16,-4 3-3469 0</inkml:trace>
  <inkml:trace contextRef="#ctx0" brushRef="#br1" timeOffset="183528.518">20765 15227 8764 0,'0'0'6121'0,"0"0"-4585"0,0 0-1000 0,0 0-348 0,0 0 456 15,88 52 76-15,-48-50-32 16,4-2-76-16,3 0-256 0,6-13-184 16,3-3-172-16,3-3-64 0,1-3-288 15,-4 0-484-15,4 3-396 0,4 0-892 0,-21 5-2420 16,25 2-1769-16</inkml:trace>
  <inkml:trace contextRef="#ctx0" brushRef="#br1" timeOffset="183953.487">22550 14487 3768 0,'0'0'7721'15,"0"0"-5789"-15,0 0-700 0,0 0-184 0,-99 35-108 16,67-10-328-16,0 11-300 0,1 2-140 16,-1 6-12-16,4 7 136 0,4-3 100 15,4 2 84-15,4-5-76 0,12-4-72 16,0-3-52-16,4-4-72 0,12-1-120 15,0-5-84-15,8 1 4 0,0-4-8 16,-1 0 0-16,9-2-12 0,-4-4 4 0,4-1-4 0,-4-1-64 16,1-1 4-16,-2 0 64 0,-3 3-4 15,-4 0 12-15,-4 1 8 16,-4 1 4-16,-5 5-4 0,-3-4 64 16,0 3-60-16,-3-2 88 0,-9-5-4 15,-4 1 16-15,0-3 8 16,-12-3-60-16,0-3-60 0,-4-3-76 0,-3-7-228 15,-10 0-136-15,-2-7-224 0,-1-10-172 0,-3-5-188 0,2-9-504 16,1-5-684-16,12 5-2617 16,-7-23-4050-16</inkml:trace>
  <inkml:trace contextRef="#ctx0" brushRef="#br1" timeOffset="184117.414">22371 14649 13833 0,'0'0'2072'15,"0"0"-1604"-15,0 0-168 16,97-16 372-16,-71 13 8 0,-5 3-196 0,-5-3-436 16,0 3-48-16,0 0-88 0,3-3-84 15,-2 3-308-15,7 0-652 0,-5-3-704 0,-2 3-2205 16,7-7-4103-16</inkml:trace>
  <inkml:trace contextRef="#ctx0" brushRef="#br1" timeOffset="184385.772">23288 15179 15029 0,'0'0'3024'0,"0"0"-1888"0,0 0-1136 15,0 0-628-15,0 0-52 16,0 0 644-16,0 0 36 0,0 0 0 16,0 0-88-16,0 0-868 0,84 0-388 0,-60-16-964 15,-5 4-1733-15,9-14-1439 0</inkml:trace>
  <inkml:trace contextRef="#ctx0" brushRef="#br1" timeOffset="184709.567">23734 14649 11009 0,'0'0'6172'15,"0"0"-5400"-15,0 0-528 0,76-31-144 16,-41 11-96-16,-3 5 180 0,0-2 200 0,5 2-40 0,-2 3 120 15,1-2 260 1,4 1-128-16,-1 1-328 0,2 2-184 16,-2 1-8-16,-3 2-16 0,0-2-60 0,-8 6-60 15,-4-4-28-15,-4 7-20 16,-1 0-24-16,-2 0-40 0,-6 0 0 16,2 7-84-16,-5 5 12 0,-1 7 36 0,1 6 124 15,-8 10 84-15,0 7 0 0,0 12 0 16,0 6-4-16,-8 8-84 0,4 4-180 15,-3 4-136-15,-2 4-124 0,5-1-176 0,-4 3-192 16,1-2-144-16,3-7-228 0,-5-3-208 0,9-13-468 16,-4-6-409-16,4-19-491 0,0 2-1688 15</inkml:trace>
  <inkml:trace contextRef="#ctx0" brushRef="#br1" timeOffset="192925.327">11638 17072 3992 0,'0'0'52'16,"0"0"4768"-16,0 0-2896 0,0 0-763 0,0 0-533 0,0 0-132 15,11 66 92 1,-7-37-28-16,1 6-196 0,3 3-108 0,-4 3-92 16,-4 1-64-16,0-1-12 0,0-6-80 15,0-4-8-15,0-7-76 16,0-10-100-16,0-3-88 0,0-9-208 0,0-2-328 0,0 0-168 15,0-6-913-15,0-4-1251 0,-12-12-3908 0</inkml:trace>
  <inkml:trace contextRef="#ctx0" brushRef="#br1" timeOffset="193086.26">11466 16726 6696 0,'0'0'232'0,"0"0"4577"15,0 0-3437-15,0 0-76 0,0 0 40 0,0 0-392 0,0 0-432 16,0 0-512-16,0 0-28 16,84-20-232-16,-60 20-116 0,0 4-692 15,3 3-768-15,-7-1-2349 0,8 9-4011 0</inkml:trace>
  <inkml:trace contextRef="#ctx0" brushRef="#br1" timeOffset="193410.058">12156 17049 3268 0,'0'0'6540'0,"0"0"-4439"15,0 0-693-15,-48 74-128 0,40-55-4 0,-5-3-224 16,10-4-392-16,-1-2-376 0,0-4-196 16,4-3-40-16,0 0-44 0,0 0-4 0,8 1 0 15,4-1 112-15,7 3-108 16,-2-3 156-16,3 3-156 0,-1-2 44 15,2 2-40-15,-1 1 4 0,-5-1-8 16,2 3 192-16,-6 4 236 0,-3 0 8 0,5 3-132 16,-10 3-124-16,1-3-124 0,0 3 24 15,-4 0-84-15,0-3 0 16,-4 3-120-16,-3-3-100 0,-6-1-112 16,1 2-124-16,-4-5-120 0,1-3-56 0,-2 2-164 15,-2-3-432-15,-1-1-264 0,-1-1-804 16,10 0-2397-16,-6-2-2059 0</inkml:trace>
  <inkml:trace contextRef="#ctx0" brushRef="#br1" timeOffset="194138.212">13678 17189 4060 0,'0'0'6576'0,"0"0"-5455"0,0 0-557 15,0 0 60-15,0 0 500 0,0 0 100 16,0 0-140-16,0 0-472 0,0 0-180 15,0 0 104-15,0 0-92 0,44 70-88 16,-33-45-72-16,-3-3-100 0,0 3-72 0,-3 2-16 16,-1-2-96-16,-4-3-4 15,3 0-120-15,-3-2-8 0,0-5-40 0,0 2 36 16,0-9-100-16,0-1-292 0,0-3-428 16,0-4-324-16,-3 0-420 15,-1 0-560-15,-5-7-2901 0,-3-12-1547 0</inkml:trace>
  <inkml:trace contextRef="#ctx0" brushRef="#br1" timeOffset="194395.023">13522 16846 3284 0,'0'0'7304'0,"0"0"-6095"15,0 0-797-15,0 0 60 0,0 0 664 16,0 0-96-16,0 0-372 0,0 0-412 16,0 0-256-16,88 19-188 15,-68-12-64-15,0 2-748 0,0 1-308 0,0-1-1341 16,3 3-4035-16</inkml:trace>
  <inkml:trace contextRef="#ctx0" brushRef="#br1" timeOffset="194687.28">14080 17052 4256 0,'0'0'6769'0,"0"0"-5149"16,0 0-932-16,-51 90-280 0,34-62 364 0,6-3 492 15,-2-3-212 1,5-2-468-16,1-5-308 0,7-5-144 0,0 0-132 0,0-3-64 0,11-2 56 16,1 2 8-16,4 0 64 0,8-5-64 15,-4 4 12-15,0-2-12 0,0-2 0 16,-4 5 8-16,0 5 52 0,-4-1 100 16,-5 5 40-16,2-1-16 0,-5 7-96 15,-4 4 8-15,0 0-40 0,0-1-56 16,0 3-148-16,-8-2-76 0,3-4-36 0,-2-3-148 15,-1-3-264-15,4-7-156 0,0-2-228 16,-1-7-628-16,2 0-1537 0,3-22-2283 0</inkml:trace>
  <inkml:trace contextRef="#ctx0" brushRef="#br1" timeOffset="194987.06">14454 17259 7524 0,'0'0'2720'0,"0"0"-1279"15,0 0-173-15,0 0 500 0,92 67-28 16,-76-48-212-16,-4 3-432 0,4-3-468 0,-8-3-240 16,4-3-256-16,-8-4-132 0,4-3-8 15,0 1-100-15,-4-7-4 0,8 0 28 16,-4-3 72-16,4-7-124 0,0-6-172 16,0-3 4-16,-1-3 156 0,-2 0-24 15,-5 3 108-15,0-1 16 0,-4 5 44 0,0-1 4 16,-4 3-88-16,-5 3 88 0,-6 1 112 15,-2 3-64-15,-6-4 40 0,3 4-88 16,-8 2 0-16,0 4-88 0,4 0-96 0,-3 7 124 16,3 3 52-16,0 3-92 0,3 2-36 15,2 2-148-15,6 2-88 0,2 0-148 16,3 2-520-16,4-1-776 16,4-5-1340-16,0 11-2837 0</inkml:trace>
  <inkml:trace contextRef="#ctx0" brushRef="#br1" timeOffset="195887.143">14813 17240 4012 0,'0'0'7297'16,"0"0"-5833"-16,0 0-600 0,0 0-304 15,0 0 376-15,0 0 212 0,0 0-236 16,0 0-368-16,0 0-76 0,88-23 100 16,-76 40 60-16,-5 5-212 15,2 3-244-15,-1 6-112 0,-4 2-60 0,-1 2-120 16,-3 0-100-16,4-7-76 0,-4-3-220 0,0-9 96 15,5-9 0-15,-5-4 88 16,0-3-52-16,4 0-116 0,-4-7 340 0,8-1 160 16,-1-9 188-16,6 2-16 0,-2-2-132 15,1 2-40-15,4-1 0 0,-4 3 56 16,1 3 92-16,-2 1 16 0,-3 6-52 16,1 0 36-16,-2 3-64 0,-3 0 104 0,0 0-4 15,0 3 188-15,0 6-152 0,0 4-36 16,-4 3-84-16,0 3 24 0,0-3-36 15,0 1-88-15,0-6-60 0,0-4-52 0,0-4-60 16,0-3-60-16,0 0-16 0,8 0-60 16,0-10 308-16,4-1 100 0,4-3-4 15,-4-5-84-15,4 3 36 16,-1-3-48-16,2 6 0 0,-2 1 0 16,2 2 84-16,-2 1-8 0,-2-2 48 15,-2 9-40-15,2-1 28 0,-2 3 48 0,-3 0 108 16,5 0 4-16,-6 5 84 0,1 6 20 15,4 1-20-15,0 7-124 0,-4 7 12 0,0-1-52 16,-5 5-44-16,2 0-64 0,-1-2-84 16,0-4-196-16,0-6-56 0,-4-5-140 15,4-3-156-15,0-7-52 0,4-3-16 0,0 0-160 16,0-13-476 0,8-3-204-16,-4-9-916 0,-1 3-1761 15,6-14-871-15</inkml:trace>
  <inkml:trace contextRef="#ctx0" brushRef="#br1" timeOffset="196138.613">15674 17291 3696 0,'0'0'4148'16,"0"0"-1868"-16,0 0-683 0,36 82-241 0,-29-53 284 15,2-1 88-15,-1-4-200 16,-4-6-592-16,3-9-544 0,2-3-392 16,-5-2-72-16,7-4 24 0,-3-4 48 15,5-8 0-15,-2-7-48 0,1-3-148 0,0-4-112 16,-4-2-60-16,-4 2 96 0,0 3-24 15,1 2 196-15,-5 2-148 0,0 3 240 16,-13 3-292-16,1 0 200 0,-8 7 88 0,0 0-52 16,-7-1 4-16,-1 7 36 0,4 0 24 15,0 7 136-15,3 3-72 16,6 5-64-16,2 2-128 0,2 4 16 16,3-2-124-16,8 0-104 0,0-3-264 15,0-3-1244-15,0-4-2121 0,4 1-1143 0</inkml:trace>
  <inkml:trace contextRef="#ctx0" brushRef="#br1" timeOffset="196370.919">15917 17183 4772 0,'0'0'2436'15,"0"0"-636"-15,84-10-104 0,-52 10-63 16,0 10-269-16,-4 2-384 0,-1 4-200 0,-7 3-140 16,-4 7-60-16,-4 2-44 0,-4 7-92 15,-8 7-84-15,0-1-76 0,-4 4-136 16,-8-1-12-16,0-6-48 0,0-6 48 0,4-7-28 15,4-9-44-15,0-10 44 0,4-6-16 16,0 0-92-16,0-9-296 0,0-10 136 16,0-7-124-16,4-5 12 0,4-11 136 15,8-2-112-15,0-4-12 0,3 4-112 16,5-1-252-16,4 4-4 0,0 3-404 16,-4 12-1244-16,8-8-2985 0</inkml:trace>
  <inkml:trace contextRef="#ctx0" brushRef="#br1" timeOffset="196629.307">16673 17247 13805 0,'0'0'2488'16,"-31"72"-1788"-16,23-30-128 0,-4 9 452 0,0 16 364 0,4 2-192 15,4 7-491-15,0 6-305 0,4 1-180 16,4 3-52-16,8-3-168 0,-4-4-216 0,4-10-40 16,0-11-133-16,-4-14-123 0,4-12 24 15,-4-13-12 1,0-10 0-16,4-4-788 0,-4-5-660 0,-1-17-412 16,-2 4 40-16,-5-25-2753 0</inkml:trace>
  <inkml:trace contextRef="#ctx0" brushRef="#br1" timeOffset="196828.267">16555 17358 7856 0,'0'0'2512'0,"0"0"-1247"15,0 0-345-15,0 0 356 0,0 0 140 16,0 0-92-16,0 0-440 0,83-27-264 16,-59 38-92-16,0 1-84 0,-5 1-76 15,2 6-124-15,-1 0 4 0,-9 3-128 0,-3 5 16 16,1 0-136-16,-9 2-144 0,0 3-296 15,-4-4-332-15,-5-3-80 0,-2-2-116 0,3-14-412 16,-5-6-544-16,2-6-596 16,3-10-509-16,-1-24-3623 0</inkml:trace>
  <inkml:trace contextRef="#ctx0" brushRef="#br1" timeOffset="197191.543">16893 16637 1436 0,'0'0'9280'15,"0"0"-7747"-15,0 0 59 0,0 0-100 0,0 0-8 0,0 0 92 16,76 94-372-16,-69-42-496 0,1 11-180 16,1 10 44-16,-5 1 133 0,-4 1-233 15,0 2-208-15,0-7-264 0,0-6-192 16,0-8-172-16,0-11-181 16,4-10 21-16,3-16 84 0,2-10 64 15,3-5-28-15,3-4-84 0,1-13 32 0,5-6-112 16,-6-4-60-16,5-2 132 0,0 0 112 15,0 2 72-15,0 4 160 0,-1 3 28 0,-2 7 12 16,3 6 112-16,-4 3 488 0,-5 0 132 16,6 7-12-16,-6 1-76 0,2 5-52 15,-6 6-28-15,1-3 16 0,1 7-116 16,-5-1-144-16,-1 0 0 16,1 3-12-16,0-3 0 0,0-3-76 0,0-3-120 15,0-6-68-15,-4-4-92 0,5-2-24 16,-5-4-168-16,3-4-344 0,5-5-28 15,0-7 268-15,0-5-448 0,4-12-880 16,0 11-2516-16,4-16-2417 0</inkml:trace>
  <inkml:trace contextRef="#ctx0" brushRef="#br1" timeOffset="197335.514">17562 17348 9080 0,'0'0'4589'0,"0"0"-3309"0,0 0-636 0,17 67 60 15,-14-45 568-15,1-3 160 0,4 4-488 16,-4-8-540-16,1 1-236 0,-2-7-168 15,-3-2-72-15,0-4-220 0,0-3-160 16,0 0-200-16,0 0-212 0,0-3-500 0,-3-6-900 16,-6-2-1977-16,-3-8-815 0</inkml:trace>
  <inkml:trace contextRef="#ctx0" brushRef="#br1" timeOffset="197478.548">17435 17030 9260 0,'0'0'2581'0,"0"0"-1121"15,0 0 164-15,0 0-228 0,0 0-336 0,0 0-352 16,0 0-152-16,88-3-212 0,-68 10-136 16,-5-4-196-16,6 3-12 0,-2-6-196 0,1 6-568 15,4-3-652-15,-8 1-732 16,12 2-2693-16</inkml:trace>
  <inkml:trace contextRef="#ctx0" brushRef="#br1" timeOffset="197778.768">18156 17252 7564 0,'0'0'2980'0,"0"0"-1371"16,0 0-229-16,0 0-136 0,0 0-112 15,0 0-64-15,-83 74-140 0,62-42-160 16,6-1-104-16,2 4-176 0,2 3-180 0,7 0-124 16,-5 0-64-16,9-3 0 0,0-6-32 15,5-1-88-15,7-2 0 0,-1-7-72 16,9 0-40-16,5-7 16 0,-1 1-52 16,-1-6-132-16,5-2-76 0,0-5-112 15,-4 0-60-15,4 0-224 0,0-8-280 16,4-9-780-16,-8 5-1996 0,3-7-3249 0</inkml:trace>
  <inkml:trace contextRef="#ctx0" brushRef="#br1" timeOffset="198366.316">19291 16872 6868 0,'0'0'4157'0,"0"0"-2537"16,0 0-688-16,0 0-44 0,0 0 220 0,0 0 160 16,0 0-88-16,28 66-548 0,-15-21-180 15,2 6-108-15,2 13-48 0,-2-1-28 16,1 6-36-16,0-1-144 0,0-5 32 0,0-3-60 0,-4-6-60 15,4-6-60-15,-4-10-36 16,0-7-4-16,-1-9-44 0,-2-6-128 16,3-6-108-16,-5-3-148 0,2-7-224 0,-1 0-140 15,-4-7-384-15,-4-6-236 0,0-6-564 16,-4 6-1053-16,-13-12-2379 16</inkml:trace>
  <inkml:trace contextRef="#ctx0" brushRef="#br1" timeOffset="198548.011">18969 17252 9640 0,'0'0'1717'0,"0"0"-293"0,0 0-584 16,0 0 212-16,0 0 472 0,0 0-372 15,0 0-272-15,0 0-376 16,0 0-380-16,0 0 172 0,0 0 8 16,103-12 40-16,-43 9-216 0,0-4-128 0,0 1-112 15,-1-3-24-15,1-1 4 0,4 0 8 16,-4-5 40-16,0-1-336 0,-1 0-468 15,-3-3-540-15,-12 7-1120 0,12-5-3301 0</inkml:trace>
  <inkml:trace contextRef="#ctx0" brushRef="#br1" timeOffset="198829.578">19889 17306 14129 0,'0'0'1980'0,"0"0"-1552"0,-7 89-64 16,7-63 72-16,0 0 268 0,0-5 136 15,4-10-544-15,11-6-296 0,1-5-160 0,7-9 108 16,5-10-8-16,4-7 56 0,0-12-144 16,5-6-184-16,-5-4-52 0,0 4-24 15,-9 3 136-15,-3 6 84 0,-4 9 64 0,-8 7 120 16,-4 7 4 0,-4 1 176-16,-4 9 32 0,-9-2 4 15,-6 4 184-15,-5 0 60 0,-4 6-12 0,0 5-136 16,-4 1-36-16,-3 1-52 0,3 3-100 15,0 0-12-15,4 3-108 0,0-3-172 0,4 6-108 16,1-3-532-16,6 0-588 0,6-3-1084 16,2 10-4409-16</inkml:trace>
  <inkml:trace contextRef="#ctx0" brushRef="#br1" timeOffset="199390.922">21427 16995 9308 0,'0'0'7457'16,"0"0"-6561"-16,0 0-888 0,76-2 308 0,-32 2 240 15,7-4 32-15,1 4-168 0,0 0-200 0,-1 0-148 16,2 0 40-16,-1 4 8 0,-5-2-12 15,-3 2-108-15,-4-1-48 0,-4 6 40 16,-12-2-4-16,0 2-40 0,-13 7 40 0,-3 0-48 16,-8 9-160-16,-8 8 24 15,-7 4-36-15,-13 8-52 16,-9 5-24-16,-2 1 172 0,-8 0 136 0,2 0 4 16,-2 1 8-16,-1-8 136 15,4-4 36-15,0-1 52 0,12-8 108 0,4-5-52 0,5-4-48 16,10-10-60-16,6-1-60 0,7-6-124 15,11 2 4-15,9 0 116 0,16 1 100 16,9-2 108-16,2 1 88 0,13-7 21 0,-1 0-217 16,5-2-124-16,4-5-48 0,-5-5-48 15,1-2 0-15,-4 2-168 0,-4-1-161 0,-4 1-123 16,-5-5-204 0,-2 1-100-16,-10 1-228 0,-3-1-672 0,-8 3-1296 15,-5-6-2893-15</inkml:trace>
  <inkml:trace contextRef="#ctx0" brushRef="#br1" timeOffset="199609.811">22344 17043 12793 0,'0'0'1692'0,"0"0"-1388"0,0 0-64 15,0 0 388-15,-72 92 652 0,40-60-28 16,0 9-476-16,0 3-380 0,-7 4-128 15,-2 3-36-15,1 0-84 0,1 1-48 16,-1-2-100-16,0 0-156 0,4-5-100 0,4-4-176 16,0-2-48-16,8-12-60 0,5-2-140 15,-1-5-468-15,8-7-640 16,0-7-992-16,4-3-2493 0</inkml:trace>
  <inkml:trace contextRef="#ctx0" brushRef="#br1" timeOffset="200419.782">22670 17602 9724 0,'0'0'2473'0,"0"0"-1045"0,0 0-500 0,0 0 168 15,88-66-88-15,-64 56-376 0,0 3-208 16,-5 0-200-16,2 7-140 15,-6 0-84-15,-2 0 0 0,-2 7 0 0,-7 3 172 0,0 6 140 16,-4 3-92-16,0 6-72 16,-4 7-140-16,-11 3-4 0,-2 7 56 15,-2-4-60-15,-5-1-44 0,0-2 40 0,7-6 4 16,-2-4 4-16,3-3 84 16,4-8-88-16,4-2 0 0,5-3 0 0,3-2-124 15,0-2-112-15,0 6-132 0,15-2 280 16,1 1 88-16,4 2 64 0,0-2-4 15,0-1-52-15,-4 1 80 0,0-4 84 0,-4 4 36 16,-5-1 100-16,1 1-72 16,-3 0-40-16,-1-1 12 0,-4 1 72 0,0 3-48 15,0-1-12-15,-4 1-48 0,-5 0-28 16,-2-4-120-16,3 3-24 16,-5-5-216-16,-2-1-212 0,2-3-64 0,-2-3-84 15,-2 0-28-15,2-3-48 0,-1-10-292 16,4 1-264-16,1-4-116 0,2-7-392 0,1 2-537 15,4 2-2711-15</inkml:trace>
  <inkml:trace contextRef="#ctx0" brushRef="#br1" timeOffset="200864.832">23260 17465 8080 0,'0'0'3081'0,"0"0"-1465"0,0 0-828 15,0 0-24-15,0 0 672 0,0 0-268 16,4 77-608-16,-16-49-452 16,0 4-108-16,0 0 0 0,-4-1 0 15,4 2-8-15,0-2-68 0,1-2 28 0,-2-1 44 16,5-2-48-16,5-1-20 0,-1-6-4 0,4-3 28 15,0-4-28-15,0 2-24 0,7-2 12 0,1-3 4 16,5 1 76-16,2-1 8 0,2 1 0 16,-2-4 64-16,5 1 60 15,-4-4 64-15,4 3-16 0,-5 1-60 16,2-1 12-16,-2 3 200 0,-2-2-92 16,-6 2-8-16,1 1 24 0,-4-1-28 15,1 4-24-15,-5 1-36 0,0-6 24 16,0 5 12-16,0-4-12 0,0 5-12 0,-5-6-36 15,1 5-4-15,-4-6-8 0,-3 3-28 0,2-4-88 16,-6 0-8 0,3-3-280-16,-4-3-208 0,-4 0-116 0,0-6-184 15,0-1-228-15,-4-5-248 0,1-4-412 16,2-3-924-16,10 7-2553 0,-6-13-1458 16</inkml:trace>
  <inkml:trace contextRef="#ctx0" brushRef="#br1" timeOffset="201062.539">23264 17691 8928 0,'0'0'2197'16,"0"0"-121"-16,0 0-324 0,0 0-204 0,0 0-280 0,0 0-304 16,95 7-360-16,-71-7-432 0,4 0-172 15,8-7-8-15,1-3-252 0,2 1-72 16,4-7-136-16,6-3-472 0,-6 3-648 15,-7 3-1348-15,12-6-2621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18T08:50:48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7215 3746 8232 0,'0'0'492'0,"0"0"116"0,0 0 1345 16,0 0-581-16,0 0-32 0,0 0-116 15,0 0-28-15,0 0-12 0,0 0-220 16,0 0-276-16,0-48-184 0,-4 55-124 16,4 0-224-16,0 8-80 0,-4 10 68 15,0 11-20-15,0 11-28 0,4 10-24 0,0 10 64 16,0 9 60-16,0 10-76 16,0 6-24-16,4 6 8 0,-4 7-96 0,4 7 44 15,-4-2 128-15,0 5-104 16,4-1-16-16,0-6-47 0,5-4 35 15,-2-8-48-15,5-14-97 0,0-8-39 0,4-14-32 16,0-9-40-16,3-14-72 0,-2-7-132 16,2-8-128-16,-2-10-132 0,-2-2-264 0,1-10-216 15,-4 0 0-15,4-13-152 0,0-6-784 16,-4 3-857-16,0-19-3151 0</inkml:trace>
  <inkml:trace contextRef="#ctx0" brushRef="#br0" timeOffset="582.105">8096 4016 440 0,'0'0'964'0,"0"0"-104"0,0 0-156 16,0 0-180-16,0 0-188 0,0 0-336 15,0 0-704-15,-80 3 668 0,68-3 36 0,1 0 300 16,-2 4-300 0,1-1-1124-16,4-3-376 0</inkml:trace>
  <inkml:trace contextRef="#ctx0" brushRef="#br0" timeOffset="1267.93">7841 4070 1904 0,'0'0'1200'0,"0"0"-652"0,0 0-28 15,0 0 224-15,0 0 116 0,0 0 36 0,0 0-24 16,0 0-28-16,0 0 76 15,0 0 128-15,-84 44 49 16,76-37-73-16,0 2-40 0,0 1 32 0,0-4-20 16,1 7-64-16,2-4-20 0,1 5-84 0,4-2-148 15,0 1-164-15,0 3-176 0,4 3-92 16,4-1 20-16,8 6-60 16,0-6-64-16,8 1-92 0,-1-4 56 15,5-5-12-15,8-3 4 0,1-4-28 16,2-3-24-16,5-14 40 0,4 0-80 0,-5-5-8 15,6-6-64-15,-6-5-56 16,2-1-40-16,-6-4-84 0,1 3-12 0,-5-3-24 0,2-2-40 16,-10 1-20-16,1 1 68 15,-4 4 40-15,-4 2 8 0,-4 0 4 16,-7 7 8-16,-9 4 40 0,0 1 172 0,0 4 44 16,-13 4-40-16,-2 2-4 15,-2 4 88-15,-7 0-12 0,5 3 8 0,-9 10 40 16,0 2-84-16,-4 7-32 0,0 6-8 15,-4 5 148-15,1 5 24 0,-2 5-24 16,-3 5 36-16,-3 5 40 0,-1 8-64 16,-4-1 8-16,8 7-96 0,-4-5-72 0,9 6-48 15,7-9 44-15,4-2 4 0,8-6 8 16,7-10 64-16,6-3-64 0,3-10 40 0,3-3-48 16,10-3 4-1,2-3 4-15,6-2-4 0,3-2 108 16,-1-3-100-16,5-2 48 0,0-2 16 15,4 2-16-15,0-3-52 0,3-1 0 0,-3 0 4 16,5 0-4-16,-1 0-8 0,-5 4 0 16,9-1 0-16,-8 4-44 0,3-1-4 0,1 4 44 15,-3 3 4-15,-6 3 156 0,1-4-144 16,-4 4 76-16,-7-3 8 16,-6 4 0-16,-3-5 52 0,-4 4-64 0,1-2 124 15,-5 1-72-15,-5 5-52 0,-3-1-12 16,-7 0 52-16,-6-3-16 15,-3 3-12-15,-4-2-24 0,-4-4-20 0,-3-2-48 0,-1 3-4 16,0-7-136-16,1-4-44 0,3-3-236 16,-5-3-84-16,10 0-12 0,-1 0 24 15,4 0-80-15,4-9 152 0,4 2-140 16,4-2-188-16,4-4-92 0,0 1-348 16,4-4-400-16,4-1-668 0,0 6-617 0,0-8-2415 0</inkml:trace>
  <inkml:trace contextRef="#ctx0" brushRef="#br0" timeOffset="3051.52">9060 5067 1788 0,'0'0'5864'0,"0"0"-3700"0,0 0-603 16,0 0-289-16,0 0-60 0,0 0-60 16,0 0-248-16,0 0-260 0,-36-73-208 0,21 64 12 15,2-1-212-15,1 1 36 0,0 2-100 16,-4 4 76-16,4 0-76 0,0 3 88 16,1 3-52-16,-2 9-208 0,-2 8-76 15,2 8-44-15,2 7 32 0,3 6 16 0,8 3 60 16,-4 1 0-1,4-3-60-15,0-4-40 0,4-10-96 0,0-8 20 16,3-8-120-16,1-5 12 0,5-7-128 16,-2 0 76-16,2-4-64 0,6-9 32 0,-6-2-124 15,2-4 0-15,-3-1 124 16,0 5 104-16,-4-1 72 0,0 6 52 0,0 4 136 16,-4 3-172-16,4 3 124 0,0 6 64 0,0 7 588 15,4 6-68-15,-4 0-92 0,-1 6-24 16,2 3-64-16,-1 2-28 15,-4 1 40-15,-4 7-64 16,0 0-36-16,0 6-16 0,0 5 12 0,-4 2-76 0,-4 5-60 16,-5-1 0-16,6 2-100 0,-5-3 72 0,4-4-84 15,0 2-12-15,4-8-72 0,-4-3-4 16,8-3 76-16,-4-10 0 16,4-5-164-16,0-10 40 0,0-5 0 0,8-8-212 15,-4 0-388 1,0-8-348-16,4-9 152 0,4-8-420 0,-8 3-1629 15,4-23-2311-15</inkml:trace>
  <inkml:trace contextRef="#ctx0" brushRef="#br0" timeOffset="3484.558">9765 3829 10496 0,'0'0'3053'0,"0"0"-1381"0,0 0-412 15,-15 73 72-15,10-35-172 0,-3 6-280 0,4 7-196 16,-4 9-160-16,5 7-156 0,-6 6-64 16,5 9-111-16,-4 4-97 15,1 9-20-15,3-2-68 0,-1 2-8 0,-3 0 0 0,4-6-76 16,0-3 76-16,4-7-4 16,-3-5 0-16,3-8-92 0,0-6-37 15,0-3 33-15,3-6-44 0,1-6 12 0,0-7 8 16,4-3-32-16,-3-4-64 15,-1-6 0-15,3-2-340 16,1-7 68-16,-4-4 4 0,5-2-252 0,-6-3 24 0,5-4-416 0,-4-3-40 16,4 0-852-16,-3-10-569 15,2 4-1959-15</inkml:trace>
  <inkml:trace contextRef="#ctx0" brushRef="#br0" timeOffset="4566.347">11112 3057 5348 0,'0'0'5148'0,"0"0"-3359"16,0 0-577-16,0 0-16 0,0 0 60 0,0 0-364 15,0 0-120-15,0 0-80 0,0 0-124 16,0 0 48-16,-16 89-128 0,16-47-12 16,0 2-96-16,0 6-176 0,0 8 40 15,0 5-36-15,0 13-112 0,0 8-84 0,0 10-8 16,-4 17-4-16,-4 7 48 0,0 9-60 16,0 9 20-16,0 1-8 15,4 0 100-15,0 1-96 0,0-1 4 0,4 0 89 16,0-6-93-16,4-8 0 15,0-2 0-15,8-7-4 0,0-6-4 0,0 0-169 16,8-9 5-16,-5-4-40 0,2-3 16 16,-2-7 32-16,-2-8-84 0,-2-8 84 0,-3-9 160 15,1-5-48-15,-2-8 40 0,1-5-52 16,-4-5-76-16,0-1 52 0,1-7-64 16,-5-4-60-16,4-6-48 0,-4-7-848 0,0-2 620 15,3-4 224-15,-3-6-100 16,0 0-100-16,0 0-292 15,0-3-116-15,0-7-92 0,0-2-540 0,0-10-605 16,0 6-1119-16,0-22-3464 0</inkml:trace>
  <inkml:trace contextRef="#ctx0" brushRef="#br0" timeOffset="5778.275">11865 3823 4152 0,'0'0'2604'0,"0"0"-1372"16,0 0-324-16,0 0-232 0,0 0-352 0,0 0-68 16,0 0 68-16,0 0 1041 15,0 0-545-15,0 0-308 0,3 25 36 0,-3-22-40 0,0 3-128 16,0-3-28-16,0-3 0 15,0 4-88-15,0-4-24 0,0 0-52 16,0 0 0-16,0 0-72 0,0 0-116 0,0 0 0 16,0 0-12-16,0 0 0 15,0 0 8-15,0 0-48 0,0 0 44 16,0 0-8-16,0 0-84 0,0 0 24 0,0 0-60 16,0 0 24-16,5 0 8 0,-5 0 32 15,0 0-16-15,0 0 12 0,0 0 12 16,0 0 52-16,0 0-52 0,0-4 0 15,0 4 4-15,0 0 44 0,0 0 12 16,0 0-44-16,4 0 36 0,-4 0 12 0,0-3-8 16,0 3-8-16,0 0 4 15,0 0-36-15,0 0 40 0,4 0 8 16,-4 0 12-16,0 0 36 0,0-3-40 0,0 3 44 16,0-3-40-16,0 3 0 0,4 0 40 15,-4 0-44-15,0-3-8 0,0 3 0 0,0 0-4 16,0 0 4-16,0 0 0 15,0 0 0-15,0 0 8 0,0 0 44 16,0 0 8-16,0 0 16 0,0 0-24 16,0 0 12-16,0 0 36 0,0 0-12 0,0 0-28 15,0 0 4-15,0 0-12 0,0 0-40 16,0-3 0-16,4 3 36 0,-4 0-36 0,0 0 60 16,0-3-68-16,0 3 48 0,0 0-44 15,0 0 44-15,0 0-44 16,0 0 0-16,0 0 84 0,0 0-32 0,0 0-48 15,0 0 64-15,0 0-12 16,0 0 336-16,0 0-176 0,0 0-152 16,0 0-20-16,0 0-44 0,0 0-8 15,0 3 48-15,0 3 4 0,3 10 32 0,1 9 80 16,5 11 108-16,-1 7-12 0,-1 15 48 16,1 5-24-16,5 7-148 0,-6 6-136 15,1 0-64-15,-8 4-56 0,4-1 8 16,-4-3 0-16,0 4 64 0,0-7-52 15,-4 0-12-15,4-10 0 0,-4-5-8 16,4-7 68-16,0-10 4 0,0 0-16 16,-4-9 16-16,4-1-88 0,-3-6-124 0,3-2-52 0,0-10-64 15,0-5-64-15,0-3-200 16,0-5 72-16,0 0 256 0,0-5 32 16,0-3-228-16,0-11-280 0,0-6-572 0,0 2-1221 15,-4-25-2027-15</inkml:trace>
  <inkml:trace contextRef="#ctx0" brushRef="#br0" timeOffset="6082.634">11932 3928 2736 0,'0'0'3048'0,"0"0"-1292"0,0 0-408 16,0 0-300-16,0 0-196 0,80-11-219 16,-68 11-105-16,0 4 60 0,-4 3 40 0,4-1-160 15,-4 2-172-15,0 3-108 0,-4 4 4 16,0 1-68-16,-4 3 28 0,0 1-64 16,0-1 80-16,0-1 8 0,-4-1-28 0,-4-5 4 15,0 1 24 1,0-1-60-16,-4-2-116 0,-4 0-292 15,0-4-300-15,0 0-104 0,0-3-40 0,0 1-184 16,1-4-328-16,2 0-457 16,5 0-1227-16,-7-7-2044 0</inkml:trace>
  <inkml:trace contextRef="#ctx0" brushRef="#br0" timeOffset="6699.099">12710 3854 4120 0,'0'0'4448'0,"0"0"-3152"0,0 0-612 0,0 0 385 0,0 0 303 16,0 0-392-16,-80-35-220 15,68 42-244-15,-4 12-276 0,4 9 36 0,-4 11 64 16,4 5 52-16,-4 3 132 0,8 1 84 15,0-4-236-15,1-9-284 16,2-3-88-16,5-10-88 0,0-10-72 0,0 2-52 16,0-11-36-16,5 0-100 0,6-3 12 15,-3-3 72-15,12-7-200 0,-4-5-4 0,0-7 92 16,4-2-92-16,-4-1 100 0,0 3-240 16,0 0 200-16,-4 6 152 0,0 7 92 15,-5 3 24-15,-3 2 124 0,0 4 16 0,1 0 244 16,-1 10 596-16,3 2-304 15,-3 7-208-15,0 0-12 16,-4 11-52-16,4-2 88 0,0 4-136 0,1 3 72 0,2 6 80 16,-7 4 28-16,4 5-108 15,-4 7-52-15,0 4-36 0,0-2-40 16,0 6-88-16,-4-6-72 0,4-2-52 0,-3 1-24 16,-1-7-48-16,4-7 16 0,0-3 8 0,0-5-124 15,0-11-176-15,0-3 28 16,0-6-72-16,4-6-108 0,-1-4-92 15,1-3-448-15,0-3-288 0,4-3-409 16,1-3-787-16,-2-13-2756 0</inkml:trace>
  <inkml:trace contextRef="#ctx0" brushRef="#br0" timeOffset="9248.177">7813 6711 8340 0,'0'0'2084'16,"0"0"-963"-16,0 0-109 0,0 0 100 16,0 0-36-16,0 0-168 0,0 0-128 0,0 0-56 15,-4 80-140-15,16-54-100 0,-1 2-140 16,10 4-24-16,-6-3-60 0,1-4-76 0,5 0-64 16,-2-6 16-16,1-3-36 0,1-3-92 15,2-4 0-15,5-3 64 0,0-1-72 16,0-5-4-16,7 0 0 15,-3-5-68-15,4-7-28 0,1-4 40 16,-6 0-88-16,9-6 24 0,-8-3-84 0,3 0-148 16,-7-8-100-16,4 5 36 0,-8-4 144 15,1 0 16-15,-6 4 36 0,-7 0 52 16,0 5 160-16,-8 1 12 0,-4 6 160 16,0 3 164-16,-8 0-40 0,-3 0-24 0,-10 4-96 15,-3 0 20-15,0 2 36 0,1 4 100 16,-1 3 28-16,0 3-128 0,-1 7-84 15,1 5-52-15,1 8-12 0,-1 5 16 16,-4 4 72-16,4 6-16 0,0 4 28 0,1-1 84 0,-5 3-24 16,4 1 108-1,-1-1-72-15,1 4-72 0,5-6-40 0,-1-2-20 16,4-1-75-16,4-4-57 16,4-7-4-16,4-2-61 0,0-8 49 0,4 1-72 15,8-2-28-15,4 1 4 0,4-1 96 16,4 1-36-16,3 1 44 0,5 1 0 0,0-5 4 15,4 1-52-15,0-3 16 0,0 4 32 16,-4-5 8-16,0 1-4 0,-4-1 52 16,0 5-44-16,-1-6-8 15,-2 6 0-15,-5-1-8 0,-1-2 4 16,-3 3-12-16,1 2-32 0,-6-3 44 16,1 0 4-16,-8-3 64 0,4-1 8 0,-4-3 36 0,0 5 40 15,-4-5-40-15,-8 4 25 0,5-4-33 16,-10 4-4-16,2-3-24 0,-5-1-24 15,-1-2-48-15,-2-1-108 16,-5-3-52-16,0-3-157 0,0 0-11 0,0 0-120 16,4 0-40-16,0-6 36 0,5-1-196 15,6 0-252-15,2 2-436 0,3-2-648 16,4-3-1188-16,4-1-3677 0</inkml:trace>
  <inkml:trace contextRef="#ctx0" brushRef="#br0" timeOffset="10435.523">7095 6610 9068 0,'0'0'2065'0,"0"0"-805"16,0 0 132-16,9 89 48 0,-1-45-256 0,3 10-248 16,2 3-168-16,2 11-252 15,2 4-168-15,-2 11-140 0,5 6 24 0,-4 9-152 16,0 7-80-16,-1 0-52 0,-2 3-120 0,2-4-84 16,-2-2-28-16,-1-4 12 0,4-6-96 15,-4-9-180-15,-1-3 28 16,6-14-292-16,-2-5-184 0,1-17-536 0,5-9-708 15,-6-13-1985-15,9-9-1703 0</inkml:trace>
  <inkml:trace contextRef="#ctx0" brushRef="#br0" timeOffset="10820.508">9438 6705 928 0,'0'0'7640'15,"0"0"-6304"-15,0 0 45 0,0 0 79 0,0 0-32 16,0 0-240-16,37 80-156 15,-30-55-460-15,1 7-160 0,0 3-116 0,0 10-156 16,4 5 44-16,-8 4-48 16,4 9-76-16,-4 7-60 0,0 3-56 15,0 3-4-15,4 4 56 0,-4-1-8 16,3-3 12-16,2 0 36 0,-1-2-36 16,-4-7-4-16,3-8 4 0,2 0 60 0,-5-12-12 0,4-6-48 15,-5-3 0-15,5-10-108 0,1-6-164 16,-5-5-252-16,3-5-260 15,-3-5-536-15,4-4-748 0,-3-3-2137 16,-1-3-2079-16</inkml:trace>
  <inkml:trace contextRef="#ctx0" brushRef="#br0" timeOffset="11507.15">10347 7150 1668 0,'0'0'7712'0,"0"0"-5827"0,0 0-689 0,0 0-252 16,0 0-92-16,0 0 20 0,0 0-28 0,0 0-192 16,0 0-176-16,0 0-128 0,0 3-88 15,0-3-64-15,0 0-60 0,0 0-48 0,0 0-28 16,0 0-56-16,0 0 4 0,0 0-4 15,0 0 4-15,0 0-4 16,0 0 0-16,0 0 4 0,0 0-8 16,0 0-8-16,0 0-92 0,0 0-112 15,0 0-284-15,0 0-436 0,0 3-504 16,0 0-544-16,0 1-1169 0,0-1-3999 16,0-16 4380-16</inkml:trace>
  <inkml:trace contextRef="#ctx0" brushRef="#br0" timeOffset="16295.634">9147 7560 6536 0,'0'0'1624'0,"0"0"-808"15,0 0-312-15,0 0 1765 0,0 0-857 16,0 0-396-16,0 0-232 0,0 0-316 16,0 0-132-16,0 0 104 0,0 0-84 15,0 0 4-15,-75-68 24 0,70 65 4 0,5 3-80 16,0 0 36-16,0 0 128 0,-4 0 56 16,1 7-344-16,-1 0-184 0,-4 1-148 15,0 3-12-15,4-2 88 0,0-4 72 16,0 2-16-16,4-3-80 0,-4-1-4 0,4-3-8 15,0 0 56-15,0 0-44 0,4 0-64 16,0 0-112-16,4 0 272 0,0 0 40 0,4 0-40 16,-5 0-100-1,2 0 92-15,-1 0-52 0,-1-3 52 16,-3 3 8-16,0 0 0 0,1-4 0 16,-5 4 4-16,0 0-4 0,4 0 8 0,-4 0 4 15,0-2 36-15,4 2-44 0,-4-5-4 16,0 5-48-16,0-2 40 15,4 2 0-15,-4 0 8 0,0 0 48 0,0 0-40 16,0 0 0-16,0 0 44 0,0 0-4 16,0 0-48-16,0 0 0 0,0 0-48 0,0 0 40 0,0 0 4 15,0 0 0-15,0 0-48 16,0-3 44-16,0 3-52 16,0 0-88-16,0 0 148 0,0 0 12 0,0 0 60 15,0-3-64-15,0 3 44 0,0-4-52 0,-4 2-144 16,4-2 144-1,-4 1 0-15,0-1-48 0,-1 1 48 0,5-2 4 16,-4 1 0-16,0 1 48 0,1-1-44 16,-1 1 40-16,4 0-40 0,-4 3 68 15,0-4 8-15,-5 4-72 0,5 0 100 16,-3 0 36-16,-1 0-84 0,0 0 44 16,0 0-32-16,0 0-72 0,-4 0 4 0,4 4-8 15,0-1-4-15,-4 4-68 0,4 3-4 16,-4 2-12-16,1 4 4 0,-2 3 8 15,1 3 28-15,1 4 44 0,2 2-4 0,1 7-36 16,5 0 44-16,-1 2 0 0,0 2-16 16,4-1 4-16,0-6 12 0,8 1 8 15,-1-12 116-15,1-5-36 16,5-3-80-16,-2-7 4 0,-3 1 0 16,4-7 36-16,4 0-36 0,0 0 96 15,0-13-108-15,4-4-8 0,-4-1-140 0,4-4 0 0,-4-6-48 16,-1-2-64-16,2-1-76 0,-6 5-12 15,-3 1 0-15,5 5 124 16,-9 5 112-16,-1 5 60 0,1 2 40 16,0 8-36-16,-4 0 40 0,0 0 8 0,0 0 260 15,0 0 28-15,4 8 12 0,-4 5 96 16,5 3-48-16,-5 3-128 0,0 7-72 16,0 2-48-16,0 3-40 0,0 7 16 15,0 4 48-15,0 6 36 0,0 9-88 16,0 3 88-16,0 7-60 0,-5 3-88 15,5 0-4-15,0 0 88 0,-4-4 4 16,4-5-28-16,0-4 16 0,0-7-84 0,0-5 56 0,0-3 28 16,0-8-28-16,4-2-60 0,-4-7-8 15,5-3-116-15,-1-3 16 16,0-3-140-16,-1-6-32 16,5-1-4-16,-4-2-124 0,-4-7-60 0,4 0-204 15,1 0-276-15,2-4-512 0,5-4-268 16,-4-9-376-16,0 1-2237 0,0-12-2155 15</inkml:trace>
  <inkml:trace contextRef="#ctx0" brushRef="#br0" timeOffset="16665.501">10283 7317 15429 0,'0'0'1544'16,"0"0"-936"-16,0 0-536 0,0 0 16 15,0 0 308-15,0 0 96 0,0 0 28 16,0 0 104-16,0 0-72 0,116 33-104 0,-65-27-56 16,5 1-160-16,4-1-124 15,3-6 0-15,1 0-60 0,0 0-48 0,0-6-12 16,-9-4 4-16,1-2-136 0,-7-1-88 16,-10 0-120-16,-3 1-440 0,-4-5-336 0,-8 8-416 15,-9 3-1356 1,-15-1-3321-16</inkml:trace>
  <inkml:trace contextRef="#ctx0" brushRef="#br0" timeOffset="16850.858">10491 7629 14337 0,'0'0'2044'0,"0"0"-1808"15,0 0 212-15,0 0 100 0,0 0 156 0,103 16 332 16,-60-16-376-16,2-2-392 15,2-9-260-15,5-2-8 16,-4 4-136-16,-4-4-220 0,-9 1-480 0,-3 5-136 16,-8 1-456-16,-12 6-1032 0,0 0-2289 15,-15 13-1931-15</inkml:trace>
  <inkml:trace contextRef="#ctx0" brushRef="#br0" timeOffset="17033.297">10450 7915 8492 0,'0'0'1888'0,"0"0"-947"15,0 0-117-15,0 0 516 0,0 0-68 16,0 0-292-16,0 0-348 0,-28 67 80 0,52-58 128 16,12 1 88-16,8-4-144 0,4-6-172 15,7 0-268-15,9-3-28 16,0-7-108-16,0-2-100 0,4-4-108 16,-4 0-104-16,3 0-56 0,-7-3-400 0,-4 3-224 15,-1 3-172-15,-7-2-480 0,-8 1-1404 0,4 2-3581 16</inkml:trace>
  <inkml:trace contextRef="#ctx0" brushRef="#br0" timeOffset="17307.016">11928 6943 5108 0,'0'0'11593'16,"0"0"-10349"-16,0 0-1244 0,0 0 8 16,-4 76 212-16,4-36 384 0,0 4 332 0,0 6-144 15,0 7-352-15,8 7-88 16,-3 3-84-16,3 2-160 16,3 7-108-16,-3 1-80 0,-3-2-100 0,-1 2-28 0,-4-4-96 15,3-4-124-15,-3-8-160 16,4-10-84-16,0-3-128 0,0-11-428 0,0-5-968 15,-4-12-2185-15,5-1-2559 0</inkml:trace>
  <inkml:trace contextRef="#ctx0" brushRef="#br0" timeOffset="18184.833">13542 7274 7916 0,'0'0'5045'0,"0"0"-4065"0,0 0-232 16,0 0 8-16,0 0 288 0,0 0 188 15,88 43-108-15,-80-13-316 16,0 5-404-16,-4 7-108 0,-4 5-188 0,0 0-100 0,-4 1-8 16,-4-4-4-16,4-2-8 0,0-11-96 15,4-8-16-15,-5-7-60 16,5-10 0-16,0-6 12 0,0 0-36 0,5-3-48 16,3-7-76-16,4-2 324 0,4-11 0 0,-1-3 8 15,6-2 0-15,-1-4-48 0,-1 4-28 16,1-2 16-16,0 5-4 15,0 3 64-15,0 7 60 0,-4 2-12 0,-4 6-48 16,-4 7-4-16,0 0 4 16,-1 0 84-16,-7 7 184 0,5 6-8 0,-5 2-40 15,0 2-124-15,0 5-20 0,-5-7-4 16,5 5-72-16,-3-11 0 0,3-3-84 0,0-2-52 16,0-4 0-16,0 0-24 0,3-4-232 15,10-8 272-15,2-4 120 0,6-6 12 0,-1 2-12 16,-1 1-40-16,1 4-32 0,1 2 64 15,2 6 8 1,-3 7 244-16,0 0 52 0,-4 3 36 0,4 11-28 0,-4-3 40 16,0 10-40-16,-4 0 40 15,0 2-40-15,-4-1 24 0,3 3 12 16,-2-2-11-16,-5-2-13 0,4 2-100 16,-4-1-136-16,-1-2-80 0,1-1-84 0,0 0-84 15,1-7-296-15,-1 1-253 0,3-4-123 0,1-6-200 16,5-3-660-1,2-3-980-15,5-12-180 0,5-9-237 0,-6 6-1147 16,13-20-607-16</inkml:trace>
  <inkml:trace contextRef="#ctx0" brushRef="#br0" timeOffset="18526.193">14586 7478 7536 0,'0'0'3016'0,"0"0"-971"0,0 0-185 0,0 0-336 16,0 0-60-16,0 0 40 0,0 0-192 15,0 0-408-15,24 72-320 16,-28-59-207-16,0-7-149 0,4-3-140 0,0-3-88 15,0 0-60-15,0 0-36 0,8-3-36 16,0-10-100-16,4 0 184 0,8-8-97 16,-1-2-75-16,2 2-60 0,-6-3-84 0,5 6 96 15,-7-1 48-15,2 6 72 16,-7 3 52-16,-4 4-40 0,5 0 136 0,-9 6 0 16,0-4 280-16,0 4 88 0,0 0 20 15,-9-3-380-15,1 3 116 16,0 3-4-16,-8 7-108 0,1 2-12 0,-2 12-60 15,-2 1 60-15,-1 8 108 0,-1 7 100 16,6 1 0-16,-1 0-51 0,4-2-89 16,4-8-68-16,4-6-72 0,4-9-49 0,0-6-87 15,8-7-364-15,4-3-148 16,12-6 380-16,4-13-124 0,4-6-164 0,3-8-336 16,5-5-856-16,4 0-860 0,-12 10-1581 0,15-10-899 15</inkml:trace>
  <inkml:trace contextRef="#ctx0" brushRef="#br0" timeOffset="19198.777">15403 7292 5196 0,'0'0'2212'15,"0"0"-732"-15,0 0 8 0,0 0-71 16,0 0 43-16,-84 16-192 0,61-9-156 16,-2 6-132-16,-2 0-8 0,-1 2-144 15,3 7-16-15,-3 4-40 0,5 6-196 0,-1 6-200 16,0 3-36-16,4 0 0 0,0 4 37 0,8-3 159 16,0-7-112-16,5-7-196 0,7-9-180 15,0-10-48-15,0-2-8 0,7-7-136 16,10 0 0-16,2-7 44 0,9-9 16 15,4-13-96-15,4-6-220 0,4-9-137 16,0-6 5 0,-1-4-32-16,-3 0-20 0,4-1 8 0,-4-1-28 15,0-5-84-15,-4-2-244 0,-4-1-132 0,-4-5-56 0,-5-2 336 16,-6 1 404-16,-2 0 200 0,-7 7 80 16,-4 0 36-16,4 5 64 0,-4 8 140 0,0 8 52 15,0 8 176-15,0 5 112 16,0 10 128-16,0 9-32 0,0 4 92 15,0 3 68-15,0 3-28 0,-4 0-204 0,4 3-196 16,0 1-84-16,0 4-140 0,-4 5 4 16,4 10-76-16,-4 5 96 15,4 4-8-15,-4 9 36 0,1 7 32 0,-1 6-32 16,-5 9-88-16,1 4-40 16,-7 9 0-16,2 3-8 0,-2 3-60 0,-5 1 0 15,3-3-40-15,6-4 28 0,-1-8-12 16,0-14-4-16,8-8-168 15,0-7-152-15,4-8-108 0,0-6-140 0,4-8-364 16,0-1-756-16,4-11-2341 0,4-1-2123 0</inkml:trace>
  <inkml:trace contextRef="#ctx0" brushRef="#br0" timeOffset="20331.471">13438 6943 8248 0,'0'0'1892'0,"0"0"-783"0,0 0 199 15,-60 74-272-15,37-39-212 0,-1 5-216 16,0 9 20-16,0 1 28 16,5 4-132-16,-2 7-176 0,1 5-48 0,8 4-52 0,5 3 12 15,7 3-112-15,0 4-148 0,11 2-76 16,6 1-156-16,11-1-28 15,7 1-16-15,9-4-196 0,8-3-396 0,8-3-148 16,7-9-596-16,-15-19-1097 0,40 5-1967 16</inkml:trace>
  <inkml:trace contextRef="#ctx0" brushRef="#br0" timeOffset="20865.934">16754 7347 15661 0,'0'0'1456'0,"0"0"-1356"0,-44-73-92 0,20 48-8 16,-4 0 124-16,-4 5 384 0,-4 7 108 15,1 10-72-15,-2 3-176 16,5 12-24-16,0 14-112 0,1 12-84 0,-1 9 8 15,4 11 164-15,0 2 152 16,5 0 136-16,2 1-267 0,10-7-229 16,2-13-112-16,5-12-72 0,4-14-40 0,4-5-45 15,5-10-15-15,6 0-44 0,9-10-28 16,4-11-268-16,8-9-248 16,0-4-268-16,-1-7-616 0,-3 2-464 0,4 1 164 15,-3 6 436-15,-6 7 735 0,-3 6 437 0,-4 9 336 16,-1 4 0-16,-6 6 553 15,-5 3 579-15,-1 10 376 0,-7 9-216 0,0 3-236 16,0 7-280-16,0 10-164 0,-7 2 56 16,-1 5 60-16,0 7-176 0,0 7-100 0,0 11-60 15,0 2-24-15,0 13-16 16,0 3-36-16,0 6-108 16,4 6-124-16,-4 2-40 0,5 2-44 0,3-7-12 0,0 1-144 15,0-7-16-15,0-7 40 0,0-4-40 0,7-12-72 16,-3-11 76-16,4-7 32 15,-4-7-84-15,4-12 12 16,-4-7-72-16,0-5-52 0,0-4-12 16,0-12-24-16,0-1-40 0,-4-6-248 0,0 0-152 15,0-6-700-15,0-7 4 0,4-9-336 0,-4 6-1037 16,0-15-2555-16</inkml:trace>
  <inkml:trace contextRef="#ctx0" brushRef="#br0" timeOffset="24399.954">16957 6359 6492 0,'0'0'1492'0,"0"0"-516"0,0 0-460 15,0 0-64-15,75 67 2417 0,-58-48-1545 0,-2 3-224 16,2 0-244-16,-6 0-80 0,6 3-104 16,-6 2-212-16,1-2-212 15,0 4-28-15,4 2 64 0,-9 5-36 16,2 2-76-16,-1 3-64 0,-8 6 16 15,0 7 0-15,-4 4-28 0,-9 8 4 16,-2 5-28-16,-1 1-24 0,-8 4-44 0,0 0-4 16,-4 0-8-16,0-6-64 15,0 0-148-15,-3-9-160 0,3-8 120 0,0-2 40 16,4-9-4-16,-4-7-244 0,4-4-152 16,0-9-216-16,4-3-320 0,5-8-400 15,3-9-1016-15,3-11-2861 0</inkml:trace>
  <inkml:trace contextRef="#ctx0" brushRef="#br0" timeOffset="27565.236">15104 3813 7496 0,'0'0'6001'15,"0"0"-4933"-15,0 0-388 0,0 0 24 16,0 0 100-16,0 0 44 16,0 0-92-16,0 0-140 0,0 0-152 0,0 0-72 0,0 0 280 15,0 0 244-15,80 44-443 16,-41-31-229-16,6-4-100 0,-2 4-72 0,5-7-60 16,0 1-12-16,-4 0-44 0,3-5 32 0,1-2-108 15,0 0-112-15,0 0-229 16,-5-9-99-16,-2 2-100 0,-5-5-220 15,-5 3-424-15,-15-1-1420 0,0 0-2961 16</inkml:trace>
  <inkml:trace contextRef="#ctx0" brushRef="#br0" timeOffset="27742.494">15315 4045 13461 0,'0'0'1772'16,"0"0"-852"-16,0 0-832 0,0 0 264 0,0 0 184 15,0 0 208-15,72 72 268 16,-36-65-164-16,7-3-260 0,6-4-372 0,-2-11-216 16,9-4-192-16,-4-8-200 0,-1-5-244 0,-3-7-312 15,-4 1-652-15,-11 5-1580 0,-2-15-4917 16</inkml:trace>
  <inkml:trace contextRef="#ctx0" brushRef="#br0" timeOffset="27983.884">15749 3517 12961 0,'0'0'1980'15,"0"0"-1740"-15,0 0 36 0,0 0 176 0,0 0 164 16,100 67 280-16,-72-41 20 0,4-1-348 16,4 4-200-16,0-1-268 0,-1 3-100 0,-3 2-248 15,-4-1 76-15,-8-1-72 0,-8 7-128 16,-4-3 16-16,-8 7-64 0,0-1-128 0,-12 3 36 31,-4-3 72-31,-7 4 148 0,-5-1 92 0,0-2-40 16,-8 2-72-16,4-2-108 0,-5-2-84 0,2-1-172 15,3-7-320-15,-4-4-841 0,16-9-1339 16,-7-3-3560-16</inkml:trace>
  <inkml:trace contextRef="#ctx0" brushRef="#br0" timeOffset="29565.271">17698 3210 4424 0,'0'0'1368'0,"0"0"-380"16,0 0 324-16,0 0 168 16,0 0-23-16,0 0-29 0,0 0-216 15,0 0-236-15,0 0-192 0,0 0-120 0,0 0-96 16,19-45-20-16,-19 45 72 0,0 0 84 16,0 0-128-16,0 4-180 0,0 2-188 15,0 7-76-15,-3 9 64 0,-5 6-60 0,0 10-124 16,4 7 0-16,-4 9-12 0,4 3-48 15,0 6 44 1,0 5 4-16,0 7-8 0,0 1 0 0,-4 4-56 0,0 3 56 16,0-4 8-16,0-6-4 0,0-7 4 15,-4-5 0-15,8-10-4 0,0-7-64 16,4-9 8-16,0-4-64 0,0-6-72 16,0-1-12-16,4-2-100 15,0-7 28-15,8 1 68 0,-4-3-20 0,0 0-104 16,0-7-72-16,0-6-324 0,-5 3-160 15,6-3-264-15,-1 0 356 0,-4-3-320 16,3-6-484-16,-2 2-797 0,-1-12-1955 0</inkml:trace>
  <inkml:trace contextRef="#ctx0" brushRef="#br0" timeOffset="30334.458">18295 3438 11325 0,'0'0'1284'0,"0"0"-328"0,0 0-356 16,0 0 56-1,-24 79 316-15,24-56 168 0,0 2-120 16,9-2-328-16,6-1-176 0,2-3-172 0,-2-7-52 16,9-2 12-16,4-4-120 0,4-6 24 15,4 0 0-15,3-6-84 0,6-10-64 16,2-6-60-16,1 0-136 0,-4-6-96 0,4-1-144 16,-5-3 56-16,-3 3-8 0,-7 4-4 15,-1 3-88-15,-9-1 40 16,-3 8 108-16,-5-2-64 0,-2 9 124 0,-9-3 212 0,-4 5 76 15,0 0 24 1,-12 6-88-16,-4 0 36 0,-4 0-44 0,-3 4 120 16,-5 4-36-16,-8 9 36 0,-1 2-24 15,-2 9 60-15,-5 4 36 0,0 2 0 0,-3 7-12 16,2-1-60-16,2 0-36 0,7-2 84 16,8-6 12-16,4-3 24 0,8-4-76 0,8-6-68 15,4 0-64-15,4 0-64 0,0-2 4 16,0-2 60-16,8 1-4 0,4 3 0 15,4-3-8-15,0 1-60 16,-1-3 60-16,6 2 8 0,-1 4 4 16,-1-1-4-16,2-1-36 0,-1 7 40 0,-9-2 124 15,6 3-28-15,-9-4 52 0,-1 0-76 16,-7 3 64-16,0-5-88 0,0 2 28 16,-4 0-4-16,-3-4-60 0,-10-1-12 15,-3-1-24-15,1-3-208 16,-5-4-64-16,3-3-80 0,-2-3-8 0,3-3-132 15,0 0-76-15,0-3-252 0,4-3-208 16,4 0-344-16,0-1-780 0,8-2-929 0,-4 3-943 16</inkml:trace>
  <inkml:trace contextRef="#ctx0" brushRef="#br0" timeOffset="30617.276">18924 4203 2568 0,'0'0'784'16,"0"0"-628"-16,0 0-24 0,0 0 440 0,0 0 120 15,0 0-56-15,0 0-140 0,0 0-132 0,0 0-168 0,0 0-132 31,0 26 0-31,0-26 28 0,0 0 92 0,0 0 204 16,0 3 92-16,-7-3-232 0,3 3 64 0,0-3 128 16,0 0 40-16,-4 0-208 15,4-3-272-15,0 0-648 0,0-3-416 0,0-1-576 16,0 1-844-16,51 25-1300 0</inkml:trace>
  <inkml:trace contextRef="#ctx0" brushRef="#br0" timeOffset="30862.471">18924 4203 1488 0</inkml:trace>
  <inkml:trace contextRef="#ctx0" brushRef="#br0" timeOffset="31199.004">18924 4203 1488 0,'37'-75'8648'0,"-46"68"-7435"15,-2 0-853-15,-1-2-244 0,0 2 396 0,-4 1 548 0,0 6 424 0,1 0-288 0,-2 6-420 0,2 10-264 16,-6 4-152-16,5 5-40 15,1 7 64-15,-2 0 108 0,2-1 160 16,7-1-212-16,-5-5-160 0,6-6-168 16,7-7-112-16,0-3 0 0,0-5-184 15,0-1-196-15,11-3-48 0,2 0 160 0,6-10-40 0,1-2 48 16,1-5 0-16,3 2-148 16,-5-3-60-16,1-2-56 0,-4 7 100 0,0 4 44 15,-4 2 116 1,0 7 76-16,-4 0 52 0,0 7 136 0,-4 5 376 0,4 4 128 15,-4 6-56-15,0 3-160 16,0 4-112-16,-4 3 20 0,0 6-20 16,0 0 72-16,0 6 60 0,-4 0-76 15,-4 8-32-15,-4-1-28 0,-4 2-76 16,4 5-32-16,-8-1-56 0,4-3 40 16,1 3-48-16,-2-6-44 0,6-10-4 0,-2-6-28 15,9-7-72-15,0-9-84 0,4-6-164 0,0-10-124 16,4-3-164-16,9-9-80 0,-2-10-320 15,5-13-1380-15,-4 7-1525 0,8-29-1079 16</inkml:trace>
  <inkml:trace contextRef="#ctx0" brushRef="#br0" timeOffset="31539.036">19590 3184 9080 0,'0'0'5685'0,"0"0"-4805"0,0 0-692 15,0 0 76-15,0 0 452 0,21 83 452 16,-18-48-84-16,1 7-288 0,0 5-340 15,-4 7-228-15,4 3-32 0,-4 6-12 0,0 7-52 16,-4 7-68-16,-4-1-64 16,1 3 8-16,-10 3-16 0,6-5 4 0,-6-1-72 15,2-7 16-15,2-2 0 0,2-10-100 16,3-6 16-16,-1-6-88 0,5-7-112 0,1-10-132 16,3-1-88-16,0-6-40 0,3-5-140 15,10-6-224-15,-5-5-376 16,-1-1-544-16,6-4-689 0,2-6-2019 15</inkml:trace>
  <inkml:trace contextRef="#ctx0" brushRef="#br0" timeOffset="31759.667">20176 3953 4028 0,'0'0'12369'16,"0"0"-10925"-16,0 0-1308 0,0 0 220 0,84 3 4 16,-56-3-4-16,0 0 88 0,-5-3-164 15,5-1-280-15,4-3 0 0,-4-1-452 0,4-2-608 16,-8 3-456-16,-4-1-940 0,-8 4-2421 0,-9 4-4191 16</inkml:trace>
  <inkml:trace contextRef="#ctx0" brushRef="#br0" timeOffset="31918.948">20124 4194 14085 0,'0'0'2332'0,"0"0"-1584"0,0 0-512 0,0 0 248 16,0 0 208-16,0 0 608 0,0 0-248 0,80 44-372 0,-48-44-339 16,3 0-269-16,1-6-72 15,1-3-301-15,-5 2-235 0,0-6-244 16,-1 4-188-16,1 3-768 0,-9 0-2508 0,14 6-4353 15</inkml:trace>
  <inkml:trace contextRef="#ctx0" brushRef="#br0" timeOffset="32582.091">21383 3279 4852 0,'0'0'2976'0,"0"0"-760"0,0 0-563 16,0 0 47-16,0 0-192 0,0 0-300 0,0 0-292 15,0 0-308-15,0 0-52 0,13 70 136 16,-6-25-4-16,1 12-224 0,1 6-144 16,-5 7 44-16,-1 3-168 0,-3 7-40 0,0-1-56 15,-7 7-16-15,-2-4 40 16,-3-2 8-16,5-7-84 0,-2-7 36 0,5-9-8 16,0-8-64-16,4-5-12 0,0-6 0 15,0-10-88-15,4 1-8 0,0-10-48 16,0-2-52-16,1-5-220 15,2-3-20-15,1-5-140 0,5-4-112 16,-2 0 100-16,5-7-132 0,4-6-888 0,-4-6-792 16,0 0-1993-16,4-13-2483 0</inkml:trace>
  <inkml:trace contextRef="#ctx0" brushRef="#br0" timeOffset="37748.35">22773 3660 8688 0,'0'0'996'0,"0"0"333"15,0 0-337-15,0 0-96 0,0 0 8 0,0 0 148 16,0 0-20-16,-79 4-140 0,63 2-248 16,-3 1-108-16,-2 5 8 15,6 1-140-15,-2 2-36 0,6 5 24 16,7-1-12-16,-1 7 120 0,5-1-216 15,0 0-140-15,5 3-72 0,3-2-72 16,3 0 8-16,-3-8-12 0,8-2 4 16,0-3 0-16,0-7 0 0,5-6 340 0,7 0 36 15,-1-9-376-15,4-7-432 0,-3-3-248 0,4-4-236 16,-4-5 264-16,-4-4 236 16,-3 1-204-16,-2 1-484 0,-3 2 568 15,-4 2 336-15,-8 5 120 0,-4 5 80 16,0 3 120-16,-4 0 52 0,-8 4 340 0,-4-1-264 15,0 4 4-15,0 3-92 16,-3 0 0-16,2 3-12 0,-2 9-52 0,3 1-96 16,-5 6-8-16,6-1-40 0,-2 4-52 15,2-3-136-15,3 4-172 0,4-5-340 16,4-1-1144-16,0-2-3149 16,4-5-2383-16</inkml:trace>
  <inkml:trace contextRef="#ctx0" brushRef="#br0" timeOffset="38031.457">23140 3626 9712 0,'0'0'1048'15,"0"0"-699"-15,0 0 63 0,0 0 588 16,52 83 184-16,-44-55-80 0,-4 3-248 0,-4 4-300 16,0 4-256-16,0 3-100 15,-8 2-112-15,-4-4 36 0,5-1-24 16,-6-1 0-16,2-10 24 0,3-6 100 0,3-8-100 0,1-6-12 15,4-4-112-15,0-4 136 0,0 0 100 16,0 0 108 0,4-9 160-16,9-8-120 0,-2-5-336 0,9-6-48 15,0-4-76-15,0 1 4 0,4 2-28 16,-4 4-8-16,0-1-64 0,0 8-52 0,-1 1-72 16,-2 4-96-16,-2 4-80 15,-2-1-188-15,2 4-168 0,-2 3-608 0,-2 0-948 0,2 3-1533 16,-2 0-443-16</inkml:trace>
  <inkml:trace contextRef="#ctx0" brushRef="#br0" timeOffset="38949.78">23997 3577 10224 0,'0'0'2521'0,"0"0"-993"16,0 0-592-16,0 0-68 16,0 0 544-16,0 0-212 0,0 0-244 0,0 0-356 0,0 0-296 15,0 0-108-15,0 0-96 16,8 36 116-16,-4-4-68 15,0 5 36-15,0 11 56 0,0 6-7 16,0 7 23-16,-4 6-16 0,0 5-116 0,0 4-52 16,0 4-24-16,-4 3 48 0,-8-4-96 15,0 3-40-15,4-6-8 16,0-5-48-16,5-8-28 0,3-6 40 0,0-6-24 0,0-6 100 16,0-8 8-16,0-5-48 0,3-10-24 0,1-6-136 15,0-6-97-15,-4-7-439 0,4-3 160 16,-4 0 156-16,4-10 12 15,0-2-200-15,0-10-468 16,0-10-416-16,0-6-772 0,-4 2-2857 0,4-21-2827 16</inkml:trace>
  <inkml:trace contextRef="#ctx0" brushRef="#br0" timeOffset="39219.37">24077 3752 10164 0,'0'0'1717'16,"0"0"-1025"-16,0 0-80 0,0 0 684 0,0 0 104 0,0 0-384 16,95-50-444-16,-70 46-264 0,-2 4-84 15,1 0 0-15,0 0-4 16,-4 7-48-16,-1 0-48 0,2 2-124 0,-10-3 12 0,2 7 24 16,-5-1-28-16,-8 4-8 15,0 4 8-15,-8 5 64 16,-12 4-72-16,-1-1-68 0,-7 4-92 0,1-4 24 0,-1 1-12 15,0-6-28-15,0-4-192 0,0-4-140 16,4-2-4-16,5-4-128 16,-5-2-216-16,4-4-408 0,4-3-1152 0,0 0-2341 15</inkml:trace>
  <inkml:trace contextRef="#ctx0" brushRef="#br0" timeOffset="71633.42">11690 9676 6716 0,'0'0'7397'0,"0"0"-6081"0,0 0-564 0,0 0-536 0,0 0 60 16,0 0 260-16,0 0 380 15,43 74 68-15,-31-30-432 0,4 11-112 0,-8 11-204 16,5 7-92-16,-10 10-132 0,1 9 172 15,-4 9-184-15,0 1-72 0,0 6-28 16,-4 3-56-16,1-6-104 16,-6-3-116-16,9-13 44 0,-4-11 112 0,0-7 72 15,0-18-12-15,0-11-100 0,1-14-208 16,-1-9-228-16,-1-13-272 0,1-6-356 16,-4-12-1128-16,1-7-673 0,-14-25-2731 0</inkml:trace>
  <inkml:trace contextRef="#ctx0" brushRef="#br0" timeOffset="71935.727">11546 9890 1784 0,'0'0'756'0,"0"0"5472"0,52-73-4932 0,-29 48-163 0,9-4-77 16,5 6 424-16,-1 1-212 15,3 3-264-15,5 3-276 0,0 1-240 16,-1 4-104-16,-7 9-100 0,1 2 64 15,-9 7 220-15,-9 7-568 0,-3 6 60 16,-4-1 112-16,-8 3-24 0,-4 1 24 16,0 5 36-16,-4 4-48 0,-8 3-16 0,-8 0-76 15,-4 0-68-15,0 3-136 0,-3-7-36 16,-1-1-24-16,-4 1-160 16,0-5-72-16,0-1-376 0,4-3-228 15,-3-6-200-15,3-3-28 0,3-4-588 0,1-3-469 16,0-2-207-16,9-4-1760 15,-2 0 1172-15</inkml:trace>
  <inkml:trace contextRef="#ctx0" brushRef="#br0" timeOffset="72727.719">13184 9544 1960 0,'0'0'1200'15,"0"0"-1188"-15,0 0 5212 16,0 0-3296-16,0 0-559 0,0 0-333 0,0 0-92 0,0 0-44 16,0 0-244-16,0 0-304 15,0 0-176-15,-76 13-168 0,64-1 8 16,-4 4 56-16,-4 3 4 0,0 3 76 16,0 3-40-16,-4 0-32 0,0 8-32 0,-4-2-48 0,-4 4-4 15,1 1-40-15,-5 2 44 16,0 0 76-16,4-3-4 0,-7 2-72 15,7-2-40-15,0-3-36 0,-1-3 76 0,10-3 52 16,3-8 72-16,8-5 0 16,0 0 88-16,4-7-24 0,4 0 60 15,0-3 24-15,4-3-72 0,0 0-200 16,0 0-36-16,4 0-176 0,8 4 212 16,4 5 284-16,8 1-276 0,8-1 288 15,0 4-184-15,4 3 112 0,3 1-140 0,-3-3 28 16,-4 5-60-16,3 1-52 0,-3-1-88 15,1 0-12-15,-1 0-48 0,-5 0-36 16,1-3-64-16,0-3-88 0,0-1-184 0,-4-6-192 16,4-6-396-16,0 0-780 0,-9 0-1337 15,9-2-3219-15</inkml:trace>
  <inkml:trace contextRef="#ctx0" brushRef="#br0" timeOffset="73314.82">13988 9601 6716 0,'0'0'7781'0,"0"0"-6669"15,0 0-812-15,0 0 156 16,-79 6 104-16,59 11 296 0,0 5 196 16,0 6-428-16,4 10-292 0,4 3-112 0,5 10 0 15,-2 2 36-15,9 2 72 0,0-4 28 16,0-1-152-16,0-12-136 0,9-6-68 0,-2-12-48 15,5-8-88-15,0-5-8 0,0-7-4 16,8-4-72-16,0-8 24 0,4-11-48 16,0-5-196-16,0-7-160 0,-5-3 48 0,5-4-28 15,-3 1 148-15,-6 4 172 16,1 1-128-16,0 4 176 0,-8 7 140 16,0 6 72-16,-4 9 100 15,0 4 172-15,-4 6 136 0,4 0 212 0,-4 6-200 0,4 11 60 16,0 5-148-16,-1 6-88 15,2 8-72-15,-1 4 96 0,0 5-20 0,0 2 80 16,0 7 0-16,3 7-120 0,2 6-52 0,3 5-80 16,-1 5 68-1,2 5 16-15,2-5-76 0,-2-1-3 0,-2-6-77 16,1-5-8-16,0-4 0 0,0-4-141 0,1-5-39 0,-2-5-84 16,1-3 12-1,-4-3 24-15,4-5-24 0,-4-4-72 16,0-7-248-16,0-3-172 0,0-6-40 0,-4-6-352 0,0-4-304 15,-1-3-392-15,-3-3-928 16,0-3-2137-16</inkml:trace>
  <inkml:trace contextRef="#ctx0" brushRef="#br0" timeOffset="77998.056">24371 4549 628 0,'0'0'2504'0,"0"0"-1100"0,0 0-1116 0,0 0 52 15,0 0 244-15,0 0 3296 0,0 0-2539 0,0 0-401 16,0 0-144-16,0 0-32 15,0 0 48-15,-11 77-192 0,14-65-88 16,5 1-108-16,5 6-68 0,-2 0-44 0,6 6 12 16,2 1 40-16,9 9-192 15,0 3 52-15,8 6-124 0,4 4 60 16,4 8-60-16,4 6-16 0,3-1-8 16,5 5-76-16,0-3-64 0,0 1 64 15,-1-1-72-15,1-2 60 0,4-5-36 16,-8 2-76-16,4-5 48 0,-9-1 64 0,1-2-76 0,-12 2 0 15,4-2-84-15,-13-2-16 16,1-4-60-16,-3 1 136 0,-5-1-148 0,-1-6 36 16,-6 0-96-16,-2-3-256 15,-7-7 8-15,0-3-484 0,-4 1-1132 0,-4-6-2133 16,-16-2-1551-16</inkml:trace>
  <inkml:trace contextRef="#ctx0" brushRef="#br0" timeOffset="79064.097">18973 7277 6688 0,'0'0'3100'0,"0"0"-1731"0,0 0-793 0,0 0 144 15,0 0 592-15,0 0-588 0,99-70-92 16,-67 57-268-16,0 4-60 0,0-4-204 15,8 4 88-15,4-1 16 0,0-2-156 0,3 2 92 16,5 1 32-16,4 2 28 16,-1 1-36-16,1 3-164 0,0 3 0 0,4 0-4 15,-4 3 4-15,4 3 72 0,0 3-72 16,3 1 8-16,9-1 52 0,-1-5 16 16,5-1 48-16,3-3-120 0,5-7 4 15,8-2 208-15,4-10-204 0,8-4-12 16,3 2-100-16,1-5-112 0,3 5 200 15,1-3-148-15,-5 6 60 0,1 2 96 0,-9 3 4 16,1 3-64-16,-9 8-36 16,1-3 52-16,-4 5-116 0,-4 0-8 15,0 0-16-15,-1 5 188 0,1-5-120 0,4 0-4 16,3-10 124-16,5 1 12 16,-1-7-4-16,5 2 44 0,-1-1-40 0,-2-1 0 15,2 0 32-15,-7 3-44 0,-5 0 0 16,0 4 72-16,-3-4 168 0,4 4-152 15,0-1-16-15,7 1-60 0,-3 3-16 16,7-4 8-16,1 0 52 0,4 1-52 16,-1-1 4-16,-3 1 80 0,0-1-88 15,-5-3 8-15,-3 1 4 0,-4-1-12 0,-1 0 4 0,-7 1 48 16,-5-1 32-16,-3 1-80 16,-4 5-4-16,-8-3-8 0,-8 7-140 15,-5 0 96-15,-11 3-44 16,-4 0-156-16,-12 6-984 0,-5 4 544 15,-10 6-376-15,-5 6-468 0,-8-6-2473 0,-28 12-3591 0</inkml:trace>
  <inkml:trace contextRef="#ctx0" brushRef="#br0" timeOffset="80250.889">18335 10258 4744 0,'0'0'1508'16,"0"0"-352"-16,0 0 92 16,0 0 1697-16,88-70-1649 0,-53 41-264 0,-3 1-288 15,9-7-36-15,-2 1-132 0,5-4-44 16,0-4-144-16,3 0-92 0,6-2-84 16,-1 3 72-16,4-1-8 0,-5 4-116 0,9 3-64 15,-4 4 52-15,3-2-140 0,-3 8 52 16,8-2 0-16,-4-3-60 0,7 5 0 0,1-7-48 15,-1 1 48-15,6-4 0 0,6-4-4 16,1-1-40-16,4-2 40 16,3-2 0-16,4-5 4 0,10 5-12 0,-6 0-40 15,5 0-96-15,-5 2 24 16,1 4-196-16,-5 3 232 0,-3 0-148 0,-4 4 100 0,-5 2 12 16,-2 1 0-16,-2 3 36 0,1-5 88 15,-5-1 0-15,-3 2 36 16,-1-5 140-16,2-1-176 0,-1-4 4 0,-1 1 0 15,1 3 0-15,4-3-4 0,-1-3-124 16,5 3 0-16,8-4 12 16,0 1-64-16,3 0 28 0,5-1-80 15,0-2 12-15,3-1 16 0,-3 1 60 16,0-3 72-16,-1-1 64 0,-4 0 8 16,-3-2 0-16,0-1-4 0,-5 0-8 15,-3 0-196-15,-4 0 104 0,0 4 12 0,-1-1-88 0,-3 3-52 16,3 4 164-16,-2 0 56 15,-2 7 4-15,1 1 4 0,-4 5 0 16,-1 3-4-16,-3-1 8 0,-4 4-4 16,-9 0 116-16,2-1-56 0,-1 2 80 15,-5-5-52-15,-3 4-12 0,0-3-28 16,0 2-48-16,-4-3-116 0,3 1-8 0,-2 3-68 16,-1-3-48-16,-1 3-112 0,-3 2-56 15,-4 5 156-15,0 3 84 0,0-2 156 0,-1 1 12 16,1 0 140-16,0 1 52 0,0-4-16 0,0 3-48 15,4-6 36-15,-4 1-88 16,4-1-28-16,-1-4-48 16,1 1 0-16,4-3-8 0,-4 5-48 0,5-2 52 0,-2 3-4 15,-3 0-68-15,0 3 76 16,4 1 152-16,-5 2 88 0,-3 2 52 16,4 3 20-16,-8-2-108 0,4 0-16 0,-1 1-36 15,-3-1 72-15,1 1-36 16,-1 0-56-16,0-1-20 0,-5-3-12 0,1 3 0 15,1 1-12-15,-6 3-40 0,-3-1-48 0,0 4 8 16,-4 3 28-16,0-3-36 0,-4 3-100 16,-4 0-36-1,0 0 36-15,0 0 40 0,0 0-4 0,0 0-168 16,-4 3-508-16,-4 3-16 0,0-2-1064 16,-12 2-4013-16</inkml:trace>
  <inkml:trace contextRef="#ctx0" brushRef="#br0" timeOffset="80888.14">25248 6324 5624 0,'0'0'10225'15,"0"0"-8561"-15,0 0-1192 16,0 0-348-16,0 0 208 0,0 0 52 0,0 0 20 16,0 0-120-16,0 0 264 0,111 16 184 0,-55-13-340 15,8 4-196-15,4-1-40 16,4-3-144-16,-1 1 160 0,5-4-64 0,-4 0 73 15,3-4-125-15,-3-2-56 0,-4-4-100 16,-1 1-8-16,-7-1 11 16,-4 1-51-16,-8-1-20 0,-8 3-136 15,-8 1-52-15,-8 0-80 0,-5 6-252 0,-11 0-108 16,-8 0-464-16,0 0-804 0,-15 12 344 16,-9 1-1084-16,4 0-2113 0,-32 10-99 15</inkml:trace>
  <inkml:trace contextRef="#ctx0" brushRef="#br0" timeOffset="81088.804">25376 6661 12165 0,'0'0'1596'0,"0"0"-760"15,0 0-580-15,0 0 20 0,0 0 240 16,0 0 504-16,15 70-100 0,22-58-168 16,6 1-84-16,9 0-80 0,8-4-136 15,4 1-168-15,-1-4-128 0,1-6-32 0,0 0 8 16,-1 0-132-16,-3-6 0 0,0-4-84 15,0-2 12-15,-4-4-88 0,-5 0-244 16,-3-7-356-16,-8 4-212 0,-4-3-256 16,-5 0-768-16,-10 3-1860 0,-10-10-1921 15</inkml:trace>
  <inkml:trace contextRef="#ctx0" brushRef="#br0" timeOffset="81383.465">26053 6061 11249 0,'0'0'1272'0,"0"0"-876"0,95-7-244 0,-51 7 332 15,4 7 24-15,4 2 12 0,-8 5 48 16,-5 0 88-16,2 5 12 0,-2 0-232 0,-7 8-200 0,0-2-24 16,-4 3-152-16,0 4 4 15,-8 0-64-15,-4-1 72 0,-5 5-60 16,2 2-12-16,-9-1-52 0,-4 2 40 0,0 3 12 15,-8 2 0-15,-5-3 64 0,2-3-64 16,-6-3 8 0,-2 0-4-16,3 0-4 0,-4-7-52 0,0 1-96 15,-4-4-164-15,5-6-212 16,-2 1-344-16,1-8-416 0,5-9-728 0,2 0-1981 0,-2-9-2935 16</inkml:trace>
  <inkml:trace contextRef="#ctx0" brushRef="#br0" timeOffset="82629.863">27464 5403 9108 0,'0'0'1644'0,"0"0"-871"0,0 0-389 16,0 0 208-16,0 0 352 0,0 0 32 0,0 0-292 15,0 0-256-15,0 0-104 16,-21 70-20-16,21-38 88 0,-4 6 92 0,4 7 64 0,0 9-16 16,0 2-100-16,0 14-100 15,-3 10-60-15,3 8-128 16,-4 15-20-16,0 8-76 0,-1 6 28 0,-3 1-4 16,4 2 12-16,1 1-80 0,-1-6 40 15,0-2 64-15,4-4 4 0,-4-8-28 16,4-6 4-16,-5-5 0 0,5-11-88 15,0-10 0-15,0-9 4 0,0-6-4 0,0-5-4 0,0-15-68 32,0-4-28-32,0-11 16 0,5-10-64 0,-5-7-108 15,8-2-160-15,-1-11-88 0,5-13 204 0,8-10-280 16,1-17-412-16,-2-12-944 16,-3 5-892-16,12-47-3761 0</inkml:trace>
  <inkml:trace contextRef="#ctx0" brushRef="#br0" timeOffset="83388.237">28025 5509 12117 0,'0'0'1368'0,"0"0"-960"15,0 0-356-15,0 0 328 0,-11 66 468 16,11-41 460-16,0 7-212 0,0 3-256 16,3 1-224-16,5 1-176 0,0 1-84 15,4 0-12-15,4-6-88 0,0-3-120 0,4-8-88 16,-4-4 72-16,8-4-8 0,4-7 80 15,4-4-8-15,0-2-88 0,3-2-84 0,5-4-12 16,0-11-68-16,4-2-28 0,-1-3-172 16,-3-3-76-16,4-4-44 15,-8-2-4-15,0-1 48 0,-1 3 0 16,-7 1-24-16,0-1 132 0,-7 1 16 16,-6 5 132-16,1 1-8 0,-8 3 96 15,-8 3 160-15,0 4-36 0,0 1 36 16,-8 6 84-16,-8 2 16 0,1 3-152 15,-13 0-56-15,0 6 108 0,-4 7-40 16,-8 8 76-16,0 5 40 0,-4 6 44 16,-4 6 12-16,1 7 0 0,-1-1-24 0,4 7-24 15,-4 2-48-15,4 5-76 0,5-5-12 16,-2 8-8-16,10-6-39 0,-1-5 47 16,12-6 4-16,0-9-16 0,12-6-24 0,5-10-72 15,3 0-56-15,0-7-16 0,11 1 12 16,1-1 60-16,8 2-4 0,0-2 0 15,8 4 8-15,-1-3-8 0,6 3 0 0,-1 0-108 16,0-1 52 0,0 1-13-16,-1 3 1 0,1-3-28 15,-4 0 40-15,-1 3-36 0,-6-2-28 0,3 2 112 16,-9-1-36-16,-2-2 48 0,-2 3 0 0,-7 4 0 0,0-5 112 16,-4 1 80-16,0 4-32 0,-4-4-51 15,-4 0 23 1,-3-3 40-16,-6 0 44 0,2 0-20 0,-9-4 8 15,0-2 4-15,-4-1 32 0,-8-3-20 16,0 1-124-16,1-4-96 0,-6-3-48 16,-2 0-148-16,3-3-264 0,4-4-252 15,0 1-105-15,8 0-107 0,5-4-240 0,6 1-392 16,6-1-1072-16,7 4-2025 16,4-13-2471-16</inkml:trace>
  <inkml:trace contextRef="#ctx0" brushRef="#br0" timeOffset="84063.811">28942 6731 1056 0,'0'0'9348'16,"0"0"-8023"-16,0 0-889 16,0 0 64-16,0 0 468 0,-32-72 224 0,23 65-32 15,2 3-144-15,3 4-48 0,-8 0-44 0,3 0-224 16,2 13-320-16,-5 3-208 0,-4 10-160 15,4 7 0-15,4 6 48 0,4 3 0 0,0 0-8 16,4-2-52-16,0-5-76 0,0-6-20 16,8-10-100-16,-4-10-48 15,8-3-124-15,-4-6-40 0,4 0 224 16,4-9-100-16,0-10 88 0,3-3-176 0,5-8-184 16,-3-1-152-16,-6 4 64 15,1 3-84-15,5 8 348 0,-6 7 76 0,2 6 128 0,-2 3 176 16,5 10 328-16,-4 5 240 15,0 12-140-15,0 6 92 0,-4 6-20 16,4 8 120-16,-9 4-272 0,-2 6-40 16,-1 4 40-16,-4-1-40 0,0 4-64 15,0 6 64-15,-4-1-60 16,-5 1-16-16,6 0-160 0,-1-3 40 0,0-4-52 16,0-2-48-16,4-11-12 0,0-5-108 0,0-13-36 15,4-11-164-15,0-11-108 0,0-10-164 16,-1-6-124-16,1-16-140 0,1-11 28 0,3-14-684 15,-4-10-752-15,0 6-2241 0,-1-31-1843 16</inkml:trace>
  <inkml:trace contextRef="#ctx0" brushRef="#br0" timeOffset="84388.628">29591 5534 14233 0,'0'0'1952'0,"0"0"-1952"15,0 0 156-15,0 0 56 16,0 0 768-16,0 0 196 0,19 101-452 0,-14-56-320 16,3 9-160-16,4 9-8 0,-4 7-32 15,4 10-92-15,-4 8-4 16,-1 5-108-16,-2 1-84 0,3 8 36 0,-4 0-28 15,-4 0-56-15,4-8-176 0,-1 1 64 16,-3-5-60-16,4-5 108 0,0-5-28 0,-4-7-120 16,0-9-208-1,0-7-8-15,0-13-20 0,0-9 16 0,0-9-252 16,0-14-344-16,0-6-404 0,5-6-749 16,-1-6-1767-16,0-23-2356 0</inkml:trace>
  <inkml:trace contextRef="#ctx0" brushRef="#br0" timeOffset="84738.681">30081 6353 14381 0,'0'0'1548'16,"0"0"-1384"-16,0 0 40 0,0 0-180 0,0 0 600 0,79 0-40 15,-54 6 24-15,6-2 144 16,1-1-148-16,8 0-104 0,0 0 12 0,4 0 12 15,0-3-280-15,0-3-108 0,-1-3-100 16,-3-4-36-16,-4-3-4 0,0 4-84 0,-4-3-204 16,-8 1-108-16,-4-2-212 0,-4 4-268 15,0 0-292-15,-8 6-760 16,-8-1-1916-16,0 4-1481 0</inkml:trace>
  <inkml:trace contextRef="#ctx0" brushRef="#br0" timeOffset="85097.853">30137 6804 12985 0,'0'0'2360'16,"0"0"-1492"-16,0 0-856 0,0 0 340 0,0 0 108 16,0 0 172-16,0 0-60 0,0 0-328 15,0 0 128-15,92 6-52 0,-49-6-40 16,6 0 28-16,2 0-224 0,1 0-84 15,-5-3-60-15,1 0 0 0,-4-4-4 0,0 1-8 16,-4 0-64-16,-1-1-208 0,2-5-392 16,-2-1-168-16,-7 1-496 15,4-5-1088-15,-12 4-2497 0,0-6-3614 0</inkml:trace>
  <inkml:trace contextRef="#ctx0" brushRef="#br0" timeOffset="85480.218">31356 5561 14409 0,'0'0'2540'0,"0"0"-2488"0,0 0-52 15,0 0 0 1,0 0 100-16,0 0 880 0,8 71 164 16,-8-39-456-16,0 0-300 0,0 6-68 15,0 6-4-15,0 4 0 0,0 6 0 0,0 6 37 16,0 7-49-16,0 6-48 0,0 6-28 16,0 4 4-16,0 3-40 15,0 3-156-15,0-3-36 0,0 2-108 0,0-2-36 0,0 0-64 16,0-4-84-16,0 1 88 15,0-4-40-15,0-6 3 0,0-6-39 16,0-4 60-16,0-9-84 0,0-7 72 0,0-8-84 16,0-11-88-16,0-2-112 15,4-11-344-15,-4-5-452 0,0-3-984 0,0-7-2025 0,-4 0-2055 16</inkml:trace>
  <inkml:trace contextRef="#ctx0" brushRef="#br0" timeOffset="89764.118">2967 13116 13013 0,'0'0'1780'0,"0"0"-696"16,0 0-656-16,84 31 96 0,-44-18 248 0,0-1 132 15,4 2-328-15,4-2-196 0,3 1-208 0,1-8 60 16,8 0-52-16,0-5-180 0,4-5-160 16,-4-3-20-16,3-9-128 0,-7-2-148 15,0 0-244-15,-5-2-8 0,-2-2-336 16,-10 1-960-16,-11 6-2345 0,-8 7-2735 16,-16-1 4344-16</inkml:trace>
  <inkml:trace contextRef="#ctx0" brushRef="#br0" timeOffset="89947.431">3151 13506 5764 0,'0'0'8413'0,"0"0"-7413"16,0 0-776-16,0 0-48 0,0 0 440 16,72 70 260-16,-25-60 68 0,13-5-252 0,0-1-176 15,8-4-244 1,-1-4-52-16,2-8-220 0,-6-3 0 15,1-2-192-15,0-5-216 0,-8 3-292 0,-5-3-376 0,-7-4-88 0,-8 4-852 16,-8 7-2625-16,-4-11-2387 0</inkml:trace>
  <inkml:trace contextRef="#ctx0" brushRef="#br0" timeOffset="90246.859">3506 12811 7292 0,'0'0'4905'16,"0"0"-4025"-16,0 0-432 0,88-9 100 0,-49 9 208 16,13 0-48-16,-1 9-168 0,9 3 100 15,4 4-140-15,4 3 108 0,0 4-188 16,-4 5-408-16,-8 4-12 0,-1 3-52 16,-11 3-32-16,-8 6 76 0,-4 1-128 15,-8 3 132-15,-13 3-84 0,2 2-36 16,-13 1 124-16,0 1-48 0,-9 2 48 0,-6-3 68 15,-6-1 44-15,-3 5-60 0,-4-4 20 16,-4-4-8-16,1 1-64 16,-5-6-4-16,0-4-108 15,1-6 60-15,3-7-96 0,4-6-148 0,4-9-440 16,4-3-432-16,0-6-716 0,12-4-1001 16,0-4-2683-16,0-3 712 0</inkml:trace>
  <inkml:trace contextRef="#ctx0" brushRef="#br0" timeOffset="91180.752">2900 12849 4652 0,'0'0'6297'0,"0"0"-4629"15,0 0-672-15,0 0-172 0,0 0 428 0,0 0 188 16,0 0-140-16,0 0-560 16,0 0-288-16,-79 63-184 0,47-28-268 15,-12 9-116-15,-4 14-44 0,-8 5-24 0,0 11 48 16,-3 5-84-16,6 0-12 0,2-2 132 16,7-8-60-16,8-6 100 0,8-11 48 15,9-8-76-15,6-6 76 0,10-9-64 16,3-4 76-16,0-2-8 0,11-4 8 0,6 0 8 15,7 0 152-15,7 0 76 16,5-1-52-16,8 1 76 0,0 3-128 16,7 1-20-16,1 2 48 0,0 0-100 15,-1 5-52-15,2 1 140 0,-5 1-64 16,-5 3-84-16,2 4-132 0,-6-6 120 16,-7 3-124-16,0-4-108 0,-4-1-16 0,0-2 28 15,-5-4 48-15,-3-3-40 0,0-3-60 0,-4 1-320 16,0-4-504-16,4-7-796 0,-8 1-1108 15,0-7-2581-15,0-3-354 0</inkml:trace>
  <inkml:trace contextRef="#ctx0" brushRef="#br0" timeOffset="99429.58">7091 11991 1056 0,'0'0'13141'16,"0"0"-11481"-16,-83 74-1660 0,39-36-312 0,-12 9 248 15,-8 11 64-15,1 5 404 0,-9 7 64 16,5 3 80-16,-6 3 60 0,6 0 84 0,3-3-100 16,8-3-260-16,13-7-220 0,3-8-52 15,7-11-48-15,10-6 40 16,7-6-40-16,4-4-8 0,8-2 4 0,4-5 40 16,8 3 308-16,12-2-220 0,7 0-84 15,14 3-44-15,2 0-16 0,9 1 4 16,4-3-56-16,-1-4-28 0,5-5-84 15,-8 3 0-15,0-1-48 0,-8 0 136 16,-9 3 76-16,-10 3 8 0,-5 6 216 0,-9 7 40 16,-7 4-96-16,-4 2-36 0,-4 3-16 15,-7 4 4-15,-6-6-16 16,-6 2-36-16,-5-6-8 0,-3-4-52 0,-6-8-48 16,-3-4-244-16,-7-5 120 0,-1-9-120 15,-1-8-300-15,2-2-60 0,-1-10-336 16,12-5-804-16,8-2-704 0,13 0-745 0,15 0-971 15,0 6-1363-15,28-3 5575 0</inkml:trace>
  <inkml:trace contextRef="#ctx0" brushRef="#br0" timeOffset="99995.957">7175 13570 1108 0,'0'0'1436'0,"0"0"2516"15,0 0-3340-15,0 0-68 0,-75-6 820 0,55 2 148 16,-1 4 45-16,2 0-357 15,3 6 48-15,4 4-164 0,3 3-56 0,6 3-216 16,3 9-220-16,0 10-184 0,8 9-124 0,4 7-100 16,-1 5-12-16,6-1-72 15,-2-1-4-15,-2-9-96 0,-5-10-108 16,3-10-140-16,2-15-44 0,-2-10-168 0,10-4 52 16,3-18-12-16,-1-9-128 0,1-11 36 15,0-9 96-15,0 4 228 16,-5-1 184-16,2 4 4 0,-1 9-4 0,-5 6-8 0,6 13-200 15,-2 7-40-15,-3 9 0 0,5 6-24 16,-2 16 276-16,-3 13 388 16,0 12 292-16,0 8-364 15,0 2 12-15,-4 6-52 0,0 4 60 0,-5 3 124 16,-3 6-140-16,1 4-8 0,-5 2 68 16,0 4-44-16,-12 3 32 0,0-3-36 0,-8-1-52 15,4-9-12-15,-8-2 28 0,4-13-52 16,-8-11 0-16,5-13-136 15,-1-7-60-15,-4-15 76 0,0-12-124 0,-4-6-172 16,-4-17-216-16,4-10-4 0,-8-15-36 16,4-12 244-16,-3-6-88 0,3-15-380 15,0 0-384-15,8-4-840 0,12-5-1128 16,4 2-85-16,12-4-1779 0,8 25 972 16,20-37 3029-16</inkml:trace>
  <inkml:trace contextRef="#ctx0" brushRef="#br0" timeOffset="100238.794">7853 12503 820 0,'0'0'12097'0,"0"0"-10557"0,0 0-1012 16,3 83 280-16,1-33 172 0,-4 11 100 15,4 8-92-15,5 11-352 0,-5 6-232 0,3 5-120 16,5 2 132-16,-3 5-16 0,2-3-132 0,1-2-232 15,-3-5-36-15,-2-8-256 0,5-10-232 16,-3-16-60-16,-2-9-272 0,5-18-264 16,0-10-456-16,4-17-616 0,4-6-308 15,-5-18 131-15,6-7-1755 16,-6-10-840-16,-2 6 4920 0</inkml:trace>
  <inkml:trace contextRef="#ctx0" brushRef="#br0" timeOffset="100513.517">8215 13522 1384 0,'0'0'10949'0,"0"0"-8873"15,12 92-1204-15,-8-54-232 16,0 4 140-16,4-8 352 0,0-4-244 0,0-11-456 0,0-13-380 16,8-6-52-16,-1-6-184 0,9-13-40 0,1-11 116 15,-1-4-16-15,0-11-12 16,-5-2-88-16,1-2-72 0,-8 8-12 16,1 6 72-16,-10 7 76 0,1 6 36 15,-4 6 124-15,-7 7 36 0,-10-2 124 16,2 11 264-16,-6 4 156 0,5 12-272 0,-3 9 12 15,-2 10-24-15,6 3-100 0,2 6-84 16,2 1 8-16,-2-3-24 0,6-8-96 0,3-5-160 16,0-10-232-16,4-9-300 15,0-7-84-15,0-3-144 16,11-10-664-16,10-12 320 0,-1-7-64 0,8-5-561 16,-1-8-1047-16,1 4-1792 0,4 3 2368 15,-4 7 1661-15</inkml:trace>
  <inkml:trace contextRef="#ctx0" brushRef="#br0" timeOffset="100803.938">8562 13458 184 0,'0'0'1696'0,"0"0"-940"0,0 0 4376 15,84 58-75-15,-69-23-3197 0,-2 3-604 16,-2 3-176-16,1 3-148 0,-3-6-8 16,2-3-76-16,-3-10-248 15,1-6-140-15,-2-8-152 0,5-11-96 0,4 0-212 16,4-13-156-16,0-10-64 0,4-8-84 16,4-5-112-16,-5-5-84 0,1-1-4 15,0 12 136-15,0 4 20 0,1 10 92 0,-2 13 80 16,-3 3 108-16,0 17 68 0,-1 8 208 15,-2 6 140-15,2 4-28 16,-2 6-24-16,-1 1-52 0,-4-4-48 0,3-3-12 0,1-10 60 16,0-3 12-16,-4-9-132 15,4-10 36-15,0-3-160 16,5-13-64-16,-2-6-104 0,1-9-52 0,-5-8-88 16,6-4-24-16,-6-5-84 0,2 1-88 15,-6-8-152-15,2-5-312 0,-6 0-1016 0,1-4-2177 16,-4 14-3859-16,-4-13 6548 0</inkml:trace>
  <inkml:trace contextRef="#ctx0" brushRef="#br0" timeOffset="107605.977">11096 13183 5792 0,'0'0'1612'0,"0"0"1668"0,0 0-2059 16,3-71-517-16,-3 49-140 0,0 0-108 0,0-3-72 15,-3 5-32-15,-1-1-48 0,-4 2 328 0,4 0 184 16,0 8-136 0,-4 5-60-16,0 6 12 0,0 0-36 0,-8 11-204 0,0 7-392 0,-4 14 0 15,-4 6-88 1,5 9 88-16,-6 7 0 0,5 7 4 0,5-1 8 16,2-3 56-16,9-6-68 0,0-11-184 31,4-7-28-31,13-14-280 0,-1-10 36 0,8-9 68 0,3 0-220 0,1-15-20 15,4-7 176-15,0-4 236 0,0-5 92 0,-4-1 56 16,-8 3 68-16,0 7 0 0,-4 9-52 16,-5 10 48-16,-3 3-8 15,1 16 12-15,-1 6 152 0,-4 16 60 0,0 7-120 16,0 8 56-16,0 11 92 16,0 3-92-16,0 6 32 0,0 0-116 0,-4 0 48 15,-1 3-64-15,1 4-32 0,-3 2 72 16,3 0-84-16,0 4-8 0,-4-6-64 15,8 3-132-15,-5-8 20 0,5-5-32 16,0-9-116-16,0-14-124 0,5-12-28 0,-1-16-140 16,8-19-1012-16,-1-12-1137 15,2-11-1171-15,11-35 2184 0</inkml:trace>
  <inkml:trace contextRef="#ctx0" brushRef="#br0" timeOffset="107813.451">11438 13475 13013 0,'0'0'2084'0,"0"0"-1708"0,0 0-200 16,0 0 416-16,0 0 36 0,0 0 176 16,0 0-136-16,0 0-356 0,92 25-152 0,-64-19-108 15,0 0-52-15,7 1-124 16,2-4-60-16,-1-3-260 0,3 0-536 0,5-3-524 15,-16-4-928-15,16-2-3941 0</inkml:trace>
  <inkml:trace contextRef="#ctx0" brushRef="#br0" timeOffset="108375.106">12244 13062 6460 0,'0'0'5825'0,"0"0"-4929"0,0 0-376 0,0 0 232 0,0 0 28 16,0 0-692-16,0 0-88 0,-101 79-212 15,66-41 212-15,3 4 136 16,4 2 168-16,4-3-28 16,4-3 36-16,8-6-68 0,4-6-244 0,8-12-148 15,0-3-156-15,13-5 12 0,2-3 292 16,9 1 124-16,8-4-72 0,8 3 36 16,-1-3-76-16,2 0 0 0,-2 3-4 0,-3 3 36 15,-8 0-36-15,0 4-8 16,-8 3 176-16,-4 3-24 0,-4-1-12 0,-4 1 8 0,-4 0 16 15,0 0 72-15,-4 0-52 0,0 3-32 16,-4-6-52-16,-4 2-52 16,-4-5-48-16,0 0-64 0,0-4-356 15,0 0-180-15,4-6-80 0,0 0-264 16,5-12-428-16,-2-4-560 0,1-6-469 0,4 3-547 16,0-20-1404-16</inkml:trace>
  <inkml:trace contextRef="#ctx0" brushRef="#br0" timeOffset="108701.742">12542 13240 9260 0,'0'0'1925'0,"0"0"-921"16,0 0-176-16,28 69 192 0,-20-37-32 0,-4 3 144 15,-4 3-132-15,0 0-280 0,0-3-28 16,0 0-16-16,0-4-260 16,0-5-416-16,4-7-164 0,0-6-156 0,8-10 12 15,0-3-76-15,0-3 52 0,8-13 72 16,3-9-172-16,5-11-192 0,-4-5-140 15,4 0 72-15,-4-3 60 0,1 2 216 0,-6 8 152 16,-3-1 96-16,-4 9 40 16,-1 7 64-16,-2 10 64 0,-5 2 116 0,0 7 504 0,0 7 304 15,-4 5 208 1,4 11-196-16,-1 5-320 0,-3 5-244 0,0 4-88 16,0 3-64-16,-3-1 4 0,-1-4 44 0,4 0-232 15,0-9-36-15,0-7-332 16,4-6-144-16,3-10-488 0,6-3 16 15,2-10 296-15,5-15-304 0,1-7-792 0,-6 0-2229 16,9-22-1135-16</inkml:trace>
  <inkml:trace contextRef="#ctx0" brushRef="#br0" timeOffset="108998.992">13172 12703 11385 0,'0'0'1616'0,"0"0"-1156"0,0 0-104 0,19 80 164 0,-15-36 188 15,-4 7 400-15,0 3-208 0,0 3-280 16,0 3-60-16,-8 0-20 0,5-3-232 0,-1 0-308 16,4-5-108-16,0-8-16 0,0-5-48 0,0-8-88 15,11-9-72-15,2-6-352 16,11-7 212-16,-1-2 160 0,13-4 300 16,4 0 0-16,0 3-64 0,3 4-72 0,-6 2-120 15,-1 4 56-15,-12 7-104 0,-1 2 168 16,-11 0 148-16,-4 4 144 15,-8-1 84-15,0 1 84 0,0-7 56 0,-11-2-56 0,-2-2 72 16,-2-5-108-16,-6-3-116 16,-3-4-84-16,0-6-76 15,1 0-88-15,-1 0-172 0,-4-6 96 0,4-4-632 0,0-3 40 16,0 0-280-16,4-2-1576 16,-8-11-2809-16</inkml:trace>
  <inkml:trace contextRef="#ctx0" brushRef="#br0" timeOffset="109671.874">14295 13287 1096 0,'0'0'6292'16,"0"0"-5280"-16,0 0-352 0,0 0 352 0,0 0 201 16,-84-19-33-16,65 19 8 15,-1 10-312-15,0 2-172 0,0 7 12 16,0 6-24-16,0 5-180 0,4 4-128 0,1 8-84 16,2-1-152-16,5 0-148 0,4-3 0 15,4-7-172-15,0-6-116 0,4-5-184 16,8-7 0-16,4-10 108 0,0-3 300 0,4-6 12 15,4-13 48-15,0 0 4 16,-1-10 0-16,2 3-8 0,2 1-56 0,-6 6-36 0,-2 3-64 16,5 10 40-1,-7 6-40-15,2 0 88 0,-3 13 76 16,-4 6 340-16,4 9-52 0,-8 1-96 0,0 6-16 16,-1 3-52-16,2 3-12 0,-5 4 40 15,0-1 48-15,0 0 48 0,0 4-24 16,-4 3 60-16,0-3 12 15,0 5-72-15,0-2-124 0,-12 3 32 0,-1 1 32 0,2-2-56 0,-9-2 28 32,0 1-128-32,0-8-8 0,-4-3-8 0,5-3 8 0,-6-13 64 0,1-5 0 15,0-11-64 1,1-9-184-16,3 0-472 0,0-16-24 16,-5-3 84-16,6-10 72 0,3-2 44 0,0-11-176 15,0-9-212-15,8-6-1120 0,0 13-2033 0,1-32-1235 16</inkml:trace>
  <inkml:trace contextRef="#ctx0" brushRef="#br0" timeOffset="109898.284">14738 13383 11265 0,'0'0'1452'0,"0"0"-1108"0,23 94-52 16,-19-46 408-16,5 13 376 0,-9 5 236 15,0 4-344-15,0 10-324 0,0 8-148 16,0 5-40-16,0 1-164 0,0 6-292 0,0-3-36 0,0-5 24 16,0-3-84-16,0-12-176 0,0-7-148 15,3-13-60 1,1-12-64-16,4-10 96 0,-4-16-76 0,0-11-284 16,1-8-236-16,-2-8 28 0,-3-18-416 0,4-2-1289 15,0-36-2875-15</inkml:trace>
  <inkml:trace contextRef="#ctx0" brushRef="#br0" timeOffset="110121.726">14869 13458 11341 0,'0'0'1472'0,"0"0"-896"16,0 0-156-16,0 0 212 0,84 7-60 0,-68-1 32 15,0 4-192-15,-5 2-32 16,-3 1-192-16,-4 3 12 0,0 3-100 0,-4 0-92 15,0 7 104 1,-4 2-64-16,-8 1-48 0,-8 2-60 0,-3 1-116 16,-5-3-24-16,-4-4 52 0,0-2-52 15,1-8-320-15,-6-2-220 0,5-8-272 0,4 2-444 16,5-7-1193-16,-5-7-2735 0</inkml:trace>
  <inkml:trace contextRef="#ctx0" brushRef="#br0" timeOffset="110532.72">16207 13364 11521 0,'0'0'1944'16,"0"0"-968"-16,25 88-292 0,-22-43 8 16,-3 9 64-16,0 3-84 0,-3 0-64 0,-5-3-312 15,-5-3-160-15,2-7-24 16,-1-9-72-16,7-7-40 0,-2-8-148 0,7-11-384 16,-4-9-12-16,4 0-496 0,-4-16-648 15,0 0-2945-15,0-22-2771 0</inkml:trace>
  <inkml:trace contextRef="#ctx0" brushRef="#br0" timeOffset="110669.603">16116 12989 10256 0,'0'0'5273'0,"0"0"-4757"16,0 0-508-16,0 0 252 0,0 0-60 0,76 6-200 15,-48-6-48-15,0-4-532 0,4-4-860 16,3-3-1032-16,-10 3-2113 0,14-3-2607 0</inkml:trace>
  <inkml:trace contextRef="#ctx0" brushRef="#br0" timeOffset="110908.039">16650 13223 11641 0,'0'0'2488'0,"0"0"-1512"0,-40 74-260 16,24-46 228-16,0 0 344 0,4 5-44 15,5-5-472-15,7-6-576 0,0 0-196 16,7-3 0-16,14-3 4 0,-2 0 108 0,9-3-100 15,0-1 36-15,4-2-36 0,0-1-8 0,-4-2-4 16,0-1-64-16,-8 0-24 0,-1 5-44 16,-6 1-40-16,-10 1 172 15,-3 9 12-15,-8 3-12 0,-8 4-160 16,-8 3-232-16,-4-1 12 0,0 1 96 0,0-6-36 16,1-8-208-16,-1 2-356 15,0-8-732-15,0-5-1176 0,8-4-1861 0,-8-3-2671 16</inkml:trace>
  <inkml:trace contextRef="#ctx0" brushRef="#br0" timeOffset="111446.726">17689 13103 5564 0,'0'0'7645'16,"0"0"-6145"-16,0 0-692 0,0 0-384 0,53 95 144 16,-42-44 132-16,-2 9-132 15,-5 7-148-15,-4 0-172 0,0-4 24 16,0-9 84-16,0-6-308 0,4-10-48 16,7-16-208-16,2-6-88 0,6-13 100 15,9-6 36-15,4-13-12 16,3-9-28-16,6-10 28 0,-1-9-140 0,-1-1-36 0,2-3 64 15,-6 0 144-15,-3 1-32 16,-8 3 32-16,-1 2-100 0,-2 7-212 16,-5 7-16-16,-8 9 216 15,0 9 192-15,-5 7 60 0,-3 3 628 0,4 13 100 16,-4 6 40-16,5 6-172 0,-5 7-224 16,4 3-52-16,-4 6 36 0,4 1 4 0,-4-1-4 15,0 3-52-15,0-3-204 0,0-3-100 0,4-2-208 16,0-8-160-16,-1-9-248 15,5-3-500-15,5-13-132 0,-2-3-628 0,2-3-2129 16,-2-22-1359-16</inkml:trace>
  <inkml:trace contextRef="#ctx0" brushRef="#br0" timeOffset="111763.598">18495 13147 12913 0,'0'0'1844'0,"0"0"-1216"0,0 0-388 15,23 83 184-15,-14-48 256 0,-9 0 576 0,0-1-392 16,0 4-384-16,0-5-224 0,0-2-180 16,0-5-76-16,0-4-208 0,0-3 24 0,0-10-12 15,4 1-124-15,0-10-272 16,0 0 236-16,7-10 120 16,2-5 236-16,2-11 48 0,2-2-12 0,2-1-36 0,1 1 0 15,-4 0-136-15,4 2 76 16,-4 6 48-16,3 8-40 0,-6 2 52 0,2 7 176 15,-2 3 144-15,-5 0 224 0,3 10-52 16,-2 5-36-16,-1 1-176 0,-4 7-72 0,-1-2-108 16,1 5-40-16,0-1 64 0,0-2-88 15,1-1-36-15,-1-3-196 16,0-3-60-16,-1-3-136 0,1-1-632 16,4-6-164-16,1-6-732 0,-5 0-2172 0,3-6-2629 15</inkml:trace>
  <inkml:trace contextRef="#ctx0" brushRef="#br0" timeOffset="111905.455">19108 13389 4272 0,'0'0'9105'0,"0"0"-7721"0,0 0-944 0,0 69 176 16,0-43 276-16,-4-4 584 0,0-3-356 0,-4-3-776 16,5-6-344-16,3-8-232 0,-4-2-456 15,0 0-660-15,-1-9-632 0,1-1-1968 16,0-15-1845-16</inkml:trace>
  <inkml:trace contextRef="#ctx0" brushRef="#br0" timeOffset="112058.027">18984 12966 10184 0,'0'0'2749'0,"0"0"-705"0,0 0-1000 16,0 0-240-16,77-19-332 0,-42 13-352 15,5-1-120-15,4 1-84 0,3-3-128 0,2-1-300 16,3 1-772-16,-1 2-704 0,1 1-937 15,-12 0-1543-15,16 6-384 0</inkml:trace>
  <inkml:trace contextRef="#ctx0" brushRef="#br0" timeOffset="112412.465">19693 13021 1084 0,'0'0'10653'16,"0"0"-8761"-16,-79 88-812 0,48-44 340 15,-5 7-280-15,0 3-64 0,-1 0-100 0,14 0-352 16,3-6-344-16,4-10-280 0,12-9-12 15,4-10-320-15,0-7-108 0,12-8 120 16,8-4 280-16,4-10 40 0,8-6 12 16,3-9-12-16,6-10-392 0,-2-4-88 15,1-1-92-15,-4 1 140 0,-5 5 20 16,-3 2 76-16,-3 7-8 0,-9 6 32 0,-4 6 36 16,-9 7 276-16,-3 6 80 0,0 3 664 0,0 13 64 15,-3 5-336-15,-5 8-124 16,-1 9-100-16,5 11 36 0,-3 3 12 0,3 9 60 15,0 12 232-15,0 7 72 0,0 5 120 16,-5 4-123-16,2 3-89 0,-1-3-44 16,-1 0-296-16,2-6-228 15,-1-10-24-15,4-10-216 0,-4-9-28 0,3-10-72 16,5-8 36-16,-3-11-25 16,3-9-119-16,0-13-40 0,0-3-244 0,3-16-372 0,6-12-280 15,3-10-644-15,8-14 168 0,-1-8-456 16,-2 10-1657-16,7-40-2063 0</inkml:trace>
  <inkml:trace contextRef="#ctx0" brushRef="#br0" timeOffset="112846.824">20288 13078 7628 0,'0'0'6929'0,"0"73"-5833"0,-4-35-696 0,-5 9-4 0,-2 4 276 16,-1 1 492-16,0-8-340 0,4-11-468 15,4-3-356-15,4-8-36 0,0-9-72 16,4-7-104-16,7-3-240 0,10-3 44 0,7-13 12 16,4-6-188-1,3-6-40-15,5-3 148 0,0 2 124 0,0 0 64 16,-4 7 60-16,-5 7 76 0,-6 2 52 16,-5 7 64-16,-5 3 36 0,-3 0 340 0,-3 3 288 15,-2 1 100-15,1 2-268 0,5-3-200 16,-2 0-244-16,1-3-12 0,8 0 36 15,4-9-40-15,4-10-64 0,4-3-108 16,0-7-40-16,0 1 24 0,-4-2 76 16,-9 5 52-16,-7 0-4 0,-8 6 64 0,-4 3 12 15,-11 7 312-15,-13 2 236 0,-4 7 72 16,-4 10 36-16,-4 9-276 0,-5 9-184 16,2 8-108-16,-1 4-4 0,5 8 112 15,3 6 88-15,8 0-52 0,0-3-24 16,12 0-40-16,3-7-180 0,9-5-88 15,9-8-316-15,10-3-60 0,9-5 24 16,12-1 108-16,8-9 232 16,0 0-244-16,7-8-336 0,-3-1-872 15,-12-4-2820-15,16 0-4741 0</inkml:trace>
  <inkml:trace contextRef="#ctx0" brushRef="#br0" timeOffset="113563.294">22614 13084 9924 0,'0'0'3893'0,"0"0"-3333"0,0 0-360 0,0 0-84 16,0 0 212-16,-103 35 340 0,63-13 124 16,-4 6-320-16,1 5-160 0,-6 5 24 0,10 0 72 15,3 0 72-15,4-7-12 0,12 1-184 16,12-9-284-16,4-4-12 15,4-4-208-15,16-5 108 0,8 2 64 0,12 1-4 0,8-3 40 16,3-1 8-16,-2 1 4 16,2-4-184-16,-11 4 112 0,-5-1-28 0,-10 7-24 0,-6-4 124 15,-10 7 24 1,-5 4 136-16,-9 3-24 0,-6-1-12 16,-9 3-36-16,-4-3-76 0,0 4 60 0,-4-4-72 15,4-6-12-15,0 0-72 0,9-2-236 16,2-9-300-16,10-3-100 0,3-5-100 0,4-10-696 15,4 1-1232-15,16-27-2917 16</inkml:trace>
  <inkml:trace contextRef="#ctx0" brushRef="#br0" timeOffset="113798.901">22909 13539 5700 0,'0'0'7393'0,"0"0"-5909"0,0 0-980 15,48 82-60-15,-32-63 272 0,-4-4 208 16,4-2-228-16,-4-7-484 0,8-6-148 15,0 0-56-15,-1-9 84 0,6-10-80 16,3-4-12-16,-4-2-12 0,-5-3-76 0,1 2 88 16,-4 4 0-16,-4 0 48 0,-8 3-32 15,0 3-16-15,-4 3-40 0,-8 1 32 16,-4 2-212-16,-8 3 208 16,-4 5-112-16,0 2 48 0,-4 2 0 15,5 8-60-15,-5 6-36 0,4 6-88 0,0 0-16 16,0 4-340-16,4-1-604 0,8-5-1436 15,-7 7-4069-15</inkml:trace>
  <inkml:trace contextRef="#ctx0" brushRef="#br0" timeOffset="114430.224">21858 13779 5368 0,'0'0'2472'16,"0"0"-1048"-16,0 0-636 0,-73 83-220 0,54-58 129 0,-1 4-129 16,4-4-460-16,0-6-108 15,4 0-64-15,0-7-152 0,8-5 24 16,0-3-336-16,0-1-209 0,4-3-207 0,0 0-340 15,0 0-1184-15,0-16-3091 0</inkml:trace>
  <inkml:trace contextRef="#ctx0" brushRef="#br0" timeOffset="115134.574">24503 13030 9048 0,'0'0'1512'0,"0"0"-467"0,0 0 147 16,0 0-260-16,0 0 260 16,60 76-424-16,-52-50-304 0,-4 2-200 0,0 1-64 15,-4 3 12-15,3-4-36 0,-3 1-4 16,0-7-60-16,0-3-112 0,0-6-4 0,0-4-120 15,0-3 64-15,0-2 8 0,0-4 44 16,0 0 4-16,4 0-44 0,-4 0-216 16,0 0-60-16,0 0-44 0,4-7 44 15,5-9 20-15,-1-3 256 16,8-6-68-16,-4-1 112 0,3 1-8 0,1 6-76 16,-4 7 80-16,4 1 8 0,0 9 160 15,0 2 168-15,0 0 136 0,0 6-36 0,0 7-140 16,-4 0 24-16,0 2-4 0,-5 1-20 15,2 3-128-15,-5 3 36 0,0-3-96 16,-4 3 48-16,0 2-24 16,0-6-48-16,0 4-76 0,-4-6-40 0,0 3-96 0,4-3-136 15,-4-7-184-15,-1 1-552 16,5-3-188-16,0-5-652 0,5-2-805 16,-1-2-1779-16,8-18 8 0</inkml:trace>
  <inkml:trace contextRef="#ctx0" brushRef="#br0" timeOffset="115429.901">25153 13202 8460 0,'0'0'2444'16,"0"0"-1451"-16,0 0-453 0,-4 69 224 16,-1-40 556-16,1-4-172 0,-4-6-476 0,8-3-560 15,-3-7-112-15,3-6-40 0,3-3 40 0,14-3 188 16,-2-6-52-16,9-10-136 0,4-6-384 15,4-7-284-15,-4-3 60 16,0 0 116-16,-5 7 88 0,-2 0 48 0,-10 2 40 16,2 6-92-16,-9 5-68 0,-4 2 120 15,-4 4 228-15,-9-1 128 0,-6 7 232 16,-5-1 60-16,0 4 296 0,0 4-144 16,-3 9-24-16,6 2-104 0,1 7-48 15,-4-2-68-15,8 6-200 0,5-5-128 0,-2-2-112 16,2-3-244-16,7-7-584 0,0 1-1013 15,-1-3-2331-15,5-7-1336 0</inkml:trace>
  <inkml:trace contextRef="#ctx0" brushRef="#br0" timeOffset="115657.045">25495 12979 10648 0,'0'0'1801'0,"0"0"-1289"0,0 0-132 16,56 76 208-16,-48-44 120 0,-4 3-140 0,0 1-176 15,-4-3 32-15,0 3 108 0,0-5-24 16,0-2-432-16,0-4-76 0,0-9-92 0,0 0 92 16,0-9 52-16,0-5-48 0,0-2 220 15,0-2 108-15,4-8-180 16,4-9-80-16,4-6-72 0,8-7 0 0,-1-10-184 16,5 2-140-16,-3-4-160 0,2 2-220 15,1 7-300-15,-4 3-376 0,-4 13-1156 16,8 3-2601-16</inkml:trace>
  <inkml:trace contextRef="#ctx0" brushRef="#br0" timeOffset="116570.833">26029 12983 8764 0,'0'0'4969'16,"0"0"-3841"-16,0 0-952 0,0 66 164 0,-4-28 352 15,-4 7 360-15,1-1-72 16,-2-4-388-16,1-1-360 0,8-7-96 16,0-3-136-16,0-6-56 0,0-9-64 0,4-1 116 15,0-7-52-15,0-2-192 0,4-4-48 16,8-4 60-16,0-8 140 15,7-7 8-15,2-3-160 0,2-10-200 0,-2 3-36 0,-1 1 20 16,-1 2 96-16,-7 8 256 0,1 4-40 0,-6 8 16 16,-3 6 20-16,-8 0 116 0,0 6 616 15,0 11 252-15,0-2-396 16,-4 8-112-16,-4-4-124 0,5 0 24 16,-6 0-36-16,5-10-32 0,4 1-192 15,0-7-160-15,0 0 12 0,9-3 148 16,2-6 44-16,10-7-44 0,6-6-24 0,1-3-212 15,0 0-136-15,0-1 88 0,-1 5 100 16,1 1 8-16,-3 6 32 0,-10 6 144 16,1 3 0-16,-4 2 4 0,-4 7 264 0,-3 4 364 15,-2 3 0-15,-3 1-200 16,0 3-124-16,0-1-52 0,0-1-12 16,4 0-192-16,-4-6-52 0,8-1-8 0,-4 0-176 15,4-5 24-15,4-1-36 16,0-3-164-16,4 0 128 0,0-10 84 0,0-2-76 15,3-4-184-15,-2 0-312 0,3-3-208 16,-5 3-24-16,6 0-188 0,-10 4 60 0,6 1-12 16,-6 8 540-16,1 3 552 0,-4 0 40 15,-4 7 912-15,0 3 360 0,-4 2-108 16,0 4-320-16,0 0-56 16,-4 0-80-16,0 3-88 0,-4-6-32 0,4 2-124 15,4-5-172-15,-4-1-208 16,4-5-120-16,0-4 0 0,0 0 64 15,4 0-68-15,0 0-48 0,4-4 48 0,4-2 12 16,1-3-12-16,2-4-284 0,5-6-108 16,3-3-64-16,5-5-160 0,0-3-144 15,4-5-152-15,0-7-208 0,9-5-580 16,-6-4-440-16,9-7-5 0,0-5 513 16,-4-4 316-16,-5 1 368 0,-3-1 752 0,-4 0 196 15,-8 8 1000-15,-4 1 108 0,-4 8-136 16,-4 5 4-16,-4 10 212 0,4 6 345 15,-4 14-61-15,-4 2-240 0,3 9-156 0,-3 1-184 16,0 3-44-16,0 0-44 16,0 7-76-16,0 6-136 0,0 8-16 0,-3 9-40 15,-5 8 36-15,0 9-132 16,-4 10-196-16,0 4-39 0,-3 5-133 16,-2 4-68-16,-3-1-4 0,4 2-72 0,-4 1-36 0,1-2-269 15,2-3-147-15,6-4-48 16,-2-2-16-16,6-7-76 15,-1-10 24-15,8-9-160 0,0-5-460 0,0-12-808 0,4-5-2133 16,7-11-2427-16</inkml:trace>
  <inkml:trace contextRef="#ctx0" brushRef="#br0" timeOffset="116985.005">28021 12878 8672 0,'0'0'3217'15,"0"0"-1685"-15,0 0-440 0,44 91-296 0,-32-52 312 16,-4 2 136-16,-8 3-228 0,0 2-376 15,0-2-236-15,0-6-160 0,-4-10-160 16,0-2-84-16,4-11-80 0,0-5-264 0,0-7-344 16,0-3-236-16,0 0-404 0,0-10-572 15,0 1-1044-15,0-13-4821 16</inkml:trace>
  <inkml:trace contextRef="#ctx0" brushRef="#br0" timeOffset="117119.695">28141 12643 12045 0,'0'0'2360'0,"0"0"-2096"0,0 0-252 16,0 0-12-16,92-41 0 0,-68 30-152 0,-1 9-356 15,1-1-1136 1,-4 3-1269-16,8 0-2031 0</inkml:trace>
  <inkml:trace contextRef="#ctx0" brushRef="#br0" timeOffset="117354.733">28392 12944 9820 0,'0'0'3253'0,"0"0"-1805"0,-40 64-728 16,32-49-16-16,0 5 400 0,4-11-332 0,4-3-660 16,8-2-112-1,4-1 0-15,8-3 96 0,8-7 40 0,3-8 0 16,5-1-88-16,1-3-40 0,-5 0 0 16,-1 2-8-16,-4 5-4 0,-2 5-84 0,-5 5 88 15,0 2 124-15,-1 9 96 16,-2 3 212-16,-2 7-16 0,2 4-108 0,-6 3-76 0,2 2-160 15,2-3-72-15,-3 4-364 0,4-4-300 16,0-6-172-16,0 1-196 16,4-4-736-16,-4-7-1304 0,8-4-3329 0</inkml:trace>
  <inkml:trace contextRef="#ctx0" brushRef="#br0" timeOffset="118295.489">30424 12389 340 0,'0'0'6596'0,"0"0"-1327"0,0 0-4081 0,0 0-576 16,0 0 56-16,0 0 692 0,0-70 80 16,-8 54-132-16,-4 3-592 0,-4 1-300 15,0-1-172-15,-4 6 60 16,-4 7 64-16,-8 0-4 0,-3 20-352 16,-6 5-12-16,-6 16-100 0,-5 10 100 15,5 12 132-15,-6 11-12 0,5 5-8 0,5 3 8 16,3-3 28-16,7 5 69 15,10-12-105-15,3 2-52 0,8-11 48 0,12-9-36 16,4-4 48-16,12-5 208 0,12-4-220 0,0-6-56 16,7-3-52-16,6-7 0 0,-2-3-52 15,1-5 48-15,1-5-56 0,-2-5-48 0,1-7-36 16,-5 0-16 0,-3-3-192-16,-4-10-169 15,-4 0-211-15,-3-5-268 0,-10-1-316 0,-3-1-580 0,-8-6-564 0,0 4-508 16,-8 0-1049-16,-3 3-71 0,-17-3 1440 15</inkml:trace>
  <inkml:trace contextRef="#ctx0" brushRef="#br0" timeOffset="118588.134">30021 13100 1736 0,'0'0'1288'15,"0"0"2664"-15,0 0-944 0,0 0-715 0,0 0-1181 16,0 0-312-16,0 0 300 0,0 0-92 16,0 0-308-16,0 0-116 0,0 0 232 0,32 12 56 15,16-8-136-15,8-1-248 0,-4-3-220 16,0 0-168-16,-1-7-100 0,-7-2-124 0,4-1-60 15,-8 1-216-15,0-4-248 16,-5 0-312-16,1 4 20 0,-8 0-304 0,0 2-572 16,-8 1-720-16,-4 2-433 0,-9 4 293 15,-3 0 1556-15,-4 0 1120 16,0 10 1328-16,-4 6 468 0,-3 0-256 0,-5 6-147 16,0 3 31-16,4 2-188 0,-4 0-260 15,4 5-284-15,-4 0-164 0,4 0-136 16,4 3-8-16,-4 0-36 0,4 2-48 0,0-1-168 15,0-1-132-15,0-4-164 0,4 1-68 16,0-7-616-16,0 0-424 0,0-6-1040 16,4 4-3229-16</inkml:trace>
  <inkml:trace contextRef="#ctx0" brushRef="#br0" timeOffset="119475.672">28639 12972 952 0,'0'0'1656'0,"0"0"-1432"0,0 0-148 16,0 0 340-16,0 0 1684 0,0 0-1332 15,0 0-768-15,0 0-152 0,0 0-68 16,0 0 64-16,0 0-52 0,-24-8-288 0,16 10-600 15,0 1 536-15,3 0 560 16,2 1 80-16,-1-4 204 0,4 0-268 0,-4 0-4 16,0 0-12-16,-4 0-72 0,0 3-1060 15,-4 1-1296-15</inkml:trace>
  <inkml:trace contextRef="#ctx0" brushRef="#br0" timeOffset="119812.673">28515 13002 1592 0,'0'0'1108'0,"0"0"-784"0,0 0-60 16,0 0 2980-16,0 0-1116 16,0 0-680-16,0 0-259 0,0 0-33 0,0 0 56 0,0 0-84 15,0 0-144-15,0-13-204 16,0 13-320-16,0 0-160 0,0 0 20 0,0 0-36 16,0 0 0-16,0 0 16 0,-4 0-128 15,1 6-64-15,-1-3-108 16,-5 7-12-16,1-2-36 0,-3 6-40 0,2-8 16 15,5 4-4-15,0-4 64 0,0 0-60 16,1-2-4-16,3-4-32 0,0 0-28 0,0 0-64 16,0 0-284-16,0 0-176 15,0 0-44-15,0 0 28 0,0 0 72 0,0 0 44 16,0 0 140-16,0 0 52 16,-4-7-232-16,4 4-1132 0,0-3 543 0,-4 3 673 15,-1-4 180-15,5 1 52 16,-4-3-1612-16,0-1 412 0,4 3 636 0,-3-2-468 15,-1 0-120-15,4 2 160 16,-4-3 781-16,36 103 494 0</inkml:trace>
  <inkml:trace contextRef="#ctx0" brushRef="#br0" timeOffset="120497.514">28368 12972 836 0,'0'0'1356'15,"0"0"-1032"-15,0 0-232 0,0 0-88 16,0 0-4-16,0 0 8 0,0 0 8 0,0 0 76 16,0 0-16-16,0 0 28 15,0 0 952-15,0-12 272 0,0 12-336 0,0 0-252 16,0 0-64-16,0 0 128 0,-4 0 24 15,0 0 16-15,4 0 185 16,0 0-449-16,0 0-16 0,0 0-116 0,0 0-76 16,0 0-28-16,0 0-80 0,0 0-44 15,0 0-68-15,0 0-28 0,0 0 4 0,0 0 48 16,0 0 40-16,0 0 36 0,0 0 52 0,0 0 20 16,0 0-60-16,0 0 104 15,0 0-80-15,0 0-40 0,0 4 40 16,0 4-28-16,0 3-100 0,-4 4 128 0,4 3-40 15,0 2-64-15,0 2 0 0,0-2-48 16,0-5-36-16,0 1-28 0,0 0-72 16,0 0 0-16,0 3 56 15,0-3 4-15,0-1-60 0,0 2 36 0,0-2-36 16,0-2-48-16,0 3 36 16,0-6 0-16,0-1-88 0,0 4-36 0,0-7 132 15,0 1-44-15,-4-1-52 0,4-3-12 0,0 0 4 16,0 0-16-16,0-3 24 15,0 0-112-15,0 0-36 0,0 0-12 0,0 0 12 16,0 0 12-16,0 0-52 0,0 0-104 0,0 0-184 16,0 0-40-16,0 0-144 0,0 0-436 15,0-6-640 1,0-3-2321-16,-5-7-2411 0,10 47 6152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18T08:52:57.2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9478 1841 8564 0,'0'0'4793'16,"0"0"-2977"-16,0 0-384 15,0 0-536-15,0 0-116 0,0 0 8 16,0 0-136-16,0 0 128 0,80 3-72 16,-36-3-272-16,7 0-119 0,5 0-97 15,0-6-64-15,8 0-20 0,-8-7-52 0,3 1-76 16,1-4-8-16,-4-4-108 0,-9 1-88 15,-2 0-144-15,-6 3-133 0,-7 4-175 16,-8-1-96-16,-4 6-148 0,-8 5-452 0,-4 2-1160 16,-8 2-3285-16</inkml:trace>
  <inkml:trace contextRef="#ctx0" brushRef="#br0" timeOffset="219.812">9669 2158 6096 0,'0'0'2520'0,"0"0"1689"0,0 0-2669 16,0 0-328-16,0 0 168 0,0 0 8 15,116 5-240-15,-72-5-332 16,4-5-288-16,-1-1-176 0,1 0-108 16,-4-3-52-16,0-1-192 0,-8-3-96 15,0 4 24-15,-5-4-124 0,1 3-216 0,-4 1-152 0,-4-1-204 16,-8 7-328-16,0 3-916 15,-12 0-2264-15,0 3-2525 0</inkml:trace>
  <inkml:trace contextRef="#ctx0" brushRef="#br0" timeOffset="419.189">9761 2524 3484 0,'0'0'6700'0,"0"0"-3863"0,0 0-1437 0,0 0-440 0,0 0 236 15,0 0-40-15,96 9-156 16,-61-9-188-16,6 0-264 0,-2-3-120 0,5 0-96 16,4-3-100-16,-5-4-232 15,6 1-64-15,-2-1 4 0,-3 0-100 16,-4 1-96-16,3-4-364 0,-2 1-536 0,-2 2-428 16,-7 0-1292-16,8 1-3909 0</inkml:trace>
  <inkml:trace contextRef="#ctx0" brushRef="#br0" timeOffset="3501.564">10163 1355 1488 0,'0'0'232'0,"0"0"-48"15,0 0 52-15,0 0 2228 16,0 0-200-16,0 0-744 0,0 0-496 0,0 0-120 16,0 0 13-16,0 0-45 0,0 0-76 15,12-28-160-15,-12 28-24 0,0 0-68 0,0 0-92 16,0 0-112-16,0 0 0 15,0 0-40-15,0 0 20 0,0 0-36 0,0 0-72 16,0 0-112-16,0 6-24 0,5 0 12 0,-5 7 132 16,4 6-44-16,-4 0 36 0,0 4-28 15,0 5-24 1,0 4-24-16,0 3-24 0,0 6 24 0,0 10-52 16,0 3 40-16,0 9-120 15,0 8 72-15,-4 4-76 0,-1 1-4 0,5 4-108 16,-4-4 104-16,-4 0-40 0,5-2-52 0,-5-8 24 15,-1 0 64-15,1-2-84 0,5-3 92 16,-5-5-60-16,-1-4 64 0,5-2-8 16,0-6-40-16,1-2 48 0,-1-4 44 0,0-3-40 15,4 0 0 1,0-3-4-16,0-1 0 0,0-4-48 0,0-2 40 0,0-3-4 16,0-6-76-16,0-4 16 15,4-3-64-15,-4-2 12 0,0-4 0 0,0-3-16 16,0 0 16-16,0 0 0 0,0 0 0 15,0 0-48-15,4-3-80 0,-4-4-108 16,7-5-208-16,2-10-516 0,3-9-1128 16,3-9-2293-16,-2 6-2227 0,2-23 5636 0</inkml:trace>
  <inkml:trace contextRef="#ctx0" brushRef="#br0" timeOffset="4202.95">11024 1781 5896 0,'0'0'4540'0,"0"0"-1895"16,0 0-941-16,0 0-772 0,0 0-52 0,0 0 116 15,0 0-120-15,0 0-124 0,0 0-236 16,0 0-200-16,0 0-132 0,20-25-180 16,0-1-4-16,4-6-108 15,4-3-40-15,0-2 48 0,-4 2-80 0,-1-1 32 16,1 5-24-16,-4-1 48 16,0 7 16-16,-4-1-28 0,1 1 60 0,-2 5 4 15,-7 1 72-15,4 4 0 0,-4 2 72 16,-4 1 4-16,0 5 44 0,0 1-56 0,-1-1 20 15,-3 4 64-15,0 3-48 0,0 0-52 16,0 0-48-16,0 0 0 0,0 0-4 16,0 0 4-16,5 3-12 0,-5 7-124 0,4 9 136 15,0 6 148-15,0 11 24 16,0 5-76-16,0 9 76 0,-4 7-60 16,0 4-52-16,0 2-12 0,0 7 12 15,0 2 16-15,0 5-72 16,-4 2 152-16,0-2-44 0,4-4-104 0,-4-4 40 0,0-5 12 15,4-7 40-15,-4-5 20 0,4-2-48 16,0-9-60-16,0-3 52 16,4-3-4-16,-4-5-52 0,4-5 0 0,0-3-8 15,0-6-4-15,0-1-68 0,-1-5-28 16,-3-1-56-16,4-6-52 0,1 4-160 16,-5-7-216-16,0 3-140 0,0-3-104 15,0 0-200-15,0-3-400 0,0 0-736 16,-9-4-2081-16,6 1-2603 0,-13-3 6588 0</inkml:trace>
  <inkml:trace contextRef="#ctx0" brushRef="#br0" timeOffset="4539.357">11183 2641 3300 0,'0'0'7020'0,"0"0"-3975"0,0 0-1701 0,0 0-788 16,0 0 84-16,0 0 300 0,0 0-80 15,0 0-168-15,0 0-236 0,0 0-160 0,36 7 48 16,-16-7 60-16,4 0 84 0,4-3-160 16,0-1-144-16,4 1-64 0,0-3 64 15,0 2 24-15,0 2-76 16,-4-3-120-16,4 5 36 0,-4-2-44 16,-1 2 44-16,1-3 16 0,3 3-60 0,-3 0-4 15,4 0-4-15,-4 0-4 0,0 0-56 16,-4 0 52-16,0 0-36 0,-4-3 36 15,0 3 0-15,0 0 4 0,-8-3 0 16,-1 3-40-16,2 0-12 0,-5 0-28 0,-5 0-44 16,-3 0-124-16,0 0-184 0,0 0-108 0,0 0-164 15,0-3-136-15,0 3-380 0,-7 0-1168 16,3 0-3033-16,-12 3-3187 16</inkml:trace>
  <inkml:trace contextRef="#ctx0" brushRef="#br0" timeOffset="5674.873">13315 1591 2256 0,'0'0'312'0,"0"0"6844"0,0 0-4891 15,0 0-817-15,0 0-268 0,0 0-312 16,0 0 52-16,0 0-24 0,0 0-188 0,0 0-240 16,12 11 0-16,-4 8 76 0,-4 4-80 15,4 9-96-15,0 3-76 16,0 6-48-16,0 3-148 0,-4 1 24 16,-1-1-116-16,2-2 48 0,-5-6-52 0,0-5-68 15,4-6-52-15,-4-6 12 0,0-3-16 16,4-7-20-16,-4-5-16 0,0-1 36 15,0-3 4-15,4 0-64 0,-4 0-136 0,8-3-220 16,4-4 284-16,0-5-40 0,8-8 24 16,-1-6 124-16,1 1-36 0,1-6 108 0,-2-1-60 15,-3-2 136 1,4-2 112-16,-4 8 24 0,0 0 0 0,0 5-48 16,-1 4 60-16,-6 10 36 15,3 2 24-15,-1 7 4 0,-2 0-40 0,3 3-28 16,-5 8 40-16,2 3 0 0,-5 2-12 15,0 6 24-15,-4 1-108 0,0-1-24 0,0 0-64 16,0-2-48-16,-4-5-64 16,4-5-48-16,0-4-8 0,0-3 32 15,0 1 48-15,0-4 88 0,4 0 184 0,7-4-12 16,-2-2-48-16,2 0-52 0,1-1-68 16,1-2 4-16,-2 5-8 0,-3-1-64 15,1 5-72-15,-2 0-32 0,5 0 168 16,-3 5 124-16,2 8 84 0,-3 0-36 15,0 3-40-15,0 3 52 0,-4-2-112 0,4 1-8 16,0-3-56-16,-5-2-8 0,2-1-12 16,3 2-88-16,-4-5 4 0,0-2-76 0,0-1-132 15,3-6-272-15,2 0-396 16,6 0-156-16,6-9-952 0,3-4-2176 16,4-6-1101-16,-5 5-167 0,14-7 5477 15</inkml:trace>
  <inkml:trace contextRef="#ctx0" brushRef="#br0" timeOffset="5964.442">14299 1885 1408 0,'0'0'2700'0,"0"0"3528"0,0 0-4371 16,-4 67-389-16,-4-45-36 0,4-2 88 15,1-5-200-15,3-3-484 0,0-1-552 0,0-8-284 16,0-3-88-16,0 0 88 0,7 0 52 16,9-9-52-16,4-4-288 0,8-6-228 15,0-6-252-15,0-5-56 0,0 5 108 16,-5 0-12-16,-3-1 56 0,-3 7 128 15,-6 1 428-15,-3 1 116 0,-8 8 344 0,0 0 136 16,-8-1 280-16,1 3 96 16,-10 2 4-16,6 1-188 15,-6 4-156-15,2 0-180 0,-2 6-116 0,2 11-60 0,2-3 48 16,-2 10 40-16,2-2-64 16,2 3-68-16,7-3-116 0,-4-3-160 15,8 0-380-15,0-3-260 0,0-7-312 0,12-4-432 16,8-5-376-16,8 0-604 15,4-17-3453-15</inkml:trace>
  <inkml:trace contextRef="#ctx0" brushRef="#br0" timeOffset="6318.884">14885 1744 5108 0,'0'0'5256'16,"0"0"-2943"-16,0 0-1089 0,-52 82 204 15,28-48 540-15,4 1-76 0,1 0-376 16,2-9-492-16,10-5-503 0,3-7-437 15,4-9-84-15,4-1-132 0,3-4 0 16,10 0-4-16,2-6-157 0,5-11-167 0,8-8-136 0,0-3-248 16,0-7-324-16,3-3-304 0,-3 0-388 15,0-4-332-15,-4 4 128 16,4-6-121-16,-8-1 169 0,0 1 612 0,-5-4 1260 16,-2 1 144-16,-9 3 1380 0,-5 2 544 15,-3 4 108-15,0 6-91 16,0 7-97-16,-3 9-280 0,-1 6-236 0,4 10-312 15,0 0-352-15,0 0-184 0,-4 13-124 16,0 6-88-16,-4 9 16 0,3 8 92 0,-6 8 452 16,3 4-183-16,0 3-281 0,0 3-148 15,0-1-156-15,4 1-60 16,4-3-120-16,-4-6-108 0,4-4-284 0,4-9-61 16,8-10 1-16,4-6-148 0,3-7-272 15,9-9-712-15,9-6-1460 0,-10-4-3745 16,14-15 81-16</inkml:trace>
  <inkml:trace contextRef="#ctx0" brushRef="#br0" timeOffset="6510.415">15554 1826 2796 0,'0'0'9189'16,"0"0"-7373"-16,-4 79-640 0,0-40 536 0,1 8 100 16,-10 3-84-16,5 4-240 0,1 3-543 0,-1 4-389 15,-1 5-132-15,2 4-24 0,-5 0-64 16,3-3-108-16,2-4-192 0,3-12-36 0,4-6-132 15,0-14-96-15,0-5-124 16,0-14-44-16,4-5-100 0,3-7-352 0,2-4-441 0,3-15-31 16,-1-9-948-16,5-10-1928 15,-8 9-2129-15,9-28-195 16</inkml:trace>
  <inkml:trace contextRef="#ctx0" brushRef="#br0" timeOffset="6707.597">15634 2007 3220 0,'0'0'472'0,"0"0"7597"0,0 0-6333 0,0 0-692 15,0 0 64-15,0 0-240 0,83-33-180 16,-62 40-132-16,-5 3-172 0,-4-1-64 16,-1 0-36-16,2 3-12 0,-10 5-100 0,-3-1-172 15,0 3-12-15,-7 0-172 0,-10 3-88 16,-7 3-124-16,0 1-60 16,-8-3 84-16,5-2-36 0,-6-2-56 15,-2-2-128-15,-5-2-288 0,-3-5-1020 0,-13-1-2321 16,16-2-2203-16,-44-4 4104 0</inkml:trace>
  <inkml:trace contextRef="#ctx0" brushRef="#br0" timeOffset="7073.702">12989 1362 3208 0,'0'0'1292'15,"0"0"5293"-15,0 0-4481 0,0 0-1060 0,0 0-200 16,-96 82-12-16,72-53-152 15,-4 3-132-15,4 7-140 0,5-2-48 0,-2 10 48 0,1 4 60 16,5 9-60-16,2 10-164 16,5 6-24-16,8 4-24 0,0 9 0 0,4 1-108 0,13 1-88 15,2-2-100-15,9-3-8 16,4-10-52-16,12-6-84 16,7-13 20-16,9-10-8 0,4-12-432 0,12-13-116 15,3-12-416-15,-14-10-1224 0,42-19-3497 16</inkml:trace>
  <inkml:trace contextRef="#ctx0" brushRef="#br0" timeOffset="7333.679">16148 1539 3180 0,'0'0'1236'15,"0"0"4688"-15,87 68-4119 16,-59-40-349-16,4 7 12 0,-8 6-308 0,0 4-284 16,-12-1-196-16,0 7-148 0,-4 0-284 15,-8 3-124 1,0 3-28-16,-16 0-84 0,-3 3-12 0,-9 1-84 16,-9-1-28-16,-3 0 0 0,-7 0-244 0,-1-3-240 15,1-3-212-15,2-6-172 0,10-3-660 0,3-10-2417 16,11-13-4959-16,-3-6 9000 0</inkml:trace>
  <inkml:trace contextRef="#ctx0" brushRef="#br0" timeOffset="8235.778">18430 1974 784 0,'0'0'636'15,"0"0"3532"1,0 0 736-16,0 0-2231 0,0 0-985 0,0 0-228 16,0 0-240-16,0 0-168 0,0 0-140 15,-11 0-168-15,19 3-244 0,4 4-196 0,16 3 24 16,8-2 124-16,15 6 141 16,5-2-229-16,8-2-228 0,4-4-40 15,-4-6-84-15,0 0 0 16,-5 0-12-16,-8 0-84 0,2-6-112 0,-5-4-32 15,-5 3-76-15,1 2-205 0,-4-2-211 0,-8 0-292 0,-4 1-400 16,-9 4-1100-16,-6 2-1864 0,-9 0-2429 16</inkml:trace>
  <inkml:trace contextRef="#ctx0" brushRef="#br0" timeOffset="8472.326">18527 2327 3752 0,'0'0'1252'15,"0"0"3288"-15,0 0-2307 0,0 0-505 16,0 0-336-16,0 0 32 0,103 22 84 16,-51-19-360-16,8-3-400 0,-1-3-224 0,1-7-120 15,0 1-40-15,-4-4-60 16,-4 0-196-16,-5-2-108 0,-3-1-64 16,0 0-32-16,0 0-160 0,-4-4-316 0,-1 2-332 15,2-1-452-15,-9-2-636 16,-1 2-1056-16,1-4-2397 0,-12 10-1487 0,0-10 6169 15</inkml:trace>
  <inkml:trace contextRef="#ctx0" brushRef="#br0" timeOffset="8757.935">19220 1616 1552 0,'0'0'8244'16,"0"0"-5579"-16,0 0-905 0,99 51-664 0,-58-29-36 16,-6 3-188-16,9 5-164 0,-5 3-4 15,2 3-200-15,-2 2-136 16,-7 0-160-16,4 3-76 0,-12 0-44 16,-4-3-88-16,-4 7-4 0,-9-4-72 15,-7 3-20-15,-3 5-52 0,-17 1-12 16,0-2-156-16,-12 3-28 0,0-4 8 0,-3 1-32 15,-1-4 32-15,-5 1-120 0,-2-1-156 16,0-2-156-16,-2 2-324 0,-2-3-788 0,-1 0-1065 16,-1-3-2679-16,14-6 1240 0</inkml:trace>
  <inkml:trace contextRef="#ctx0" brushRef="#br0" timeOffset="10407.517">21575 1569 184 0,'0'0'7296'0,"0"0"-4808"0,0 0-607 15,0 0-309-15,0 0-36 0,-88 12-176 0,68 3-300 16,8 5-280-16,-4 5-152 0,4 7-112 16,5 9 24-16,-2 1 48 0,5-2-88 15,4 2-208-15,8-4-132 0,8-6 20 0,5-7-120 16,2-6 52 0,8-6-64-16,5-4-36 0,5-9-12 0,2 0-160 15,5-11 4-15,0-8-88 0,4-4-72 16,0-6-64-16,-5-6-20 0,-2 4-40 15,-2-4-4-15,-7 2 28 0,-5 2 56 0,-3 2 76 16,-3 4 136-16,-10 3 88 0,-6 6 60 16,-5 0 220-16,-4 6 64 0,0-3 40 0,-13 8-44 15,1-2 4 1,1 4 48-16,-9 3-248 0,-5 7-36 0,1 7-36 16,-7 10 100-16,-5 7 96 0,0 7 72 15,-3 6-36-15,3-2 0 0,4 3 48 16,0-1-36-16,8-3 12 0,4-3-111 0,4-3-21 15,8-3-64-15,4 0-68 0,4-4-4 16,0 4-12-16,9-3 0 0,6-1 0 16,-4 3-36-16,10 1-16 0,-5-3 64 0,3 0-72 15,2-1 64-15,-1 2-28 16,-1-3 36-16,2-2 132 0,-10 5 28 16,6-5 8-16,-10-3-60 0,-3-3 4 15,0 3-52-15,-4-3 24 0,-4 4-72 16,-7-2-8-16,-6-2-4 0,2 4-180 15,-6-7-4-15,1-3-44 0,1-4-101 16,-1-3-35-16,-1-6 48 0,2 0 32 0,-1 0-56 16,-4 0-160-16,-3-9-592 15,3-7-664-15,-4-3-1048 0,3-6-2105 0,1-6-1219 16,9 1 3584-16</inkml:trace>
  <inkml:trace contextRef="#ctx0" brushRef="#br0" timeOffset="10952.651">22232 2441 380 0,'0'0'440'16,"0"0"8288"-16,0 0-6803 0,0 0-593 0,0 0 436 15,0 0-52-15,52 86-236 16,-40-44-184-16,-5 8-316 0,6 10-272 0,-5 5-124 15,-4 4-96-15,3 4-3 0,-3 4 35 0,-4 1-120 16,0-2-168-16,0 7-88 16,0-7-140-16,-4 0-4 0,0-5-52 0,4-12-8 15,0-7 52-15,0-15-52 16,4-5 8-16,0-12-104 0,1-8-280 0,3-9-288 16,-8-3-201-16,7-3-163 0,-3-9-336 15,4-15-1012-15,1-6-2232 0,-2 4-2189 0,-7-29 2365 16</inkml:trace>
  <inkml:trace contextRef="#ctx0" brushRef="#br0" timeOffset="11178.684">22380 2594 928 0,'0'0'5776'0,"0"0"-1495"16,0 0-3885-16,0 0-200 0,0 0 880 15,75-13 352-15,-55 16-392 0,-1 7-268 16,2-1-276-16,-5 4-204 0,-4-1-16 15,-5 5-108-15,-3-2-104 0,-4 4-60 0,0 0 0 16,-11 7 4-16,-10-1-4 0,-2 1-116 16,-1-1-132-16,-4 1-128 0,0-4-64 0,-4-7-152 15,1 4-112 1,-1-6-248-16,-4-4-284 0,0 1-449 0,0-3-383 16,0-5-856-16,8-2-1820 0,-15-2 4208 0</inkml:trace>
  <inkml:trace contextRef="#ctx0" brushRef="#br0" timeOffset="11721.754">20857 1181 784 0,'0'0'7068'0,"0"0"-4040"0,0 0-1535 16,0 0-513-16,0 0 416 0,4 67-312 0,1-32-92 0,-1 6-208 15,0 9-80-15,3 11-172 16,1 6-140-16,-4 12-96 0,1 7-16 15,-1 9-72-15,-4 3-48 0,0 7 0 0,0 3 32 16,0 0-56-16,-4 3-132 0,-1 0-4 0,-3-3-8 16,0-3-64-16,5 0-4 15,-5-10-80-15,3-3 20 16,1-12 52-16,4-14-100 0,0-9-24 16,0-16 0-16,4-5-124 0,9-14-148 15,-2-6-136-15,6-7-16 0,6-6-564 0,1-3-672 16,4-3-1004-16,0-13-3025 0,-4 4 757 0,8-20 4633 15</inkml:trace>
  <inkml:trace contextRef="#ctx0" brushRef="#br0" timeOffset="12457.766">23288 1349 888 0,'0'0'9768'0,"0"0"-7559"15,0 0-733-15,-4 79-340 16,4-40-140-16,4 8 72 0,3 8-100 0,-2 8-48 15,3 7-260-15,-4 5-36 0,0 5-40 16,-4 0-60-16,0 2-255 0,0-3-149 16,-8 4-120-16,0-7-4 0,3 0-140 0,-2-2 8 15,3-2-9 1,0-5 45-16,0-3-32 16,4-7-36-16,0-7 20 0,4-4-108 0,4-13-108 15,-1-1-176-15,6-9-204 0,-2-4-156 0,2-7-536 0,-1-2-864 16,-1-10-928-16,-2 0-2929 0,-1-3 850 15</inkml:trace>
  <inkml:trace contextRef="#ctx0" brushRef="#br0" timeOffset="13136.313">23985 1685 4376 0,'0'0'4084'15,"0"0"-1367"-15,0 0-1269 16,0 0-400-16,0 0 156 0,0 0-8 16,0 0-280-16,0 0-124 0,0 0-48 0,0 0-68 15,107 13-112-15,-66-9-100 0,2 2-120 0,-3-6-104 16,0 3-92-16,-4-3-64 15,-4 0-84-15,-4-3-48 0,-5 0-72 0,-7 0-184 16,1-4-296-16,-6 7-248 16,1-3-320-16,-8 3-756 0,1 0-2100 0,-10 0-2977 0</inkml:trace>
  <inkml:trace contextRef="#ctx0" brushRef="#br0" timeOffset="13339.334">24060 1963 10208 0,'0'0'3045'0,"0"0"-1877"0,0 0-672 16,0 0 520-16,0 0 112 0,0 0-36 15,0 0-144-15,101 25-296 0,-69-22-176 16,3 2-184-16,5-5-48 0,-4 4-48 16,8-4-72-16,-1 0-124 15,1-6-100-15,4 0-240 0,4-5-308 16,-1 3-196-16,-2 2-256 0,7-5-416 15,-17 5-1400-15,13-10-3661 0</inkml:trace>
  <inkml:trace contextRef="#ctx0" brushRef="#br0" timeOffset="13718.249">25499 1102 3604 0,'0'0'5932'0,"0"0"-3647"0,0 0-317 15,0 0-324-15,24 79-240 16,-16-47-148-16,-4 6-184 0,4 6-228 15,0 5 60-15,0 1-236 0,4 7-167 0,-4 0 7 16,0 4 0-16,3 5-120 16,-7 1-124-16,0 0-60 0,1 2-68 15,-5 1-16-15,0-1-64 0,0 5-56 0,-5-8-132 16,-3 5-136-16,-3-5-92 0,3-3-40 16,-4 1 0-16,4-7-60 15,-4 0-13-15,4-3-15 0,0-3-84 0,0 0-184 0,4-4-460 16,-4-6-428-16,4 1-948 15,0-7-1877-15,0-13-2599 0,0 0 5908 16</inkml:trace>
  <inkml:trace contextRef="#ctx0" brushRef="#br0" timeOffset="22176.207">6638 4035 14469 0,'0'0'2388'0,"0"0"-1828"0,0 0-472 0,0 0 88 16,0 0 292-16,0 0 384 16,0 0-276-16,-69 102-136 0,58-57-108 15,-1 11 20-15,7 8-48 0,5 9-96 0,0 6 0 16,0 7-208-16,5 6-64 0,-1 0 52 15,0 4-132-15,0-2 72 0,3-1-4 16,-3-4 64-16,5-4-72 0,-1-9 72 16,-1-12-60-16,5-7 60 0,1-12-52 0,2-11-192 15,1-12-220-15,0-3-124 16,4-12-504-16,4-7-412 0,-5-2-508 16,2-9-956-16,-1-20-3125 0</inkml:trace>
  <inkml:trace contextRef="#ctx0" brushRef="#br0" timeOffset="22838.544">7115 4607 10844 0,'0'0'2821'0,"0"0"-1933"0,0 0-672 0,0 70 288 16,8-38 680-16,5 1 172 0,6 0-320 15,1-1-496-15,8-7-220 0,4-6-112 16,0-3-200-16,7-10-4 0,2-6 0 0,2-6 92 15,1-10-60-15,4-9-36 0,-1-7-120 16,2-6-224-16,-6-4 124 0,-2-2-148 0,-2 0 12 16,-7 2-28-16,-8 5 40 0,-4 1 56 15,-4 4 40-15,-9 4 36 0,-7 6 212 16,0 3 152 0,-15 3-4-16,-5 4 64 0,-4 1-16 0,-4 8 40 0,-4 3-52 15,0 3 112-15,-4 14 36 16,4 5-160-16,-3 10 12 0,3 5 16 0,-4 12 32 15,4 1-76-15,1 4 16 0,-1 0-24 16,4 0 24-16,7 0 24 0,6-6-88 16,2-6-12-16,6-9 4 0,7-3-100 0,0-9-56 15,11-4-76 1,6-1 60-16,3-1 72 16,3-2-12-16,5 0 8 0,4-4-4 15,0 4-36-15,0-4 44 0,-1 2 12 0,1 1-12 0,0 1-76 0,0 2 68 16,-4 1 8-16,0 5 176 0,-4-1-20 15,-4 0-92-15,-4-1 80 0,-7-4 76 16,-2 4-24-16,-3 0-28 0,-4 4-8 16,0-2 9-16,-11 5-21 0,-10-1-40 0,5 4-100 15,-12-6-8-15,5 2-72 0,-5-6-112 0,-4-4-97 16,4-2-143-16,0-2-160 16,-4-9-88-16,4-2-272 0,0-2-292 15,0-9-724-15,4-4-1068 0,5-5-2045 0,2 5-1359 16,10-7 6016-16</inkml:trace>
  <inkml:trace contextRef="#ctx0" brushRef="#br0" timeOffset="23085.166">8100 5273 5396 0,'0'0'8469'0,"0"74"-7369"0,-8-33-684 0,4 9 416 15,-5 10 700-15,2 8-296 0,3-2-368 16,0 0-316-16,4 4-248 0,0 1-156 16,8 1-148-16,-1 5 0 0,6-4-184 0,-2 0-48 15,2-10-12-15,-5-8-12 16,-1-9-136-16,1-16 84 16,-4-8 76-16,1-9-64 0,-5-10-224 0,0-3-272 15,0 0 72-15,0-13-348 0,-5-9-1480 16,-3-6-1869-16,4 5-135 0</inkml:trace>
  <inkml:trace contextRef="#ctx0" brushRef="#br0" timeOffset="23301.254">7980 5317 3252 0,'0'0'7789'0,"0"0"-6865"0,0 0-476 0,0 0 168 0,0 0 212 15,92-31 8-15,-72 31-104 0,4 0-68 16,-1 0-136-16,1 0-216 0,-3 3-188 15,-2 6-60-15,1-2-4 0,-8 9-60 16,-4-1-12-16,-8 10-36 0,0 5-52 16,-12 8-24-16,-4 0-128 0,-8 0-132 0,0-3-72 15,-4-3 16-15,0-10-152 0,0-9-44 16,5-7-176-16,3-6-196 16,-1-10-409-16,6-12-495 0,-1 2-868 15,0-26-3240-15</inkml:trace>
  <inkml:trace contextRef="#ctx0" brushRef="#br0" timeOffset="23592.537">8518 4216 11489 0,'0'0'2836'16,"0"0"-1852"-16,0 0-228 0,0 0 444 0,0 0 224 15,32 82-148-15,-20-46-348 0,-5 8-320 0,10 7-207 16,-6 6-121-16,6 10-52 0,-2 6-164 16,-2 6-64-16,2 4-100 0,-7 2 4 15,5 3-60-15,-10 2-16 0,5-7 3 16,-4-1-63-16,-4-9-72 16,4-3-60-16,-4-6-52 0,0-1-12 15,0-9-108-15,0-3-152 0,0-3-264 0,0-10-268 16,0-6-288-16,0-7-420 0,0-6-833 15,0-6-2099-15</inkml:trace>
  <inkml:trace contextRef="#ctx0" brushRef="#br0" timeOffset="25451.378">9690 4807 432 0,'0'0'12489'0,"0"0"-10889"16,0 0-464-16,0 0-720 0,0 0 24 0,0 0 172 0,0 0 244 16,0 0-188-16,0 0-80 0,0 0 416 15,83 19-392-15,-43-7-320 0,0-2-244 16,-1-4-48-16,-3 1-92 16,-4-1 88-16,-4-6 0 0,4 3-132 15,-8-3-84-15,0 0-500 0,0-3-248 16,-9 0-276-16,2 0-1072 0,-13 3-2793 0</inkml:trace>
  <inkml:trace contextRef="#ctx0" brushRef="#br0" timeOffset="25642.524">9729 5223 7988 0,'0'0'3937'0,"0"0"-2541"0,0 0-1000 0,0 0-16 16,0 0 820-16,0 0 108 0,0 0-212 15,96 28-256-15,-61-28-212 0,1-3-200 16,9-7-328-16,-2 1-100 0,1-4-224 0,0 0-596 16,-1-2-532-16,-11 5-764 0,16 0-2985 0</inkml:trace>
  <inkml:trace contextRef="#ctx0" brushRef="#br0" timeOffset="25991.863">10837 4479 10136 0,'0'0'4245'16,"0"0"-3413"-16,0 0-744 0,0 0 240 15,0 0 184-15,32 87 232 16,-25-46 408-16,1 6-140 0,-3 8-324 16,3-3-236-16,-1 10-136 0,1-1-36 0,1 4-72 15,-5-1-24-15,0 2-88 0,-1 2-96 16,-3-5-48-16,0-6-48 0,4-7-52 0,-4-6-216 15,4-8-224-15,5-10-72 0,-1-4-252 16,3-10-760-16,-3-5-1268 0,8-7-2781 0</inkml:trace>
  <inkml:trace contextRef="#ctx0" brushRef="#br0" timeOffset="26518.367">12199 4781 11385 0,'0'0'4060'0,"0"0"-3140"0,0 0-748 15,0 0 4-15,-11 92 336 0,11-54 356 0,7 0 336 16,-3-6-284-16,4-3-456 0,1-10-316 15,2-6-28-15,6-7 28 16,2-6-4-16,5-3-12 0,8-13 4 0,4-10-40 16,-1-9-96-16,1-2-116 0,-3-2-80 0,-10 1-24 15,1 4-60-15,-12 8 24 16,0 4 0-16,-8 6 60 0,0 0 16 16,-4 7 8-16,-4 2 0 0,-7-3 112 0,-6 5 60 15,-3 1 96-15,-3 1 136 0,-5 3-48 16,0 0-60-16,0 0-120 0,4 9 44 15,0 4 0-15,4 3-48 16,4 3-72-16,0 3-40 0,0 0-96 16,8 1-172-16,1-4-416 0,3-3-728 0,4-4-1344 0,0-1-2949 0</inkml:trace>
  <inkml:trace contextRef="#ctx0" brushRef="#br0" timeOffset="26752.105">12757 4692 3860 0,'0'0'8229'16,"0"0"-7153"-16,0 0-440 0,0 0 628 0,64 69-4 0,-56-46-64 0,-4 3-84 15,0-1-372-15,-4 4-384 0,0-4-124 0,0 3-208 16,0-2-24 0,0-3-72-16,-4-4 64 0,4-10 0 0,-4 0 0 15,4-9 8-15,0 0 160 0,0 0 0 16,0 0 0-16,0-9-84 0,8-10-76 0,0-7-96 15,3-9-52-15,6-6-48 0,3 0-160 16,3-3-172-16,9 3-196 0,0-1-228 0,5 7-488 16,-9 10-1200-16,7-7-3349 0</inkml:trace>
  <inkml:trace contextRef="#ctx0" brushRef="#br0" timeOffset="27318.11">14299 4556 2612 0,'0'0'11589'16,"0"0"-9885"-16,0 0-1248 0,0 0 68 0,0 0-4 16,0 0 420-16,-75 22-348 0,54 10-236 15,2 12-36-15,3 7 12 0,0 3 388 16,4 3-88-16,4 0-352 0,0-9-244 15,8-10-36-15,0-12-144 0,8-10-124 16,4-7-48-16,8-9 84 0,4-7 36 0,8-8-72 16,3-12-196-16,1-3-140 0,-4-5-84 15,0 0 196-15,-8 0 56 16,0 10 188-16,-5 5-52 0,2 5 40 16,-6 8 72-16,-2 4 12 0,-6 3 176 15,1 10 552-15,5 5 80 0,-10 7-124 0,5 4-112 16,-4 6-88-16,0 5-124 0,5 12 24 15,-6 1 40-15,1 7-40 0,0 10 148 16,0 3-212-16,0 3 64 0,0 3-24 16,-4 4-124-16,0-4-8 15,5 0 20-15,-5-3-12 0,7-7-60 0,-3 1-4 0,4-10-56 16,0-3-100-16,4-7-120 16,0-8-148-16,0-4-76 0,4-6-232 15,-4-4-488-15,4-9-568 0,0-4-692 0,-8-6-2149 0,7-6-3039 16</inkml:trace>
  <inkml:trace contextRef="#ctx0" brushRef="#br0" timeOffset="36052.088">7937 1549 4028 0,'0'0'7317'15,"0"0"-4633"-15,0 0-1620 0,0 0-312 16,-81-41 464-16,57 31 124 0,1 1-368 16,-9-1-288-16,4 4-156 0,0 3-80 15,0 3 64-15,0 0 289 0,4 9-73 16,0 10-220-16,1 7 192 0,3 12-232 0,-1 7-380 15,6 2-4-15,-1 7 132 0,8 0-216 16,4 3-60-16,4-3-72 0,0-6-12 0,8-6-28 16,8-9 40-16,3-10-24 15,2-7-132-15,3-7-548 0,4-9 340 16,4-3 108-16,3-17-12 0,5-5-413 16,-1-8-435-16,2-6 256 0,-9-5 164 15,0 2 396-15,-8 0 208 0,-5 4 140 0,-2 7 20 0,-6 2 64 16,-3 10 108-16,-4 7 152 15,1 2 100-15,-5 7 172 0,0 3 44 0,0 0-144 16,0 0 92-16,-5 0-96 0,1 6-100 16,-4 7-316-16,0 6 76 0,1 6-16 15,-6 7 124-15,5 10 96 0,5-1-12 0,-5 7 9 16,8-1-45 0,0 7 24-16,0 3-28 0,4 7-80 15,0 3-152-15,3 5 48 0,1 4-56 0,1 3 0 16,2 4-4-16,1 1-4 0,0 1-76 15,4 0 20-15,-4-2 16 0,0-4-72 16,4-9 4-16,-4-7 112 0,-1-9-40 0,2-3-68 16,-5-9-80-16,-1-1-28 0,1-6-21 0,1-4-331 15,-1-8 256 1,-5-5-64-16,1-4-108 0,0-7-704 0,-4-7 56 16,0 0-324-16,0 0-316 0,0-14-644 0,0 5-1789 15,-4-14-2375-15</inkml:trace>
  <inkml:trace contextRef="#ctx0" brushRef="#br0" timeOffset="41831.772">7355 6823 6048 0,'0'0'808'0,"0"0"3453"0,0 0-3181 16,0 0-352-16,0 0 124 15,0 69 228-15,0-39-176 0,0 7-36 16,4 11-72-16,-1 6-236 0,5 7-92 0,1 8-96 15,2 1-68-15,-3 5-92 0,0 2 8 16,1 2 0-16,-6-2-72 0,1-3-28 16,0-6-116-16,-4-1 0 0,0-7-4 0,0-5-8 15,0-7-88-15,0-11 32 0,4-5-44 16,0-13-16-16,1-3-156 16,-1-10-164-16,3-3-172 0,5-3-324 15,0-9-336-15,8-10-272 0,-4-6-824 16,-4 2-1813-16,8-19-1911 0</inkml:trace>
  <inkml:trace contextRef="#ctx0" brushRef="#br0" timeOffset="42557.212">7845 7204 4668 0,'0'0'8021'16,"0"0"-6453"-16,0 0-1060 0,-32 67-132 0,32-42 368 15,4 1 496-15,4-1-212 0,3-3-288 16,6-3-308-16,7-7-152 0,0-5-180 0,3-4-28 0,5-6-24 15,4-10-48-15,4-9-36 16,-1-9-308-16,6-4-108 16,-6-7-68-16,1 2 52 0,-4-2 84 0,-4 1 124 15,-5 6-28-15,-2 0-8 0,-5 6 8 16,-9 6 124-16,2 4 152 0,-13 7 12 16,0 2 264-16,-5 7 72 0,-10 0-136 0,-2 3 60 15,-6 3 64-15,-1 7-52 0,-4 9 24 16,0 9-12-16,-4 7-52 0,4 9 52 15,0 8 24-15,-4-2 36 0,4 8-28 0,4-7-20 16,1-1-4-16,3-3-12 16,5-9-36-16,2-3 0 15,5-9-112-15,4-3-120 0,4-1-12 0,0-7-8 16,0-2 8-16,12 3-12 16,4 1-160-16,4-3 40 0,0 0-4 0,8 5 16 15,0-4-16-15,4 5 16 0,-4-1 60 16,4 3-12-16,-1 3 72 0,-3 0-44 0,-4 2 44 15,0-2 4-15,-4 0 4 0,-5-3 0 16,-2 0-4-16,-2 1 8 0,-7-1 52 16,0-3-16-16,-4 0 72 0,0-3 40 15,-11-1-40-15,-1-2-120 0,-8-4-84 16,3-2-184-16,-2-7-172 0,-5 0-256 0,4-7-372 16,0-4-432-16,0-8-748 0,5 2-1584 0,-2-12-1585 15</inkml:trace>
  <inkml:trace contextRef="#ctx0" brushRef="#br0" timeOffset="42918.1">8650 7788 2964 0,'0'0'11301'16,"0"0"-9537"-16,0 0-1332 0,-25 90 4 15,22-62 260-15,-1 2 368 0,0 6-216 16,4-1-384-16,0 1-220 0,4-5-116 0,3 1-128 16,1-4-76-16,1-2-20 0,-1-4-4 15,-1-7 28-15,1-2 60 0,1 1-72 16,-5-6 68-16,3-2-92 0,-3 5 48 0,0-5 56 16,-4 0-48-16,4-3 4 15,1 4-36-15,-5-7-28 0,0 3-12 16,0-3 16-16,0 0-100 0,0 0-112 0,0-3-52 15,0-4 0-15,0 0 0 0,0-1-48 0,0-5 96 16,0-4-64-16,-5-1-116 0,1-1-388 16,0 3 32-16,-4-3-32 0,1 3 100 15,-2 0-248-15,1 0-377 0,1 3 173 0,3-2-340 16,0 5-92-16,-1 3-228 16,-3-2-272-16</inkml:trace>
  <inkml:trace contextRef="#ctx0" brushRef="#br0" timeOffset="43283.788">8614 7991 1084 0,'0'0'3076'0,"0"0"-1720"0,0 0-848 0,0 0-132 16,0 0 156-16,0 0 68 0,0 0 112 15,0 0-12-15,0 0-64 0,0 0-120 0,0 0-88 16,-17-41 9-16,17 41 79 0,0 0 60 16,0 0 40-16,0 0-16 15,0 0-128-15,0 0-80 0,0 0 40 16,0 0-16-16,0 0 0 0,0 0-36 15,0 3-32-15,0-3 20 0,4 7 92 0,0 2 152 16,1 4-192-16,3 6-88 0,-1 4-172 16,1 2 0-16,1 2 52 0,-1 8-76 15,-1 1 8-15,1 5-20 0,-3 3-24 0,-1 7 60 16,0 4-28-16,-4 4-44 0,3 6-28 16,-3-2-56-16,0 3-4 15,4-2 0-15,0-1 40 0,-4-6-40 16,4 0 8-16,-4-9 44 0,4-7-44 0,1-2 4 15,-1-11 84-15,-1-6-36 0,-3-8-60 16,4-9-12-16,0-5-160 0,-4 0-256 0,0-9-208 16,4-10 128-16,-4-10-12 15,0-9-224-15,0-9-620 0,0 5-1412 16,-8-31-2965-16</inkml:trace>
  <inkml:trace contextRef="#ctx0" brushRef="#br0" timeOffset="43544.378">8590 7925 12193 0,'0'0'2240'15,"0"0"-1684"-15,0 0-304 0,0 0 40 0,0 0 172 16,0 0 600-16,0 0-316 0,0 0-316 16,103-17-272-16,-79 17-48 15,0 0-100-15,0 7 48 0,-4 6 100 16,-4 0 60-16,-4 6 64 0,-9 3 48 0,1 6 96 15,-4 5-220-15,-7 0-84 0,-5-1-64 16,-8 1 24-16,0-5 16 0,0-3-88 16,-4-2-12-16,4-11-208 0,1-5-184 0,-2-7-136 15,6 0-120-15,2-19-68 0,6-10-452 16,-1-6-704-16,8 0-1360 0,0-34-3893 16</inkml:trace>
  <inkml:trace contextRef="#ctx0" brushRef="#br0" timeOffset="43810.869">9032 6817 6948 0,'0'0'5873'0,"0"0"-4485"15,0 0-564-15,0 0 168 0,40 92 336 0,-28-51-28 0,3 9-296 16,-2 9-340-16,2 4-204 15,2 9-128-15,-6 5-128 0,-2 5-92 16,-1 3 4-16,-1 8-116 0,-3 0-48 0,0-2-12 16,0-2-64-16,1 0-68 15,-5-7 8-15,4-6 48 0,-4-5 16 0,3-8-100 0,-3-10-84 16,4-8-76-16,0-10-124 0,4-10-368 16,-4-8-516-16,1-5-1128 0,6-9-3021 15</inkml:trace>
  <inkml:trace contextRef="#ctx0" brushRef="#br0" timeOffset="44426.462">10088 7306 6928 0,'0'0'6429'0,"0"0"-5005"15,0 0-428-15,0 0-244 0,0 0 60 16,0 0 140-16,0 0-176 0,0 0 400 0,103 0-360 15,-55 0-304-15,4 0-159 0,4-3-109 16,-8-1-76-16,-1 1-56 0,2-4-72 0,-10 1-40 16,-3 0-76-16,-4 0-20 0,-4-1-96 15,-4 1-125-15,-5 0-243 0,-6 3-84 0,-2-1-236 16,-7 4-436 0,-4 0-832-16,0 0-1004 0,-4 7-1689 15,-11 8-1163-15</inkml:trace>
  <inkml:trace contextRef="#ctx0" brushRef="#br0" timeOffset="44801.248">10083 7678 6188 0,'0'0'2740'15,"0"0"-711"-15,0 0-833 0,0 0-136 16,0 0 124-16,0 0 28 16,0 0-132-16,0 0-196 0,0 0-216 0,0 0-152 0,0 0 64 15,52 5 252-15,-20 1-248 0,4 1-144 16,8-4-112-16,-4 4-160 0,3-5-56 15,2 1-27-15,-6-3-81 0,-3 0 4 16,5 0-8-16,-10-3-12 0,1-2-49 0,0-2 1 16,-9 0-16-16,-3 1-8 0,1-3-184 15,-6 3-144-15,-2 2-100 16,-6-3-196-16,-3 4-216 0,0 3-272 0,-4-2-632 16,0 2-576-16,-4 0-1493 0,-7 0-1839 15</inkml:trace>
  <inkml:trace contextRef="#ctx0" brushRef="#br0" timeOffset="45092.138">10167 8036 1656 0,'0'0'9777'0,"0"0"-7297"0,0 0-1088 15,0 0-172-15,0 0-212 0,0 0-176 16,0 0-132-16,0 0-60 0,0 0 152 16,0 0-328-16,105 21-148 0,-70-14-96 0,1-3-64 15,3-1 16-15,1-3-63 0,4-3-61 16,0-4-44-16,-4 0-4 0,4-2-12 16,-1-4-72-16,5-2-113 15,1 2-115-15,-2-6-104 0,5 3-180 16,-5-3-200-16,2 3-360 0,-6-3-732 15,-15 7-2548-15,8-5-3445 0</inkml:trace>
  <inkml:trace contextRef="#ctx0" brushRef="#br0" timeOffset="45592.583">11542 6848 1044 0,'0'0'5580'0,"0"0"-55"16,0 0-4069-16,0 0-48 0,40 74 500 16,-24-30-632-16,0 9-252 0,0 8-92 0,-1 6-128 15,-2-1-184-15,-5 1-219 16,-1 0-73-16,-3-1-96 0,0-1-124 16,0 0-108-16,-4 2-12 0,0-3 0 0,0-4-96 15,0-3 20-15,5-5-164 16,-5-6-76-16,4-7-97 0,3-4-111 0,1-10-208 15,5 0-408-15,2-9-1064 0,-7-2-2156 0,12-6-2621 16</inkml:trace>
  <inkml:trace contextRef="#ctx0" brushRef="#br0" timeOffset="46423.71">13458 7150 7644 0,'0'0'3120'15,"0"0"-1435"-15,0 0-537 0,0 0-388 16,0 0 276-16,0 0 148 0,76-14 280 16,-43 14-600-16,-2 0-372 0,-7 7-296 15,-4 9-12-15,0 7 60 0,-8 5 148 16,-5 7-88-16,-3 6-192 0,-4 4-100 0,0-4-12 15,-4-3-148-15,1-10-36 0,-1-9 124 16,0-9 0-16,4-6-12 0,0-4-40 0,0 0-120 16,0-7-416-16,8-5 104 0,4-4 336 15,0-13 24-15,3 0 36 0,5-2 84 16,-3-5 16-16,2 8-40 0,1 3 4 0,4 9 8 16,-4 3 76-1,-4 8 260-15,3 0 160 0,-6 5-136 16,-1 10 120-16,-5 3 12 0,-2 6 88 0,-5 3-188 15,0 3-132-15,0 3-76 0,0 2 4 16,-5-5-64-16,1-3-48 0,1-6-48 0,3-9-40 16,-4-1 4-16,4-6 72 15,0 0 4-15,0 0-88 0,0-4-172 0,7-5-224 16,2-7 396-16,3-3-52 0,-1 0 88 0,2 0-64 16,2-1-48-16,-2 8-12 15,2-1 48-15,2 10 12 0,-2 1 124 16,1 2 100-16,0 0 24 0,0 5 172 15,-4 6 96-15,4 3-88 0,-4 3 64 0,-1-1-52 16,2 0 0-16,-5 3-60 16,-1-4-12-16,2-2-76 0,-1 4-140 0,0-9-28 15,-5 2-184-15,1 1-204 0,5-7-428 0,3 0-324 16,4-4-464 0,-1-4-940-16,2 0-1585 0,15-22-1255 0</inkml:trace>
  <inkml:trace contextRef="#ctx0" brushRef="#br0" timeOffset="46712.487">14690 7238 11969 0,'0'0'2272'0,"0"0"-1312"15,7 68 112-15,-7-38 336 0,0 0 108 16,0-8-232-16,0-3-564 0,0-9-464 16,0-8-252-16,0-2 8 0,4 0-12 0,5-9-204 15,6-7 96-15,6-6-356 0,-2-9-136 16,1-2-72-16,0-4-152 0,-4 4 60 15,0 5 104-15,0 3 188 0,-8 6 84 16,0 0-68-16,-4 6 176 0,-4 1 280 0,-4 1 352 16,-4 6 116-16,-4 2 220 0,4-1 16 0,-3 1-120 15,-2 3 4-15,1 3-44 16,0 7-288-16,4 5 24 0,-3 8 28 16,-2 2-52-16,5 3-76 15,1-2-180-15,3-3-68 16,0-5-140-16,4-2-400 0,0-3-512 0,4-6-488 0,7-7-1056 0,1 0-464 15,12-20-1785-15</inkml:trace>
  <inkml:trace contextRef="#ctx0" brushRef="#br0" timeOffset="46926.789">15112 7153 8824 0,'0'0'2829'15,"0"0"-1625"-15,-28 92 220 0,16-57 748 0,0 2 84 16,1-1-444-16,2-14-716 0,5-6-631 15,4-10-453-15,0-6-12 0,9 0-196 0,2-6-193 16,5-10 253-16,4-9-252 0,4-8-124 16,4-7-160-16,0-8-260 0,0 1-364 15,-1-4-292-15,-3-3-508 0,4 3-708 16,-4-6-1381-16,-3 16 277 0,-2-26 1076 0</inkml:trace>
  <inkml:trace contextRef="#ctx0" brushRef="#br0" timeOffset="47071.263">15391 6585 2060 0,'0'0'2556'0,"0"0"320"16,0 0-272-16,0-76-543 0,0 70-529 0,0 2-228 15,0 4 48-15,0 4 140 0,-4 8-320 16,-1 7-512-16,-2 10-244 0,-1 8-36 16,0 11 192-16,4 3 389 0,0 6-281 0,-4 4-196 15,0 6-204-15,0 2-184 0,-4 2-96 16,4-3-68-16,-3-1-128 0,2 0-264 16,1-10-204-16,4-6-177 0,4-10-231 0,0-12-424 15,8-9-936-15,1-12-1520 16,10-8-2465-16</inkml:trace>
  <inkml:trace contextRef="#ctx0" brushRef="#br0" timeOffset="47300.429">15936 7356 14929 0,'0'0'2420'0,"-15"108"-1776"0,7-50-16 0,4 14 60 16,-4 14 280-16,4 6 192 0,-4 0-287 15,8 4-401-15,0-2-264 0,0 2-208 16,0-3-48-16,0-5-136 0,0-9-132 0,0-6 220 16,0-13-144-16,0-15-53 0,4-16 49 15,0-14-168-15,0-11-124 0,-4-8-88 16,3-15-160-16,-3-15 96 0,5-11-28 16,-1-13-568-16,-4 8-1516 0,4-38-3577 15</inkml:trace>
  <inkml:trace contextRef="#ctx0" brushRef="#br0" timeOffset="47500.928">15917 7350 11761 0,'0'0'1876'0,"0"0"-860"0,0 0 180 15,0 0-240-15,0 0-348 0,84-39-60 0,-61 39 168 16,-3 0-224-16,1 0-172 16,-6 6-188-16,1 5-132 15,-4 2-36-15,-8 2-100 0,0 7 16 0,-4 4-80 0,-12 6-156 16,-8 3-60-16,-4 0-32 15,-3 0 40-15,-10 2 124 0,1-5-40 0,-7-6-200 16,-9-5-548-16,-4 0-740 0,-8-10-1333 16,13-1-2975-16,-41 2 3344 0</inkml:trace>
  <inkml:trace contextRef="#ctx0" brushRef="#br0" timeOffset="47951.086">13088 6763 5016 0,'0'0'4320'0,"0"0"-2535"16,0 0-53-16,0 0-460 0,0 0-448 0,0 0-432 16,0 0-368-16,0 0-24 0,0 0-52 15,0 0-60-15,-20 75 0 16,16-52 0-16,0 2 112 0,0 6 8 0,4 11 80 15,0 3 268-15,0 3 80 0,8 3 60 16,0 2 88-16,4 8 24 0,4-1-100 16,0 6 24-16,4 8-52 0,3-2-112 15,-2 5-160-15,3 2-12 0,0 1-196 16,-1-4-76-16,5 1-132 0,0-8-284 0,4-9 12 16,4-6-200-16,4-7-200 15,-4-8-260-15,7-11-464 0,2-9-844 16,-10-6-1989-16,21-13-1671 0</inkml:trace>
  <inkml:trace contextRef="#ctx0" brushRef="#br0" timeOffset="48344.313">16965 6667 13669 0,'0'0'4164'0,"0"0"-3472"0,88 50-472 16,-57-26-48-16,1 7 112 0,0 7 256 0,-8 6 960 16,-4 5-407-16,-4 4-353 0,-1 4-340 15,-2 1-172-15,-5-1-120 0,-4 3-12 0,-4 1-92 16,0-4 80-16,-16 3-84 16,-4-2-12-16,-8 0-60 0,-8 3-60 15,-3 0-132-15,-6-8-100 0,-7 1-216 16,-3 1-161-16,-9-4-135 0,0 0-224 15,-8-4-1080-15,16-9-2700 0,-27 13-3169 0</inkml:trace>
  <inkml:trace contextRef="#ctx0" brushRef="#br0" timeOffset="60505.278">20431 4054 11265 0,'0'0'900'15,"0"0"1216"-15,0 0-1508 0,0 0-432 16,0 0 88-16,0 0-36 16,0 0-116-16,84 32-48 0,-56-32-12 0,7 3-52 15,5-3 0-15,4-3-4 0,3-4-8 16,9-2-60-16,4-4 64 16,8 4-68-16,4-1 28 0,3 1 44 0,6-1 8 15,6 1 0-15,5 2 4 0,4 0 56 0,7 5 60 16,5-4-8-16,10 0-116 15,6 2-8-15,8-3-68 16,3 1 64-16,9 0-64 0,-1 0 12 0,4-1 56 0,1 3-4 16,4 2 12-16,-5 2 24 0,1 0 28 0,-2 0-44 15,2 0 0-15,-4 0 4 0,4 0 100 16,-2 0-100 0,-6 0 104-16,-1 0-68 0,-3 0 4 0,-5 0-52 0,-3 2 60 15,-5 2 84-15,-3-1-68 16,-8 1-64-16,-5 2-12 0,-12-2 0 0,-7-2 0 15,-8 1 0-15,-12 0-128 0,-12 1-88 16,-9-1-336-16,-6 1-332 0,-18-4-640 16,-7 0-1201-16,-16 2-1907 0</inkml:trace>
  <inkml:trace contextRef="#ctx0" brushRef="#br0" timeOffset="65018.696">952 9792 9652 0,'0'0'5053'0,"0"0"-4109"15,0 0-592-15,0 0-352 0,0 0-176 0,0 0-36 0,0 0-52 16,0 0 200-16,0 0 64 15,0 0 140-15,0 0 136 0,75 34-268 0,-34-28 168 16,2 5-140-16,9-3-36 0,4 3-12 16,4-2 12-16,4-4 0 0,3 6-4 0,1-5-108 15,3 0 36-15,5 1-24 0,3-4 24 16,2 3 76-16,6-3 0 16,5-3 36-16,0 4-20 0,7-4 56 0,4 3 56 0,1-3-56 15,4 3 116-15,4-3 80 16,-2 3-216-16,10-3 48 15,7 0-12-15,2 0-40 0,6-3-44 0,0-3 108 16,9-1-104-16,-4 1 4 0,-1-4-4 16,4 4-8-16,-4 0-72 0,5 0-16 15,0-1 88-15,-1 1 48 0,4 0 40 0,5-1 112 16,-1-2-100-16,5 2 24 16,-1 0-28-16,0 1-92 15,4 0 4-15,4-3 92 0,2-1-96 0,1-3-4 0,2 0 152 16,3-2-152-16,1-5-112 15,-5 2 40-15,5-1 72 0,2-1-4 0,2 5 8 16,-1-4 76-16,1 2-28 0,-1 5 32 16,0-1-72-16,1 0-4 0,2 4 0 15,6-1 200-15,-1 4-96 0,0 0 76 0,5 0-12 16,-5-1-176-16,4-3 0 0,5 1 36 16,-1 0-36-16,0-4-8 15,4 3-52-15,1-2-4 0,-1-1-36 16,-4 1 4-16,9-1 44 0,-2 0 52 0,2 3 48 15,-1 4-48-15,1-4-136 0,-6 4 136 16,5 3 28-16,1 1-20 0,4-3-8 0,-2 5 64 16,-2-2-64-16,3-2-52 0,4 1 52 15,0 0 52-15,9 0 68 0,-6-4-112 0,5 4-8 16,0 0-144 0,0-3 144-16,5 3 4 0,-1 3 8 15,0-4-12-15,0 4 0 0,-3 0-140 16,7 0 136-16,-1 0 4 0,2 0 52 0,3 0-52 15,0 0-80-15,4 0 8 0,5 0 68 16,2 0-4-16,5 0-40 0,0 0 44 0,4 0-144 16,0 0 72-16,4 0 76 15,0 4 12-15,1 2-12 0,-1 0-124 0,4 0 80 16,-1 4 44-16,2-3 48 0,3 0-36 16,3 1-12-16,1-2 0 0,5-2 64 15,-2 3 36-15,5-5-100 16,4 1-12-16,0-3 12 0,4 3 52 0,4 1 12 15,-1 3-64-15,6-5 4 0,-2 4 88 0,1 0 8 16,-3 5-100-16,2-5-96 16,1 3 96-16,-1-2 112 0,2 2-112 0,-5-2-36 15,-1-1 36-15,1 0 76 0,1-2 36 0,-2 2-112 16,-3-3 48 0,0 0-48-16,-4 0 84 0,-4 0-68 0,-4 1-16 15,-8-1 0-15,-4 3 0 0,-4 1 72 0,-8-1-72 16,-13 3-24-16,-2 1-24 15,-13-1 32-15,-12 1-44 0,-15-1 52 16,-13 4-128-16,-16-3-148 0,-15 3-16 0,-17-5-308 16,-23 6-624-16,-21-4-1496 0,-27-4-3077 15,-16 3-1098-15</inkml:trace>
  <inkml:trace contextRef="#ctx0" brushRef="#br0" timeOffset="65925.617">1697 10876 7612 0,'0'0'4273'16,"0"0"-3213"-16,0 0-1060 0,0 0 0 0,0 0 244 15,0 0 1052-15,103-14 292 0,-55 7-376 0,12-2-160 16,0 2-396-16,0 0-300 16,-1 1-136-16,-7 0-220 0,0-3-40 0,-4 2-12 15,-8 2-132-15,-5-5 12 0,-3-1-244 16,-4-1-264-16,-4 5-400 0,-8-2-804 16,-8 6-1348-16,-8-3-3421 15</inkml:trace>
  <inkml:trace contextRef="#ctx0" brushRef="#br0" timeOffset="66126.104">2087 10915 4316 0,'0'0'1356'0,"0"0"2580"0,0 0-2940 0,20 89 101 16,-8-50 311-16,8 1 180 0,-4 11-192 0,-1 0-8 16,-2 3-608-16,-1 0-656 15,-4-3-124-15,0-6-148 0,-8-1-100 16,0-6-88-16,0-6-48 0,-8-1-40 15,-8-1-316-15,-1-5-364 0,-10 0-392 16,-1-2-888-16,-7-5-917 0,-2-5-2135 0,5-3 3124 16</inkml:trace>
  <inkml:trace contextRef="#ctx0" brushRef="#br0" timeOffset="66280.785">1812 11684 1720 0,'0'0'1032'0,"0"0"-668"0,0 0 5040 16,0 0-3552-16,0 0-243 0,0 0-929 15,0 0-272-15,0 0-36 0,0 0-44 0,0 0 156 16,0 0 324-16,16-10 200 0,16 14-132 15,8-1-140-15,-4 0-192 16,4 0-176-16,-5 0-232 0,6-3-136 0,-6 0-136 0,1 0-160 16,0-3-260-16,0-6-176 15,-1-7-224-15,-3-7-704 0,-8 4-1328 0,4-16-3445 16</inkml:trace>
  <inkml:trace contextRef="#ctx0" brushRef="#br0" timeOffset="66583.361">2458 11278 7280 0,'0'0'2840'0,"0"0"-1527"16,0 0-849-16,0 0 252 0,43 69 636 0,-35-40 228 15,1-1-324-15,-5 5-288 0,3-5-360 0,-7-3-336 16,4-3-268-16,0-3-4 0,-4-6-64 0,0-4 56 16,0-5-80-1,0-4-44-15,0 0 20 0,5 0-88 16,-1-4-84-16,0-8 172 0,7-4-24 0,-3-3-12 15,5-3 0-15,-2 3 48 0,2 2-24 16,-2 6 0-16,-3 0 24 0,1 8-52 16,2 0 48-16,-3 3 104 0,0 0 164 0,4 6 96 15,-4 5 40-15,0 0 48 0,0 3-40 16,0-2-160-16,-4 4-12 16,4 0-60-16,-5-3-16 0,1 2-60 15,1-2-136-15,-1-3-108 0,-4 0-316 0,4-1-560 16,0 0-700-16,0-2-2077 0,-1-4-3183 0</inkml:trace>
  <inkml:trace contextRef="#ctx0" brushRef="#br0" timeOffset="67575.326">3489 11481 220 0,'0'0'13017'0,"0"0"-10753"16,0 0-1584-16,0 0-612 0,-28 76 216 0,25-50 476 16,-9-1 552-16,4 4-340 0,0-1-420 0,-4-3-248 15,0 4-280-15,4-4-24 16,-4-2-120-16,4-5-152 0,5-2 52 16,-2-6-84-16,1-5-224 0,0-1-164 15,4-4-324-15,0-9-572 16,4-7-2404-16,0-1-1749 0</inkml:trace>
  <inkml:trace contextRef="#ctx0" brushRef="#br0" timeOffset="67757.644">4020 11237 5032 0,'0'0'9365'0,"0"0"-8077"0,0 0-788 0,96 56 176 0,-68-43 912 16,-5 0-492-16,-3-1-264 15,4-6-480-15,-1-2-256 16,1-4-96-16,8 0-64 0,0-10-216 0,0-6-512 0,5-3-364 16,-6-9-556-16,-7 6-2376 0,0-17-3825 15</inkml:trace>
  <inkml:trace contextRef="#ctx0" brushRef="#br0" timeOffset="67976.404">4195 10912 11325 0,'0'0'4484'16,"0"0"-3728"-16,-8 95-608 15,8-47 212-15,0 12 324 0,0 3 576 0,4 7-376 0,0 4-408 16,-4-1-232-16,4 3-244 0,-1-3-96 16,2-6 12-1,-5-4-196-15,8-15-148 0,0-10-188 0,-1-20-48 16,6-7-252-16,2-11-316 0,2-20-608 15,2-8-328-15,5-17-2309 0,-7 7-2239 0</inkml:trace>
  <inkml:trace contextRef="#ctx0" brushRef="#br0" timeOffset="68321.709">4514 10624 8400 0,'0'0'5449'0,"0"0"-4381"0,0 0-792 16,12 91 88-16,-8-42 332 0,-1 5 832 0,1 4-268 15,0 7-340-15,1 1-308 0,-1 5-284 16,4-2-96-16,-5 7-40 16,5-6-92-16,-3 1-100 0,3-15-136 0,-4-8-180 0,-1-13 60 15,1-16 12-15,4-7-24 16,-3-9-184-16,3-3 72 0,3-6-212 0,6-13 296 0,2-6-60 16,5-14-140-16,0-1-224 15,0-2-60-15,4 7 40 16,-5 7 300-16,1 6 236 0,-3 12 168 0,-2 7 36 15,-3 3 304-15,0 10 336 0,-7 5 92 16,2 7-20-16,-3 7-116 0,-3 3-176 16,-5 3 36-16,3 2-100 0,-3-1 64 15,0-5 32-15,0 1-120 0,4-10-308 0,-4-6-24 16,0-4-196-16,4-8-72 0,0-4-272 16,4-6-312-16,0-13 196 0,4-4-452 15,0-11-1500-15,4-4-2873 0,-8 5-2267 0,12-11 7304 16</inkml:trace>
  <inkml:trace contextRef="#ctx0" brushRef="#br0" timeOffset="68463.434">5246 11287 7628 0,'0'0'6265'15,"0"0"-4797"-15,0 0-1028 0,28 95-192 0,-19-59 344 16,-9-3 988-16,4 3-276 0,-4-4-424 16,0-7-612-16,0-2-268 15,0-7-72-15,-4-7-236 0,4-4-400 16,-9-5-472-16,6 0-496 0,-1-5-3132 0,-13-20-5097 0</inkml:trace>
  <inkml:trace contextRef="#ctx0" brushRef="#br0" timeOffset="68592.734">5187 11001 4528 0,'0'0'9793'0,"0"0"-8633"0,0 0-932 15,0 0-116-15,0 0-108 16,0 0 8-16,84 6-12 0,-64-6-536 0,-9 0-1400 15,17 0-3901-15</inkml:trace>
  <inkml:trace contextRef="#ctx0" brushRef="#br0" timeOffset="68839.145">5749 11062 4712 0,'0'0'7693'0,"0"0"-5025"16,-16 69-1924-16,0-40-200 0,0 6 576 15,-4 0 496-15,0-3-232 0,4-7-640 16,4-3-476-16,5-3-204 0,3-6-64 0,4-1-120 15,0-1-88-15,0-3 36 0,11 2 52 16,1 0-4-16,8-1 40 0,1-2-72 16,-2 3-4-16,1-5 36 0,0 2 52 0,0 2 12 15,-4 3 48-15,-1 2 4 0,-2 2 4 16,-5 3 4-16,-1-4 8 0,-3 4 52 16,-4-3 36-16,-4 3-96 15,-3-3 0-15,-10 0-304 0,2-3-172 0,-5-4-324 16,-8-2-660-16,8-4-2420 15,-16-3-2733-15</inkml:trace>
  <inkml:trace contextRef="#ctx0" brushRef="#br0" timeOffset="73441.981">8036 11281 768 0,'0'0'10104'0,"0"0"-7859"15,0 0-773-15,0 0-84 0,0 0 124 16,0 0-300-16,-32-67-304 0,21 54-368 0,-2 4-152 16,-2-1-108-1,-2 4 40-15,-7 2-64 0,1 4 72 0,-5 0-195 16,-4 0 11-16,0 10 16 0,4 0 20 15,-4 5-8-15,8 4-40 0,4 6 12 16,1 5-28-16,6 1-116 0,5 7-64 16,5 4 52-16,3-1-72 0,7 0-36 0,10 0-36 15,2-3 44-15,9-2-92 0,4-5-16 16,3-2-253-16,10-7-295 0,-2-6-504 16,6-10-824-16,-2-6-1100 15,5-12-1673-15,0-11-1583 0,-16 2 3988 0</inkml:trace>
  <inkml:trace contextRef="#ctx0" brushRef="#br0" timeOffset="73769.405">8541 11189 3404 0,'0'0'548'0,"0"0"5200"0,0 0-3543 15,0 0-745-15,0 0-80 0,0 0 572 0,0 0-400 16,-79 73-444-16,51-29-128 0,0 10-224 16,4 4-40-16,5 2-23 0,6-4-257 15,6-5-196-15,3-6-36 0,4-10-204 16,0-13-48-16,4-6-132 0,7-10-24 0,2-6 56 0,2-6 4 15,2-13 36-15,6-7-280 16,-3-9-173-16,0-10-215 16,0 1-216-16,-4 0 84 0,0-3-312 0,0 5 12 15,-5 1 340-15,2 6 276 0,-1 3-52 16,-9 13 644-16,6 3 12 0,-5 9 192 0,-4 7 136 16,4 0 240-16,-4 11 388 0,4 5 40 15,3 2 80-15,-3 8-228 16,0 5 132-16,1 1-248 0,3 1-124 15,-4-3 37-15,-1 3-5 0,1-5-400 16,4-6-228-16,-3-3-24 0,3-5-204 16,-1-6-196-16,1-4-120 0,1-4-77 0,-2 0-167 0,5-9-288 15,1-5-916-15,-2 5-2016 16,9-13-3265-16</inkml:trace>
  <inkml:trace contextRef="#ctx0" brushRef="#br0" timeOffset="74117.188">9207 11096 12645 0,'0'0'5292'0,"0"0"-4000"0,0 0-408 16,0 0 272-16,-48 70-63 0,29-47-89 16,2 2-348-16,2 0-356 0,-2 1-120 0,2-4-84 15,2 3-96-15,2-3-48 0,3-6 40 16,4-2-64-16,0-9-36 0,4-2-84 15,4 1-64-15,8-4 16 0,3 2 60 16,9-2 80-16,1 4 88 0,3 3-36 16,3-4-84-16,-3 2 72 0,0 6 12 0,-3 1 36 15,-2-2-24-15,-3 6 36 16,0-4 60-16,-4 4-12 0,-5 0 36 0,-2-3 12 16,-5 3 4-16,0-4-88 0,-4 1 48 15,0 0 12-15,-4 2-72 0,-4-2 0 16,-8-1-208-16,4 2-92 0,-8-5-112 15,0 1-60-15,0 3-137 0,0-5-267 0,-8-1-544 16,4 0-1052-16,5-1-2184 16,-9-6-2889-16</inkml:trace>
  <inkml:trace contextRef="#ctx0" brushRef="#br0" timeOffset="76350.44">9602 11418 3576 0,'0'0'576'16,"0"0"3300"-16,0 0-2124 0,0 0-255 15,0 0-217-15,0 0-40 0,0 0-380 0,92 56-152 16,-81-52-244-16,6-1-240 0,-6-3-84 16,6-3 76-16,-6-7-28 0,5-3-76 15,-4-5-36-15,4-1-64 16,-4-7-12-16,0 0 0 0,-5 1-8 0,2 3-56 0,-5-1-60 16,-4 1 76-16,4 6 44 15,-4 1 4-15,-4 4 12 0,0 2-8 16,-9 0 84-16,2 2-80 0,-5 1 64 15,-4 0-72-15,4 6-100 0,-3 0 100 16,-2 0-84-16,1 9-32 0,5 7 44 0,-2 7-68 0,6 2 136 16,-2 7 4-16,5 2 252 15,1 1-80-15,3 7-8 0,0-5-28 0,0 5-84 16,4-10 120-16,0-1-84 0,8-8-84 16,3-4 44-16,6-3 64 15,2-7-108-15,1 1 0 0,4-10-4 16,8 0 0-16,-4 0-4 0,4-7-4 15,4 2-32-15,-4-12-556 0,7 5-348 16,-3-8-620-16,-8 8-1516 0,20-11-5009 0</inkml:trace>
  <inkml:trace contextRef="#ctx0" brushRef="#br0" timeOffset="81282.864">10371 11451 10668 0,'0'0'1457'15,"0"0"-693"-15,0 0 396 0,0 0 308 0,0 0 48 0,4 71-336 16,-4-59-284-16,0 4-368 15,0-6-136-15,-4 2-60 0,0-1 8 0,-1 1-84 16,-3 1-220-16,1-1-36 0,-1-2-48 16,-1-1 36-16,2 1-136 0,-1-4-108 15,-4-3-232-15,4 4-184 0,0-7-400 0,0 3-928 16,4-3-2072-16,1 0-2225 16</inkml:trace>
  <inkml:trace contextRef="#ctx0" brushRef="#br0" timeOffset="81785.878">12446 10379 1696 0,'0'0'624'0,"0"0"-308"0,0 0 7344 16,-15 70-5295-16,6-38-153 0,1 2-536 15,1 4-40-15,-1 10-148 0,-1 0-228 16,-2 3-384-16,3-1-631 0,-8 4 239 0,0 0-376 16,0 0-108-16,-3 6 0 0,-2 5-72 15,1-2 12-15,5 3-40 16,2-6-44-16,1-5 84 0,9-8 60 16,3-9 52-16,0-9 44 0,3-6 112 0,9-8-112 15,4 0-24-15,0-5-60 16,4 3 48-16,4-3 16 0,4-1-72 0,0-3 56 15,4 1-12-15,-5-1 48 0,6-3-12 16,-6 4-24-16,1-7-60 0,0 3-4 16,0-3-56-16,-4 0-48 0,0-3 24 0,-5-4-352 15,2-5-329-15,-5-1-587 0,3-3-748 16,-2-7-2076-16,-6 5-1253 0,1 2-3019 16</inkml:trace>
  <inkml:trace contextRef="#ctx0" brushRef="#br0" timeOffset="82092.053">12821 11309 2644 0,'0'0'11025'0,"0"0"-9733"16,0 0-1028-16,0 0 204 0,0 0 300 15,0 0 128-15,88 55-228 0,-72-59-224 16,3-12-72-16,1-6-116 0,5-7-108 16,-6-6-148-16,1 0-208 15,-3-3-184-15,-6 3 68 0,1 7-68 16,-4 2 168-16,0 8 12 0,-8 5 124 0,4 3 88 15,-4 6 220-15,-4 1 4 0,-8 3-212 16,-4 0 100-16,0 3-64 0,-4 11-36 0,0 4-12 16,5 5 4-16,-2 12 172 0,6 0 56 15,2 9 112-15,5-2-36 0,0 2-12 0,0 0-148 16,4-5-40-16,0-5-104 16,0-9-4-16,8-8-156 0,1-11-228 15,10-6 28-15,1-16 12 0,8-13-112 16,4-12-300-16,0-13-1012 0,4-12-3177 15,-8 15-3515-15,15-29 6736 0</inkml:trace>
  <inkml:trace contextRef="#ctx0" brushRef="#br0" timeOffset="82303.741">13702 10566 8868 0,'0'0'7173'0,"0"0"-6405"0,0 89-568 15,-8-44 60-15,-5 12 400 0,2 6 828 16,3 0-216-16,-1 7-372 0,6-3-315 15,3 0-161-15,0-7-108 0,7-6-184 0,6-7-132 16,-2-5-60-16,-2-10-76 0,6-10-20 16,-7-6 0-16,5-4-88 0,-6-6-108 0,-3-2-73 15,0-4-171-15,-4 0-196 0,0-6-336 16,0-4-516-16,-8-6-1080 16,1 0-2317-16,-14-15-2791 0</inkml:trace>
  <inkml:trace contextRef="#ctx0" brushRef="#br0" timeOffset="82444.502">13423 10957 9972 0,'0'0'5529'0,"0"0"-4697"0,0 0-604 16,0 0 96-16,0 0 160 15,0 0 604-15,79 15 8 0,-51-11-596 0,9-4-280 16,2 0-112-16,1-4-108 0,-1-2-60 16,2-3-164-16,2-1-448 15,-3 0-472-15,4 4-580 0,-12 0-2476 0,11-1-4053 16</inkml:trace>
  <inkml:trace contextRef="#ctx0" brushRef="#br0" timeOffset="82978.765">15821 10512 628 0,'0'0'12617'0,"0"0"-10501"0,0 0-972 0,0 0-656 16,0 0 20-16,0 0 628 0,12 87-4 16,-4-37-352-16,0 13-340 0,4 10-208 0,0 7-148 15,0-4 16-15,-8 3 44 0,4 1 64 0,-8-2-3 16,0-5-93-16,0 1-112 0,0-10-116 16,-8-5-113-16,8-11-127 15,-4-13-80-15,0-9-16 0,4-14-24 0,0-5-100 16,0-7-320-16,-4-9-380 0,4-14-1032 15,0-9-2545-15,0 4-1651 0,0-30 3608 16</inkml:trace>
  <inkml:trace contextRef="#ctx0" brushRef="#br0" timeOffset="83203.128">15837 10674 848 0,'0'0'10493'0,"0"0"-8801"15,0 0-536-15,80-45 208 0,-52 36-184 16,8 2-160-16,-4 1-252 0,3 6-204 15,-3 0-120-15,4 0-140 0,-4 6 4 16,-4 5-52-16,0-3-72 0,-8 6-40 0,-5 2-32 16,-2 5-108-16,-9 8 56 0,-4 6-60 15,-13 7-4-15,-6 1-84 0,-5 6-80 0,-4 1-176 16,-8-3-120-16,8 1-160 0,-4-6-212 16,4-4-120-16,0-7-380 0,9-2-568 15,-1-6-496 1,3-11-881-16,6 7-2687 0</inkml:trace>
  <inkml:trace contextRef="#ctx0" brushRef="#br0" timeOffset="83389.768">16645 11364 1344 0,'0'0'12941'0,"0"0"-10909"16,0 0-1432-16,-19 75-300 0,7-49 20 0,-4-1-20 15,-4 0-28-15,1-3-52 0,-2 1-220 16,5-5-76-16,1-4-48 0,7-5-236 16,-5-2-508-16,9-7-524 0,1 0-1184 0,-5-4-5349 15</inkml:trace>
  <inkml:trace contextRef="#ctx0" brushRef="#br0" timeOffset="83983.28">18069 10496 6400 0,'0'0'1104'0,"0"0"3349"0,0 0-3521 0,-77-72-444 16,49 55-56-16,-3 4 100 0,-1 7 440 15,8 6 148-15,-3 13-444 0,6 12-292 16,1 11 100-16,9 11 108 0,-1 10 120 16,3 16-84-16,9 6-80 0,0 10-156 0,0 4-164 15,0-4 16-15,0 0 0 0,9-14-60 16,3-8-75-16,-1-19-109 0,6-10 0 0,2-19-4 16,9-10-45-16,0-6 1 15,4-6-112-15,3-16 152 0,2-13 0 16,-1-5-200-16,-4-8-96 0,-1-9 12 15,-3 0 112-15,0-2-16 0,-5-3-48 0,2 3-88 16,-9-1 52-16,-4 3-64 0,-9 0 60 16,-3 3 40-16,-3 0-16 0,-13 7 136 15,0-1 64-15,-8 10 60 0,4 7 148 16,-4 6 84-16,8 12 64 0,0 7 196 16,4 6-492-16,-7 16-24 15,2 6-224-15,-2 10 40 0,-1 7 208 0,-1 2 196 16,6 3-196-16,-2-5-60 0,2-1-296 15,2-3-372-15,2 1-1016 0,-1-6-1332 0,4-3-2445 16,4-5-1271-16,0-6 6072 0</inkml:trace>
  <inkml:trace contextRef="#ctx0" brushRef="#br0" timeOffset="84150.858">18037 11018 40 0,'0'0'9884'16,"0"0"-7719"-16,0 0-389 0,83 50-60 15,-47-31 28-15,-4 0-200 16,4 0-528-16,0 0-416 0,-1-3-284 0,-3 2-192 15,4-1-44-15,0-1-80 0,0-1-72 16,4 2-100-16,-1-5-204 0,1 4-372 16,-3-4-432-16,-2 8-880 0,-3-4-2860 15,-8-4-5569-15,-1 7 9941 0</inkml:trace>
  <inkml:trace contextRef="#ctx0" brushRef="#br0" timeOffset="84784.389">20339 10399 11309 0,'0'0'2356'16,"0"0"-800"-16,0 0-296 0,0 0-140 0,0 0-44 0,41 84-72 16,-38-39-244-16,-3 12-296 15,-3 4-232-15,-6 2-112 0,1-3-60 16,-3-3 40-16,3-7-28 0,-1-8-24 15,1-3-48-15,5-11-60 0,-1-6-76 0,0-5-20 16,4-11-52-16,0-4-12 16,0-2-120-16,8 0-148 0,7 5 376 0,1-5 112 15,9 2-12-15,-6 2-72 0,5-1 72 16,-4 2 12-16,-1 6-52 16,-2-2 52-16,-6 3 52 0,2 5 192 15,-5-2 36-15,-8 4-96 0,0 0-12 0,0 0-76 16,-4 1-84-16,-9-1 44 0,2-4-56 15,-5 2-84-15,0-5-136 0,0-2-48 0,0-4 60 16,1 1-24-16,-2-7-28 0,6 0-68 16,-2 0-140-16,-2-10 12 0,2-3-436 15,2-5-500-15,-1-8-856 0,-1-3-1857 16,10 7-2223-16,3-16 3276 0</inkml:trace>
  <inkml:trace contextRef="#ctx0" brushRef="#br0" timeOffset="85083.201">20778 11046 4012 0,'0'0'8153'0,"0"0"-6113"0,0 0-724 0,0 0 112 16,0 0-188-16,0 0-304 0,0 0-284 15,75 32-200-15,-62-36-148 0,-5-8-60 16,7-7-60-16,1-4-88 0,0-5-96 16,-4 0-96-16,4-2-136 0,-4 5-60 15,0 3-64-15,-4 6 28 0,-5 3 32 16,-3 4-24-16,0 3 164 0,-11 2-140 0,-9 4-52 15,0 0 264-15,0 0-48 0,-4 12 128 16,1 8-56-16,3 5 60 16,-1 7 0-16,6 6 176 0,2 7 20 0,9-1 28 0,1 1-40 15,3-4-184-15,3-6-40 16,10 0-56-16,2-7-100 16,10-5 84-16,6-7 104 0,5-11-4 0,7-1-52 15,2-4-84-15,2-9-332 0,-2-7-504 16,7-3-788-16,-1-4-952 0,-16 7-2921 15,25-16-247-15</inkml:trace>
  <inkml:trace contextRef="#ctx0" brushRef="#br0" timeOffset="86125.147">22463 10557 432 0,'0'0'10737'0,"0"0"-8877"0,0 0-780 16,8-67-120-1,-4 51 540-15,-4 7-96 0,0 2 48 0,0 7-312 0,0 0-364 16,0 0-263-16,0 0-137 0,-16 10-80 16,-8 5-296-16,-3 11-160 0,-10 6 88 15,1 5 28-15,1 9 44 16,-1-5 48-16,12 0-44 0,5-3-4 15,2-6-48-15,13-1 36 0,4-2 8 0,0 0 4 16,8-4 0-16,5 0-12 16,6-6-72-16,1 0 72 0,4 0-100 0,-5-2 100 0,6-5-68 15,-5-2 76-15,-1-1 8 16,-2 1 52-16,-2-1-48 0,-6 3 56 0,-5 2-56 16,-1-1 124-16,-3 5-48 15,0 1-32-15,-7 0-52 0,-2 0-48 0,-3 0-36 16,1-6-172-16,2-3-365 0,-2-4-243 15,7-3-88-15,0-3-304 0,0 0-912 16,4-7-2204-16,0-8-2573 0,0 2 2233 0,4-22 4661 16</inkml:trace>
  <inkml:trace contextRef="#ctx0" brushRef="#br0" timeOffset="86483.286">22627 10941 288 0,'0'0'12253'0,"0"0"-9725"16,0 0-1040-16,35 83 0 0,-31-52 4 0,0 1-124 15,-4-4-79-15,0-2-417 0,0-10-460 16,0-4-292-16,0-5-120 0,0-5-144 16,0-2-4-16,8 0-32 0,4-2-48 0,4-8-64 15,4-3-48-15,0-9-24 0,0 0 35 16,0 0 73-16,-5 3-24 16,-2-1 36-16,2 11-24 0,-6 0 36 0,3 3 52 15,-5 6 32-15,1 0 148 0,1 0 96 0,-2 8 112 16,1 6-48-16,0 8-100 15,1 0 16-15,-2 7-64 0,1 5 36 0,-4 2-40 16,5 5 112-16,-6 3 40 0,1 7 48 16,0 2 60-16,-4 2-16 15,0 2 41-15,-4-3-49 0,-7-1 36 16,2-1-28-16,-3-8-56 0,0-9-40 0,4-3-24 16,-3-9-120-16,3-9 36 0,-1-3-36 15,-2-5 36-15,3-6-48 16,-5 0-264-16,2-10-356 0,-1-5-21 0,-4-10 9 0,-1-7 8 15,2-10-316-15,-1-5-1256 16,4 8-2620-16,-8-31-2157 0</inkml:trace>
  <inkml:trace contextRef="#ctx0" brushRef="#br0" timeOffset="86862.374">23295 10337 3148 0,'0'0'2216'0,"0"0"4809"0,0 0-4949 16,-7 83-576-16,3-38-176 0,0 8 12 15,0 11-20-15,0 5-144 0,0 2-323 0,-4 1-217 16,8-4-64-16,-4-5-240 16,4-6-112-16,0-2-156 0,0-11-60 0,0 0-240 0,0-9-100 15,0-10-120-15,4-6-120 16,8-5-173-16,0-14-431 15,4 0-288-15,3-14-360 0,6-8-1052 0,-5-3-1457 0,-1-7-679 16,-6 7 361-16</inkml:trace>
  <inkml:trace contextRef="#ctx0" brushRef="#br0" timeOffset="87316.898">23542 11030 1580 0,'0'0'11393'0,"0"0"-9097"16,0 0-1340-16,0 0-368 15,17 76 96-15,-17-63 628 0,4-4-112 0,-4-6-444 16,3 0-424-16,1-3-188 0,5-6-144 15,3-7-96-15,8-6-40 0,-1-6-96 0,1-7-144 16,5 4-164-16,-6-5 76 0,-3 8 108 16,0 3 84-16,-4 3 16 0,-4 10-40 15,-4 2 144-15,-4 7 148 0,0 0 4 0,0 7 56 16,0 8 312-16,0 11-20 0,-8 2-80 16,4 7 28-16,0 1 108 0,1-5-24 0,-2-2-124 15,5-7-60-15,0-6-88 16,0-4-48-16,0-5-52 15,8-7-8-15,0 0-116 0,8 0 8 16,0-13 32-16,4-6-132 0,3-3-192 0,1-3-68 16,1 2 0-16,-1-3 100 0,-5 8 48 15,1 5 84-15,-3 4 52 0,-2 6 108 0,-3 3 76 0,-4 6 248 16,0 10 248-16,0 3-16 0,0 2-136 16,-4 6-40-16,4 1 40 15,-4-6 36-15,0 3-4 16,4-9-72-16,-5 0-84 0,6-6-36 0,-1-1 8 15,-1-6 5-15,6-3-1 0,-1 0-28 16,4-6 12-16,-1-3-92 0,6-7-88 0,-6 0-48 16,5-3-36-16,1 3-24 0,-2-3-24 15,-3 6-64-15,0-2-73 0,0 2-83 16,0-1-84-16,-4 2-64 0,0 3-64 16,-1-3-84-16,-2-2-276 0,-1 5-1080 15,-1-1-2592-15,-3-3-3533 0</inkml:trace>
  <inkml:trace contextRef="#ctx0" brushRef="#br0" timeOffset="87888.249">25606 10547 6308 0,'0'0'3116'16,"0"0"-459"-16,0 0-1189 0,0 0-336 0,0 0 164 15,13 85 68-15,-6-41-80 0,-3 14-336 16,0 7-372-16,0 4-136 16,-4 7-4-16,0 0 136 0,0 4 13 15,0 2-149-15,-4-6-132 0,-4-6-184 16,5-6-120-16,-1-13-112 0,0-16-84 0,4-7-32 15,-4-12-28-15,4-7-36 0,0-6-157 16,0-3-283-16,0-3-368 0,0-9-288 16,0-7-756-16,0-13-2148 0,0-6 111 0,0 9-3251 15</inkml:trace>
  <inkml:trace contextRef="#ctx0" brushRef="#br0" timeOffset="88385.609">25602 10722 5824 0,'0'0'1896'0,"0"0"1096"0,0 0-1975 16,0 0-813-16,0 0 156 0,0 0 560 16,0 0 200-16,0 0-324 0,0 0-404 15,0 0-204-15,0 0 76 0,69-48-128 0,-58 42-48 16,-3 3-84-16,0 0 64 0,1 3 56 16,-6-4 12-16,1 4-8 0,-4 0 8 15,4 0 24-15,-4 0 80 0,0 0-44 16,0 0-72-16,0 0-112 0,0 0 0 15,0 0 0-15,0 0 40 0,0 0-44 0,0 0-4 16,0 0 4-16,0 0 40 0,0 0 16 16,0 0 36-16,0 0 0 0,0 0-28 15,0 0-24-15,0 0-36 0,0 0 40 16,0 0-44-16,0 0-4 0,0 0-4 0,0 0-12 16,0 0-88-1,0 0 0-15,0 0-36 0,0 0-12 0,0 0 24 16,0 0 0-16,0 0 12 0,0 0 0 15,0 0-60-15,0 4 8 0,4-1 164 16,0 0 136-16,0 0 16 0,1 0-104 16,-5-1 40-16,3 3-40 0,-3-3-48 0,0 2 8 15,0-1 92-15,0 0-36 0,0 0-52 16,0 1 88-16,0 2-28 16,0 3-8-16,-8 1-4 0,0-1-60 0,-4 4-8 0,-4-1 4 15,4 1 0-15,-4 0-44 16,1 1-16-16,-2-6-84 0,2 3-124 15,2-5-88-15,2 0-104 0,-1-6-64 0,3 0-64 16,6 0-316-16,-5 0-684 0,8-6-1085 16,0 0-2259-16,0-5 16 0,8 3 4912 15</inkml:trace>
  <inkml:trace contextRef="#ctx0" brushRef="#br0" timeOffset="90378.894">26113 10753 3408 0,'0'0'300'16,"0"0"1628"-16,0 0 1204 16,0 0-1360-16,0 0-715 15,0 0 223-15,0 0-156 0,0 0-316 0,0 0-328 0,0 0-192 16,0 0-136-16,67 0-116 15,-55 4-36-15,4-4-100 0,1 0-416 0,-2 0-280 16,2-4-220-16,2-2-492 0,1 0-1373 16,-4 2-3327-16,0-2 5164 0</inkml:trace>
  <inkml:trace contextRef="#ctx0" brushRef="#br0" timeOffset="90926.224">26938 10474 6512 0,'0'0'324'0,"0"0"2624"0,0 0-1852 0,0 0-747 0,-92 63 151 16,64-37 576-16,-4-1 200 16,0 5-252-16,4-5-360 0,4-3-336 15,4-6-148-15,8-1-4 0,5-5-28 16,-2-1-148-16,9-6-144 0,0 4-8 0,5 2 152 16,3 1 76-16,3-1 24 0,6 4-52 0,-6-1-48 15,6 2 8-15,-6-5-4 16,1 1-4-16,0 3 88 0,-4-5 112 0,0 3 12 15,-3 1 24-15,-2 1 64 0,-3-5-64 16,0 6-40-16,-3 2-108 0,-6-7-16 16,1 4-72-16,0-4-8 0,-4-2-164 15,8-4-400-15,-4 0-148 0,4-3-184 16,4-3-332-16,0-7-1196 0,0-2-1505 16,0-10-695-16,8 6 2624 0,4-13 480 0</inkml:trace>
  <inkml:trace contextRef="#ctx0" brushRef="#br0" timeOffset="91236.89">26961 10715 5032 0,'0'0'640'16,"0"0"4985"-16,0 0-4073 0,0 0-776 0,0 0 188 0,65 70 436 15,-62-51-212-15,1 3-108 0,0-2-364 16,-4-4-324-16,4-2-268 0,0-7-124 16,0 0-136-16,4-4-60 0,4-3-284 15,0-3 24-15,8-6 48 0,0-7-88 0,3-3-192 16,-3-3-116-16,5-3-64 0,-6 2 32 15,1-3 188-15,0 7 328 16,-8 0 168-16,1 0 152 0,-6 2 144 0,-3 3 188 16,0 3 88-16,0 6 164 0,-4 2 96 15,0 3 24-15,0 0-48 0,0 6-80 16,0 3-156-16,0 7 4 0,0 3-4 16,-4 6 8-16,0 1 104 0,0-4 80 15,0-3-196-15,1 0-416 0,-2-5-12 16,5-8-160-16,0-4-172 0,0-2-184 15,5 0-468-15,2-8 4 0,9-9-508 0,0-8-1400 16,0 6-3997-16</inkml:trace>
  <inkml:trace contextRef="#ctx0" brushRef="#br0" timeOffset="91596.67">27587 10246 1736 0,'0'0'7940'0,"0"0"-5519"15,0 0-1169-15,0 0 172 16,-4 72 100-16,-1-46 92 0,-2 2-308 0,3 4-388 16,-4 3-408-16,4-3-220 0,-4 3-132 15,4-4-160-15,0 1-52 0,0-2-8 0,4-5-60 16,0-6-16-16,0 0-48 0,8-7 28 16,0 1-16-16,0-4-60 15,4 1 0-15,0-1 84 0,0 1 100 0,-1-1 48 16,6 1 4-16,-6-1 8 0,6 2-8 15,-2 1 8-15,2-3-12 0,-6 5-4 0,2-6 0 16,-2 3-56-16,1-3-16 16,0-2 68-16,-4 5-64 0,-4-5 64 0,4 0 0 15,-8-3 4-15,0 4 4 0,0-4 48 16,0 0 0-16,-12 2-48 16,1 2-208-16,-6-3 12 0,2-1 36 0,-6 0-60 15,5-3-240-15,1-3-244 0,-2-6-440 16,6-4-712-16,3-4-744 0,0-2-2745 15,0 7-407-15,8-9 4949 0</inkml:trace>
  <inkml:trace contextRef="#ctx0" brushRef="#br0" timeOffset="92136.461">28089 10655 8112 0,'0'0'5913'0,"0"0"-3577"0,0 0-1724 16,0 0-316-16,0 0-96 0,0 0 184 15,0 0 492-15,-80 51 56 0,64-39-452 16,0 1-296-16,8 0-136 0,0 0-36 16,5-1 48-16,3 1 12 0,0-3 52 15,0-3-120-15,3-5-4 0,1 1-148 16,4-3-156-16,5 0-4 0,-2 0 16 0,1-3 24 16,0 1-104-1,0-5 104-15,-3 4 132 0,-2-1 24 0,-3 4-12 16,-4 0 124-16,4 0 76 0,-4 7 132 15,4 5 100-15,0 2-88 0,-4 4-84 0,0 1-60 16,0 2 8-16,4 3 28 0,-4-6-28 16,4 5-8-16,0-5-76 15,0-1 0-15,0-1-16 0,4-4 4 0,-1 2 0 0,-2-2-36 16,3-3 40-16,0-2-52 0,-4-2 12 16,3 2-112-16,2-3-272 15,3-1-48-15,-5 0 24 0,6-3-28 16,-6 3 48-16,1-3-36 0,-4 0 40 15,5 3 172-15,-5-3 216 0,-1 0 44 16,1 4 112-16,0-4 76 0,0 0 104 0,0 0-16 16,1 3-76-16,-5-3-64 0,4 6 88 15,-1 3 224-15,-3 7 108 0,4 3-188 16,-4 3-120-16,0 7-64 0,0 0-60 0,0 3 36 16,-4 3 48-16,4-4-24 0,-3 1 24 15,-1-1-24-15,-5-2-52 16,5 0-44-16,0-8-80 0,0-1-8 15,1-1 0-15,-1-3-64 0,0-7-180 16,-1-2-464-16,5-4-412 0,-4-3-260 0,4 0-1048 0,0 0-2085 16,0-13-2555-16,0 7 5332 15,4-19 637-15</inkml:trace>
  <inkml:trace contextRef="#ctx0" brushRef="#br0" timeOffset="94173.487">25838 12532 1488 0,'0'0'10361'16,"0"0"-8825"-1,0 0-864-15,-12-67-24 0,0 48 372 0,-4 0-4 16,0 3-156-16,0 0-304 0,-4 7-196 16,9 2-128-16,2 4 4 0,-3 3 20 15,1 10 160-15,-2 8-144 0,-6 8-176 16,2 12-84-16,1 6 136 0,1 4 144 0,3 0 76 15,3-10 32-15,2-6-252 0,7-10-148 16,-4-10-88-16,4-5-68 16,4-4-64-16,3-3-196 0,6-7 76 0,6-5 204 0,5-10-192 15,4-3-164-15,0-4-112 16,-4-3-100-16,1 1-240 0,-6 6 236 16,1 5 388-16,-4 7 184 0,-4 7 60 0,-4 6 24 15,0 9 52-15,-5 10 340 16,1 6 252-16,-4 11-80 15,0 2-128-15,0 9 24 0,0 1-24 0,-4-1-40 0,-3 7-96 16,3-2-100-16,-4 1-76 0,-1 2-60 0,-2-2-8 16,3-5 8-16,0 0-12 15,0-8-4-15,4-4-4 0,0-8-152 0,4-2-292 16,0-10-340-16,4-4-292 0,8-9-864 16,0-3-2853-16,0-6-2587 0,8-16 6512 15</inkml:trace>
  <inkml:trace contextRef="#ctx0" brushRef="#br0" timeOffset="94400.387">26220 12665 10544 0,'0'0'7245'0,"0"0"-5961"15,0 0-1196-15,0 0-88 16,0 0 0-16,0 0 452 0,0 0 196 0,0 0 96 15,100 35-280-15,-64-35-272 0,0 0-80 0,3-3-112 16,-3-7-176-16,4-3-284 16,-4-3-272-16,0 1-372 0,-4-1-412 0,-4 0-1112 15,-8 7-2701-15,-1-2-4019 0</inkml:trace>
  <inkml:trace contextRef="#ctx0" brushRef="#br0" timeOffset="94985.979">27125 12179 3564 0,'0'0'2136'0,"0"0"524"0,0 0-1688 0,0 0-232 16,0 0 241-16,0 0 659 0,0 0-32 16,0 0-336-16,0 0-464 0,0 0-360 15,-28 48-136-15,12-19-164 0,-4 5-84 0,0 1-4 16,0 4-60-16,4-6-4 16,0-7-56-16,8-6 8 0,4-7 40 15,4-7 8-15,0-3-4 0,0 0-80 0,8 0 88 16,5 4 152-16,2-1-4 0,1 0-48 15,4 4-96-15,-4-4 44 0,0 0 4 16,0 4-40-16,-4 0 148 0,-5 2 64 16,2 1 8-16,-5 2 128 0,-4 4 156 15,0 1-248-15,-4 2-132 0,0 1-88 16,-5-5-44-16,-2 1-4 0,3-6-4 16,-1 0-92-16,2-4-112 0,-1-5-88 15,0-2-72-15,4-2-16 0,0 0-184 16,0-6-304-16,0-3-180 0,0-4-236 15,4-6-644-15,0 0-73 0,0 0-1119 0,8-3-1948 16,-4 6 3976-16,12-6-104 0</inkml:trace>
  <inkml:trace contextRef="#ctx0" brushRef="#br0" timeOffset="95316.198">27352 12458 9488 0,'0'0'1937'0,"0"0"-1141"0,0 0 112 0,0 67 352 15,-4-42 140-15,0 1-248 0,-4-5-320 0,8-2-412 16,-5-5-264-16,5-8-156 16,0 1-132-16,0-7-44 0,5 0-156 0,3-4 96 15,4-2 36-15,0-6 0 0,4-5-84 0,-4-8-28 16,7-4-132-16,-2 1-232 0,2-4-160 16,-3 4-24-1,5-1 160-15,-6 4 300 0,-3 6 120 0,0 6-4 16,-4 1 284-16,0 8 68 0,0 4 672 15,-4 0 128-15,4 6 84 0,0 4 4 16,-4 3-284-16,-1 2-124 0,6 2-112 0,-5 1-140 16,-4-1-48-16,4-2-84 0,-4 1-16 15,0-3-56-15,4-4-92 0,-4-3-108 16,0-2-140-16,0-4-336 16,0 0-228-16,0-13-4 0,7-3-308 0,-2-6-708 15,7-10-2853-15,-8 7-2027 0,7-17 6480 16</inkml:trace>
  <inkml:trace contextRef="#ctx0" brushRef="#br0" timeOffset="95657.723">27870 11960 208 0,'0'0'12089'0,"0"0"-10161"0,0 0-1448 0,8 89 36 0,-12-48 440 16,-4 3 380-1,0 1-52-15,0 3-324 0,-4-1-424 16,4-2-280-16,-4-4-204 0,4-4-52 0,0-1-172 0,4-11-144 15,4-5-200-15,0-5 88 16,0-5 108-16,0-4-88 0,8-3-36 0,0 4 36 16,4-1 108-16,4 1 116 0,0 0-52 15,7-5-204-15,2-2-288 0,2 0 8 16,1 0 268-16,-3 0 284 0,-2-2 164 0,-7-3 4 16,1 3 116-16,-6 2 124 0,-3 0 100 15,-4 0 164-15,-4 0-28 16,0 0-132-16,0 2-56 0,0 3-40 0,-4 3 0 15,-4 2-12-15,-3-1-72 0,-2 4-152 16,-2-1-12-16,-2-1 0 0,2-5-96 16,-6 0-328-16,5-6-440 0,-3-3-456 15,2-6-996-15,-2-7-1929 16,7-1-1451-16,-4-11 4952 0</inkml:trace>
  <inkml:trace contextRef="#ctx0" brushRef="#br0" timeOffset="96124.649">28536 12379 1212 0,'0'0'5004'0,"0"0"1857"0,0 0-5157 0,0 0-812 0,0 0-172 16,0 0-284-16,0 0 36 0,-84 67 176 16,67-35 152-16,2 2-136 15,2-5-112-15,6-4-196 0,7-8-356 0,0-9 0 16,0-4-272-16,0-4 16 16,3 0-24-16,6-9-28 0,3-5 220 0,-1-1-32 15,6-8-52-15,-6 1-100 0,6-3-124 16,-6 3 76-16,-3 3-4 15,4 9 64-15,-8 4 88 0,4 6 20 0,0 0-148 0,-3 6 300 16,2 10 264-16,-3 6 144 16,0 4-144-16,0 6-128 0,-4 2-52 0,0 2 28 0,0 1 64 15,-4 5-68-15,-4-1 4 16,4 3 12-16,-4-2 0 0,-4 6 48 16,1-1-160-16,-2 3-4 0,1 8-4 0,-4-1 4 15,1 7 0-15,-6 6 44 16,6 3-52-16,-1-4-8 0,0-2-112 15,4-7-276-15,8-12-60 16,0-16-240-16,4-17-104 0,0-11-332 0,8-14-1972 16,4-16-3105-16,0 1 1557 0,8-29 4208 0</inkml:trace>
  <inkml:trace contextRef="#ctx0" brushRef="#br0" timeOffset="96524.868">28918 12614 548 0,'0'0'8716'16,"0"0"-6867"-16,0 92-1245 0,0-38 128 0,-4 2 340 16,-4 12 360-16,-4 1 16 0,0 5-288 0,-4-4-432 15,0-1-332-15,0-2-236 0,-4-10-40 16,8-6-120-16,-4-13-332 0,8-9 224 16,-4-14 56-16,8-5-120 0,0-10-136 15,1-3-276-15,-1-13-76 0,-1-9-104 16,5-4-368-16,0-12-288 15,0-3-92-15,9-10 43 0,2-7-223 0,6-6 316 16,-2-3 464-16,1 5 704 0,4-3 208 16,4 11 248-16,0 7 352 0,0 11 372 15,-1 14 712-15,5 9-315 0,-4 6-341 0,0 7-220 16,-4 3 96-16,4 0 60 16,-4 7-208-16,0 2-232 0,-4 0-280 0,-5 4-96 15,-2 0 4-15,-1 3 8 16,-8-1-60-16,0 4 24 0,-8 1-124 15,-8 2-160-15,-4-3-152 0,-4 0 88 0,0 0 16 16,-4-6-152-16,4-4-220 0,1-5-480 16,-1-1-1008-16,4-3-653 0,-1 0-2635 15,6-13 4352-15</inkml:trace>
  <inkml:trace contextRef="#ctx0" brushRef="#br0" timeOffset="97002.431">29906 12252 8432 0,'0'0'4289'16,"0"0"-3245"-16,84 6-420 0,-37 1-360 15,9 6 128-15,4-1 500 0,-8 4 224 16,-5 3-196-16,-6 3-352 0,-10 0-200 16,-7 4-132-16,-4 0-52 0,-9 2-24 15,-2 1-148-15,-1-1 0 0,-8 5-12 16,0-6-8-16,-8 2-164 0,-1-8-52 0,6-4 76 16,-1-4 88-16,4-10 60 15,0-3-8-15,0 0-120 0,4-10-56 0,4-6 184 16,8-3 12-16,0-6-4 0,3-4-8 15,6-9-184-15,-1 0-448 0,0 0-272 16,-5-1-228-16,1 2-496 0,-4 5-644 16,0 4-2041-16,0 6-1631 15,-4 6 5332-15</inkml:trace>
  <inkml:trace contextRef="#ctx0" brushRef="#br0" timeOffset="97274.794">30714 12411 4180 0,'0'0'4268'0,"0"0"1549"15,21 73-4217-15,-18-54-880 16,9-3-208-16,-3-3 428 0,2-11-52 0,6-2-272 15,-2-2-396-15,5-15-220 0,4-8-40 16,0-7-120-16,0-5-344 0,0-5-224 16,0 2 136-16,-9 4 132 0,2 7 164 15,-9 4 144-15,-5 6 64 0,-3 5 32 0,-3 6 56 16,-9 2 160-16,-8 6 52 0,-1 9 136 0,2 13-60 16,-5 7 32-16,0 9 64 15,0 6-4-15,1 9 28 0,6-1-64 16,2 2-100-16,2-4-48 0,6-1-24 15,3-12-148-15,4-8-24 0,0-10-476 0,4-6-448 16,11-13-76-16,1 0 244 16,5-13-184-16,6-12-484 0,1-7-1508 0,0-9-3509 0,-4 9 1405 15</inkml:trace>
  <inkml:trace contextRef="#ctx0" brushRef="#br0" timeOffset="97482.67">31368 12243 4820 0,'0'0'7585'15,"0"0"-3329"-15,0 0-3472 0,27 79-612 0,-22-44-84 0,-1 10 320 16,-4 5 428-16,0 7 344 0,-4 3-352 16,-1 7-268-16,-2 3-159 0,-1 0-157 15,0 3-148-15,-8 3-96 0,4-3-4 16,-4 0-80-16,-3-5-88 0,2-9 88 16,2-11-1-16,6-10-63 0,1-16-44 0,5-9 20 15,3-10-228-15,0-6-224 0,0-13-180 16,0-9-292-16,7-10-392 0,1-10-600 15,4-9-224-15,0-6-1681 0,1-8-1287 16,-2 18 2736-16,1-32 1916 0</inkml:trace>
  <inkml:trace contextRef="#ctx0" brushRef="#br0" timeOffset="97640.515">31460 12364 2704 0,'0'0'5920'0,"0"0"-2663"0,47-67-1661 0,-22 48-808 16,2 3-156-16,1 0 100 0,4 3-40 15,-4 3-68-15,-1 8-40 0,-3 2 0 16,4 2 56-16,-7 8-112 0,3 6-108 15,-9 3-32-15,-2 3-8 0,-6 7-52 0,-7 2-108 16,0 5-220-16,-7-6-192 0,-10 10-468 16,-3-6-432-16,1-9-688 15,-13 17-3428-15</inkml:trace>
  <inkml:trace contextRef="#ctx0" brushRef="#br0" timeOffset="97771.401">32117 12646 8884 0,'0'0'9137'16,"0"0"-7745"-16,0 0-852 0,0 0-148 16,0 0-200-16,0 0-192 0,4-67-280 15,-24 52-404-15,-8-5-560 0,-8 4-640 0,8 7-2964 16,-23-1-5153-16</inkml:trace>
  <inkml:trace contextRef="#ctx0" brushRef="#br0" timeOffset="98968.564">4645 13325 12029 0,'0'0'2940'15,"0"0"-1772"-15,0 0-1168 16,0 0 120-16,0 0 216 0,0 0 548 0,0 0 192 16,0 0-68-16,0 91-408 0,4-52-136 0,0 12-172 15,4 3-36-15,-4 7-24 16,4 5-28-16,-4 11-8 0,0 2-63 0,4 3-49 15,-4 7-84-15,-1 6-60 16,6 1 52-16,-1 6 8 0,0-4 60 0,0 0-56 16,0-6-4-16,0-3 0 0,-1-7 28 15,2-11-28-15,3-11-76 0,-5-10-44 16,1-8-77-16,5-7-119 0,-6-10 64 0,1-6-32 16,-3-6-128-16,-1-7-128 0,0-6-208 15,0 0-260 1,-1-3-372-16,-3-9-1024 0,0-8-36 0,0-8-681 15,-3 6-4095-15</inkml:trace>
  <inkml:trace contextRef="#ctx0" brushRef="#br0" timeOffset="99407.186">4749 13455 7280 0,'0'0'5293'0,"0"0"-4641"0,0 0-604 15,0 0 308-15,95-64 396 0,-63 49 472 16,0 5-332-16,-4 2-108 0,0 3-76 15,0 3-176-15,0 2-152 0,0 0-196 0,-4 9-48 16,-1 0 0-16,-3 5 132 16,1 5 160-16,-6 2-84 0,-2 2-100 15,-6 8-88-15,1 1-44 0,-4 6-16 0,-4 1-24 16,0 2-8-16,-4 0-52 0,-8-3 36 16,5 3-44-16,-10 1 4 0,6-4-4 0,-10 0 0 15,5 0-8-15,-7-6-40 0,3-1-16 16,-8-2 8-1,3-3-8-15,-3-4-124 0,5-3-8 16,-1-4-88-16,4 2-100 0,1-8-60 0,2-3-164 16,-3-3-36-16,5 1-152 0,3-1-240 15,-1-3-180-15,6 0-408 0,-6-7-1225 0,9 1-2147 16,-3-10 652-16</inkml:trace>
  <inkml:trace contextRef="#ctx0" brushRef="#br0" timeOffset="101870.321">6326 13652 5792 0,'0'0'5521'0,"0"0"-3917"16,0 0-676-16,0 0-164 0,0 0 508 0,0 0 416 0,0 0-392 16,0 0-632-1,-51 25-360-15,27-12-72 0,-8 6-72 0,0 0 36 16,-3 4-196-16,-1 3-36 0,-5-1-52 0,-2 9-20 15,-2-2 20-15,-2 9-92 16,3-3 20-16,0 6-12 0,5-2 48 16,3-1 64-16,4-3 60 0,4 1-8 0,4-7-80 15,8-1 16-15,4-5-12 0,8-7-52 16,4-1 0-16,0-1-36 0,8-4 60 0,12-2 100 16,3 3 12-16,10 1 60 15,7-2 0-15,-1-1-48 0,1 2 88 16,4-5-16-16,-4 4-72 0,-4 0 112 15,-1-1 48-15,2 4 60 0,-5-3 52 0,0-1-4 16,-9-2-60-16,1-1 24 16,-4-2 0-16,-4-4 60 0,-4-3 244 0,-4 0-207 0,0-3-85 15,-5-4-4-15,6 1-8 16,-5-7 240-16,0-2-204 0,0-8-160 0,-4-5-48 16,0-3-72-16,0-5-8 0,0-2-100 15,-8-3-100-15,0-3-68 16,-4-2-64-16,0-1-144 0,4-4-77 15,0 4-47-15,4 3-196 0,4 2-508 0,0 7-480 16,8 6-1420-16,0 7-2157 0,4 0-2899 16</inkml:trace>
  <inkml:trace contextRef="#ctx0" brushRef="#br0" timeOffset="102505.925">7649 13503 9204 0,'0'0'1060'0,"0"0"-608"16,0 0-63-16,0 0 151 0,-71-70 676 0,50 67-44 16,-2 3-160-16,-1 0-384 15,0 10-236-15,0 5-40 0,1 7-200 16,-5 7 48-16,0 6-88 0,0 13 0 15,0 3-24-15,-4 8 60 0,8 6 124 0,0 4 164 16,1 4 32-16,6 0-136 0,2 0-160 16,2-3-48-16,5-3-12 0,8-7 60 0,4-9-16 15,8-7 4-15,8-5 0 0,4-11 72 16,4-6 64-16,0-3 216 0,4-9-172 0,4-4-96 16,-4-6-100-16,3 0-136 0,-3-9-8 0,-4-1-4 15,-4-6-56 1,-1 1-112-16,-6-5-144 0,-6-1-160 15,2-3-96-15,-9 3-264 0,-4-4-236 0,0 5-848 16,-4 1-1176-16,-13 6-2005 0,2 1-963 16,2 5 4784-16</inkml:trace>
  <inkml:trace contextRef="#ctx0" brushRef="#br0" timeOffset="102649.652">7374 14198 9428 0,'0'0'5029'0,"0"0"-3869"0,0 0-784 16,84 10 52-16,-56-10 36 15,0 0 68-15,0 0 164 0,-4-3-240 16,4-7-196-16,-1 1-260 0,-3-5-12 0,0 2-432 16,-3-4-400-16,-6 0-76 15,1 0-336-15,-4 1-836 0,-8 2-1917 0,5 6-2487 16</inkml:trace>
  <inkml:trace contextRef="#ctx0" brushRef="#br0" timeOffset="102791.309">7746 14139 5652 0,'0'0'2304'0,"0"0"2629"15,0 0-3925-15,11 72-588 0,-3-47 72 16,-4 7 428-16,4 0 136 0,0 3-224 0,0-4-336 16,-1 5-128-16,-3-8-60 0,5 1-220 15,-1-4-88-15,-4-6-100 0,3 0-256 0,2-6-572 16,-1-1-560-16,-4-6-1356 0,7-6-4605 16</inkml:trace>
  <inkml:trace contextRef="#ctx0" brushRef="#br0" timeOffset="102981.024">8399 14577 5064 0,'0'0'8133'0,"0"0"-5725"16,4 72-1764-16,-12-47-508 0,-1 5-60 0,1-2 108 0,-3 0-120 15,-2-2-64-15,2-4-276 16,-2-3-328-16,2-3-264 15,-1-4-540-15,-1-2-1669 0,6-3-5327 0,-13 0 7048 16</inkml:trace>
  <inkml:trace contextRef="#ctx0" brushRef="#br0" timeOffset="109582.148">10570 13147 11281 0,'0'0'4264'16,"0"0"-3520"-16,0 0-156 0,0 0 68 0,-92-6-108 0,73 18-116 0,-9 7 60 15,4 7 12-15,-1 6 20 16,5 9-180-16,1 7-88 15,3 9-100-15,4 3-56 0,4 10 8 0,8 0-96 0,0 9 24 16,0 1-36-16,12-1 0 16,-4-3 8-16,8-6 44 0,-1-9 8 15,2-17-48-15,7-9-16 0,-5-13 4 0,9-12 0 16,0-7 12-16,4-6 0 0,0-13 48 16,0-10-60-1,3-5-280-15,2-14-12 0,-5-3-36 0,-5-2-4 0,-3-4 28 16,0 0 44-16,-4-1-8 0,-4 1 120 0,-4-2 60 15,-4-1 16 1,-8-1-52-16,0-2-24 0,-8 0-24 0,-8 5-40 16,-8 5 212-16,-8 5 160 0,0 8-12 0,0 7 160 15,0 8-100-15,1 11 100 16,3 6-16-16,4 5-72 0,0 11-220 0,4 8-60 16,-4 9-160-16,5 7 72 15,2 6-12-15,-3 4 40 0,1 2-128 16,2 1-60-16,2 0-468 0,-2-4-972 0,10-10-1136 15,-5 15-4137-15</inkml:trace>
  <inkml:trace contextRef="#ctx0" brushRef="#br0" timeOffset="109758.284">10574 13922 6672 0,'0'0'4373'0,"0"0"-2769"0,68 69-164 16,-41-39 288-1,5 1-264-15,1-2-412 0,-1 2-396 0,3-2-436 16,1-4-220-16,0-2-48 0,-1-1-188 0,1-3-552 16,1 0-740-16,-5-6-564 0,-9-1-1953 15,5-2-2703-15</inkml:trace>
  <inkml:trace contextRef="#ctx0" brushRef="#br0" timeOffset="110549.764">12012 13421 9248 0,'0'0'2001'15,"0"0"-501"-15,0 0-148 0,0 0 140 16,0 0 124-16,0 0-72 0,0 0-316 0,0 0-360 15,0 0-200-15,0 0-131 16,-20 2-297-16,4 5-240 0,-4 3-156 0,-4-1 60 16,-3 7-16-16,-5 0 52 0,-1 6-185 15,-2 3 41-15,-5 7 128 0,1-1-20 16,-2 1-24-16,5 0 32 0,1 3 80 16,3-6-4-16,4-1-36 0,4-3 36 0,1 1-60 15,6-8 68-15,6-1 4 0,-2-7 12 16,9-1-12-16,0-6-8 15,4 0 0-15,0-3-80 0,0 0 76 0,0 0 4 0,0 0 4 16,4 4-8-16,0-1 12 16,9 6 208-16,2 1-12 0,9 5-64 0,-4 2-72 15,4 6-48-15,0-4 88 16,0 0-16-16,0-1-12 0,0 1 16 16,3 0-8-16,-3 0-76 0,4 0 4 15,0-3-8-15,-4-3-4 0,4-1 0 16,-5-5-68-16,-2 2 68 0,-1-2-60 0,-5-1 60 0,2 0-56 15,-6-2-24-15,-7-2 0 16,5 3 32-16,-5-5-8 0,-4 0-24 16,0 2 36-16,0-2-76 0,0 0-80 15,0 0-224-15,0 0-124 0,0 0-96 0,0 0-400 16,4 0-816-16,-4-7-752 0,3 5-1537 0,5-10-667 16</inkml:trace>
  <inkml:trace contextRef="#ctx0" brushRef="#br0" timeOffset="111017.119">12136 13490 1396 0,'0'0'7640'0,"0"0"-5407"0,0 0-869 15,0 0-408-15,0 0 148 0,0 0 104 0,0 0-156 16,0 0-268-16,0 0-216 0,-64 80-136 16,56-55-88-16,4 3-84 0,4 11-76 15,-4 2-40-15,4 3 4 0,0 4 12 0,0 3-24 16,0 0-88-16,0 3-48 0,0-3-60 16,0-4 60-1,-4-2 12-15,4-4 60 0,0-6 24 0,0-3-20 16,4-10-64-16,0-3-12 0,0-7-108 15,-4 1-88-15,4-7-156 0,0-3-128 16,-4 1-48-16,4-4-16 0,-4 0-148 0,4-4-180 16,0-2-184-16,4-6 224 0,0-4-424 15,0 0-1425-15,4-13-3363 0</inkml:trace>
  <inkml:trace contextRef="#ctx0" brushRef="#br0" timeOffset="111490.911">13032 13214 10636 0,'0'0'2041'16,"0"0"-1173"-16,0 0-384 0,0 0 476 0,0 0 328 0,0 0-44 16,-92-6-316-16,68 14-384 0,-4 9-188 15,5 5-88-15,-5 4-60 16,0 9-12-16,-4 9-12 0,4 4-12 0,4 6 24 15,-4 9 20-15,9 3 116 0,-1 5 56 0,8 2-120 16,0-3-123-16,4-4 51 0,8-5-40 16,0-10-60-16,0-7 124 0,11-12 192 15,2-4-208-15,2-3-72 0,2-9-56 16,7-3 20-16,-5-3-88 0,9-3-8 16,-4-7-96-16,8-5-28 0,-4-4 4 0,0-7-84 15,0-6-4-15,-5 0-20 16,-3-7-148-16,1 1-101 0,-6-1-167 15,-7 3-280-15,-3 1-292 0,-5 0-712 16,0 9-1160-16,-17-6-3073 0</inkml:trace>
  <inkml:trace contextRef="#ctx0" brushRef="#br0" timeOffset="111790.405">12706 13772 12745 0,'0'0'1936'15,"0"0"-1056"-15,0 0-616 16,0 0 228-16,0 0 120 0,0 0 852 15,75 36-368-15,-55-33-400 0,4-3-172 16,0 0-108-16,0-6-200 0,4-4-216 0,-4 1-96 16,-1-7-136-16,1-3-192 0,0 0-188 15,-7-1-236-15,2 5-160 0,-6 2-360 0,-2 3-480 16,-7 4-364-16,-4 6-177 16,0 0 653-16,0 3 1048 0,0 10 688 0,-4 2 196 15,-4 2 764-15,5 6 268 16,-2-2 61-16,5 5-149 0,-4-1-168 15,4 7-248-15,0-1 20 0,0 1-76 16,4 3-200-16,4 3 4 0,0 4-108 0,-4-1 68 0,4 3-72 16,0 3-260-1,0-2-100-15,-4 0-100 0,-4-1-248 0,4-6-272 16,-4-3-396-16,4-4-824 16,-4-8-2489-16,0 3-3199 0</inkml:trace>
  <inkml:trace contextRef="#ctx0" brushRef="#br0" timeOffset="117232.745">5175 15935 8020 0,'0'0'1284'0,"0"0"240"0,0 0 161 15,0 0-349-15,0 0-92 0,0 0-24 0,0 0-160 16,0 0-256-16,0 0-172 0,-8 70-156 16,5-32-56-16,3 10-56 15,-4 6-116-15,-1 6-92 0,5 9-8 0,-4 8-40 0,0 5-24 16,0 4-20-16,0 3-64 16,1 3-8-16,-1-3 8 15,-1-6 0-15,5-7 0 0,0-13-12 0,0-12-112 16,0-9-8-16,5-15-112 0,2-7-88 15,1-7-204-15,0-7-44 0,4-3-456 16,0-3-672-16,0-12-756 0,-4-1-1669 0,0-25-2623 16</inkml:trace>
  <inkml:trace contextRef="#ctx0" brushRef="#br0" timeOffset="117540.598">5132 16126 8976 0,'0'0'2105'16,"0"0"-717"-16,0 0-492 0,55-86 68 16,-31 64 248-16,-4 0-292 0,8 6-296 15,0-1-228-15,0 5-48 0,-1 3-76 0,6-2 0 16,-10 11-40-16,5 0-144 0,-8 0 8 16,-1 7 28-16,2 9-60 0,-9 0 44 15,0 10 52-15,-4 2 24 0,-5 4-24 0,-3 5 60 16,-3 1-84-1,-5 4-52-15,-9-4 16 0,2 0-28 0,-5 0-72 16,-4-6-72-16,1-3-176 0,-5-1-192 16,3-6-100-16,1-5-76 0,0-2 24 15,1-5 44-15,3-4-124 0,-1-3-284 16,2-3-296-16,-1 0-428 0,0 0-69 0,4 0-2451 0,0-3 996 16</inkml:trace>
  <inkml:trace contextRef="#ctx0" brushRef="#br0" timeOffset="118190.381">6131 16970 2752 0,'0'0'9053'15,"0"0"-7553"-15,0 0-876 0,0 0 8 16,0 0 404-16,0 0 4 0,-39-89-268 0,26 48-496 0,9-3-168 16,-3-7-56-16,-1-1 36 15,-1 2-84-15,5 3 0 0,4 2-4 16,0 4 48-16,0 3-40 0,4-1 116 0,5 8-40 15,-1-4 68-15,-1 6-20 16,6-3 16-16,-2 7-12 0,6 0 36 0,-6-1 0 16,5 7-24-16,0-3 0 0,5 6 0 15,-2 4-64-15,1-1-72 0,4 7-12 16,-5 2 0-16,2 4 4 0,-1 0 144 16,-1 10 0-16,2 5-76 0,-6 2-12 15,1 8-52-15,-4 3 80 0,1 7-80 16,-6 7 52-16,1 4-12 0,-4 3-48 15,1 5 0-15,-1-1 0 0,-4-2-4 16,0 1-56-16,0-5 48 0,0-3 0 16,3-2-84-16,-3-7 88 0,4-3-56 0,-4-7-20 0,4-3 8 15,0-5-32-15,0-5-88 16,-4-5-76-16,0-5-388 0,4-2-196 0,-4 0 12 16,5-2-232-16,-5-12-616 0,3 5-1300 15,1-17-3605-15</inkml:trace>
  <inkml:trace contextRef="#ctx0" brushRef="#br0" timeOffset="118757.7">7299 16065 9068 0,'0'0'2489'15,"0"0"-1793"-15,0 0-392 0,0 0 808 0,0 0 848 16,-75-69-120-16,62 69-556 16,-6 0-508-16,2 6-288 0,1 10-168 15,0 6-128-15,0 6-80 0,4 10-64 0,1 10-36 16,-2 9 72-16,9 4-8 0,1 9 68 15,3 3-32-15,0-4-4 16,0 3 0-16,0-1 16 0,11-7-4 0,-2-7 28 16,2-9-40-16,6-7 85 0,-6-10 99 0,10-6 204 15,-2-8-264-15,5-4-100 0,0-7-132 16,4-6-84-16,4 0 0 0,0-6 72 16,0-13 0-16,-4-6-112 0,4-8 52 15,-4-8-84-15,0-6 48 0,-2-5-100 16,2-2-96-16,-7-2-73 0,-1-2 85 0,-8 4 40 15,-5 0 20-15,-3 0 24 16,1-3-96-16,-5 6 56 0,-9-2 44 0,-2 5 44 16,-6 4 156-16,-2 2 4 0,3 10 36 15,0 7 72-15,0 6-32 0,0 10 96 0,4 5 132 16,-4 4 0-16,0 4 36 16,-3 5-240-16,-2 7-40 0,1 6-52 15,-3 7-4-15,-1 3 52 0,4 6-56 16,-5 0-4-16,6 0-8 0,3 0 4 15,-3-1-76-15,2-1-256 0,2-4-308 0,2 0-48 16,2-4-584-16,2-3-852 16,-3-3-892-16,8-6-1893 0,1-2-967 0</inkml:trace>
  <inkml:trace contextRef="#ctx0" brushRef="#br0" timeOffset="118924.287">7255 16605 5092 0,'0'0'4204'15,"0"0"-2644"-15,0 0-219 0,0 0-13 0,100 86 116 16,-72-67-96-16,-5 2-276 15,5-1-388-15,-4 2-192 16,4 1-148-16,0-1-196 0,0 0-140 0,0 6-8 16,4-3-48-16,-4 5-28 0,-4-2-84 0,-1 1-220 15,-3-1-176-15,1-2-216 0,-6-1-280 16,1-5-840-16,-4-6-2237 0,4 3-2663 0</inkml:trace>
  <inkml:trace contextRef="#ctx0" brushRef="#br0" timeOffset="133865.011">8601 16538 11265 0,'0'0'5104'0,"0"0"-3812"16,0 0-512-16,0 0-484 0,0 0 624 15,0 0-232-15,0 0-56 0,0 0-144 0,101 16-87 16,-69-14-37-16,3 3-60 0,1-5-52 16,0 0-68-16,-1 0-88 0,1-5-36 0,-4 0-60 15,0-4-48-15,1-2 36 16,-6-1-72-16,-3 3-76 0,0-1-176 15,-4 1-284-15,-8 2-209 0,-1 2-291 0,-2 0-1024 16,-5 5-1900-16,-4 0-1593 0,-4 10-2415 16</inkml:trace>
  <inkml:trace contextRef="#ctx0" brushRef="#br0" timeOffset="134073.307">8865 16849 8732 0,'0'0'4613'0,"0"0"-3885"0,0 0-400 0,0 0 340 15,0 0 708-15,0 0 40 0,0 0-320 0,0 0-372 0,47 70-208 16,-27-63-124-16,4-4-100 16,4-1-72-16,4-2-100 0,0 0-120 15,-4-2 0-15,8-4-48 0,-4-5-36 0,3 3 84 16,1-3-196-16,0-1-60 16,0-1-476-16,4 1-200 0,-4-1-228 0,-1 4-516 15,-7-1-1320-15,8 1-3133 16</inkml:trace>
  <inkml:trace contextRef="#ctx0" brushRef="#br0" timeOffset="135390.377">10008 16615 4060 0,'0'0'8613'16,"0"0"-7237"-16,0 0-652 15,0 0-156-15,0 0 184 0,0 0 264 0,0 0-76 16,0 0-296-16,0 0-128 0,0 0-100 16,52-48-96-16,-36 19-64 0,4-3-132 0,-5-2-116 15,6-8-8-15,-6 5-88 16,1-5-144-16,1 3 36 0,-6 1 12 0,5 4 0 16,0 2-36-16,0 7 72 0,-4-2 0 0,-4 13 0 15,0 1 16-15,0 3 56 16,-4 7 68-16,-4 3 8 15,0 0 36-15,0 0 176 0,0 0 68 0,0 7-168 16,0 1-64-16,0 6 40 0,0 4-16 16,0 8-60-16,0 6 0 15,0 3-12-15,0 0-4 0,0 5-8 0,0 5 0 0,0 3 12 16,0 0 8-16,0 3 40 0,0-1-36 16,0 1 40-16,0 0 44 0,-4 0-84 15,4-4-12-15,0 1-4 16,-3-7-4-16,3-3-64 0,0-9 60 0,0 0-64 15,0-11 4-15,0 1-28 16,0-6-144-16,0-3-224 0,0-4-184 0,0 4-268 16,-5-4-612-16,1 1-1068 0,0-2-2365 0,-8 5-2483 15</inkml:trace>
  <inkml:trace contextRef="#ctx0" brushRef="#br0" timeOffset="135623.985">10096 17211 2644 0,'0'0'8244'15,"0"0"-6087"-15,0 0-1317 16,0 0-320-16,0 0 716 0,0 0 132 16,0 0-364-16,0 0-388 0,0 0-172 15,0 0-12-15,51 10 20 0,-27-7-100 0,-4-3-56 16,5 3-52-16,-2-3-64 0,1 0-80 16,4 0-92-16,4 0-8 0,-1 0 0 15,10 0-64-15,-5-3-20 0,7 0 12 0,-3-1-148 16,-4 2-232-16,4-2-112 0,-1 1-84 15,-3 0-128 1,5 3-116-16,2 0-536 0,-7 0-628 0,-8 0-1777 16,0 3-1851-16</inkml:trace>
  <inkml:trace contextRef="#ctx0" brushRef="#br0" timeOffset="140155.946">14291 14202 2320 0,'0'0'92'0,"0"0"-92"0,0 0 16 0,0 0 48 16,0 0 2476-16,0 0-300 0,0 0-528 15,0 0-328-15,-4-25-315 0,4 20-257 0,0 5-96 16,0-2-4-16,4-2 200 0,0-2-168 16,0 4-76-16,5-5-140 0,-2 3-64 15,-3-2-56-15,8 0-48 0,0-1-76 0,4-2-36 16,0-1-36-16,3-2-104 0,-2-1-8 16,3 0-92-1,-4 1 52-15,0-1-56 0,-1-3-4 0,2 4-8 0,-6 2-64 16,6-3 64-16,-6 4-68 15,1 2 16-15,-3 0-88 0,-2 5 12 16,-3 2 24-16,0 0 104 0,-4 0-76 0,0 0-16 16,0 2 36-16,4 5 64 0,-4 3 152 15,0 6-64-15,4 2 0 0,-4 11-76 16,0 3-12-16,-4 9-72 0,0 4 0 0,0 9-16 16,0 6 4-16,0 9-68 0,1 8 16 15,-2 9-36-15,1 3 12 0,0-1 48 16,0-2 0-16,4-6-16 0,0-14 56 15,0-8 44-15,0-14-20 16,0-12-16-16,8-7 64 0,-4-12-84 16,4-3 8-16,0-8-200 0,0-2 8 0,4 0-180 15,4-9 44-15,-4-4-12 0,0-6 160 16,0 0-44-16,-4 0 108 0,-4 3 192 0,4 4 0 16,-8 1 0-16,4 9 0 0,-4 2 0 15,0 0 416-15,4 2-8 0,-4 9 56 16,3 5-236-16,6 3 36 15,-5 6-52-15,0 3 4 0,4 7-40 16,-1 1 48-16,6 8-72 0,-2 3 84 16,2 8 124-16,-5 4-24 0,-1 5-28 0,1-1-12 15,1 5 88-15,-2 1-88 0,-3 1-28 16,0 0 16-16,-4-3-16 0,0-4-24 0,0-2 52 0,0-7-52 16,-4-4-52-16,0-9-68 0,-3 1-40 15,-2-10 4 1,5-7-76-16,-4-3 48 0,5-6 12 0,-5-7 12 15,-5 1-84-15,2-4-24 0,-6-6-268 16,-2 0-132-16,-5 0-164 0,0-9 196 16,-8-7-76-16,4-6-120 0,-4-3-216 0,4-10-276 15,0 0-668-15,4-7-580 0,9 14-2025 16,-6-20-2743-16</inkml:trace>
  <inkml:trace contextRef="#ctx0" brushRef="#br0" timeOffset="140421.538">15271 15014 3788 0,'0'0'8917'0,"0"0"-7417"15,0 0-700-15,0 0-296 0,84 29 340 0,-60-20 524 16,4 4-280-16,3 1-388 15,1-3-248-15,5-1-148 0,2-1-108 16,-3-2-100-16,4-4-24 0,0-3-72 0,-4 0-48 16,0 0-28-16,-1-7-80 0,-7 2-176 15,4-2-180-15,-8 0-140 16,-4 1-124-16,-4 3-232 0,-8 0-432 0,-4 1-904 0,-4 2-2069 16,-8 0-1827-16</inkml:trace>
  <inkml:trace contextRef="#ctx0" brushRef="#br0" timeOffset="140636.468">15303 15323 4120 0,'0'0'8453'16,"0"0"-7357"-16,0 0-716 0,0 0-24 0,0 0 112 16,92 47 412-16,-52-40 488 0,8-5-388 0,3 2-304 15,5-4-172-15,0-4-112 0,0-5-256 16,0 0-132-16,-1-8-4 0,-3 2-136 0,-4-2-316 15,-4 2-224 1,-5-1-4-16,-2 0-212 0,-2 3-328 16,-10 1-304-16,-2-1-660 0,-11 7-1901 15,-4-1-2375-15</inkml:trace>
  <inkml:trace contextRef="#ctx0" brushRef="#br0" timeOffset="140940.553">15813 14714 5852 0,'0'0'5733'0,"0"0"-4837"0,0 0-296 0,80 15-204 16,-48-3 164-16,3 7 288 16,1 4 60-16,1 2-192 0,-2 7-268 0,1 0-124 15,-4 0-136-15,0-1-28 0,0 0-88 16,-4-1-72-16,-8-2-8 0,3 0-44 0,-7 4 0 15,-4 0 44-15,1-1-56 0,-10 1 64 16,-3 3 4-16,0-3-4 0,0 3 4 0,-7 0-4 16,-6-3 12-16,-2 3 52 15,-5 0-64-15,-5-1-8 16,-3 1-292-16,-3 1-272 0,-1-5-132 16,-4-2 100-16,0-4-36 0,1-6-224 0,3-6-588 15,8-10-2569-15,-12-3-3819 0</inkml:trace>
  <inkml:trace contextRef="#ctx0" brushRef="#br0" timeOffset="148405.957">17594 14347 8612 0,'0'0'636'16,"0"0"2609"-16,0 0-1625 0,0 0-532 0,0 0 684 15,0 0-684-15,0 0-284 0,0 0-312 16,20-38-136-16,-20 54-100 0,0 6 72 0,0 10 248 16,0 13-152-16,4 5-144 15,4 11-120-15,-4 9-15 0,0 6-25 0,4 7-120 16,0 2-24-16,-4 10 16 15,0 1-64-15,-4-1-109 0,3-3-147 16,-3-7 84-16,0-8-148 0,0-11 76 16,0-14 12-16,0-18-16 0,0-12-72 0,5-12-344 15,-5-10-676-15,4-10-796 0,-4 1-2169 16,-4-26-2763-16</inkml:trace>
  <inkml:trace contextRef="#ctx0" brushRef="#br0" timeOffset="148689.223">17506 14497 8020 0,'0'0'4549'0,"0"0"-3773"0,0 0-216 16,56-67 328-16,-32 51 356 0,4 4-328 16,4 5-196-16,0 1-112 0,7 6-236 0,2 0-128 15,-1 6-72-15,-5 7-124 0,1 6-48 16,-4 9-8-16,-4 4-88 0,-4 9 44 0,-9 3-156 15,-2 5 196-15,-5 2-220 0,-8-1 132 16,-4 0-24-16,-8-4 124 16,-4-5-48-16,-8-7 48 0,-1-2-296 0,-2-3-104 15,-1-11-84-15,1 1-40 0,-1-5-80 16,0-5-48-16,3-2-80 16,-3-7-248-16,5 0-360 0,3-7-321 0,0-2-523 0,8-5-716 15,4 2-1588-15</inkml:trace>
  <inkml:trace contextRef="#ctx0" brushRef="#br0" timeOffset="149423.802">18838 14395 7988 0,'0'0'1468'0,"0"0"-656"0,0 0-232 16,0 0-179-16,0 0 2195 0,0 0-988 16,0 0-428-16,0 0-308 0,0 0-512 0,0 0-76 15,0 0-72-15,-73 0-40 16,50 29 0-16,-1 9 0 0,0 7-24 0,0 6-40 15,4 2-92-15,-4 8 44 16,4 6-48-16,5 5 60 0,-2 7-72 16,6 3-96-16,2 1 48 0,9 3-40 0,0-3 52 15,5-3 36-15,6-14 344 0,10-12-76 16,-2-10-24-16,5-12-180 16,4-6-64-16,-4-11-8 0,8-5-104 0,-4-7-120 15,4-3-36-15,0-6 144 0,0-7-72 16,-4-3 84-16,3-6-12 15,1-3 16-15,-4-4-176 0,-5-6-64 0,1-7-284 0,1 2 0 16,-5-2 320-16,-5-5 124 16,2-1 188-16,-6-4-4 0,-3 2-76 0,-4-7 76 15,1-3-108-15,-5-3 100 0,-5-1-136 16,-3 0 72-16,-3 3 76 0,-2 11 100 0,1 6 76 16,-3 9 68-16,-1 10 252 0,-1 5 28 15,2 8-76-15,-2 5-28 0,2 4-52 16,-5 3-120-16,0 0-28 15,0 6-24-15,0 7-36 0,1 4-160 16,-6 8-12-16,-3 3-160 0,0 10-36 16,0 3 12-16,-3 8 24 0,-1 1-40 0,4 1-208 15,0-1-336-15,5 1-64 0,-1-6-276 16,7-7-984-16,6-7 572 0,7-12-169 0,4-3 61 16,0-9-88-1,0-4-52-15,7 1 740 0,10-4 1016 0,-6 0 116 0,10 3 1384 16,-2 2 400-16,9 2-136 0,0 6-35 15,4 2-97-15,3 8 376 16,1-2-560-16,1 6-172 0,2 1-224 0,1 0-264 16,-4 2-336-16,4-2-192 0,-4 3-236 15,0 2-24-15,-1-5-160 0,-3 3-144 0,-4-2-264 16,0-1-184-16,0 1-352 0,0-7-372 16,-13-6-1340-16,13 7-3109 0</inkml:trace>
  <inkml:trace contextRef="#ctx0" brushRef="#br0" timeOffset="150148.945">20312 15046 5032 0,'0'0'5712'0,"0"0"-4195"15,0 0-369-15,0 0-308 0,0 0 220 16,0 0 76-16,15-74-352 0,2 49-216 15,-2-3-172-15,6-1-60 0,3 4-68 16,-1-3-20-16,5 5-64 0,0 0 0 16,0 4-12-16,0 7 12 0,4-1-48 15,-1 7-40-15,5 4-24 0,-4 2-64 0,0 0-8 16,-4 8-8-16,0 3 0 16,0 3 4-16,-4 5 4 0,-1 4 64 0,1 3-52 15,-4-1 120-15,1 0-132 0,-2 1 4 16,-3-7 120-16,0 0-124 0,4-7-48 0,-5-1 36 0,10-5-40 15,-1-3 52-15,0-3 0 16,4 0-4-16,0-9-4 0,-1-2-176 16,1 3-232-16,0-6-296 0,-4 2-188 0,-4 5-388 15,-8 1-816-15,-5 3-2225 16,2 3-1699-16</inkml:trace>
  <inkml:trace contextRef="#ctx0" brushRef="#br0" timeOffset="150369.213">20471 15366 8520 0,'0'0'2537'0,"0"0"-793"16,0 0-736-16,0 0 320 0,0 0 20 0,0 0 268 16,103 17-436-16,-59-27-492 0,8-2-284 15,0-1-76-15,4-3-140 0,-1 3-188 16,1 1-136-16,4 2-32 0,0 3 8 0,-1 1-72 15,-3 6-308-15,0-3-440 0,4 3-520 16,-20 0-656 0,16 0-3025-16</inkml:trace>
  <inkml:trace contextRef="#ctx0" brushRef="#br0" timeOffset="150844.677">22208 14560 7160 0,'0'0'5173'0,"0"0"-3733"0,0 0-588 0,0 0-624 15,0 0 124-15,0 0 604 0,20 76 220 0,-12-22-348 16,0 14-212-16,4 14-12 0,-4 7-4 16,-4 6-100-16,0 3-36 0,-1-2-124 15,-3-2-132-15,0-1-100 0,-3-7 52 0,-1-4-160 16,0-9-8-16,0-10-140 16,0-16 4-16,4-12-4 0,0-8-96 0,0-18-168 15,0-3-236-15,4-6-296 0,0-3-388 16,4-9-252-16,-1-8-40 15,2 1-1108-15,-5-22-3177 0</inkml:trace>
  <inkml:trace contextRef="#ctx0" brushRef="#br0" timeOffset="151122.97">22168 14707 3616 0,'0'0'7304'0,"0"0"-6007"16,0 0-745-16,0 0 160 0,84-83 556 15,-52 67-84-15,0 3-228 0,4 4-200 16,3 2-88-16,5 5-76 0,0-3-200 0,-1 5-232 16,2 0-60-16,-6 7-100 15,-3 3 0-15,-12 6 0 0,-3 6-88 0,-10 6 40 16,-7 7 48-16,-4 7 4 0,-4 3-4 16,-11 2-8-16,-9 3-64 0,-8 1 28 0,0-4 44 15,-9-1 100-15,6-5 12 0,-5-7-108 16,1-5 4-16,2-4-8 15,5-2-48-15,0-7-96 0,4-4-240 16,9-5-340-16,-1-4-592 0,8-3-240 0,4 0-944 16,3-3-2513-16,5-6-719 0</inkml:trace>
  <inkml:trace contextRef="#ctx0" brushRef="#br0" timeOffset="151336.629">23061 14991 12705 0,'0'0'1664'0,"0"0"-1208"15,47 74-176-15,-23-42 636 0,0 6 572 16,4-1-288-16,-3 2-600 0,6-1-280 16,1-3-184-16,-4-3-36 0,4-4-100 0,0-2-144 0,0-5-248 15,-4-7-112-15,-5-5-448 16,1-2-428-16,0-7-624 0,-4 0-2237 15,-4-10-2083-15</inkml:trace>
  <inkml:trace contextRef="#ctx0" brushRef="#br0" timeOffset="151548.789">23555 14859 8644 0,'0'0'5029'0,"0"0"-4153"16,0 0-372-16,-64 70 76 0,40-36 564 15,0 5 280-15,-4 5-412 0,-4 0-496 16,4 3-296-16,-4 2-60 0,0 2-68 0,-3-1-92 0,-1 0-84 16,4 2-4-16,0-4-216 15,1-6-64-15,6-9-172 16,5-4-200-16,5-7-252 0,7-6-628 0,4-9-812 0,-1-4-2593 16,5-6-2483-16</inkml:trace>
  <inkml:trace contextRef="#ctx0" brushRef="#br0" timeOffset="152090.55">24391 14818 10664 0,'0'0'1429'0,"0"0"-993"15,0 0-208-15,0 0 208 0,0 0 732 0,0 0 396 16,0 0-636-16,0 0-428 0,-95 9-40 16,79 23 44-16,-4 6 76 0,4 9 36 15,4 7-16 1,-4 3-124-16,4 4-208 0,5 0-76 0,3-5-32 15,4-2-40-15,0-9 4 0,4-7-28 16,7-6-88-16,9-10 64 0,-4-6 197 0,8-7-85 16,0-3-172-16,8-6 48 0,0 0-60 0,0-12-8 15,3-4-104-15,1-9-105 16,0-7-51-16,0-3-60 16,0-7 12-16,-4-2 72 0,0-3-12 0,-4-4 12 0,0 0 0 15,-5-6-40-15,-3 0 16 0,0-4-16 16,-8 1-60-16,-4-3 0 15,-4 0 108-15,-4 8 144 0,0 4 92 16,-8 9 124-16,-4 9 36 0,0 7 64 0,-4 6 232 16,-4 11-100-16,5 3-112 0,-10 6-84 15,1 6-64-15,0 7 0 0,-8 10-92 0,1 4 0 16,-1 9 44-16,0 5-36 16,0 0 24-16,4 4-36 0,-4-4-72 0,8 3-160 0,-3-6-172 15,3 0-556-15,0-3-1100 16,7-6-1784-16,2-6-1633 0,7-9-1531 15</inkml:trace>
  <inkml:trace contextRef="#ctx0" brushRef="#br0" timeOffset="152281.205">24435 14998 10000 0,'0'0'2613'0,"0"0"-1885"16,0 0-524-16,0 0 180 0,100 76 324 0,-77-50 376 15,1 3-80-15,1 3-196 0,3-2 72 16,0 6-92-16,0-4-236 0,3-1-172 0,-3 5-112 15,0-4-48 1,-1-4-124-16,1 0-40 0,0-2-56 0,-4-1-132 16,-3-3-236-16,-2-2-232 0,1-1-96 0,-3-1-84 15,-2-1-196-15,2 1-640 0,-6-1-588 16,1-5-1877-16,-4 4-1915 0</inkml:trace>
  <inkml:trace contextRef="#ctx0" brushRef="#br0" timeOffset="158231.156">20487 13709 6308 0,'0'0'3000'0,"0"0"-1992"0,0 0 129 15,-60-66-845-15,41 53 480 16,2 6 196-16,2 7 276 15,2 0 64-15,2 7-228 0,-2 9-112 0,1 0-268 16,5 9 4-16,-1 7-132 0,-1 7 28 16,5 1-148-16,1 8-172 0,-1 3-40 15,4-4-44-15,0-5-184 0,4-7 45 0,-1-10-57 16,5-6-4-16,1-10-57 0,-1-6-35 16,-1-3-52-16,6 0 76 0,-2-6-24 0,10-10-28 15,-6-6-32-15,-2-6-124 0,2-5-12 16,-3 0 32-1,0-3-104-15,0 4 44 0,-5 1 52 0,-2 5 204 0,-1 3 4 16,0 11 60-16,0 3 68 16,-4 5 8-16,0 4 108 0,4 0 96 0,0 11-24 15,3-2 76-15,2 7-52 0,3 5-108 16,0 5-16-16,-4 2 28 0,0 1-12 0,-1-3-172 16,2-7 0-16,-5-4-12 0,0-4-148 15,0-5-216-15,-1-3-248 16,-3-3-124-16,8-3-344 0,-4-3-1136 15,1-7 44-15,-1 0-1753 0,3-10-1487 16</inkml:trace>
  <inkml:trace contextRef="#ctx0" brushRef="#br0" timeOffset="158536.152">20709 13566 1552 0,'0'0'9869'0,"0"0"-8409"0,0 0-860 15,0 0 328-15,0 0 548 0,0 0 88 0,0 0-20 0,0 0-712 16,0 0-476-16,0 0-196 15,-7 70-76-15,-1-41-80 16,0-4 8-16,0 4 0 0,4-7-12 0,0-5-48 16,0-5 0-16,4-3-16 0,0 1-44 15,8-8-52-15,0 5 40 16,8 3 68-16,0-4-20 0,4 3 60 0,4-2-88 0,-4 3 28 16,3-1 72-16,-3 4 0 15,1-1 12-15,-2 1 100 0,-6-1 108 0,2 1 0 16,-6 3-88-16,-5 0-32 0,-1-2-28 15,-3 0-12-15,0 3-8 0,0-4-52 16,-3-1 0-16,-6 1-124 0,-3-7-24 16,1 1-108-16,-2-1-124 0,2-6-208 15,-6 0-188-15,6 0-116 0,-6-3-304 16,-2-4-520-16,6-2-1088 0,-6-4-2881 0</inkml:trace>
  <inkml:trace contextRef="#ctx0" brushRef="#br0" timeOffset="163301.43">21862 13414 1788 0,'0'0'5548'0,"0"0"-4196"16,0 0 1901-16,0 0-1937 0,0 0-440 15,-84-12 36-15,72 12 168 0,-1 6-124 0,-2 7-212 0,2-1-200 16,6 7-152-1,-5 6-168-15,5 1-28 0,2 5-36 16,1 1-28-16,0-3-8 0,4-3-56 0,0-7-68 16,0-7-8-16,0-6-40 0,0-2-72 15,0-4-40-15,0 0-40 0,4 0-32 16,0-4 12-16,4-2 208 0,0-3 0 0,0-4-212 16,-1-1 88-16,2 6 88 0,-5-5-76 15,0 7 0-15,4 0-12 0,-5 6-36 16,6 0 96-16,-1 0 76 0,3 8 76 0,2 3-4 15,-5 1-20-15,3 4-4 16,2 3-44-16,-2 0 4 0,-3 3-8 16,1 0 4-16,-5 5 48 0,-4-2-4 15,0 2 0-15,0 3 52 0,0-2 0 0,0 0-28 16,-4-6-8-16,-1 4-4 0,1-7 40 16,0-3 60-16,-3-4 12 0,3 2-24 15,-4-5-40-15,3-2-8 0,-6-1 12 16,3-3-40-16,-9 4-12 15,2-4-56-15,-1-1-4 0,-4 2-60 16,0-4-76-16,4 0 12 0,-4 0-60 0,4-4 24 16,1-1 40-16,2 1-28 0,5-2 12 15,1 0-64-15,-1 2-144 0,3-3-16 0,-3-1-52 16,4-3-248-16,4 3-348 0,-3-5-356 16,3 1-588-16,0-2-833 0,3-8-2479 0</inkml:trace>
  <inkml:trace contextRef="#ctx0" brushRef="#br0" timeOffset="163699.77">21985 13379 9620 0,'0'0'1509'0,"0"0"-993"0,0 0-364 0,0 0 388 16,0 0 340-16,0 0 152 16,75 76-376-16,-62-56-428 0,-5 2-164 0,-1 0 176 15,-3 0 48-15,0 1-36 0,-4 2 28 16,0-3-108-16,0 0-72 0,-4-3 12 15,-4-6 40-15,5-1 108 0,-1-5 40 16,4-4 108-16,0-3-60 0,0 0-64 16,0 0-24-16,0 0 60 0,0-6-4 0,0-1 64 15,0-5-120-15,0-1-248 0,4-9-4 16,-4 0-8-16,7-4-24 0,1-2-160 0,1 2-136 16,-2 1-196-16,5 0-260 15,1 2-392-15,-2 1-1028 0,2 6-2181 0,2 0-2139 16</inkml:trace>
  <inkml:trace contextRef="#ctx0" brushRef="#br0" timeOffset="163989.227">22363 13512 8188 0,'0'0'4337'16,"0"0"-3557"-16,0 0-208 0,0 0 404 0,0 0 460 0,0 0-116 15,4 67-616-15,0-67-704 0,1-3-24 16,6-7-200-16,1 2 4 0,1-9-264 15,2-2-152-15,-2 0-192 0,2-3-444 16,-2-1-188-16,-2 8-12 16,-3-5 387-16,-1 8 517 0,-2-1 568 0,-5 4 64 15,0-1 468-15,0 0 201 0,-5 1 167 16,-2 7 60-16,-5-3-120 0,5 3 8 0,-2 2 20 16,-3 7 136-16,5 1-208 0,-2 5-388 15,1 3-100-15,-3 3 0 0,2 7 48 16,1-4-72-16,0 0-284 15,1 0-12-15,3-6-456 0,-1-4-284 16,1-2-416-16,4-7-412 0,0-3-424 0,4 0-757 16,1-6-1371-16,3-13-336 0</inkml:trace>
  <inkml:trace contextRef="#ctx0" brushRef="#br0" timeOffset="164315.19">22618 13369 7900 0,'0'0'5413'0,"0"0"-4409"0,0 0-536 0,0 0 340 15,9 77 856 1,-9-55 116-16,0-3-544 0,0 0-624 0,4-3-392 16,-1-6-160-16,1-3-60 0,4-2-8 15,1-2-40-15,2-3-248 16,6 0-188-16,-2-3-128 0,2-7-52 0,-2-2-24 0,-3-4 92 16,0 3-148-16,0-3-16 0,0 1 216 0,-4 2 216 15,0 0 268-15,-5 4 60 16,6 3 104-16,-5 1 236 0,-4 3 60 15,4 2 40-15,0 0-28 0,0 0 96 16,-1 7 64-16,1-1-68 0,0 7-160 0,5-1-84 16,-5 4-40-16,-4 3 100 15,4 3-64-15,-4 1 36 0,0-2-60 0,0 2-132 0,0-4-100 16,0 0-12-16,0-3-404 16,-4-3-404-16,4-7-104 0,0-6-252 15,0 0-512-15,4-13-1092 0,3 4-1701 16,6-16-2599-16</inkml:trace>
  <inkml:trace contextRef="#ctx0" brushRef="#br0" timeOffset="164532.01">23069 13347 8896 0,'0'0'5249'0,"0"0"-4049"0,0 0-760 16,0 0-52-16,16 89 316 0,-12-57 436 0,-4 6-116 15,8 0-460-15,-8 4-196 0,3 2-160 0,1 0-12 16,-4 4-100-16,0 0-36 0,0-4 16 15,0-6-76-15,0-3-4 16,0-10-96-16,0-5-108 0,0-11-72 0,0-6-232 16,0-3-140-16,4-3-52 0,-4-10-188 15,4-3-296-15,-4-6-388 0,5-10-872 16,-5 7-1409-16,0-22-847 0</inkml:trace>
  <inkml:trace contextRef="#ctx0" brushRef="#br0" timeOffset="164733.495">23140 13268 5520 0,'0'0'2744'0,"0"0"-944"0,0 0-471 16,0 0 91-16,0 0-156 16,0 0-140-16,84-41-320 0,-68 41-324 0,-4 0-192 0,0 0-88 15,0 0-28-15,0 3-160 16,-5 3 48-16,2 4-60 0,-5-4-12 0,0 7-288 16,-4 0-12-16,0-1 100 0,0 4 32 15,-8 0-20-15,-1 3-112 0,-6 0-44 16,-1 4-132-16,-4 2-196 0,0-3-296 0,0-3-376 15,-3 0-553 1,2-6-983-16,-11 6-2124 0</inkml:trace>
  <inkml:trace contextRef="#ctx0" brushRef="#br0" timeOffset="172114.707">18997 17021 6644 0,'0'0'4140'0,"0"0"-2495"0,0 0-277 15,0 0-16-15,0 0-92 0,0 0-164 16,0 0-204-16,0 0-92 0,4 70-384 16,3-26-184-16,6 13-120 0,-1 13-104 0,4 6 76 15,-4 10-36-15,-5 2-36 0,6 8-8 16,-5 0-4-16,-5-5-16 0,1-5-40 16,0-13 52-16,0-13 0 0,0-12-8 15,-4-9-36-15,0-14-24 0,5-6-76 0,-5-10-172 16,0-9-268-16,4 0-228 0,-4-9-88 0,0-10-176 15,0-9 100 1,0-8 32-16,0-5-452 0,0 3-901 16,-4-22-2971-16</inkml:trace>
  <inkml:trace contextRef="#ctx0" brushRef="#br0" timeOffset="172390.187">19025 17072 196 0,'0'0'7812'15,"0"0"-5856"-15,0 0-627 16,0 0-201-16,92-38 8 0,-69 34-96 0,5 1-180 16,0 3-172-16,3 0-196 0,-3 3-68 15,0 4-100-15,0-1-52 0,-7 7-60 0,-2 3 136 16,-6 3 132-16,-10 9-160 16,1 4-100-16,-4 6-132 0,-4 7-84 0,-8 0-4 0,-4 5-4 15,0-3-4-15,-7-2 8 0,3-4 4 16,-5-3-4-1,1-9-68-15,1-4-228 0,3-12-196 0,0 0-100 0,0-7-128 16,0-3-280-16,9-3-260 0,-2-3-400 16,1-3-636-1,9-1-825-15,3-5-2651 0</inkml:trace>
  <inkml:trace contextRef="#ctx0" brushRef="#br0" timeOffset="172587.962">19635 17262 2964 0,'0'0'7688'0,"0"0"-6195"16,0 0-573-16,86 64-424 0,-61-36 280 0,3 4 208 15,0 6-168-15,-4 3-224 16,4 0-216-16,0 7-180 16,-5-7-72-16,1 4-124 0,0-4-84 15,-4-3-104-15,0-6-224 0,-4-6-404 0,-1-8-252 0,6-11-252 0,-6-7-484 16,-2 0-1037-16,6-19-2515 0</inkml:trace>
  <inkml:trace contextRef="#ctx0" brushRef="#br0" timeOffset="172797.822">20049 17180 4288 0,'0'0'9233'0,"0"0"-7625"0,-53 67-904 0,34-35-300 0,-5 8 12 15,-4 2 328-15,0 5 112 0,0 7-340 16,-4 1-232-16,4 1-160 0,-7-2-40 16,3 3-84-16,-4-3-4 0,4 0-156 0,0-9-84 15,8-3-212-15,0-9-100 16,9-9-116-16,-2-6-380 0,10-8-560 0,3-4-1192 16,-4-6-2837-16</inkml:trace>
  <inkml:trace contextRef="#ctx0" brushRef="#br0" timeOffset="173501.128">20539 17331 652 0,'0'0'7492'0,"0"0"-5884"16,0 0-588-16,0 0-79 0,0 0 59 0,0 0 84 0,0 0-72 15,0 0-228-15,0 0-248 0,0 0-32 16,-56-14-40-16,48 23-228 0,0 10 12 16,-4 6-12-16,4 7 8 0,4 9 4 15,0 7-12-15,4 3-40 0,0 2 24 0,0 1-32 16,8-5-92-16,4-5 52 16,0-3-100-16,0-6-40 0,4-10-4 0,0-6 80 15,4-6-84-15,-1-9-88 0,9-4 16 16,0-7-40-16,0-9 40 0,4-10-4 15,0-5-84-15,0-4 0 16,-4-6-48-16,0-7 24 16,-4 0 0-16,0-2-52 0,-1-4-160 0,-3-1-140 15,-8 4 0-15,0-2-44 0,-4 1 216 0,-8 5 140 0,0 3 136 16,-4 3 88-16,-7 6 108 0,-2 9-8 16,-6 5 76-16,2 7 152 0,6 9 152 0,-9 5 68 15,3 2-64-15,2 8-176 0,-6 9-84 16,2 2 0-16,-1 6-116 0,-4 4-44 15,4 4-64-15,0 3-4 16,0 4-84-16,-4-4-120 0,5 0-376 16,-2-6-448-16,2-1-528 0,-1-2-960 15,12-10-1653-15,-8 2-563 0</inkml:trace>
  <inkml:trace contextRef="#ctx0" brushRef="#br0" timeOffset="173700.805">20543 17510 1564 0,'0'0'4532'0,"0"0"-2256"0,0 0-440 15,0 0-339-15,87 32-153 0,-59-16-112 16,0-1-156-16,4 7-312 0,0 1-136 16,-4 2-28-16,0 0-128 0,-1 5-128 0,1-2-48 15,0 4-72-15,0-4-88 0,0 0-16 16,0 1-116-16,-4-7-4 0,0-3-108 0,-5 1-176 16,2-7-272-16,-2-4-236 0,1 1-248 15,1-4-584-15,-10-3-736 16,6-3-2329-16</inkml:trace>
  <inkml:trace contextRef="#ctx0" brushRef="#br0" timeOffset="174514.678">21674 17465 7764 0,'0'0'2192'0,"0"0"-991"0,0 0-469 15,0 0-68-15,0 0 220 0,0 0 180 0,0 0-408 0,0 0-124 16,88-76-108-16,-65 48 32 15,5-2 80-15,4 5-76 0,-4-2-164 16,0 4-60-16,4 4-16 0,0 3-32 16,0 6 20-16,-4 4 36 0,0 6 28 0,0 0 96 15,-4 3-136-15,0 10-120 0,-5-4-64 16,-2 8 24-16,-2-5-68 0,-2 1-4 16,2-1 0-16,1 2-8 0,-4-2-4 15,-1-3-36-15,6 1 48 0,-6-4 0 16,2 1 0-16,-1-4-12 0,-1 3-88 0,-2-6 28 15,2 0-148-15,-3 0-136 16,-3-3-172-16,3 0-100 0,-4-4-204 0,-4 0-64 16,0 2-592-16,0 2-544 15,0-1-1833-15,-12 4-2499 0</inkml:trace>
  <inkml:trace contextRef="#ctx0" brushRef="#br0" timeOffset="174731.444">21941 17640 3908 0,'0'0'4312'0,"0"0"-2744"0,0 0-407 0,0 0-93 16,0 0 120-16,28 70 120 15,-4-63-260-15,4-7-368 0,4 0-4 16,7 0 180-16,2-5-272 0,2-1-240 16,-3 1-184-16,0-5-84 0,-4 0-76 0,0 1-12 15,-1 2-60-15,1-2-164 0,-8 0-268 16,4 2-440-16,-4-3-432 0,4 4-952 15,-8 0-2417-15,11 0-2167 16</inkml:trace>
  <inkml:trace contextRef="#ctx0" brushRef="#br0" timeOffset="175122.76">23108 17059 3524 0,'0'0'8893'16,"0"0"-7349"-16,0 0-1036 0,0 0-496 0,0 0 280 15,0 0 300-15,0 0 248 0,0 0-424 0,-15 72-192 16,11-30 28-16,4 12 32 16,0 10-24-16,8 9-24 0,-5 6 36 0,1 1-148 15,0-1-124-15,-4-2-4 0,0-5-144 0,-4-9-76 16,0-5-108-16,1-13 156 15,3-14-36-15,0-12-160 16,0-9-356-16,-4-10-608 0,4-7-672 0,0 1-937 16,0-16-2411-16</inkml:trace>
  <inkml:trace contextRef="#ctx0" brushRef="#br0" timeOffset="175369.392">23085 17189 5684 0,'0'0'3276'0,"0"0"-2012"0,0 0-696 0,0 0-255 16,0 0 355-16,96-51 140 0,-73 51-208 16,1 0-52-16,0 0-28 0,-4 10-140 0,-4 0 100 15,-4 2-52-15,-4 4-28 0,0 3 108 16,-8 6-72-16,-4 1-152 0,-4 9-84 16,-8 0-124-16,-4 0-72 0,-4 3-4 0,0 0-100 15,-4 0-36-15,-4-7 12 0,4 1-76 16,-4-9-124-1,4-1-132-15,4-10-324 0,5-5-116 0,-1-7 8 16,8 0-16-16,0-7-704 0,8 1-781 16,4-10-3383-16</inkml:trace>
  <inkml:trace contextRef="#ctx0" brushRef="#br0" timeOffset="175900.508">23782 17112 10945 0,'0'0'2348'0,"0"0"-1068"0,0 0-144 0,0 0-192 15,0 0-124-15,-51 83-336 0,34-41-212 0,1 2-16 16,4 10 52-16,4 3 88 0,1 7 80 16,2-1-204-16,5 4-188 0,0-4-44 0,0-2-40 15,12-10-12 1,4-10-184-16,4-9 100 0,8-10-40 15,-4-16-120-15,8-6-40 0,-4-3-84 0,4-13 84 16,-4-9-52-16,4-7 64 0,-4-6-160 16,-1-4-256-16,-3-5-316 0,0-4-236 15,-4 4-56-15,-4-4 12 0,0 0 11 0,-8 0-63 16,-8 1 12-16,0-2 324 0,0 2 780 16,-12 2 232-16,0 4 1012 0,-4 6 28 0,0 5 396 15,-4 12 329-15,4 5-193 0,0 9-200 16,0 7-124-16,-4 7-220 15,5 9-468-15,-6 3-240 0,-3 9-148 0,1 4-72 16,-1 6-96-16,0 0-4 0,0 3-60 16,0 1-100-16,4-7-388 15,0 0-384-15,0-7-428 0,8-6-516 0,4-3-344 0,1-9 255 16,7-4 329-16,0-6 260 0,0 0-20 16,7 0 316-16,1 0 1080 0,9-3 652 15,-2 3 1328-15,9 0 112 0,-4 6-540 16,7 5-283-16,1-3-373 15,0 5-100-15,4 4-4 0,-4-5-144 16,0 4-104-16,0 0-268 0,-4 0-148 0,-4 2-8 16,0-1-116-16,-4-2-8 0,0 1-128 0,0 0-296 15,-4 0-420-15,-1-4-480 16,2-5-933-16,2 5-3151 0</inkml:trace>
  <inkml:trace contextRef="#ctx0" brushRef="#br0" timeOffset="176323.074">24678 17161 9760 0,'0'0'2641'0,"0"0"-781"0,0 0-1128 16,92 38-464-16,-48-29 96 0,-1 0 176 0,6 1 24 0,-2-7-164 15,-3 1-200-15,0-4-116 0,-5 0-84 16,-7-7-116-16,0-5-468 0,-8-1-420 0,-4 0-284 16,-4-3-572-16,-4 7-933 15,-8-4-2511-15</inkml:trace>
  <inkml:trace contextRef="#ctx0" brushRef="#br0" timeOffset="176496.159">24857 17395 9428 0,'0'0'3029'0,"0"0"-1373"0,0 0-784 0,0 0-92 0,0 0 100 16,0 0-144-16,0 0 108 0,100 52-156 0,-60-50-232 31,0-2-164-31,-1 0-108 0,2-6-84 0,2-3-100 15,-3-4-56-15,1 4-164 0,-2-4-368 16,-3 3-52-16,-1-3-188 0,-3 4-456 16,-4 0-1520-16,4-1-3473 0</inkml:trace>
  <inkml:trace contextRef="#ctx0" brushRef="#br0" timeOffset="177005.877">26320 16726 4212 0,'0'0'5396'16,"0"0"-3599"-16,0 0-169 0,0 0-204 16,0 0-504-16,-84 16 164 0,64-4-300 0,-8 4-300 15,0 7-124 1,-4 2-104-16,0 9-132 0,-7 5-12 15,3 5 72-15,0 7 88 0,1 6-4 16,3 4 100-16,4 5 124 0,8 4-116 0,-1 2-132 16,10-1-84-16,3 0-64 0,8-8 40 0,0-7 72 15,8-5 8-15,7-7-44 0,9-8-51 16,0-9-13-16,4-4-32 0,8-7-28 16,0-6-40-16,4-7 4 15,4-3 36-15,-5 0-48 0,2-6-72 0,-2-7-64 16,-7-3-105-16,-4-6-259 0,-4 0-48 15,-8-7-52-15,-5 1-244 0,-2-5-472 16,-5 2-896-16,-4 2-920 0,-4 1-1445 16,-5 6 233-16</inkml:trace>
  <inkml:trace contextRef="#ctx0" brushRef="#br0" timeOffset="177156.579">26053 17335 8796 0,'0'0'2713'0,"0"0"-657"15,0 0-484-15,0 0-112 0,0 0-452 0,0 0-92 16,0 0-32-1,0 0-332-15,80 60-172 0,-48-43-4 16,7-5 4-16,-3-2-64 16,4-4-148-16,0-3-168 0,0-3-208 0,-5-3-364 15,-3-7-148-15,0-3 12 0,-4 1-264 0,-4-1-628 0,-4 1-716 16,-4 2-864-16,-4 1-2597 0</inkml:trace>
  <inkml:trace contextRef="#ctx0" brushRef="#br0" timeOffset="177323.763">26519 17449 7200 0,'0'0'5457'0,"0"0"-4449"0,-4 74-768 16,4-43-176-16,0 7 304 0,4-3 340 15,0 6 272-15,4-3-312 0,-4 1-308 0,0 2-136 16,4-3-148-16,-4 0-76 0,4 4-72 0,-5-1-88 16,2-3-4-16,-5 0-244 0,0-3-348 15,0-4-216-15,0-1-944 16,0-11-2929-16,0 12-3179 0</inkml:trace>
  <inkml:trace contextRef="#ctx0" brushRef="#br0" timeOffset="202151.425">2939 14090 7976 0,'-11'-9'5697'0,"7"2"-5089"16,4-5-492-16,0-1 932 15,8-6-40-15,4 3-400 0,0 0-232 0,-4 4 168 0,4-2 356 16,-4 6-544-16,7-3-284 0,2-1 100 15,3-1 52-15,-1 1-132 16,5-1-92-16,-3 4-72 0,-2 2 72 0,5 1 44 16,-4-1-40-16,3 4-4 15,2 0 0-15,-1 3-112 0,0 0 28 0,0 3-40 16,-1 7 48-16,5 6 68 0,-4 6-44 16,4 6 52-16,-4 2 0 0,-1 1 0 15,-2-3-8-15,3-2 8 0,-4-7 100 0,-1-10-40 16,2-2-56-16,-1-4 60 15,-1-3 56-15,2 0-32 0,-2-6-76 0,1-4 60 16,0 0-68-16,-4 1-4 16,0-4-132-16,-4 4-224 0,4-4-112 15,-4 6-196-15,-5 2-692 0,2 1-716 0,-5 4-1788 16,-4 4-1345-16</inkml:trace>
  <inkml:trace contextRef="#ctx0" brushRef="#br0" timeOffset="202389.097">3048 14532 7008 0,'0'0'2708'16,"0"0"-119"-16,0 0-981 0,0 0-668 0,0 0 180 16,0 0-116-16,0 0-472 0,0 0 408 0,0 0-104 15,91 0-272-15,-55 0-244 0,8 0-200 16,4 3 52-16,0 1-172 0,7-4-36 15,5 2-172-15,-1-2 0 0,10-2-36 16,2-2-124-16,-3-6-332 16,-1-3-452-16,-18 4-1036 0,11-10-3681 0</inkml:trace>
  <inkml:trace contextRef="#ctx0" brushRef="#br0" timeOffset="203107.717">924 13786 3544 0,'0'0'7076'16,"0"0"-5839"-16,0 0-721 0,84 0 44 16,-52 0 396-16,3 0-56 0,1 0-168 0,-4 3-132 0,4-1-208 15,-5 2-180-15,-3-1-124 16,0 1 0-16,-3-1 12 0,-5 0-96 0,-5 0-4 15,2 0 0-15,-10 6-124 0,-3 1 36 16,0 3 88-16,-4 9 88 16,0 4-88-16,-8 2 0 0,-8 8-140 15,0 1-8-15,-4 1-128 0,-8 3 60 16,0 4-48-16,-4 0 188 0,1-1 76 16,-5 3 28-16,4-2 20 0,-4 2 4 0,1 1 72 0,3-3-124 15,0-4 188 1,8-4 68-16,4-8-20 0,4-4-48 15,4-8 36-15,8-1 60 0,0-3-48 0,4-4-112 16,4 0-124-16,12 4 0 0,3-3 56 16,9 3 140-16,4-4 88 0,4 0 36 15,4 1-120-15,0-1 20 0,3-2 100 0,-2-5-136 16,-1 2-24-16,-1-4-64 0,-2 0-92 16,2 3-4-16,1-3-128 0,-4 0 80 0,-5 4-160 15,1-4 12-15,0 0-260 16,-4 0-172-16,-4 0-140 0,0-4-192 15,-8-5-716-15,-4 0-1052 0,-4-5-1993 16,-4 5-2059-16</inkml:trace>
  <inkml:trace contextRef="#ctx0" brushRef="#br0" timeOffset="203393.279">1637 14005 28 0,'0'0'4852'0,"0"0"952"16,0 0-4739-16,0 0-421 0,0 0 300 0,0 0-28 0,0 0-144 16,-72 72 20-16,45-40-136 15,2 3-144 1,-3 7-192-16,-3-1-96 0,3 6-88 0,-4-3 28 0,0 8-72 15,4-4-92-15,-4 2-60 0,4 0-16 0,5-2-36 16,-1-6-60-16,0-1-76 16,8-6-124-16,0-5-204 0,4-9-268 0,7-2-560 0,2-7-816 15,3-1-1989-15,0-11-2163 0</inkml:trace>
  <inkml:trace contextRef="#ctx0" brushRef="#br0" timeOffset="203631.125">1940 14436 12105 0,'0'0'2764'0,"0"0"-2020"0,0 103-232 0,0-53 456 16,-8 16 344-16,-1 4-268 0,-2 1-456 15,-1 5-320-15,4-1-192 0,-4 5-76 0,4 0-196 16,4-1-48-16,-4-6-40 15,8-9 16-15,0-10-40 0,0-17 12 16,0-11 64-16,0-11-200 0,0-8-300 16,0-7-544-16,0-7-424 0,0-5-1276 15,0-29-4745-15</inkml:trace>
  <inkml:trace contextRef="#ctx0" brushRef="#br0" timeOffset="203853.487">2011 14452 8748 0,'0'0'2441'16,"0"0"-2117"-16,0 0 48 0,0 0 576 0,0 0 32 0,0 0-272 16,88-12 128-16,-80 18-20 15,4 3-140-15,-4 1-252 0,4 2-188 16,-8 4 112-16,0 3-4 0,0 4 64 0,-4 0-36 16,-4-2-56-16,-4 2-92 0,-4-1-40 15,-3 0-28-15,-6 0-92 0,1-3-64 16,-4-2-220-16,1 1-492 0,-9-1-264 0,-5 2-292 15,2-5-716-15,3 0-2285 0,-19 2-2671 16</inkml:trace>
  <inkml:trace contextRef="#ctx0" brushRef="#br0" timeOffset="204905.202">8729 12849 520 0,'0'0'10364'0,"0"0"-8655"16,0 0-945-16,80-6-12 0,-48 6 196 0,3 0-128 16,1-4-168-16,1 4-252 0,-5 0-136 0,-1 0-104 15,1 0 76-15,-4 0-112 0,-9 0 12 16,2 0-64-16,-6 4-12 15,-6-1-60-15,-1 7 0 0,-8 2 60 16,0 7 128-16,-4 10-4 0,-9 2-184 16,-2 5-136-16,-6 2 48 0,-3-1 4 15,-3 5-4-15,-1-3-108 0,0-2 44 0,-3 1 152 16,-1-3 16-16,4 0 132 16,0-7 0-16,0 1-36 0,4-4-4 0,8-2 4 15,0-7-48-15,8 0-16 0,8-7-48 0,0 1-96 16,0-1 36-16,12 4 60 15,4 0 12-15,3-4 184 0,9 0-108 0,-4 1-16 16,4-7-72-16,0 3-4 0,0-6 0 16,-3 0-56-16,3-3 48 0,-5-6-76 15,5-7-268-15,0 0-560 0,-4-6 68 16,0-1-552-16,-5 2-1324 0,1-9-4273 0</inkml:trace>
  <inkml:trace contextRef="#ctx0" brushRef="#br0" timeOffset="205138.172">9271 12900 4548 0,'0'0'7437'0,"0"0"-6373"16,0 0-708-16,0 0 140 0,-28 76 556 16,20-48 496-16,-4-2-352 0,0 6-480 0,-3-4-360 15,-2 7-172-15,-3 0-124 0,1 7-60 16,-2-1-100-16,1 0-36 0,1 0-72 15,-5 0-64-15,4 1-72 0,-4-4-352 16,8-7-100-16,-4 1-72 0,4-9-284 0,5-8-400 16,2-4-977-1,5-9-2303-15,4-2 352 0</inkml:trace>
  <inkml:trace contextRef="#ctx0" brushRef="#br0" timeOffset="205838.734">9443 13395 5028 0,'0'0'1160'16,"0"0"1956"-16,0 0-2988 0,0 0-64 0,0 0 376 15,0 0 388-15,0 0 305 16,-80-29-97-16,68 27-336 0,3 2-64 0,2 0 24 0,-1 0-132 16,0 2 88-16,-1 4-188 15,2 1-128-15,-1 5-76 0,4 2-112 16,0 8 12-16,0 0 12 0,0 4 12 0,4-1-60 15,0 3-4-15,0-5-84 0,0-2-8 16,4-4-116 0,0-4 12-16,4-7-24 0,-4 0-76 0,4-6 200 0,-1 0 12 15,6-6 0-15,-2-7-24 16,2-3-216-16,2-10-196 0,-2 1 8 0,2-3-24 16,-7 3 148-16,5 5 168 0,-9 8 48 15,3 5-64-15,1 4-128 0,-4 3 280 0,1 13 404 16,-1 3 276-16,-1 9-176 15,1 4-164-15,0 8 36 0,-4 1-52 16,0 4 20-16,0 2 28 0,0 1 124 16,-4-1 84-16,0 1-92 0,-3-1-108 0,-2 4-120 15,5-7-128-15,-4-2-132 0,5-4-4 16,-1-10-144-16,4-3-72 16,0-10 0-16,0-5-12 0,0-4-100 0,0-3-420 15,0-13-288-15,0-6-324 0,0-9-488 16,4-8-2173-16,-1 9-3183 0,-3-25 4392 15</inkml:trace>
  <inkml:trace contextRef="#ctx0" brushRef="#br0" timeOffset="206031.843">9666 13360 6536 0,'0'0'6629'0,"0"0"-5665"0,0 0-344 16,0 0 316-16,0 0 304 0,0 0-100 15,79 9-372-15,-67-6-388 16,0-3-236-16,4 0-144 0,-4 0-12 16,-1 0-212-16,2 0-292 0,-2-3-200 15,-2 0-340-15,-1 3-588 0,-8 0-1500 0,0 6-3077 16,0 11 593-16</inkml:trace>
  <inkml:trace contextRef="#ctx0" brushRef="#br0" timeOffset="206355.167">9641 13709 220 0,'0'0'1672'0,"0"0"3616"0,0 0-3924 0,0 0-472 0,0 0-152 15,0 0 537-15,0 0-97 0,25-76-316 16,-14 59-212-16,-3 3-172 0,1 3-64 16,-2 3-12-16,1-3 24 0,-4 5 52 0,5 0-44 15,-2 4-124-15,1-3-76 0,0 5-12 16,0 0 24-16,0-2-52 0,0 2-96 15,0 0-88-15,4 0 124 0,-4 0-64 0,0 0-72 16,0 0-4-16,4-4-44 0,-5 4 0 16,2 0 36-16,-1 0-52 0,0 0 28 15,3 4 36-15,-2 3 124 0,-1-1-64 16,-1 2 16-16,1 6-76 0,1-2-44 16,-2 1-4-16,1-1-88 0,1-5-172 0,-5-1 20 15,3-6 16-15,1 0-212 16,0 0-332-16,1 0-104 0,-2-6-268 0,1-1-936 15,-4 0-3281-15,0 2-79 16</inkml:trace>
  <inkml:trace contextRef="#ctx0" brushRef="#br0" timeOffset="206989.221">9630 13364 520 0,'0'0'6356'0,"0"0"-4008"0,0 0-1376 16,0 0-31-16,0 0 523 0,0 0-240 0,0 0-360 15,0 0-172-15,0 0-128 16,0 0-132-16,75-52-172 0,-67 52-48 0,1 0 12 15,2 0-60-15,1 0-64 0,0 4-88 0,0 2 88 16,4 0 36-16,-4 5 0 0,4-3-12 16,0 5 24-16,-4-1 0 15,0 5 24-15,-1-4-72 0,2-1 36 0,-5 1-64 16,-1 0-64-16,1-4-8 16,1-3-12-16,-2 1-48 0,5-4 12 0,1 0 48 15,-2-3 88-15,9 0-36 0,0 0 12 16,0-6-64-16,0-4-296 0,-4 4-200 15,4-4-272-15,-5 4-168 0,-2-1-288 16,-5 5-1124-16,-1 2-2685 0,-3-5-2578 16</inkml:trace>
  <inkml:trace contextRef="#ctx0" brushRef="#br0" timeOffset="207354.425">9574 13662 4652 0,'0'0'6104'0,"0"0"-3743"15,0 0-1177-15,0 0-188 0,0 0 212 0,0 0 196 16,0 0-156-16,0 0-500 0,0 0-348 15,0 0-128-15,0 0-104 16,0 0 40-16,32-4 132 0,-12 4 233 16,-5-3-149-16,10 0-144 0,-1 0-76 15,-1 0-80-15,5 3 8 0,0 0-12 0,0 0-108 16,4 0 84-16,3 3-32 0,-3 0-64 16,0 0-60-16,-4 4-12 0,0-4 0 0,0 0-36 15,-4 0-100-15,0 0-116 16,-4-3-112-16,-4 3-173 0,3-3-27 0,-2 0-84 0,-6 4-112 15,2-1-596 1,-2 7-988-16,-3-5-2677 0,-8 8-3827 16</inkml:trace>
  <inkml:trace contextRef="#ctx0" brushRef="#br0" timeOffset="208605.903">17738 17637 5520 0,'0'0'312'0,"0"0"4877"0,0 0-3365 16,0 0-780-16,0 0 72 0,0 0 52 15,0 0-68-15,4-79-320 0,7 50-248 16,6-2-188-16,3-2-120 0,-5 2-28 0,6 2-64 16,3 4-20-16,-1 6 0 0,1 0-28 15,4 8-84-15,-4 3 0 16,0 4-48-16,-5 4 48 0,6 0 72 0,-5 7-72 0,3 9 12 15,-7 3-8 1,5 3 8-16,-2 3 132 0,-3 4-140 16,-4-4-8-16,4 0-8 0,0-6-76 0,-4 1 88 15,4-8-40-15,0-5 40 0,0-1 112 16,4-3 20-16,-1-3-56 0,1 0-4 0,1-6 28 16,-2 0-64-16,-3 0-36 0,-4-1-172 15,4-3-172-15,-4 3-84 16,-4-1-148-16,-4 2-324 15,0 6-468-15,-4 0-940 0,0 0-2073 0,-4 0-2371 0</inkml:trace>
  <inkml:trace contextRef="#ctx0" brushRef="#br0" timeOffset="208821.928">17742 17917 836 0,'0'0'7536'0,"0"0"-4691"0,0 0-1065 16,0 0-736-16,0 0-44 15,0 0-32-15,0 0 208 0,0 0-220 16,103 0-156-16,-63-7-12 16,4 1-228-16,0 0-48 0,3-1-156 15,-2 0-144-15,-2-2-212 0,5-1-60 0,4 1-84 16,4 0-160-16,0-1-248 0,3 0 16 0,1 1-520 16,0 3-380-16,-5-4-984 15,-14 7-2237-15,6 3-2467 0</inkml:trace>
  <inkml:trace contextRef="#ctx0" brushRef="#br0" timeOffset="209588.234">14422 17412 1500 0,'0'0'836'0,"0"0"4772"0,0 0-3368 15,0 0-655-15,0 0-217 0,0 0-136 16,0 0-168-16,0 0-300 0,0 0-308 16,0 0 252-16,0 0 96 0,92-13-260 15,-44 13-100-15,-4 0-224 0,0 3-24 0,-4 0-88 16,-1 0-40-16,-7 1-68 0,-8-1 0 15,-4-1-76-15,-8 2-44 0,1-4 8 16,-10 3-96-16,-3 0-236 16,0 4-184-16,0 2 408 0,-12 7 80 15,-4 6-156-15,-4 3-88 0,-8 5 148 0,0 1 232 0,-4 4 0 16,-3 0-68-16,-1 0 20 16,-4-1 52-16,9-4 88 0,-6-2 112 15,5-3-12-15,4-6 8 0,5 0-72 16,-1-6 112-16,12 1-48 0,4-9 8 15,0-2 64-15,8 0-112 0,0 0-148 0,8-3 0 16,4 7 0 0,11-1 444-16,5 4 144 0,9 0-244 15,2 1 84-15,5-4 120 0,-4 3-112 0,0-1-168 0,-4-2-120 16,-1-4-15-16,-3 3-133 0,-4-2-60 16,-4-1-49-16,0 0-87 0,-4-3-12 0,0 0-44 15,-5-6-212-15,2-1-12 16,-2-2-200-16,-2-4-220 0,-5-4-576 0,-1 3-1196 15,2 0-2205-15,-5-8-2459 0</inkml:trace>
  <inkml:trace contextRef="#ctx0" brushRef="#br0" timeOffset="209817.268">15004 17494 1488 0,'0'0'1316'0,"0"0"4624"0,0 0-3731 15,0 0-145-15,0 0-156 0,0 0-560 0,0 0-576 0,0 0-324 16,-63 89-64-16,42-60 24 0,-2-1-48 16,-1 4-180-16,0-3-180 15,-4 1-136-15,4 0-36 0,1 1 12 16,-2-2-40-16,-2-1-120 0,6 2-276 0,2-8-128 16,3 0-192-16,4-7-284 0,4 1-568 15,3-6-961-15,2-1-2167 0,3-2 92 16</inkml:trace>
  <inkml:trace contextRef="#ctx0" brushRef="#br0" timeOffset="210059.357">15068 17891 6340 0,'0'0'2468'16,"0"0"501"-16,0 0-1357 15,4 67-164-15,-4-33 176 0,0 8-320 0,-4 5-252 0,0 8-440 16,-4 1-244-16,4 6-124 0,1-3-36 16,-1 1-208-16,-1 4-36 0,1-3-124 15,0-8-12-15,4-2 28 0,-4-9-16 16,4-13-160-16,0-8-48 0,0-9-160 0,0-5-364 16,0-7-636-16,0 0-808 0,0-10-2121 15,0-2-1479-15</inkml:trace>
  <inkml:trace contextRef="#ctx0" brushRef="#br0" timeOffset="210290.208">14996 18131 496 0,'0'0'1916'15,"0"0"3616"-15,0 0-3088 0,21-72-947 16,-14 56-217-16,5 3 28 0,-3 4-136 0,2 0-240 16,1 2-224-16,0 4-112 0,0 3-112 0,4 0-92 15,-4 0-120-15,-4 0-64 0,4 6-84 16,-4 7-76-1,0 0-40-15,-4 2 116 0,3 8-124 0,-7-4-4 0,0 2 0 16,0 3 4-16,0-2-112 16,-4 0-24-16,-3-3-84 0,-1 0-112 0,-5 0-172 15,2-2-204-15,-1-3-100 0,0 2-148 16,0-2-380-16,-4-6-572 0,0 3-1173 16,9-9-2347-16</inkml:trace>
  <inkml:trace contextRef="#ctx0" brushRef="#br0" timeOffset="210879.128">15638 17529 860 0,'0'0'6768'0,"0"0"-4320"0,0 0-799 16,64 73-189-16,-40-41 52 16,4 2-104-16,-1 2-268 0,-3 2-260 15,0-3-336-15,4-4-224 0,-8 1-160 0,4-4-160 16,-4-5-28-16,0-2-168 0,-1-2-24 0,2-5-76 15,-6-8-36-15,2-3-400 0,-6-3-152 16,2-12-440-16,-2-4-820 16,-3-4-2473-16,-4 5-3223 0,1-14 7656 15</inkml:trace>
  <inkml:trace contextRef="#ctx0" brushRef="#br0" timeOffset="211067.323">15996 17512 364 0,'0'0'10981'0,"0"0"-9417"16,0 0-992-16,-51 83 40 0,35-48 512 16,-9 7 272-16,6-4-488 0,-5 3-472 15,4 0-228-15,0 1-108 0,0-4-100 16,5-4-40-16,2 2-160 0,-2-5-72 16,2-5-284-16,6-1-308 0,3-9-280 15,0 0-516-15,0-10-1045 0,4-2-2955 0</inkml:trace>
  <inkml:trace contextRef="#ctx0" brushRef="#br0" timeOffset="211488.658">16347 17354 6064 0,'0'0'7221'16,"0"0"-6165"-1,0 0-764-15,0 0 60 0,0 0 328 16,92 48 588-16,-73-38-484 0,2-5-388 0,3 2-188 16,-5-1-72-16,1 1 36 0,4-4-120 15,-8 0-48-15,0 1-4 16,0-2-112-16,-8 3 64 0,0-3-40 0,-4 4 28 0,-4 7 8 16,0 6 104-16,-8 6-40 15,-4 4 48-15,-8 3-8 0,0 2-40 0,-4-1 0 16,1 1 60-16,-1-3-64 0,-4 5 16 15,0-4-24-15,4 0 0 16,4-1 4-16,0-2-4 0,4 0 16 16,8-4-8-16,0 0-4 0,8 1 80 0,0-4 52 15,0-3 12-15,8 3 0 0,4-3-16 0,4-3 56 16,4 0 56-16,4-3 36 16,3 0-48-16,1-4-36 0,4-6-72 15,-4-3-124-15,4 0-108 0,0-10-260 0,0-3 16 16,-4-6-16-16,0-2-160 0,-4-2-360 0,-4-2-556 15,-1-4-1296 1,-6 10-2785-16,-2-13-2726 0</inkml:trace>
  <inkml:trace contextRef="#ctx0" brushRef="#br0" timeOffset="211680.77">16797 17558 64 0,'0'0'11541'0,"0"0"-9889"0,0 0-900 0,0 0 32 15,0 0 300 1,-92 82 256-16,73-57-376 0,-1 1-480 0,-1 2-216 16,2 4-200-16,-1 3-68 0,1 0-112 15,-2 0 12-15,1 0-60 0,5 3-96 16,-6-3-176-16,6 0-188 0,-1-4-128 16,4 1-360-16,3-3-752 0,2-3-949 0,7-5-1967 15,-4-5-492-15,4 3 5060 0</inkml:trace>
  <inkml:trace contextRef="#ctx0" brushRef="#br0" timeOffset="212089.535">16976 17881 12329 0,'0'0'2480'0,"0"0"-1308"0,0 0-84 15,0 0-268-15,0 0-64 0,-51 73-96 16,39-44-276-16,0 6-176 16,0 3-16-16,4 0-8 0,4-1 12 0,0-1-184 15,4-8-12-15,0-9-48 0,0-6-36 16,0-7-28-16,4-6-132 0,8 0-76 16,0-6 52-16,0-9 84 0,8-8-184 0,-5-5-152 15,2-7-24-15,-2 0 12 16,2 0-4-16,-6 6 176 0,2 7 16 0,-2 3 224 15,-7 10 120-15,0 2 124 16,0 7 280-16,1 0 184 0,-5 3 32 16,4 10 24-16,0 6-248 0,-1 6-212 15,1 4 12-15,4 3-84 0,1 6 20 0,-2 3-68 16,1 3-56-16,5 8 0 0,-2 1-8 16,-3 5-60-16,0-2-100 0,0 5-12 15,-4-4-236-15,0-3-208 0,-4 0-104 16,8-3-320-16,-4 0-708 0,-4-4-1124 15,3-11-3469-15,-3 7 1102 0</inkml:trace>
  <inkml:trace contextRef="#ctx0" brushRef="#br0" timeOffset="-211606.122">12562 17548 7036 0,'0'0'2776'0,"0"0"-1575"15,0 0-389-15,0 0-340 0,0 0 308 0,0 0 368 16,0 0-240-16,0 0-204 0,0 0-516 16,0 0-36-16,0 0 252 0,0 0 96 0,0 0-116 15,84-54-176-15,-56 35-120 0,4-2 12 16,4 1 24-16,-1 1-52 15,-3-1-72-15,4 5-4 0,-4-1-92 0,3 0 96 16,-7 3-8-16,0 4-32 0,-4 2-20 16,1 5 60-16,-6 2 44 15,-3 6-40-15,0 6 4 0,0 7 68 0,-4 3-28 16,0 7 28-16,-4 0-76 0,0-4 8 16,-1 0-4-16,2-3-8 15,-5-5-8-15,8-9 12 0,-5 3-4 0,2-8 4 0,6 0 0 16,2-3 160-16,2 0-100 0,1-6 40 15,4 0-100-15,-4-4-4 16,4 3-44-16,-4-2-152 0,-1 3-256 16,-2 0-116-16,-6-1-76 0,-2 3-156 0,-1 4-448 15,-4 0-644-15,-4 0-897 0,0 4-1875 0</inkml:trace>
  <inkml:trace contextRef="#ctx0" brushRef="#br0" timeOffset="-211392.386">12753 17929 484 0,'0'0'260'15,"0"0"7020"-15,0 0-6308 0,0 0 296 16,0 0 793-16,0 0-237 0,84-3-360 0,-52 3-324 16,8-3-268-16,-5 3-252 0,10-4-176 0,-6-3-160 15,5 5-164-15,-4-4-120 16,0 0-96-16,-1-1-176 15,-2 0-332-15,-1-2-340 0,-1 2-308 0,-3-2-676 16,0 4-1056-16,-12 0-2661 0</inkml:trace>
  <inkml:trace contextRef="#ctx0" brushRef="#br0" timeOffset="-210727.144">10761 17681 3344 0,'0'0'1096'0,"0"0"4148"15,0 0-3607 1,91-2-405-16,-54 2 32 0,-1 0-212 0,-1 2-160 16,1 1-272-16,-4 0-232 0,0 1-104 15,-4-1-108-15,0 1-68 0,-8-1-108 0,-5 0 0 16,-7-3 12-16,-4 2-12 0,1 2-8 16,-5 5 8-16,0 3 12 0,-13 8 60 15,2 2-72-15,-6 7-172 0,-6 3 172 0,-1-1-4 16,-4 2 0-16,-4 0 4 0,0 0 0 15,-3-2 4-15,3 1-4 16,-5 0 112-16,5-4 24 0,1-3-48 0,3-6 24 16,4 1 36-16,4-4-24 0,0-6 12 15,12-4 12-15,4-3 84 0,0 0-96 16,4-3-136-16,4 3-256 0,13 4 256 16,2-1 184-16,9 1 148 0,4 2-112 15,4 1-12-15,-1-4-84 0,2 0 24 0,-5 0-64 16,0-1-84-16,-1-5-68 15,-3 2-16-15,-1-2 76 0,1 0-4 0,0-7-148 16,-4-2-344-16,1-4-224 16,-1 0-252-16,-5-2-288 0,1-4-624 0,-4 0-1024 15,-4 3-2989-15</inkml:trace>
  <inkml:trace contextRef="#ctx0" brushRef="#br0" timeOffset="-210500.086">11303 17830 1708 0,'0'0'172'0,"0"0"8440"0,0 0-7235 0,0 0-429 0,0 0 492 15,-48 74 136-15,32-49-272 16,-4 4-596-16,1-1-376 0,-5 4-132 16,-1 4-52-16,1-6-148 0,1 5 0 0,-1-6-148 15,0 3-112-15,0-4-124 0,0-3-148 16,4-2-204-16,0 0-120 0,5-4-624 15,-2-4-432-15,6 1-909 0,7-7-2323 16,-1 1 1056-16,1-3 4036 0</inkml:trace>
  <inkml:trace contextRef="#ctx0" brushRef="#br0" timeOffset="-210159.32">11391 18161 768 0,'0'0'1072'0,"0"0"-980"0,0 0-16 0,0 0 60 16,0 0-136-16,0 0 0 0,0 0-52 16,0 0 52-16,0 0 92 0,0 0-16 15,0 0 108-15,4 66-68 0,-4-56 2988 16,-4 0-920-16,4 2-668 0,-4 4-316 15,0 0-27-15,4-1-33 0,-5 5-68 16,5 2-236-16,0 0-132 0,0 3-164 16,0 4-20-16,0 3-12 0,0-1 52 15,0 5-64-15,0-1-236 0,0 3-200 0,0-3-60 16,0 0-172-16,5-7-28 0,-5-5-56 16,0-11-80-16,4-3-136 0,-4-9-432 0,4 0-188 15,0 0-584-15,-4-9-180 16,7-10-2069-16,-7 0-1683 0,4 1 4980 15,-4-22-220-15</inkml:trace>
  <inkml:trace contextRef="#ctx0" brushRef="#br0" timeOffset="-209908.124">11406 18281 1592 0,'0'0'872'0,"0"0"3536"16,0 0-2136-16,0 0-1084 0,0 0 77 0,0 0-37 15,0 0-268-15,0 0-48 0,0 0-132 0,0 0-152 16,84 0-124-16,-76 6-68 15,1-2-124-15,-2 3-164 0,-3 1-12 0,0 3-84 16,-4 1 8-16,0 1 16 0,0 3 24 16,0-4-92-16,-4 4-8 0,-7 0-16 0,2-6-92 15,1-1-180-15,0 1 188 0,-4-4-208 16,4 1-192-16,0-4 72 0,1-1-136 16,-2-2-80-1,5 0-292-15,0 0-644 0,4 0-517 0,0-2-2199 0,4-5-844 16,5 0 4604-16</inkml:trace>
  <inkml:trace contextRef="#ctx0" brushRef="#br0" timeOffset="-209534.005">11793 18148 2948 0,'0'0'260'0,"0"0"40"0,0 0 5556 16,0 0-3547-16,0 0-337 0,0 0-264 0,0 0-328 0,0 0-248 0,0 0-304 15,0 0-300 1,-28 10-172-16,20 2-184 0,1 1-172 15,-2 6-48-15,1 3-64 0,8 1-48 16,-4-2-24-16,4 2 24 16,0-1-24-16,4-4 0 0,0-1-148 0,4-7-100 15,1-7-92-15,-2 0-132 0,1-3-76 0,5-3-160 16,-2-7-272-16,-3-5 184 0,4-2 228 16,-4-1 200-16,0 1 76 0,-4 1 268 0,0 4 208 15,-1 5 152-15,-3 5 16 0,0 2 24 16,0 0 528-16,0 0 172 0,0 7-164 0,0 1-68 15,0 5-472-15,0-1 164 0,0 7 92 16,0 4 20-16,0 3 40 16,0-1 80-16,0 7 0 0,0 0 72 15,5 3 12-15,-1 3-276 0,-4 3-232 16,0 0-160-16,4 4-80 0,-4-2-104 16,0 1-36-16,0-2-124 15,4-3-324-15,0-4-160 0,0-7-312 0,4-5-868 16,-4-8-816-16,0-5-2881 0,4-4 1109 0</inkml:trace>
  <inkml:trace contextRef="#ctx0" brushRef="#br1" timeOffset="-204359.359">19140 4867 10576 0,'0'0'5337'0,"0"0"-4521"0,0 0-816 16,0 0-112-16,0 0-172 0,0 0 284 16,0 0 676-16,0 0 56 0,0 94-188 15,0-45-112-15,4 2-28 0,-4 5-48 0,4 8-84 16,-4 6-52-16,0 7-124 0,0 8-96 15,0 11-84-15,0 5 24 0,0 11 4 16,0 11 56-16,0 7 112 0,-4 10 48 16,4 9 484-16,0 6-132 15,4 1-220-15,4 0-280 0,4-3 84 0,8-5-88 16,-4 2 88-16,0-8-96 0,4-2-84 16,-5-7-52-16,2-8-180 0,-6-9 72 0,2-7 36 15,-1-11 64-15,-1-12-4 0,2-13 40 16,2-16-100-16,-2-12 48 0,-6-13-48 15,1-17-96-15,0-12-236 0,-3-6-584 0,-2-16 256 16,1-14 0-16,-4-11-880 0,0-6-332 16,-4-14-909-1,-4 17-1971-15,-8-36 724 0</inkml:trace>
  <inkml:trace contextRef="#ctx0" brushRef="#br1" timeOffset="-203144.551">19199 4651 4972 0,'0'0'7641'15,"0"0"-6061"-15,0 0-720 0,0 0-656 0,0 0 72 16,0 0 416-16,0 0 256 16,0 0-228-16,0 0-264 0,0 0-232 15,0 0-176-15,45 26-48 16,-30-24-52-16,9-2 44 0,4 0 4 0,4 0-72 16,4-6 28-16,4-3 0 0,0 2 48 0,7-2 8 15,2-1 4-15,3 4-8 0,3 3 0 16,1 0 92-16,7 3-24 0,1 0 4 15,0 3-4-15,8 3 4 0,3-3 44 16,2 1-8-16,2-1 0 16,8-3-100-16,-3 0-12 0,8-3 0 15,0-1-8-15,3-5 0 0,1 3-80 0,3-1 40 16,0 1-4-16,6 3 8 0,-2-1 44 16,1 4 48-16,-1 0-36 0,1 0 0 15,4 4-12-15,-1-1 0 0,1 3 0 0,-1-3 84 16,5 1 4-16,4-4-16 0,-2 3-64 15,2-3-4-15,4 0 4 16,0-3 0-16,3-4-8 0,4-2-8 16,-3-1-88-16,3 1 44 0,1-4 40 15,-1 4 8-15,5-1 4 0,-4-4-8 16,-1 6 4-16,0 2 4 0,1-5-4 0,-5 5-80 0,5-3-116 16,-5 3 40-16,2-4 76 15,2 3-16-15,-4 1 52 0,5-3-4 16,3 2 4-16,-4 1 40 0,5-3-152 0,0-4 160 15,3 3-64-15,-4-2-20 0,1-4 76 16,3 3 4-16,0-4 4 16,5 2 12-16,-5 3 0 0,5-5-4 0,-1 2 52 15,-3 2-60-15,-1 1-48 0,5-1 4 0,-5 3 44 16,5 1 12-16,3-1 0 16,1-2 0-16,3 2 0 0,-4 0 32 15,5-2-44-15,-1-1-96 0,-3 1-28 0,8-1 12 0,-6 0 36 16,2-3 68-16,4 4-4 15,-1-5 12-15,0 1 0 0,-3 4-104 0,4-1 100 16,-1 1 4-16,0-1 4 0,-4 0 72 16,5 4-28-16,-1-2-44 15,-3 6 48-15,-1-4-52 0,5-2-144 16,-2 3 44-16,2-2-12 0,3-3 100 0,2 3-40 16,2-3 52-16,0 5 0 0,-4-6 0 15,5 3-84-15,-1 0 32 0,0-2 48 16,1 1 4-16,-5-4 0 0,1 3 12 0,-5 1 40 15,1-1-52-15,-2-4 0 0,-2 5-64 16,-4-1 64-16,-1 1 48 16,-35-1-44-16,-37 0 4 0,-34 4-8 15,-33-4 60-15,-4 3-48 0,0 1-12 16,0 0 0-16,0-1-48 0,0 1 40 0,0-1-44 16,0 4 52-16,0 0-84 0,0-1 80 15,0 1-112-15,0-1 112 0,0 0-68 16,0 5-40-16,0-4-128 0,0 2-136 0,0 2-480 15,0 2-204-15,0 0-748 0,0 0-2337 16,0 6-3835-16</inkml:trace>
  <inkml:trace contextRef="#ctx0" brushRef="#br1" timeOffset="-200945.226">20734 5509 4700 0,'0'0'6673'0,"0"0"-5477"0,0 0-204 15,0 0 276-15,0 0-96 0,0 0 68 16,0 0-64-16,0 0-120 0,0 0-332 0,0 0-272 15,-32-39-172-15,36 36-136 0,12-3-8 16,3-4 108-16,14-3 60 0,3 1 133 0,7 2-169 16,-3 4-184-16,8 3-72 0,-5-1 72 15,2 4-24-15,-2 0-56 16,2 0-4-16,-2 7-64 0,-3-1 56 16,0 4-68-16,-4-1 64 0,-4 1-112 0,-4-1 4 15,-4 4-12-15,-1-1-16 0,-7 1 64 16,-4 0 12-16,-3 3-13 0,-2-1 17 15,-3 2 64-15,-4 2-68 0,0 7-84 0,-4-1 20 16,-8 0 52 0,-7 7-160-16,-2-3 136 0,-7 5 96 0,-4 1-36 15,-7 0-28-15,-1 3 64 0,-4 0 12 16,-8 1 0-16,1-1-8 0,-1 0-64 16,-4 0 72-16,5 0 28 0,-2-3-28 0,5-3-60 15,1-1 60-15,2-2-12 16,10-4-36-16,-1 0 48 0,4 2-12 0,8-8 8 15,0 0 4-15,9-7 12 0,3-3 32 16,7-2-44-16,1-4-4 0,0 0 0 0,4-3-8 16,0 0-100-16,4 0 28 15,5 0 84-15,6 3 232 0,10 4 180 16,3-4-108-16,7 3-108 0,5 0-12 0,-1-6-51 16,2 4-13-16,2-1 4 0,2-3-64 15,-2 3-60-15,0-3-44 0,2 3 44 16,-2-3 0-16,2 0 0 0,-2 0-60 15,-3 0 48-15,0 0-64 16,-8 0-32-16,0 0 11 0,-4 0 25 0,-9 0-64 16,1 0-44-16,-8 0 32 0,1 0-96 15,-10 0 24-15,5 0-132 0,-4 0-136 16,0 0-112-16,-4 0-300 0,0 0-412 0,0 0-468 16,0-6-352-16,0-1-1117 0,0-2-2591 15</inkml:trace>
  <inkml:trace contextRef="#ctx0" brushRef="#br1" timeOffset="-200532.563">21594 5736 4560 0,'0'0'3240'0,"0"0"-752"16,0 0-1083-16,0 0-509 0,0 0 112 0,0 0 236 0,0 0-452 15,0 0-304-15,0 0-96 16,-75 68-68-16,51-40-36 0,-4 4-40 0,-4 7-60 0,0-2-16 15,-7 4-12-15,3 4-48 16,-8-1-100-16,0 1-4 16,0-1 92-16,0 1-92 0,0-7-8 0,4 0 0 15,5-9-48-15,3-4-28 0,4-3-24 16,4-3-12-16,5-6-72 0,2-1-28 16,6-5-24-16,2-1-24 0,5-2 24 0,4-4-216 15,0 0-268-15,0 0-224 0,0 0-492 16,9 0-180-16,-2 0-433 0,5 0-911 15,1-4-2684-15</inkml:trace>
  <inkml:trace contextRef="#ctx0" brushRef="#br1" timeOffset="-199928.419">21690 6248 6352 0,'0'0'6573'15,"0"0"-5313"-15,0 0-1020 0,0 0-164 16,0 0 28-16,0 0 448 0,0 0 648 0,0 0-132 16,0 0-484-16,16 86-188 0,-16-57-112 15,0 5 12-15,0 1-88 0,0 0-36 0,-7 3-64 16,-2 0-92-16,1-6-16 0,4 0-12 15,-3-4-108 1,7-9 8-16,-4-6 108 0,4-3-92 0,0-7-28 16,0-3 48-16,0 0 64 0,0 0-96 15,4-10-52-15,7-6 160 0,1-3-4 16,4-9 4-16,-1-4-52 0,6-2-32 16,-5 2 72-16,-4 7 4 0,4 0 4 0,-4 5-8 0,3 3 4 15,-6 8-36-15,-1 3 44 16,3-1 136-16,-7 7 12 0,1-3-24 15,-5 3-64-15,4 0 16 0,3 0 8 0,1 7 260 0,-4-1-36 16,5 3-76-16,-2 7-36 16,-3 8-88-16,0-3-44 15,-4 4-64-15,0 4 0 0,0 0-100 0,0-4-108 16,0-3-84-16,0 0-128 16,4-2-68-16,-4-2-240 0,4-4-216 15,-4-6-348-15,5-1-868 0,-1-1-2173 16,-1-6-3091-16</inkml:trace>
  <inkml:trace contextRef="#ctx0" brushRef="#br1" timeOffset="-199285.249">22200 6591 4892 0,'0'0'5500'15,"0"0"-4055"-15,0 0-765 0,0 0-360 16,0 0 188-16,0 0 460 0,0 0 192 16,4 79-288-16,-4-53-376 15,4 2-172-15,-4 1-64 0,0 0-24 16,0-1 52-16,0-3-44 0,0 4-68 0,0-1-176 0,0-3-12 16,-4 1-64-16,4-3-72 0,0-4-36 15,0-4-128-15,0-5-320 0,0-7-144 16,8-3-332-16,4 0-564 0,0-9-312 0,8-17-2365 15</inkml:trace>
  <inkml:trace contextRef="#ctx0" brushRef="#br1" timeOffset="-198947.149">22734 5909 4924 0,'0'0'8981'0,"0"0"-7477"15,0 0-1200 1,0 0-204-16,0 0 416 0,0 0 952 15,0 0-12-15,80 72-500 0,-52-40-360 0,4 6-276 0,0 3-52 16,-4 1-112-16,3-1 28 0,-3 0-148 16,-5 0-36-16,2-6-100 0,-1-5-56 0,0-2-136 15,-5-6-268-15,-2-3-368 0,3-6-168 16,-5-4-500-16,2-9-1324 16,-6 0-2173-16,-3-9-2563 15</inkml:trace>
  <inkml:trace contextRef="#ctx0" brushRef="#br1" timeOffset="-198742.979">23220 5864 8944 0,'0'0'4681'16,"0"0"-4069"-16,0 0-372 0,0 0 164 0,-84 86 428 16,56-55 508-16,0 10-148 0,-4 1-320 0,-3 3-368 15,3-1-260-15,0 0-164 0,0 4-80 16,-4-4-208-16,8-2-76 0,0-4-120 15,4-7-124-15,5-5-204 0,6-10-412 0,6-6-500 16,3-8-632 0,0-2-813-16,4-19-3283 0</inkml:trace>
  <inkml:trace contextRef="#ctx0" brushRef="#br1" timeOffset="-198342.898">23626 5686 13125 0,'0'0'1968'0,"0"0"-964"0,0 0-100 0,0 0-48 15,84 19-80-15,-63-15-24 0,-2-2 44 16,9 2-308-16,0-2-220 0,7 3-184 16,1-5-84-16,-4 0-8 0,5 2 0 0,-2-2-76 15,-3 4-40-15,-4 2-20 0,0 0-28 16,-12 4 64-16,0 3 44 0,-8 2-80 15,-4 7 136-15,-4 7 8 0,-8 6 4 0,-5 4-4 16,-6-2-12-16,-5 4-28 0,-4 4 40 16,0-1 4-16,-4-3-4 15,4 4 0-15,0-4-12 0,0-3 0 0,5-3 4 16,3-7 4-16,3 2 0 16,6-5-4-16,3-3-52 0,8-3 56 0,0 4 4 15,0-5 172-15,12 6 48 0,4-6 48 16,3 1-12-16,2-4-36 0,7-2 84 15,3-1-36-15,5-1-63 0,0-8-33 0,3 0-172 16,2-3-96-16,-2-3-109 0,-3-6-147 16,5-1-160-16,-9-4-244 15,-1 0-212-15,-4-3-240 0,-6 1-728 16,-1 5-1188-16,-9-13-3345 0</inkml:trace>
  <inkml:trace contextRef="#ctx0" brushRef="#br1" timeOffset="-198089.231">24416 5884 8432 0,'0'0'6437'0,"0"0"-5617"0,0 0-608 16,0 0 104-16,-81 52 248 0,53-29 528 15,-3 6-44-15,-5 3-348 0,0 5-320 0,-3 4-244 16,-2 4-136-16,-2 6-8 15,3 0-68-15,-4 2 4 0,0 2-76 16,4-4-180-16,4-3-16 0,4-8-136 16,4-1-28-16,13-11-208 0,2-6-380 0,6-9-520 15,3-3-596-15,4-7-2109 16,0-3-2303-16</inkml:trace>
  <inkml:trace contextRef="#ctx0" brushRef="#br1" timeOffset="-197485.926">24500 6334 9880 0,'0'0'4445'15,"0"0"-3889"-15,0 0-556 0,0 0 452 0,0 0 304 16,0 0 296 0,0 0 0-16,0 0-460 0,0 0 36 15,0 0-200-15,47 73-96 0,-43-41-76 0,-4-4 0 16,0 4-24-16,0-7-24 0,0 1-88 16,0-4-60-16,0-6-60 0,0-4-12 0,0-2-108 15,4-7-28-15,-4-3-20 16,3 0-164-16,2 0-132 0,7-9 160 0,-1-4 256 15,6-3 8-15,-2-3-204 0,-2-3-24 16,2-1 32-16,-2 1 152 0,-2 3 8 16,1 3 4-16,0 1 72 0,-4 2 4 15,0 4 0-15,4-1-4 0,-8 7 72 0,0-1 52 16,0 1 36-16,0 3 0 0,-4 0 24 16,4 0 24-16,1 0 0 0,2 7 0 0,1 2 256 15,0 7-232 1,0 0-96-16,0 3-40 0,0 3 24 0,-4 1-48 0,0-1-72 15,-1 3-112-15,-3 0-20 0,5-2-332 16,-5 2-124-16,4-6-184 16,0 0-300-16,0-2-668 0,3-5-1412 15,-3-5-3465-15</inkml:trace>
  <inkml:trace contextRef="#ctx0" brushRef="#br1" timeOffset="-196663.492">25052 6731 236 0,'0'0'8976'0,"0"0"-8032"0,0 0-936 16,77-9 116-16,-57 9-116 0,-5 0 384 15,-7 0 265-15,1 2-69 16,-5 5-60-16,-4 3-120 0,0 2-36 0,0 4-120 0,-9 3-60 16,1 0-28-16,-3 3-24 0,-6 1-24 15,2-2-28-15,2 2-12 16,-6-2 152-16,6-2 128 0,-2 4 136 0,2-7 8 15,2-3-32-15,7-1-16 0,-4-2 20 0,8-3-40 16,0-5-108 0,0-2-52-16,0 5-64 0,4-3 28 0,4 4 96 15,8-3 84-15,-4 4-60 0,8-4-76 0,-1 1-96 16,2-1-36-16,3-1-76 0,-1-2-60 16,5 0-12-16,0 0-48 0,0 0-124 15,0-2-328-15,0-1-360 0,4-1-300 0,-4-3-476 16,-8 4-1576-16,3-3-3681 0</inkml:trace>
  <inkml:trace contextRef="#ctx0" brushRef="#br1" timeOffset="-187863.47">21347 7267 8800 0,'0'0'4281'16,"0"0"-3629"-16,0 0-120 0,0 0 264 16,0 0 376-16,0 0-12 0,-88 50-96 0,69-24-188 15,-1 6-240-15,0 3-36 0,4 4-92 16,4-2-228-16,0 5-120 0,8-1-148 16,4 7 144-16,0-1-8 0,8 0-39 15,0 8-9-15,4-2-28 0,4 2 36 0,0-4-48 16,-1-1-60-16,6-6-44 0,-1-2-40 15,-1-7 0-15,2-6-124 0,-1-7-97 16,3-9-231-16,-3-7-96 16,4-6-164-16,1-3-372 0,-2-7-868 0,-3-2-2076 15,0-14-2413-15</inkml:trace>
  <inkml:trace contextRef="#ctx0" brushRef="#br1" timeOffset="-187470.41">21725 7536 6900 0,'0'0'6889'0,"0"0"-5889"15,0 0-560-15,0 0 252 0,0 0 560 0,5 88-12 16,-5-60-416-16,0-2-396 0,0 4-220 16,-5 3-144-16,5 1-64 0,-3-2-68 15,-1-3-88-15,4-8-104 0,0-7-8 0,0-7-28 16,0-5 36-16,0-2 64 15,7-6-160-15,2-7 304 0,3-3-44 0,-5-10-204 16,6 1-108-16,-1-3 8 0,4-2 176 16,-4 0 100-16,4 4 24 0,-1 0 24 15,6 4 28-15,-6 3 48 0,2 3 72 16,-2 7 56-16,1-1 20 0,-4 7 164 16,1 0 60-16,-2 3-12 0,1 3 24 15,0 7 148-15,0 2-272 0,-5 8 72 0,2-1-16 16,-1 6-20-16,-4 3-76 0,0 5-36 15,-1 1-112-15,-3 1-72 0,0 3-4 16,0-3-156-16,0-6-24 0,0-4-96 16,0-2-184-16,4-11-364 15,1-2-396-15,3-4-636 0,0-3-960 16,-1 0-2321-16</inkml:trace>
  <inkml:trace contextRef="#ctx0" brushRef="#br1" timeOffset="-187208.552">22376 7878 7292 0,'0'0'2632'0,"0"0"377"0,0 0-1849 16,0 0-440-16,0 0 276 0,0 0 408 0,0 0-216 15,0 0-328-15,0 0-284 0,0 0-184 0,0 0-88 16,36 69-24-16,-29-47-120 0,-7 3-152 15,4 0-8-15,0 7-40 0,-4-3-84 16,0 2-20-16,0 1-112 16,0 0-160-16,0-3-380 0,0-1-40 15,0-5-192-15,0-4-364 0,0-6-688 0,0-7-1873 16,0-6-2159-16</inkml:trace>
  <inkml:trace contextRef="#ctx0" brushRef="#br1" timeOffset="-186920.673">23005 8001 11881 0,'0'0'4952'16,"0"0"-4664"-16,0 0-212 0,0 0-76 0,0 0 732 15,-24 79 288-15,12-53-232 0,-4-1-604 16,4 0-184-16,1 4-64 0,-2-4-8 16,2 1-64-16,2-5-120 0,-3 2-236 0,-3-6-124 15,6-2-240-15,-2-2-368 0,-1-4-412 16,7-2-924-16,-3-7-2925 0</inkml:trace>
  <inkml:trace contextRef="#ctx0" brushRef="#br1" timeOffset="-186408.738">23288 7522 12765 0,'0'0'2120'0,"0"0"-2028"0,0 0-84 16,0 0 500-16,0 0 236 0,0 0 616 16,0 0-716-16,0 0-384 0,0 0 96 0,0 0 48 15,0 0 28-15,59 50-68 16,-55-28 76-16,0 1-160 0,-4 5-72 0,0 5-84 15,0 0-124-15,0 3 0 0,-8-1-64 16,5 2 56-16,-1-4-100 0,-4-2-28 16,3-6 16-16,5-5 36 0,-4-5-4 15,4-8 4-15,0-1 36 0,0-6 36 0,0 0 12 16,0 0-124-16,4-3-24 0,1-9 148 16,3-4 12-16,3-10-8 15,6 1-4-15,-2-4-48 0,2-3-48 0,-2 4 8 0,5 3 16 16,1-1 24-16,-6 10 36 15,5 1 0-15,-4 1-76 0,-4 8 40 0,0 3 40 16,-5 3 8-16,2 0 156 16,-5 0 40-16,4 3 48 0,-4 7-36 15,3 3 36-15,-3 3-12 0,-4 3-28 0,5 3-44 16,-5 0-112-16,0 6-4 16,0-3-44-16,-5 1-12 0,5 3-132 0,-4 0-16 15,4-4-72-15,-4 0-452 0,1-3-244 0,3-6-404 16,-4-2-980-16,4-6-2481 0,-4-4-3179 15</inkml:trace>
  <inkml:trace contextRef="#ctx0" brushRef="#br1" timeOffset="-186119.936">23854 7883 7644 0,'0'0'5805'0,"0"0"-5081"0,0 0 124 0,0 0 688 0,0 0-144 15,0 0-248-15,0 0-432 16,0 0-368-16,0 0-64 0,79 13-24 0,-79 2 0 16,4 2-36-16,-4 5-136 0,0 3 12 0,-4 1-96 15,-4 5-4-15,5-2-8 16,-6-4 0-16,9 0 12 0,-4-2 0 0,4-4 48 16,0-3-40-16,4-3 4 0,5 2 36 15,2-2 0-15,2-4 24 0,6 1-24 16,1-3-48-16,4-5-12 0,0 3-48 0,7-5 0 15,-3 0-64-15,4-7-204 16,-4-3-328-16,0-6-424 16,-4 0-484-16,-8 0-1368 0,0-12-4417 0</inkml:trace>
  <inkml:trace contextRef="#ctx0" brushRef="#br1" timeOffset="-185873.698">24256 7661 9500 0,'0'0'4257'0,"0"0"-3077"0,0 0-792 16,0 0 204-16,0 0 64 0,0 0 388 15,87 32 276-15,-70-17-532 0,-2 8-360 16,1 2-76-16,-4 4-120 0,4 3-24 16,-4 3-76-16,-3 6-44 0,-2 0-76 15,1 7 48-15,-4-1-52 0,-4 0-8 0,-4 5 0 16,-4-8-12-16,-4 1-196 0,-4-5-204 0,0 0-188 15,1-6-72-15,-6-5-116 0,-3-4-228 16,1 0-644-16,-1-6-1524 16,-4-5-3865-16</inkml:trace>
  <inkml:trace contextRef="#ctx0" brushRef="#br1" timeOffset="-185399.884">24882 7943 12377 0,'0'0'3008'15,"0"0"-1988"-15,0 0-544 0,0 0-16 16,95 29 208-16,-75-23 308 0,0-2-524 16,0-1-256-16,0-3-188 0,-1 0 4 15,2 0-12-15,-6-7-136 0,5 1-504 0,-8 0-408 16,-3 0-372-16,-2 2-976 15,-7 1-2853-15,0 3-2787 0</inkml:trace>
  <inkml:trace contextRef="#ctx0" brushRef="#br1" timeOffset="-185220.955">24885 8280 10044 0,'0'0'2537'0,"0"0"-1341"0,0 0-28 0,0 0 468 0,0 0-96 16,64 70-172-16,-44-60-452 15,8-7-260-15,4 3-96 0,4-6 133 0,3-3-281 0,-3-10-316 16,0-2-96 0,1-8-276-16,-2-2-148 0,1-1-345 15,4-6-263-15,-9 1-404 0,5-4-956 0,-12 10-2048 16,4-17-2117-16</inkml:trace>
  <inkml:trace contextRef="#ctx0" brushRef="#br1" timeOffset="-185023.588">25571 7632 6808 0,'0'0'5877'0,"0"0"-4997"0,0 0-344 0,0 0 452 15,0 0 420-15,27 79-100 0,-23-47-348 16,0 10-308-16,1 2-224 16,3 5-120-16,-4 1-152 0,-1 4-80 0,-3 2-76 15,0 5-4-15,0 3-108 0,0-1-8 16,0-2-284-16,-3-5-272 0,-1-5-472 0,4-9-872 15,-4-10-2628-15,4-3-4613 0</inkml:trace>
  <inkml:trace contextRef="#ctx0" brushRef="#br1" timeOffset="-183591.631">26332 6252 8536 0,'0'0'5013'0,"0"0"-4365"16,0 0-648-16,0 0 0 0,0 0 748 0,0 0 332 15,0 0-176-15,20-74-480 0,-8 55-200 16,4-6 24-16,3 2 48 16,-2 1 72-16,2 0 28 0,1 0-40 0,4-3-84 15,1-1-52-15,2 0-64 0,-3 5-44 16,4 2-52-16,0 0 64 0,-4 2 48 15,-5 9-40-15,5-3-32 0,0 8-88 0,0 0 96 16,1 3 16-16,-6 6-28 16,5 7-36-16,0 4 24 0,0 4 28 0,-4 2-28 15,4 2-76-15,-8 3 88 0,3 1-80 16,5-4-12-16,-8 1 0 0,8-8 0 16,0-1-8-16,-4-4 0 0,4-1 4 0,0-2 0 15,0-4 0-15,0 1 48 0,4-4 32 16,-5-3-80-16,1 0 0 0,0 0 4 15,4-3 8-15,-4-4 0 0,0-2-12 16,0-2-84-16,-4 3-112 16,0-3-108-16,0 3-84 0,-8-3-40 15,3 2-136-15,-7 0-64 0,-4 2-244 0,1 4-460 16,-5 0-968-16,0 3-2233 0,-13 0-2155 0</inkml:trace>
  <inkml:trace contextRef="#ctx0" brushRef="#br1" timeOffset="-182623.641">26423 6461 6796 0,'0'0'4'0,"0"0"4497"0,0 0-3437 0,0 0-384 15,0 0-68-15,0 0 200 0,0 0 32 16,0 0-164-16,0 0-252 0,0 0-216 15,0 0 28-15,40-13 68 0,-24 10 40 16,9 0 12-16,-2 3-100 0,5 0 0 0,4-3-12 16,8 3 32-1,0 0 104-15,7 0 32 0,1 0-148 0,4 0-48 16,-1 0-148-16,1 0 4 0,1 0-16 16,-6 0-56-16,5 0 32 0,-9-4-36 0,6 4-4 15,-10-3 0-15,2 0-4 0,-6 0-100 16,-3-1 32-16,-4-1-32 0,-5 1-160 0,-6 1-188 15,-2 3-144-15,-10-3-152 0,-1 3-92 16,-4 0-520 0,0 0-1332-16,0 0-2677 0,-13 10-2438 0</inkml:trace>
  <inkml:trace contextRef="#ctx0" brushRef="#br1" timeOffset="-182010.057">26109 7664 4560 0,'0'0'4880'0,"0"0"-3444"15,0 0-343-15,0 0 239 0,0 0 100 16,0 0 16-16,0 0-184 0,0 0-252 0,0 0-224 15,79-63-224-15,-59 37-88 16,1-2-36-16,-2-4-60 0,1-3-140 16,4-3-44-16,-1 0-40 0,5-7 29 0,0 1-109 15,0 0-76-15,0-3-48 0,4 1 36 16,-4 2-61-16,-4 2 61 0,4 4-100 16,-5 3-80-16,-2 4-100 0,3-1 96 0,-9 7-168 15,2 5-76-15,-6 5-48 16,-2 3 20-16,-1 5-48 0,-5 7-136 15,-3 0-192-15,0 0-272 0,0 3-292 0,-3 6-180 16,-10 8-348-16,9-6-1221 0,-11 13-2551 0</inkml:trace>
  <inkml:trace contextRef="#ctx0" brushRef="#br1" timeOffset="-181691.013">26257 7871 6520 0,'0'0'4384'0,"0"0"-3595"16,0 0-533-16,0 0 396 0,0 0 712 16,0 0 0-16,0 0-216 0,0 0-424 15,0 0-392-15,0 0-72 0,11-14-24 0,1-5 220 16,4-2 112-16,0-8-188 0,4 4-84 15,0-4-40-15,3-2-72 0,1-1-64 16,0-1-8-16,1-1-64 0,3-4-44 16,0 0-4-16,-1-4-12 0,1 5-148 15,0-5-108-15,0 4-160 0,-1 0-28 16,-2 3-84-16,3-3-140 0,-4 4-64 0,-5-2-608 16,1 1-1024-16,-8 10-2521 0,0-11-2443 0</inkml:trace>
  <inkml:trace contextRef="#ctx0" brushRef="#br1" timeOffset="-181325.274">26340 6950 6504 0,'0'0'4657'0,"0"0"-3617"16,0 0-772-16,0 0 488 0,0 0 728 15,0 0-88-15,0 0-280 0,83-39-348 0,-62 34-224 16,-2-5-152-16,1 0-96 0,4 1-12 16,-4 2-64-16,0 1-100 0,0-4-116 15,0 4 8-15,0-4 0 0,0 4-8 0,3-3 48 16,1-1-52 0,-3 4-88-16,-2 3-44 0,-3-4 8 0,0 7 0 15,0 0 4-15,-4 7-4 0,0 6 124 16,0 8 0-16,0 5 132 0,-8 13-128 0,4 1-8 15,-4 11-40-15,0 4-52 0,3 2-16 16,-2 3-36-16,-5-2 76 16,4-2-248-16,-4-5 24 0,0-7 24 0,0-6 112 15,4-6-40-15,0-6-136 0,0-5-124 16,3-5-180-16,-3 0-228 0,5 1-344 16,-1-8-508-16,-1-3-1077 0,2 1-2467 15</inkml:trace>
  <inkml:trace contextRef="#ctx0" brushRef="#br1" timeOffset="-179892.114">28403 5403 6460 0,'0'0'272'16,"0"0"5073"-16,0 0-3773 0,0 0-396 16,0 0-56-16,0 0 96 0,0 0-188 15,0 0-276-15,0 0-344 0,0 0 32 0,52 26-60 16,-20-17 24-16,0 4-136 0,8-3-76 16,-5-4 28-16,10 0-72 0,-6-2 8 15,-3-2-48-15,5-2-96 0,-6 0 0 0,-3 0-4 16,0 0-8-16,-4 0-48 0,-4 0 0 15,-8 0-84-15,0 5-28 16,-4-3-32-16,-5 4-28 0,-7 5-24 0,0 3 36 0,0 9-96 16,-11 5 72-1,-10 7-136-15,-3 1 120 0,-3 5 28 0,-1 1 12 16,-8 2 36-16,0 3 48 0,-4 4 88 16,5-4 36-16,-10 5 72 0,10-2-8 15,-5-2-52-15,8 0 112 0,4-4 8 0,4-6 16 16,5 0 48-16,2-6 28 0,10-7-40 0,7-6-64 15,0 0-48-15,3-3 16 0,13-6 72 16,4 3 120 0,4-4-12-16,4 0 24 0,8-2-36 0,0-4-24 15,-1-3 8-15,1 0 41 16,5 0-1-16,-6 0 12 0,1-6-76 0,0-1-108 0,-4-2-68 16,-1-1-40-16,1-2-112 0,-4 1-264 15,0-1-144-15,-4-1-149 0,4-2-63 16,-4-4-244-16,0-1-576 0,0-2-1100 15,-8 6-2489-15,0-15-2107 0</inkml:trace>
  <inkml:trace contextRef="#ctx0" brushRef="#br1" timeOffset="-179666.631">29312 5585 5836 0,'0'0'7237'0,"0"0"-5725"15,0 0-916-15,0 0-256 0,0 0 404 16,0 0 440-16,-76 60 16 0,44-32-352 0,-3 4-408 16,-1 6-232-16,-4 4-76 0,0 5 16 15,-4 1-28-15,1 3-120 0,-5 3-40 16,4 3 40-16,-4-1-132 0,5-1-28 16,-2-1-84-16,9-9-76 0,9-11-168 15,6-9-116-15,10-5-248 0,3-8-672 0,4-5-1064 16,4-4-2505-16,4-3-3251 0</inkml:trace>
  <inkml:trace contextRef="#ctx0" brushRef="#br1" timeOffset="-178839.967">29464 6111 3636 0,'0'0'8741'15,"0"0"-7213"-15,0 0-1172 0,0 0-104 16,0 0 620-16,0 0 436 0,0 0-116 0,0 0-412 16,19 83-276-16,-19-48-272 15,0 3 36-15,4-2 4 0,-4-3-64 16,0-3-124-16,0-2-12 0,0-5-72 0,5-8 0 16,-5-2-8-16,0-4-52 15,4-4-24-15,-4-3 8 0,0-2 28 16,3 0-48-16,1-2-148 0,4-9-76 0,1-2 320 0,2 0-12 15,1-5-184-15,0-5-224 0,0 5 136 16,0-5 52-16,-4 5 156 0,4-1 64 16,-1 2 0-16,-2 1 12 15,-1 7 0-15,0 0 48 16,-5 2-36-16,2 1-4 0,-1 6 80 0,0 0 0 16,0 0 32-16,-4 0 16 0,4 0 124 0,3 9 184 15,-3 0-116-15,1 7-56 0,3 0-76 16,-4 4-40-16,0-1-44 0,-1 0-40 15,-3 3 0-15,0-3-8 0,0 3-64 0,0-3-48 16,0 0-24-16,0-3-12 0,0 0-260 16,0-4-292-16,0-1-152 15,0-5-236-15,0 0-296 0,0-4-852 16,0 3-1733-16,4-5-1303 0</inkml:trace>
  <inkml:trace contextRef="#ctx0" brushRef="#br1" timeOffset="-178215.795">29934 6496 5884 0,'0'0'4164'0,"0"0"-2591"0,0 0-777 16,0 0 60-16,0 0 556 16,0 0-16-16,0 0-296 0,0 0-380 15,0 0-300-15,0 0-96 0,0 85-116 0,0-56 24 16,0-4-36-16,0 4-72 0,0-4-76 15,0-3 0-15,0 1-48 0,0-7-64 16,0 0 56-16,0-7-64 0,0 1-40 16,4-7-120-16,-4 0-360 0,3 0-148 15,1-3-232-15,0 0-248 0,5-6-716 0,-5-4-1077 16,3-5-2639-16</inkml:trace>
  <inkml:trace contextRef="#ctx0" brushRef="#br1" timeOffset="-177695.176">30181 6280 5380 0,'0'0'4604'0,"0"0"-2259"0,0 0-1513 0,0 0-388 0,0 0 344 15,0 0 436-15,0 0-268 0,0 0-308 16,0 0-164-16,0 0-28 0,0 0 76 0,60 37-4 16,-53-20-112-16,1 5-184 0,1 0-60 15,-6 0-72-15,1 0-88 0,0-2-12 16,0-3 0-16,0-6-52 0,-4-1-8 0,4-4 0 15,-4-6-52-15,5 0-108 16,-5 0-184-16,7 0 12 0,-3-2 108 16,8-9 236-16,-4-1 40 0,4-4-92 0,0-3 12 15,0 3 16-15,0-3 60 16,-5 0-52-16,6 3 56 0,-5 0 8 0,-1 4 8 16,2 1 4-16,-1 3 0 0,-4 2 88 15,0 1 72-15,3 5 28 0,-2 0-28 16,3 0 24-16,-4 0 160 0,3 7 0 0,1-1-40 15,1 7-96-15,-1-1 12 0,-1 5-24 16,1 2-24-16,-3 0-12 0,-1 0-28 16,-4 3-60-16,3 0-84 15,-3-3-44-15,0 4-28 0,0-2-172 16,0-2-500-16,0-2-212 0,0-1-188 0,0-4-548 16,0-2-1288-16,0 3-3449 0</inkml:trace>
  <inkml:trace contextRef="#ctx0" brushRef="#br1" timeOffset="-177397.76">30778 6480 8444 0,'0'0'6661'16,"0"0"-5645"-16,0 0-812 0,0 0 544 0,0 0 408 15,0 0-196-15,76-35-248 0,-64 32-296 16,4 0-248-16,-4 3-96 0,0 0-64 15,0 6 64-15,-4 1-72 0,-5 8 12 0,1 4 36 16,-4 4-44-16,0 2 0 16,-4 7-4-16,1-4 0 0,-1 0-8 15,0-5 8-15,4-7 8 0,0 0 40 0,0-4 12 16,4-5-8-16,7 0 20 0,6-1 60 16,3 0 100-16,3-4 196 0,5-2-27 0,4 5-137 15,4-5-128-15,0 0-136 0,4 0-64 16,-8-7-240-16,3 3-305 15,-3 2-291-15,0-2-248 0,-12 2-1224 0,8-2-6717 16</inkml:trace>
  <inkml:trace contextRef="#ctx0" brushRef="#br1" timeOffset="-161202.151">30265 6394 4188 0,'0'0'104'15,"0"0"232"-15,0 0-24 0,0 0 2316 0,0 0-552 16,0 0-876-16,0 0-335 0,0 0-21 0,0 0-128 15,0 0 88-15,7 16-48 0,-7-16-188 16,0 3-164-16,0 1-28 0,0-2-72 16,0 5 20-16,0-4 48 0,0 3-12 0,4 1-48 15,-4 3-64 1,4-3-76-16,-4-2 12 0,4 4-12 16,0 4-36-16,1-3 12 0,-2-1-72 15,1 1-4-15,-4 3-24 0,4-5-36 0,-4 6 40 16,0-5-52-16,0 4 4 0,0 0 4 15,0 2 0-15,-4-2 0 0,4 3-4 0,-4-3 0 16,4-3-4-16,-3 2-4 0,3-3 0 16,0 2 4-16,0-3-4 0,0-1 0 0,0-1-4 15,-5 4 4-15,5-3-4 16,0 2-4-16,0-4-40 0,0 0 44 16,0-3-64-16,-4 2-28 0,4-4-8 15,0 3-16-15,0-3 24 0,0 0 88 16,0 0-48-16,0 0 8 0,0 3-8 15,0-3-4-15,0 3-20 0,0 0-16 0,-4-3-24 16,4 4-12-16,0-4 0 0,0 0-24 16,0 0-52-16,0 0-48 0,0 0-76 15,0 0-256-15,0-4-324 16,0 1-172-16,0-3-784 0,4-1-1157 16,0-5-3619-16,-8 40 3996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07:30.5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20515 5585 19965 0,'-25'82'-268'0,"-10"-2"84"15,-1-11 84-15,-7 1-48 0,-6-6-48 0,-3-7-12 0,5-3-112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07:44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4944 3734 3876 0,'0'0'2464'15,"0"0"-1244"-15,0 0-584 0,0 0 4117 0,-31-77-3189 16,26 65-152-16,1 2-384 16,4-2 16-16,0 5 188 0,0 1-68 15,0-1-216-15,4 0-227 16,8 2-129-16,4-2-96 0,8 0-72 0,8 1 12 0,7 3-76 15,6 3-120-15,6 0-56 0,5 0-40 0,4 3 36 16,-4 3-176-16,-4 5 4 0,-9-3-8 0,-3 6-132 16,-9 5 24-16,-6 0-28 15,-5 3 28-15,-12 3-24 16,-8 3-264-16,0 5 104 0,-16 2 52 16,-8 6 56-16,-8-3 28 0,-3 1 12 15,-1-2 68-15,-5-5 76 0,2-3 96 16,-1-4 24-16,0-3-60 0,8-3-12 15,-4 0-48-15,8-6-48 0,9-1-120 0,2-5-36 16,10-3 8-16,7 2-32 16,0-3-160-16,11 2-29 0,10 6 261 15,7-2 156-15,7 4 4 0,5 0 4 16,4 0 32-16,-4 2 20 0,-1 4 40 0,-3 0-16 16,-4 4 1-16,-4-5 23 0,-8 4-92 0,-5 3 80 15,-2-1-12-15,-5 1 12 16,-8 0 0-16,0 1-32 0,-4-4 8 15,-4 0 12-15,-8-3 24 0,0 0 28 0,-4-3-4 0,0 0-72 16,-3 0 48-16,-5-6-12 0,4 2-12 16,-1-3-72-16,1-2 48 0,5-4-60 15,-1-3-12 1,4 0-268-16,0 0-120 0,0 0-12 0,4-6-72 16,0-4-173-16,5 1-235 0,-2-4-344 0,9-3-692 0,0-7-612 15,4 8-1325-15,20-20-1051 0</inkml:trace>
  <inkml:trace contextRef="#ctx0" brushRef="#br0" timeOffset="408.57">6191 3651 9760 0,'0'0'2589'16,"0"0"-549"-16,0 0-580 0,0 0 280 15,0 0 36-15,0 0-308 0,0 0-592 16,0 0-439-16,0 0-173 0,0 0 392 0,0 0-256 15,-15 76-196-15,2-32-48 0,2 11 16 0,-6 8-4 16,2 4-108-16,-6 6-52 0,1 3 4 16,1-3-12-16,2 0-4 0,-2 0-68 0,7-6 12 15,4-7 0-15,4-6-40 0,4-3-32 32,4-10 0-32,11-9-12 0,6-10-64 15,3-6 28-15,8-13 48 0,-1-6 124 0,9-13-40 16,4-6-124-16,0-10-32 0,0-4-28 15,0-4 40-15,-5-4 84 0,2-4-4 0,-14 3 64 16,-3 1-73-16,-8 2-87 0,-4 8 28 0,-12-1 180 0,-8 7 96 31,-12 2 84-31,-8 0-20 0,-4 7 33 16,-4 3 87-16,-3 7-48 0,3 2 56 16,-1 7-116-16,2 4-40 0,3 6-12 0,0 6-120 0,0 2-24 15,8 2-132-15,1 2-40 0,3 0-68 16,3-3-52-16,9-3-269 0,5-1-275 0,3-2-916 15,0 0-800-15,0-7-1612 0,16-3-1593 16</inkml:trace>
  <inkml:trace contextRef="#ctx0" brushRef="#br0" timeOffset="577.611">6801 4146 8644 0,'0'0'5709'0,"0"0"-4709"0,0 0-260 15,107 3 1216-15,-66-3 112 0,-2 0-776 0,4-7-1124 0,2 5-168 16,-2-4-156-16,-3 2-76 16,-3-2-708-16,-9 3-1232 15,-13-1-3236-15,-7 4-4117 16</inkml:trace>
  <inkml:trace contextRef="#ctx0" brushRef="#br0" timeOffset="743.923">6825 4349 13373 0,'0'0'2340'16,"0"0"-1360"-16,0 0-36 0,79 7 588 0,-39-7-444 0,4-7-440 15,3-2-332-15,13 0-316 0,0-1-72 0,4 0-208 16,-1 1-256-16,6 2 228 16,-5 4-868-16,-5-3-1268 0,-15-1-2672 0,12 5-2685 15</inkml:trace>
  <inkml:trace contextRef="#ctx0" brushRef="#br0" timeOffset="1133.836">7789 3835 14457 0,'0'0'1436'15,"0"0"-596"-15,95 13-168 0,-51-4 136 16,8 4 532-16,0 3-84 0,-5 0-756 16,2 3-292-16,-2 0 96 15,-10 4-267-15,-6-2 11 0,-3 5 36 16,-12-1-84-16,-12 4 0 0,-4 2-217 0,-12 4 93 16,-12 3 76-16,-4 4 24 15,-12 2-132-15,1-3-28 0,-6 4 52 0,2-1 132 0,-1-2 44 16,4-4-32-16,1 0 0 0,7-6 48 0,8 0-56 15,3-7-4-15,6 0 0 0,11-6-4 16,4 0 4-16,4-3 0 16,11 0 0-16,6-4 4 15,7 1 0-15,11-7 8 16,1-2 136-16,8-1-64 0,4-3-12 0,-1-7-72 0,-3-1-120 16,5-3-88-16,-10 2-340 15,4-1-320-15,-2-2-188 0,-2 2-700 0,-2-2-988 16,-6 2-2165-16,12-6-2379 0</inkml:trace>
  <inkml:trace contextRef="#ctx0" brushRef="#br0" timeOffset="1635.014">8601 3257 10424 0,'0'0'1481'15,"0"0"-701"-15,0 0-268 16,0 0 900-16,0 0 340 0,0 0-408 0,80-50-432 15,-48 43-320-15,0 3-112 0,4 4 32 0,3 0 60 16,-7 11-144-16,0-2-124 16,-8 1-12-16,-4 5-111 0,1-2-81 0,-10 0 8 15,-3 2-108-15,0 1 12 16,-8-3-12-16,0 3-4 16,-4 3-140-16,-8 0 56 0,-8 4 84 0,-8 2-56 0,0-3-1 15,-8 3 49-15,4 1 0 0,-3 0-112 16,3-4 116-16,0-4 0 0,8-2 8 15,5 0 76-15,2-4 33 0,6-5-61 16,7 0-36-16,4-1 24 0,0-3-36 0,0 4-84 16,11-1 84-16,6 0 72 0,6 1 76 15,9 5 32-15,4-5-24 0,8-1-116 16,3 1-40-16,1-5 0 0,5 1-196 0,3-3-313 16,-5 0-443-1,5 0-244-15,-4 0-676 0,-9 0-2384 16,13-3-2777-16</inkml:trace>
  <inkml:trace contextRef="#ctx0" brushRef="#br0" timeOffset="2168.825">9546 4182 15281 0,'0'0'2104'31,"0"0"-1040"-31,0 0-768 0,0 0 268 0,0 0 772 16,0 0-228-16,43-68-467 0,-34 66-361 0,-1-5-100 0,-4 4-44 15,-1-1-40-15,1 4-36 16,-4 0-52-16,0 0-8 0,-4 7 0 0,1 0 0 15,-9 2 280-15,-1 4-52 0,2-5-132 16,3 6-92-16,0-8-4 16,4-2-48-16,0-2-12 15,4-2 0-15,0 0-24 0,0 0-12 16,0 0 80-16,0 0 12 0,4-2-44 16,-4-2-24-16,4 1-72 0,4 0-72 0,-4 0-148 15,4-1-108-15,3 1-77 0,2-1-107 16,-2 2-128-16,6 2-120 0,-2-3-392 15,-2 0-500-15,2 3-680 0,-7-4-2133 16,5 4-4398-16,-153 32 9006 0</inkml:trace>
  <inkml:trace contextRef="#ctx0" brushRef="#br0" timeOffset="2877.551">10538 3771 13253 0,'0'0'1496'16,"0"0"-852"-16,104-8-556 0,-57 4 540 16,13 4 600-16,0 0-276 0,-4 0-432 15,0 4-300-15,-9 1-12 0,-11 4-72 0,-8 5-136 16,-12 5 12-16,-12 0 60 15,-4 3 40-15,-20 6 180 0,-8 5-108 16,-8 1-180-16,-11 2-4 0,-1-2-72 0,-1 4 64 16,-2-6 8-16,7-1 124 0,0-2 124 0,9-4 176 15,7-2-168-15,7-1-48 0,10-3-100 16,7-3-108-16,4 3-180 0,4 0 56 0,11 3 52 16,9-2-12-16,4 2-136 15,4 0 136-15,4-3-16 0,0 3-44 16,4-3 44-16,-4 3 16 0,-4-2 20 0,-4 1 52 15,-4-2-36-15,-9 4 48 0,-7-2 48 16,-3 0-48-16,-10 0 0 0,-10-1 0 0,-6 2-72 16,-7 0 60-16,0-3-88 15,-3-3 40-15,-5-1 48 0,8 2-136 16,0-9-72-16,5-1-48 0,2-3-64 0,5-4-100 16,8 0-76-16,1-11-48 0,3 0-848 0,4-9-984 15,0 1-1841-15,7-13-1443 0</inkml:trace>
  <inkml:trace contextRef="#ctx0" brushRef="#br0" timeOffset="3347.556">11681 3241 9564 0,'0'0'1933'15,"0"0"-357"-15,0 0-416 0,0 0 628 16,0 0-484-16,0 0-452 0,96-28-148 0,-64 25-224 15,-4 0-28 1,3 3-72-16,1 0-28 0,-8 3-120 0,-3 3-48 16,-2 7-76-16,-10-1-20 0,-2 7-76 15,-7 0 48-15,-11 4 340 0,-10 2 1 0,-3 4-277 16,-11-1-64-16,3 1-60 16,0-4 8-16,0-3 64 0,8-3 72 0,5-3 40 15,6-2 108-15,2-6 92 0,2 2-256 0,9 0-128 16,0-1-100-16,9 1 52 15,6-1 48-15,5 1-8 0,8-1 8 0,4 1-8 16,8-1 16-16,-1 1 44 0,2 0-48 16,2 2 0-16,2-2 28 15,-2-4-32-15,5 3-84 0,3-2-180 0,5-1-244 16,4-2-161-16,8-4-523 16,-16 0-1708-16,19 0-5073 0</inkml:trace>
  <inkml:trace contextRef="#ctx0" brushRef="#br0" timeOffset="4959.714">2856 6219 9156 0,'0'0'2069'16,"0"0"-1337"-16,0 0-372 0,0 0 228 16,0 0 684-16,0 0-224 0,0 0-532 0,0 0-288 15,0 0 24-15,0 0 36 16,0 0-36-16,-8-15-56 0,8 15-32 0,0 0-40 16,0 0-48-16,0 0-64 15,0 0 0-15,0 0 48 0,0 0-20 16,0 0-40-16,0 0-124 15,0 0 24-15,0 0 24 0,0 0-48 0,0 0-112 16,0 0-216-16,0 0-100 0,0 0 20 16,0 0 28-16,0 0 0 0,0 0-56 15,0 0-88-15,0 0-32 0,0 0-296 0,0 0-1065 16,0 0-1255-16,0 0-2744 0</inkml:trace>
  <inkml:trace contextRef="#ctx0" brushRef="#br0" timeOffset="6082.143">2793 6163 6384 0,'0'0'2192'0,"0"0"-392"0,0 0-87 0,0 0 47 16,0 0-40-16,0 0-216 15,0 82-388-15,4-57-376 0,3 8-468 0,-3-5 328 16,9 4-308-16,-5 2-156 0,-1 4-88 15,1 0-44-15,1 4-4 0,-6 2 76 16,1 1-68-16,0-1-4 0,0 0-8 0,4-5 4 16,-3-7-88-16,2-10 28 0,-3-7-12 15,4-5-16-15,0-3-8 16,0-7-88-16,4-4 24 0,4-5-148 0,4-13-48 31,0-4-24-31,0-6 244 0,-1-3 36 0,2-2 92 0,-6-2 16 16,-2 1 24-16,-2 4 28 15,-3 4 28-15,1 5 20 0,-6 6-20 0,-3 6 72 16,0 4-76-16,0 6-84 16,0 3-56-16,4 3-164 0,0 13-340 0,4 7 560 0,4 8 248 15,4 7 8-15,0 6 64 0,4 4 12 16,0-4-48-16,0 1-164 0,-1-7 40 16,2-6 48-16,-6-10 36 0,5-6-24 15,1-6-48-15,-6-3-24 0,5-7 20 0,-8 0-20 0,4-11 44 16,0-5-8-16,0-6-28 15,3-6-156-15,-2-11 0 0,3-1-168 0,-1-4-88 32,2-5-144-32,-10-5-152 0,6 1-228 0,-10-5-540 0,-3 17-2684 0,0-35-3085 15</inkml:trace>
  <inkml:trace contextRef="#ctx0" brushRef="#br0" timeOffset="6467.846">3650 5807 10272 0,'0'0'2177'15,"0"0"-941"-15,0 0 32 0,19 85 256 16,-11-43-256-16,-4 9-464 0,0 9-324 16,-4 12 36-16,0 8 108 0,0 7-248 0,0-2-252 0,-4 0-124 0,0-8-80 15,0-8-32-15,4-10 48 0,0-13 64 16,0-15 120-16,4-8 100 0,4-7-132 31,-4-9-40-31,8-4-36 0,0-3 84 16,8-3-36-16,4-13-60 0,4-7-40 0,0-5-92 15,4-3 20-15,-4-1 4 0,-1 2-76 16,-3 5 76-16,-4 6 8 16,-4 7-144-16,0 5-124 0,0 4 40 0,-4 3 264 0,-1 7 64 15,-2 2 272-15,3 4-76 16,-5 2-52-16,2 2 40 0,-5 1-36 0,4-1 0 15,-5-2-52-15,-3 2-84 0,4-5-12 16,-4 1-12-16,0-5 4 0,4-1-152 0,-4-3-192 16,0-1-288-16,0-3-156 15,0 0-244-15,4 0-664 0,-4 0-876 16,5 0-2685-16,3-9-2199 0</inkml:trace>
  <inkml:trace contextRef="#ctx0" brushRef="#br0" timeOffset="6783.012">4354 6664 8732 0,'0'0'2485'16,"0"0"-1625"-16,0 0 252 0,0 0 840 0,0 0-504 0,92-5-464 16,-72-12-440-1,4 1-124-15,0-6-64 0,-5-1-256 0,6-2-100 0,-9 0-56 16,-1-1-140-16,-3 5-76 0,-3-2-196 16,-9 4 148-16,0 3 96 0,-4 3 100 0,-9 0 124 15,2 4 144-15,-10-1-140 16,-3 1-4-16,-4 6 212 0,-4 0-212 15,1 3-76 1,-1 9-72-16,-4 7 36 0,8 6 60 0,0 7 4 0,0 2 48 16,5 7 156-16,7 4 132 0,0-1-104 0,0 0 4 15,8 1-68-15,0-8 56 0,8-4-128 16,0-8-48-16,4-7-12 0,4-2-64 0,7-10 28 31,6 0 40-31,3-3 0 0,8-9-164 0,3-10-460 16,5 0-4-16,0-7-444 0,4-2-892 0,-5-1-2797 0,-7 7-99 0,13-10 733 15</inkml:trace>
  <inkml:trace contextRef="#ctx0" brushRef="#br0" timeOffset="7113.916">4801 6381 1616 0,'0'0'6672'0,"0"0"-4780"0,0 0-603 0,0 0-57 0,0 0 40 0,-17 86-172 16,10-61-120-16,-1 5-300 0,0-5-32 0,3 3-88 15,-2-3-80-15,3 1-136 0,4 0-184 16,0-8 260-16,0-2 424 0,0-6-296 16,0-7-548-16,7-3-36 0,2 0-112 15,7-7-8-15,0-1-28 0,7-12-244 0,1 1-24 16,0-7 20-16,1 1 160 0,-1 0 4 16,-5-1 132-16,1 5 84 0,-4-2-8 0,0 4 60 15,-4 6-64-15,0 5 128 0,-4 3-28 16,0 5 40-16,-1 0 72 0,-2 7 124 15,3 9-100-15,0 6 72 0,-1 1-12 16,2 2 148-16,-1 3 88 0,-1 1-164 16,1-1-208-1,1 1-84-15,-5-1 4 0,0-2-16 0,-1-5-132 0,1-4-332 16,-4-1-184-16,0-7-176 16,0 1-380-16,0-7-700 0,0 0-2048 15,0-3-2629-15</inkml:trace>
  <inkml:trace contextRef="#ctx0" brushRef="#br0" timeOffset="7706.165">6354 6252 11105 0,'0'0'2456'16,"0"0"-1412"-16,0 0-136 15,0 0 460-15,24 101-116 0,-16-57-204 16,-3 7-388-16,3 6-244 0,-5 1-108 16,5 8-92-16,-4 1-44 0,-4 6 0 0,0 0 20 15,0 2-128-15,-4 2-64 0,-4-7-16 0,5-6-44 16,-1-4-84-16,0-13 20 15,-1-5-96-15,5-11-144 0,0-8-112 16,0-7 72-16,0-7-124 0,9-6-224 0,-2-3-100 16,9-6-108-16,-4-13-36 0,8-4-316 0,-4-8-920 15,-4 5-777 1,0-24-1467-16</inkml:trace>
  <inkml:trace contextRef="#ctx0" brushRef="#br0" timeOffset="7942.476">6486 6381 9880 0,'0'0'1653'0,"0"0"-769"16,0 0-140-16,0 0 284 0,0 0 376 16,16-72-224-16,-5 66-448 0,6 1-324 0,-1 5 88 0,3 0 84 15,6 5-116-15,-1 3-192 16,0 5-116-16,-1 3 4 0,-7 7-72 0,0 2-32 16,-7 0-56-16,-2 4-8 15,-7 2 4-15,0 1-72 0,-12-1 76 16,-4 5-8-16,-4-1-124 0,-3 0-76 15,-5 0-24-15,0-3-40 0,4-7-84 0,0-3-172 16,3-9-116-16,10-4-28 16,-1-9-124-16,3 0-528 0,9-3-1440 0,-3-9-3185 0</inkml:trace>
  <inkml:trace contextRef="#ctx0" brushRef="#br0" timeOffset="8102.807">7044 6509 3088 0,'0'0'7716'0,"0"0"-6599"0,88-4-205 0,-65 2 536 15,5 2 40-15,-4-4-856 0,-7 4-632 16,-2 0-380-16,1 0-488 0,-4-3-576 16,-4 3-1413-16,-8 0-4807 0</inkml:trace>
  <inkml:trace contextRef="#ctx0" brushRef="#br0" timeOffset="8269.424">7175 6680 11265 0,'0'0'2128'0,"0"0"-1024"0,0 0 664 16,75 16 184-16,-47-16-760 0,0 3-788 0,0-3-268 16,-3 0-124-16,3-3-12 0,0-4-284 15,0 2-352-15,-5-6-104 0,1 2-836 16,-4-1-1376-1,4-5-3237-15</inkml:trace>
  <inkml:trace contextRef="#ctx0" brushRef="#br0" timeOffset="8626.084">7649 6340 10196 0,'0'0'1713'0,"0"0"-713"0,0 0 384 0,108-4 688 0,-65 4-296 0,6 0-888 16,3 0-448-16,-1 4-36 16,5-1-12-16,-4 1-12 0,-1 2-184 15,-6 0-152-15,-10 1-44 0,-11-1-8 0,-4 3-152 16,-12 4-12-16,-8 0 72 16,-8 2 96-16,-15 8 4 0,-5-1-72 0,-13 7-64 15,-2 3 76-15,-6 3 12 0,6-4-28 16,3 4-120-16,0 0 100 0,13-3 96 15,10-4 0-15,6-2 12 0,6-4 0 32,5 0 172-32,9-3-116 0,2 0-64 15,10 1 68-15,7-5 48 0,3 2-8 0,1-5 144 0,8 1-12 0,-1-5-240 16,10-1-4-16,-2 0-12 0,5-4-64 16,4-3-116-16,0 0-300 0,4-3-292 0,-4-4-336 15,-1 0-580-15,-15 1-2740 0,7-6-5401 16</inkml:trace>
  <inkml:trace contextRef="#ctx0" brushRef="#br0" timeOffset="8803.12">9506 6931 19885 0,'0'0'2705'16,"0"0"-2705"-16,0 0-1165 0,0 0-727 0,0 0 908 16,-87-20 204-16,66 20-3104 0,-11-2-9481 15</inkml:trace>
  <inkml:trace contextRef="#ctx0" brushRef="#br0" timeOffset="11285.961">12833 5985 2844 0,'0'0'6812'16,"0"0"-4695"-16,0 0-785 0,0 0-316 0,0 0 288 16,0 0 252-16,0 0-268 0,-12 69-168 15,8-43-228-15,4 3-292 0,-4 5-140 0,0 4 209 16,0 7-157-16,0-1-164 0,4 3-104 15,-3 5-28-15,3-2-92 0,-5 8 8 0,-3-1-60 16,4 3-60-16,-4 5-8 0,1-2-4 16,-2 6-60-16,5 1 0 15,-4 3-36-15,-4 0-52 16,8-3 52-16,-4-4-24 0,1-5-24 16,3-7-4-16,0-4-8 0,4-8-136 0,0-7-60 0,4-3-1 15,3-7-35-15,5-6-172 0,-3-2-344 16,2-6-384-16,1-1-448 0,0-6-568 0,-4-1-2109 15,4-6-3399-15</inkml:trace>
  <inkml:trace contextRef="#ctx0" brushRef="#br0" timeOffset="12560.161">13283 6219 1500 0,'0'0'9941'0,"0"0"-7537"0,0 0-1160 15,0 0-504-15,-12 77 176 0,12-56-304 16,4 9-152-16,4-5-152 0,4 3-60 15,4-2 8-15,0-4-32 16,0-3-76-16,8-6-100 0,0-1-48 0,4-5-8 16,4-3-68-16,3-4-96 0,5-4-120 15,4-9-192-15,0-6-112 0,4 0-76 0,-1-10-104 16,2 4-144-16,-6-6-220 16,1 2 172-16,-4 0-68 15,-8-3 228-15,-8 1 23 0,-1 2 785 0,-10 1 244 16,-10-1 221-16,-3 4 219 0,0 5 96 15,-7-2-216-15,-6 10 60 0,-6 2 36 16,3 4-128-16,-12 6 8 0,0 6 76 16,-8 11-12-16,0 4 156 0,-7 8-28 0,2 6-92 15,-2 3-36-15,-2 7-128 0,-2-1-144 0,3 3-64 16,4-2-96-16,1-1-16 0,7-3 52 16,8-3 412-16,3-2-71 0,10-5-273 15,3-2-92-15,4-1-76 0,4-2-24 16,0-1 4-16,8 0-80 0,7-2-4 0,6-1-4 15,3-3-4-15,11 3-48 0,5-2-32 16,4 1 0-16,4 0 0 0,0-3-48 0,-1 4-40 0,1 1 64 16,-12-2-12-16,0 2-4 15,-8-1 15-15,-8-3 37 0,-1 3-40 16,-6-2-8-16,-1-2 36 0,-5 1-28 0,-7 4-8 16,0-4-16-16,0 0 16 15,-7 0 48-15,-9 0 72 0,0-4 4 0,-4 2 4 16,-8-5 4-1,0 1 0-15,-3-3-12 0,-1-1-44 16,4-3-32-16,-4-2-140 16,0-4-264-16,0 0-316 0,0 0-568 0,4-4-796 15,8-2-2312-15,-4-10-3797 0</inkml:trace>
  <inkml:trace contextRef="#ctx0" brushRef="#br0" timeOffset="13234.805">14196 6936 1344 0,'0'0'7228'15,"0"0"-5404"-15,0 0-31 0,0 0-365 0,0 0 44 0,0 0-188 16,0 0-140-16,0 0-252 0,0 0-168 16,31 90-132-16,-23-55-104 0,-4 7-148 0,5 8-68 15,-5 1-104-15,-1 6-84 16,-3-3-8-16,0 3-72 0,0 0 0 0,-3 0 8 15,-6-7-12-15,1-1 0 0,0-5-8 16,1-9 4-16,-2 0-44 0,1-6-28 16,5-7-32-16,-1-6-100 15,0-4-84-15,4-5-196 0,0-4-200 0,0-3-76 0,0-3-260 16,8-7-492 0,-5-5-412-16,5 2-2205 0,1-19-835 0</inkml:trace>
  <inkml:trace contextRef="#ctx0" brushRef="#br0" timeOffset="13479.525">14291 7134 3068 0,'0'0'7448'16,"0"0"-5303"-16,-4-67-961 15,4 52-180-15,0-2-148 0,0 6 384 0,4 0-368 0,0 5-316 16,9-1-140-16,-6 1-204 16,1 3-152-16,8 3-48 0,-4 0-12 0,3 3-40 15,2 3 40-15,-6 4 4 16,2 4 108-16,-5-3-48 0,-1 3-64 15,-7 1-44-15,0 5 44 0,-3-5 8 16,-13 8-8-16,0-2-80 0,-5-1-80 16,-2-1 52-16,3-1-104 0,0-8-72 15,0-1 28-15,4-4-68 16,4-5-208-16,0 0-228 0,4-7-236 0,0-3-316 16,8-9-912-16,0 3-1753 0,0-13-1035 15</inkml:trace>
  <inkml:trace contextRef="#ctx0" brushRef="#br0" timeOffset="13810.989">15052 5857 10032 0,'0'0'4009'15,"0"0"-2557"-15,0 0-468 0,0 0 260 16,0 0 76-16,0 0-364 0,0 0-284 0,0 96-184 16,-3-55-52-16,-1 10 125 0,-5 2 7 15,5 8-216-15,0 2-172 0,-3 4-72 16,-2 7-52-16,1-2-56 0,-3 8-100 16,-2 5 88-16,2 7 4 0,-5 1-124 0,0-1 36 15,-1 0 48-15,-2-2-24 0,3-13-172 0,0-3-204 16,4-10 48-1,0-7 59-15,8-10-59 0,0-6 32 0,4-6-120 16,0-3 12-16,4-7-188 0,4-2-260 16,4-10-416-16,0-7-896 0,0-3-1581 15,8-3-1983-15</inkml:trace>
  <inkml:trace contextRef="#ctx0" brushRef="#br0" timeOffset="14176.844">15431 6766 4072 0,'0'0'9925'0,"0"0"-8233"0,0 0-1280 15,0 0-196-15,0 0 532 0,0 0 568 0,0 0-260 16,76-7-468-16,-53 7-208 0,5 4-100 16,0-1-120-16,4 0-52 0,0 6-12 15,3-2-92-15,-3-1-4 0,5 0-8 16,-5-3-160-16,0 1-164 0,-1-1-168 15,-3-3-12-15,-1 3-92 0,1-3-72 0,-3 0-488 16,-5-3-1036-16,-5 0-2049 0,-6-4-2175 16</inkml:trace>
  <inkml:trace contextRef="#ctx0" brushRef="#br0" timeOffset="15623.949">15399 6473 1656 0,'0'0'11213'15,"0"0"-9497"-15,0 0-1148 0,0 0-200 0,0 0 284 16,0 0 500-16,0 0-260 0,75 11-388 15,-55-9-196-15,4-2-124 0,1 0 48 0,6 3 64 16,1-3 156-16,4 0-100 0,0 0-144 16,-1 0-84-16,1 0-52 15,-4-3-68-15,5 1-4 16,-9 2-84-16,3-4-124 0,-7 1-196 0,0 3-184 16,-4-4-48-16,-1 4-56 0,-2 0-236 0,-2 0-772 0,-6 0-2396 15,-1 0-2725-15</inkml:trace>
  <inkml:trace contextRef="#ctx0" brushRef="#br0" timeOffset="16488.42">16746 6172 4576 0,'0'0'2372'0,"0"0"2565"0,0 0-3621 0,0 0 384 0,0 0-428 16,0 0-132-16,0 0-224 0,0 0-140 15,0 0 8-15,15 89-100 0,-11-52-36 16,-4 8 68-16,5 3-171 0,-5 3-109 15,0-4-72-15,0 5-48 0,-9 1-112 16,-2 1 0-16,-6 1-20 0,2-2-112 16,-9 1-68-16,3 0-4 0,2-7-4 15,-1 1-44-15,4-3-12 0,0-11 0 16,4-1-16-16,4-5-8 0,4-5-108 0,4-4-280 16,0-7-280-16,0-2-205 0,9-4-299 0,-2 0-1552 31,9-6-4693-31</inkml:trace>
  <inkml:trace contextRef="#ctx0" brushRef="#br0" timeOffset="16702.446">17304 7049 3496 0,'0'0'2748'0,"0"0"4381"0,0 0-5897 15,0 75-528-15,0-49-188 0,-4-4 16 0,0 0-20 16,-1 1-180-16,1-5-332 0,0 1-240 16,-3 1-548-16,-1-2-572 0,-1-7-1224 15,-2 3-3545-15</inkml:trace>
  <inkml:trace contextRef="#ctx0" brushRef="#br0" timeOffset="17615.28">18037 6315 4560 0,'0'0'9285'0,"0"0"-7365"16,0 0-752-16,0 0-472 0,79-4 292 16,-47 4 68-16,8 0-296 0,0 11-140 15,3 1-144-15,2 4-87 0,-6 3-73 0,-3 0-60 0,-8 0-4 0,-8 0-56 16,-4 3-136-16,-4-3-60 0,-12 0-12 16,0 4-48-16,-9-1 56 0,-10 0-4 15,-9 3-4-15,-8 4-52 0,-4-4 4 16,-7 2 0-16,2 0 48 0,6-4-36 0,3-4 36 15,4-4 12-15,12-2 40 0,8-3-32 32,5-7-8-32,2 3-8 0,5-6-52 0,0 3-36 0,0 1-28 15,12 5 16-15,0 0 104 16,8 4-116-16,0 3 12 0,0 0-16 16,-4 3 52-16,3 1-1 0,-2-1 25 0,-9 2 36 0,4-2 12 15,-8 4 0-15,0-4 8 0,-4 0 64 16,0 1 85-16,-13-2 39 0,6 1-16 15,-9 0 136-15,0 0-208 0,-5-1-60 16,-2 1-44-16,-1 1 44 0,-4-4-48 16,0 0-84-16,-4-4-108 0,4 1-52 0,4-7-120 15,1 4-1-15,7-7-107 0,-5 0-224 16,10 0-516-16,3 1-676 16,-1-4-772-16,6 0-2229 0,3 0-3171 0</inkml:trace>
  <inkml:trace contextRef="#ctx0" brushRef="#br0" timeOffset="17820.898">18765 7369 4620 0,'0'0'10909'16,"0"0"-9093"-16,0 0-1344 0,-43 80-336 15,26-55 96-15,-2-3 104 0,7 4-148 16,-4-5-188-16,0-1-224 0,0-1-168 16,0 0-316-16,1-3-668 0,7-4-1264 15,-9-3-3853-15</inkml:trace>
  <inkml:trace contextRef="#ctx0" brushRef="#br0" timeOffset="19384.526">20582 5781 4484 0,'0'0'1448'16,"0"0"-668"-16,0 0-144 0,0 0-36 15,0 0 8-15,0 0 1797 0,0 0-529 0,0 0-808 0,0 0-332 0,0 0 148 16,-8-28 36-16,5 25-236 0,-1 3-288 31,0-3-148-31,0 3-48 0,-9 0 48 16,6 0-4 0,-5 0-8-16,-4 0-4 0,4 0-72 0,-4 3 64 0,0 0-4 15,0 3 60-15,0 1 100 0,-4-5-112 0,0 8-60 16,1 0 12-16,-9-1-12 0,4 7-16 0,-8 3 28 15,0 3-40-15,-4 10-44 0,-1 6-39 16,-2 4-37-16,-1 8 4 0,1 7-8 16,-2 4-56-16,6-1-4 0,3 0-4 15,8-9 8-15,8-3 108 0,8-7 132 0,4-9-44 0,4-6-92 16,4-8-104-16,4-2-8 16,4-3 0-16,4-7-64 0,3 0 0 0,6-6-24 15,3 0-40-15,3-6-80 0,5-10-64 16,9-6-169-16,-2 0-3 0,5-6 24 0,-4-4 52 0,8 0-64 15,-9-4-4-15,2-1-36 16,-2-4 0-16,-4-4 160 0,-7-2-4 16,0-2 152-1,-8 2 36-15,-3 0 136 0,-2 2 0 16,-7 3 8-16,0 5 68 0,1 5 32 16,-10 4 204-16,1 8 48 0,0 5-116 15,-4 8 200-15,0 4-76 0,0 0-96 0,0 3-40 16,0 0 12-16,0 0-48 0,0 0-36 15,-4 0-156-15,-3 9 56 0,-6 4 244 16,-2 6 160-16,-6 10-148 0,1 2 0 0,-7 7-23 16,3 10-5-16,-4 3 52 15,0 6-36-15,0 4-100 0,0 5-20 0,-4 7-136 0,4 3 12 16,4 7 0-16,1 0 12 0,-1 2-72 16,7 1-8-16,2-3-4 0,-2 2-28 15,6-5 40-15,-1-1 0 0,-4 0-8 0,4-6 8 16,-4-3 0-16,4-3-4 0,-4-4-4 15,4-5-64-15,0-8 0 0,0-6-172 16,5-2-120-16,-1-7-72 0,-1-4 12 0,1-5 95 16,5-7 77-16,3 0-16 0,0-9 12 31,0 0-12-31,0-7 36 0,0-1-100 16,0-2 52-16,0 0-28 0,3-2-232 15,5-5-420-15,1-6-720 0,-1-2-832 0,-1 1-1593 0,5-14-1495 16</inkml:trace>
  <inkml:trace contextRef="#ctx0" brushRef="#br0" timeOffset="23756.886">23252 889 3360 0,'0'0'8565'15,"0"0"-6533"-15,0 0-1448 0,0 0-356 0,0 0 248 16,0 63 636-16,4-44 244 0,0 6-416 15,-4 0-388-15,0 8-124 0,0 2-120 16,-8 6-4-16,0 3 184 0,-4 8-208 0,-4 1-144 16,0 7-28-16,0 3-68 15,-4 8-40-15,1 5-12 0,-1 10 8 0,-5 6 4 16,1 2 72-16,1 12-20 0,-5 2-40 0,0 6-12 16,-4 4-24-16,4 6-100 0,-3 6 52 0,-1 3 64 15,0 9 8-15,0 11-12 16,4 3 4-16,-4 3 4 0,4 3-64 15,-4 3 68-15,1 7 0 16,-1 5 0-16,4 4 4 0,-4 0 56 0,0 6-60 0,-4 8-84 16,5 0 40-16,-6 5 40 0,5 7 8 15,0 3-12-15,-4 3-56 0,5 2 16 16,3 1 48-16,0 7 48 0,0-5-48 16,0 5 24-16,5 2-24 0,-2 0 160 0,1 3 96 15,4 1-136-15,-3 7-120 0,-1-5 4 0,3 8 104 16,2-5-32-16,-1 8-76 0,0-4-144 15,4 3 48 1,0-3 96-16,-3 3 8 0,6-2-8 0,-2-1 0 16,-2 0 108-16,2-3-60 15,2 1 100-15,-2-5-144 0,-2-3 129 16,2-2-9-16,-5-1-124 0,4-6 0 0,-4-2-88 16,0-3 84-16,0-3 4 0,0-3-4 15,0-3-68-15,4-3 72 0,0-4 8 16,-3-3 0-16,2-3 88 0,2-5 76 0,-2-5-100 0,2-6 48 15,-1-4-48-15,0-4-60 16,0-2 40-16,4-7-52 0,-4-11-84 0,8-2 36 16,-3-9 44-16,6-9 0 0,-3-7 4 15,8-11 4-15,-4-6-4 16,4-11-4-16,0-7-128 16,4-14 24-1,0-5-28-15,5-13-93 0,-2-7-63 0,1-11-160 0,-4-7-120 16,3-14-176-16,-7-8-172 0,5-7-748 15,-1-7-2188-15,-4-31-2273 0</inkml:trace>
  <inkml:trace contextRef="#ctx0" brushRef="#br0" timeOffset="25161.777">23961 1816 2508 0,'0'0'10525'15,"0"0"-8269"-15,0 0-824 0,0 0-724 0,0 0 76 16,0 0-8-16,0 0-64 15,8 69-140-15,-4-33-20 0,4 8-56 16,-4 10-68-16,0 3-39 0,4 6 11 0,-8 7 0 0,0 0-232 16,0 3-72-16,-8 1-96 0,-3-5-108 15,-6 5 60-15,-3-8 0 0,1 1-48 16,2 0-40-16,-2-8 28 0,-1-1 24 0,8-7 12 16,-4-4-76-16,8-8-92 15,-1-8-201 1,9-6-115-16,0-12-68 0,0 0-328 0,9-10-464 15,2-3-148-15,6-10-440 0,-2 1-2389 0,17-23-3555 16</inkml:trace>
  <inkml:trace contextRef="#ctx0" brushRef="#br0" timeOffset="25738.223">24467 2073 7672 0,'0'0'4241'16,"0"0"-2949"-16,0 0-604 15,0 0-192-15,0 0 564 0,-27 83 284 16,27-58-188-16,7 1-320 0,5-1-268 16,8 0-116-16,-4-3-72 0,12-6 72 15,-4-3-88-15,8-4-120 0,3-5-72 16,-3-1-64-16,4-3-24 0,4-3-84 0,-4-7-200 15,4-3-8-15,-1-6-256 0,-2 3 172 0,2-2-272 16,-7-6-96-16,0 6 96 0,-4-1 56 0,-8 4 12 16,-4-2 40-16,0 2 216 0,-12 5 240 15,0 0 88-15,-4 1 88 0,0-1 144 16,-13 4 116-16,2-4-376 0,-5 8-8 16,0-2 96-16,-8 4-52 0,1 0-8 15,-10 9 60-15,1 4 48 16,-4 10 88-16,1 2 36 15,-5 6-16-15,-4 5-32 0,4 2-40 0,4-3 0 16,1 0-60-16,3-4 44 0,4 1-20 0,4-3 48 16,8-4-96-16,4-3-64 0,0-3-12 15,8-3 36-15,4 0-20 0,0 0-76 16,0 1-12-16,4-3-12 0,4 3-100 16,4 2 104-16,4 3 0 0,4 0 0 15,3 0-40-15,1 4-60 0,1-1-4 0,-5 1 4 16,-1 0 60-16,1-1-52 0,-8 0 88 15,1 0-84-15,-6 0 88 0,-3-2-120 16,-4-5 124-16,0 5 8 0,0-4 44 0,-4 0-40 16,-3 0 64-16,-2-7-72 0,-3 2 0 15,1-1-84-15,-2-4-296 0,-2-3-36 16,-2-3-12-16,-2 1 24 0,3-4-64 0,-5 0-136 0,6 0-248 16,2-7-676-16,2-3-788 15,3 5-1993-15,-4-18-1683 0</inkml:trace>
  <inkml:trace contextRef="#ctx0" brushRef="#br0" timeOffset="26236.279">25033 2923 1720 0,'0'0'8844'0,"0"0"-5903"0,0 80-829 0,-4-42-300 16,0 7-20-16,-8 6-252 0,0 0-431 0,-4-1-553 15,4 4-264-15,-8 0-108 16,1-4-76-16,-2 2-104 0,-3-5-4 16,5-5-108-16,3-8 8 0,4-5-8 0,3-6-12 15,5-1-196-15,1-10-24 16,3-2-61-16,0-4-87 0,0-6-96 0,3 0-16 16,5 0-112-16,5-9-136 0,7-4-128 15,-1-9-768 1,9-4-88-16,-4-9-188 0,4-6-457 15,0-4 557-15,0-2-176 0,-4-6 676 0,3-2 1420 16,-2 1 184-16,-5-3 660 16,3-1 240-1,-3 5-124-15,1 5-116 0,-2 1 12 0,-3 6 232 16,5 9 36-16,-6 6-119 0,1 7 83 0,-4 6-40 0,3 7-124 0,-2 3-132 16,-1 3-304-16,0 6-84 0,-4 10-40 15,3 3-28-15,-2 0-52 0,-5 7-36 0,0 0-60 16,-4-1-28-16,0 0 60 15,0-3-56-15,-8 0 68 0,-1-6-24 0,-6 3 40 16,-1-3 8-16,0-3-8 0,-4-1-68 16,0-1 40-16,0-5 64 0,-4 0-152 0,4 1-32 15,1-7-40-15,2 0-60 0,2 0-292 0,2-5-224 32,2-1-132-32,3-7-324 15,-1 1-468-15,1-7-724 0,8 6-1865 0,-3-19-2287 0</inkml:trace>
  <inkml:trace contextRef="#ctx0" brushRef="#br0" timeOffset="26923.589">25926 1756 1708 0,'0'0'5896'0,"0"0"-1475"0,0 0-2673 0,0 0-532 16,0 0 48-16,0 0 44 0,0 0-208 15,-4 82-316-15,0-47-208 0,-1 6-12 0,5 8-4 16,-4 1-172-16,4 4-23 15,0 3-145-15,-4 7-4 16,4-1-20-16,0 0 80 0,-4 7 268 0,4 0-204 16,-3-3-160-16,-1 6-172 0,-4 0-8 15,-1-1-56-15,-2 5 48 0,-6-1-52 16,6 1-12-16,-6-1 0 0,-2-7-24 0,3-1-28 16,0-5-68-16,-4-3-24 0,8-6 32 15,-4-3-276-15,8-10 220 0,1-6-17 0,-2-7-71 16,5-5-196-16,4-4-36 0,0 0-148 0,0-6 56 15,0-7-868-15,0-4-404 16,0-2-840-16,9-2-2657 0</inkml:trace>
  <inkml:trace contextRef="#ctx0" brushRef="#br0" timeOffset="28420.707">27157 1079 4924 0,'0'0'6521'0,"0"0"-4853"0,0 0-676 0,-52 83 132 0,36-49 424 15,0 11-60-15,4 6-468 16,0 6-272-16,-4 7-208 0,4 9-68 0,0 6-104 15,1 13 81-15,-2 9 23 0,1 8-96 16,-4 8-120-16,1 1 8 0,-6 1-56 0,-3 6-160 16,-4 2-36-16,-4-4 48 0,1 8-60 15,-1-1-8 1,0-3-76-16,0-6 84 0,0 0-112 0,4-10-104 16,5-7 60-16,-5-5 20 0,4-4-80 15,4-3-124-15,-4-6-96 0,4-4 167 16,0-6-107-16,5-9-64 0,-6-7-72 15,6-9-24-15,2-6-104 16,2-10-544-16,2-7-988 0,1-6-1012 0,4-9-713 16,4-10-2895-16</inkml:trace>
  <inkml:trace contextRef="#ctx0" brushRef="#br0" timeOffset="28986.231">27718 1927 5520 0,'0'0'6585'0,"-4"69"-4961"16,4-27-688-16,0 9-280 0,-3 12 328 0,-1 4 412 15,-5 6-284-15,1 0-204 0,1 0-260 16,-6 0-160-16,5 0-184 0,-7 0-124 16,2-3-112-16,-2-1-68 0,-1-8-88 15,0-4-140-15,0-8-296 0,0-5-200 16,4-6-48-16,0-10 8 0,1-3-500 16,-6-2-1236-16,9-11-3069 0,-4 1-3406 15</inkml:trace>
  <inkml:trace contextRef="#ctx0" brushRef="#br0" timeOffset="29468.896">28914 2257 9580 0,'0'0'5541'16,"0"0"-4549"-16,56-88-992 0,-41 56-300 0,-2 0 300 15,-6 0 392-15,1 7 288 0,-8 5 140 16,0 5-92-16,0 2-248 15,0 7-136-15,-8 6-108 0,1 0-176 0,-14 8 12 16,-6 18 236-16,-9 6 180 16,-4 13 108-16,-4 8-168 0,-3 10-64 0,-2 5-131 0,6 1 55 0,-1 1 28 15,0 0-100-15,8-3-128 0,0 0-16 16,13-7 24 0,2-3-88-16,5-6-8 0,12-6 0 15,4-1 0-15,0-10-12 0,13-1 12 16,2-7 52-16,9-12-52 0,0 0-180 0,8-8 84 15,0-3 88-15,4-3-176 0,-4-6-204 16,-1-11-169-16,-3 3-223 0,0-10-220 16,-7-1-460-16,-6-4-676 0,-7-2-848 15,-4-4-1097-15,-4 0-347 0,-4-3 352 0</inkml:trace>
  <inkml:trace contextRef="#ctx0" brushRef="#br0" timeOffset="29607.5">28770 2654 340 0,'0'0'428'0,"0"0"1516"15,-40-83-1356-15,29 68 3744 0,6 5-1912 0,1 8-459 16,4-3-265-16,0 5-212 0,0 0-112 0,9 5 32 0,6-3-64 15,2 8-320-15,10-3-156 0,5-1-147 16,8-4-221-16,0 2-228 0,-1-4-176 16,6-4-92-16,-10-2-288 0,1-7-441 15,-4-2-367-15,0-1-324 0,-8-1-556 0,0-1-1980 16,-9-1-1521-16,-2 6-1875 0,-5-6 6881 16</inkml:trace>
  <inkml:trace contextRef="#ctx0" brushRef="#br0" timeOffset="29772.82">29113 2460 2796 0,'0'0'808'16,"0"0"756"-16,0 0 3284 0,-32 67-3043 0,24-38-461 16,0-4-76-16,4 10 156 0,-4 0 32 15,0 0-120-15,4 3-244 0,-4-4-336 16,5 2-132-16,-2-4-176 0,5-4-252 0,0-3-132 16,0-6-64-16,0 0-60 0,5-6-52 15,6 1-152-15,1-9-324 0,4-2-156 0,4-3-188 0,4 0-248 16,0-8-844-16,0-6-2052 15,-4 1-2393 1</inkml:trace>
  <inkml:trace contextRef="#ctx0" brushRef="#br0" timeOffset="30063.137">29949 1971 1120 0,'0'0'10549'16,"0"0"-8565"-16,-15 70-956 0,7-35 192 0,-5 10 244 15,2 3-56-15,-6 4-388 0,2 3-276 16,-1 2-180-16,-4 4-44 0,0-4-19 16,0 0-137-16,0 4-76 0,-4 5-68 15,0 1-100-15,0 0-24 0,5 2-96 0,-1 1 0 16,4-3-144-16,-4-1-112 0,3-2-372 0,2-4-237 15,-1 1-219-15,0-1-484 0,8-2-896 16,-4-6-1604-16,8-13 791 16,-4 12-1855-1</inkml:trace>
  <inkml:trace contextRef="#ctx0" brushRef="#br0" timeOffset="30853.018">24260 4766 9216 0,'0'0'5917'15,"0"0"-5101"-15,0 0-816 0,0 0 0 0,0 0 356 16,0 0 864-16,0 0 412 0,0 0-568 0,0 0-416 16,20 69-260-16,-17-25-48 0,-3 11-47 15,0 5-1-15,-7 3-40 0,-1 1-116 0,-8 0-136 16,4-4 0-16,-3 0-72 15,-2-4-64-15,2 3-20 0,-2-6-76 0,2 5-181 16,-2-1-159-16,1-3-72 0,4 0 20 16,5-3-152-1,3 2-384-15,4-2 156 16,4-4-556-16,11 2-684 16,2-8-57-16,-6-13-323 0,21 7-1476 0</inkml:trace>
  <inkml:trace contextRef="#ctx0" brushRef="#br0" timeOffset="31535.036">24805 5229 1160 0,'0'0'11285'16,"0"0"-9273"-16,0 0-904 15,0 0-340-15,5 69 688 0,7-62 88 0,3-1-200 16,9-6-480-16,4 0-475 0,8-2-273 16,5-11-116-16,2-4-88 15,5-1-105-15,-1-5-199 0,2-2-104 16,-2 0-116-16,1-2 52 0,-4 2 44 0,-4-2 36 15,-4-3 36-15,-4 2 60 0,-4-7-100 16,-9 4-112-16,1-1-144 0,-8 3 84 16,-3 3 520-16,-9 5 136 0,0 5 240 15,0 6 184-15,-5 7-68 0,-7 3-280 0,-8 3 84 16,-3 13 364-16,-5 9 124 0,-4 4-56 16,-9 9 12-16,-2 4-100 0,0 5-100 0,-2 3 112 15,-2-1-104-15,2 1-8 0,-2-5-176 16,11-3-20-16,0-5 12 0,8 1-27 15,9-9-33 1,2 3-4-16,6-7-84 0,3-3-72 16,8 0 8-16,0-2-8 0,0-1-8 15,0-4-76-15,11 1 76 0,5 3-196 16,4-3-65-16,8 0-59 0,0 0 120 16,0 3 28-16,0-7 44 15,0 4 76-15,0 0 0 0,-5 0-28 16,-3 1 16-16,1-5-76 0,-2 4-8 0,-6-3 20 0,-2 2 16 0,-3 1 32 0,-4 0 88 15,1 0 76-15,-5 0 160 16,0 3 140-16,0 4-36 0,0 2-84 16,0 0-36-16,0 0 109 0,0-3-185 0,-5 1 16 15,-3-7-28-15,-4-4-60 0,-4 1-64 16,-3-1 0-16,-5-5-8 0,-1 2 0 0,-3-2-72 16,-3-7 12-16,3 0-36 0,4 0 12 15,4-3-40-15,0-4-253 16,8-6-159-16,0 1-96 0,4-4-236 0,4-3-204 0,4-6-640 15,0 6-2928-15,0-13-2705 0</inkml:trace>
  <inkml:trace contextRef="#ctx0" brushRef="#br0" timeOffset="31820.145">25574 5845 6308 0,'0'0'9325'0,"0"0"-7573"0,-31 70-1344 16,15-38-184-16,5 9 616 0,-2 6 592 0,5-2-456 15,1 3-476-15,2-1-235 0,5 0-33 0,0-2-76 16,0-1-80-16,0-2-4 0,5-7-72 16,-5 3-40-16,3-3-32 0,-3-4-28 0,0-1-32 15,0-5-12-15,0-3-76 0,0-6-145 16,-3-4-99-16,3-5-96 0,0-4 12 31,0-3-68-31,0-3-8 0,0-13-128 0,7-3-44 16,5-9-144-16,4-10-192 15,4-6-1128-15,-4 7-581 0,8-22-2603 0</inkml:trace>
  <inkml:trace contextRef="#ctx0" brushRef="#br0" timeOffset="32084.356">25714 5775 2916 0,'0'0'224'0,"0"0"5816"0,0 0-4880 0,0 0-656 15,0 0-295-15,0 0 331 0,0 0 640 16,0 0-480-16,0 0-432 0,84-35-64 16,-61 51-92-16,-6 3 4 0,3 3 72 0,-5 3 40 15,-2 1 76-15,-5-1 24 0,-4 0 152 16,-4 1 36-16,0-3-104 0,-4-4-60 16,-9 0-192-16,-2 0-152 0,-5-3-8 15,0-1-48-15,-4-5 48 0,4-1 4 0,4-2-4 16,0-7 0-16,4 0-164 0,0-4 92 0,0-5-92 15,5-7-148-15,7 0-56 16,0-9-260 0,0-3-204-1,3-4-296-15,9-10-988 0,1 10-2401 0</inkml:trace>
  <inkml:trace contextRef="#ctx0" brushRef="#br0" timeOffset="32351.548">26527 4813 4752 0,'0'0'872'0,"0"0"4641"16,0 104-3705-16,0-53-40 0,-4 7-56 16,-4 5-316-16,0 4-128 0,-4-3-360 0,0 0-308 0,-8-5-200 15,5 1-156-15,-6-2-124 16,-3-2 28-16,-4-5-40 0,5 1-60 15,-1-8-48-15,0 1 0 0,4-7-12 0,4-7 8 16,5 1-8-16,-2-3-84 0,1-7-24 16,5 1-260-1,2-9-288-15,1-3-140 0,4-3-236 16,0-1-504-16,0-7-1476 0,16 0-3497 16</inkml:trace>
  <inkml:trace contextRef="#ctx0" brushRef="#br0" timeOffset="32820.358">26886 5305 5528 0,'0'0'52'0,"0"0"5645"0,0 0-3929 0,0 0-560 0,0 0-196 16,95 4 32-16,-59-2 28 0,8 1-180 15,0 4-176-15,4 0-200 0,-1-4-200 16,1 2-108-16,0 2-208 0,-8-3-4 15,0-1-144-15,-5-3-144 0,-3 3-236 0,-4-3-188 16,-4 0-184-16,-8 0-452 0,-4 0-1240 31,-8 0-2317-31,-4 0-2583 0</inkml:trace>
  <inkml:trace contextRef="#ctx0" brushRef="#br0" timeOffset="32987.341">27093 5581 2600 0,'0'0'2972'0,"0"0"2973"0,0 0-3517 0,92 13-860 0,-53-9-312 0,5-2-128 16,-4 5-200-16,0-1-316 0,-4 1-276 15,-5-4-336-15,-7 3-244 0,-3-3-396 0,-10 4-284 16,-7-4-244-16,-4 0-644 16,0 3-984-16,-11 0-1413 0,-10 4 125 15,-3 0 1124-15</inkml:trace>
  <inkml:trace contextRef="#ctx0" brushRef="#br0" timeOffset="33155.754">27232 5731 64 0,'0'0'1956'16,"-79"22"-792"-16,42-12 1220 0,10-1 448 0,7 0-840 0,8-2-535 0,4-4-177 15,4 3 4-15,4 1 28 0,4-1-56 16,4 0-92-16,8 0-216 0,8 4-112 16,8 0-164-16,7-1-284 0,10 1-108 0,7-1-36 15,-1-2-184-15,8-4-60 0,1 1-244 0,-4-4-292 16,0 0-368-16,-1-7-320 0,-3 0-948 0,-11-2-2744 15,10-4-3429-15</inkml:trace>
  <inkml:trace contextRef="#ctx0" brushRef="#br0" timeOffset="33448.807">28452 5131 2612 0,'0'0'1188'31,"0"0"6321"-31,0 0-5777 0,0 0-792 16,0 0 12-16,-4 79 52 16,-5-38 200-16,5 4-140 0,-3 6-100 0,-1 3-280 0,-5 2-144 15,6 2-116-15,-9 2-44 16,0-3-148-16,0-3-172 0,-4-4-60 0,4 2-56 15,0 2 8-15,5-4 48 0,2 1-64 16,5-6 4-16,0-4-24 0,4-3-416 16,0-2-516-16,0-5-112 0,0-2-808 0,0-11-2980 0,4 1-5101 15</inkml:trace>
  <inkml:trace contextRef="#ctx0" brushRef="#br0" timeOffset="34407.706">29507 5378 3800 0,'0'0'2200'15,"0"0"2841"-15,0 0-3169 0,0 0-752 0,0 0-196 0,88 29 232 16,-68-10 20-16,0 6-356 0,-4 8-316 16,-8 0-144-16,-1 3 8 0,-7 5-64 0,0-6 16 15,0 0 84-15,0-1 20 0,-3-4-44 16,-1-8-148-1,0-4-76-15,-4 2-148 0,4-8-8 16,-1-2-48-16,2-4-36 0,3-2-88 0,-4-2-204 16,4-2-160-16,0 0 68 0,0 0 92 15,0 0 152-15,4 0 88 0,-1-2 124 16,10-8-52-16,-1-3 64 0,8-3 64 16,-5-2 72-16,9-9 0 0,-3 0-76 15,3-2-8-15,3-3-52 0,1 0 0 16,0 1-52-16,4-1-32 0,-4 7-112 0,0 8 96 15,-4 4-8-15,-9 7 108 0,-2 6 104 16,-6 4 8-16,-3 9 96 0,0 2 184 16,-4 8 60-16,-4-2-84 0,-4 5-28 0,1 0-12 15,-6 2-96-15,2-6-52 0,-2-3-44 16,5-3-63-16,5-4-73 16,-1-1 0-16,4-5-8 0,0-4 8 15,0-2 0-15,4 4-61 0,7-4 61 16,6 0 25-16,-1 0 95 0,-1-4-108 15,6 2 56-15,-6-4-68 0,1 2-8 16,0 4-92-16,-7 0-93 0,2 0-3 0,-3 7 196 16,-4 5 96-16,4 1 197 0,-4 3-37 15,0 0-76-15,-4 0-68 0,4-4-64 16,0 4-40-16,0-3 4 0,0-4 36 16,4 1 0-16,0-4-36 0,0 1-12 0,3-4-160 15,2 1-300-15,2-4-41 16,2 0-243-16,3-7-232 0,3 0-288 0,1-6-544 0,0 4-1144 15,4-4-2225-15,0-2-1099 0,-8 5 4896 16</inkml:trace>
  <inkml:trace contextRef="#ctx0" brushRef="#br0" timeOffset="34886.787">30519 5722 1540 0,'0'0'5288'16,"0"0"353"-16,0 0-3553 16,0 0-980-16,-16 72-252 0,8-50 68 0,1 1 40 15,3-5-212-15,4-5-300 0,0 1-156 0,7-6 8 16,5-2-12-1,4-1 12-15,8-5-176 0,4-5-128 0,4-7-256 0,4-1-136 16,0-6-120-16,-4 4-16 0,-1-4 148 0,-3 3 184 0,-4 0 128 16,-4 0 68-16,-4 0 24 15,-8 3-16-15,-4-2-8 0,-4 2 212 16,0-4-4-16,0 5-12 0,-4-1 12 0,-4 1-36 16,-3 2-108-16,-2 4-64 0,-2 6-52 15,-6 0-32-15,-3 6 84 0,-4 7 220 16,0 9 136-16,-4-3 96 0,4 4-100 15,5-4-248-15,-1 0-104 16,8-4-168-16,4-5-432 0,12-4-36 16,0 1 60-16,12-7 72 0,8 0-360 0,12 0-444 15,7-4-344-15,6-2-204 0,2-7-957 16,1 4-443-16,0 0 468 16,0-1 1552-16,-9 0 648 0,-3 3 588 0,-12 5 1680 15,-3 2 744-15,-18 0 20 16,-3 2-288-16,-7 9 433 0,-10 5-561 0,-2 2-500 0,-5 1-212 15,0 3-284-15,3 1 56 0,10-4-160 0,-1-3-295 16,7-7-285-16,2 0-188 0,3-4 20 0,3-3 64 16,10-2-40-16,7 0-204 15,3-9-108-15,5-3-292 0,4-8-244 16,9-2-133-16,-6-4-63 0,5 4-16 16,-4-6-16-16,3-2-292 0,2-1-460 15,2-4-500-15,-3-6-72 16,0 0 51-16,-8 6-775 0,15-26-1504 0</inkml:trace>
  <inkml:trace contextRef="#ctx0" brushRef="#br0" timeOffset="35090.068">31670 5098 1368 0,'0'0'1124'15,"0"0"-1112"-15,0 0 368 0,0 0 5920 16,0 0-4323-16,0 0-1105 0,0 0-476 0,0 0-100 16,0 0 456-16,0 0 656 0,-15 13-324 15,-5 26-8-15,0 5-232 0,-4 4-288 16,0 2-196-16,-4 5-80 0,-4 5-144 15,1 0 60-15,-9 1-136 0,4-4 76 0,4-3 72 16,1-7-24-16,10-5-100 0,5-7-84 16,8-1-104-16,4-2 100 0,4-7-4 15,0 1-248-15,8-10-852 0,0-3-440 0,-3-7-1484 16,10-4-4125-16</inkml:trace>
  <inkml:trace contextRef="#ctx0" brushRef="#br0" timeOffset="36138.119">32173 5747 1772 0,'0'0'1424'16,"0"0"3512"-16,-28 101-2684 0,8-53-795 15,-8 15 207-15,-4 0 132 0,-4 11-464 0,-7-1-200 16,-1 3-452-16,0-4-272 0,4-1-212 0,0 0-84 0,8-8 60 16,4-4-64-16,9-1-44 15,6-8-64-15,2-5-4 0,7-4-120 16,4-9-172-16,0-4-132 0,0-4-20 0,4-10-244 31,0-1-152-31,3-3-440 0,1-7-844 0,-3-3-1005 0,3 0-2355 16</inkml:trace>
  <inkml:trace contextRef="#ctx0" brushRef="#br0" timeOffset="36434.796">32078 5950 6384 0,'0'0'1712'0,"11"-66"2493"0,1 36-3641 0,0 5-296 16,4 0 624-16,-4 6 648 0,8 9-132 31,0 3-232-31,0 7-520 0,-4 0-364 0,8 13-156 16,-4 3 60-16,3 7 36 15,-6 5-24-15,-6 4-96 0,-3 3-112 0,-8 3-40 0,0 3-36 0,-8-3 68 16,-3 3 8-16,-10-3-4 16,2-2-76-16,-9-5 32 0,0-2-16 0,0-4-68 15,-8-3-40-15,0 1 0 16,-4-8-52-16,4 2 28 0,1-9 0 0,3-1-136 15,0-3-64-15,4-4-164 0,4 0-500 16,-4-6-1136-16,9-5-2405 16,-6-8-2167-16</inkml:trace>
  <inkml:trace contextRef="#ctx0" brushRef="#br0" timeOffset="36994.413">29181 4966 4364 0,'0'0'340'16,"0"0"5460"-16,0 0-4407 0,-68 91-521 15,48-56 44-15,-4 4 100 0,4 8 116 16,1 7-140-16,2 6-208 0,6 9-80 16,-2 5-52-16,9 6-60 0,0 3-300 15,4-4 160-15,-4 3-256 0,4-2-196 0,0-4-144 16,0-6-224-16,8-4-268 0,5-6-288 16,2-5-92-16,9-5-396 15,4-5-936-15,0-10-1505 0,20 5-783 0</inkml:trace>
  <inkml:trace contextRef="#ctx0" brushRef="#br0" timeOffset="37508.919">33089 5521 2600 0,'0'0'92'16,"0"0"664"-16,0 0 4920 0,24 95-3571 15,-24-54-721-15,0 5-348 0,-12 1-352 0,-4 0-116 16,-3 1 40 0,-5-1-384-16,3 1-124 0,-3 0-88 15,5 3-12-15,-5-1 52 0,3 1 224 16,2 0 240-16,-5 0 20 0,-4-1-300 16,0-6-28-16,0-2-72 0,-8-3-136 15,-3-4-288-15,-6-7-556 0,-2 3-388 16,-9-6-72-16,13-2-1148 0,-26-1-2545 0</inkml:trace>
  <inkml:trace contextRef="#ctx0" brushRef="#br0" timeOffset="77834.569">800 9740 5328 0,'0'0'588'0,"0"0"5173"0,0 0-4289 0,0 0-24 16,0 0-324-16,0 0 268 0,0 0-240 0,0 0-120 0,88 13-124 16,-76-9-188-1,4-1-112-15,0-3-159 0,0 3-85 16,3 0-48-16,5 0-96 0,8 0-28 16,0 0-188-16,9-3-4 0,6 4-8 0,5-4-88 15,8 0-4-15,3 0 100 16,9 0-8-16,8 3-52 0,3-3 52 0,1 3 4 0,8 0-44 15,3 3 48-15,4 4-60 0,6-1 60 16,-2 4 60-16,5 0-60 0,-1-1-4 16,5 5-4-16,-1-2-160 0,1-2 44 15,8 3 52-15,-5-3-72 0,5 2-12 0,7-5-28 16,1 3 87-16,7-1 61 0,9-2 36 16,-6 4 0-16,6-6 0 0,4 2-172 15,-1-1 164-15,0-3-100 0,5 5 60 0,-1-5-16 16,4 2 52-16,1-1 12 0,-1 3 0 15,5-3-132-15,0 2-16 0,-1-6 148 16,4 3-132-16,1 1 48 0,3-1-4 16,0 0 28-1,4-2 12-15,5-1-184 0,-1 0 108 16,0 0 76-16,5-3 0 0,-1 3 48 16,5 0 48-16,-6 4-48 15,-2-4-48-15,3 0 40 0,-3 0-4 0,2 1 12 0,2 2 8 16,3-3-4-16,0 3-8 0,1 1-200 0,-5-4 32 15,4 3 12-15,-3-2 16 16,3 3 32-16,1-5 52 0,-6 4-88 0,2 0-88 0,-5-1 152 16,1 1 76-16,-5-4-36 15,4 1 44-15,1 0 60 0,-2 1 12 0,2-1-72 0,0 1-84 16,3-1 20-16,0 0-108 0,0-3 136 16,4 2 36-16,-3-2 0 0,-1 0-48 15,1 4-28-15,-2-4-144 0,2 0 156 16,-5 0-20-16,5 0-4 0,-6-4 88 15,2 2 0-15,3-1-108 0,-7 0 100 16,3-4 0-16,0 0 4 0,-4 2 4 0,5-1 52 16,-4-1-52-1,-9 0 0-15,4 2-16 0,-7-2-32 16,-1-3 48-16,0 0 8 0,-3 1 56 16,-5-1-56-16,-3 1 96 0,-6-4-104 15,-6 4 0-15,0-4 120 0,0 3-20 16,-5-6-40-16,0 4-60 0,5-2 12 0,-5 3 40 15,1-3-52-15,-1 2-172 0,-8-1 168 16,1 0-12-16,-1 1-68 0,-7 2 72 16,0 1 12-16,-9-1 0 0,-3 1 96 0,-4-1-96 0,-5 4 188 15,-3-4-92-15,-4 4-44 16,-9-3-44-16,-7 2 32 0,-4 1-40 16,-9-1-48-16,-10 0-16 0,-2 2-44 0,-11-4-140 15,-8 4-136-15,-4-1 0 0,-13 4-216 16,-2-1 140-16,-5 3 156 0,0 0 52 0,-4 0-164 15,0 0-428-15,0 3-72 0,0-1-52 16,-4 4 364-16,-5-1-192 0,-2-3-417 31,-1 5-107-31,-8-4-732 0,-1-3-892 16,2 0 692-16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05:04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22056 473 456 0,'0'0'11205'16,"0"0"-9209"-16,0 0-1044 0,0 0-72 0,0 0 588 16,0 0 8-16,0 0-456 0,0 0-432 15,0 0-268-15,0 0-88 0,0 0-76 16,8 57 40-16,-3-54 60 0,-5 6 12 0,4 1 12 31,0 0-27-31,0 2-33 0,-1 2-28 0,1 0-116 16,0 3 44-16,0 2-36 0,1 3-80 0,-1 1-4 15,-4-1 0-15,4 6-4 0,-4-3-64 16,0 7 64-16,0-1-4 0,0 2-40 16,0 5 36-16,0-3 4 0,0 7 0 15,-4-2-76-15,0 5-16 0,-1 3 28 16,1-1-48-16,0 6-64 0,-3 2 27 0,3-1-39 16,0 6 52-16,0 1-64 0,-5 2 64 15,5 4 8-15,1-3-48 0,-1 5-72 16,0 1 64-16,4 0 116 0,-4 3 16 15,0 0-12-15,4 0-4 0,0 0-44 0,0 0 44 16,0 0-20-16,0 0 36 0,0 2 52 16,0 2-56-16,0 2 52 0,0 1-48 0,0 2 52 0,4 5-76 31,-4-2 8-31,4 0-48 0,0 5 16 0,0-1 32 16,-1 0-44-16,5-1 68 0,-8 1 52 15,5 4 0-15,-1-1-48 0,0 3 40 16,-4 3-80-16,4-3-8 0,-4 7 84 15,0-4-148-15,0 1 152 0,0-1 8 16,0 1-124-16,0 0-24 0,0 2 84 16,0 0-32-16,0 4 20 0,-4 3 4 0,0 0 68 15,0 0-36-15,-1 3 40 16,1-1 0-16,-3 2-44 0,3 3 40 0,0 0-4 0,-4-2 8 16,3 5 0-16,-2 2 72 15,3 1-68-15,0-4 84 0,4 4-88 0,0-3 0 16,-4-1-4-16,4 4 4 0,0-4 0 15,0 4 48-15,0 0-48 0,0 0 64 0,0 2 108 16,0-3-100-16,0 5-72 0,0-1 16 16,0-1 44-16,0 1 40 0,0 3-40 15,4 3-12-15,-4-3 16 0,4 4 96 0,0-5-152 16,-1 5 4-16,1-4-12 16,1-4 112-1,-1 8-108-15,0-4 0 0,-4 4 128 0,4-2-88 16,0 5-40-16,-4-4-8 0,0 0 4 15,0-1 0-15,0 2 4 0,0-1 8 16,0 4-12-16,3-4 12 0,-3 0-12 0,0 0 0 16,0-2-12-16,4 1 12 15,-4-2 0-15,0 3 4 0,0 1 40 16,0-1-36-16,0 0 40 0,0 0-48 0,0-6-12 0,0 3 8 16,0-6 4-16,0 2-12 0,0 1 24 15,0 0 28-15,-4-4 20 0,4 4-52 16,-3-3-8-16,-1 0-52 0,0 0 48 15,0-1 8-15,0-3 4 16,-1 4 40-16,-2-1 24 0,7-3-20 0,-8 6-4 16,4-7 24-16,0 1-72 15,-5 1 0-15,2-6 40 0,3 2-40 0,-4 0-4 0,0-5 0 0,4 1-8 16,-4 2 4-16,0-8 8 0,1 3-48 16,-2 0 48-16,1-9 40 0,0 4-40 15,1-8-4-15,-2 1-40 0,-3 0 44 0,5-2 84 16,-6-1-68-16,5 0 72 0,-3-3-88 31,-2-3-12-31,2-1 12 0,-2 1 4 0,2-7 56 16,-1 1 0-16,-1-4-8 0,6-4 8 15,-5-2-60-15,0-3 4 0,4-6 28 0,0-1-24 16,-4-3 32-16,4-3 24 0,0-4-4 16,-4-1-8-16,4 1-52 0,-4-2-8 15,5-3 0-15,-2 2 8 0,1-6-8 16,-3 1 8-16,6-8 8 0,-3-2-8 0,4-6 0 15,0-4 4-15,1-6 4 0,3-3-4 16,-4-7-4-16,4-3-8 16,0 0-52-16,0-3 56 0,0 0-8 0,0 0-36 0,0 0-76 15,0-3-24-15,0-3-96 16,0 3-76-16,0-4-132 0,0 1-164 16,-9-4-164-1,1 1-848-15,1-5-1156 0,-5 6-3321 0</inkml:trace>
  <inkml:trace contextRef="#ctx0" brushRef="#br0" timeOffset="5240.611">23579 1035 1632 0,'0'0'4252'0,"0"0"-4020"0,0 0 1968 0,0 0 152 0,0 0-831 15,0 0-297-15,0 0-104 0,0 0 52 16,0 0-256-16,-56-47-216 0,52 47-144 15,4 0-248-15,0 0-184 0,-4 0-60 16,0 6-52-16,0 7 124 0,-4 1 184 16,4 6 0-16,0 5-116 0,4 1-204 0,0-1-48 15,0-3-40-15,4-3 76 16,8-3 12-16,4-2 68 0,-1-6 44 0,6 3 96 16,7-5-84-16,0-3 32 0,4-3 16 15,3 0-96-15,1-7-76 16,4 0-72-16,-4-5 60 0,4-1-108 0,-1-2-40 15,-3-3-136-15,5-6 52 0,-2-1 72 16,1 0-196-16,0-4-40 0,-4 1-76 0,-4-2 28 31,-8 5 68-31,-5 4 216 0,-6 1 172 0,-2 4 80 0,-7 7-4 16,-4 0 12-16,0 2 172 0,0 4 0 16,0 0-96-16,-8 0 156 0,-4 3-284 15,0 0-36-15,-8 0 0 0,-3 9 0 16,-1 1 52-16,-4 5-4 0,-4 4 28 15,-4 0 8-15,1 7-80 0,-6-1-4 16,1 6-4-16,-3 5 4 0,-5-1 100 16,8 0 48-16,-4 0 148 0,12-3-12 0,4-7-164 15,5 0 28-15,3-2-60 0,8-7 68 16,-1-1-80-16,6 1-68 0,7-3-4 16,0-3 56-16,0 2 64 0,7 1-40 0,6-1 260 15,-1 2-284-15,8 0 112 0,-1 0-12 0,5-2-156 16,0 1-8-16,1 0-36 0,-2 0 36 15,5-1-52-15,-4 7 56 0,0-3-12 0,0 3 12 16,-5-3-88 0,-2 4 88-16,-2-5 0 0,-2 1 0 15,-2 0 64-15,-3 0 44 0,-4-4-96 16,1 1 112-16,-5 0 20 0,0-4 28 16,0 4-164-16,0-3-8 15,-9-4 0-15,1 3 0 0,-3 1 8 0,-2-4 64 0,-6 0-72 31,-1 1-8-31,-1-4 4 0,2-3 0 0,-5 0 0 0,4 0 4 16,0 0-4-16,0 0-80 0,4-3-100 16,0-4-36-16,0 1-72 0,4 0-36 0,1 3-152 15,2-1 88-15,5-2-220 0,4 3-204 0,0-3-204 16,0-1-524-16,4 1-1352 0,9-3-4113 16</inkml:trace>
  <inkml:trace contextRef="#ctx0" brushRef="#br0" timeOffset="6171.074">24268 1613 5736 0,'0'0'2212'0,"0"0"-812"0,0 0-84 0,0 0 241 15,0 0-61-15,0 0-396 16,0 0-344-16,0 0-216 0,0 0-196 0,0 0-72 16,-8 41 176-16,4-12 360 0,-4 8-104 15,4 5 8-15,0 5-52 0,0 4-196 0,0 0-172 16,-3 3 40-16,-2 0-88 0,1 0 8 15,4 0-43-15,-3-4 23 0,-2-6-28 0,5 2-84 16,-4-9 40-16,1 3-76 0,-1-10-72 16,3 3-12-16,-3-8-12 15,4 0-48-15,1-6 60 0,-1-3-84 0,4-4-16 16,0-2-32-16,0-3-84 16,0-7-137-16,0 3-123 15,0-3-108-15,0 0-4 0,0-7 28 16,4-2-32-16,3-7-148 0,-3-9-128 0,5-7-772 15,-5-3-508-15,0 4-2021 0,-1-21-795 16</inkml:trace>
  <inkml:trace contextRef="#ctx0" brushRef="#br0" timeOffset="6518.78">24260 1744 6340 0,'0'0'1792'16,"0"0"-536"-16,0 0 24 0,0 0 433 0,0 0-133 15,0 0-352-15,0 0-288 0,0 0-236 16,0 0-216-16,0 0-144 16,60-55-32-16,-52 51-40 0,-1-2-40 15,1 3-8-15,5 0-64 0,-6 3-100 0,1 0 4 0,1 0-56 16,-1 0-4-16,-1 0 56 0,1 6 64 16,1 0-124-16,2 1 0 0,-3 3 0 15,1-1-52-15,-2 0 4 0,-3-2 36 16,4 3 8-16,-4-1 4 0,-4-3-4 15,4 4 4-15,-4-3 0 0,0-2 72 16,0 2-72-16,-4 3 0 0,-4-1 52 16,0 0-52-16,1-2-76 0,-6 3 28 15,2-1 0-15,-2-3-4 0,1 1-20 0,-4-1-40 16,4-3-60-16,-3 3-60 0,-1-6-116 16,0 4-136-16,0-4-212 0,-1 0-320 15,2 0-356-15,-1 0-784 0,8 0-2181 0,-8-7-2699 16</inkml:trace>
  <inkml:trace contextRef="#ctx0" brushRef="#br0" timeOffset="8512.208">23224 698 1384 0,'0'0'2944'0,"0"0"-652"0,0 0 888 16,0 0-1567-16,0 0-649 0,0 0-148 15,0 0-168-15,0 0 0 0,0 0 96 0,0 0-140 0,0 67-200 0,0-42 148 32,0 4-228-32,4 3 108 0,0 3-20 15,-4 3-16-15,4 7 120 0,-4 5 72 0,0 7-172 16,-8 0-196-16,0 0-120 15,0 4-56-15,-4 2-44 0,-4 0-8 0,4 1-64 0,-4 3 72 0,5-4-48 16,-2 4-40-16,2-3-32 0,-2 3 44 16,5-8 72-16,1 2-156 0,3-6-36 0,0-5-12 15,4-6-36-15,-5-2-112 16,5-5-16-16,0-5-184 0,0-7-16 0,0-3-88 16,9-2-196-16,-5-8-328 0,0-2-344 15,7-3-384 1,-2-7-789-16,6 0-1427 0</inkml:trace>
  <inkml:trace contextRef="#ctx0" brushRef="#br0" timeOffset="9345.72">25069 876 1720 0,'0'0'2648'15,"0"0"-1776"-15,0 0-388 0,0 0 100 16,0 0 1484-16,0 0 208 0,0 0-987 15,0 0-537-15,0 0 52 0,0 0 352 0,-4-3-160 16,4 3-252-16,0 0-196 0,0 0-100 16,0 0-52-16,0 0-148 0,0 6-148 15,0 10 160-15,0 3-52 0,0 6 4 0,0 7-40 0,0 6-52 16,0 10 28-16,-4 3-12 0,4 6 12 16,-4 4-76-16,-1-4-72 0,-6 4 0 15,3-5-4-15,-8 1-68 0,4-3-52 16,1-3 52-16,-2-4-40 15,5-2-24-15,1-7 40 0,-2 0-52 0,5-6-100 0,0 0-244 16,0-7-116 0,0-3-88-16,4 0 16 0,0-5-48 15,0-5-192-15,0-2-324 0,0-4-680 16,4-3-517-16,0-3-615 0,4 0-1156 16</inkml:trace>
  <inkml:trace contextRef="#ctx0" brushRef="#br0" timeOffset="10387.511">25718 346 4212 0,'0'0'1484'0,"0"0"-860"0,0 0 2064 0,0 0-335 16,0 0-737-16,0 0-700 0,0 0 72 15,0 0 120-15,0 0-380 0,0 0-192 0,0 0-164 16,8 12 36-16,-8-1 100 0,0 1 20 16,4 3-124-16,-4 5-60 15,5 6-100-15,-5-1 28 0,3 0-16 0,-3 10-148 16,0 0 0-16,-3 9 52 0,-6 7-100 0,1 6-60 16,-12 6 100-16,4 8-52 0,-8 1-44 15,4 8-4 1,-3-4-156-16,3 6 96 0,-4 4-48 15,4 0 96-15,0 3-112 0,5 0-48 0,-6 3 28 0,9 0-4 0,4 0 16 0,0-3 56 16,4-4 76-16,4 1-196 0,0 3 136 31,0-3-136-31,0-1 60 0,0 2-48 0,0 1-232 16,0 2-92-16,0-2 128 0,-3 1-4 16,-6 0 172-16,1-3-200 15,-3-7-60-15,3-6 220 0,-1-9 88 0,1-5 88 16,1-4 0-16,3-4 68 0,4-7-204 15,-5 1-64-15,5-4-52 0,0 0 100 16,0-5 40-16,0-3 36 0,-4 0-76 0,4-5-104 16,0 1 52-16,-4-4 0 15,4-3 52-15,0-6 12 16,-4 1-132-16,4-6-88 0,0-4 80 0,0 0 304 0,0-4 44 16,0-1-8-16,0-2-304 15,0 0-389-15,0-5-723 0,0 2-996 0,0-8-748 16</inkml:trace>
  <inkml:trace contextRef="#ctx0" brushRef="#br0" timeOffset="12833.908">26248 1035 3800 0,'0'0'1548'15,"0"0"-544"-15,0 0 1528 0,0 0-580 0,0 0-779 16,0 0-277-16,0 0 96 16,0 0-92-16,-32 73-132 0,28-44-112 0,-4 3-116 15,5 1 20-15,-1 3 32 0,-1 2 4 16,1 0-80-16,0 0-220 16,0 6-52-16,-3-2 12 0,-1 3-96 0,-5 2-40 0,2 0-120 15,-2-3 0-15,-2 5-4 16,2-5-4-16,-2 0-112 0,7-2 20 15,-1-7-44-15,2 0 20 0,3-7-132 0,4-5-76 16,0-5-172-16,4-5-252 16,3-2-64-16,10-3-172 0,-2-5-356 0,5-3-572 0,-3 0-937 15,6-5-3147-15</inkml:trace>
  <inkml:trace contextRef="#ctx0" brushRef="#br0" timeOffset="13218.404">27009 1228 1644 0,'0'0'3908'15,"0"0"3337"-15,0 0-5641 0,0 0-784 0,0 0-76 16,0 0 384-16,0 0-248 0,0 0-448 0,0 0-396 15,0 0-36-15,-39-2-72 0,18 14 72 16,-3 7 44-16,-8 10 92 0,1 2-12 0,-1 10 60 16,-4 3-12-16,0 5 0 15,1 8-12-15,-1 0 72 0,3-1-36 0,6-1-60 16,3-7-4-16,11-7 64 0,6-4-60 16,3-7 8-16,4-2 40 0,4-5-48 0,8-1 68 15,0-6-56-15,3 0-40 0,9-7-104 16,0-3-4-16,8-2-244 0,0-4-216 15,4 0-92-15,0-10 16 0,0 1 56 16,-4-7-184-16,0 0-180 0,-9 0-176 16,-3 0-312-16,-3 0-240 0,-6 0-396 0,-7 3-1277 15,-4-6-3287 1</inkml:trace>
  <inkml:trace contextRef="#ctx0" brushRef="#br0" timeOffset="13398.083">26790 1588 4012 0,'0'0'2424'16,"0"0"-580"-16,0 0 2369 0,0 0-2681 16,0 0-432-16,0 0-196 0,0 0-24 15,0 0-384-15,92 0-220 0,-72 0-268 0,3 0-8 16,1-7-140-16,-3 0-56 0,-2 2-352 16,-3-2-244-16,0 0-48 0,-4 1-276 15,-4 1-324-15,0 0-1069 0,-8-1 73 16,4 6-608-16,-4-6 176 0</inkml:trace>
  <inkml:trace contextRef="#ctx0" brushRef="#br0" timeOffset="13565.54">27013 1537 3452 0,'0'0'2852'0,"0"0"-888"0,0 0-76 0,0 0-223 0,0 0-413 0,0 0-372 16,13 65 8-16,-6-48-132 16,-3-1-116-16,8 0-152 0,-4 0-76 15,0 2-152-15,0-1-124 0,3 1-136 0,-2-1 0 16,-1-2-96-16,0 2-16 0,-1-2 12 15,2 1-64-15,-1 0-260 0,-4-4-328 16,3 1-320-16,-2 0-108 0,-1 0-660 16,4-4-961-16,-5-5-1159 0,1-1-1044 15</inkml:trace>
  <inkml:trace contextRef="#ctx0" brushRef="#br0" timeOffset="14484.714">27694 1063 5560 0,'0'0'1352'0,"0"0"2548"0,0 0-2719 0,0 0-117 0,0 0-8 16,0 0-184-16,0 0-4 0,-4 70-212 16,4-48-96-16,-4 0-136 15,1 3 48-15,-1 11 84 0,4-1 84 16,-4 6-212-16,-1 0-60 0,5 6-52 16,0-1-20-16,-4 4-28 0,0-2-12 0,4 2 20 15,-3-2 92-15,-1 0-103 16,0-3-93-16,-4-8-88 0,3 5-44 0,1-10-40 0,1 3-12 15,-1-7-60 1,0-2 12-16,0-5 0 0,0-5 12 16,4 1-4-16,0-8-68 0,0 0-101 15,-4-2-59-15,4-2-84 0,0 0-124 0,0-3-96 16,0-2 8-16,0 4-88 0,0-4-212 16,0 0-492-16,0 0-612 0,0 0-2113 15,-5-4-2651-15</inkml:trace>
  <inkml:trace contextRef="#ctx0" brushRef="#br0" timeOffset="16201.895">22503 1454 6492 0,'0'0'76'0,"0"0"2080"0,0 0-304 0,0 0-359 0,100 29-433 16,-76-14-284-16,-1 1-152 0,-3-3-172 0,-3 4-72 16,-6-6-180-16,-3 3 64 15,1-2-112-15,-6 1-4 0,-3-5 72 0,0 3 16 16,0-3-64-16,-3 3-56 0,-6-2-104 0,-3 1 72 15,-4-4-84-15,0 4 0 16,0-7-56-16,4-3 56 0,-4 0 136 16,8 0 28-16,-3-7-52 15,-2-2-40 1,2-1 88-16,3-2-32 0,-5-4-32 0,6-4 140 0,3-2 0 16,0 0-140-16,0 0-44 0,4-3-48 15,0 3-4-15,0 2-56 0,8 1 52 16,-1 3-8-16,6 7-60 0,-1-1 28 15,4 3 44-15,-4 1 0 0,-1 4-76 0,2 2-24 16,-6 0-48-16,-3 2-124 0,0 4 236 16,0 1 36-16,-4 3 124 0,0 3 0 0,0-1 48 15,-4-2 12-15,0-1 40 0,0 1-176 16,-3-7 52-16,7 0 12 0,-4 1 36 16,4-4 12-16,0 0 36 0,-5 0 96 0,5 0 64 15,0 0-88-15,0-4-216 16,0-2-52-16,0 0-136 0,0-4 128 0,0 4-76 15,0-1-16-15,0 1-48 0,0 6-144 0,0-3-52 16,5 3-160-16,-1 0-240 0,-4 3-236 16,4 0-404-16,-1 4-1292 0,1 6-3429 0</inkml:trace>
  <inkml:trace contextRef="#ctx0" brushRef="#br0" timeOffset="17042.213">22578 4601 6444 0,'0'0'1052'16,"0"0"3429"-16,0 0-3609 0,0 0-208 15,0 0 260-15,0 0 164 0,84-29-256 16,-63 18-236-16,-2 9-208 0,-3-1-192 16,0 0-20-16,0 3-16 0,-4 3 52 0,-1 7-40 0,-2 2-168 15,-9 7 80-15,0 0 4 16,0 7 12-16,-9-1 48 15,2 0 0-15,-5 0 12 0,0-2-156 0,0-7 104 16,4 0-32-16,-4-7-4 0,4-2 52 0,4-4 0 16,-7-3-52-16,2 0 64 15,1 0-4-15,-3-3 16 0,2-4 48 16,1-6-48-16,0 1-136 0,5-8-4 0,-1 1-8 16,0-6-112-16,-1 0 28 15,5-4-88-15,0 4 12 0,0 3 0 0,0 3-72 16,9 6 84-16,-2 3 16 0,5 8 20 0,1-3-12 0,-2 5-20 15,6 5 144-15,-6 1 4 16,6 2 96-16,-6 6 12 0,-3-1-28 0,0 0 16 0,-8 2-52 16,0-2 124-16,0 0-36 15,0-4-88 1,-4 0 88-16,-4 1-28 0,4-3-8 16,-7 0-100-16,6-5-28 0,1 1-44 15,-4-3-76-15,4 0 28 0,0 0-112 16,1 0-112-16,-1-3-88 0,-1-4-160 0,1 5-216 15,4-5-104-15,-4-3-612 0,4 4-2821 16,0-3-2127-16</inkml:trace>
  <inkml:trace contextRef="#ctx0" brushRef="#br0" timeOffset="17999.076">23750 4213 3648 0,'0'0'1096'0,"0"0"-396"0,0 0 1864 0,0 0-312 0,0 0-627 16,0 0-589-16,0 0 48 16,0 0 52-16,0 0-344 0,0 0 152 0,0 0-236 15,16 6-176-15,-12 4-16 0,0 3-96 16,-4 5-76-16,4 8-12 0,0 2-64 16,-1 4-24-16,1 6-60 0,-4 7-64 0,0 5 4 15,0 7-4-15,-7 8 16 0,-5 4-4 16,-4 3-120-16,-4 2 40 0,0 6-52 15,-4-4-52-15,5-3-20 0,-5-1 0 16,3-4 12 0,2-11-28-16,6-7 4 0,2-6 72 15,7-8-84-15,4-5 32 0,0-8-216 16,4-4-196-16,4-7-40 0,-1-5-184 0,6-7-476 16,-2 0-564-16,-3 0-780 15,9-16-3309 1</inkml:trace>
  <inkml:trace contextRef="#ctx0" brushRef="#br0" timeOffset="20156.215">24375 4448 3756 0,'0'0'1236'15,"0"0"-532"-15,0 0 1548 0,0 0-412 0,0 0-471 16,-8 83-497-16,8-61-92 0,4 0 12 15,0 0-144-15,5 0-180 16,2 4-64-16,2-7 48 0,2-4-100 0,6 2 4 16,-2-8-96-16,5 0-132 0,0-2 120 15,4-7-36-15,0 0 12 0,4-4 0 16,4-4-40-16,-1-5-48 0,5-4-48 0,-3-5-88 16,2 0-12-16,-3-3-124 15,3-1-40-15,-7 1 16 0,0 0 36 0,-4 0-236 16,-4 0 96-16,0 1 116 0,-8 2 84 15,-8 3-120 1,0 1 184-16,-4 1 24 0,-4 4 136 16,0 1-8-16,-8 2-104 0,0 1 140 15,-4 3-36-15,0 3-4 16,-8 3 12-16,0 0-156 0,-8 3 120 16,5 9-60-16,-9 3 108 0,4 6 76 0,-4 0 84 0,-4 8-84 15,5-1 0-15,-6 4-88 0,5 4-16 16,0-5-80-16,4 1 44 0,5-4 92 15,3-2-44-15,3-7 28 16,6 1-24-16,-1-6 24 0,8-1-88 0,0 0 112 16,4-1 36-16,0 1-84 0,4-1-28 0,4 2-84 15,4-1 40-15,0 0-28 0,0-1-56 16,8 1-4-16,-5-1 0 0,6 4-84 0,-2 0 36 16,1 6-28-16,4-3 64 0,-4 4-156 0,0-1 156 15,-4 3-52-15,0-3 64 0,-4 1-72 16,0 2 60-16,-8-6 4 0,4 3 16 15,-8-3-4-15,0 1 128 0,0-1 40 16,-4-1 12-16,-8 2-40 0,-4-1-44 0,0-3 8 16,0-1 0-16,-3 1-20 0,-2-6 20 0,1-1-35 15,1 2-61-15,-2-9-4 16,1 1-8-16,5 0-157 0,-2-3-171 0,2 0-76 16,-1 0-132-16,4-3-124 0,0-2-172 15,0-2-268-15,4 0-352 16,0-2-692-16,5 2-2165 0,-2-2-2819 0</inkml:trace>
  <inkml:trace contextRef="#ctx0" brushRef="#br0" timeOffset="20572.301">25129 5175 5320 0,'0'0'5236'0,"0"0"-3203"0,0 0-1101 0,0 0-296 16,0 0 300-16,0 0 184 0,0 0-308 0,0 0-388 15,0 0 60-15,0 0 244 16,7 76 156-16,-7-43-128 0,0 0-132 16,0 9-212-16,0 2-120 0,0 4-71 0,-4-1-25 15,1 8-100-15,-1-5-88 16,-4-2-4-16,3-1-4 0,-3-5-48 16,1-1-40-16,3 0-8 0,0-9-97 0,0 0-27 15,-1-7-48-15,1-2-84 0,4-4-28 0,0-6 28 16,0-4-4-1,-3-6-48-15,3 0-112 0,0-3-112 0,0 0-188 16,0-6-180-16,0-6-380 16,3-4-872-16,-3 0-1781 0,9-23-1891 0</inkml:trace>
  <inkml:trace contextRef="#ctx0" brushRef="#br0" timeOffset="20858.933">25140 5143 1644 0,'0'0'2100'0,"0"0"2320"0,0 0-3344 0,0 0-68 16,0 0-119-16,0 0 151 0,0 0-40 15,0 0-224-15,0 0-320 0,88-45-140 16,-75 45-24-16,2 5-16 0,1 1 28 16,-4-1-44-16,-4 5 4 0,-1-3-8 0,-2 5-56 15,-1-2-100-15,-4 3-28 0,0-1 4 16,0 4-24-16,-4-3-44 15,-8 3 92-15,0-1-28 0,0-2-64 0,0 0-8 16,0 0 0-16,-4-6 0 0,8-2-84 16,-3-2-128-16,2-3-88 0,1 0-156 15,-3 0-44-15,2-6-296 0,1-1-332 0,4-2-344 16,-3-4-549-16,3 1-1899 0,-1-10-888 16</inkml:trace>
  <inkml:trace contextRef="#ctx0" brushRef="#br0" timeOffset="21391.485">25922 4196 7052 0,'0'0'5277'16,"0"0"-3125"-16,0 0-992 0,0 0-252 0,0 0 580 16,0 0-84-16,0 0-484 0,4 81-372 15,-4-56-208-15,0 7 96 16,-4 2 53-16,4 5-113 0,0 2-112 0,-4 3-56 16,4 6-112-16,0 5-36 0,-5 2 24 15,5 3-12-15,-4 4-72 0,4 0 0 16,-4-1 0-16,0-2-96 0,4-4 84 0,-3-1-36 15,-1-4-24-15,4-2-24 0,-4-5-24 0,0-7-28 32,-5 1-44-32,9-6 20 0,-4 3-32 0,1-5-4 0,3 1-205 15,0-6 85-15,0-3 144 16,0-9-72-16,3-1-36 0,1-3-48 16,-4 0 8-16,4-1-48 15,1-6-24-15,-5 1-112 0,0-1-164 0,4-3-316 0,-4 0-372 16,0 0-492-16,0-3-520 0,0-4-1777 0,4-5-1151 0</inkml:trace>
  <inkml:trace contextRef="#ctx0" brushRef="#br0" timeOffset="22148.8">26463 4616 1032 0,'0'0'3260'15,"0"0"3373"-15,0 0-5325 0,0 0-692 0,0 0 84 16,0 0 292-16,0 0 316 0,0 0-340 0,0 0-236 15,76 7-196-15,-53-4-44 16,5 0-12-16,0 3 48 0,4-3 0 16,5 1-92-16,-1-1-80 0,3 0-88 15,1 0-60-15,-5-3-28 0,6 0-96 16,-2 0-8-16,-3 0-76 0,0-3 0 16,-4 0-76-16,0-4-44 0,-4 7-172 15,-8-3-196-15,-5 0-196 0,2 3-124 0,-10 0-104 16,-3 0-212-16,-4 0-568 0,0 0-1188 0,-4 0-2745 15</inkml:trace>
  <inkml:trace contextRef="#ctx0" brushRef="#br0" timeOffset="22688.108">26622 4835 2268 0,'0'0'5880'15,"0"0"-3224"-15,0 0-1127 0,0 0-597 16,0 0 24-16,0 0 92 0,0 0-396 16,0 0-208-16,0 0-196 15,88 7 16-15,-60-4-68 0,8 3-84 16,4-3-36-16,4 0-64 0,0 1 136 0,-1-4-96 0,5 0-44 15,-4 0 16-15,-4 0-24 0,-5 0-212 16,-7 0-396-16,-4-4-472 0,-3 4-500 0,-10-3-1248 16,-7 3-3941-16</inkml:trace>
  <inkml:trace contextRef="#ctx0" brushRef="#br0" timeOffset="22961.658">26519 5117 4760 0,'0'0'300'0,"0"0"5088"0,0 0-3983 0,0 0-353 0,0 0 144 0,0 0 104 16,80 30-380-16,-57-27-320 15,9 6-128-15,1-2-76 16,3 2 52-16,-5-3 32 15,5 1-136-15,0-1-112 0,-4 1-72 0,-1-5-84 16,-3 2-76-16,0-4 0 0,0 0-88 16,0 0-192-16,-3 0-360 0,-2 0-376 0,1-4-256 0,0 4-684 15,-9-2-2349-15,6-2-3523 0</inkml:trace>
  <inkml:trace contextRef="#ctx0" brushRef="#br0" timeOffset="23578.176">27862 4314 380 0,'0'0'2124'16,"0"0"4480"-16,0 0-4163 0,0 0-1005 15,0 0-252-15,0 0 256 0,0 0-224 16,0 0-372-16,0 0-296 0,0 0 44 16,0 0 192-16,28 87-48 0,-20-53-104 0,0 4-60 15,-1 6-59-15,2-2-89 0,-1 2-76 16,-5 1-104-16,1 3-4 0,0 3 28 16,-4-1-64-16,0 4-24 0,0 4-68 0,0-8-108 15,0 1-4-15,-4-7-48 0,4-6-28 16,0 1 4-1,0-9 24-15,0 3-12 0,0-11 48 0,0 4-156 16,0-7-100-16,0-1-44 0,4-1-196 16,0-4-221-16,1-1-171 0,-1-2-348 15,3-1-512-15,5-2-904 0,1-4-2317 16,2-3-3635-16</inkml:trace>
  <inkml:trace contextRef="#ctx0" brushRef="#br0" timeOffset="24564.088">28874 4536 5376 0,'0'0'144'0,"0"0"4980"0,0 0-3579 0,0 0-625 0,0 0 32 32,0 0 704-32,0 0-588 0,0 0-300 15,0 0-284-15,79 90-160 0,-75-49 20 0,-4 1-136 16,0 2-12-16,0-3-120 15,-4-3-76-15,4-3-60 0,-3-6 48 16,3-8-72-16,0-4 20 0,0-2-20 0,3-5 72 0,-3-8 4 0,4 5-152 16,-4-7-64-16,0 0-96 0,0 0-12 15,0 0-16-15,4 0-12 0,1-2-88 0,3-8 96 16,-1-3 0-16,5-2 36 0,0-4 28 16,4-1-40-16,0-5-64 0,5-1 140 31,-2-2 148-31,1-1-48 0,-4 4 140 0,0 0 12 15,-1-1 92-15,-2 10 12 0,-5 6 160 16,-4 4 4 0,-1 3 196-16,-3 3 116 0,0 7-124 0,0 2 376 0,0 3-296 0,0 7-92 0,-3 0 12 15,-1 1-72-15,0-1-140 0,0-6-36 16,0 0-132-16,4-7-76 0,0 0 0 0,0-6 0 16,0 3 60-16,8-3 88 15,0 0-136-15,-1-6 160 0,14-1-112 16,-5-2-60-16,-1-4-100 0,6 0 40 15,-6 1-112-15,1-2 52 0,-4 6 32 0,1 2-20 16,-6-1-92-16,5 3-56 0,-4 4-16 16,0 4 64-16,0 3 60 15,0 5 148-15,-1 1 112 0,2 6 332 16,-1 6-164-16,-4 1-44 16,0 2-16-16,-1 0 96 0,1 2 444 0,-4-5-128 15,5-3-304-15,-5-3-232 16,0-6-52-16,4-4-44 0,0 1-4 0,-4-7-48 0,4 3-32 15,0-6-160-15,3 4-328 16,2-4-124-16,3 0-248 0,-1-4-388 16,9-5-1028-16,-8 3-2693 0,12-10-2119 0</inkml:trace>
  <inkml:trace contextRef="#ctx0" brushRef="#br0" timeOffset="24945.777">29743 4788 5032 0,'0'0'224'0,"0"0"5601"0,0 0-3913 0,0 0-524 0,0 0 260 15,0 0-24-15,0 0-632 0,0 66-636 16,0-63-312-16,0 1-44 0,0-4-4 16,0 0 4-16,0 0 8 0,3 0-8 0,5 0-112 15,9-4-60-15,-6-5-12 0,9-1-136 0,-4-2-76 16,-4-1 0-16,0 3 36 16,-4-2 96-16,-4 2 16 0,-4-3 248 15,0 1 36-15,0-2 64 0,0 6-100 0,-8-5 0 31,0 3 64-31,0 1 112 0,0 3 8 0,-4 2-60 16,1 4 76-16,-2 6-100 0,-6 5-76 16,-2 8 272-16,-3 6 200 0,0 3 120 15,1 4-100-15,3 0 8 0,0-4-144 16,4-3-136-16,4-2-112 0,8-10-60 0,4 0-72 16,0-4-184-16,4-4-120 0,8 2 156 15,4-3 40-15,4-4-64 0,4 0-136 0,4 0-48 16,-1-4-36-16,6-3-40 0,-6 2-60 0,1-2-4 15,0 5-252-15,0-5-256 16,-4 1-296-16,0-4-72 0,-5 0-36 0,-2 1-217 16,-10 2-603-16,6-5-2072 0</inkml:trace>
  <inkml:trace contextRef="#ctx0" brushRef="#br0" timeOffset="26133.702">29910 4756 1812 0,'0'0'1424'15,"0"0"-944"-15,0 0-168 16,0 0-88-16,0 0 296 0,0 0 1368 0,0 0 124 15,0 0-988-15,0 0-352 0,0 0 165 16,0 0 319-16,0 0-272 0,-56-54-364 0,52 54-304 16,0 0-36-16,-4 3-28 0,0 3 100 15,0 0 76-15,-4 5 12 0,4-3-12 16,0 3-52-16,-4-2-36 0,4 3 0 16,-4 1 60-16,0 3 24 0,5 0-72 0,-2 0-20 15,1 0-80-15,1 3-28 0,3-4-12 16,-4 4 12-1,3-3-64-15,-3 4-60 0,5 2 60 16,-1-6-44-16,4 0 104 0,0-3-120 0,0-1 52 16,0-5 20-16,0-1-68 15,0 0 48-15,0-3 44 0,4-3 16 0,-1 3-24 16,1-3-4-16,0 0 28 0,9 0-52 16,-6 0-56-16,5 0-4 0,4-6-92 15,5-3-44-15,-2-1-100 0,1-2 4 0,0-1 8 0,0-3-48 16,0 0 112-16,0 3-52 0,-4-2 64 15,0-2-52-15,0 2-36 0,-5-4 24 16,2-1-12-16,-6-2 56 0,6 0-32 16,-9-3 12-16,3 3 124 0,-7-2-32 15,4 3 96-15,-4-2 0 0,0 4-8 0,0 0-132 16,-4 7 140 0,1 2 128-16,-5 1 20 0,3 3 52 15,-3-1-72-15,1 4-52 0,-6 3-24 16,-2 0-52-16,-2 0-8 0,2 0-36 15,-5 6 44-15,0 4 8 0,4-1 108 16,0 4-108-16,-4 3 68 0,4 1-76 16,-4-3-4-16,0 9-72 0,5-4 24 0,-5 2-100 15,3-1-288-15,2 2 88 0,3-5 88 16,0-5 136-16,4-2-8 0,4-1-296 0,4-3-304 16,0 1-236-16,0-4-320 0,0 3-425 15,8 0-1139-15,-1 1-400 0</inkml:trace>
  <inkml:trace contextRef="#ctx0" brushRef="#br0" timeOffset="26741.813">30376 4838 756 0,'0'0'2712'0,"0"0"1784"0,0 0-1223 0,0 0-1849 16,0 0-736-16,-83 0 204 16,62 10 156-16,-3 6-180 0,0 4-252 15,1 5-68-15,-1 0 32 0,0 2 64 16,0 3-92-16,8-1-232 16,0-7-88-16,8 0-24 0,4-9-48 0,0-4-60 15,4-6-100-15,4 0-104 0,4-3-4 0,8 0-40 0,4-6 88 16,8-10-112-16,3-3-196 0,5-6-28 15,1-4 64-15,-2-2-88 0,-3-1-24 16,4 1 20-16,-4-2-12 0,-4 1-104 16,0-3 64-16,-4 0 120 0,-5-2 80 15,1-2 0-15,-8-2-204 0,1 0 36 0,-6-3 24 16,1-1-40-16,-4-3-528 16,0 4-64-16,-4-1 83 0,5 7 269 0,-5 6 676 15,0 7 24-15,0 6 776 0,0 3 36 0,0 10 65 16,0 0 19-16,0 6-232 15,0 0-296-15,0 0-176 0,0 0-192 0,-5 0 0 16,5 0-164-16,0 0-44 0,-4 9 208 16,-4 4 140-16,0 2 380 15,-4 4-164-15,0 4 48 0,-4 5 24 0,1 5 64 16,-6 4-52-16,2 8-124 0,-5 0 20 16,0 5-52-16,0-2-60 15,4 2 172-15,0 2 28 0,5-2-156 0,-2-2 128 16,9-4 8-16,5-3-84 0,3-2-76 0,0-4-24 15,3-4-96-15,5 1 48 0,0-7-76 32,1 0-88-32,-2-1-4 0,5-6 0 0,-4-3-8 15,4-1-40-15,-4-5-28 0,3-2-148 0,2-5-284 0,-1-2-60 16,4 0-148-16,-1-7-256 16,6-4-544-16,-6-3-1592 0,9-11-4505 0</inkml:trace>
  <inkml:trace contextRef="#ctx0" brushRef="#br0" timeOffset="27184.467">30873 4803 3648 0,'0'0'4704'0,"0"0"-1523"0,0 0-1161 0,0 0-372 16,0 0 96-16,0 0-196 0,-15 83-280 0,15-55-232 15,-4 5-208-15,4 8-51 0,-4 3-121 16,4 8-148-16,0 0-84 0,-4 3-28 0,4 2-48 16,0 0-80-16,0-3-160 15,0 0-100-15,0 0-8 0,4-6-4 16,0-2-104-16,0-4 60 0,4-10-48 0,-1-3 24 16,6-7-40-16,-5-5-56 15,4-5-144-15,0 1-64 0,-1-7-84 0,2-4 184 16,2-2-368-16,-2 0 148 0,-1-8 47 15,4-9-271-15,-4-5-328 0,3 0-736 16,-3-6-920-16,-4-4-1100 16,-4 6 675-16,0-15-1939 0</inkml:trace>
  <inkml:trace contextRef="#ctx0" brushRef="#br0" timeOffset="27459.013">30957 4886 3436 0,'0'0'912'15,"0"0"4152"-15,0 0-3283 16,0 0-677-16,0 0-168 0,0 0-160 16,0 0 44-16,0 0-252 0,0 0-252 0,84-57-116 15,-63 57-48-15,-2 0 0 0,1 0-12 16,-1 6-16-16,-2 4 52 0,-1 2 36 16,0 4-88-16,-5 3-52 0,2 3 80 0,-5 0-68 15,-1 3-84-15,-3 2 0 0,-4-2-76 0,0 0 68 0,0 1-36 16,-8-4-56-16,-3-3 100 0,-6 4 0 15,2-8 0-15,-9 1-8 0,0 0-252 32,-8-6-264-32,0-1-244 0,-4 0-496 15,1-5-688-15,7-1-1233 0,-12-3-3539 16</inkml:trace>
  <inkml:trace contextRef="#ctx0" brushRef="#br0" timeOffset="28149.475">28476 4346 3484 0,'0'0'1368'15,"0"0"-704"-15,0 0-28 0,0 0 1144 16,0 0 396-16,0 0-1195 0,0 0-105 16,0 0 188-16,0 0 40 0,0 0-116 0,11-4-120 0,-11 8-216 15,0 3-76-15,0 1 20 0,0 6 8 16,0 2-64-16,0 9-60 15,0 4-88-15,-4 10-24 0,1 5-64 0,-1 6-60 0,-9 7-12 16,5 6-48-16,1 5-176 16,-6 4-8-16,2 1 0 0,-1 4-172 15,7-8 28-15,-2 2-64 0,3-5 36 0,4-3-48 0,0-3-36 16,0-5-260-16,4-1-72 16,8-3-224-16,4-4-168 0,8-5-352 0,11-5 72 15,5-8 144-15,8-4-780 0,8-9-749 16,-12-5-631-16,27-9-1820 0</inkml:trace>
  <inkml:trace contextRef="#ctx0" brushRef="#br0" timeOffset="28607.81">32033 4413 3244 0,'0'0'6912'16,"0"0"-4583"-16,0 0-633 0,0 0-356 0,68 66 252 0,-56-36-72 15,4 1-400-15,-4 7-496 0,0 3-136 16,-1 0-88-16,-2 4-60 0,-1 3-168 15,0 0-168-15,-5-1-4 0,6 8-44 16,-5-2-20-16,-4 4-20 0,0-3 36 16,-4 3-24-16,-8-6-112 0,-4 0-228 15,-4-4-320-15,-8-3-28 0,-4 0-100 0,-7-2-268 0,-10 0-600 16,14-14-1124-16,-25 10-3525 0</inkml:trace>
  <inkml:trace contextRef="#ctx0" brushRef="#br0" timeOffset="30112.172">22818 7464 6168 0,'0'0'912'15,"0"0"2304"-15,0 0-2171 0,0 0-185 16,0 0 200-16,84-12 96 16,-65 12-260-16,-3 0-380 0,4 0-124 0,0 0-40 15,-4 0 8-15,0 5-136 16,0-1-60-16,-8 2 44 0,-4 1-8 16,0-1 24-16,-1 0 36 0,-3 0-28 15,0 5-48-15,0-6 28 0,-7 5-28 0,-1-4 48 16,-5 4-12-16,-2-3 76 15,-5 2-100-15,1-3-88 0,-6-2 76 0,1-1-60 16,0 0-28-16,5 0 64 0,-1-3-64 16,8 0-8-16,-4-3 92 0,8 0-68 0,0-7 32 15,3-2-144-15,1-5-48 0,1-1-220 16,3-2 72-16,0 1 0 0,7 1 88 16,2 1 0-16,3 4-28 0,-1 1 0 15,6 5 16-15,-2 1-16 0,1 3-84 0,0 3-24 16,0 0 108-16,-4 3 12 0,0 7 40 15,-4-1 84-15,0 7 160 0,-8-3 12 0,0 6-64 0,-4 0-100 16,-8 0 152-16,0 4-148 16,-7-2 36-16,2-1 4 0,-2-5 8 0,-1-2 36 15,3-3-20-15,6-4-4 0,-1 0 52 16,3-2 32-16,5-4 76 16,-3 0 12-16,7 0-36 0,-4-7-208 0,0-2-12 15,4-4-172 1,-4-6-60-16,4 3 64 0,0-3 92 0,0 0-108 15,4 0 76-15,4 5-16 16,3 3 40-16,-2 4-112 0,-1 0 36 0,3 4 0 16,2 3-36-16,-5 0-100 0,3 0 96 15,-2 7 116-15,-5 3 96 0,0-3 0 0,-1 4 220 0,-3-1-36 16,0 2-48-16,-3 1-12 16,-5-1-64-16,-5-1 40 0,2 2-52 15,3-4-48-15,-5-3 88 0,6-3 8 0,-1 1 28 16,-1-1-16-16,5-3 28 0,-3 0-28 0,3 0 88 15,0 0-96-15,0 0-92 16,-1-7-8-16,1 1-112 0,1 0-96 16,-1-4 76-1,0 1-40-15,0 3-148 0,4-1 0 16,0 4-60-16,0 3-116 0,0 0-320 0,0 0-588 16,0 0-1112-16,0-3-2777 0</inkml:trace>
  <inkml:trace contextRef="#ctx0" brushRef="#br0" timeOffset="31927.867">25304 7966 1696 0,'0'0'9669'0,"0"0"-8145"0,0 0-412 16,0 0 464-16,-12 88-68 0,8-56-380 16,0 10-340-16,4-1-152 15,0 9-132-15,0 7-92 0,0 5-32 0,-4 1-160 16,0 0-112-16,-4 1-108 16,0-4-36-16,0-5-60 0,4-8 20 0,4-9 28 15,-4-6-12-15,4-10-112 0,0-3-168 0,0-7-88 16,0-5-220-16,0-7-140 0,0 0-164 0,4 0-292 15,0-10-472-15,0-3-716 0,0 1-2029 16,4-17-1371-16</inkml:trace>
  <inkml:trace contextRef="#ctx0" brushRef="#br0" timeOffset="32210.663">25308 8068 3312 0,'0'0'4164'0,"0"0"-1560"0,0 0-1611 15,0 0-761-15,0 0 512 0,0 0 512 0,51-64-368 16,-34 51-304-16,-2 4-168 0,1-4-64 16,1 7 60-16,-6-1 156 0,-3 4 44 15,0 3-216 1,1 0-96-16,-2 10-28 0,1-1-40 0,-4 7-68 16,0 0 56-16,-4-1-84 0,0 4-52 15,0 0-32-15,-4-2-40 0,-4 2-4 16,0-6 64-16,-4 3 16 0,0-4 60 0,1 1-40 15,-6-4 4-15,2-2-40 0,-2-1-72 16,2-3-8-16,2 0-152 0,2-3-132 0,-2 0-176 16,2-6-212-16,3-3-224 0,-1-8-200 15,6 2-496-15,-1-12-656 0,4 9-2073 16,4-27-3055-16</inkml:trace>
  <inkml:trace contextRef="#ctx0" brushRef="#br0" timeOffset="32542.988">26053 6982 520 0,'0'0'11177'16,"0"0"-9273"-16,0 0-776 0,0 0 208 0,0 0 136 0,12 79-248 15,-12-48-448-15,0 8-360 0,0 5-148 16,0 7-60-16,-4 3 12 0,4 7 108 16,-4 2 136-16,0 0-172 0,0 4-159 0,-8 0-53 15,0-4-80-15,-3 4-60 0,-2-4-13 16,2 0-39-16,-2 2-20 16,1-9-100-16,0 2-48 0,5-4 52 0,-2-3-68 0,2-4-44 31,3 1 32-31,-1-8 52 0,2-4 0 0,3-5-88 15,0-2-64-15,0-7-24 0,4-6-196 16,0 0-556-16,4-6-428 0,0-1-1320 16,7-9-3265-16</inkml:trace>
  <inkml:trace contextRef="#ctx0" brushRef="#br0" timeOffset="34308.258">26667 7457 3768 0,'0'0'2332'0,"0"0"3665"0,0 0-4413 0,0 0-720 16,0 0-44-16,0 0 88 16,0 0 112-16,0 0-188 0,112 0-240 0,-69 7-112 0,4 0-136 15,1 0-88-15,-4 1-36 0,0 2-60 16,0 0-88-16,-4-1-68 0,0 0-4 15,-5-2-120-15,-3 3-4 0,0-4 52 16,-8 0-224-16,-3 1-208 0,-6-4-368 16,-3 3-268-1,-8-3-744-15,0 0-2236 0,-4 4-2193 0</inkml:trace>
  <inkml:trace contextRef="#ctx0" brushRef="#br0" timeOffset="34613.798">26635 7763 1488 0,'0'0'9493'16,"0"0"-7137"-1,0 0-856-15,0 0-572 0,0 0 292 0,0 0 20 16,79 9-292-16,-47-3-252 0,1-2-280 15,2 5-84-15,1-3-152 16,0 4-56-16,-1 0-28 0,1-1-88 0,-4 1-8 16,5-1-72-16,-6 0 24 0,-4-2-136 15,1 3-36-15,0-3-84 0,-4-2-124 16,1-2-212-16,-10 4-160 0,5-4-228 0,-8 0-448 16,-3 1-964-16,-2-4-2201 0,-7 3-2335 0</inkml:trace>
  <inkml:trace contextRef="#ctx0" brushRef="#br0" timeOffset="35684.879">28021 7229 3300 0,'0'0'7877'0,"0"0"-6313"0,0 0-952 0,0 0-36 0,0 0 296 15,0 0 400-15,0 0-332 0,0 0-284 16,21 86-160-16,-18-51-64 16,1 3 84-16,0 3 284 0,-4 10-92 0,4 0-296 15,-4 0-84-15,0 3-180 0,0-1-64 16,0 1-72-16,-8-3 0 0,4 0-12 0,-4-3-12 0,0-7 0 16,4 0-120-16,-4-3 72 0,8-6 48 15,-3-3-88-15,3-7-32 0,0-3-88 16,0-3-108-16,7-4-124 0,-3 1-112 15,4-3-160-15,1-4-212 16,2 0-432-16,-3 1-736 0,0-4-1040 16,0-3-2861-16</inkml:trace>
  <inkml:trace contextRef="#ctx0" brushRef="#br0" timeOffset="36134.504">28563 7575 6472 0,'0'0'2156'0,"0"0"805"0,0 0-1529 0,0 0-896 15,80 0 128-15,-48 0 244 0,7 0-128 16,2 0-376-16,10 7-328 16,1-4-76-16,4 3 0 15,4 0 40-15,-1 4 36 0,-3-7-76 0,-1 4 0 0,-2-7-112 16,-10 0 48-16,1 0-76 0,-8 0-124 0,-8 0-328 16,-8-4-580-16,-8 1-448 0,-4 0-901 15,-5-3-1615-15,-3 2-1747 0</inkml:trace>
  <inkml:trace contextRef="#ctx0" brushRef="#br0" timeOffset="36353.7">28627 7706 4012 0,'0'0'380'0,"0"0"5636"0,0 0-4651 31,0 0-545-31,0 0 492 0,0 0 92 0,0 0-108 15,92 60-424-15,-53-54-340 0,9 0-160 0,-4 1-176 16,3-4-184-16,-6-3-12 0,-2 0-60 0,-3 0-100 16,-8 0-136-16,-4 0-448 15,-4 0-460-15,-4-3-648 0,-4 0-2121 16,-4-7-2635-16</inkml:trace>
  <inkml:trace contextRef="#ctx0" brushRef="#br0" timeOffset="36717.381">28786 7207 12 0,'0'0'1904'0,"0"0"2660"0,0 0-1284 0,0 0-1603 0,0 0-661 0,0 0-136 16,0 0 340-16,-91 85-84 0,67-60-368 15,-4-1-308-15,-4 4-88 16,0-3-96-16,0 5-44 0,-4 0-216 0,5 2 44 16,-5 0-48-16,8 0-20 0,0-4 8 15,4-2-100-15,7-1 92 16,6-2 8-16,7 3 0 0,0-5 64 0,4 5-16 0,8-4 88 16,8 6-72-16,4-2 132 0,4 2-36 15,4-3 24-15,7 4 100 0,5-4 108 0,0 1-24 16,8 0-72-16,0-4-188 0,3-3-20 15,1-1-40-15,0-5-48 0,-1 0-48 16,-2-7-16-16,-1 0-44 0,-9-6-200 16,1 0-216-1,-4-6-156-15,-4-2-172 0,-4-9-532 16,-8 8-1180-16,8-14-2889 0</inkml:trace>
  <inkml:trace contextRef="#ctx0" brushRef="#br0" timeOffset="36999.96">29436 7482 4908 0,'0'0'976'16,"0"0"1284"-16,0 0-304 0,0 0 41 16,0 0-69-16,51 81-512 0,-35-59-560 0,5 0-332 15,-2 3-148-15,1 0-92 16,-4-2-112-1,0 0-8-15,-4-1-16 0,0-4-36 0,-4 5-16 16,-4-4 4-16,-4 3-92 0,0 0 48 16,-12-2-56-16,-4 2-96 0,-4 3 92 15,-4-3 4-15,-4 3 12 0,-4 4 40 16,1-4-52-16,-9 2-48 0,3 0-4 0,2-2-8 16,-1 0-16-16,0 2-144 0,4-8-412 15,4 0-316-15,4-3-452 0,13-4-904 16,-2-2-2605-16</inkml:trace>
  <inkml:trace contextRef="#ctx0" brushRef="#br0" timeOffset="46280.708">24571 9217 7292 0,'0'0'4737'0,"0"0"-4045"0,0 0 188 16,0 0-28-16,0 0 544 0,0 0 84 16,0 0-380-16,0 0-200 15,-60-32-288-15,60 32-232 0,8 0-52 16,8 0 12-16,4 3 0 0,11-3 365 0,1 4-341 0,9-4-132 15,2 0-136-15,-3 0-36 0,8 0-48 16,-5-4-12-16,9 1-60 16,-8-7 56-16,4 4-68 0,0-3-48 0,-8 2-40 15,3 1 52-15,-11 3 0 0,0 3 24 0,-12 0 72 16,-3 3-112-16,-10 7-69 16,-3 2 45-16,0 4 148 0,-4 6 36 0,0 7 40 15,0 3 4-15,0 3-76 0,0 2-4 0,0 8 97 16,-4-1-45-16,4 8-52 0,0-2-72 15,-4 4 23 1,4 0 1-16,-3 0-52 0,-1 0 88 0,-5-2-72 0,5-5 80 16,0-3-44-1,0-6 44-15,4-7-20 0,-3-2 24 16,3-6 0-16,0-10 0 0,3-1-8 16,1-5-88-16,0-4-88 0,0 0-36 0,0-3-72 15,1 0-48-15,-5 0-176 0,4-3-208 16,-4-4-444-16,0-3-288 0,-4 1-1104 15,-5 0-1693-15,-3-8-1295 0</inkml:trace>
  <inkml:trace contextRef="#ctx0" brushRef="#br0" timeOffset="46461.182">24854 9687 5460 0,'0'0'2520'0,"0"0"108"0,0 0-1455 15,0 0 7-15,0 0 700 0,0 0-468 0,0 0-540 0,0 0-328 16,0 0 52-16,24-32 292 0,4 32-348 0,4 0-296 15,-1 0-244 1,-3 2-4-16,0 3-120 0,-4-5 28 16,-4 2-236-16,0 2-136 0,-5-1-248 0,-7 0-348 0,1 4-908 15,-9-1-2361-15,-4 6-3323 0</inkml:trace>
  <inkml:trace contextRef="#ctx0" brushRef="#br0" timeOffset="46650.276">24646 10029 2720 0,'0'0'8533'15,"0"0"-7401"-15,0 0-596 0,0 0 316 0,0 0 504 16,0 0 52-16,0 0-276 0,101 20-328 0,-62-20-200 16,8-3-260-16,-6 0-172 0,2-1-172 0,-7 1-4 0,0-1-108 15,-8 1-268-15,0 3-372 0,-4 0-484 16,-8 0-1100-16,-8 0-5741 0</inkml:trace>
  <inkml:trace contextRef="#ctx0" brushRef="#br0" timeOffset="48092.3">25766 8988 3268 0,'0'0'1500'0,"0"0"3532"0,0 0-3675 0,0 0-345 0,0 0 176 16,0 0 224-16,0 0-180 0,0 0-328 15,-8 69-260-15,8-36-96 0,-4 5 8 16,0 0-40-16,0 6-272 0,0 1-72 15,-3-1-100-15,-2 1-72 0,1 3-60 0,0-4-12 16,1-4-112-16,-2 2-64 16,1-3-208-16,-3-2-172 0,2-2-440 0,-3 0-980 15,5-9-2425-15,-14 12-4083 0</inkml:trace>
  <inkml:trace contextRef="#ctx0" brushRef="#br0" timeOffset="48259.632">25615 10043 6188 0,'0'0'6693'15,"0"0"-5901"-15,0 0-692 0,0 0-100 0,0 0 788 16,0 0 8-16,0 0-232 0,0 0-272 0,0 0-292 16,0 0-44-16,67 6-244 0,-55-6-480 0,1 0-384 15,2 0-660-15,-2-3-1221 0,-2 0-5591 16</inkml:trace>
  <inkml:trace contextRef="#ctx0" brushRef="#br0" timeOffset="49086.394">26842 9276 4196 0,'0'0'1184'15,"0"0"4192"-15,0 0-3439 0,0 0-229 16,0 0 44-16,0 0-232 16,0 0-504-16,0 0-500 0,0 0-284 0,-80 14-144 0,52 2 8 0,-8 3 40 15,-3 6-28-15,7 4 4 0,-5 2-64 0,9 2 76 16,1-5-40-16,11 0 28 0,1-5-64 15,6-5-40-15,5 2 4 16,4-5 72-16,4 4 40 0,8-3-116 0,0 3-8 16,8 1 0-16,3-1-100 0,2 0-8 15,-1 3-16-15,0-3 120 16,0 0-56-16,-9 3-24 0,2-3 8 0,-10 0 32 16,1 0 44-16,-8 1 0 0,0 2 4 15,-4-3 8 1,-3 0 36-16,-1 0-32 0,-5-4-12 0,2-2-4 0,-6 0-52 0,6-4-8 15,-2-5-36-15,2-1-176 0,3 0-20 0,0-3-116 16,0 0 4-16,4 0-204 0,0-6-320 16,4-4-628-16,0-2-524 0,4-8-2061 15,3 8-1775-15,10-17 2812 0</inkml:trace>
  <inkml:trace contextRef="#ctx0" brushRef="#br0" timeOffset="49528.075">26970 9712 1760 0,'0'0'5520'0,"0"0"-1415"16,0 0-2449-16,7 67 32 0,-7-35 100 0,-4 0-332 0,-3 1-360 16,-6 3-300-16,9-4-196 0,-3-7-172 15,3 0-284-15,4-8-132 16,0-4-8-16,0-5-4 0,7-4-52 0,1-4-132 16,9 0-144-16,-2-4 60 0,5-8 12 15,4-4-52-15,4-3 28 0,-4-3-52 16,0 3-60-16,-4-3 44 0,-5-1 100 15,-2 5 112-15,-2-1 88 0,-3 3 48 0,-4 2 24 16,-4 6 136-16,0 4-12 16,5 1 4-16,-5 3-152 0,0 0-8 0,0 3 8 0,0 6 0 15,0 8 236-15,4 8 72 0,0 7 24 16,-1 9 0-16,-3 3 144 0,4 4-84 31,-4-1-220-31,0 7-112 0,0-3 36 16,-4 0-8-16,-3 0-88 0,-2 0-8 15,1-4-8-15,-7 1 4 0,2-1-36 0,-2-5 40 0,-1 2-52 16,-4-6 48-16,0-2 8 0,4-5 4 16,-4-9 0-16,4-3 4 0,4-6 44 0,0-4 0 15,4-5-4-15,0-4-44 0,-3 0-96 16,-2-4 36-16,2-5-64 0,-6-7-144 16,2-3-148-16,-2-6-96 0,-2-11-128 0,7-4-76 15,0-8-116-15,4-3-520 16,3-10-568-1,5 1-920-15,5 0-1837 0,7-1-459 0,-1 14 3909 16</inkml:trace>
  <inkml:trace contextRef="#ctx0" brushRef="#br0" timeOffset="49988.678">27523 9290 1200 0,'0'0'5684'0,"0"0"-1643"0,0 0-2489 0,0 0-200 16,0 70 180-16,0-31 24 0,-3 5-92 15,3 6-164-15,0 7-392 0,-5 3-180 0,-3-2-131 16,4-1-269 0,-4 0-208-16,1-3-120 0,2-7-60 0,1-5-72 15,0-8 12-15,4-5-185 16,0-6 37-16,4-8-172 0,0-2-96 0,5-6-124 0,2-2-260 16,6-5-476-16,-2-2-996 0,5-8-828 15,-4 0-3157-15,12-12 842 0</inkml:trace>
  <inkml:trace contextRef="#ctx0" brushRef="#br0" timeOffset="50305.341">27739 9881 3816 0,'0'0'9453'15,"0"0"-7653"-15,0 0-1056 16,-21 69 36-16,14-47 860 0,-1 0-460 16,3-5-628-16,5-4-404 0,0-5-88 15,5-1-36-15,6-7-24 0,5 0-100 16,4-3-44-16,4-9-4 0,4-8-196 0,0-2-172 15,4-7-72-15,-9 4 92 0,1 0 184 16,-3-2 140-16,-10 6 72 0,2-2 100 0,-9 4 52 16,-4 0 108-16,0 4-24 0,-13 2 136 15,1 0 76-15,-4 4-52 16,1 5 108-16,-2 4-244 0,-2 0-12 0,-1 10-36 0,0 6 12 16,0 0 68-16,-4 3-8 0,4 4-48 15,4-8-136-15,0 3-40 0,0-1-60 16,0-4-56-16,4-1-200 0,1 1-360 0,2-3-272 15,5-1-404-15,-3-3-1276 0,7-3-2757 16,0-3-2734-16</inkml:trace>
  <inkml:trace contextRef="#ctx0" brushRef="#br0" timeOffset="50692.371">28014 9728 732 0,'0'0'9032'0,"0"0"-7135"0,0 0-705 16,3 71 132-16,-6-46 404 0,3 2-228 0,-5-4-644 16,5-4-388-16,0-6-248 0,0-1-84 15,8-5-36-15,0-4-64 0,9-3-36 0,2 0-284 16,5-10-48-16,4-2 24 0,0-7-76 16,4 0-24-16,-4 0 48 0,-5-1 88 15,1 2 160-15,0 1 16 0,-7 8 92 16,-6-1-68-1,1 4-16-15,-8 6 0 0,0 0 88 0,-4 3 112 16,0 10 352-16,0 6 108 0,0 6-164 0,0 3-64 16,0 5 200-16,0-5-92 15,0-2-252-15,0-4-4 0,0-6 12 0,4-4 60 16,0-2 380-16,0-3-28 0,4-7-380 16,4 0-67-16,0-10-17 0,3-6 28 0,9-3-76 15,-3-7-104-15,7-5-4 16,-4-2-96-16,-5 0-160 0,5 1-133 0,-4-4-111 15,-4-2-120-15,0 0-236 0,-8 3-300 16,0 3-628-16,-1 7-816 0,-7 6-1317 16,0 3-1131-16</inkml:trace>
  <inkml:trace contextRef="#ctx0" brushRef="#br0" timeOffset="51304.884">29077 9575 456 0,'0'0'1264'31,"0"0"-192"-31,0 0-800 0,0 0 3052 15,0 0-728-15,0 0-607 0,0 0-561 0,39 82 128 16,-34-43 12-16,-5 5-200 16,0 8-128-16,0 5-416 0,0 3-12 15,-8 0-164-15,4 0-320 0,0 1-108 0,0-4-24 0,4 0-128 16,-4-3-68-16,4-3-72 0,-4-3-28 16,4-4-56-16,0-2-100 0,0-9 12 0,0-3-24 15,4-8-112-15,0 0-48 0,0-9-200 16,0 0-88-16,0-7-128 15,-1-6-272-15,2 0-560 0,-1-4-556 0,4-8-629 0,-4-4-1463 16,0 3 464-16</inkml:trace>
  <inkml:trace contextRef="#ctx0" brushRef="#br0" timeOffset="51627.036">29200 9592 10652 0,'0'0'1621'15,"0"0"-1009"-15,0 0 192 0,0 0 552 0,0 0-248 16,0 0-556-16,0 0-252 0,0 0-76 16,80-39-40-16,-60 46 52 0,0 5 64 15,0 4-28-15,0 3-180 16,-8 0-92-16,0 6-12 0,-5-2-124 0,2 2 88 15,-9 1-64-15,0-1 12 0,0 0-48 0,-5 1 36 0,-2-3-48 0,-9-4 48 32,0 2-76-32,-4-2 116 0,-4-3 8 0,4-3-36 15,0-3 88-15,0-4-176 0,0-3-72 0,9-3-108 16,-6 0-44-16,10-3-68 0,-5-3-112 16,3-1-552-16,5-2-656 15,4-4-1365-15,0 1-2227 0,0 2 3016 0</inkml:trace>
  <inkml:trace contextRef="#ctx0" brushRef="#br0" timeOffset="51792.05">29730 9744 11433 0,'0'0'1652'15,"0"0"-380"1,0 0 696-16,0 0-584 0,0 0-840 0,92-4-544 15,-68-2-64-15,0-3-468 16,0 2-760-16,-8 1-1044 16,4 0-3353-16</inkml:trace>
  <inkml:trace contextRef="#ctx0" brushRef="#br0" timeOffset="52197.066">30432 9401 8564 0,'0'0'3293'0,"0"0"-1389"0,0 0-1156 0,0 0-76 16,0 0 800-16,0 0-504 0,0 0-424 0,-104 67-148 0,69-36-112 16,-2-2 48-16,5 0-172 0,0-1-88 0,4-6-72 15,5 0-4-15,7-2-96 0,4-5 40 31,4-3 56-31,4-1-80 0,4-2 32 0,0 1-68 0,8-4 56 0,4 4 64 16,-1-1-8-16,10 0 4 0,3 1-44 0,-5 3 36 31,5-4-112-31,0 4 0 0,-3 3 112 0,-6-4 8 0,-2 4-68 0,-2-2 72 0,-3 0 60 32,-4 0 64-32,-4 2-28 0,0-4 40 0,0 1-36 0,0 0-4 31,-4-1-32-31,-4-2-60 0,0 0-4 0,0-1-12 0,-4-3-284 15,-3-3 0-15,2 1-136 0,-2-4-88 16,2 0-188-16,-2 0-384 0,2-4-508 16,2-2-940-16,3 3-2565 0,-5-6-1467 0</inkml:trace>
  <inkml:trace contextRef="#ctx0" brushRef="#br0" timeOffset="55245.084">30675 9506 1500 0,'0'0'2072'0,"0"0"-1804"0,0 0-260 0,0 0-8 0,-28-74 376 16,20 66-184-16,-5 1-188 0,6 0 332 15,-1 1 2592-15,0 3-1516 16,0 1-440-16,4-3 21 0,0 3 175 0,0 2-4 15,4 0-188-15,0 0-88 0,0 0-188 16,0 0-268-16,0 2-196 0,0 11 16 0,0 6 108 16,0 6 112-16,0 11-224 0,0 5 12 15,-4 0-16-15,0 7-20 16,-3-1-116-16,7-2-96 0,-5-1-12 0,5-5-124 16,0-7 60-16,0-7-60 0,5-6 64 15,2-6 12-15,1-7-124 0,4-3-40 16,0-3 0-16,7-3-36 0,2-10-248 0,3-6 12 31,0-7-60-31,4-2-8 0,-5-4-28 16,1-3-192-16,0 0 188 0,-3 4 136 0,-10-1 348 15,1 3 100-15,-4 1 64 0,-4-1 0 16,-4 4 216-16,0 3-152 0,0 2 216 16,0 5 100-16,-4 4 112 0,4 9 12 0,-4 2-104 15,4 0-164-15,-4 7-292 0,0 5 48 16,-4 7 132-16,4 6 84 0,-3 7 128 0,-2 3-28 15,1 4-76 1,0-1-76-16,-4-4-220 0,4-2-72 0,4-7 20 0,4-9-96 0,0-3-88 16,0-7 36-16,4-6-24 15,0 0-72-15,9 0-104 0,-2-13-208 0,1-2-220 16,4-8-364-16,4-5-572 0,4-5-673 31,-8 8-1915-31,4-19-424 0</inkml:trace>
  <inkml:trace contextRef="#ctx0" brushRef="#br0" timeOffset="55645.662">31201 8890 2604 0,'0'0'8'0,"0"0"7132"0,0 0-5463 0,0 0-253 31,0 0-48-31,0 0-416 0,0 0-232 0,0 0 76 0,0 0 56 16,0 0-256-16,52 63-36 15,-48-24 48-15,-4 5-116 0,0 3-216 16,0 4-76-16,-4 3-20 0,-4 1-184 15,-5 1 68-15,2-5-72 0,-2 0-232 16,6-3 132-16,-5-7-32 0,3-6 56 0,2-10-92 0,3-3 56 16,0-6-24-16,0-10 52 0,4 1-112 0,0-4-64 15,8 0 88-15,-1-3 40 0,10 3 132 0,-6-3 0 32,6 0 48-32,-2 3-48 0,2 1-36 15,-2-1-124-15,1 3 152 0,-4 4-68 0,4 0-84 16,-4 6 112-16,-4-2 44 15,-3 6-72-15,-2-1 76 0,-3-3 52 16,0 0-52-16,0-3-36 16,-3-4 36-16,-2-3 52 0,1 1 20 0,0-7 40 0,-8 0-112 15,0 0 0-15,0 0-112 0,-4-7 104 0,-3 1 4 16,2-6-40-16,6 2-92 0,-6-3-112 16,6 1 24-16,-6-1-148 0,10-3-100 15,-1-1-40-15,4 3 32 0,4-2-372 0,0-1-720 16,12 5-16-16,-5 2-693 0,14 2-3043 15</inkml:trace>
  <inkml:trace contextRef="#ctx0" brushRef="#br0" timeOffset="56094.93">31874 9457 6688 0,'0'0'3112'15,"0"0"-1771"-15,0 0-185 0,-80 30 364 0,44-11-228 0,4 9-300 0,-3 1-12 16,3 2-200-16,4-1-236 0,8-3-136 16,0-2-212-16,13-5-88 15,2-4-108-15,5-6 0 0,0-4-56 0,5-3 48 16,6-3-52-16,5 0 60 16,4-6 160-16,4-7-160 15,4-3-148-15,-4-6-196 0,3 3-52 0,-3-4 112 0,-3 4 160 16,-6 0-64-16,1 7 52 0,-4 2 24 15,-3 7 52-15,-6 0-52 0,1 3 112 16,0 6 456-16,0 4-48 0,0 2-284 0,0 4-116 16,0 3 116-16,0 1-16 0,4-1-20 0,-4 3 60 15,0 0 160-15,0 3-12 0,-4-2-16 16,0 2 28-16,-4 1-88 0,-4-1 0 0,0 1-76 31,0-1-68-31,-4 3-76 16,4 1 8-16,0-4 4 0,0 0-12 0,-4-2-28 15,9-4-104-15,-6-4-52 0,5 2 76 0,0-9 108 16,0 3-52-16,1-8-156 0,-1-3-108 16,0-3-140-16,-1-10-172 0,5-4-100 15,0-8-180-15,0-8-912 0,0-7-956 0,5 6-1621 16,6-23-1119-16</inkml:trace>
  <inkml:trace contextRef="#ctx0" brushRef="#br0" timeOffset="56345.513">32245 9439 8716 0,'0'0'1348'0,"0"0"-431"0,0 0 775 0,24 95 40 15,-20-57-196-15,-4 7-380 0,3 0-116 0,1 8-188 16,-4 1-216-16,0 9-108 0,0 1 436 31,0 3-504-31,-7-4-252 0,-1 1-87 16,4-1-121-16,-9-3-12 0,6-2-169 0,-1-4 9 15,-1-7-48-15,2-6-144 16,-1-5-52 0,4-11-24-16,0-6-108 0,4-6-4 0,0-10 60 0,0-3-16 15,0-3-76-15,0-13-236 0,8-6-224 0,0-10-296 0,-1-3-236 16,2 0-869-16,-1-25-2603 0</inkml:trace>
  <inkml:trace contextRef="#ctx0" brushRef="#br0" timeOffset="56570.259">32245 9540 7704 0,'0'0'1672'16,"0"0"-520"-16,0 0 225 0,0 0-469 0,67-69-52 0,-47 62 20 15,0 0-196 1,4 5-188-16,-4 2-28 0,0 0-60 16,-4 7 68-16,0 2-148 0,-4 1-112 15,-5 2 24-15,1 4-112 0,-8 0-28 16,0-1-8-16,-4 5 48 0,-7 2 112 0,-10-3-100 15,-2 6-148-15,-5-2-12 0,-4-1-176 16,1 3-204-16,-6-3-280 0,1-3-236 16,1 1-352-16,-5-2-552 0,8-5-969 0,-16 3-2231 15</inkml:trace>
  <inkml:trace contextRef="#ctx0" brushRef="#br0" timeOffset="69153.176">27499 11290 9672 0,'0'0'2061'16,"0"0"-409"-16,0 0-472 0,0 0 192 15,0 0-180-15,0 0-596 0,0 0-548 0,88-42-48 16,-60 42-184-16,8 0-288 15,3 0-1072-15,-11 3-1320 0,21 1-3593 0</inkml:trace>
  <inkml:trace contextRef="#ctx0" brushRef="#br0" timeOffset="78565.221">24085 7007 3204 0,'0'0'1160'16,"0"0"4684"-16,0 0-3171 15,0 0-713-15,0 0-348 0,0 0 16 0,0 0-56 16,0 0-252-16,16-25-431 15,-16 25-233-15,0 0-160 0,0 0-96 0,0 0-100 0,0 6 124 16,4 3 68-16,-4 11-44 16,0 5-172-16,4 10-60 0,-4 5-36 0,4 9-72 15,-4 4-8-15,0 8-16 0,0 2-76 16,0 11-8 0,-8 5-48-16,4 7-124 0,-5 6-8 0,5 6 0 0,1 1 12 0,3-1 12 15,0-6-60-15,16-3-4 0,3-10 52 31,5-11 24-31,4-12-48 0,4-12-136 16,0-9-116-16,0-10-128 0,0-6-140 16,0-8-421-16,-8-11-1391 0,-5-4-2480 0,1-17-2801 15</inkml:trace>
  <inkml:trace contextRef="#ctx0" brushRef="#br0" timeOffset="79298.014">24356 7280 1056 0,'0'0'2988'0,"0"0"6089"0,0 0-7137 0,0 0-960 16,0 0-124-1,0 0 248-15,-17 70-116 0,30-51-216 0,2 0-124 0,6-3-64 16,3-1-192-16,-1-5-224 0,1-1-72 15,8-5-48-15,-4-1 40 0,8-3-88 16,-1-9 0-16,6-1-12 0,-2-6-184 16,1-6-60-16,4 0-96 0,-4-3-100 15,-1-5-24-15,-7 5-24 0,-4 0 204 16,-8-1 124 0,-4 8 24-16,-4-2 108 0,-8 5 40 0,-4-1 172 15,0 6 24-15,-7 1-72 0,-6-2-116 16,1 6 64-16,-8 2 64 0,-3 3-64 15,-1 6 40-15,-4 3-4 0,-4 7 116 16,0 7 140-16,0-1 52 0,-3 6-112 16,-2 4-24-16,1 3-36 0,1 7-27 0,-1-1-21 15,4 3 20-15,4-3 4 0,4-2-64 16,9-9 100-16,6 0-16 0,5-5-104 0,0 1-128 16,4-5-8-16,0 2 4 0,8-1 32 15,4 1-36-15,0-1-12 0,4 0-120 16,9 3 36-16,2-3-96 0,9 5 20 15,0-2-56-15,3 0 20 0,1 0 40 16,4 4-4-16,-4-4-45 0,-4 0 33 0,-1 1-44 16,-7-1 8-16,-4 0 84 0,-7-3 80 0,-6-2 56 31,-3 2 84-31,-4-4 28 0,-4 6 32 16,0-2-96-16,0-3-44 0,-8 4-4 15,-3-2-8-15,-2-2 0 0,-6 4-40 0,-5-2-36 0,0 2-36 0,-8-4-40 16,4-3 40-1,-4-3-40-15,0-4-48 0,0-3-148 0,4-3-144 16,-4-3-124-16,1 0-156 0,-1-9-1464 16,8 3-2853-16,-16-10-3803 0</inkml:trace>
  <inkml:trace contextRef="#ctx0" brushRef="#br0" timeOffset="80841.624">25108 11071 9248 0,'0'0'2837'16,"0"0"-693"-16,0 0-620 0,0 0 140 0,0 0-80 0,0 0-432 15,0 0-228-15,0 0-484 0,0 0-172 32,0 0 37-32,24 41 59 0,-16-3 44 0,5 4 100 15,-6 9-180-15,1-1-148 0,-4 1-120 0,0 0-56 0,-4-3-4 16,5-7-60-16,-1-10-24 0,-1-5-108 16,5-7 12-16,0-7-100 0,1-6-84 15,2-1-120-15,1-5 180 0,4 0 87 16,0-14-51-16,4-2-36 0,0-9-60 0,-1 0 80 15,5-7 68-15,-3 4 32 16,-2-4 60-16,-3 6-48 16,1 5 16-16,-6 4-52 0,-3 4-16 0,-4 7 76 0,0 6-132 15,1 0 56-15,2 13 224 0,-3 3 284 16,0 3-12-16,-4 6-64 0,4 4 12 16,-4-4 76-16,0 1 56 0,0-7-20 0,4-4 92 15,-4-5-204-15,4-4-48 16,-4-3-52-16,5-3 184 0,-2 0 13 15,1-9-137-15,4-7-84 0,5-6-96 16,-6-7-104-16,9-6-248 0,-4-6-73 16,0 0-147-16,-1-7-308 15,2-2-540-15,-2-4-1572 0,-7 12-2637 16,0-27-2835-16</inkml:trace>
  <inkml:trace contextRef="#ctx0" brushRef="#br0" timeOffset="81260.301">25798 10611 1056 0,'0'0'9828'0,"0"0"-7367"0,0 0-633 0,0 0 16 16,0 0-224-16,20 89-292 0,-20-58-316 0,3 10-256 16,-3 5-67-16,0 10-117 0,-3 7-148 15,-5 7-196-15,-4 4-60 0,-4-2-96 0,4 1-72 16,-4-6 0-16,8-10-60 15,4-10 48-15,0-5-36 0,4-10 48 0,0-10-60 0,0-6-84 16,0-6-76-16,4-4-128 0,4-3-76 16,-4-3 84-16,8-3 120 15,-4-3 88-15,8-7-1 0,4-6 9 0,-4-3-32 16,7-4-28-16,-6 1-8 0,3 0 8 0,-5 5 36 16,-3 4-32-16,1 4 104 15,-6 2 64-15,1 7-172 0,1 3 184 0,-5 0 0 16,3 13 260-16,1-1 8 0,-4 4-12 15,5 4 36-15,-6 5 60 0,5-2-99 0,-8-2-93 16,4-1 68 0,0-2-8-16,0-2-40 0,-4-3-96 15,5-4-8-15,-5-2-72 16,0-4-4-16,0 0 0 0,0-3-4 0,0 0-116 16,0 0-376-16,3-3-329 0,-3-7-99 0,4 1-524 15,0-10-1052-15,-4 6-2084 16,8-15-1729-16</inkml:trace>
  <inkml:trace contextRef="#ctx0" brushRef="#br0" timeOffset="81415.207">26188 11251 3100 0,'0'0'4'15,"0"0"5568"-15,0 0-3039 0,0 0-1017 0,0 0-216 16,0 0 392-16,76 74-116 0,-68-52-424 16,-4 7-68-1,-4-4-400-15,0 4-88 0,0-8-132 0,-4-1-304 0,0-1-160 0,0-6-84 0,0-4-244 16,1-2-328-16,-6-7-276 15,5 0-568-15,0 0-1116 0,-4-10-5261 0</inkml:trace>
  <inkml:trace contextRef="#ctx0" brushRef="#br0" timeOffset="81569.507">26169 11078 11709 0,'0'0'2364'0,"0"0"-964"16,0 0-32-16,0 0 232 0,0 0-664 15,0 0-472-15,88 22-340 0,-65-16-124 16,5 3-112-16,0 1-340 0,4-1-632 16,-1-2-340-16,-3 2-1092 0,-4-6-3149 15,4 4-2631-15</inkml:trace>
  <inkml:trace contextRef="#ctx0" brushRef="#br0" timeOffset="81778.961">26742 11220 5776 0,'0'0'428'0,"0"0"5717"0,0 0-4361 0,0 0-140 15,0 0 128-15,0 0-412 0,0 0-416 16,-75 76-196-16,54-50-164 16,2 2-60-16,-1 4-87 0,0 4-121 0,4-6-124 15,4 0-148-15,4-2-44 16,4-3-4-16,0-6 0 0,4-5-64 0,8-2 56 16,0-5-144-16,8-5-52 0,4-2-24 15,3 0-85-15,5-9-203 0,4-7-284 16,4-3-620-16,-4 0-728 0,-8 3-1968 0,8-6-5181 15</inkml:trace>
  <inkml:trace contextRef="#ctx0" brushRef="#br0" timeOffset="82348.427">26981 10744 10312 0,'0'0'2469'0,"0"0"-701"0,0 0-156 0,4 80 172 0,-4-46-196 15,0 11-344-15,0 5-304 0,-4 1-7 0,0 3-197 0,0-3-216 16,1 0-84-16,-1-4-172 16,-1 1-20-16,1-7-160 0,-4-3-84 31,4-3-48-31,1-7 44 15,-1-2-4-15,0-6-64 0,4-5 8 0,0-5-116 0,0 0-144 16,0-10-148-16,0 3-12 0,0-3 60 0,8-3 76 16,-5-1 56-16,5-5 60 0,0-5 136 15,4-4 88-15,4-1 0 0,-4-3-89 16,4-1-15-16,-4 4 16 0,0 6-12 16,0 4-76-16,-4 3 16 0,4 6 168 0,-4 0 24 15,4 6 108-15,0 7 4 0,-1 3 44 16,2 3-60-16,-2 0 65 0,-2 4 107 0,-1-4-12 15,-1 2-76-15,-3-1-12 0,0-2-44 16,0-2 8-16,1 0-60 0,-5-3-96 16,0-1-8-16,4-1-196 15,-4-6-208-15,4 4-304 0,-1-2-221 0,-3-3-479 16,4-1-1252-16,0-3-3309 0,-4 0-4547 0</inkml:trace>
  <inkml:trace contextRef="#ctx0" brushRef="#br0" timeOffset="83240.999">27611 11255 3800 0,'0'0'444'16,"0"0"4016"-16,0 0-2832 0,0 0-467 0,0 0-173 16,0 0 352-16,0 0-276 0,0 0-208 15,0 0-176-15,83-23 20 16,-70 30 32-16,-2 0-152 0,1 2 0 15,0 1 20-15,0-1 84 0,1 4-132 16,-2 0-116-16,-3-1-84 0,-4 4-11 0,0 0 11 16,0 0-84-16,-4 6-148 0,-4 0-120 15,0 0-12-15,-8 3-36 16,4 5-24-16,-4-5 60 0,0 0-36 0,5-3 0 0,-2-6-28 16,1-7 16-16,8-2 0 0,0-3-144 0,0-4-189 15,0 0-127-15,8-6 44 0,4-8 184 16,8-5-64-16,-4-3-24 0,4-3 112 15,0 0-4-15,0-5 88 0,0 0 108 16,-4 1 76-16,0 0 12 0,-4-3 60 0,3 7 40 16,-2-4 48-16,-2 3 24 0,2 8-72 15,-6 2 84 1,1 3-16-16,0 4 68 16,1 2 8-16,-6 4-84 15,1 3 8-15,0 0 64 0,4 7 60 0,1 1 60 16,-6 9-107-16,5 6-13 0,-4-2 32 0,4 4-20 0,-3 4 12 15,-2 0-64-15,-3 2-60 16,4-2-20-16,-4 0-52 0,4-4-24 0,-4-2-48 16,0-5-48-16,0-2-12 0,0-3-16 15,4-7-116-15,-4 0-112 0,4-2-156 0,0-1-145 16,-4-3-63-16,4 0 8 0,4-7-96 16,4-2-476-16,-1-7-716 15,6 0-624-15,-6 4-2253 0,10-10-1399 0</inkml:trace>
  <inkml:trace contextRef="#ctx0" brushRef="#br0" timeOffset="83550.734">28236 11337 1344 0,'0'0'1252'0,"0"0"-456"0,0 0 5440 16,0 0-3967-16,0 0-1093 0,-7 81-80 31,7-62 304-31,0-1-8 0,0 1-384 16,4-3-268-16,-1-6-112 0,5-1-104 15,5-3-84-15,-2-2-208 0,1-4-108 0,4 0-76 0,0 0-48 16,4-10-88-16,-5-3-132 0,10-2-76 15,-5-4-8-15,0 0-76 0,-1-4-24 16,-2 0 96-16,-6 2 48 0,1 2-12 16,-3-4 100-16,-9 4 172 0,0 4 88 0,0-4 84 0,-4 3 88 15,-5-1-40-15,-3 6 88 16,1 0-36-16,-2 5 32 0,-2 6-180 0,-1 0-124 16,0 3-40-16,-4 11 40 0,0-3 8 15,0 6 0-15,0 1 40 0,5-5-48 16,2 3 0-16,5-6-160 0,1 2-344 0,-2-5-296 15,9-1-312-15,0-3-632 0,0-3-1264 16,5-3-4017 0</inkml:trace>
  <inkml:trace contextRef="#ctx0" brushRef="#br0" timeOffset="83822.558">28575 11150 3392 0,'0'0'820'0,"0"0"4276"0,0 0-3455 0,0 0-817 0,47 76 60 15,-38-51 300-15,-9 5-144 0,0-2-248 16,0 0-120-16,0 1-164 16,-4-3-20-16,-4 0-92 0,-4-5-124 0,-1-2-136 0,2 1-48 15,-1-8-88-15,0 1 12 16,4-7 72-16,4 0 52 0,0-6 0 0,4 0 76 16,0 0 44-16,0-3 76 0,0-6-208 15,8-4-124-15,4-6-148 0,0-6-100 16,4-1 104-16,4-5 68 0,0-1-144 15,-1-3-140-15,6 0-48 0,-5 3-336 0,-1 0-204 0,1 10-148 16,1-1-168-16,-6 5-1192 0,-2 8-3765 16</inkml:trace>
  <inkml:trace contextRef="#ctx0" brushRef="#br0" timeOffset="84674.94">28730 11106 964 0,'0'0'992'0,"0"0"7352"0,0 0-6695 0,0 0 35 0,0 0 204 15,0 0-196-15,0 0-308 0,60 79-388 16,-52-46-288-16,0 4-24 0,0-2-16 15,-4 3-107-15,0-2-173 0,-4-5-160 16,0-3-140 0,0-5-80-16,0-4-8 0,0-6-12 15,0-4-52-15,0-3-44 0,0-3-340 0,0-3-209 0,4 0-171 16,4-3 160-16,-1-6 104 0,6-4-12 16,2-10 108-16,2 5-28 15,-6-4 100-15,6-1 260 0,-2 2 128 0,-2-2 4 16,2 1 4-16,-2-4 88 15,-2 7-28-15,-3 0 76 0,5 7 148 16,-10 1 52-16,1 5 8 0,-4 6-84 0,0 0-52 16,0 6 172-16,0 8 120 0,0 5-96 0,0 3-60 15,-4 3-40-15,-3 4 12 16,-2-6-60-16,5-5-256 0,0-3-28 16,4-1-92-16,0-7-172 0,8-7-244 0,8 0 160 0,-4 0 80 15,8-10-108-15,4-3-36 0,0-6 8 16,0 3 176-16,0-3 68 0,-9 6 80 15,6-3 44-15,-1 4 64 0,-9-1 4 16,6 0 72-16,-6 7 60 16,-3 6 148-16,5 0 168 15,-10 6 100-15,5 7 12 0,-4 6-76 16,4 3-148-16,0 0 16 0,0 4 129 0,0-1 87 16,1-3-64-16,-6 1-184 0,5-4-116 0,0-3-152 0,-4-4-56 0,0-2-4 15,0-4-56-15,0-3-76 0,4-3-80 16,0 0-184-16,4 0-156 15,4-3-269-15,0-3-79 0,3-4-628 16,-2 4-1552-16,11-3-3777 16</inkml:trace>
  <inkml:trace contextRef="#ctx0" brushRef="#br0" timeOffset="85057.747">29762 11337 6868 0,'0'0'4773'15,"0"0"-3061"-15,0 0-404 0,0 0 268 0,0 0-304 0,0 0-480 0,-79 4-224 0,55 8-236 0,-4 7-24 16,0 6 240-16,0 1 296 16,5 2-200-16,-2-1-231 0,9-2-97 15,4-6-160-15,5-4-44 0,-2-2-64 32,9-6-48-32,0 0 0 0,4-7-108 0,8 0-124 15,4 0-48-15,4-7-13 0,8-9-107 0,4-3-136 16,0-3-124-16,0 0 0 0,3-5 168 0,-7 6 160 15,0-1 84-15,-4 6 76 16,-4 2 60-16,-8 5 112 0,-8 6 128 0,0 3 132 0,0 0 208 16,-4 3 60-16,0 4-36 15,0 6 44-15,-8 2-24 0,4 1-24 0,0 1-99 16,-4 1-13-16,4-5-84 0,4-3-200 16,0-7-92-16,0 0-72 0,0-3-12 0,4 0-88 15,4-6-132-15,4-4-73 0,8-7-71 16,0-1-4-16,8-7-208 15,-4-1-332-15,4 1-388 0,0-4-672 0,0-3-700 32,3 1-1397-32,-11 5 53 0,13-18-344 0</inkml:trace>
  <inkml:trace contextRef="#ctx0" brushRef="#br0" timeOffset="85267.73">30256 10818 1604 0,'0'0'0'0,"0"0"2712"0,0 0 2988 0,0 0-3603 15,0 0-841-15,0 0 64 0,0 0 52 16,0 0-172-16,0 0-272 15,0 0-4-15,0 0 192 0,5 28-480 16,-10-3-112-16,1 7 217 0,0 2-233 16,-3 5-204-16,3 5-148 0,-9 4-96 0,2 3-60 15,-10 2-8-15,6 1-88 16,-9 3-12-16,0-6-52 0,4 0-152 0,0-6-308 16,0-7-293-16,8-3-3 0,8-4-312 0,0-5-240 15,4-3 216-15,0-11 4 0,4-3-3605 16,8-5-4363-16</inkml:trace>
  <inkml:trace contextRef="#ctx0" brushRef="#br0" timeOffset="85723.88">30710 11268 6036 0,'0'0'3064'16,"0"0"1821"-16,0 0-3277 0,0 0-468 0,4 92 68 0,-4-57 184 15,0 3-232-15,-7 0-232 16,3-3-443-16,0-4-325 0,0-4-160 16,4-8 0-16,0-7-160 0,0-3-169 0,0-5-155 15,4-4-312-15,0 0-340 16,-4-4-1340-16,4-15-4349 0</inkml:trace>
  <inkml:trace contextRef="#ctx0" brushRef="#br0" timeOffset="85876.493">30710 11134 912 0,'0'0'11289'15,"0"0"-8909"-15,0 0-1232 0,0 0 68 0,0 0 52 16,77-28-704-16,-54 22-564 0,5 2-184 16,0 4-360-16,-4-3-560 15,4 3-904-15,-8 0-2693 0,-4 0-2547 0,4 3 4261 0</inkml:trace>
  <inkml:trace contextRef="#ctx0" brushRef="#br0" timeOffset="86142.783">30957 11360 3768 0,'0'0'352'0,"0"0"3836"0,0 0-1083 0,-19 73-1057 0,19-58-440 0,0-1-384 16,0-5-352-16,0-2-412 0,8-4-248 0,3-3-100 16,2 0-112-16,6-3 0 0,5-7-360 0,0-3-448 15,8-5-284-15,0-1 68 0,0 2-156 16,-8 1 20-16,-1 7 352 0,-2 2 524 15,-5 7 284-15,-4 0 224 0,-5 7 684 0,2-1 460 16,-5 7 136-16,-4 3-8 16,4-4-240-16,-4 4-112 0,0 3-176 31,4-3-232-31,-4 0-116 0,3-3-23 0,1-1-137 0,0-2-460 16,5-4-12-16,2 0-424 0,1-2-5 15,8-4-143-15,0 0-132 0,8 0-316 0,4-7-768 16,8 1-1404-16,-12 3-2097 0,23-7-635 15</inkml:trace>
  <inkml:trace contextRef="#ctx0" brushRef="#br0" timeOffset="86593.302">32531 10890 7868 0,'0'0'6481'15,"0"0"-4485"-15,0 0-1012 16,0 0-32-16,0 0 376 0,0 0 112 0,-92 32-635 15,53 5-321 1,-5 11-84-16,-4 10 180 0,1 5 184 16,-1 4-128-16,-1 0-20 0,10-1-100 0,3-2-116 15,12-5-184-15,5 2-36 0,14-9 96 0,5-2-56 0,13-6-220 16,11-6-132-16,7-6 36 16,9-3 12-16,3-8-108 0,10-2 0 15,3-5-24-15,-1-9-36 0,0-1 8 0,-2-4 28 16,-9 0 0-1,-4-9-192-15,-13-5-88 0,-7 0-144 16,-8-5-72-16,-12-4-244 0,0-3-565 16,-12-2-911-16,-8 3-1812 0,-4-4 1015 15,-4 4-1051-15,-7 0 2300 0,3 2 860 16,-4 0 1120-16,4 8 1380 0,0-1 1224 16,8 0 28-16,4 7-483 0,5 2-169 0,6 1-300 0,5 3-328 0,4 3-172 0,0 0 0 15,4 0 200-15,9 0-271 0,6 0-441 31,5 0-40-31,4 0 36 0,8 0-336 16,4-3-208-16,-4-8-120 0,-4 6-4 0,-4-4-164 16,0-2-352-16,-9 3-376 0,1 1-85 15,-4 0-103-15,-8 0-740 16,0 5-1188-16,-8-1-1708 0,0 3-441 0,0 0 265 0</inkml:trace>
  <inkml:trace contextRef="#ctx0" brushRef="#br0" timeOffset="86765.659">32600 11426 2192 0,'0'0'4740'16,"0"0"-191"-16,0 0-2489 0,0 0-364 0,-5 83 124 15,5-61-100-15,0 4-260 0,0 2-276 0,0 5-215 16,-4-2-97-16,0 1-132 16,-4 2-128-16,-4 1-140 0,4-2-172 0,-3 0-132 0,-2-3-156 15,1-2-12-15,5-2-132 16,3-4-156-16,0-3-100 0,4 0-8 0,0-7-220 16,8 5-84-16,3-9 168 0,2-4-537 15,-2-1-947-15,-3-3-2132 0,0-3-4337 16</inkml:trace>
  <inkml:trace contextRef="#ctx0" brushRef="#br0" timeOffset="86941.084">33053 12090 5672 0,'0'0'14101'16,"0"0"-11436"-16,0 0-1901 0,0 0-508 0,0 0-156 15,0 0-100-15,0 0-484 0,0 0-572 16,0 0-489-16,0 0-3543 0,-83-12-8153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09:23.0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2984 3845 572 0,'0'0'380'0,"0"0"-380"0,0 0-624 0,0 0 297 15,0 0 327-15,0 0 99 0,0 0 281 16,0 0-316-16,-8 47-64 0,8-41-44 16,0-2-140-16,-5-1-131 0</inkml:trace>
  <inkml:trace contextRef="#ctx0" brushRef="#br0" timeOffset="1756.928">3542 3857 220 0,'0'0'392'16,"0"0"-392"-1,0 0-496-15</inkml:trace>
  <inkml:trace contextRef="#ctx0" brushRef="#br0" timeOffset="3090.7">3048 3651 220 0,'0'0'1268'0,"0"0"-668"0,0 0-600 16,0 0-208-16,0 0 36 0,0 0 160 0,0 0-380 0,0 0-600 15,0 0 992-15,0 0 196 16,0 0 80-16,-4-28 36 0,4 28 276 0,0 0 116 15,0-4-68-15,4 4-636 0,-4-3-312 16,0 3 52-16,0 0 216 0,0 0 36 0,0 0-36 16,0 0-216-16,0 0-588 15,0 0 352-15,0 0 328 0,0 0 12 0,0 0-68 16,0 0 212 0,0 0 24-16,0 0-12 0,0 0 328 0,0 0 232 15,0 0 80-15,0 0-328 0,3 0-92 16,-3-3-128-16,0 3 0 0,4-3 24 15,-4 3 56-15,0 0 1548 0,0-3-1044 16,0 3-440-16,0 0-232 0,0-4-4 16,0 4 0-16,0 0 48 0,0 0 132 15,0-3 80-15,4 3 40 0,-4-4 156 0,0 4 388 16,0-2 104-16,4 2-52 0,-4-3-132 0,0 0-120 16,0 3-75-16,0 0-5 0,0-4 12 15,0 4-24-15,0 0-92 0,0 0-80 0,0 0-48 16,0 0-32-16,0 0-32 15,0 0-4-15,0 0 28 0,0 0-16 0,0 0 24 16,0 0 0-16,0 0-32 0,0 4-16 0,0-1 32 16,0 0 40-16,0 3 72 0,0 1-12 31,0-1-124-31,0 7-72 0,0-1-116 16,-4 4-12-16,4 0-32 0,0 3-28 15,-4 6 0-15,4 1 8 0,0 2 88 0,-4 5-92 0,4 1 8 0,0 4 52 16,-3 1 20-1,3-2 4-15,-4 2-16 0,0 2-24 0,0-3-32 0,-1 4-8 0,1-2-8 16,0 2 4-16,-3-1-12 16,-1 4 8-16,-1-1 0 0,5 3-64 15,-3-5 4-15,3 2 12 0,0-6-76 0,0 1 12 16,-1-2 0-16,5-2 4 16,0 0-40-16,0 0 96 0,0 1-108 0,0-3 156 15,0 6-164-15,0-4 164 0,0 3-40 16,0-3-68-16,0 0 20 15,0-3 92-15,0 3 4 0,0-3 36 16,0-1-32-16,0-1 40 0,0-5-48 0,0 0-8 16,0-3 8-16,0 3-4 0,0-5-16 15,0-1 20 1,0-4 12-16,0 1-12 0,0-6-112 16,5-1-52-16,-1-2-8 0,-4 0-140 0,0-5-48 15,4 1 72-15,-4-3-92 16,4 0-108-16,0 0-304 0,-1 0-608 0,1-5-556 15,5-6-397-15,-1-5-1803 0,-1 4-316 0</inkml:trace>
  <inkml:trace contextRef="#ctx0" brushRef="#br0" timeOffset="4474.567">3493 3984 4608 0,'0'0'8901'0,"0"0"-7333"0,0 0-948 0,0 0-64 15,0 0 564-15,0 0-92 16,0 0-276-16,0 0-264 0,0 0-96 0,0 0 352 16,-4 83-160-16,25-61-204 0,-6 1-175 0,9-5-33 15,-3-2-100-15,3-3 352 0,4-6 120 16,0-2-252-16,-1-5-160 0,4 0-132 15,1-3-156 1,0-6-16-16,1-8 40 0,3-1-24 16,-4-8-52-16,3-2-44 0,-3 0 92 15,0-1-56-15,-4 4-52 0,-4 0-13 16,-5-1 125-16,-6 3-4 0,-2 4 16 16,-7 1 80-16,0-2 4 0,-4 1 60 0,0 4 12 15,0 2 0-15,-8-1 64 0,1 6 8 16,-1-3 24-16,-1 5 4 0,2 3-16 15,-5 0 48-15,-1 3 16 0,2 0-87 16,-6 6-73-16,2 7 8 0,-5 4 40 16,-8 5-40-16,0 6-8 0,-8 7 60 0,4 3 52 15,-7 3-16-15,3 4-36 0,-5-4-12 0,6 3 12 16,-1-5 100-16,8-2-28 0,4-5-24 16,9-3-60-16,-2-7 16 0,6 1-52 15,7-5-4-15,-4-2-8 0,8 1-12 0,0-3-40 16,0 5 4-16,8-2 0 15,3 1 44-15,10-1-4 0,-1-1-4 0,3 3 12 0,5-3 12 32,4 4-12-32,0-6 12 0,8 5-12 15,-4-2-8-15,3 2 4 0,1 0-68 16,0 0 60-16,-4 3 0 0,0 3 0 16,0 1-36-16,-8-4 44 0,0 3-4 0,-4 0-40 15,0-2 48-15,-5-1 0 0,-3-2 0 0,-4-5-8 16,0 4 8-16,-4-3-76 0,-8-3 76 15,0 2 4-15,0 2 60 0,-4-2 20 0,-8 5 12 16,-4-2-12-16,0 1 12 0,-8 1 28 16,1 2 32-16,-5-6-12 15,0-4 4-15,-4 4 20 0,0-6-48 0,0-1-72 0,-3-3 48 16,7-1-36-16,-4-3-60 0,8-2-132 16,0 0-12-16,-1-7-112 0,10 1-32 15,2-3-124-15,6-1 0 0,-1 1 48 16,4-4-185-16,0 4-423 0,4-4-524 0,8-3-696 15,4 0-1028-15,0 4-2629 0,11-11-1099 16</inkml:trace>
  <inkml:trace contextRef="#ctx0" brushRef="#br0" timeOffset="4975.589">4565 4877 3920 0,'0'0'9497'16,"0"0"-7345"-16,0 0-2088 0,0 0 136 16,0 0-76-16,0 0 668 0,96-29 156 0,-80 26-256 15,3 3-300-15,-2 0 64 0,-6 3 12 16,2 0-212-16,-5 3-244 0,-8 1 196 0,0-1 292 15,0 3-124-15,0 1-20 0,-8 6-152 16,-5 0-20 0,-6 3 33-16,3 0-45 0,-4 0-64 15,0-3-100-15,4 0 40 0,0-3-36 16,5-4 48-16,-2 1-60 0,9-4-8 16,1 0-52-16,3-3-36 0,0 4-24 15,0-4-16-15,3 3 64 0,9 5 64 16,1-3-4-16,2 5 0 0,1-1 4 0,0 2 8 15,0 2 4-15,0-2 56 0,0 6-56 0,-4-4 40 0,-4 3-40 16,-4-3 4-16,0 3 0 16,-4-3-8-16,0 1-4 15,-4 2-80-15,-5-5 0 0,-6 3 23 0,-1-1 49 16,0-5 4-16,0 3-52 0,0-4 48 16,0-4-36-16,4-3-192 0,1 0-260 15,-2-3 12-15,6 0-12 0,3-9-248 0,-4-7-720 0,3-6-620 31,1-7-2488-31,4 0-3909 0,0-18 8237 16</inkml:trace>
  <inkml:trace contextRef="#ctx0" brushRef="#br0" timeOffset="5443.728">5677 3709 5160 0,'0'0'300'15,"0"0"5917"-15,0 0-4461 0,0 0-488 16,0 0 104-16,0 0 64 0,0 0-88 15,0 0-392-15,0 0-344 0,0 0-272 16,4 40-48 0,-4-21 24-16,0 4 0 0,0 5 25 0,0 4-25 15,-4 6-132-15,4 7-20 0,-8 3-160 16,4 8 40-16,-3 4 88 16,-2 8 16-16,1 1-64 15,-3 1-16-15,3 0-68 0,-5 0-84 0,2-1 72 16,-2 1 8-16,5-3-8 0,1-1-60 0,-6 5-12 15,9 5 32-15,0 0-8 0,1 7-36 0,-1 3-160 0,4-1-168 16,0-9 123-16,0-3-127 0,0-13 136 16,0-6 36-16,0-13 24 0,0 1-84 15,4-10-88-15,-1-4 12 0,1-2-12 0,0-4 44 16,-4-6-132-16,5-7-412 16,-1-2-548-16,-4-7-596 0,4 0-424 0,0-10-1481 15,-4 1-927 1,0-13 3328-16</inkml:trace>
  <inkml:trace contextRef="#ctx0" brushRef="#br0" timeOffset="6109.698">6243 4419 6504 0,'0'0'7005'0,"0"0"-5649"0,0 0-788 0,0 0 20 16,0 0 688-16,0 0-196 0,79 4-232 15,-55-4-380-15,4 0-140 0,0 0-96 16,8 0-12-16,0 0-24 0,-1 0-24 0,6 0 8 16,-1 0-8-16,-5 0-40 0,5 3-36 15,-3-3-96-15,-6 0-4 0,-3 0-48 16,-1 0-68-16,-3 0-196 0,-3-3-268 15,-1-1-104-15,-5 1-132 0,2 3-132 0,-9 0-796 16,-1-3-1348-16,-3 3-2929 0</inkml:trace>
  <inkml:trace contextRef="#ctx0" brushRef="#br0" timeOffset="6409.888">6211 4747 4528 0,'0'0'4236'0,"0"0"-1227"0,0 0-1753 0,0 0-456 16,0 0 440-16,0 0 284 0,0 0-268 0,96 37-268 16,-72-30-204-16,-1-1-184 15,5 0-112-15,4 1-96 16,0 3-112-16,0-4-76 0,-1 0-68 0,10 4 21 0,-1-4-1 15,-1 0-104-15,2 1-52 0,-2-1-8 0,1-6-92 16,-5 3-181-16,-3-3-239 16,5 0-188-16,-5-3-72 0,0 0-168 0,-5-4-524 15,-3 1-1228-15,-4 0-2445 16,-5 3-2511-16,-10-7 6732 0</inkml:trace>
  <inkml:trace contextRef="#ctx0" brushRef="#br0" timeOffset="7713.021">6231 4112 3356 0,'0'0'704'15,"0"0"3436"-15,0 0-2144 16,0 0-451-16,0 0-441 0,0 0-72 0,0 0 8 15,0 0-60-15,0 0-164 16,0 0-156-16,84 9-188 0,-64-6-64 0,-1 1-112 16,5 2-76-16,4-3 28 15,0 0 8-15,4-1-20 0,4 2 80 16,-1-1 64-16,1 1-100 16,5-4-144-16,-2 3-76 0,1 0-48 0,4 0-12 15,0-3-48-15,0 4-112 0,-1-4-292 16,-3 2-356-16,4-2-116 0,0 0-440 15,0 3-976-15,-4-3-2157 0,-8 0-2799 16,11 0 5444-16</inkml:trace>
  <inkml:trace contextRef="#ctx0" brushRef="#br0" timeOffset="8313.382">7896 3730 3316 0,'0'0'16'15,"0"0"-16"-15,0 0 5632 0,0 0-3643 0,0 0-653 16,0 0-340-16,0 0-80 0,0 0 172 16,0 0-56-16,-12 80-184 0,12-58-188 15,0 3-56-15,4 2-12 0,0 3-28 16,0 2-64-16,1 4 64 0,-1 1 264 0,0 4-319 16,-4 1-169-16,3 2-96 0,1 1-160 0,0 2-84 15,0 4-4-15,0 0-152 0,1 0 68 0,-5 3-8 16,4-1 84-16,-4 5-72 15,0-4 36-15,0 3-24 0,3 0 68 16,-3-3-4-16,4 0-44 0,0 0 44 0,0-4-64 16,0-1-245-16,0-5 125 0,1-9 104 15,-5-3-32-15,3-4-404 16,-3-5-72-16,4-4-28 0,-4-4-40 0,0 1-76 16,0-6-376-16,0-1-908 0,0-5-1136 15,0-1-2945-15</inkml:trace>
  <inkml:trace contextRef="#ctx0" brushRef="#br0" timeOffset="9556.866">10052 4128 2912 0,'0'0'964'16,"0"0"4900"-16,0 0-4031 0,0 0-261 16,0 0-580-16,0 0-80 0,87-44 20 0,-70 39-152 15,2 5-160-15,-3 0-212 0,5 7-24 0,-2 2 60 16,-3 8-24-16,4 1-52 0,-8 5 12 15,4 2-100-15,-12 0-60 0,0 7-60 16,-4 0-112-16,0-1-36 0,-12 5-12 0,-4-2-4 16,0 5-44-16,-8-4 0 0,1 0 0 31,-1-1-76-31,-1-3 4 0,1 2 44 0,0-11 16 16,9-3 0-16,3-6-4 0,4-4-68 15,4-5-116-15,4-4-8 0,0 0 48 16,4-4 60-16,8-8 84 15,7-7 16-15,5-6-12 0,8-8-88 16,4-2-36-16,0-2-100 0,0-2-16 0,0 8 116 16,0 2 184-16,-4 0 4 0,-1 8-4 0,-6 2 0 0,-1 2 0 15,-5 4 72-15,-3 4 52 0,-4 3 40 16,-8 6-16-16,5 0-36 0,-6 0-40 0,1 6-24 16,0 8 88-16,-4 0 76 15,0 9-52-15,-8 2-24 0,-4 0-64 16,4 0 12-16,-3-2-84 0,-2-4-60 0,9-6 0 15,0-4-16 1,4-2 64-16,0-4 4 0,0 0 0 0,4-3-64 16,4 0 72-16,4 0 0 0,0-3 12 15,4-7-8-15,0 1 0 0,0 3 0 16,-4-4 4-16,4 4-8 0,-8 3-52 0,0 3-48 16,-1 0 96-16,6 0 4 0,-5 6 124 15,3 4 232-15,-2 2 108 0,2 1-244 16,-3 4-36-16,1-3 12 0,-1 5-24 15,-1-2 24-15,1-2-28 0,-4 2-20 16,5-5-28-16,-9 1-68 0,7-3-52 0,-3-1 0 16,-4-3-8-16,8-3-4 0,-3 1-76 15,-1-4-264-15,7 0-172 16,1 0-152-16,8 0-196 0,0-10-388 0,3 0-1416 16,5-2-2877-1,-4 3-3407-15,8-12 8868 0</inkml:trace>
  <inkml:trace contextRef="#ctx0" brushRef="#br0" timeOffset="9881.05">11204 4460 5440 0,'0'0'6757'0,"0"0"-5289"0,0 0-708 16,-53 76 60-16,42-53 628 0,-2-4-156 0,2-6-540 16,7-3-468-16,4-8-188 0,0 2 88 0,8-4 100 15,12 0-40-15,-1-4-36 0,5-8-208 0,4-1-84 16,-4-4-200-16,1-2 152 0,-2 1-128 15,-3 3 100-15,-4-2 40 0,-4 2 68 16,-4-2 48-16,-4 2 0 0,-4-1 4 0,0 0 0 16,-8-1 88-16,-4 3-16 15,-4 0 40-15,4 2-112 16,-4 2 4-16,0 10 8 0,0 0-8 16,1 7-4-16,-2 6 60 0,-2 3 64 0,2 3 24 15,-3 3-12-15,5 0-124 0,-2-3-12 16,2-4-100-16,2 4-180 0,6-6-300 15,-1 0-160-15,8-6 20 0,0-2-164 16,4-5-348-16,12 0-276 0,7-5-720 16,9-9-965-16,-8 2-2839 0,21-7 5760 15</inkml:trace>
  <inkml:trace contextRef="#ctx0" brushRef="#br0" timeOffset="10338.987">11530 4378 704 0,'0'0'10885'16,"0"0"-8825"-16,0 0-884 0,-60 73-232 0,33-47 560 15,3 2 140-15,0-2-296 0,7-4-480 0,6-7-420 16,3-5-192-16,4-4-147 0,4-6-37 0,0 4-8 16,4-4 32-16,4 0-24 15,8-4-20-15,3-2-52 0,5-4-108 0,1-5-148 16,-1-2-37-16,3-2-11 0,-3 0-24 16,4-6 84-1,0 3 0 1,0-6 12-16,0-4-12 0,0-6-36 0,4-6 48 0,-4-5 12 15,0-1-16-15,3-11-72 0,1 1-72 0,0-10-140 16,0 4-124-16,0-3-240 0,-4 1 264 16,-5 11-248-16,-3 7 448 0,-3 14 420 15,-6 11 380-15,-7 9 288 0,-4 10 228 16,0 6-100-16,0 0-188 0,0 0-248 0,0 0-112 16,0 0-76-16,0 6-100 0,-4 7 4 0,0-1 132 15,-3 10 16-15,-2 1-4 0,1 2 0 16,4 7-24-16,-3 0-88 0,-2 6 100 15,-3 6-36-15,1 4 12 0,-2 6-72 16,-6 0-16-16,-1 3-48 0,-1 3 36 16,-2-5-20-16,3-2-64 15,0-2-40-15,0-3 40 0,8-7 12 16,0-6 36-16,1-4-48 0,2-5-64 0,5-1 16 16,0-8 0-16,4-3-36 0,0-3-220 15,0-5-408-15,0-4-196 0,0-2-20 16,0 0-188-16,4-2-532 0,0-4-680 15,0-5-1961-15,1 3-2763 0,-1-15 6568 0</inkml:trace>
  <inkml:trace contextRef="#ctx0" brushRef="#br0" timeOffset="10989.921">12339 4279 352 0,'0'0'11669'16,"0"0"-9221"-16,0 0-1000 0,103-6-568 0,-71 6 4 0,-8-3 52 16,1 3-196-16,-6 0-300 0,-7 0-220 0,-4 0-96 15,-4 0-40-15,-4 0-76 16,0 7 36 0,-8 0-40-16,-8 4 4 0,-3 8 140 15,-13 7-40-15,-5 0-108 0,-3-1-8 16,5-3-92-16,3-3 100 0,8-3 60 15,8-7-60-15,4 1 0 0,4 0-12 16,8-1-72-16,0 3 76 0,4 1-4 0,9 0-112 16,6 3-120-16,1 0 12 0,4 0 72 0,-1 3 64 15,1-3 32-15,-3 0 52 0,-6-4 0 16,-2 1 12-16,-6-1 124 0,-3 1 204 16,-4 0-20-16,-4-1-148 0,-3 1 96 15,-10 0-148-15,2-1-36 0,-5-1-16 0,-1 1-56 16,-2-3-52-16,-5 1-68 0,0 0-160 15,-4-4-456-15,-3-3-308 0,-6-3-940 0,9 0-2720 16,-19 0-3757-16</inkml:trace>
  <inkml:trace contextRef="#ctx0" brushRef="#br0" timeOffset="11588.255">9965 3823 2744 0,'0'0'0'0,"0"0"0"0,0 0 4592 0,0 0-2568 16,0 0-488-16,0 0-379 0,-88 86-41 0,71-55-100 0,6 7-16 15,-6 3-272-15,2 10 28 16,3 0-232-16,0 6-68 0,4 0 16 0,0 3-140 16,4 1-36-16,0 2-136 0,4 2-84 15,0-7-76-15,8 3-80 0,0-4 68 16,8 0-160-16,4-2-236 0,0-4-36 0,7-7-4 31,5-2-136-31,5-8-420 0,6-2-368 16,5-6-436-16,4-11-741 0,7 1 205 15,5-10-180-15,-16-2-1524 0,31-4 2861 0</inkml:trace>
  <inkml:trace contextRef="#ctx0" brushRef="#br0" timeOffset="12059.183">13406 4191 3268 0,'0'0'432'16,"0"0"3744"-16,0 0-179 0,0 0-2141 0,0 0-680 16,0 0-180-16,52 73 108 0,-40-51-296 15,1 1-192-15,-2 2-88 0,2 0 16 16,-2 7 4-16,-3 0-32 0,0 2-8 0,-3 7 40 15,-5-3-119-15,0 1-261 0,0-1-92 0,-9 3-76 16,-3-3-60-16,-4 4-96 31,0-4-125-31,-8 3-95 0,-7-3-64 0,-5 3-60 0,-4 3-36 0,-4-2-128 0,-3 0-136 16,-2-1-424-16,2-4-1096 0,7-11-2213 16,-4 9-3111-1</inkml:trace>
  <inkml:trace contextRef="#ctx0" brushRef="#br0" timeOffset="19573.308">3354 7317 3372 0,'0'0'276'0,"0"0"1848"0,0 0 72 15,0 0-952-15,0 0-236 0,0 0 13 0,0 0 59 0,0 83 44 16,0-59-124-16,0 4-204 16,0 2-116-16,0 6-188 0,0 2-104 15,0 0-64-15,0 4-76 0,4 2 112 0,0 1 96 16,-4-4-120-16,4 3-164 16,0-2-112-16,1 2-60 0,-2 1-8 0,5 2 4 15,-4 1-4-15,0-1 0 0,0-2-40 16,0-1 44-16,0 1-4 15,-4-7 0-15,0 0-44 0,0-3 40 0,0-3 4 0,0-4 4 0,0-3 0 16,4-2-56-16,-4-4 52 16,0-3-104-16,4 0-172 0,-4-4-336 0,4-3 100 15,0 1 44-15,-4 0 60 0,0-4-12 16,4 1-152-16,-4-5-228 0,0 2-348 16,4-4-240-16,-4 0-321 0,3 0-807 0,6-6-612 15,-5-4 436 1,4-13 1968-16</inkml:trace>
  <inkml:trace contextRef="#ctx0" brushRef="#br0" timeOffset="23469.969">3764 7610 2036 0,'0'0'456'0,"0"0"2360"0,0 0 1624 15,0 0-3123-15,0 0-249 0,0 0-300 0,0 0 48 16,0 0 8-16,-3 70-104 0,6-67-204 15,1 3-116-15,5 1-60 16,3 0-4-16,-5-2-84 0,10 2-28 0,-6 0-52 0,6-1 28 16,-2-3 20-16,5 0 4 0,4-3-52 15,0 0-36-15,4-6-36 0,3-4-96 16,1 0-4-16,-4-5-88 0,4 0-132 16,-4-2-4-16,0 1 76 0,-4 0-12 0,0 0-16 15,-8 0-108-15,-4 7 96 0,0-1 92 16,-4 1 96-16,-5 3 0 0,-3-1 136 31,0 1 24-31,0 3 28 0,0-3-52 16,-3 1-48-16,-5 0 108 0,0 2-116 15,-4 3-80-15,0-4-12 0,-4 4 0 16,-4 4-40-16,0 2 4 0,-8 7 48 16,0 3 72-16,-4 3-20 0,4 3 72 0,-4 3 12 0,1 3-4 15,3-2-8-15,1 2 88 16,3-3 56-16,7-1 64 0,2-2-48 0,2-3-100 0,9-3-76 15,-3-1-20-15,3-2 20 0,4-1-8 16,-4 2-28-16,4-2-60 16,0 1 88-16,4 2-28 0,3 2-12 0,1 2 0 15,9 0-8-15,-2 0-48 0,5 0-4 0,0 1-8 0,4-1-44 16,4-1-8-16,0-3-24 16,0 5 8-16,0-5-20 0,3 8 24 0,-3-4 8 15,-3 0 4-15,-6 3 12 16,1-3 36-16,-4 4-36 0,-4-4 48 0,-4 0 4 15,-1 0 8-15,-2-4 36 0,-1 2-40 16,-4-1 64-16,0-4-24 0,0-2 4 0,0 2 8 16,-9-2-12-1,2-1 16-15,-5 1-20 16,-4-1-44-16,-4-2-64 0,4-1 56 0,-3 0-76 16,-1-2-124-16,3-4-148 0,-2 0-36 15,2 0-76-15,2-4-96 16,2-4-356-16,6-3-580 0,-5-1-892 0,7-4-2353 15,1 3-1295-15,4-6 5752 0</inkml:trace>
  <inkml:trace contextRef="#ctx0" brushRef="#br0" timeOffset="30197.047">4558 8293 4156 0,'0'0'1952'16,"0"0"2568"-16,0 0-3311 16,0 0-237-16,0 0 316 0,0 0 288 0,0 0-208 0,0 0-376 15,31-69-300-15,-19 64-164 0,4 3 12 0,0-5 48 32,0 4-136-32,0 0-124 0,0 3 0 0,-1-3-24 15,2 3-75-15,-6 0-117 0,2 0-112 16,-5 0-72-16,-4 0-16 0,-1 0-93 15,-3 0-3-15,0 0 40 0,0 6 144 16,-7 11 12-16,-5-3 108 0,-8 9-120 16,-4-1-8-16,0 1-4 0,1 2-96 0,2-6 36 0,6-6 8 15,6-1-32-15,1 1 36 0,8-7-52 0,0 4-56 16,0-1 44-16,4 2 4 0,9-3 60 0,-2 3-28 16,5-3 88-16,4 5-8 0,0-1 8 15,0-1-8-15,-4 1-4 16,-1 4 12-16,-2 0 4 15,-5 0-4-15,-1 0 88 0,-3 0 56 0,-4 2-32 0,0-2-16 16,0 3-24-16,-4-6-12 16,-3 4 4-16,-1-5-56 0,-5-3 100 0,2 1 0 15,-1-4-8-15,-4 1-40 0,0-7-60 16,0 0-256-16,-4 0-172 16,4-10-108-16,0-3-36 0,1-6-104 0,-2-7-64 15,6-2-700 1,3-10-1216-16,-1-3-2061 0,9 7-1491 0,0-25 2937 15</inkml:trace>
  <inkml:trace contextRef="#ctx0" brushRef="#br0" timeOffset="30582.368">5598 7124 1748 0,'0'0'5944'32,"0"0"-1975"-32,0 0-2329 0,0 0-120 15,0 0-32-15,0 0-168 0,0 0-196 16,0 0-288-16,-28 76-260 15,24-59-112-15,4 4-40 0,-4 8 40 16,-1 3-87-16,5 5-49 0,0 5-12 0,0 6-124 0,0 4-60 16,0 4-124-16,-4 4 4 0,4 3 0 0,-4 2-12 0,4-2-48 15,-3 1-12-15,-1-2-12 0,0 2-24 16,4-3-48-16,-8-4-28 16,8-7-56-16,-5-2-65 0,5-3-35 0,0-5-64 0,0-8-228 15,0-2-272-15,0-12-288 16,5-2-436-16,3-6-432 0,-4-7-896 15,0 0-3165-15</inkml:trace>
  <inkml:trace contextRef="#ctx0" brushRef="#br0" timeOffset="31964.01">6605 7445 2612 0,'0'0'2036'0,"0"0"4228"0,0 0-4235 0,0 0-577 0,0 0-316 15,0 0 68-15,0 0-160 16,0 0-288-16,5-19-300 0,-5 17-112 15,-9-3-52-15,5 5-48 0,-7 0-244 0,-2 0-4 16,-2 0-128-16,-6 5 44 0,-3 0 16 16,-3 8 0-16,-1-1-4 0,0 5 32 0,-3-2 44 0,-1 5 0 31,0-2 8-31,4 1 40 0,-4 1 16 0,8 2 56 16,0-3-44-16,4-4 8 0,0 4-60 0,9-3-24 0,-2 4-48 15,9-1-28-15,0 6 72 0,1 0-116 16,3 4 72-16,0 3 36 0,7-4 12 15,1 8 0 1,8-8 48-16,0 1-48 0,4-4 4 0,4-3 68 16,8-6 4-16,0 0 8 15,0-7 88-15,7-3-28 0,1-6 40 0,0 0-48 16,0 0-28-16,-4-6-100 0,-1-3 56 16,-3-4-64-16,-4 4-100 0,-4-7-68 15,-7 3-276-15,-2 1-168 0,-7-4-88 0,1 2-92 16,-9 2-364-16,0-4-692 0,-5 4-1340 15,-3-2-2937-15,-7 0 857 0</inkml:trace>
  <inkml:trace contextRef="#ctx0" brushRef="#br0" timeOffset="32157.767">6311 7734 208 0,'0'0'1396'16,"0"0"5804"-16,0 0-5003 0,0 0-721 15,0 0-224-15,0 0 100 16,0 0-64-16,0 0-340 0,0 0-244 0,0 0-172 16,0 0-100-16,84 54-140 0,-52-51-252 0,-4-3-40 15,3 0-124-15,-4 0-124 0,6-3-600 16,3 0-356-16,0 0-516 0,-12-1-1464 0,23-2-4121 16</inkml:trace>
  <inkml:trace contextRef="#ctx0" brushRef="#br0" timeOffset="32693.067">7836 7207 3980 0,'0'0'668'16,"0"0"6229"-16,0 0-5297 0,0 0-656 0,0 0 444 16,20-73 204-16,-20 63-476 15,0 1-584-15,-3 0-324 0,-5 6-48 0,-1-1 48 0,1 4-208 16,-7 0-60-16,-5 7-76 16,-4 9 76-16,1 9 60 0,-5 6 72 15,-4 8 64-15,-5 5 84 0,1 6-72 0,-3 2-36 16,-1-2-108-16,3 1-4 0,2-4 0 0,7-2 60 15,9-4-52-15,-2-6-4 0,10-3 56 16,7-10-56-16,-1-2 20 0,5-4-24 31,0-7-12-31,0 1-120 0,9-4 32 16,-2-3 88-16,5-3 4 0,4 0-64 0,5 0 68 16,-6 0-8-16,2 0-160 0,-2 0 124 15,-7 3-140-15,4 7 4 0,-4 2 184 16,-4 4 76-16,0 10 180 0,-1 2 52 0,1 5-76 15,-4 0-36-15,0 6-84 16,5-1-40-16,-5 3-68 0,0 1 56 0,0-2-56 16,0 2-4-16,-5-1 0 0,1-3-48 15,-3-2 40-15,-1-3 8 0,0 0-12 0,0-4-60 16,-4-1 64-16,4-2-128 0,-4 0-280 0,4-5-284 16,0-2-176-16,1-3-128 0,2-3-628 15,1-3-1100-15,0-4-2829 0</inkml:trace>
  <inkml:trace contextRef="#ctx0" brushRef="#br0" timeOffset="33392.407">8219 7394 1720 0,'0'0'680'16,"0"0"2500"-16,0 0-36 0,0 0-815 16,0 0-829-16,0 0-260 0,0 0-40 0,0 0-4 15,0 0-192-15,0 0-360 0,0 0-176 16,4 88 64-16,-4-59-104 16,4 7-60-16,0 2-24 0,-4 6-40 15,4 1 40-15,-4 6 20 0,0-1-84 0,-8 1-184 16,0-3-96-16,1 0-8 0,-2-4-76 15,1-6 0-15,0-4-40 0,5-1-32 0,-1-8-284 0,4-6-148 16,0 0-24-16,0-10-136 16,0 1-356-16,7-7-1036 0,1 1-2164 0,12-8-3177 15</inkml:trace>
  <inkml:trace contextRef="#ctx0" brushRef="#br0" timeOffset="33727.976">8844 8111 1172 0,'0'0'11385'0,"0"0"-9349"0,0 0-1216 0,0 67-352 16,-7-44 224-16,3 2 180 0,-9-2-500 0,6-1-284 16,-1 0-88-16,0 0-72 0,0 1-28 15,0-1-112-15,-4 0-196 0,4-3-416 16,-4-3-160-16,0-1-596 0,4-2-1653 0,0-7-4803 15,0-2 5581-15</inkml:trace>
  <inkml:trace contextRef="#ctx0" brushRef="#br0" timeOffset="40110.356">11757 7124 2200 0,'0'0'260'16,"0"0"-260"-16,0 0 80 0,0 0 100 16,0 0 44-16,0 0 2448 0,0 0-1036 15,0 0-828-15,0 0-444 0,0 0 76 0,0 0 244 16,0 0 144-16,-7-2-207 0,7 2-197 15,0 0-116-15,0 2-24 0,-5-2-40 16,5 4-28-16,0-4-36 0,0 0-52 0,0 0-52 16,0 3 0-16,0-3-12 0,0 0 0 0,0 0-12 15,0 0-48-15,0 0 48 16,0 0-44-16,0 0 0 0,0 0-8 0,0 0-8 31,0 0-4-31,0 0-40 0,0 0-12 16,0 0-24-16,0 0-92 0,0 0-140 0,0 0-76 15,0 3-132-15,0-3-825 0,0 7-1435 0,0-5-2944 16,0 5 5732-16,0-26-1664 0</inkml:trace>
  <inkml:trace contextRef="#ctx0" brushRef="#br0" timeOffset="49759.282">9450 7315 3132 0,'0'0'6268'0,"0"0"-5660"0,0 0 589 0,0 0 435 16,0 0 248-16,0 0-444 0,0 0-396 0,0 0-136 15,0 0-152-15,0 0-324 16,44-44-96-16,-8 40 72 0,0 1 268 0,4 3-296 16,-5 3-8-16,-3 7-140 0,-4 2-80 15,-4 5-27-15,-4 5 27 0,-8-3-16 16,0 3-132-16,-8 0-72 0,0 4 28 0,-4-7 40 16,0 2-36-16,-8 2 40 0,0 0 0 15,-8 2-60-15,0-3 0 16,-8 3-25-16,0 1 25 0,-4-1 48 0,-4 1-64 0,0 0 72 31,-3-5-4-31,3 5-4 0,0-4-48 16,4-6 52-16,4-1 0 0,8-5-4 15,5-4-32-15,6-3 44 0,5 1 12 0,0-4-12 16,0 0-4-16,0 0-168 0,5 3-20 16,3 3 192-16,7 1 24 15,1 2 108-15,5 1 0 0,-2 3-132 0,5-5-4 16,0 6 4-16,-1-2 96 0,5-2-96 15,-4 0-8-15,4-2-4 0,-3 3-108 0,3-5-160 0,-4 0-112 16,-1 3-328-16,1-2-260 16,-4-1-20-16,3-2-276 15,-2 2-1144-15,-5-3-2489 0,-1-3-3487 0</inkml:trace>
  <inkml:trace contextRef="#ctx0" brushRef="#br0" timeOffset="49940.032">10175 7868 5016 0,'0'0'6745'0,"0"0"-4993"0,0 0-724 16,0 0 120-16,0 0 32 0,0 0-128 15,-23 68-496-15,10-48-404 16,2-1-152-16,-2 3-136 16,-2 0-12-16,3 2-24 0,-4-3-320 0,4 1-280 0,4-2-184 15,0-4-592-15,4-7-1348 0,4-6-2697 0</inkml:trace>
  <inkml:trace contextRef="#ctx0" brushRef="#br0" timeOffset="50289.166">11120 7413 12405 0,'0'0'2884'0,"0"0"-1600"16,0 0-812-16,0 0 496 0,0 0 460 16,-84 19-752-16,61-2-504 0,-5-2-172 0,0 7 0 15,0 0 76-15,3 4-76 16,1 3-56-16,1-4 56 0,3 4 8 0,7-1-4 16,2-2 188-16,3 2 128 0,0-2-272 15,8 2 48-15,0 1 28 0,12 2 68 0,8-1 28 16,0-5 133-16,11 0-13 0,1-10-124 15,5 2-20-15,6-8-88 0,1-7-108 0,8-2-4 16,0-2 0-16,-1-7-40 0,-3-5-160 16,-4-1-184-16,-4-1-209 0,-12 0-135 31,-5-3-120-31,-2 6-280 0,-14-2-724 0,2 5-2092 16,-9-6-1613-16</inkml:trace>
  <inkml:trace contextRef="#ctx0" brushRef="#br0" timeOffset="50532.472">11260 7478 468 0,'0'0'8176'15,"0"0"-6624"-15,0 0-327 0,0 0 299 16,0 0 320-16,0 0-208 0,0 0-516 16,-17 82-140-16,13-51-84 0,-7 7-136 0,2 4 44 15,1-2-232-15,-3 9-135 0,-2-2-169 0,-2 0-48 16,-2 2 8-16,-7-2-228 0,5 0-60 15,-1-1 52-15,-1-3-88 0,6-1-112 16,-1-7-20-16,4-1-89 0,0-2 73 0,4-4-232 16,4-2-96-16,0-8-12 15,4-1-16-15,0-4-252 0,8-10-396 0,4-3-1176 0,-4-3-1797 16,20-22-2659-16</inkml:trace>
  <inkml:trace contextRef="#ctx0" brushRef="#br0" timeOffset="51360.956">11797 7163 1616 0,'0'0'8936'0,"0"0"-7287"0,0 0-577 0,0 0 312 0,0 0 308 16,0 0-348-16,0 0-368 16,0 0-204-16,0 0-368 0,0 0-132 0,64-46-40 0,-25 32-88 15,-2-3-8-15,2 2-124 0,1 3 36 16,-4-2-40-16,-1 1 112 15,-7 5-104-15,-7 1 44 0,-1 0-12 0,-9 4-48 16,1 0 0-16,-7 3 0 0,-1 0-12 16,-4 0-60-16,0 3-16 15,0 7 40-15,-4 5 48 0,-9 12 136 0,-2 3 44 16,-1 9-20-16,-9 2-64 0,-3 3 16 0,-3 4-100 16,-1-1 0-16,-4 1-4 15,4 0 52-15,4-3-48 0,0-5 120 0,9-1-132 0,-1-7 68 16,8-1-68-16,3-9 0 0,6-3-88 15,3 1-20-15,0-8-64 0,8-2 88 16,0-1 24-16,0-3-48 0,4 4-4 16,-4-1-72-16,0 8 184 0,3-1 24 0,-6-1 100 15,3 4-112-15,-4 3 48 0,-1 0 28 16,5 2 32-16,-4-3-112 0,5 1 4 31,2 3-8-31,6-2-8 0,-2 3 8 0,5-1 24 16,0-3-28-16,0 3-100 0,-4 4 100 15,0 0 96-15,0 3-24 0,-8-1 112 0,0 4-124 16,-4 1 36-16,-4-5 89 16,0 1-25-16,-4-4-160 0,0 0-84 15,-4-2 36-15,-1-4-13 0,2-3-87 0,-1 0-32 16,0-3-136-16,-4-6-172 0,4-1 0 0,0 1 48 16,4-4 72-16,-4 1 24 0,-4-4-72 15,1 0-152-15,-6 1-64 0,2-4 120 16,-2 2 212-16,-3-2 64 0,1 0-144 0,-2 0-940 15,2-2-1060-15,3-5-2385 0,-8-7-2651 16</inkml:trace>
  <inkml:trace contextRef="#ctx0" brushRef="#br0" timeOffset="52939.124">14255 4496 2764 0,'0'0'940'0,"0"0"4644"0,0 0-3559 0,0 0-433 16,60-67-56-16,-52 54-84 0,4 0-488 31,-4 4-416-31,0 3-236 0,4 0-76 0,-4-1 8 0,4 0 4 0,4 0-36 15,0 2-64-15,0 2-16 0,0-1-44 16,0 1-16-16,-4-1-20 0,-1 4-52 16,2 0-64-16,-6 0-32 15,1 11-4-15,-4-3 100 0,-4 9 0 16,0 6 100-16,0 5-96 16,-4 7 52-16,-8 6 28 0,-8 10 128 0,1 6-80 15,-9 7-44-15,-4 12-4 0,-8 6-60 0,0 7 40 0,-7 10-64 16,-2 2 60-16,1 1 24 0,1-4-8 0,7-2-4 15,4-5-68-15,4-8 144 16,4-4-148-16,5-2 184 16,6-11-64-16,6-9-8 0,7-6-112 0,4-7-8 15,0-8-116-15,12-8 40 0,4-6-148 16,3-6 0-16,9-6 228 0,0-4-180 16,4-3-12-16,0-3 24 0,-4-3-88 0,0-3 64 15,-4-4 24-15,-1 1 88 0,-3-4 84 16,-3 4 84-16,-6-4 16 0,6 3-28 0,-6 4-72 15,-3 0-8 1,5-1-4-16,-10 7-60 0,5 0-16 16,-4 0 0-16,4 0 88 0,0 7 40 15,0 2 96-15,4 7 60 0,-5 3 112 16,2 6-52-16,-5 5-12 0,0-2-24 0,-4 7-60 16,0-1-36-16,-4 5 120 0,-4 2-100 15,-4 1 64-15,-4 2 132 0,0 0 220 16,-3 5-63-16,-2 1-193 0,-3 4-88 15,4 0 4-15,-3-1 8 0,3 8-92 0,-1-4-136 16,2 7-4-16,3-5 4 0,0 2 4 16,4 2-4-16,4 1-124 15,4-4 124-15,0 0 0 0,4-2 0 0,-4-4 96 16,4-3 16-16,0-4-100 0,0-2-12 0,0-1-12 0,0-2-48 16,0-5-88-16,-8-2-104 15,4-3-40-15,-8-3 64 0,4-7-40 16,-4-3-72-16,0 0 35 0,1-3 61 0,-2-3 64 15,2-1 84-15,-2-2-4 16,5-4 100-16,-3 1 8 0,2-5 80 0,1 3-80 16,-3-3-8-1,-2-2-52-15,6 0-56 0,-9 0-136 0,4 0-108 0,-4 0-52 16,-4 0-172-16,4-7-288 16,-4 1-420-16,-4-3-560 0,4-4-720 0,0 4-1617 15,-8-13-2531-15</inkml:trace>
  <inkml:trace contextRef="#ctx0" brushRef="#br0" timeOffset="56317.043">14948 5857 4272 0,'0'0'5608'16,"0"0"-3363"-16,0 0-497 15,0 0-648-15,0 0 68 0,0 0 136 0,0 0-304 0,0 0-224 16,0 0-236-16,0 0-148 0,0 0 180 0,24 0-156 15,-7 7-148-15,6 6 36 0,5-4-27 16,4 1-93-16,8-1-64 0,8-3 24 16,4-6-32-16,11 0-112 0,1 0 0 15,4-6-84-15,-5-1-4 0,-3-2-56 0,-8 4-36 16,-8-2-89 0,-8 0-207-16,-4 1-240 0,-13 3-128 0,-2 3-248 15,-13-4-732-15,-4 4-1352 0,-8 0-2917 0</inkml:trace>
  <inkml:trace contextRef="#ctx0" brushRef="#br0" timeOffset="56511.02">15096 6016 3636 0,'0'0'64'16,"0"0"5244"-16,0 0-4076 0,0 0 185 15,0 0-33-15,0 0-24 0,84 19-500 16,-48-19-360-16,3 0-148 0,2 0-108 0,2-3-96 15,-3-3-148-15,0 0-84 0,-4-4-64 16,-4 0-20 0,-4 1-332-16,-4-1-624 0,-5-3-632 15,-3 8-2333-15,-8-15-4546 0</inkml:trace>
  <inkml:trace contextRef="#ctx0" brushRef="#br0" timeOffset="56826.594">15502 5517 5792 0,'0'0'1444'0,"0"0"3549"0,0 0-3397 16,0 0-444-16,0 0 236 0,0 0 104 0,84 30-308 16,-64-18-300-16,3 4-252 0,5 3-132 15,-3 3-208-15,3 4-84 0,0-1-100 0,0 4-64 0,-4 3-44 16,-1-1-12-16,-3 4 8 15,-4 0-128-15,-4 0 0 0,-4 4 56 16,-8-6-20-16,0 9 12 0,-4-4-40 0,-8 3 64 16,0 0 52-16,-4 4-64 0,-4-7-28 15,-4 3 16-15,1-2-12 0,-1-4 84 32,0-3-296-32,-4-1 16 0,3-2-196 0,6-4 56 15,-5 1 4-15,4-4-80 0,4 1-296 16,0-2-760-16,0-4-1172 0,0 2-3093 0</inkml:trace>
  <inkml:trace contextRef="#ctx0" brushRef="#br0" timeOffset="57764.774">16673 4947 2736 0,'0'0'352'0,"0"0"4520"0,0 0-2760 0,0 0-179 0,0 0-441 0,0 0 92 15,0 0-196-15,21 69-156 0,-14-47-368 0,2 7-28 16,-5 2-152-16,4 7 12 0,-8 1-36 16,4 6-175-16,-4 5-61 0,-4 4-72 15,-4 7-96-15,-5 2-64 0,-2 10 0 16,-5 0-32-16,-1 6-112 0,2 4 96 16,3 0-144-16,-4 0-8 0,8 2-52 0,4-3 48 15,8-5 0 1,0-8-156-16,0-6 92 0,8-8 4 0,1-11-72 15,-2-2-108-15,1-8-100 0,0-2-172 16,0-3 87-16,-4-4-35 0,0-6-52 0,0-6-200 0,4-4-208 16,-1-9-452-1,2 0-564-15,3-9-308 0,-5-1-969 0,18-18-3139 16</inkml:trace>
  <inkml:trace contextRef="#ctx0" brushRef="#br0" timeOffset="58616.861">17140 5159 1200 0,'0'0'6672'0,"0"0"-4028"0,0 0-883 0,-16 76-485 15,16-57-68-15,0-3-64 0,8-7-516 16,4 1-28-16,4-3-68 0,4-5 76 16,-1-2-76-16,5 0-116 0,4 0-132 15,4-9-52-15,0-1-100 16,-4-2-120-16,8 2-12 0,-8-5-96 0,0 2-64 15,0-3-48-15,0 0-100 0,-4 0 28 16,-5-4 68-16,1 2-20 0,1 3 96 16,-6-4 36-16,-2-1 100 0,-10 1-8 15,5 0 44-15,-8 3-36 0,0 1 148 16,-4 2-148-16,-3 0 0 0,-6 4-8 0,2 2 8 16,-6 4 12-16,2 3 52 0,-9 0 84 0,-1 13 48 15,-3 2 76-15,-3 5 108 0,-1 2-136 16,0 3-12-16,0 1-60 15,0 6 12-15,0-4-72 0,-3 7-100 16,-1-3 72-16,0 2-76 0,-4-2-8 16,4 3 60-16,0 0 20 0,8-3-80 0,8 0-4 15,5-4-4-15,2 0 8 0,5-2 0 0,5-3 0 0,3 2-8 16,0-3-188-16,11 1 196 0,6-1 72 0,3 0-72 31,8-3-40-31,-1 4-8 16,6-4-16-16,2 2 52 0,1-2-196 0,0 4 24 15,-4-1-132-15,-4 0 8 0,0 0 28 16,-1 0-4-16,-7 4 72 16,0-1 40-16,-4 1 60 0,0-4 112 0,-5 0 112 0,-2 0-24 15,-1-3 36-15,-4-3 96 0,-4-3 40 16,4 3-16-16,-4-4-60 0,0-1-108 16,-4-3-4-16,-4 5 24 0,-5-7-96 0,2 7-84 15,-9-3 80-15,0-4-56 0,-4 4-40 16,4-7 16-1,-3 3-76-15,3-6-124 0,-1 0-96 0,2 0 56 0,3-3-8 0,-5-3-52 16,6-4-188 0,-5 1-420-16,8-5-800 0,0 2-1096 15,4-7-2161-15</inkml:trace>
  <inkml:trace contextRef="#ctx0" brushRef="#br0" timeOffset="59414.74">17762 5917 2844 0,'0'0'272'16,"0"0"5696"-16,0 0-3903 0,0 0-345 15,0 0-444-15,0 0 100 0,0 0-148 0,0 0-220 16,0 0-280-16,83 7-172 0,-71-7-152 16,0 4-48-16,4-1-48 0,0 2-76 0,0 2-52 15,0 0-80-15,-4 2-40 0,-4 0 12 16,-4 1-12-16,0 0-56 16,-4-1 120-16,-8 7 84 0,-9-3-148 0,-2 6-52 15,-5-3 64 1,-8 3 40-16,4-1-100 0,-4-1 96 15,4-1-36-15,4 0 76 0,9-7-88 16,-2 1-60-16,14-7-100 0,-1 3-44 0,4-3-52 16,0 0 28-16,4 4 60 0,3-1 96 15,6 0-96-15,2 4-40 0,2-1-20 16,-2 1-16-16,2 0-12 0,-6 3 64 0,2-4 124 16,-6 7-68-16,1-1 76 0,-4-2 68 0,-4 4-60 15,0-5 40-15,0 4 72 0,-4-3-44 16,-4-4 8-16,-3 0-72 0,-2 1 100 15,6-1-112-15,-5-2 60 0,-1-4-60 0,6 0-44 16,-6-3-164-16,2 0 0 16,3 0 0-16,0-3-124 0,-1-3-196 0,6-7-112 31,-1 0-236-31,4-2-688 0,0-8-848 0,0 7-2085 16,7-16-2019-16</inkml:trace>
  <inkml:trace contextRef="#ctx0" brushRef="#br0" timeOffset="59847.343">18511 5045 6308 0,'0'0'2328'16,"0"0"1849"-16,0 0-2625 0,0 0-112 0,0 0 112 15,16 76 16-15,-16-54-244 0,0 7-420 16,0 2-272-16,0 1 85 0,0 3-41 0,0 0-264 16,-5 0-208-16,1 3 40 0,0 7-160 15,1-1 0-15,-1 6 72 16,4 5 120-16,-4 2 16 0,0 0-112 0,0 4-84 0,4-4-24 15,0 3-68-15,0-2 32 16,0 1-36-16,0-1-108 0,4-1-72 0,0 0-60 31,0 0 92-31,0 0-272 0,-4-7 312 0,0-1 36 0,0-11-76 16,0 0-8-16,-8 0-36 0,0-3 120 0,3 0-76 16,-2-4-468-16,3-5 388 0,-4-4-28 15,8-9-36-15,0-1-109 0,0-2-135 16,0-4-256-16,4-6-236 0,0 0-292 0,3 0-564 15,-3 0-1028-15,5-9-2553 0</inkml:trace>
  <inkml:trace contextRef="#ctx0" brushRef="#br0" timeOffset="62531.468">18877 5743 3240 0,'0'0'3100'16,"0"0"1693"-16,0 0-3225 0,0 0-688 15,0 0-68-15,0 0 184 0,0 0-36 0,84 16-152 16,-61-12-200-16,1 1-160 0,4-1-68 15,-3-1-144-15,-1 0-40 16,-1 0-152-16,-3-3-44 0,0 4-148 0,0-1-120 0,-4-3-128 16,-4 0-360-16,-4 0-252 0,4 0-404 0,-8 3-1064 15,-4-3-2373-15,0 0-2906 0</inkml:trace>
  <inkml:trace contextRef="#ctx0" brushRef="#br0" timeOffset="62721.345">18921 5898 1408 0,'0'0'6096'15,"0"0"-2936"-15,0 0-1283 0,0 0-997 0,0 0-40 0,0 0-32 16,0 0-40-16,0 0-112 0,0 0-32 16,0 0-204-16,100 38-196 0,-72-31-64 15,-1 0-144-15,1-4-16 0,4 0-112 0,0-3-200 16,-1 3-160-16,1-3-404 15,0 0-548-15,-8 0-1276 0,12-3-3157 0</inkml:trace>
  <inkml:trace contextRef="#ctx0" brushRef="#br0" timeOffset="63105.851">20052 5521 1892 0,'0'0'8572'15,"0"0"-5775"-15,0 0-1033 0,0 0-884 0,0 0-176 0,0 0 368 16,0 0-24-16,0 0-224 0,0 0-188 15,4 82-64-15,-4-62-72 0,0 5-48 16,-4 0-15-16,1 0 59 0,-1 8 120 0,0-1-180 16,0-1-196-16,-1 4-104 0,1 3-40 15,0 0-24-15,1 0-72 0,-1 4-8 16,-4-5 0-16,4 5-88 0,-1-3-24 0,1-6-76 16,1 0 4-16,3-2-184 31,0-2-48-31,0-4 0 0,3-2-157 0,1-2-63 0,1-4-172 0,-1-1-484 15,-4-7-1064 1,0 1-2520-16,0-7-2829 0</inkml:trace>
  <inkml:trace contextRef="#ctx0" brushRef="#br0" timeOffset="63922.52">17012 7703 4104 0,'0'0'4976'16,"0"0"-863"-16,0 0-3109 0,0 0-408 15,0 0 868-15,0 0 164 0,0 0-24 16,-8 69-260-16,8-47-372 0,0 1-315 16,4-4-173-16,5-1 0 0,-1 2-172 0,-1-8-84 15,1-2-176-15,5-3-44 0,2-2 52 16,1-5 168-16,4 0-48 15,0 0-132-15,0-5-48 0,3-5-168 0,-2 0-12 0,-1-2-24 16,-1-5-4-16,-2-1-20 16,3-1-4-16,-5-1-44 15,2 1-40-15,-6-3 112 0,-3 2 44 0,-8 2-104 0,4-1 176 16,-4 3 16-16,-4-3-49 0,-4 0 41 16,1 6 80-1,-6 0 145-15,-2 4 27 0,2 3 8 16,-2 3-96-16,-6 3 12 0,6 0 16 15,-5 0-40-15,-1 6-24 0,2 4 96 16,-1-1-84-16,1 1 12 0,-2 3-72 16,5-5-100-16,4 3-32 0,1-1-124 15,2-5-32-15,5 1-189 0,0-2-203 0,1-1-308 16,3 0-548-16,0-3-740 0,0 0-936 0,0 0-1329 16,7-3-591-16</inkml:trace>
  <inkml:trace contextRef="#ctx0" brushRef="#br0" timeOffset="64291.632">17276 7531 3120 0,'0'0'588'16,"0"0"728"-16,0 0 3112 16,0 0-2635-16,0 0-293 0,87-13-20 0,-71 19-180 15,0 4-284-15,0 3-340 0,0 3-168 16,-1 3-64-16,2 6 200 0,-2 0-20 0,-2 0-156 16,-2 7-104-16,-3-3-108 31,-3 0-108-31,-1-1-4 0,-4 4-128 0,-4-7-8 15,-5 4 52-15,-2-4-56 0,3-5-4 16,-1-4 4-16,5-4 104 0,1-3 4 0,3-5-52 0,0 2-12 16,0-6 0-16,0 3 12 15,3-3 88-15,6 0 96 0,3 0 9 0,3-3-69 16,2-3-184-16,3-7-48 0,3 1-76 16,1-7 4-16,4-4-125 0,-4 0 41 15,4-2-76-15,-4 0 12 0,-1-4-76 16,2 1-32-16,-1 3 56 0,-4-4 28 0,-5 1-164 15,2-2-60-15,-2 5-200 0,-3 0 8 16,4 6-76-16,-4 3 64 0,-4 4 192 0,0 5 288 16,-4 4 116-1,0 0 20-15,0 3-72 0,-4 0-204 16,0 0-576-16,0 6-552 0,0-4-997 16,-8 5-1955-16</inkml:trace>
  <inkml:trace contextRef="#ctx0" brushRef="#br0" timeOffset="64924.214">19283 7238 888 0,'0'0'4956'16,"0"0"112"-16,0 0-3155 0,0 0-765 16,0 0-284-16,0 0-108 0,0 0-268 31,8 86-60-31,-27-57-64 0,-5 6-4 16,-8 1-112-16,0 1 136 0,-4 1 24 0,5-3 96 15,-1 0-120-15,4 0-104 0,7-7 52 16,14-3 192-16,3-4 344 0,4-3-336 15,8-3-31-15,8-1-101 0,7-3-148 0,5 3-92 16,8-4-52-16,4-7-24 16,4 0-76-16,4-3-8 0,3 0-144 0,-3-6-76 15,4-1-32-15,-4-5-28 16,-4-1-168-16,-4-4-113 0,-1 2-219 0,-7-3-380 0,-8 1-740 16,-4 1-960-16,-8 0-1833 0,-8-6-2727 0</inkml:trace>
  <inkml:trace contextRef="#ctx0" brushRef="#br0" timeOffset="65204.408">19527 7194 3544 0,'0'0'196'0,"0"0"4372"0,0 0-2096 15,0 0-635-15,0 0-433 0,-53 70-180 0,46-42-76 16,-1 8 120-16,0 2-192 0,0 3-144 15,0 4-36-15,0 2-228 0,0 1-208 16,4 2-43-16,-4 2-129 0,-4-2-116 0,5-2-88 0,-6-1-84 16,5-3-156-16,1-2-40 15,-2 0-32-15,1-4-113 0,8-7-111 0,0 2-36 0,0-6 28 16,8 2-128-16,5-3 48 0,-6-4 12 16,5-3-76-16,-4-3-16 15,4-1-164-15,-4-2-248 0,-4-3-484 16,0 2-808-16,0-6-1705 0,-4 1-1031 0</inkml:trace>
  <inkml:trace contextRef="#ctx0" brushRef="#br1" timeOffset="78966.012">9168 7128 2632 0,'0'0'272'0,"0"0"7536"0,0 0-6123 0,0 0-205 15,0 0-340-15,0 0 184 0,0 0 104 16,0 0-232-16,0 0-260 16,0 0-192-16,83 6-100 0,-75-4-108 0,4 9-63 0,0-5-97 15,-4 7-72-15,4-1 20 16,-5 4-140-16,10 7-124 0,-6 2 24 0,6 10 24 31,2 5-36-31,-2 6 36 0,3 1-100 16,-1 4 44-16,5-1-52 0,-3 5-48 15,7 3 0-15,-1-4-12 0,1 2-48 0,3-5 12 0,1-4 24 0,0-5-12 16,-4-5 36 0,0-1-16-16,-4-1-8 0,4-4-12 15,-8 1-108-15,0-1-76 0,-4-1 40 0,-4-2-52 0,0-2 0 16,-4-1 35-16,-4 0-83 0,0-3-352 16,-1 1 56-16,-3-4 112 0,4-6 32 15,-4-1-160-15,0-5 148 0,4-7 80 16,-4 2-456-16,5-2-240 0,-1-2-636 15,0-5-868-15,0 1-1525 0,3-7-1019 16</inkml:trace>
  <inkml:trace contextRef="#ctx0" brushRef="#br1" timeOffset="79466.489">10175 7103 2492 0,'0'0'10881'0,"0"0"-9245"0,0 0-1636 0,0 0-88 0,0 0 88 16,0 0 364-16,0 0 668 15,0 0-456-15,0 0-316 16,-95 72-124-16,79-34 64 0,-8 3 160 0,4 4 132 0,-8-1 52 16,1 7-236-16,-1-3 72 0,-4 2-100 15,-5 5-72-15,1-5 0 16,1 5 36-16,-9 1-120 0,4 2-52 0,-7 0-60 16,-2 1 48-16,2 1 4 15,-5 4 8-15,5 0 12 0,-2 1-24 0,1 0-52 16,5 2 60-16,-1-4-60 0,4-3-4 15,8-6 8-15,0-2 0 0,8-11-12 0,5-7-8 16,2-5-40 0,6-6 40-16,3-4-92 15,3-5 40-15,1-3-12 0,4-5-76 0,-4 0-60 16,4-3-24-16,0 1 36 0,0-4 52 0,0 0-52 16,0 0 60-16,4 0-24 0,-4 0 12 15,4 0-72-15,-4-4-100 0,0 1-184 0,5-1-264 16,-1-1-440-16,-4-4-748 0,4 2-2049 15,0-10-1719-15</inkml:trace>
  <inkml:trace contextRef="#ctx0" brushRef="#br0" timeOffset="87179.295">1107 10147 2996 0,'0'0'8809'0,"0"0"-7309"0,0 0-752 0,0 0-580 16,0 0 208-16,0 0 308 0,0 0 180 0,0 0-72 15,0 0-268-15,0 0-52 0,-11-3-288 16,14 3-36-16,5 0 36 16,4 0 124-16,4 0 112 0,3 0 56 0,2 0-60 15,-1 0-184-15,-1 0-132 0,2 0-40 32,-1 0-52-32,4 0 0 0,3 0 40 0,1 0-44 0,9-4 0 15,-2 1-4-15,1 0-4 0,7 0-56 16,-2 0 56-16,6 0-8 0,1-4 8 15,-4 4-44-15,4 0-52 0,-1-3-44 16,5-1-40-16,4 4-60 0,4 0 60 16,8 0 120-16,3-4 56 0,9 5 4 15,-1-3 0-15,5 5-44 16,8 0 44-16,0 0-8 0,3 0-72 0,8 0 20 0,6 0 60 16,6 0 0-16,0 5 4 0,9-3 0 0,8 2 4 0,-1-1-4 15,4 3 48-15,5 1-48 16,4-1-24-16,-1 0-160 0,0 4 48 15,1-4 4-15,7 3-40 0,-4 1-4 0,9-1 40 16,-5 4 16 0,4 3 104-16,-3-3-56 15,3 4-28-15,1-3 52 0,-5 3 48 0,8-2 112 16,1 2-108-16,0-2 44 0,3 1 0 16,0-3-48-16,1 3-36 0,-1-4 24 15,0 1-76-15,5-3-20 0,-5 2-4 0,4-1 12 16,1-3 92-16,-1 3-116 0,-3-5 72 15,3-4 52-15,-4 4 52 0,1-2-44 16,3-1 52-16,-4 1-60 0,1 2 28 0,-5-4-24 16,0 2-4-16,0-1 72 0,-3 1-60 0,3-1 76 15,1 0-44-15,-5 0-36 16,1-3-16-16,3 3-28 0,-4-3 24 16,1 0 12-16,-5 0 64 0,4 0-64 0,-3 0 8 15,-1 0 88-15,-3 0-20 0,-1-6-72 0,-7 3 0 16,2-4 76-16,-2 0 12 0,0 2-92 0,-1-5-48 15,1 0 12 1,3 2 36-16,-3-3 0 0,-1-2-44 0,4 1-40 31,-4-1 72-31,5 1 12 0,-4-1 4 0,3-3 40 16,-3 3-40-16,4-2 0 0,-5 2-4 16,0-3-24-16,0 0-28 0,-4-3 52 0,5 3 0 15,-5-3 0-15,9 3 8 0,-4-3 8 0,3 3-16 16,1-3-112-16,-1 3-148 15,0 0-28-15,-3-2 152 16,-1 1 64-16,-3-1-40 0,-1 1 60 0,0 1 48 0,-3 4 4 16,0-4 0-16,-1 0-8 15,-4 4-52-15,5-5 60 0,-4 2 12 0,3-1 60 0,5 0-64 16,-1-1 0-16,4 3 44 0,-3-5-40 16,3 2-12-16,-3 2-12 0,-1-2-28 0,1 2 40 15,-4-1 8-15,3 0 40 0,-8 3-48 16,5 1 0-16,-4-1 4 0,-5 0 8 15,1 0-12-15,-1 4-12 0,-3-1 8 16,-6-3 0 0,6 5 4-1,0-3 8-15,-4 5 4 0,-1-3 0 0,0-1 100 0,-3-3-36 16,0 4-76-16,-1-1 0 0,-3 1-12 0,-5-4-40 16,-3 4 44-16,0-1 4 15,-4-2-8-15,-1 2-60 0,-7-3 20 0,-5 4-8 16,-3 0-40-16,-5-1-52 0,-6 1-72 0,-9-2-152 15,-9 3 8-15,-3 1 20 0,-9-3 120 16,-3 4 64-16,-12 3-36 0,-3-4-16 0,-10 4-64 16,-3 0 40-16,-3 3 176 0,-1-3 64 15,-4 3 104-15,0 0 20 16,-4 0-124-16,-1 0 0 0,-3 0-432 0,0 0-700 0,-4 0-676 16,-4 0-1325-16,0 0-2871 15,-16 0 4161 1</inkml:trace>
  <inkml:trace contextRef="#ctx0" brushRef="#br0" timeOffset="88451.524">1665 11443 3616 0,'0'0'8521'16,"0"0"-6265"-16,0 0-1208 0,0 0-572 15,0 0-60-15,0 0 308 0,0 0 208 0,0 0-144 16,0 0-100-16,0 0-196 0,92 25-140 16,-44-9-68-16,3-4-16 0,1 4 12 15,0-3-12-15,-1 3-28 0,-2-7-104 0,-6 1-51 0,1-3-85 16,-8-2-4-16,0-1-69 0,-4-4-171 16,-1 0-352-16,-3 0-196 0,0 0-152 0,-4-7-364 15,-4 2-852-15,-8 1-1740 0,-4-3-1565 16</inkml:trace>
  <inkml:trace contextRef="#ctx0" brushRef="#br0" timeOffset="88673.268">2211 11572 4328 0,'0'0'612'0,"0"0"3992"0,0 0-3568 0,0 0-355 16,-41 93-13-16,34-52 384 0,3 3 372 15,4 10-264-15,0 4-292 0,0 2-144 0,0 3-188 16,0 1-228-16,0-4-96 15,0-3-92-15,0-2-56 0,0-5-52 16,0-6-8-16,4 1-4 0,-4-3-8 0,4-1 0 16,-4-3-512-16,0-4 60 0,0-2-124 15,0-7-132-15,0 0-240 0,0-6-460 16,0-5-528-16,-4-5-441 0,0-2-807 16,0-4-1724-16</inkml:trace>
  <inkml:trace contextRef="#ctx0" brushRef="#br0" timeOffset="88896.025">1992 12446 7948 0,'0'0'5697'0,"0"0"-4393"0,0 0-1104 0,0 0-8 0,0 0-16 15,0 0 580-15,0 0 152 0,0 0-384 16,0 0-364-16,0 0-96 0,55 3 268 15,-31-3-100-15,4 0-20 0,4-3 8 32,4-4-96-32,-5-2-124 0,-3-5-124 0,0 2-576 0,-3-3-192 15,-5-5-208-15,-1 4-448 0,1 2-900 0,-4-6-2665 0,-8 10-1775 0,4-6 6888 16</inkml:trace>
  <inkml:trace contextRef="#ctx0" brushRef="#br0" timeOffset="89068.502">2621 12233 4332 0,'0'0'1968'0,"0"0"3201"0,0 0-4501 0,0 0-476 0,0 0-40 16,92 19 552-16,-72-19-56 0,-1 0-228 16,5-3 252-16,-3-9-672 0,3-4-444 15,-1-3-572-15,-3 0-1084 0,8-11-3057 0</inkml:trace>
  <inkml:trace contextRef="#ctx0" brushRef="#br0" timeOffset="89497.626">2801 11820 2752 0,'0'0'2100'15,"0"0"-72"-15,0 0-2028 16,0 0-1952-16,0 0 912 0,0 0 1040 0,0 0 832 0,0 0 456 0,0 0-596 15,0 0-252-15,0 0 92 0,-56-35 484 32,56 35 304-32,0 4-43 0,0-1-185 15,-4 0-264-15,0 3-88 0,0 1 56 0,0 5-152 16,-1 1-204-16,1 5-88 0,1 12 52 16,-5 1 120-16,4 4-92 0,4 9-84 0,-4 4 0 15,4 0-64-15,0 4-4 0,0-2-20 16,-4 0-88-16,4-2-84 0,0-3-80 15,0-5 52-15,0 2-56 0,0-4 8 0,4-3 0 16,0 0 0-16,4 0 52 16,-4-1-60-16,-1-2 44 0,1-3-48 0,1-3 4 15,-1-1-8-15,-4-6-104 0,4 0-40 0,-4 0 64 0,4-3-28 16,-4-1 52-16,0-2-16 0,0-3 4 16,0 3-28-16,0-7-60 0,0 0 64 15,0-2 20-15,0-1 64 0,0 0-172 16,0-3-76-16,-4 0-112 0,-4 0-100 0,-1 0-24 15,-2 0 40-15,-6-6-20 0,-2-1-304 16,-5-6-668 0,-8-2-1036-16,4-7-1689 0,-4-11-859 15,8 12 4236-15</inkml:trace>
  <inkml:trace contextRef="#ctx0" brushRef="#br0" timeOffset="90029.894">3992 11344 4560 0,'0'0'8113'0,"0"0"-6405"0,0 0-888 0,0 0-504 0,0 0 136 15,0 0 324-15,0 0 196 16,0 0-344-16,16 102-304 0,-9-48-80 16,2 10-48-16,-5 9 136 15,0 2 208-15,0-2-100 0,-4 4-220 16,0-7-112-16,0-7-96 0,0 0 36 0,-4-6-48 15,0-6 0-15,-4-1-48 0,-1-1-36 16,2-8-136-16,-1 0-96 0,-1-2-52 0,2-4-84 16,3-4-28-16,-4-2-64 0,4-4 52 15,4-6-168-15,0-5-236 0,0-9-192 0,12-2 16 16,-1-3-240-16,2-6-524 0,-2-1-481 16,14-15-2263-16</inkml:trace>
  <inkml:trace contextRef="#ctx0" brushRef="#br0" timeOffset="90682.798">4402 11649 3756 0,'0'0'6776'16,"0"0"-4515"-16,-16 70-897 0,12-39-592 16,0 8-232-16,4-8 228 0,0 0 168 15,4-8-192-15,5-4-248 0,6-6-76 16,1-7-88-16,4-3-64 0,4-3-48 0,4 0-36 16,4-6-60-16,0-10-4 0,-1-3-116 0,1-4-4 15,4-2-96-15,-4-4 48 0,-4-1-88 0,0-3 76 16,-4 2 12-16,-5-1-40 0,1-2-96 15,-3 1 60-15,-6-2-8 16,-3 3-4-16,-4 4 0 0,-4 3 36 0,0 9 92 16,-4 6 8-16,-7 7 124 0,-6 3 12 15,-2 13-88 1,-9 6-48-16,-4 6-12 0,-4 10 12 16,0 10 12-16,-4 0 248 0,4 5 20 15,1 4-48-15,-1-3-108 0,4 0 24 16,8-7 156-16,8-3-36 0,0-5-72 15,8-5-76-15,4-6-56 0,0 1-56 0,4-4 0 16,0 0-8-16,0-6-60 16,0 0-12-16,8 1-184 0,0-6-24 0,8-1-12 0,-4 2 32 0,7 1 128 15,2-3 120-15,-5 3-36 16,3 0 44-16,2-1-12 0,-1 1 8 0,-5-1 0 16,2 4-40-16,-6 3 40 0,5 0 8 15,-4 3 0-15,0 1 12 0,-4-4 100 16,0 0-100-16,-4-3-12 0,-4-4-80 0,4 1-16 15,-4 0 36-15,0 0 56 0,0-1-4 16,0 1-84-16,-8 0-276 0,-4-4 148 16,0 4 20-16,-8-3-8 15,-3-1 60-15,3 0 144 0,-8-2-8 16,3-4-164-16,1-3-280 0,1-3-464 16,3-10-576-16,3 1-456 0,2-8-885 0,7 1-3743 15</inkml:trace>
  <inkml:trace contextRef="#ctx0" brushRef="#br0" timeOffset="91527.772">4701 12230 1500 0,'0'0'1316'0,"0"0"-468"0,0 0 884 0,0 0 1404 16,0 0-1596-16,0 0-716 0,0 0-219 0,0 0 231 16,0 0-44-16,0 0-244 0,0 0-192 31,16 13-140-31,-16-10-40 0,4-3 52 15,-4 0 64-15,3 3 48 0,2-3 76 0,-1 3 48 0,0-3-12 0,4 4-28 16,-1-2-12-16,6 2-104 0,-1-4-96 16,-1 3-100-16,6 0-16 0,-6 0-84 15,6 0 64-15,-6 1-76 0,2 2 0 0,-2 0 0 16,6 1 4-16,-10-1 0 0,1 3 56 16,0 1 76-16,-3 2-36 0,-2 1-92 15,-3 0 40-15,0-1-32 16,0 2-16-16,0-3-12 15,-3 3-36-15,-2-2 40 0,-3 1-40 0,0-3 36 16,1 0 0-16,-6-1-40 0,2 0 48 16,-2 4-56-16,1-3-52 15,-3-1 0-15,2 4 52 0,2-7 52 0,2 1-44 0,5 0-20 16,4-5-40-16,0 1-24 16,0 0-112-16,4-3 24 0,1 3 88 0,7 0 72 15,-1 1 64-15,2-1 4 0,-2 3 48 16,2-3-48-16,-2 0 56 0,1 8 80 15,1-5 92 1,-2 2-80-16,-3 3-56 0,4 2 16 0,-4-1 24 0,0-2-36 16,-4-1-100-16,0 4 0 15,0-7-12-15,0 4 0 0,-4-1-40 0,0-2 4 16,0 2 36-16,0-3 4 0,0 1 4 16,0-1 0-16,0 1-4 15,-4 0 8-15,4-5 4 0,-4 4 68 0,0-2-32 16,-4-2-40-16,0 5-88 0,0-1-72 15,-4-3-140-15,0 0-144 0,0 4-20 16,-4-3 24-16,5-1 28 0,-6-3-116 0,6 0-244 16,-2 0-512-16,2-3-548 0,3-4-881 0,-1 3-2327 15,2-8 2020-15</inkml:trace>
  <inkml:trace contextRef="#ctx0" brushRef="#br0" timeOffset="92062.561">5375 11389 3664 0,'0'0'6460'0,"0"0"-4875"0,0 0-661 0,15 79-72 15,-7-51 268-15,1 10 176 16,-2 4-280-16,1 5-96 15,0 8-168-15,0 1-332 0,-4 5-272 16,-4-1-148-16,0 4 84 0,0 0-84 0,-4 2 0 0,-8 0-48 16,-3 2 36-16,-2-2-100 15,-2 0-96-15,-1-2-52 0,-1-4-160 0,6-2-148 16,-2-8-64-16,2 0 96 0,6-4 140 16,-2-8-380-16,7-7-768 0,-4-2-632 15,8-6-1001-15,0-8-2671 0</inkml:trace>
  <inkml:trace contextRef="#ctx0" brushRef="#br0" timeOffset="92587.354">5757 11906 5564 0,'0'0'1468'0,"0"0"3381"0,0 0-3597 0,0 0-412 16,0 0 188-16,0 0 392 15,0 0-76-15,0 0-196 0,88 54-336 16,-60-48-240-16,0 0-168 0,7-2-100 16,5-2-132-16,-4-2-100 0,3 0-72 0,2 0-100 15,2-2-424-15,-2-2-260 0,-6-2 60 16,5 0-172-1,-8 3-456-15,-8-1-1256 0,-5 4-2965 16</inkml:trace>
  <inkml:trace contextRef="#ctx0" brushRef="#br0" timeOffset="92767.249">5856 12216 7416 0,'0'0'4701'16,"0"0"-2177"-16,0 0-1592 0,0 0-932 0,0 0 4 15,0 0 472-15,0 0 256 0,0 0-36 16,112 40-288-16,-68-38-208 0,0-2-200 0,3 0-52 16,2 0-356-16,-2-2-312 0,1-5-284 15,-5 1-496-15,6-4-1076 0,-17 0-3245 16</inkml:trace>
  <inkml:trace contextRef="#ctx0" brushRef="#br0" timeOffset="93256.159">7028 11433 5368 0,'0'0'2952'16,"0"0"1113"-16,0 0-2649 15,0 0-528-15,0 0-132 16,0 0 412-16,0 0-160 0,0 0-264 16,0 0-264-16,28 76-112 0,-21-44-136 15,-3 10-96-15,1 1 24 0,-1 9 60 16,-4 4 24-16,0 5-60 0,-4 2-64 0,-5 1-8 16,2-1-108-16,-1 1 68 0,0-7-36 15,-1 1-36-15,6-6 0 0,-1 0-8 0,4-5-4 0,0-2-84 16,0-3-136-16,0-1-136 15,4-6-48-15,-1-1-112 0,-3-2-64 0,4-4-100 16,1 2-200-16,-5-5-388 0,0-3-516 16,0-3-388-16,0-3-1953 0,-5-3-1851 0</inkml:trace>
  <inkml:trace contextRef="#ctx0" brushRef="#br0" timeOffset="94203.746">8386 12052 5136 0,'0'0'11565'15,"0"0"-9373"-15,0 0-1248 0,0 0-576 16,0 0 12-16,0 0 20 16,0 0 184-16,80 0-123 0,-52 4-157 0,4-2-156 15,-4 2-148-15,4 2 0 0,0-3-136 16,-4 0-80-16,4 1-113 0,-4-4-147 16,0 0-240-16,-1 0-20 0,-3 0-132 15,0-4-268-15,-8 1-536 0,-4 0-660 16,-5 3-1577-16,-7 0-2307 0</inkml:trace>
  <inkml:trace contextRef="#ctx0" brushRef="#br0" timeOffset="94404.76">8459 12287 8596 0,'0'0'5713'0,"0"0"-4857"0,0 0-844 0,0 0 36 0,95 3 656 15,-63-3 488-15,-4 0-164 0,4 0-496 16,0-6-288-16,-1-4-208 0,5-2-36 0,-4-1-564 16,0-6-68-16,3 0-36 0,1 3-300 15,5-3-720 1,-6-4-168-16,-7 9-2529 0</inkml:trace>
  <inkml:trace contextRef="#ctx0" brushRef="#br0" timeOffset="94719.992">8928 11595 10124 0,'0'0'4537'0,"0"0"-3165"0,0 0-964 0,0 0-296 15,0 0 336-15,0 0 468 0,0 0 184 0,96 56-304 16,-60-29-244-16,-1 1-128 0,-3-2-168 15,0 2-168-15,-4-3-28 0,-8 1 12 16,1 0-72-16,-6-5 0 0,-2 2-52 16,-2-1 4-16,-7 0-24 0,0 0-100 15,-4-3-208-15,0 6 4 0,-8 0 132 16,-3 5-16-16,2-2 52 16,-7 4 12-16,4 1 36 0,0-3 92 0,-4 3 64 15,0-5 0-15,-4 4-204 0,-3-7 8 0,-1 3-84 16,-4 4-248-16,0-3-136 0,0 3-372 0,0-4-888 15,0-2-1296-15,4-4-2801 0</inkml:trace>
  <inkml:trace contextRef="#ctx0" brushRef="#br0" timeOffset="95163.012">7832 12478 872 0,'0'0'5900'16,"0"0"-3368"-16,0 0-1216 0,0 0-1016 15,0 0 845-15,0 0 223 0,0 0-140 16,69 86-232-16,-54-59-176 0,-3 9-72 0,0-5-192 15,0 4-96-15,-8 0-104 0,0-3-96 16,-4-3-136-16,-4-2-124 0,-8 0-236 16,1-2-344-16,-10 0-136 0,1 1-196 0,1-4-168 15,-5 1-308-15,0-4-912 0,3-4-1925 0,6-2-2219 16,-5-3 6340-16</inkml:trace>
  <inkml:trace contextRef="#ctx0" brushRef="#br0" timeOffset="96623.565">11419 11874 9312 0,'0'0'1600'16,"0"0"-259"-16,0 0-449 0,0 0-128 0,0 0 276 15,0 0-96-15,0 0-92 16,0 0-56-16,0 0-176 0,0 0-176 0,-80-63-296 16,64 60-48-16,4-1-100 0,-4 1 8 15,0-1-4-15,0 4-8 0,-4 0-128 0,0 0-16 16,-3 4 24-16,2 9-36 0,-7-1 12 16,0 11 60-16,1 2-8 15,2 4 20-15,2 2 76 0,-1 7 0 0,8 4 136 0,-4 0-60 16,8 8 72-16,0 1-76 15,5 3-20 1,3 6 8-16,0 1 0 0,4 2-44 0,4-2 132 0,3-5 72 16,9-2 0-16,4-9 16 15,4-4-16-15,4-6 24 0,4-10-36 16,4 2-36-16,-1-9 24 0,1-6-28 16,5 2-8-16,-6-8-160 0,1-6-44 0,0 0-116 15,-4-3 16-15,-4-4 8 16,-4-6-180-16,0 0-52 0,-9 1-76 0,-3-7 4 15,-3 3-68-15,-2-3-284 0,-3 0-484 16,-4-3-1304-16,0-3-1345 0,-4 6-2115 16</inkml:trace>
  <inkml:trace contextRef="#ctx0" brushRef="#br0" timeOffset="96796.806">11288 12344 628 0,'0'0'11721'0,"0"0"-9405"0,0 0-1168 0,0 0-392 0,0 0-120 0,0 0 180 0,0 0 48 15,0 0-152-15,95 67-184 0,-59-62-320 16,3-5-144-16,-3 0-64 0,0-5-148 0,-8-2-168 16,0-2-200-16,-4-3-208 0,-4-2-288 15,-5 5-336-15,-2-4-756 0,-5 5-760 16,-8-3-1669-16,0 5-207 0,0-1 3240 0</inkml:trace>
  <inkml:trace contextRef="#ctx0" brushRef="#br0" timeOffset="96976.545">11638 12303 580 0,'0'0'220'15,"0"0"-12"-15,0 0 952 0,0 0-636 0,0 0 4748 0,0 0-3124 0,0 0-511 16,-36 80-609-16,36-52-136 0,0 10-28 16,0 0 32-16,0 7-76 0,0-5-272 0,4-1-136 15,0-1-116-15,0-3-60 0,0-4-48 16,-1-2-92-16,1-4-28 0,1-5-64 0,-5-1-8 16,4-6-68-16,-4-4-224 0,4 0-264 0,0-5-136 15,-1-1-172-15,1-3-496 0,0 0-856 16,5-7-2669-16,-1 1-1227 15,-1-6 5284-15</inkml:trace>
  <inkml:trace contextRef="#ctx0" brushRef="#br0" timeOffset="97698.361">12798 12185 5156 0,'0'0'2716'16,"0"0"1833"-16,0 0-3209 0,0 0-528 0,0 0-308 0,0 0 104 16,31 93 308-16,-23-65-108 15,4 5-76-15,-5-3-288 0,6-2-248 0,-5-4-148 0,-1-6-48 16,-3-8-112-16,5-1-220 16,-5-5-176-16,0-4-236 0,0 0-248 15,-4-4-288-15,0-5-448 0,0 3-1293 0,0-21-3923 0</inkml:trace>
  <inkml:trace contextRef="#ctx0" brushRef="#br0" timeOffset="97853.198">12781 11906 6460 0,'0'0'5721'16,"0"0"-4429"-16,0 0-504 0,0 0-408 0,0 0-252 15,0 0 48-15,88 28-176 0,-56-25-404 0,3 1-1060 16,-3-4-1465-16,20 0-3635 16</inkml:trace>
  <inkml:trace contextRef="#ctx0" brushRef="#br0" timeOffset="98158.465">13383 12043 1408 0,'0'0'9945'0,"0"0"-8281"0,-84 57-808 16,49-35-224-16,-1 3 492 0,3-3 368 0,6 0-316 15,3 1-400-15,11-7-468 0,6-3-196 0,3 0-112 16,4-4-40-16,4 0-92 0,8 4-128 31,8 0-72-31,4 2 36 16,0-2 36-16,4 0 148 0,0-1-8 16,-5-1-16-16,1-3 24 0,-4 6 104 15,-8-5 8-15,-1 4-12 0,-2 0 12 0,-5-1 140 0,-4 1 32 16,0 3-72-16,0-4-92 0,-4 1 0 15,-5 0 4-15,-2-1-12 16,-5 1-12-16,0 1-324 0,1-3-24 0,-6-1 124 0,5-1 12 0,4-6-136 16,-3 1-120-16,2-4-248 0,-2 0-408 15,2-7-660-15,6-9-2225 16,-1 4-3243-16,4-17 6105 0</inkml:trace>
  <inkml:trace contextRef="#ctx0" brushRef="#br0" timeOffset="98821.086">13992 12132 6168 0,'0'0'2276'16,"0"0"825"-16,0 0-1129 0,0 0-1060 16,0 0 12-1,0 0 108-15,0 0-272 0,41 84-164 0,-34-51-152 16,-3 2-120-16,0-4-116 0,0 1-120 16,0-3-8-16,-4-8-80 0,5-4-4 0,-5-8-8 15,3-2-36-15,-3-1-28 0,4-6-84 16,-4 0-100-16,4 0-12 0,0-3-84 15,0 0-140-15,0-6 8 0,4-4 116 16,0 0 104-16,0-6-36 0,3 0 16 0,2 1-28 16,-1-6 104-16,-4 6 212 0,0-1 40 0,4 3 24 15,-5 0 24-15,6 3 140 0,-5 3 24 16,-1 3-40-16,-3 7 16 16,5 0 36-16,-2 0-88 0,1 7 100 0,0 3 36 15,4 3-64-15,-4 3 12 0,-4 0 60 16,5 3-72-16,-5-1 24 15,-1-1-36-15,1 1-76 0,0-2-12 0,0 1-16 0,-4-3 116 16,0 0-100-16,4-4-76 0,-4-1-68 16,0-3-4-16,0 1-112 15,0-4-144 1,0 0-64-16,0 0-24 0,0-3-112 0,0 0-176 16,0 4-92-16,0-4-140 0,9 0-600 0,-2-4-1368 15,1-2-1805-15,8-7-927 0,-4 3 4560 0</inkml:trace>
  <inkml:trace contextRef="#ctx0" brushRef="#br0" timeOffset="99180.061">14538 12204 820 0,'0'0'980'0,"0"0"6840"0,0 0-5743 0,0 0-837 0,-32 67-524 15,25-45-56-15,-6 0 260 0,9 2-52 16,4-10-264-16,0 2-268 0,0-2-148 15,0-6-140-15,9-4-48 0,-1-2-56 0,3-2-108 16,6 0 52-16,-2-6-148 0,5-2-28 16,0-6-104-1,0-2-96-15,0-3-132 0,-1-3 28 0,-6 3-84 16,2 4 64-16,-6-1 152 0,-5 0 268 16,0 7 192-16,-4-1 140 15,-4 4 320-15,-5-1 60 0,2 4 28 16,-9 3-52-16,4 0 160 0,-4 0-292 0,0 0-76 15,-4 10-60-15,0 2-228 0,-4 4 4 0,5 6-4 16,2 4 60-16,2-4 84 0,2 0-144 16,6-3 0-16,7-10-432 15,0-2-232-15,0-7-20 0,7 0 36 0,6-16 28 16,2-3-160-16,6-7-568 0,2-5-633 16,1-7-235-16,-4 8-872 15,12-17 412-15</inkml:trace>
  <inkml:trace contextRef="#ctx0" brushRef="#br0" timeOffset="99459.374">14893 11734 64 0,'0'0'7588'0,"0"0"-4700"15,0 0-959-15,0 0-729 16,0 0-312-16,0 0 108 0,12 82 48 0,-4-47-360 0,-1 7-176 0,2 2-148 0,-1 4-88 16,-4 0 12-16,3-3-12 15,2-4-40 1,-5-3-24-16,4-4-36 0,-5-4-36 0,1-8-52 15,0 0-72-15,-4-6 0 0,5-4-12 16,-1 1-48-16,0-7-172 0,-1 1-320 16,1-1 36-16,0 1 20 0,4-5 88 15,1 5 100-15,-2-4 20 0,-3 3-8 16,0-3-52-16,0 1-120 0,-4-1-60 0,0 1-36 0,0-4-120 0,0 0-232 16,-8 0-528-16,4 0-1017 15,-3-11-1811-15,-2-1-152 16,9-1 3617-16</inkml:trace>
  <inkml:trace contextRef="#ctx0" brushRef="#br0" timeOffset="99611.621">14948 12103 3312 0,'0'0'704'0,"0"0"716"0,0 0 1440 15,0 0-452-15,0 0-1147 16,0 0-9-16,0 0 288 0,-39-64-56 16,39 62-324-16,7 2-340 0,-3-4-352 0,5 1-248 15,6-1-216-15,2-2-4 0,7-3 0 31,-1 2-8-31,9-2-128 0,-4-1-308 0,0 1-408 16,0-1-320-16,-4 4-516 0,4-4-1260 0,-9 4-2521 0,5-4-415 0</inkml:trace>
  <inkml:trace contextRef="#ctx0" brushRef="#br0" timeOffset="100355.065">16582 11778 2752 0,'0'0'156'0,"0"0"7184"0,0 0-6075 0,0 0-877 15,0 0-388-15,0 0-412 0,0 0-633 16,0 0-1091-16,0 0-3164 0</inkml:trace>
  <inkml:trace contextRef="#ctx0" brushRef="#br0" timeOffset="102146.459">17495 12011 396 0,'0'0'0'31</inkml:trace>
  <inkml:trace contextRef="#ctx0" brushRef="#br0" timeOffset="108341.843">17025 11525 9248 0,'0'0'4901'0,"0"0"-3337"0,0 0-408 0,0 0-228 16,4-70 356-16,-8 58-180 0,-4 6-348 16,-1-1-244-16,2 0-111 0,-1 2-37 0,-5 1-12 15,6 1-12-15,-1 0-112 0,-5 3-24 16,2 0-128-16,-10 3-76 0,2 6-148 15,-9 8 88-15,0 1 0 0,-4 8 48 16,1 2 12-16,-1 0-44 0,4 4 44 0,4-4 96 16,8 1 8-16,0 0-104 0,4-6-84 0,12 2 12 15,0-6 60-15,4 3-60 0,8 1 12 16,12-1 12-16,0 0 48 0,8 0-112 0,3-4 40 0,1 5-12 16,0-4-24-16,0 3 0 0,-4 4-28 15,-5-3 132-15,1 2-68 0,-4 2-24 31,1 3 96-31,-10-2 64 0,-2 1-4 16,-6 0 72-16,-3-4-132 0,-4 3 0 0,0-5-8 0,-4-1 0 31,-3 0 8-31,-1-3 48 0,-1-3 16 0,-2 0-52 16,3-7-4-16,-5 1-8 0,6 0 0 16,-5-3-160-16,-1-7-128 0,2 2-5 0,-6-2-59 0,6 0-76 0,-1-9-72 0,7-4-184 15,2-3-332 1,3-6-732-16,0-10-740 0,3 10-2477 15,18-26-1619-15</inkml:trace>
  <inkml:trace contextRef="#ctx0" brushRef="#br0" timeOffset="108521.677">17363 11972 6188 0,'0'0'6533'15,"0"0"-5601"-15,0 0-436 0,0 0 1068 0,-4 86 136 16,-4-60-624-16,-4-1-496 0,4 0-224 0,1-2-136 15,-2-4-220-15,9 0-216 0,-4-6-460 16,4 0-148-16,0-7-96 0,0-3-260 16,4-3-332-16,0 0-796 0,1-7-1825 15,-1-14-1911-15</inkml:trace>
  <inkml:trace contextRef="#ctx0" brushRef="#br0" timeOffset="108675.443">17423 11732 4924 0,'0'0'8377'0,"0"0"-7045"16,0 0-1180-16,0 0 404 0,0 0 476 0,75-10-272 0,-50 10-660 15,3 0-100-15,-4 0-164 0,4 0-272 16,-5 0-756-16,1 0-1024 0,-8 0-2853 0,-4 3-1879 16</inkml:trace>
  <inkml:trace contextRef="#ctx0" brushRef="#br0" timeOffset="109102.927">17642 11953 10272 0,'0'0'1329'0,"0"0"-725"0,0 0 660 0,0 0 700 15,0 80-360-15,0-64-548 0,4 3-356 0,0-6-168 16,0-1-164-16,0 1-124 16,-1-4-184-1,2-2-60-15,-1-4-12 16,0 0-88-16,4-3-120 0,4 0 0 0,4-3 72 0,4-7-12 0,-1-2-72 0,5-1 36 15,-3-3-12-15,-2 0 120 0,1 1 80 16,0-2-92-16,0 2 52 0,-4-1-112 0,3-3 152 16,-6 7-32-16,-1 1 40 15,0 5 8-15,-8 3 36 0,0 3-36 0,-4 0-4 16,0 3 244-16,0 7 156 0,0-1-180 0,0 8 56 16,-8-5-216-16,4 1-40 0,4-5-24 15,-5 2-148-15,5-6-60 0,0-1 84 0,5-3 112 16,3 0-72-16,4 0 84 0,0-7 0 15,7-3-116-15,2-2 16 0,-1 3 88 16,-1-3-100-16,-2 5 12 0,-6 3 28 16,1 1-28-16,-7 3-12 0,2 0 112 0,-3 7 364 15,-4 6 116 1,4-1-124-16,-4 1-96 16,0 3-76-16,0 0-100 0,0 0-72 0,0-4 24 15,0 1-36-15,4-3-64 0,-4-1 56 16,0-3-116-16,0-3-268 0,0 1-372 15,0-4-412-15,0 0-364 0,0 0-696 16,0 0-2417-16,4-13-2623 0</inkml:trace>
  <inkml:trace contextRef="#ctx0" brushRef="#br0" timeOffset="109348.239">18355 11950 9308 0,'0'0'1897'16,"0"0"-1357"-16,0 0 0 0,8 66 1208 15,-8-39 196-15,0 4-384 0,0 4-508 16,0 3 68-16,0 4 76 0,0 6-344 16,0-1-99-16,0 1 55 0,0-1-540 15,4 1-188-15,1-1-80 0,-5-2-180 0,3-4-16 16,1-6-32-16,-4 0-88 0,4-9-60 16,-4-4-181-16,0-7-87 15,0-2-64-15,-4-7 0 0,0-3-64 0,-4-3-156 16,0-3-112-16,0-3-252 0,1-7-500 0,7-6-756 15,-5 3-1485-15,5-19-647 0</inkml:trace>
  <inkml:trace contextRef="#ctx0" brushRef="#br0" timeOffset="109602.77">18550 11915 9352 0,'0'0'1148'0,"0"0"-591"0,0 0 279 0,0 0 224 0,60-72 24 0,-44 59-436 15,0 3-332-15,4 4-204 0,-5 0 0 16,2 6 16-16,-6 0 84 0,-2 8 228 0,3 9-36 16,-8 1-192-16,-1 12 12 0,-3-2-36 15,-3 4-64-15,-5 3-36 16,-9 0-88-16,-2 0-12 0,-5 0 12 0,-4-4-88 16,0-2-260-16,0-4 60 15,0-2-28-15,5-4-24 0,3-11-84 0,3-1-108 16,10-7-76-16,7-12-240 15,0-8-636-15,3 1-1405 0,18-21-1511 16</inkml:trace>
  <inkml:trace contextRef="#ctx0" brushRef="#br0" timeOffset="109812.135">19057 11265 7764 0,'0'0'2280'16,"0"0"-887"-16,0 0-621 0,0 0 860 0,0 0-100 15,0 0-436-15,79 3-112 0,-71 19-216 16,0 3 8-16,-4 10 80 0,-4 7-184 16,-4 3-220-16,-8 8-12 0,-4 1 33 0,-4 3-121 0,-3-3-256 0,-1 0-96 15,-4-3-12-15,0 0-144 0,4-11-136 32,-1-1-133-32,10-4-171 0,2-13-124 0,10-3-272 15,3-9-340-15,12-8-680 0,0-2-2008 0,16-6-2317 16</inkml:trace>
  <inkml:trace contextRef="#ctx0" brushRef="#br0" timeOffset="110112.83">19236 11922 11569 0,'0'0'1852'0,"0"0"-1252"0,0 0-336 0,0 0 712 0,-5 67 220 16,10-59-560-16,7-1-164 0,3-3-128 16,9-4 52-16,4 0-12 0,4-13-164 0,4-4-220 15,0-1-4-15,4-5-180 0,-4 1 24 16,-4-3-88-1,-8 3-12-15,-5 3 164 0,-3 0-4 16,-12 0 52-16,-4 3-40 16,-4 6 12-16,-12 1 76 0,-7 5 208 15,-5 4-60-15,-8 4 48 0,-4 9 64 0,4 6 48 16,-7 3-48-16,2 6-164 16,1 4 116-16,1 6 92 0,-1 0-8 0,0 4-40 15,0-4-256-15,5 3-160 0,10-3-180 0,5-3 32 0,9-6 88 16,11-4 20-16,0-6-56 0,7 0-104 15,14-3-108-15,7-3-116 16,7 3-248-16,17-7 176 16,-12 0 100-16,27-2-6341 0</inkml:trace>
  <inkml:trace contextRef="#ctx0" brushRef="#br0" timeOffset="111245.451">3514 13697 9188 0,'0'0'1745'15,"0"0"-165"-15,0 0-432 0,0 0 432 0,0 0-144 16,0 0-928-16,0 0-468 16,-81 50 20-16,50-27 4 0,-5 5 172 0,0 1 0 15,-3-1-88-15,-1 4 100 16,8-3 72-16,-1-4 72 0,10-2-60 16,7-8-136-16,4 1-96 15,8-6-100-15,4-1 0 0,8 4-124 0,8 0 124 0,8-1 0 16,4-2 76-16,7-1-4 15,1 1-12-15,1-7-60 0,-1 3 4 16,-1-2-8-16,-7 2 0 0,-4-3-4 0,-4 3 0 16,-4 1-80-16,-4-1 88 0,-5 4 304 0,-2 2-72 15,-5 4-84-15,0 3-24 16,-5 0-4-16,-2 1-36 0,-5 2-76 0,-1-3-8 16,-2 3-48-16,2-6 40 0,-2-1-76 15,3-2 0-15,-4-3-188 0,4-4-56 16,0-3-116-1,4-3-84-15,-3 0-124 0,2-5-140 16,1-9-168-16,4-4-48 0,4-8-564 16,0-6-1052-16,8 7-2169 0,16-16 521 0</inkml:trace>
  <inkml:trace contextRef="#ctx0" brushRef="#br0" timeOffset="111414.299">3693 13986 5868 0,'0'0'2080'0,"0"0"16"0,0 0-459 0,0 0 335 16,0 0-632-16,0 0-408 0,52 82-52 0,-52-56-220 0,4-1 108 15,-4 0-324-15,0 3-28 0,0-5-156 16,-4-4-100 0,4 0-160-16,-5-3-40 0,5-6-156 0,0-1-284 15,0-6-96-15,0-3-280 0,0 0-228 0,0-6-380 16,0-4-864-16,0-12-2629 0</inkml:trace>
  <inkml:trace contextRef="#ctx0" brushRef="#br0" timeOffset="111545.45">3697 13772 4196 0,'0'0'6256'0,"0"0"-4515"0,0 0-769 0,0 0 360 0,0 0 256 0,0 0-584 15,0 0-484-15,0 0-348 16,75-14-172-16,-47 14-168 16,-4 2-604-16,4 2-708 0,-7 2-1108 0,3 1-3169 15</inkml:trace>
  <inkml:trace contextRef="#ctx0" brushRef="#br0" timeOffset="111879.947">4015 13986 9640 0,'0'0'1473'31,"0"0"-613"-31,0 0 956 0,9 79 228 0,-9-54-652 16,4-3-760-16,0 1-372 15,0-5-188-15,3-5-60 0,2-2 44 0,3-2-56 16,-5-6-100-16,6-3-96 0,-2 0-104 15,6-3 216-15,-2-11 84 0,2 2-52 0,2-7-72 16,1 0-72-16,-4-3-28 0,4-1-4 16,0 5 132-16,-4-1-80 0,4 2 40 0,-9 8 20 0,2 0 52 15,-1 2 12-15,-9 7 52 0,1 0 232 0,0 0 176 16,-4 10 104-16,4 0-164 0,1 2-64 16,-1 1 0-16,-4 3-60 0,4-1-16 15,-4 1 76-15,3 0-24 16,-3-3-172-16,4 0-88 0,-4 2-96 15,0-4-52-15,4-3-296 0,0-2-396 0,5-1-380 16,2-5-544-16,-3 0-2217 16,12-11-3495-16</inkml:trace>
  <inkml:trace contextRef="#ctx0" brushRef="#br0" timeOffset="112061.885">4749 13865 14349 0,'0'0'1996'0,"0"0"-1736"16,0 0 128-16,0 0 740 0,-60 82-8 0,44-57-568 16,4 5-308-16,4-5-72 15,4 0-48-15,0-3-124 0,4 1 0 0,0-4-100 16,0-3-132-16,0-1-196 0,4-4-148 0,0-3-104 0,4-4-196 16,0-2-284-16,0-2-544 15,4-6-756-15,0 0-1925 0,0-10-1163 0</inkml:trace>
  <inkml:trace contextRef="#ctx0" brushRef="#br0" timeOffset="112378.638">4864 14112 9520 0,'0'0'2217'15,"0"0"-1409"-15,0 0 456 0,0 0 40 0,0 0-464 16,88 54-208-16,-60-54 240 0,4 0 596 16,0-2-976-16,0-11-492 0,-4 1 0 15,0-8-4-15,0-2-80 0,-5-4-128 16,1 4-192-16,-8 0 268 0,0 3 132 15,-9 0 4-15,2 2 196 0,-9 5-48 16,0 3 72-16,0-1 88 0,-9 1 48 0,-6 2-148 16,-1 1-208-16,0 3-136 0,-4 3-72 15,5 6-172-15,-10 7-36 0,5 5 144 0,1 8 260 16,-5 6 12-16,0 3 148 0,-1 3 36 16,1 3 24-1,5 4 88-15,-5-4 36 0,8-3 96 0,4-6-36 16,4-4-40-16,4-5-268 0,4-2-84 0,8-4-96 0,8-1-64 15,4-4 160-15,8-2-48 0,7-4 48 16,10-2-572-16,2-4 352 0,9-7 120 16,0-6-796-16,4-2-920 0,-21 4-1356 15,21-8-3505-15</inkml:trace>
  <inkml:trace contextRef="#ctx0" brushRef="#br0" timeOffset="125340.177">9215 14230 12233 0,'0'0'1976'0,"0"0"-572"0,0 0-224 0,0 0 344 16,-19 88-256-16,23-62-304 0,7 0-220 16,6-7-344-16,2 0-155 15,5-6-37-15,4-7-52 0,4-6 16 0,3 0-88 0,10-13-80 16,-2-6-4-16,6-4-60 0,2-5 12 0,1-4-52 15,-5-6-44-15,-3 4 0 0,0-1-225 16,-4 2 117-16,-8 2 80 0,-4-1-8 0,-5 4-52 16,-6 2 60-16,-13 1-36 15,-4 6 64-15,0 3 132 0,-17 4 12 0,-6-1 0 16,-1 7 4 0,-8 2-4-16,4 4-12 15,-8 6-64-15,1 14 36 0,-2 2 40 0,-3 6 72 0,-3 7 4 16,-1 6 144-16,-4 7-88 15,4 0 16-15,1 6 20 0,-2 0-8 16,6 0 20-16,3 0 64 0,8-4-60 0,4-6 277 0,8-4 219 16,13-9-416-16,3-9-252 15,3-3 36-15,9-3-48 0,12 0 0 16,0-1-48-16,12-2-24 0,7 1-84 0,2 0-4 16,6 3 160-16,1 2 0 0,0-1 0 15,0 8 0-15,-8-3-4 0,-5-1-8 16,-3 3-84-16,-4-3 88 0,-8 1-40 15,-4-4 36-15,-8 0 0 0,-5 0 8 16,-2 0 4-16,-1-6 48 0,-4 3 0 0,-4-1-48 0,-4-2 8 16,-8 0 64-16,0 2-24 15,-7-2 4-15,-2-3-40 32,-3 0 24-32,4-5-36 0,0 2-172 0,1-7-92 0,-1 0-76 15,7 0-137-15,-2-3-203 0,3-6-588 16,4-5-728-16,0 0-684 0,4-3-1957 15,4 4-1195-15,4-6 1237 0</inkml:trace>
  <inkml:trace contextRef="#ctx0" brushRef="#br0" timeOffset="125724.305">10124 14884 2672 0,'0'0'11517'0,"0"0"-9397"0,0 0-900 16,0 0-180-16,0 0 116 0,0 0-312 15,0 0-456-15,0 0-240 0,0 0 44 32,0 0 224-32,51 45-127 0,-66-30-141 0,-2 4-40 15,-2 1-48-15,2-1 8 0,6 0-68 16,-2 0-108-16,6-4-48 15,3-2-4-15,4 3 3 0,0-3-159 0,8-1-36 0,4 4 20 16,3-4-20-16,6 2 220 0,-2-2-104 0,1 4 188 16,-3-4 48-16,-2 2 4 15,-7-1 72-15,1-1-64 0,-6-2 36 0,-3 5 24 16,0-5 148-16,-7 6 24 0,-2-4-48 16,1-1-140-16,-3 1-56 0,2-5-72 15,-3-1-52-15,1-6-204 0,-2 0-272 0,6 0-480 16,-1-6-888-16,-1-8-1124 15,1 2-1497-15,1-6-799 0,3 1 1665 0</inkml:trace>
  <inkml:trace contextRef="#ctx0" brushRef="#br0" timeOffset="129937.041">10661 14433 10696 0,'0'0'1029'16,"0"0"471"-16,0 0-776 0,0 0 400 15,0 0-40-15,0 0-368 0,0 0-220 16,0 0 136-16,80 22 184 16,-40-12-204-16,3 2-132 0,6-2-64 0,-1 0-64 15,3-4-132-15,1-2-160 0,4-4-60 16,-9 0-40-16,2-7-132 0,-6-3-252 16,-7 4-496-16,-8-4-372 0,-12 4-1268 15,-12 0-3997-15</inkml:trace>
  <inkml:trace contextRef="#ctx0" brushRef="#br0" timeOffset="130111.173">10721 14718 10364 0,'0'0'1765'0,"0"0"-1357"0,0 0-332 0,0 0 756 15,0 0 196-15,76 33-396 0,-28-26-116 16,4-5-164-16,4-2 140 0,7 0-192 0,1-2-300 15,0-9-104-15,3-4-904 0,-3-1-684 0,-16 0-1457 16,16-12-4627-16</inkml:trace>
  <inkml:trace contextRef="#ctx0" brushRef="#br0" timeOffset="130585.844">12311 13830 9836 0,'0'0'1969'15,"0"0"-1045"1,4-83 8-16,-4 55 724 0,0-4-84 0,0 7-652 16,0 6-512-16,0-1 24 0,0 11-64 0,-4 6 148 0,0 3 60 15,1 0-212-15,-10 10-364 0,-2 9-36 16,-10 9-184-16,-10 10 220 0,-2 9 48 0,-6 11 208 15,-1 2 36-15,0 4-84 0,0-4-120 16,9-3-88-16,3-6 0 0,8-10 0 0,7-6 160 16,10-12-160-16,7-7-180 0,0-4-176 0,7-6-84 15,2 1 284 1,3-1 44-16,3-3 52 0,-2 0 60 0,2 1 0 16,-2 2-64-16,2 0 64 0,-2 4 220 15,-2 6-12-15,1 3 132 16,-4 4-96-16,0 4-196 0,0 2-36 15,0 0 0-15,0 2-12 0,-4 1-56 0,0-1 44 16,0-2-36-16,0 1 44 0,0 1-48 16,-4-3 40-16,0-2-60 0,0-1-24 15,-8 2-172-15,4-9-4 0,-4-6 92 16,4-5 44-16,0 0-24 0,4-7 12 16,-4 0-96-16,4 0-88 0,0 0 48 0,-4-4-36 15,4 4-424-15,0-3-576 0,0 3-140 0,0-4 164 16,0 4 172-16,0 0-869 0,4 0-2215 15,4 0-964-15</inkml:trace>
  <inkml:trace contextRef="#ctx0" brushRef="#br0" timeOffset="131591.418">12821 13970 3100 0,'0'0'2868'0,"0"0"-1128"0,0 0-832 0,0 0 140 0,0 0 104 16,0 0-123-16,0 0-157 0,0 0-120 15,0 0 0-15,0 0-8 0,0 0-24 16,0 0-140-16,4 0-220 0,-4 0-36 16,0 0-36-16,0 0 48 15,0 0 268-15,0 0-36 0,0 0-188 16,0 0-72-16,0 0-100 16,0 0-84-16,0 0-40 0,0 0-36 0,0 0-48 0,0 0-8 15,0 0 0-15,0 0 8 0,0 0 0 16,0 0 76-16,0 0-16 0,0 0 24 15,0 0 28-15,0 0 24 0,0 0-16 0,0 0-8 0,0 0-16 16,0 0 12-16,0 0-32 0,0 0 8 16,0 2-76-16,0-2 4 0,0 0-4 0,0 0 0 15,0 0-4-15,0 0 0 16,0 0 8-16,0 0 60 0,0 0-8 0,0 0-16 16,0 0 0-16,0 5-40 0,0 1 0 15,4 2 0 1,-4 12 260-16,0 2-100 0,4 7-80 15,0 6-76-15,4 9-4 0,-4 4-8 0,3 9-8 16,-2 6-52-16,-1 7-28 16,-4 6-20-16,0 1 0 0,-4 2 8 15,-8 0-128-15,8-5-80 0,-4-8 52 0,8-6 52 16,0-12 56-16,0-7-48 0,4-9-160 16,0-13-72-16,4-3-124 0,4-10-128 0,-4-3-388 0,3-3-452 15,2-3-352 1,-1-9-500-16,0 2-525 0,3-12-1979 0</inkml:trace>
  <inkml:trace contextRef="#ctx0" brushRef="#br0" timeOffset="132013.17">12968 14018 7088 0,'0'0'2092'0,"0"0"-864"0,0 0 213 16,0 0 19-16,0 0-292 0,0 0-260 0,0 0-244 15,0 0-96-15,0 0-8 0,0 0-12 16,0 0-188-16,80-67-200 0,-60 63-24 15,4 1 24-15,0 0 36 0,0 3-24 0,-1 0-12 0,1 3 12 16,-3 6 160-16,3 8 132 0,-1 2-84 16,-3 10-172-16,-3-1-148 31,-2 7-12-31,1 3-48 0,-4 1 48 0,-4-6-48 0,-4 6 12 16,-1-4 40-16,-3 0-4 15,0-3 24-15,-7-4-12 16,-5 3-48-16,-4-4 52 0,-4-2-16 0,-4 0-44 0,-4-6-4 0,0 1-76 15,4-9 68-15,-4-1-4 0,5-6-144 16,-1-1-88-16,0-3 12 0,0 0 36 16,8-3-24-16,0-4-220 0,0-6-200 15,0-2-320-15,8-8-964 0,-3 8-2460 16,6-17-4629-16</inkml:trace>
  <inkml:trace contextRef="#ctx0" brushRef="#br0" timeOffset="132783.843">13733 13897 5956 0,'0'0'3300'0,"0"0"-1684"16,0 0-935-1,0 0 511-15,81-86 32 0,-54 64-588 0,1-3-272 16,0 2-100-16,-4 4 28 0,0 0 32 16,-5 3 120-16,-3 3-56 0,-4 4 48 15,-3 2 12-15,-2 4 8 0,-7 3-72 16,0 0-88-16,4 0-124 0,-4 0-72 16,0 3-100-16,0 7 48 0,0 6 172 0,0 9-84 15,0 5-24-15,-7 3-100 0,-6 6 36 0,1 2-48 16,-8 4-72-16,-3 2-48 0,-1 0-104 15,0 2-44 1,0-5-116-16,0 4-8 0,0-3 192 0,4-8 196 16,4-8-56-16,8-7-40 15,4-6-24-15,4-10-112 0,0 1-88 16,4-4 64-16,9-3 252 0,-2 0 8 0,6 0 0 0,-2-7-52 16,1 1-8-16,0-4 44 0,0 4 16 0,-8 3 0 0,0 3 8 15,-1 0 40-15,-3 3 212 16,1 6 104-16,-1 4-128 0,0 4-200 0,4 1-32 15,-5 4-4-15,6 1 88 0,-5 2-20 16,8 1-68-16,-5-1 0 0,6 3 76 0,-2 1 196 16,1 0-124-16,-3-1 36 15,2 1 0 1,-3 3-36-16,-3-1 24 0,-1 1 40 16,-1 2-40-16,-3-1 12 0,0 5-28 0,0-3-20 15,-3-4-12-15,-1 1-52 0,-1 0-24 0,-3-4-40 16,4-3 56-16,0 1-56 0,-3-6-4 15,2-1-4-15,-7-4-4 0,1-2-216 16,-2-4 12-16,-6-2 60 0,3 2-24 16,-9-6-232-16,2 1-80 0,-1-1 216 0,0-3-56 15,0-3-420-15,0-4-872 0,4-2-2364 16,-8-7-3009-16</inkml:trace>
  <inkml:trace contextRef="#ctx0" brushRef="#br0" timeOffset="134651.479">9099 16668 10724 0,'0'0'2005'15,"0"0"-185"-15,0 0-548 16,0 0 144-16,0 0-352 0,0 0-436 16,0 0-232-16,0 0-56 0,0 0 152 0,0 0 252 15,0 0-296-15,-47-16-448 0,35 43-84 16,0 0-4-16,-4 12 88 16,4 2 244-16,-4 3-4 0,4-2-19 0,0-4-61 15,5-10-4-15,3-5-48 0,-1-11-44 16,5-2-64-16,0-4-120 0,0-6-12 0,0 0-64 15,0 0-109-15,12-3-59 0,0-10 280 16,8-2-16-16,4-12 16 0,0-4-172 16,0-1-72-16,-4-2 8 0,-1-1 28 0,1 3 120 15,-3 0 88-15,-2 7 8 0,-2-1 64 0,-5 7 0 16,-5 3 0-16,5 7-36 16,-8 6 48-16,4 3 72 0,0 0 124 0,5 9-144 0,-2 7 288 15,5 3-84-15,0 4-72 16,0 2-36-16,-4 0-52 0,0-3-12 0,0 1-80 15,0-4 4-15,-4-3 44 0,-4-1 8 32,4-8-60-32,-4-1-96 0,0-3-100 15,0-3-304-15,4 0-384 0,-4-6-572 0,8-10-1044 16,-4 7-2133-16,0-20-2079 0</inkml:trace>
  <inkml:trace contextRef="#ctx0" brushRef="#br0" timeOffset="135388.832">9346 16602 3664 0,'0'0'5552'16,"0"0"-3599"-16,0 0-797 0,0 0 220 0,0 0 56 16,13 77-464-16,-13-52-340 0,4 9-116 15,-4-2 8-15,0 3 160 0,0-3-64 0,0-4-248 16,0-2-292-16,0-5-76 0,0-7-52 16,0-5-56-16,0-2-28 0,0-4-244 15,3-3-188-15,10-3 60 0,6-10 0 16,2-10 8-16,7-2-88 0,3-4-180 0,5-2-76 31,-4 3 348-31,0 2 256 0,-4 7 60 0,-4 6 80 16,-5 4 100-16,-6 6 68 0,-6 3 260 15,1 3 384-15,-8 2 196 16,4 9-76-16,-4 2-360 0,0-1-96 0,0 5-16 0,0-1-64 16,0-4 112-16,4 4-236 0,1-6 16 15,-1 0-176-15,-1-4-12 0,5-2-76 16,0 0-48-16,1-5 52 0,2-2-252 15,-3 0-132-15,8-2-116 0,0-12 284 0,4-2-136 16,0-3 8-16,-1 0 64 0,6 0 76 16,-5-3-40-16,-5 3 52 15,-2 0 236-15,-2 3 28 0,-3 0 140 0,-8 3 64 16,0 7 72-16,0-1 100 0,0 5 0 16,-4-2-20-16,-3 4 168 0,-1 0-152 0,-5 4-184 0,2 5-116 31,-6 1 4-31,6 3 112 0,-1-1 44 0,3-2 92 15,2-7-40-15,7 0-88 16,0-3-88-16,0 0 12 0,0-6-120 0,7-8-284 16,10-5 152-16,2-9-28 0,1-7-16 15,5-3-204-15,-1 0-32 0,-1 0 80 0,-3 1 92 16,-3 1 44-16,2-2-4 0,-3 7-12 16,-4-1 84-16,0 2 12 0,-4 9 116 15,-4 2 40-15,0 0 164 0,-4 3 56 0,0 3 4 16,0 0-128-16,0 1-72 15,0 2 8-15,0 4 28 0,0 2 72 0,0 4 4 16,0 0-64-16,0 0 48 0,0 4 284 16,0 9-108-16,0 5-68 0,0 5-144 0,-4 8 96 15,-4 8-36 1,4-2 136-16,0 5 180 0,-4 2-156 0,4 5-152 16,0-2 40-16,0 1 24 15,-4 2-72-15,4-2 48 0,4-1-112 0,-4-2-120 16,4-7-4-16,0 0-132 0,0-4-104 15,4-4-28-15,-4-8-124 0,8 0 16 16,-4-6-88-16,0-4 24 0,0-5-52 16,-4-1-112-16,4 1-176 0,0-7-340 0,4 0-1084 15,-4 0-1697-15,4-10-871 0</inkml:trace>
  <inkml:trace contextRef="#ctx0" brushRef="#br0" timeOffset="135901.141">11701 16323 8564 0,'0'0'4925'0,"0"0"-3149"0,0 0-620 0,8 82 264 16,-8-38-100-16,0 5-364 16,0 9-408-16,0 10-84 0,-4 6 32 0,0 11 125 15,-3 4-41-15,-2 6-252 0,1-3-196 0,-3-3-132 16,-2-7-96-16,2-12-108 0,3-9-124 15,8-17-60 1,0-12-109-16,4-13-199 0,7-13-204 16,6-6-352-16,-6-6 168 0,10-10 524 0,-6-9-516 15,1-10-1344-15,-4 6-1717 0,8-22-883 16</inkml:trace>
  <inkml:trace contextRef="#ctx0" brushRef="#br0" timeOffset="136180.477">11785 16389 9304 0,'0'0'2401'16,"0"0"-1197"-16,0 0 220 0,0 0-136 0,0 0-296 15,0 0-280-15,0 0-144 0,96-13-24 16,-72 13 0-16,-1 4-164 0,1 2-112 16,-3 6-120-16,-6 5 12 15,5 5-28-15,-8 3 16 16,0 6-48-16,-4 5 8 0,-4 2-12 15,-4 0-20-15,0 3-28 0,-8-3-40 0,-4 4-4 16,4-7-4-16,-7-3 4 0,2-7 4 16,-2-3-8-16,6-6-136 0,-3-7-240 15,-3-2-4-15,2-7-72 0,-2 0-152 0,-2-4 36 16,2-2-176-16,-5-4 236 0,3-2-168 16,6-1-572-16,-5 1-708 0,4 2-2341 0,0-9-2047 15</inkml:trace>
  <inkml:trace contextRef="#ctx0" brushRef="#br0" timeOffset="136843.214">13462 16274 7628 0,'0'0'3056'0,"0"0"-863"0,0 0-601 0,0 0 108 16,0 0-712-16,0 0-480 0,-84 42-160 0,49-20-52 15,-5 3-36-15,-8 8-40 0,-3-2-72 16,-5 7-84-16,0 1-4 0,0-1 28 0,5 0 8 16,-1 3-8-16,3-6-40 15,6 0 24-15,7 0-68 0,4-7 4 0,4-6 0 16,12-2 56-16,4-8-64 0,5-2 0 16,7-4 0-1,0 0-152-15,4 1-44 0,11 5 48 16,1 1 88-16,9 6 56 0,-2-2 4 15,9 4 60-15,-4-2 36 0,3 7-32 0,1-4-16 16,-4 3-44-16,0 1 44 0,0-4-40 16,4 3 140-16,-4-3 48 0,0-2-84 15,4-4-28-15,4 0 12 0,-5-4-92 16,5 1-4-16,-4-7 84 0,-4 0 64 0,-4-2 400 16,-4-4-232-16,-4 0-180 0,-4 3-76 15,-4-3 0-15,0 0 12 0,-4 0-60 16,4 0 36-16,-4 3-12 0,0-3-36 0,4 0 0 15,-1 0 0-15,2 0 0 0,3 0 8 16,-1 0 76-16,2-6 76 0,2-1-27 16,2-5-73-16,-2-7-56 0,1 0-4 0,0-6-73 31,-4-1-11-31,0-3-52 0,-4-3-44 0,0-5-148 16,0-8-76-16,-4 1-72 0,0-11-36 0,0-5-188 15,0 0-176-15,0-1-452 16,-4 1-304-16,4 8 24 0,-4 8-120 15,0 6-113-15,0 13-1039 0,0 0-1636 16</inkml:trace>
  <inkml:trace contextRef="#ctx0" brushRef="#br0" timeOffset="137541.697">14941 16056 4000 0,'0'0'1772'15,"0"0"4497"-15,0 0-4697 16,0 0-228-16,0 0-388 0,0 0 48 16,-84-7-420-16,52 20-124 0,0 4 32 0,0 4-48 15,0 8-76-15,0 5-36 0,-3 11 0 16,3 9-100-16,4 3-72 0,-4 7-16 0,8 5-32 16,1 2 8-16,2 2 28 0,5-4 20 15,8-3-44-15,8-8-4 0,0-4-120 16,17-6-12-16,2-10 0 0,9-6-72 15,0-4 8-15,8-9-8 0,-1-6 24 0,6-4-24 16,-5-2 8-16,3-7-44 0,-3 0-52 16,1-10-72-16,-6-2-148 15,-7-4-196-15,-4 0-324 16,-5-3-636-16,-6 0-832 0,-1 5-1773 0,-12 0-2231 0</inkml:trace>
  <inkml:trace contextRef="#ctx0" brushRef="#br0" timeOffset="137690.937">14658 16776 3816 0,'0'0'7349'16,"0"0"-4945"-16,0 0-956 16,0 0-444-16,0 0-412 0,0 0-292 0,0 0 72 0,0 0 100 15,80-3-12-15,-41 0-204 16,1-4-44-16,4-2-132 0,0-3-80 0,-5-1-160 0,-3 1-232 16,-8-1-280-16,-4 0-320 15,-7 3-608-15,-10 1-1380 0,1-1-2909 0</inkml:trace>
  <inkml:trace contextRef="#ctx0" brushRef="#br0" timeOffset="137842.28">14920 16776 4700 0,'0'0'3004'16,"0"0"-956"-16,0 0-591 0,9 83 99 0,-1-51-44 16,-1 6-324-16,2 0-204 0,-1 6-188 0,0-3-64 15,-5 0-152-15,5 1-160 0,-8-1-396 16,5-2-24-16,-5-5-716 0,0-2-484 0,0-1-532 15,0-12-1048-15,-5 11-3497 16</inkml:trace>
  <inkml:trace contextRef="#ctx0" brushRef="#br2" timeOffset="145754.015">3848 12964 10424 0,'0'0'1813'0,"0"0"-789"0,0 0-336 0,0 0 488 0,0 0 160 15,0 0-340-15,0 0-328 16,0 0-188-16,0 0-108 0,0 0-68 15,-52 5 16-15,52-5 72 0,0 0 220 0,4 3-320 16,5 1-24-16,-1-1 48 0,3 1-36 0,6 2-171 0,2 3-101 16,5-3 4-16,8 4 0 0,3-1-8 0,6-2-4 31,6-1-12-31,5 1 4 0,4-1-4 16,4 0-37-16,8-3 1 0,-1 1 40 15,5 2 8-15,4-3-4 0,-1 4 4 0,5-1 8 16,0 0 4-16,3 4 36 15,-3-4-11-15,4 0-37 0,-5 4-121 0,2 0 57 16,-6-3-8-16,1-2 12 0,-5-2-36 0,-7 3 36 16,0 1-16-16,-4-3-8 0,-4 1 24 15,-4 2-12-15,-5 0 60 0,-3-1-100 16,0-4 52-16,-5 5 56 0,-3-1-8 0,-4 1 0 16,5-4-88-16,-6 6-8 0,1-2 24 15,4-4 20-15,0 4 56 0,-5-1-64 0,5-3-12 16,0-3 76-16,-4 3 0 15,4-3-68-15,-4 0 68 0,0 0-4 0,4 0 0 16,-4 0-24-16,-4 0 32 0,3 0 4 16,-6 0-4-16,-2 0-8 0,-3 0-36 15,-5 0 36 1,2 0-88-16,-1 0 88 0,0 0-48 0,0 0-40 16,-4 0 4-16,3 0 24 0,-2 0-52 15,2 0 76-15,-2 0-4 0,2 0 48 16,1 0 4-16,0 0 12 0,0-3 4 15,0 3-16-15,0 0-16 0,-1 0 4 16,2 0-32-16,-2 0 44 0,6 0 12 0,-1 3-4 16,-1 0-8-16,1 0 8 0,8 1 0 15,0-4-8-15,8 3 4 0,4-3-8 0,4 0 4 16,-1 0-8-16,10-3-4 0,-1-1-48 0,-5 1 48 16,1 0-112-16,-8 0 124 0,-1 3 0 15,-3 0 12-15,-8 0 52 0,0 0-52 16,-8 0-8-16,-1 0 4 0,2 3 40 15,-10-3-40-15,6 0 0 0,-10 0 40 32,6 0 16-32,-9 0-16 0,0 0 12 0,0 0 4 15,-1 0 44-15,-3 0 16 0,4-3 8 16,0 0 4-16,1 0-76 0,3 0-56 0,-4-1 4 16,3 4-8-16,-3-3 0 0,0 3-8 15,1-3 4-15,-1 3 4 16,0-3 4-16,-1 3 44 0,1-4-44 0,4 4 8 15,-3-2 36-15,-5-3 0 0,4 3 24 0,0-1 28 16,-4 0-16-16,7-3-36 16,-3-1 8-16,0 1-56 0,5-4 0 0,-5 0 0 15,3 5-8-15,-3-6 0 0,4 2-40 16,1-3 36-16,-6 2 4 0,5-3 8 16,-4 4 44-16,4-7 4 0,-3 0-48 15,2-3-4-15,-3 3-4 0,4-6 4 16,-4 0-56-16,4-1-24 0,0-2 20 15,0 0-8-15,-1-1-36 0,2 1-28 0,-1-4 76 16,-4 1-28-16,0-1 28 0,-1-3-24 16,1 4 84-16,-4-4-112 15,4 3 64-15,-4-2 44 0,5-1-44 16,-5 1-100-16,4-1 24 0,0-3-108 0,0 3 12 16,-4-3-52-16,7 0-48 0,1 0-348 15,-3 0-228-15,3 3 472 0,-5 1 424 16,-3 2 64-16,4 4-64 0,-4 0-100 15,0-1 88-15,0 3 12 0,0 4 124 0,0-3 88 16,-4 3-36-16,4-3-176 0,0 0-228 16,0 0 28-16,8-8 0 15,1 5 56-15,2-3-80 0,1-1-732 0,1 1 108 0,-6 3 608 16,5-4 112-16,-3 4 36 0,2 0-80 0,-7-2 172 16,4 2 76-16,-3-3-76 0,-2 6-100 15,5-3 100-15,-4-1 124 0,0 4 60 16,0 0-184-16,4-1-204 0,-4-2 0 0,0 2 140 15,4-2-112-15,-4 2-620 16,-1-2-372 0,1 3 795-16,1-1 365 0,-1 2 8 15,0 1 88-15,-4 2 41 0,0 2 247 0,4-4-80 16,0 5-296-16,-4-2 0 0,3 5 252 16,1-1 224-16,-4 5-96 0,4-3-20 0,1 1-172 15,-5 2-188-15,4-3-52 0,-4 5 52 16,4 0 152-16,-4 0-36 0,0 3 12 0,0-4-80 15,4 4-36-15,-4-3 40 0,0 6 76 16,0-4 48-16,0 4 52 0,0-3-48 16,0 3-56-16,0 0-32 0,0 0-48 0,0 0-44 15,0 0-8-15,0 0-4 16,0 0-76-16,0 0-52 0,0 0 76 0,0 0-12 16,0 0 0-16,0 0 12 0,-4 0 52 15,0 0 12-15,0 0 4 0,-5 3-4 0,-2 4 52 16,-1-4 124-16,0 3 76 0,-4 1 28 0,0-1-92 15,0-3-60-15,0 4-68 0,-4-5 4 16,0 5-56-16,-4-3-4 16,0 2 0-16,-4-6 12 0,0 2 32 0,1 2-44 15,-5-4 4-15,1 0 0 0,-2 3 44 16,1-3 0 0,-4 0 8-16,0 0-48 0,-3-3-12 15,-2-3 76-15,2 0-12 0,-1-5 12 16,1 2-72-16,-2 0 0 0,-2-4-4 15,-2-3-112-15,2 0 8 0,-4 1 56 16,-2-4 40-16,1 3 8 0,1-3 0 0,-1-1 0 16,0 5-48-16,-4-4-76 0,-4-1 36 15,5 5 76-15,-9-5-52 0,1 5 56 0,-5-1-4 0,0 0 8 16,-1 0 0-16,-2 4-4 16,3-4 8-16,4 2-12 15,-3 2 4-15,3-4-4 0,0 4-64 16,0-2 72-16,-3 2-84 0,3-1 12 0,0 4 76 15,0-4 4-15,5 0-4 0,-1 4 4 0,4 0 4 16,0-1 8 0,5-4-16-16,-2 6 0 0,-2-2-148 15,3 1-68-15,1-1 52 0,-1 0 12 0,-1 1 0 16,-2 0 140-16,7-1 4 0,-3 1 4 16,-2-1 4-16,6 0 48 0,-2 1 4 15,2 3 0-15,4-1 24 0,-6 1-68 16,2-1-8-16,-2 4-76 0,-2-3 24 15,3 3 44-15,-4 3-44 0,0-3 40 0,-3 3 0 16,3 0-40-16,-4 0 52 0,4 0 8 0,0 0 44 16,5 0-44-16,3 0 0 0,-4 0 108 0,8 0-68 31,-3 0 4-31,7 0-52 0,-4 0 0 0,4 0-64 0,-1 0-12 16,6 0-24-16,-1 0 12 0,0 3 0 15,4-3 8-15,0 3 68 0,9 0 12 0,-2 0-12 0,10-3-64 31,-5 3 24-31,7-3 40 0,1 4-40 16,0-4 44-16,1 3-40 0,-1-3 32 16,0 3-32-16,0-3-4 0,4 3-24 0,-9 0-140 15,5 1 24-15,-3-2 76 0,-1 2-36 16,-5-1 48-16,2 3 92 0,-1-2 0 16,-4 2-52-16,0 0 64 0,0 0 4 15,1 1 48-15,-6-4-4 0,5 4-36 0,1 0 0 0,-2-1-4 16,6-4-4-16,-10 4-4 15,2 1-52-15,3 0-12 0,-5-2-52 16,6 2 36-16,-2 0 80 0,2-1 76 0,7-3 52 16,0-1 52-16,0 5-12 15,4-7 48-15,0 4 52 0,4-4-16 0,0 0-72 0,0 0-28 16,0 0-76-16,0 0 12 0,0 0 16 0,0 0 8 16,0 0 4-16,0 0 36 15,0 0-16-15,0 3 56 0,0-3 108 0,0 6-36 16,0 1-48-1,4 2-116-15,-4 4-40 16,0 3 4-16,0 2 0 0,0 1 48 0,0 2-8 16,4 0-52-16,-4 2 20 0,0-1 36 15,4 6-104-15,-4-3 0 0,4 7-4 16,-4 0 4-16,0 6 8 0,0 0 48 0,0 4 16 16,-8 5 48-16,0 1-24 0,0 3-12 15,-4 3 24-15,0-1-52 0,-4 5 16 16,1 2 0-16,-2-3-68 0,2 7-4 0,-6-5 44 15,1 5 0-15,5-1-36 0,-6 5-8 16,2-2 8-16,3-2-4 0,0 3 4 0,0-4-12 16,4-3 4-16,0 1-4 0,4-4 0 15,0 3-12-15,1-7 4 0,2 2 0 16,-3-1 8-16,4-3 0 0,-4-4 4 0,5 1 8 16,-10-7 0-16,5 5 0 15,1-9 64-15,-2 1 8 0,1-3-32 0,1-3 8 16,-5-1-48-1,3-4 112-15,2-6-48 0,-1 2-64 16,4-8-8-16,0 1 0 0,-1-3-4 16,1-4 0-16,1-2-4 0,-1-1 4 0,4-3 4 15,0 0 4-15,0-3 0 0,0 0 40 16,0 0 4-16,0 0 32 16,0 0-8-16,0 0-16 0,0 0 16 0,0 0-16 0,0 0-56 15,0 0-4-15,0 0-12 16,0-3-112-16,0 3-96 0,0 0 8 0,0-3 64 15,0 3-12-15,-4-3-28 0,4 0-96 16,0-4-76-16,0 4-64 0,0-3-120 16,0-5-160-16,0 3-616 0,4-2-1585 15,3-12-5279-15,-14 98 5500 0</inkml:trace>
  <inkml:trace contextRef="#ctx0" brushRef="#br2" timeOffset="146703.531">8749 11334 7416 0,'0'0'1672'16,"0"0"-716"-16,0 0-208 0,0 0 1553 0,0 0-1017 31,-8 70-528-31,1-37-100 0,2 1-16 0,1 1 124 0,0 0-132 16,4-4-88-16,0-6-76 0,0-2-64 0,8-4-12 15,8-7-12-15,-4 2-60 0,4-8-116 16,-4 1-8-16,4-1 36 0,-4-3 60 0,4-3-12 16,-4 3-108-16,4-3-40 15,-4 0-23-15,8-9 3 0,3-1-16 0,5-6-48 16,8-9-48-16,4-4-12 0,7-5-72 16,6-11-64-16,3-6-121 0,7-2-191 0,1-5-112 15,3 4-88-15,-3-1-332 0,-4 5-604 16,-20 15-1240-16,8 0-2973 0</inkml:trace>
  <inkml:trace contextRef="#ctx0" brushRef="#br2" timeOffset="152685.418">15614 16531 5640 0,'0'0'6573'15,"0"0"-5561"-15,0 0-352 0,0 0-52 16,84-12 492-16,-52 5-132 0,4 1-208 0,3-2-192 15,5 1-124-15,4 0 12 0,4 2 24 0,4-2-76 0,4 0-180 16,-5 1-104-16,1-4-36 0,0 1-84 16,-4-1-52-16,-5 4-288 0,-3-3-28 15,-8 2-100-15,-4 1-24 16,-8 0 84-16,-9 3 36 0,-2-1-88 0,-9 4-300 16,-4 0-260-16,0 0-344 15,-17 0-528-15,2 0-221 0,-21 4-2611 16</inkml:trace>
  <inkml:trace contextRef="#ctx0" brushRef="#br2" timeOffset="152895.128">15730 16538 156 0,'0'0'9988'0,"0"0"-8403"0,0 0-981 0,0 0-500 16,0 0 276-16,0 0 236 0,0 0-160 15,0 0 152-15,0 0-28 0,0 0 28 16,79 60-40-16,-31-50-168 0,4-7-164 0,3 1-76 15,1-4-152-15,4 0-8 0,-4-7-208 16,-9 1-288-16,2-7-160 0,-10 4-100 16,-2-4-296-16,-10 2-364 0,-7-3-461 0,-8 3-1139 15,-4-4-1984 1</inkml:trace>
  <inkml:trace contextRef="#ctx0" brushRef="#br2" timeOffset="153193.076">15992 16100 1408 0,'0'0'8772'0,"0"0"-7343"0,0 0-1045 0,0 0-240 15,0 0 572-15,0 0 708 16,80 0-160-16,-40 9-396 0,8 5-304 0,3-2-80 16,9 4-28-16,4 0-8 0,-4 3-180 0,-1 3-192 15,-6 0-72 1,-1 4-4-16,-13 2 4 0,1-2-4 0,-12 2-48 0,-4 4 48 15,-9 0 0-15,2 3 8 16,-10 0-8-16,-7-1-4 0,0 2-280 0,-15-2 124 16,-9 1 48-16,-8 0 24 0,-4 3-172 15,-4-3-60-15,-4 0 84 0,-4-3 36 16,5 0-148-16,-1-4-220 0,4-2-236 16,4-5-372-1,8-2-544-15,13-5-1193 0,-2-5-3475 16</inkml:trace>
  <inkml:trace contextRef="#ctx0" brushRef="#br2" timeOffset="153783.66">17650 16268 5836 0,'0'0'1692'0,"0"0"-240"0,0 0-328 15,64-79-103-15,-44 60-197 0,-5-3-184 16,2 5 48-16,-6 5 152 0,-7 2 20 0,1 5-68 15,-1 1-172-15,-4 4-48 0,0 0 0 16,-9 0 12-16,-2 0-252 0,-10 6-296 16,-2 4-32-16,-9 9-8 0,-8 9-52 0,0 11 56 15,-8 2 56-15,-3 9-52 0,-1 8-4 16,0 2-108-16,4 1-80 16,9-2 52-16,2-1 64 15,18-4 72-15,10-6 160 0,9-8 12 0,9-4-72 0,10-10-64 16,9-4-36-16,4-7-12 0,8-2-72 15,0-7-4-15,0-6 76 0,8 0-272 16,-5-6 160-16,5-7 0 0,-8-2-124 16,0-4-264-1,-5-1-236-15,-7-2-136 0,-4-1-164 0,-3 2-248 16,-10-2-268-16,-7 1-541 0,-4 6-1063 0,-4-9-1868 16</inkml:trace>
  <inkml:trace contextRef="#ctx0" brushRef="#br2" timeOffset="153941.613">17534 16531 4304 0,'0'0'4204'16,"0"0"-2016"-16,0 0-455 0,0 0-417 0,0 0-176 0,0 0-432 16,0 0-232-16,0 0-96 15,0 0-84-15,-4 45-96 0,28-45-200 16,4 0-148-16,0-9-128 0,0-2-140 0,4 0-312 16,-4-5-232-16,-5-1-412 0,-2 5-825 15,-10 3-2247-15,6-3-664 0</inkml:trace>
  <inkml:trace contextRef="#ctx0" brushRef="#br2" timeOffset="154103.253">17773 16474 132 0,'0'0'6688'16,"0"0"-4104"-16,0 0-983 0,0 0-573 0,0 0-184 0,-7 68 164 15,7-49-32-15,0 6-132 16,0 0-276-16,0 4-208 0,0 3-20 0,0-4-44 0,4 1-120 0,-1-4-60 16,-3 1-116-16,4-4-100 0,0-3-200 15,-4 0-36-15,0-3-124 0,0 0-84 0,0-1-184 16,0-2-236-16,0-1-460 0,0-5-609 15,0 0-1943-15,0-7-1500 0</inkml:trace>
  <inkml:trace contextRef="#ctx0" brushRef="#br2" timeOffset="154785.205">18411 16367 9924 0,'0'0'1393'0,"0"0"-325"0,0 0-404 0,0 0 152 15,0 0 424-15,84 19-272 16,-65-3-304-16,-2 0-228 0,-6 3-200 31,1 0-48-31,-7 4-64 0,-1-4-12 0,-4-5-64 0,0 5-40 0,0-5 4 0,0 2 0 16,0-10-12-16,0 3-4 0,0-2-156 0,0-4-12 0,0 0-128 31,4-3-108-31,-1 0-4 0,9 0 20 16,4-3 252-16,0-3 92 0,4-7-52 15,4 0-64-15,4-3 0 0,0 1 100 0,0-2 56 16,-5 2 8-16,1 3 8 16,-3-2-4-16,-10 8-4 0,2 3 100 0,-5 3 76 0,-1 0 140 15,-3 6 224-15,0 6-40 16,-4 5-200-16,0 2-52 15,-8 6-64-15,1 1-36 0,-6-1-48 0,-2 0-40 16,2 1 104-16,-2-7-56 0,7-3-108 0,4-1-68 16,4-9-56-16,0 1-60 0,0-3-28 0,4-4-332 15,4 0-32-15,3-4 72 16,6-5 92-16,-2-3-520 0,5-5-1156 0,-3 4-2565 0,10-6-1867 16</inkml:trace>
  <inkml:trace contextRef="#ctx0" brushRef="#br2" timeOffset="155105.202">19172 16474 912 0,'0'0'9636'15,"0"0"-7911"-15,0 0-1125 0,-40 68-460 16,21-43 192-16,2-3 444 0,-3 0 8 0,5-3-404 16,3-3-380-16,3-10-88 0,5 1-76 0,4-4-76 0,0-3-128 15,4 0-60-15,13-6 428 0,2-1 88 16,5-5-28-16,8-4-60 0,0 0-140 0,0 0-140 15,-1-3 112-15,-3 3 92 0,-3 0 32 16,-5 4 44-16,-9-2 88 0,1 0 64 16,-12 3 256-16,0 3 276 0,0 1 32 0,-15 3-48 15,3 4 232-15,-8 0-340 0,-1 11-264 16,-3 1-108-16,5 7-116 0,-5 0-72 16,8 0-4-16,4 0-108 0,4-6-48 15,4 0-100-15,4-8-272 0,12-1-372 16,8-4-36-1,4-6-8-15,12-10-56 0,-4-3-776 0,0 0-2737 16,7-17-1855-16</inkml:trace>
  <inkml:trace contextRef="#ctx0" brushRef="#br2" timeOffset="155350.039">19725 15954 352 0,'0'0'10937'16,"0"0"-8825"-16,0 0-1540 0,0 0-356 0,0 0 404 15,-27 70 400-15,22-38-204 0,-2 3-192 16,-1 9-152-16,0 1-52 16,0 5 0-16,0 4-136 0,-4-3-124 0,5-3-160 0,2-1-44 0,-3-5-44 0,8-8-48 15,0-2-36-15,0-3-88 16,0-7-36-16,8-3-64 0,4-3 4 16,0-6 44-16,0-4 76 0,4-6-88 0,0 0-108 15,0 0-120-15,-5-10-216 0,2-5-312 16,-5-2 316-16,-5 2 148 0,-3-5-372 0,0 2-705 15,-11-4-587-15,-2 5 68 0,-19-10-552 16</inkml:trace>
  <inkml:trace contextRef="#ctx0" brushRef="#br2" timeOffset="155497.588">19383 16304 6200 0,'0'0'4284'0,"0"0"-2431"16,0 0-449-16,0 0-528 0,0 0-436 15,0 0 64-15,0 0 216 0,0 0 176 0,0 0-200 16,108 25-324-16,-65-25-224 15,2 0-140-15,2 0-8 0,1-6-168 16,-4-1-488-16,-4-3-304 0,-4 4-384 0,-4-3-864 0,-8 5-2605 16,-5-4-3391-16</inkml:trace>
  <inkml:trace contextRef="#ctx0" brushRef="#br2" timeOffset="156309.164">18256 17531 7948 0,'0'0'2380'15,"0"0"-795"-15,0 0-369 16,0 0-120-16,0 0 40 0,0 0-228 0,0 0-248 0,0 0-236 16,0 0-64-16,0 0 36 15,0 0 132-15,51-31 212 0,-66 41-336 0,-10 6-404 0,-3 3-60 16,-7 6-40-1,-5 4-20-15,8-1-4 0,-3-6 24 16,11 1-8-16,3-8-28 0,10-1 24 16,7-9-24-16,4 1-36 0,0-1-72 15,4 1-40-15,7-3 120 0,10 2 164 16,-2-5 64-16,9 5 8 0,0-5 40 0,0 2-60 16,4 2-40-16,-1 2 0 0,5 0 272 15,1 4-240-15,-5-1-44 0,-4 4-12 0,-5-4-32 16,-3 1 44-16,-8-1 108 0,0 1 52 15,-8 3 64-15,-4-3-4 0,0-1-36 16,-4 3-96-16,-8 1-88 0,0 0-4 16,0 3-12-16,-4-3-32 0,4-5-160 0,0 3-88 15,4-8 112-15,4 0-60 0,-3-3-128 16,7-3-236-16,-5-11-376 0,5 2-624 0,0-6-376 31,5-4-469-31,-1 5-1843 0,7-8-1848 0</inkml:trace>
  <inkml:trace contextRef="#ctx0" brushRef="#br2" timeOffset="156489.682">18698 17643 4820 0,'0'0'6325'0,"0"0"-4465"0,0 0-1120 0,0 0-220 16,0 0 352-16,0 0 132 0,16 74-312 0,-16-60-244 16,-9 3-148-16,2 2-128 0,-1-6-108 15,0-1-64-15,3-2-60 16,2-4-100-16,-1 0-176 0,0-6-188 0,0 0-128 0,4 0-192 15,-4-2-292-15,4-11-868 16,0 3-2153-16,-4-9-2607 0</inkml:trace>
  <inkml:trace contextRef="#ctx0" brushRef="#br2" timeOffset="156614.644">18619 17487 9400 0,'0'0'1937'0,"0"0"-593"0,0 0-900 15,0 0-444-15,0 0-128 0,0 0-100 0,0 0-144 0,0 0-256 16,0 0 100-16,0 0-401 0,35-6-1167 0,-15 6-2672 0</inkml:trace>
  <inkml:trace contextRef="#ctx0" brushRef="#br2" timeOffset="157072.548">18917 17679 3708 0,'0'0'6324'15,"0"0"-5135"-15,0 0-573 0,-4 82-12 16,-4-57 376-16,4-3 52 0,-4-3-416 0,4-3-452 16,0-5-164-16,0-6-60 0,4-2-32 15,0 0-68-15,0-3-220 16,0 0-180-16,0 0-24 16,4 0 356-16,4-6 228 0,4 1 112 0,4-6-52 15,8-2-56-15,-4 1 0 0,4-1 200 0,-1-3-36 0,5 0-16 31,0 1-76-31,-4-5-12 0,1 5-52 0,-6 2 0 16,-3 1 164-16,-4 5 40 0,-4 3 76 16,-4 1 36-16,-4 3 124 15,0 0 128-15,0 0-64 0,0 7-180 0,0-4-200 0,0 7 4 16,0-4-80-16,-4 1-60 0,4-1-76 16,0-3-136-16,0 0-52 0,0-3 128 0,4 0 88 15,4 0 48-15,0 0 76 0,4 0 48 16,0-6 28-16,-1 2-40 0,2-3-108 15,-1 1-4-15,-5 4-12 0,2-1-88 0,-1 3 32 16,-8 0 68-16,4 3 360 0,-4 5-12 16,0 3-148-16,0-3-16 15,0 6-96-15,0-1 0 0,-4-4-28 0,0 1-60 16,0-7 0-16,4 3-60 0,-5-6-188 16,1 0-288-16,4 0-108 0,0 0-76 15,-4 0-120-15,1 0-440 0,3 0-612 0,-4 0-1205 16,4-6-2275-1</inkml:trace>
  <inkml:trace contextRef="#ctx0" brushRef="#br2" timeOffset="157345.412">19530 17454 10288 0,'0'0'2505'0,"0"0"-1497"16,0 0-740-16,0 0 60 0,0 0 228 15,0 0 48-15,-7 82-128 0,3-57-144 0,0 6-8 16,-5 4 60-16,5 3 52 0,-7 1-28 0,3-1-184 16,-4 0-112-16,-4-4-112 0,4 1-36 15,0-5-88-15,0-5-100 0,0 0-84 16,4-6 20 0,0-3 40-16,5-3-64 0,-2-4-24 0,1 0 4 15,4-2-28-15,0-1-120 0,0-2-292 16,0 2-368-16,0-3-372 0,0 0-629 15,0-3-1155-15,0 0-2452 0</inkml:trace>
  <inkml:trace contextRef="#ctx0" brushRef="#br2" timeOffset="157669.898">19594 17284 1748 0,'0'0'5124'16,"0"0"-3656"-16,0 0-432 0,0 0-144 0,0 0-207 15,0 0-297-15,0 0-56 0,0 0-48 16,80 28 112-16,-72-21 192 0,3 3 0 0,-2-1-68 16,-1 4-12-16,0 3-16 15,-1-3-100-15,2 6-52 0,-1-1-128 16,-8 5-124-16,4 2-80 0,-4 1-8 15,0 0-84-15,-4 2-4 0,-4 0-36 16,-5-2 24-16,2 2-28 0,-1-6-148 16,-4 1-140-16,0-4-64 0,4 0 36 0,-3-6 112 15,2 0 52-15,1-7-192 16,5-3-424-16,-2-3-545 0,5 0-1175 0,0-3-388 16</inkml:trace>
  <inkml:trace contextRef="#ctx0" brushRef="#br2" timeOffset="158238.471">20136 17043 8868 0,'0'0'2453'0,"0"0"-1245"15,0 0-708-15,0 0 288 0,0 0 364 0,0 0-220 16,0 0-204-16,0 0-304 0,40 76-136 15,-52-47-128-15,0 6-48 0,-7 6-100 16,-6 7-4-16,1-1 44 0,-4 7-52 0,0-3-52 16,5-3-72-16,-5-3-88 0,8-8-108 15,3-5-120-15,6-6 64 16,7-11-64-16,4-2-128 0,0-6-140 0,8-5-420 16,4-2-112-16,4 0 15 0,0-6 593 15,3 0 388-15,-2-1 12 0,-2 1 104 16,2 3 76-16,-2 0 48 0,-2-1-8 15,2 4 12-15,-2-2 0 0,-2-2 4 16,6-2-4-16,-2-1 0 0,2-2-12 0,2-4-272 0,1-6-520 16,0 1-636-16,0-6-136 0,0 3 184 15,-1-5 492-15,-2 8 900 0,-1-2 728 16,-1 5 812-16,-7 2 152 0,-4 3-72 16,1 4-52-16,-5-1-127 0,0 4-145 0,-9 3-164 15,-2 0-184-15,-10 3-596 16,2 7-64-1,-5 3 52-15,-4 3-188 0,8-1-36 0,-5 2-92 16,14-2-24-16,-1-2-140 16,9-4-100-16,3 1-176 0,0-6 28 0,11-2 112 0,1-2 276 15,4 0 88-15,-1-2-16 0,-2-9-72 0,-1 5-188 16,-5-3 36-16,-2-1 40 0,-5 4 112 16,0 4 140-16,-5 2 336 0,-2 0-60 15,-5 2-300-15,-1 7 20 0,2 1-136 16,-1 2-276-16,7 1-504 0,5-1-108 15,0-5 240-15,13 0 72 0,2-7-320 16,6 0-661-16,-5-7-1151 0,7-6-1868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12:06.706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1876 628 3192 0,'0'0'780'16,"0"0"4488"-16,0 0-3836 0,0 0-323 15,0 0-9-15,0 0 100 0,0 0-228 16,0 0-216-16,0 0-176 0,8 3-20 16,-4-3 0-16,-4 0-16 15,0 0-96-15,4 0-8 0,-4 0-72 0,4 7 0 16,-4-1 24-16,4 7 84 0,-4 6-108 15,0 3-124-15,0 7-64 0,0 9 28 0,0-1-196 16,-4 9 108-16,0 4-8 0,0 7-100 0,4 4 97 16,0 6-49-1,0 5-12-15,-4 1-48 0,0 7-68 16,4 2 68-16,-4 1 0 0,0 2-76 0,0 1 76 0,4 3 0 16,0-6-4-16,0-4 0 0,0-5 4 15,0-11 0-15,0-6-8 0,4-9-125 16,0-8 9-16,0-4-180 0,0-11 196 15,4 0-4-15,0-6-80 0,-4-6-112 16,4-4 32-16,0 1-92 0,-5-7-16 0,2-3-100 16,3 0-232-16,-4-3-356 0,4-7-496 0,-1-2-688 15,2-1-1705-15,-5-15-2139 0</inkml:trace>
  <inkml:trace contextRef="#ctx0" brushRef="#br0" timeOffset="1353.703">2434 1016 2540 0,'0'0'4708'0,"0"0"-779"0,0 0-2237 0,0 0-368 16,0 0-60-16,-28 76 16 0,20-54-208 31,8-3-112-31,0-3-160 0,0-3-212 0,0-1-308 0,12-5-160 16,0 0 16-16,0-1 36 0,8-4 32 15,-1-2-32-15,9 0-12 0,0-6-4 16,8-3-72-16,-4-7 16 0,8 0-100 15,-4-6-48-15,0-3-48 0,0-1-36 16,-1-2-100-16,-3-1 12 0,-4 0 40 0,0 1-52 16,-8-1 36-16,0 1 0 0,-4 2 36 0,-4 1-48 31,-4 6 136-31,-4 0 12 0,-4 3 60 0,-4 4 136 0,-4 1 60 0,-4 3-108 16,0 4 92-16,-8 1 28 15,0 3-96-15,-4 3-104 0,-3 6-8 0,-1 11 8 16,-4 2 88-16,0 13 64 0,0 3-64 15,-4 6 4-15,0 11-100 16,0 1-40-16,-3 8-20 0,3-1 48 16,4-2-36-16,4-7 48 0,4-3 0 0,8-11 0 15,4-4-40-15,8-8 40 16,4 1 104-16,0-7 4 0,8 0-108 0,3 1-100 0,10-2 40 16,7 2 60-16,4-4 108 0,3 0 16 15,10 3-16-15,-2-3-24 0,5 0 4 16,0 4 8-16,0-1 24 0,-1 0-108 15,-3 1 40-15,0-1-40 0,-5 0 44 0,2 0-56 0,-13-3-48 16,4 3 36-16,-13-3 8 16,1 3 4-16,-3 0 4 0,-10-3-4 15,1 4 12-15,-4-2 36 0,-4-2-48 0,0 4 4 16,-8-4 69-16,-8 3 23 16,1-2 40-16,-10-4-64 15,1-4 12-15,-4 1-76 16,0-7-4-16,1-2-4 0,-5-2-120 0,1-2-172 15,-6 0 23-15,5-9-131 0,0-3-232 0,0-1-276 16,4-6-380-16,9-1-676 0,-1-2-368 0,12 3-752 16,4 3-2229-16</inkml:trace>
  <inkml:trace contextRef="#ctx0" brushRef="#br0" timeOffset="2249.58">3375 1844 3860 0,'0'0'952'15,"0"0"2236"-15,0 0-1376 16,0 0-868-16,0 0-431 0,0 0-49 0,0 0-144 0,0 0 4 0,0 0-32 16,0 0 80-16,0 0 328 0,-9-6 12 15,13 6 80-15,1-3-12 0,-5 3 36 0,3 0-56 16,1 0 8-16,0 0-32 0,0 0-132 15,0 0-8-15,4 0-156 16,-4 0-112-16,4 0-108 0,0 0-36 0,-4 0-16 16,3 0-92-16,-2 0-76 0,3 0 4 15,0 0-4-15,-1 0 12 0,2 0 24 32,3 0-36-32,-8 0-124 0,3 0 120 0,-2 0 0 15,-1 0 4-15,-4 0 8 0,4 3 4 16,-4-3 112-16,0 0 9 0,0 3-49 0,0-3 16 15,0 0-28-15,0 0-60 0,0 0 60 16,0 0-68-16,0 0-4 0,0 0 0 16,0 0-48-16,0 0 0 0,0 0-24 15,0 3 8-15,4-3 64 0,-4 4 0 0,4-1 0 16,-1 0 0-16,-3 0 4 0,4 0 8 16,0 0-12-16,-4 4 0 0,0-1-4 0,5 1-8 15,-5 2-48-15,0 1 56 0,0 2 0 16,0 1-8-16,-5-1-72 0,1 5-1 15,0-4-3-15,-3-1 16 0,-5 3-48 16,0-2 12-16,-4-1-28 0,0 5-48 0,0-4 28 31,-4-1 84-31,4 1 64 0,-4-4 4 0,4-2-60 16,4-1 60-16,1 1 4 0,2-4 0 16,5 0 12-16,0-3 40 15,4 0-4-15,0 0-48 0,0 0-72 0,0 0 12 0,0 0-60 16,0 0-28-16,8 3 100 15,-4-3 48-15,5 3 148 0,2 1-28 0,6-1 124 16,-2 3-124-16,5 1-32 0,0 0-28 0,0-2 48 16,0 2-8-1,-1 2-40-15,2 0 0 0,-6 1 0 0,2 0-48 0,-1-1 112 16,-4 1 21-16,-5-2 39 16,-3 3-16-16,0 2-72 0,1-4-36 0,-1 4 4 15,-4 2 32-15,0-2-24 0,-4 0-24 16,-5 0-48-16,1-1 4 0,-3 1-4 0,-6-3-84 15,6-3 76-15,-6 1-52 0,-2-5-52 16,3 0-68-16,-8 1-124 0,4-4-25 0,-4 0 1 16,0-7-108-16,0-2-236 0,5-4-284 0,-2-6-436 15,1-3-696-15,9-7-864 0,3 7-1565 16,-1-19-1755-16</inkml:trace>
  <inkml:trace contextRef="#ctx0" brushRef="#br0" timeOffset="2735.25">3904 835 4060 0,'0'0'2448'0,"0"0"2597"0,0 0-3277 16,4 70-44-16,0-45-176 0,0 0-256 15,0 3-304-15,4 8-276 0,-4 6-160 16,4 5-140-16,0 7-68 0,-4 3 32 16,4 10 36-16,0-1-143 15,4 8-121-15,-5-2-4 0,2 1-60 0,3 4-72 0,-5-8 36 16,2 2-40-16,-1-5-8 16,-1-3-48-16,-3-3-12 0,5-2 48 15,-1 2-36-15,-4 1-48 0,-1-8-112 16,1 1-229-16,0-9 9 0,0-4-20 0,1-2-52 0,-5-11-28 15,4-3-60-15,-4-6-164 0,4-3-16 16,-4-6-192-16,3-7-448 0,1-3-660 16,0-3-425-16,5-4-435 0,2-18-2132 31</inkml:trace>
  <inkml:trace contextRef="#ctx0" brushRef="#br0" timeOffset="4088.428">5837 1025 6128 0,'0'0'8581'0,"0"0"-6829"0,0 0-944 0,0 0-16 0,0 0 540 15,0 0-352-15,0 0-324 0,0 0-288 16,43 80-104-16,-43-48-67 0,0 2-53 16,-7 8-20-16,-10-1-40 0,6 3-12 0,-10 2-24 15,-3 0-48-15,1 8-8 16,-5-3-40-16,4 0 40 0,0-1-52 15,4-5 52-15,4-7-40 0,9-3-12 0,3-3 48 16,4-7-88-16,7-2 100 0,13-4 0 16,11 0 256-1,10-7-36-15,6 1-4 0,9-7-24 0,12-2 160 16,0-4-24-16,4 0-136 0,-1-10-108 16,1 1-72-16,-4-4-12 0,-8-3-108 0,0-3 24 0,-9 0-108 15,-7-4-100-15,0 2-132 0,-9-2-228 16,-7 1-213-16,-4 3-147 0,-7-3-288 15,-13 6-380-15,-4-3-808 0,0 5-2561 16,-17-7-2723-16</inkml:trace>
  <inkml:trace contextRef="#ctx0" brushRef="#br0" timeOffset="4335.458">6191 1155 6444 0,'0'0'988'0,"0"0"4821"0,0 0-4757 0,0 0-216 0,-8 89 624 16,8-57 168-16,0 6-376 15,4 3-380-15,0 6-240 0,4 2-120 0,4 5-15 16,0 3 75-16,-4 2-184 0,0 3-172 16,0-6-108-16,0 5-32 0,-4-4-76 0,-1 0-60 15,-3-2-24-15,0-5-108 0,0-2-380 16,0-1-181-16,-3-5-111 0,-5 2-36 0,4 1-404 15,0-1-892-15,4 0-672 0,0-8-1165 16,0 11-2479-16</inkml:trace>
  <inkml:trace contextRef="#ctx0" brushRef="#br0" timeOffset="9844.803">4589 1396 10588 0,'0'0'1737'16,"0"0"35"-16,0 0-1052 0,0 0 136 0,0 0 100 15,0 0-8-15,0 0-392 0,0 0-348 16,0 0 88-16,0 0-12 0,80-8-112 16,-53 14-84-16,6 0-8 15,-6 1-76-15,5-1 40 0,1-3-36 0,-6 2-8 16,-3 0-12-16,0-3-60 0,-7 2-52 15,-2-4-36-15,-3 3-504 0,-4-3-412 0,0 3-504 16,-4-3-952-16,-4 6-3009 0</inkml:trace>
  <inkml:trace contextRef="#ctx0" brushRef="#br0" timeOffset="10048.912">4490 1651 7384 0,'0'0'3264'16,"0"0"-1527"-16,0 0-933 0,0 0 88 0,0 0-84 16,0 0-100-16,0 0 60 0,0 0-60 15,79 22-24 1,-51-19-52-16,0-3-212 0,8 0-152 0,-4 0-132 16,4 0-128-16,0 0-8 0,0-3-88 15,-4 3-156-15,-1 0-124 0,-3 0-388 16,-4 3-224-16,4 4-656 0,-12-1-1324 15,8 0-2745-15</inkml:trace>
  <inkml:trace contextRef="#ctx0" brushRef="#br0" timeOffset="17497.016">7474 2257 9712 0,'0'0'4713'0,"0"0"-4029"0,0 0-320 0,0 0-356 0,0 0 468 15,0 0 368-15,0 0-112 0,0 0-360 16,0 0-288-16,0 0-84 15,8-3-12-15,-8 12-36 0,0 4 36 16,0 0-48-16,-4 2 12 0,0 5-64 16,-8 0-288-16,-4 1-272 0,0 2-372 0,-12 5-548 15,9-9-1220-15,-22 13-2969 0</inkml:trace>
  <inkml:trace contextRef="#ctx0" brushRef="#br0" timeOffset="30156.148">9550 924 4940 0,'0'0'9413'15,"0"0"-8061"-15,0 0-1004 0,0 0 48 0,0 0 448 0,0 0 208 16,0 0-372-16,91 22-116 0,-42-16 72 15,11 0 60-15,3-2-232 0,9-4-164 0,-1 0-19 16,5 0-169-16,-1-4-112 0,-2-2-164 16,-6 0-213-16,-7-3-59 15,-5-1-176-15,-10 0-72 16,-6 1-4-16,-11 2-36 0,-11 1-380 16,-6 0-776-16,-11 3-784 0,0-4-1837 0,-11 4-3063 15</inkml:trace>
  <inkml:trace contextRef="#ctx0" brushRef="#br0" timeOffset="30386.656">10135 832 2784 0,'0'0'76'0,"0"0"2972"0,0 0 1360 0,0 0-3067 0,0 0-201 16,0 0-144-16,-39 88 132 31,31-50 168-31,-4 4-212 0,0 6-240 0,0 2-228 16,-4 7-160-16,4-3-172 0,-4 7-116 15,-4-1-92-15,1 4-76 0,-2-1-8 0,1 4-104 16,-3-7-8-16,3 0 20 16,8-6 28-16,-4-6-28 0,8-6-48 0,8-4-244 0,0-10-176 15,4-6-188-15,11-6 8 0,9-6-332 0,4-4-640 16,4-6-632-16,8-6-2045 0,-12-1-839 16,20-12 4360-16</inkml:trace>
  <inkml:trace contextRef="#ctx0" brushRef="#br0" timeOffset="30787.88">10734 1654 1240 0,'0'0'9012'0,"0"0"-5983"0,0 0-1897 0,0 0-652 16,0 0 476-16,-88-52 348 15,71 50-360-15,2 2-416 0,-5 0-268 0,-4 7-16 16,0 7-84-16,0 9-60 0,-4 3 0 15,4 6 68-15,-4-1-8 0,8 1-92 16,5-6-68-16,3-8-84 16,7-6 24-16,5-1 52 0,5-8-164 0,3-3-196 15,11 0-52-15,5-7 16 0,4-5 20 16,8-4 0-16,0-7 60 16,4 2-36-16,-4-8 24 0,-4 7 60 15,-4-4 84-15,0 7 4 0,-9 0 52 0,1 4 136 16,-12 2 84-16,1 7 116 0,-6 6 240 15,-3 0 48-15,0 0 220 0,0 6-176 0,0 7-236 0,-3 2 36 32,-6 7-48-32,5 4 20 0,-4-1-8 15,1 5 44-15,-2-5-68 0,5-10-272 0,4-3-144 0,0-1-52 16,9-9-196-16,2-2-124 0,5 0-36 0,4-9-128 16,4-7-464-1,8-6-1056-15,-4-7-2493 0,-4 4-2163 16</inkml:trace>
  <inkml:trace contextRef="#ctx0" brushRef="#br0" timeOffset="31263.942">11383 771 4820 0,'0'0'796'0,"0"0"5117"0,0 0-4337 0,-9 73-28 0,2-34 340 31,-1 8-196-31,0 4-376 15,-4 9-376-15,4 4-220 0,-8 2-208 0,0 4-223 0,-8 3-189 16,0 1-100-16,-8-5-12 0,0 1-136 0,4-9-9 16,0-8-63-16,9-9 124 0,-1-5 92 15,12-7-44-15,4-11 48 0,4-7-52 16,0-5-68-16,4-9-148 16,8 0 0-16,4-4 60 0,8-4 112 0,-1-9 0 15,9-5 32-15,5-7-56 0,2 1-140 0,-3-7-116 0,4 4-56 16,0-1 100-16,-8 7 72 0,0 8 40 31,-13 9 220-31,-6 3 60 0,-2 5 212 0,-7 7 0 0,0-1-28 0,-4 4 16 16,4 2 20-16,-4 2-96 15,0 0-60-15,0 0-4 0,-4 2 4 16,-4 0-40-16,4-4-84 0,-7 1 4 16,-2 3 8-16,-2-3 40 15,-6 2-52-15,-3 1-84 0,-4-3-48 16,0 3-28-16,1-4-220 0,-4 2-136 15,6-6 88-15,5-2 144 0,0 1 120 0,12-3 16 16,4-1-24-16,4-3-40 0,0 0-244 16,17 0-256-16,2 0-332 0,9 0 1044 0,8-3-164 15,8-1-516-15,-1-3-988 0,2 1 376 0,-6 1 375 16,-3-2-3547-16,-8 4-448 0,-4-4 4076 0,-1 7 680 16</inkml:trace>
  <inkml:trace contextRef="#ctx0" brushRef="#br0" timeOffset="31963.79">11701 1724 4348 0,'0'0'9233'0,"0"0"-7813"0,0 0-968 0,0 0 380 0,0 0 140 16,0 0 56-16,0 0-116 16,0 0-408-16,100 13-200 0,-64-23-84 15,0-3-128-15,4-6-92 0,-1 3-76 0,1-3-8 16,-8 3-4-16,-4 4 16 0,-4-4-12 0,-8 7 20 16,-8-2 64-16,-8 3 4 0,0-3 144 31,-4-1-148-31,-8 2-60 0,0 1-100 0,-8 0 88 0,-3 5 72 15,-2 1-8-15,-6 3-68 16,3 9-56-16,-8 7 32 0,0 6 100 16,-4 3 48-16,4 8-36 0,-4 2-8 15,9 0-4-15,-1-1 100 0,8-4 72 16,12 1-76-16,3-10 28 0,5 2-52 16,4 0-64-16,8-7 52 0,9-1-56 15,7-2 72-15,4 0-72 0,4-7-4 16,7 1-44-16,1-7-176 0,4 0-196 0,-4 0-324 15,-1-4-408-15,2-2-516 0,-2-4-964 0,-11 4-2361 0,8-7-2687 16</inkml:trace>
  <inkml:trace contextRef="#ctx0" brushRef="#br0" timeOffset="32679.709">12798 1489 5520 0,'0'0'572'0,"0"0"4825"0,0 0-3949 0,0 0-312 16,0 0-88-16,0 0-44 0,0 0 100 0,0 0-260 15,0 0 4-15,103 48 0 16,-56-41-164-16,5-7-268 0,4 0-212 16,0-7-152-16,0-3-52 0,-5-3-320 0,1 1-152 15,-4-4-240-15,0-3-296 0,-5 0-428 0,-11 6-1200 16,5-13-3749-16</inkml:trace>
  <inkml:trace contextRef="#ctx0" brushRef="#br0" timeOffset="32912.522">13287 1032 888 0,'0'0'520'16,"0"0"8264"-16,0 0-6943 0,-23 70-321 0,14-33 0 15,1 12-44-15,0 4-12 0,-3 4-416 16,2 3-276-16,-2 3-184 0,-6 2-136 16,6-2-252-16,-6-3-200 0,6-6-48 0,3-3-48 15,4-13-196-15,4-2-40 16,0-15-44-16,8-2-80 0,7-9-144 16,9-7-364-16,4-3-288 0,4-6-876 0,4-10-1080 15,-8 4-3937-15,11-18 4681 0</inkml:trace>
  <inkml:trace contextRef="#ctx0" brushRef="#br0" timeOffset="33289.388">13598 1511 4576 0,'0'0'7549'15,"0"0"-5917"-15,0 0-972 0,-20 70-52 16,12-38 524-16,-8 3 240 0,4 0-344 0,4-4-364 16,4-1-260-16,0-9-148 0,4-5-52 15,4-3-204-15,8-7-84 16,4-4-52-16,8-2 88 0,0-2-12 15,8-14-112-15,0 1-12 0,3-8-12 0,1-3 60 16,-8 4 52-16,0-3 84 0,-4 3 0 16,-4-3 4-16,-4-1-4 0,-4 3-4 15,-4 1 4-15,0 6 96 0,-8 7-48 16,0 6 176-16,0 3 68 0,0 0 124 16,-4 12-108-16,-5 1-212 0,-2 9-48 0,-1 4 4 0,0 6 92 15,0-1 248 1,4 1 200-16,0-3-79 0,8-4-113 0,0-3-60 15,5-5-124-15,6-9-36 0,5 3 4 16,0-9 224-16,12-2-44 0,0 0-172 0,4-13-168 16,3-2-24-16,-3-8-132 15,4-2-96-15,0 3-88 0,-4-4-132 0,-4-2-96 0,0 3 24 16,-4-7-61 0,0 1-295-16,-5-1-728 0,-3 3-720 0,-4 0-1564 15,1 13-305-15,-6 1-723 0</inkml:trace>
  <inkml:trace contextRef="#ctx0" brushRef="#br0" timeOffset="33839.107">14311 1584 900 0,'0'0'432'16,"0"0"-120"-16,0 0 236 0,0 0-420 16,0 0-76-16,0 0-36 0,-31 67 1380 0,31-58-708 15,0-2-556-15,0-4-128 0,0 0 228 16,0-3 460-16,3 0 428 0,1 0-160 15,4 0-88-15,-4 0-96 0,0 0-156 0,1-3-76 0,-2 0 61 16,-3 3 67-16,4-4 8 0,-4 4-156 16,0-3-180-16,4 3 12 0,-4 0 64 15,0-3 100-15,4 0-156 0,-4 3-60 0,4-3-28 16,4 0 64-16,-4-1 80 0,0 1 52 16,-4 0 4-16,4 0-80 15,-4 3 12-15,0 0 12 16,0 0 72-16,0 0 24 0,0 0-64 0,0 0-108 15,0 0-100-15,0 3-24 0,-4-3-48 0,4 3-16 16,0 0-44-16,-4 1-100 0,0-1-12 0,0 6 4 16,-4 4-4-16,4 6 48 15,-4 3 84-15,0 3-8 16,0 1-4-16,0-3-60 0,4-2-52 0,4-2 0 16,0-3-8-16,0-3 4 0,0 0 120 15,4-7-120-15,8 1-4 0,4-7-136 0,0 0 16 16,8-3 112-16,4-7 8 0,0-3-108 15,8-3-64-15,-5-4 0 0,-3 6 76 0,0-5 24 16,-4 0 60-16,0-1 0 0,-8 1-60 16,-8 0 72-16,0 0 64 15,-8 0 56-15,0 0-8 0,-8 0-16 0,-4 5-84 0,0 2 108 32,-4 5 28-32,0 5 56 0,-4 2-204 0,0 0-112 15,1 0-108-15,-1 2 4 0,-1 5-16 16,2 3-136-16,-1-1-240 0,0 1-240 15,0 0-272-15,0 2-372 0,-4 4-932 16,5-3-2509-16,-2-4-2799 0,5 4 7080 16</inkml:trace>
  <inkml:trace contextRef="#ctx0" brushRef="#br0" timeOffset="52826.727">16458 807 520 0,'0'0'744'15,"0"0"992"-15,0 0 4244 0,0 0-4352 0,0 0-391 0,0 0-213 16,0 0-92-16,0 0-84 0,0 0-92 16,0 0-288-16,0 0-88 0,0 0 256 15,0 0 72-15,17 79-176 16,-17-45 48-16,0 11-112 0,-4 6 20 15,-9 6 112-15,2 9-292 0,-5 2-176 16,0 1-120-16,-4 4-12 0,4-3 0 16,4-3 48-16,0-4-48 0,8-5 8 15,4-8 0-15,0-12 44 0,12-6 20 16,0-7-12-16,8-8-52 0,4-5 116 16,4-2 8-16,0-7-84 0,4-1-12 0,-1-2-36 0,1-8-180 15,4-6-272-15,-4-2-84 0,0-3-88 16,-8-3-152-16,-8 0-236 0,-8 0-432 0,-8-3-576 15,0-4-764-15,-8 6-2673 0</inkml:trace>
  <inkml:trace contextRef="#ctx0" brushRef="#br0" timeOffset="53053.875">16076 1190 2100 0,'0'0'6168'0,"0"0"-3608"0,0 0-1015 0,0 0-501 0,0 0-92 16,0 0 24-16,0 0-388 0,0 0-96 16,0 0 84-16,84 17 80 0,-52-15-96 0,4 2-168 15,-1-1-84-15,1-3-100 16,0 0-24-16,-4 0-184 0,4 0-96 0,0-7-236 16,0 0-308-16,-1-1-288 0,-3-2-340 15,4-3-632-15,-4 4-1080 0,-8-1-2801 16,8-3 2081-16</inkml:trace>
  <inkml:trace contextRef="#ctx0" brushRef="#br0" timeOffset="53546.438">16837 1194 3668 0,'0'0'300'0,"0"0"5528"0,0 0-4383 0,20 85 55 0,-12-50 256 0,-4 3 136 15,0 4-748-15,0-1-388 16,0-3-252-16,0 0-232 0,-4-3-76 0,8-7-60 16,-4-2 24-16,0-7-52 0,0-6-44 31,0-1-64-31,0-5-48 0,3-4-48 0,-2 0-16 0,3-3-60 16,0 0 16-16,3-6 140 0,6-4-80 15,3-5-4-15,-1-4-72 0,5-7-112 16,1-3 40-16,-1-3-28 0,-5-2 48 0,1-1-24 15,0 0 60-15,-8 0 4 0,0 6-128 16,0 4 212-16,-4 6 0 0,0 9 36 16,-5 7-64-16,1 3 128 0,1 3 164 0,-1 10 196 31,0 3-84-31,0 9-28 16,0 4 148-16,-4 3-36 0,3 3 72 0,1 0-16 0,-4-4-24 15,5-1 76-15,3-5-52 0,-4-6 44 0,3-7-116 16,6 1-16-16,-1-7-60 15,-1-4 37-15,2 3 31 0,2-5-68 0,5-7-112 16,-4-3-20-16,4-5 56 0,4-8-100 16,-5 1-92-16,6-7-132 15,-5 1-24-15,0-3-100 0,-4-2-156 0,0-1-109 0,-4-2-51 16,-1 2-76-16,-2-1-156 16,-1 3-476-16,-1 3-732 0,6 8-932 0,-9 4-1497 15,3 4-1131-15</inkml:trace>
  <inkml:trace contextRef="#ctx0" brushRef="#br0" timeOffset="53837.366">17618 1409 2152 0,'0'0'952'16,"0"0"5496"-16,0 0-4319 0,12 77-285 16,-8-58-124-16,4 0-496 0,0-4-464 15,3-2-300-15,-2 0-128 0,7-7-72 0,0 0 12 16,-1-6-112-16,6 0 60 0,3-3-84 0,-5-6-136 15,5-4-4-15,-3-2-56 16,3-2 52-16,-5-5 8 0,-3 3 72 0,0-3-64 16,-9 3-8-16,2-6-72 0,-9 2 64 15,0-2 0-15,0-1-92 16,-9 4-36-16,2 7 12 0,-5 2 52 0,4 10-28 16,-4 3 88-16,-4 0-144 0,0 6 152 0,-3 7-64 15,-5-1-144-15,-4 8 28 0,4-2 8 0,-4 1 4 16,0 1-300-16,0 2-520 0,0 0-824 15,1 3-892-15,6-9-1993 0,-3 7-971 16</inkml:trace>
  <inkml:trace contextRef="#ctx0" brushRef="#br0" timeOffset="54879.172">19272 752 3404 0,'0'0'1708'0,"0"0"6437"0,0 0-6229 0,0 0-632 0,0 0-252 16,0 0 292-16,0 0-296 16,0 0-160-16,0 0-392 0,-104-22-320 0,60 41-68 15,-4 9-16-15,-7 8 48 0,-1 8 64 16,-4 7 97-16,8 3 19 15,9 0-300-15,11-9 48 0,12-4 16 0,12-10-16 16,8-2-48-16,8-3-148 0,12-5 140 16,3 5-64-16,10-4 12 0,3-3-12 0,3 0-60 15,9 0-4-15,-4-3-97 0,-1 3 233 16,-2-3-60-16,-9 0 12 0,-5-1-36 0,-7 5 76 16,-8-4 8-16,-4 3 0 0,-4 0 96 15,-4 3-36-15,0 0-20 0,-8 1-32 16,0-2-16-16,0 2 4 0,-4-8-44 0,0-2 40 15,4-3-4-15,0-3-268 0,1-7-84 16,-2 2-124-16,1-2 12 0,0-2-52 16,1-8-184-16,3 1-484 0,-5-7-580 31,5-4-348-31,4 4-657 0,0-19-1663 0</inkml:trace>
  <inkml:trace contextRef="#ctx0" brushRef="#br0" timeOffset="55347.424">19487 1241 1852 0,'0'0'7620'0,"0"0"-5027"0,0 0-437 0,4 92-520 0,-4-60 140 0,0-1-208 15,-8 1-344-15,-1-3-408 0,2-7-380 16,3-3-227-16,4-6-209 16,0-4 0-16,0-2-245 0,0-7-107 0,4 3-12 15,3-3-16-15,6 0 4 0,-1-3-140 16,4-7 40-16,-1-2-16 0,2-1 60 0,-2-6 24 15,-2 0-28 1,-2 0 52-16,1-3 60 0,-3-1 48 16,-5 2 116-16,3-2 160 15,-7 4 0-15,8 3 0 0,-4 7-28 0,-4 2 16 0,5 4 12 16,-1 3 88-16,3 0 0 16,1 6 336-16,4 10-24 0,0 0 184 15,0 6 80-15,4 0-48 0,-1 6-100 0,2 8-12 16,-6-1-212-16,6 3-48 15,-9 0-60-15,3 7-100 0,-6-4-36 0,3 7-48 0,-8-4-56 0,0 6-68 16,0-1-108-16,0 1 40 16,0-2-4-16,-4-3 96 0,-5-5 28 0,1 2 0 15,-3-4 72-15,-6 0 132 0,2-2-8 16,-5-3-4-16,-1-3 28 0,10-8 120 16,-5-7 124-16,4-5-392 0,4-7-136 15,1-3-36 1,-2 0 64-16,1-3-52 0,0-10-156 0,1-2 84 15,-6-9-172-15,2-1 332 0,-2-13-408 16,1-3-24-16,1-6-92 0,-6-4-36 16,6-5-520-16,-2-5-1220 0,9 16-817 15,1-24-1991-15</inkml:trace>
  <inkml:trace contextRef="#ctx0" brushRef="#br0" timeOffset="55614.868">20152 876 8868 0,'0'0'2453'31,"0"0"-581"-31,12 70-208 0,-4-39 148 0,0 11-188 16,-4 5-220-16,4 1-512 0,-4 0-224 15,0 3-132-15,0-3-51 16,-4-1-205-16,-4 0-172 0,-4-6-108 0,-4 1-84 15,-4-4-64-15,0-3-116 0,1-7-185 16,-2-2-171-16,6-7-212 16,7-9-60-16,0-4-156 0,4-6-688 0,4-4-1168 0,3-1-1805 15,9-17-1411-15</inkml:trace>
  <inkml:trace contextRef="#ctx0" brushRef="#br0" timeOffset="55885.759">20279 1396 1280 0,'0'0'9793'0,"0"0"-7561"0,0 0-620 0,0 77 8 15,0-48 168-15,0-4-396 0,0 0-524 0,5-6-444 16,-1-2-228-16,7-9-184 16,2-2-12-16,6-6 0 0,2 0-36 15,3-2-292-15,4-10-196 16,-5-5-164-16,5-2-172 0,-4-3 108 0,-4 0 172 16,-4 3 120-16,0 0 96 0,-8 0 116 15,-4 0 248-15,-4 3 176 16,0-4 20-16,-4 1 116 0,-8 0 48 15,0 7-96-15,0-4 92 0,-1 10 16 0,2 2 72 0,-1 4-88 16,0 4-72-16,-4 5-4 0,4 4-36 0,-4 3-116 16,4-1-128-16,4-2-220 15,0 4-172-15,5-8-308 0,-1 1-352 0,4-1-416 16,7-6-1428-16,1-3-377 0,20 0-2151 16</inkml:trace>
  <inkml:trace contextRef="#ctx0" brushRef="#br0" timeOffset="56218.505">20746 1317 4624 0,'0'0'468'0,"0"0"3492"0,0 0-1083 0,0 0-681 0,8 71-240 16,-12-50-124-1,0 5-180-15,-1-4-480 0,5 0-452 16,0-6-344-16,5 0-295 0,3-7-81 16,3-2-8-16,6-4-101 0,2-3-39 15,5-3-116-15,4-10-188 0,0 1-132 0,0-4-40 16,0-3-4-16,-4 3 176 0,-4 3-116 15,-4 1-128-15,-4 5-64 0,-5 1 344 16,-2 6 416-16,-5 0 68 0,0 8 456 16,0 6 96-16,0 2-108 0,0 0-96 0,4 6 116 15,-4-3 68 1,4 0-96-16,0-2-112 0,0-9-136 0,3 2 0 16,2-3 36-16,-1-7-48 0,-1 0-76 15,10 0-8-15,-6-11 9 0,10-1-21 0,-2-1-64 16,1-6-84-16,4-3 0 0,-4 3-196 15,4-3-157-15,-4-1-119 0,4 2-140 0,-8-5-292 0,0 0-820 16,-4-2-1204-16,-9 9-1817 0,1-16-1679 16</inkml:trace>
  <inkml:trace contextRef="#ctx0" brushRef="#br0" timeOffset="56548.168">21671 1520 8172 0,'0'0'8617'15,"0"0"-6933"-15,0 0-796 16,0 0 4-16,0 0-136 0,103-6-208 0,-60 0-243 16,9 3-305-16,4-4-49 0,0 1-231 15,0 3-376-15,-1 3-308 0,-7-3-572 16,-12 3-2348-16,4-3-3461 0</inkml:trace>
  <inkml:trace contextRef="#ctx0" brushRef="#br0" timeOffset="58051.915">21785 1019 7960 0,'0'0'4445'0,"0"0"-3205"0,0 0-152 0,0 0 800 16,80 0-236-16,-48 2-484 0,4 2-324 15,-4 3-172-15,3-1-112 0,2 0-159 32,-5 4-97-32,-5-1-72 0,1 1-88 15,-4 3-60-15,-4-1 0 0,0 4-36 0,-4-3 0 16,-4 4-48-16,4-6-72 0,-8 5-12 0,-4-3 24 16,4-1-12-16,-8 1-12 0,0-1-4 15,0 5 4-15,-5-4 12 16,-2 3-48-16,-5 3 48 0,-8 0-28 0,-4 0-8 0,1 3 11 15,-9 1 97-15,4-2-12 16,-4 2-52-16,0-4-32 0,-1 3 56 16,2-3 40-16,-1 0 12 0,9-6 36 0,-2-1-40 15,5-2 0-15,5 0 40 0,2-8 16 0,2 3-56 16,3-5 40-16,4 2-36 0,-1-2 36 16,5 0-48-16,0 0-48 0,0-7-52 0,0 5 88 31,0-2-60-31,0-2 20 0,0 3 52 0,0-1 0 0,0-2 0 15,0 0-20-15,0 3 20 16,0 0 0-16,0-1 8 16,0 1 4-16,0 3 48 0,0 0-60 0,0-3 0 15,5 3-60-15,3 0 60 0,3 0 8 16,2 0 88-16,2 0 40 0,2 0-27 16,2 0 39-16,1 6-52 0,1 1 12 0,-2-1-24 15,1 3 0-15,4 1 4 16,-5-1-28-16,9 4 0 0,-3 4 12 0,6-2-12 0,5 1 100 15,-4 0-112-15,9 3-40 0,-6-3 0 16,1 0 4-16,-4 0 0 0,-4-1 36 16,-9-2-44-16,-3-4 44 0,-4 4-36 15,-3-2-12-15,-5 1-56 0,-4-3 48 16,0 0 0-16,0 1-4 0,-4 2-48 16,-1 1 52-16,-7-3 0 0,1 3 8 0,-2-1 48 0,-6 1-40 15,-1 0-4-15,-5 0 8 0,-3-1 48 16,-7 1 24-16,-1 0 0 0,-7-4-76 15,-2 0-4-15,-2 1 8 0,-1-1 0 16,0 2 36-16,4-6-40 0,5-2 28 16,3 1-36-16,4-4-72 0,8 0-12 0,0 0 12 31,12-4-48-31,0-2-112 0,4 0-264 0,4-1 36 16,0-2 11-16,4-1-99 0,0-2-136 15,8-4-568-15,3 0-144 0,6-3-516 16,-6 6-1108-16,17-9-3709 0</inkml:trace>
  <inkml:trace contextRef="#ctx0" brushRef="#br0" timeOffset="58365.288">22726 1676 12613 0,'0'0'2552'16,"0"0"-1844"-16,0 0-472 0,0 0 880 0,0 0-16 15,0 0-312-15,0 0-308 0,0 0-200 16,88 32-156-16,-60-29-124 0,0 0-56 15,-1-3-188-15,1 0-272 0,-4 0-372 0,4-3-440 16,-4 0-920-16,-5-3-2413 0,5-4-3791 16</inkml:trace>
  <inkml:trace contextRef="#ctx0" brushRef="#br0" timeOffset="58737.782">23547 1365 14101 0,'0'0'2260'0,"0"0"-1948"0,0 0-112 0,-84 6 432 0,49 7 112 16,-1-1-188-16,-5 8-300 15,2-1-36-15,3 3 40 0,4 4-4 16,8-1-108-16,4-3-28 0,8 0-32 15,1-3-88-15,11 1-88 0,0-4-132 16,0-2-24-16,7 3 36 0,5-1 60 0,1 3 88 16,6-3-4-16,1 0 16 0,4-1-12 15,-1-2 56-15,-2 3 4 0,-1-3-4 0,-1 2 4 0,-6-1 0 16,-2 2 132-16,-3-4-44 16,-3 1-4-16,-1-1 64 0,-4 1-12 15,0-3-64-15,0 3 4 0,-4-8 20 0,-1 5 16 16,-3-7-16-16,1 1-96 0,3-4-116 15,-5 0-216 1,1 0-108-16,-3-4-176 0,3-2-28 16,3-3-188-16,1-4-508 0,4-3-684 15,0 3-2141-15,4-12-1555 0</inkml:trace>
  <inkml:trace contextRef="#ctx0" brushRef="#br0" timeOffset="59068.544">23678 1594 9248 0,'0'0'2733'16,"0"0"-665"-16,0 0-336 0,0 0-96 0,8 85-224 16,-8-62-224-16,0-1-356 0,0-2-312 15,0-2-264-15,0-6-196 0,0 2-60 16,0-8-4-16,0 0-56 0,8-4-36 0,1-2-244 16,2 0-344-16,9-2 88 0,0-7-192 0,4-8-208 31,0 5-44-31,0-6-128 0,-1-6 336 0,1 6 264 15,-7-5 356-15,2-2 212 0,-6-1 112 16,-2 5 116-16,-3-2 228 16,-3 8 60-16,-1 4-116 0,-4 5 180 0,0 6 44 0,0 0-192 15,0 10-172-15,-4 5 160 16,-1 4-72-16,-3 6 168 0,4 5 232 0,0-2 8 0,-3-2-280 16,2-4-340-16,5-3-136 0,0-3-72 15,0-9-48-15,5-2-248 16,2-2-412-16,9-3-116 0,0-8-448 15,0 1-1400-15,12-18-4069 0</inkml:trace>
  <inkml:trace contextRef="#ctx0" brushRef="#br0" timeOffset="59422.371">24272 1177 6216 0,'0'0'4404'0,"0"0"-2295"0,0 0-49 0,0 0-24 0,0 74-608 0,0-46-332 0,0 4-376 31,-4 3-180-31,4 0-152 0,-4 3-204 0,-4 0-128 16,0-3-56-16,0 3-120 0,4-6-52 15,0-6 0-15,4-5 100 0,0-2-76 0,8-3-20 16,0-3 20-16,0 3 40 0,4-4 44 16,3 1-20-16,2-3 24 0,3 2-16 15,3 1 16-15,-3 0 48 0,1-3-36 16,-6 3-36-16,5-5 80 0,-8 3-4 0,1 1-64 15,-6-3 72-15,1 1 0 0,-8-1 136 16,0 1 72-16,0-4 48 0,-4 4-36 16,-7-4-24-16,-2 1-52 0,-6-1-88 0,-2-3-56 15,-7 1-96-15,4-4 12 16,-4 0 32-16,5 0-128 0,-1-4-224 0,4-2-368 16,1-4-152-16,2 1-292 0,2-7-740 0,6 7-2004 15,-3-15-3477-15</inkml:trace>
  <inkml:trace contextRef="#ctx0" brushRef="#br0" timeOffset="59954.74">24870 1714 10376 0,'0'0'3029'15,"0"0"-1545"-15,0 0-388 0,-76 42 528 0,56-29-240 16,4-1-540-16,5-2-416 15,2-1-208-15,9-7-220 16,0 3-60-16,0-3-136 0,4-2 24 16,4 4 100-16,4-4-40 0,4 0-32 0,0-4-40 15,4-3-136-15,-1 1-172 0,2-2-12 16,-1-3-92-16,-1 3-124 0,1 1-32 16,-8 1 84-16,1 6 128 0,-6 0 212 15,-3 0 100-15,4 6 228 0,-3 1 428 16,-1 5 228-16,-1 7 24 0,1 0-176 0,0 3-80 0,0 4 48 15,0 2-128-15,5 4-60 0,-6-3 28 16,1 6-4-16,0 0 36 0,0-1 60 16,0 1-208-16,-4 0-140 15,0-2-52-15,0-2 4 0,-4-4 68 0,-4 3-4 0,-8-2 36 16,0 1 88-16,-4-7 124 16,-4 0 80-1,1-5-132-15,-1-2-160 0,3-3-64 0,1-8-44 16,5-1-124-16,-2-3-144 15,6-9-208-15,7-8-364 0,0-4-648 16,4-8-216-16,4-3-464 0,4 4-2377 16,12-23-1367-16</inkml:trace>
  <inkml:trace contextRef="#ctx0" brushRef="#br0" timeOffset="60217.264">25256 1762 8280 0,'0'0'2588'16,"0"0"-1059"-16,24 66 179 0,-20-31 120 15,0 7-324-15,-4 5-268 0,0 3-180 0,0 5-80 16,-4 2-368-16,-4 0-256 0,0 4-204 16,-4-1-140-16,4 6 41 15,-8 2-49-15,4-2 0 0,-4 7 48 0,0-3 60 16,4-1-16-16,0-4-92 0,5-8-124 16,-1-10-241-16,8-16 173 0,-5-8 92 15,5-10-324-15,5-9-148 0,3-4 44 0,3-11 52 16,2-5 68-16,6-9 76 15,5-7-64-15,0-7-520 16,4-5-976-16,-5-6-480 0,-6 9-737 0,3-29-2347 0</inkml:trace>
  <inkml:trace contextRef="#ctx0" brushRef="#br0" timeOffset="60455.581">25324 1892 600 0,'0'0'6008'15,"0"0"-3928"-15,0 0 12 0,0 0 181 0,0 0-761 16,31-76-652-16,-10 62-448 0,3 3-172 15,4 1-88-15,4-2-56 0,3 5-96 16,-3 3 0-16,0 4 40 0,-8 0 96 0,-1 7 40 16,-6 5-52-16,-6 5-48 0,-7 5-4 15,-4 0 40-15,0 3 76 0,-8 1 12 16,-3 2-64-16,-10 1-36 0,-3-1-52 16,-7-2-48-1,4 0-88-15,-10-4 40 0,5 0-40 0,-4-3-96 0,1-3-140 16,-1-4-52-16,8-2-276 0,0 0-496 15,8-8-1036-15,4 3-2941 0,-4-5-2259 16</inkml:trace>
  <inkml:trace contextRef="#ctx0" brushRef="#br0" timeOffset="61010.18">27153 1257 1448 0,'0'0'10453'16,"0"0"-8053"-1,0 0-876-15,15 80-220 0,-11-43 96 0,-4 8-64 16,0 9-408-16,0 6-328 0,-4 9-139 0,-7 12-37 15,-2 5 96-15,-2 2 220 16,-2 4-416-16,-2-6-176 0,7-4-148 0,-4-5 0 0,8-11-88 16,4-5-140-16,4-13-124 15,0-7 52-15,8-13-100 0,0-9-132 0,7-6-161 16,-2-7-187-16,2-6-736 0,6-6-988 16,-10-4-1748-16,13-15-1965 0</inkml:trace>
  <inkml:trace contextRef="#ctx0" brushRef="#br0" timeOffset="61341.485">27495 1124 4712 0,'0'0'4308'0,"0"0"-2900"0,0 0-235 0,108 28 455 15,-73-11-220-15,6 4-500 0,-2 5-408 16,1 2 8-16,-4 4-48 0,-4 3-136 0,-8 3-152 16,-4-3-12-16,-5 2 16 0,-10-1-88 15,-5-1 20-15,-5 0-56 0,-10 0 32 16,-9-1 40-16,-8 5-12 0,-8-4-12 16,-8-3-100-16,-3-1-8 0,-1-2-80 0,-4 0-84 15,9-11-40-15,-2 1-160 0,10-6-124 16,7-6-100-16,4-1-48 0,8-3-160 15,4-3-412-15,4 0-840 0,4 0-2317 0,0-3-2395 0</inkml:trace>
  <inkml:trace contextRef="#ctx0" brushRef="#br0" timeOffset="62219.908">27308 1207 3788 0,'0'0'1824'0,"0"0"-692"0,0 0 48 0,0 0 376 0,0 0-136 16,0 0-327-16,0 0-245 0,0 0-124 15,0 0 52-15,0 0-28 0,8 0-132 16,-8 0-140-16,0 0-96 0,0 0-96 15,0 0 52-15,0 0-100 0,0 0-136 0,0 0-88 16,0 0 152-16,0 0-68 0,0 0-80 16,0 0 44-1,0 0 4-15,0 0 44 0,0 0 28 16,0 0-12-16,4 0-12 0,0 0 36 0,0 0 24 0,4 0-72 16,4 0-52-16,-1 0 136 0,6 0-96 15,-2 0-76-15,2 0-12 0,-2 0-4 0,1 0-108 16,0 2 0-16,-4-2-60 0,0 7-148 15,1-4-408-15,-2-1-232 16,-7 5-256-16,4-3-492 0,-3-1-696 16,-2 3-2449-16</inkml:trace>
  <inkml:trace contextRef="#ctx0" brushRef="#br0" timeOffset="62916.225">27224 1889 5520 0,'0'0'2744'16,"0"0"-1024"-16,0 0-379 0,0 0 223 15,0 0-24-15,0 0-328 0,0 0-648 16,0 0-272-16,0 0 68 0,0 0 128 16,0 0 268-16,17 0-164 0,-13 0-88 0,3 0-40 15,5 0 4-15,-3 0 8 0,6 0-52 16,-3 0-108-16,4 0-132 15,-1 0-124-15,2 0-16 0,3 0-44 0,-4 0-8 16,4 0-40-16,-5 0 40 0,5 0 0 16,-4 0 0-16,4 0-52 15,4 0 12-15,-8 0-28 0,4-4-56 0,-4 2-184 16,0-1-208-16,0-1-88 16,0-2-160-16,-4-4-476 15,0 1-1104-15,-1-4-3073 0</inkml:trace>
  <inkml:trace contextRef="#ctx0" brushRef="#br0" timeOffset="63616.807">27300 1171 2796 0,'0'0'4876'16,"0"0"-3084"-16,0 0-720 15,0 0 101-15,0 0 43 0,0 0-348 16,0 0-272-16,0 0-156 0,0 0-36 0,0 0 12 16,44-19-16-16,-36 16-32 15,-4 3-4-15,8 0-80 0,-4-3 28 16,3 1-64-16,-2 2-12 0,3-5-52 0,-1 5-24 16,2 0-60-16,-2-2-88 0,6 2 0 15,-6 0 0-15,6 0 4 0,-6-4-4 0,1 4-8 16,4 0-4-16,-4 0-4 0,0 0-8 15,0 4-40-15,0-2 48 0,0 3-44 16,0 0 44-16,0-2 0 0,-4 3-48 16,4 1-20-16,-5-1-16 0,2 4-24 0,-1-3 40 15,-1 1 8-15,1 5-20 0,-3-3 20 16,3 3-8-16,-1-1-40 0,6 5 112 0,-5-5-76 16,3 4-24-16,6-3 28 0,-6-1-16 15,1 1 80-15,0-3 0 0,0-1-80 16,-4 0 36-16,0 1-48 0,0-4-36 0,-4 0 64 15,-4 1-316-15,4-1 8 0,-4 0 28 16,0 0-204-16,-8 1-200 16,-4 0-72-16,0-2 100 15,-4 6-156-15,-4-2-753 0,-4 1-683 16,9 0-476-16,-17 2-1584 0</inkml:trace>
  <inkml:trace contextRef="#ctx0" brushRef="#br0" timeOffset="64134.77">28153 2241 3676 0,'0'0'8473'15,"0"0"-7245"-15,0 0-1000 0,0 0 256 0,0 0 740 16,-72 80-116-16,60-62-608 16,4 1-500-16,0-6 0 15,8 0-176-15,0-6-260 0,0-4-520 0,12-3-716 0,-4 0-1173 0,16-10-2695 16</inkml:trace>
  <inkml:trace contextRef="#ctx0" brushRef="#br0" timeOffset="64751.475">29033 1705 4364 0,'0'0'7789'0,"0"0"-5989"0,0 0-1268 0,0 0 100 0,8-73 740 16,-8 54-128-16,0 2-416 0,0-2-188 16,-4 7-64-16,0-1 36 0,1 0-4 15,-2 7-48-15,1 0-23 0,-4 3-89 0,0-1-108 16,1-2-124-16,-6 3-60 0,-2 3-24 16,-2 0-8-16,-7 0 92 15,-8 9-12-15,1 8-124 0,-9 8-80 0,-3 7-4 0,-6 6 4 16,-3 6 0-16,1 4 96 0,3 2 36 0,1 2-48 15,10-2 12 1,5-5-12-16,13-8 0 0,2-4 60 0,10-3-44 16,7-3-92-16,0-5-8 15,7 0-132-15,10-6-60 16,2 0 24-16,9-3 24 0,8-1 12 0,4-5 20 16,4-5 4-16,0-2-72 0,3 0-48 15,2-6-16-15,2-7-20 16,-7-2-4-16,3-1 12 0,2-10-56 0,-6 1 92 0,1-6 23 15,0-4 29-15,0-7-28 0,0-5-84 16,-1-7-12-16,1-3-12 0,4-4 60 16,-8-2 36-16,4-2 48 0,-12 9 40 15,-1 2 76-15,-10 10 44 0,-10 9 184 0,-7 10 220 0,-4 8-36 16,0 4 68-16,-12 4-80 16,1 6-128-16,-5-4-120 0,-9 7-108 0,1 0-4 15,-11 10 4-15,-1 6 8 0,-4 3 113 16,-4 6-73-16,1 4 60 0,-6 3 16 15,-2 3-112-15,-1-1-12 0,0 1-84 16,1-2-28-16,-1-2-105 0,8-2-15 0,0-1-72 0,8-6-160 31,4-2-464-31,8-5-732 16,9-5-560-16,6-1-856 0,5-6-2013 0,4 0-1095 16</inkml:trace>
  <inkml:trace contextRef="#ctx0" brushRef="#br0" timeOffset="64962.284">28826 1769 6808 0,'0'0'2480'16,"0"0"-751"-16,0 0 119 0,24 69 20 0,-12-40-484 15,0 2-156-15,8 1-116 0,0 1-236 16,4 0-108-16,-1 3-132 0,5-5-268 0,0 1-128 16,4-3-44-16,4-1-52 15,-5-3-20-15,10 1-120 0,-5-3-4 0,3-4-184 0,-3-4-348 0,1 1-248 16,-6-6 32-16,-4-1 48 0,1-2-164 15,-3-1-428-15,-5-3-1304 0,4 3-3213 16</inkml:trace>
  <inkml:trace contextRef="#ctx0" brushRef="#br0" timeOffset="66484.507">2406 4486 1800 0,'0'0'600'0,"0"0"612"0,0 0 4176 0,0-83-4016 16,0 58-59-16,0 3-173 16,-8 0-104-16,4 2-124 0,-4 4 284 0,0 4-132 0,0-1-156 15,0 4-192-15,-4-1-104 16,0 4-144-16,-4 0-128 0,4 2-44 15,1 4-28-15,2-3-36 0,1 3 24 0,1 0-124 16,-1 0-132-16,-5 10-96 0,-2 2 36 16,-1 8 8-16,-4 5 40 0,0 13 12 15,0 4 76-15,0 5-28 0,-4 8-40 0,4 1 48 16,1 5-52-16,2-2 4 16,1-2 76-16,8-2 40 0,8-4 68 15,0-7-16-15,0-6-176 0,13-7-72 0,6-6-172 0,1-8 0 16,12-4 60-16,4-7-32 15,8-6 104-15,4-6 16 0,4-10 36 0,4-6-172 0,-5-7-236 16,1-3-464-16,-5-6-548 16,1 0-840-16,-16 10-1756 0,8-18-2221 0</inkml:trace>
  <inkml:trace contextRef="#ctx0" brushRef="#br0" timeOffset="66821.315">2780 3917 4468 0,'0'0'692'16,"0"0"140"-16,0 0 2468 0,0 0-771 15,0 0-905-15,0 0-584 0,0 0-120 0,0 0-12 16,0 99 40-16,0-58-80 0,0 7-80 16,0 6 60-16,0 3-16 0,0 4-432 0,0 2-60 15,0 4-120-15,0 3-76 16,0 0-56-16,0-1-80 0,0 4-8 0,-4-3-4 16,4-3-120-16,0-7-32 0,0-6-64 15,4-9-304-15,9-7-36 0,2-13 168 16,6-6-108-16,-2-9-276 0,9-8-312 15,0-2-440-15,0-12-540 0,-4-1-945 0,12-12-2635 0</inkml:trace>
  <inkml:trace contextRef="#ctx0" brushRef="#br0" timeOffset="67224.496">3251 4689 1228 0,'0'0'792'15,"0"0"840"-15,0 0 4160 0,0 0-3919 0,0 0-153 0,0 0-248 0,-37-66-224 0,26 62-204 31,-1 1-88-31,4 0-264 0,-4 3-88 16,4 3-40-16,-4 7-88 0,0 6-24 0,1 6 136 16,-6 10-140-16,6 3 1 0,-6 0 15 15,6-4 80-15,2-2-168 0,5-10-208 0,0-3-36 16,4-10-132-16,0-3-48 0,0 0-84 16,8-3-136-16,5 0-68 15,2-6 20-15,9-4 12 0,0-5-36 0,4-1 87 0,0-7 9 16,0 4 12-16,-5-4 24 0,-2 9-24 15,-1-2 28-15,-5-1 92 0,-2 8 52 16,-5 2 60-16,-5 5 44 0,1-2-32 16,-4 4 48-16,0 4 160 0,0 5 72 15,0 0 76-15,0 11-92 0,0 2-19 0,0 3 35 16,0 1 36-16,0 2-28 0,-4-2-80 0,4-3-88 16,0-9-132-16,0 2-8 15,0-6-100-15,4-6 0 0,0-1-12 0,5-3-28 16,-1 0-240-16,3 0-205 0,5-10-163 15,4-6-184-15,0 0-616 0,4-3-1236 16,-5 3-2401 0,9-9-1431-16</inkml:trace>
  <inkml:trace contextRef="#ctx0" brushRef="#br0" timeOffset="67371.503">3673 4679 8412 0,'0'0'3193'15,"0"0"-1285"-15,0 0-300 0,0 0 76 16,4 74-48-16,-4-49-344 0,0-2-292 15,-4-1-232-15,4-3-207 0,0-4-313 0,0-5-248 16,0-4-352-16,0 0-85 0,0-1-63 16,0-5-220-16,0 0-208 0,0-5-800 0,0-1-2336 15,-4-6-3133-15</inkml:trace>
  <inkml:trace contextRef="#ctx0" brushRef="#br0" timeOffset="67522.61">3594 4492 6444 0,'0'0'5393'0,"0"0"-3325"0,0 0-712 0,0 0 40 0,0 0-352 16,0 0-228-16,0 0-300 0,0 0-88 15,75-6-328-15,-51 4-100 0,0-3-492 16,4-1-384-16,-5 3-276 16,1 0-716-16,-7 0-2088 0,2 3-2237 0</inkml:trace>
  <inkml:trace contextRef="#ctx0" brushRef="#br0" timeOffset="67927.024">3876 4667 9080 0,'0'0'2669'0,"0"0"-1593"0,0 0-448 0,-3 80 844 0,3-61 524 16,0-1-396-16,0-5-604 15,0 0-384-15,0-7-188 0,3 4-128 0,1-7-68 0,0 0-44 16,0 0-12-16,0-3-100 16,4 3-72-16,-4-3-96 0,4 0-124 0,4 0 36 15,0 0 16-15,4-6-16 0,4 3-96 0,4-6-52 16,8-1-120-16,4 1 48 15,-1-4 220-15,5-3-200 0,0 0-84 0,-4 2 184 16,0 6 148 0,-8 2 72-16,-8 2 64 0,-8 4 68 15,-9 0 304-15,1 0 428 0,-4 7-52 16,0-2-148-16,-4 1-40 0,1 1-60 16,-1 3-124-16,0-8-191 0,0 5-181 0,4-3-4 15,0-4-97-15,0 0-111 16,0 0-72-16,0 0-132 0,8-4-200 0,-4 2 0 15,3-3 184-15,1 5 232 0,1-2 60 0,-2 2 12 16,-3 0-60 0,4 0 24-16,1 7 160 0,-2-1 136 15,-3 3 356-15,4 4-100 0,1-4-96 0,-5 4-152 16,3 3-80-16,9 3-52 0,0 0-8 16,-1 0 36-16,6 1-40 0,-1-5-636 0,-5 1-288 15,6 3-76-15,-10 0-880 16,2-6-2837-16,-5 9-2387 0</inkml:trace>
  <inkml:trace contextRef="#ctx0" brushRef="#br0" timeOffset="68470.95">1649 5394 3952 0,'0'0'5308'0,"0"0"-3435"0,0 0-601 0,0 0 120 16,0 0 224-16,0 0-220 0,0 0-240 0,0 0-440 16,0 0-276-16,0 0-32 15,0 0 44-15,32 16 96 0,-16-10-48 0,4 1-96 16,12 5-52-16,4-2-59 0,7 2-101 16,13 1-60-16,11-4-32 0,10-2 32 15,10-4-60-15,13-3-64 0,7 0-4 0,13-3-4 16,7-6-44-16,-4-4-100 0,6-3-16 0,-2 0-128 15,1 4-93-15,-1-1 153 0,4 0 116 16,-4 4 112-16,-3-1 56 0,-1 1-56 16,1-1-124-16,-8 1-56 0,0-4 104 15,-5 0-56-15,-7 1 124 0,-5-1-40 16,-7-4 44-16,-8 5-60 0,-9-1 52 0,-11 1-108 16,-8-1-136-16,-12 0-100 15,-8 4 0 1,-12 3-24-16,-5-1-36 0,-6 1-16 0,-9 6 0 15,-1 0 24-15,-3 0 0 0,0 0-204 16,0 0-180-16,-7 0-316 0,-2 3-648 16,1 0-373-16,-12 0-2091 0</inkml:trace>
  <inkml:trace contextRef="#ctx0" brushRef="#br0" timeOffset="69155.61">4267 4756 2916 0,'0'0'4044'15,"0"0"-2164"-15,0 0-520 0,0 0-59 16,0 0-93-16,0 0-100 0,0 0-32 0,0 0-144 16,0 0-116-16,0 0-44 15,0 0 36-15,32-14-44 16,-28 12-128-16,4-4-72 0,-5 0-160 0,5-1-136 15,5-3-76-15,-6-3-56 0,5 1-124 16,1 3 24-16,-2-4-36 16,6 0-60-16,-6 4-24 0,1-1 32 0,0 1-20 15,0 2 0-15,0 1 60 0,0-1 0 16,-1 1 4-16,-2 3 0 0,3 0-56 0,-1 0 56 16,6 3 4-16,-6 0 4 0,2 0-8 0,2 0-52 15,2 0 60-15,-2 3 4 0,2 3 120 16,2 7-4-16,1 0-36 0,4 2-8 15,-5 4 8-15,2 1 0 0,3-1-24 16,-4-1 12-16,3 2-68 16,-2-1-8-16,-1 0 4 0,-1 0-64 0,-2-3 60 0,-2 0-8 15,-2 3-228-15,-6-7-212 0,1 4-100 16,1-7-120-16,-9 4 32 0,3 0-76 0,-3-4-400 16,0 5-768-16,0-8-860 0,-3 7-2689 0</inkml:trace>
  <inkml:trace contextRef="#ctx0" brushRef="#br0" timeOffset="70010.722">7518 4035 1604 0,'0'0'9040'0,"0"0"-6627"0,0 0-785 0,0 0-408 0,0 0 368 15,0 0-304-15,16 89-252 0,-12-57-212 0,-4 8-116 16,0 2-59-16,0 6-25 0,0 6-124 16,0 0-96-16,0 3-88 15,-4 6-80-15,-5 1 20 0,2 3-96 16,-1-3 12-16,-5 2-108 0,2 1-56 15,-4 0-4-15,2-8-120 0,1 2-132 16,0-11 24-16,8-1-16 0,-4-5-68 0,8-9-124 16,0-4-120-16,4-5-112 0,4-11 47 15,1-2 13-15,-2-7-236 0,5-6-744 16,0 0-844-16,0-9-544 0,-1 4-1253 0,6-18-1223 16</inkml:trace>
  <inkml:trace contextRef="#ctx0" brushRef="#br0" timeOffset="70383.48">7529 4142 7704 0,'0'0'1984'16,"0"0"-215"-16,0 0-273 0,0 0 120 0,0 0-244 15,0 0-404-15,0 0-372 0,0 0-40 16,0 0 124-16,0 0-40 16,92-40-164-16,-72 40-72 0,1 0-36 0,7 3-16 0,-5 4-36 15,10 2-48-15,-7 4-24 0,11-1-99 0,-1 4-9 16,-4 4-92-16,3-1-44 0,-3 3-4 16,-4 0-4-16,0 3-4 0,-9 0 12 15,-2 1 8-15,-9-5-8 0,-5 5 4 0,-3 2-4 16,-3-1-4-16,-13 1-4 15,-4 0 8-15,-8-2 60 0,-4 3-60 16,-4-4 4-16,1 0 44 0,-1-6-40 16,-1-3-4-16,5-6-4 0,1-1-280 0,3-2-289 15,1-7-199-15,-1 0-176 0,0 0-568 16,7 0-1248-16,-7-3-3149 0</inkml:trace>
  <inkml:trace contextRef="#ctx0" brushRef="#br0" timeOffset="71187.768">8530 5111 8504 0,'0'0'3065'16,"0"0"-1301"-16,0 0-596 0,0 0 20 16,0 0-108-16,0 0-188 0,0 0-384 15,0 0-360-15,0 0-48 0,0 0 84 0,11-76-36 16,-2 54 36-16,-1-3 100 0,0-2-100 16,4-3 0-16,-4-5-72 15,3-7-108-15,-3-2-4 0,-3-5-56 16,3-1 44-16,-4-4-172 0,-1-2-108 15,1-5-116-15,4 5 52 0,1 4 60 0,-2 4 152 16,1 10 140-16,1 13 8 0,-1 6-4 0,-1 6 96 16,1 3 28-16,1 4-12 0,2 0-12 15,1 3-4-15,0-4-20 0,0 4 60 16,0 0-40-16,4 0-8 16,-1 3-32-16,2-3-56 0,-1 3-60 0,0 3 12 0,0 6 48 15,3 4 96-15,-2 3 16 0,2 7-16 16,1 2-20-16,-3 7-64 15,2-2 72-15,-6 12-32 0,2-3-52 0,-7 5 0 16,0 1 0-16,-4 2 0 0,-4 4-64 0,0-4 16 16,-4 3 44-16,-4 2-80 15,-4-4 8 1,-4 0 76-16,4-8 4 0,-3-1 44 0,2-4-48 16,5-10-8-16,5-6-76 0,3-2-176 15,0-5-268-15,0-3-152 0,11-3-68 0,6-3-244 0,2-3-700 16,-3-3-976-16,20-12-2561 0</inkml:trace>
  <inkml:trace contextRef="#ctx0" brushRef="#br0" timeOffset="71712.211">10004 4248 2764 0,'0'0'4468'15,"0"0"-2612"1,0 0-732-16,0 0 13 0,0 0 223 16,0 0 52-16,0 0-300 0,0 0-368 15,0 0-128 1,0 0-68-16,-20 16-200 0,8-7-212 0,0 7 64 0,-4 6-40 0,5 7-12 15,-9 6 88-15,3 3-4 0,-2 6 76 0,-1 4 100 16,-5 6-44-16,1 0-56 0,-3 3-64 0,3 1-60 16,0-5-24-16,9-5-4 15,2-7 40-15,9-6 24 0,4-9-76 0,0-4-56 16,12-7 68-16,0-2-72 0,4-6 16 16,4-4-96-16,8-3-4 0,0-6-72 0,4-7-36 15,4-3-76-15,-1-6 76 0,1-3-12 16,-4-5-40-16,0 5-12 0,0-3 4 15,-1-1-52-15,-3-2-48 0,-4-1 60 0,1-6-52 16,-1-4-8-16,-1-2-40 0,-7-5 52 16,0-1-4-16,0-4 0 0,-8 0 100 15,1 0 100 1,-9 7 60-16,0 2 0 0,0 11 12 0,-13 7 236 16,-11 9 84-16,-4 8 60 15,-4 8-172-15,-11 2-20 0,-1 12-112 0,0 6-80 16,0 9 120-16,4-2 92 0,0 6-24 15,5 4-112-15,-1-3-84 16,4 4-80-16,0-5-92 16,4 1-344-16,4-4-516 0,4-3-804 0,12-6-2120 0,0 0-1881 0</inkml:trace>
  <inkml:trace contextRef="#ctx0" brushRef="#br0" timeOffset="71897.205">9853 4664 8856 0,'0'0'3173'16,"0"0"-1029"-16,0 0-352 0,80 53-180 15,-57-30-204-15,5-2-416 0,-4 6-420 0,0-2-192 0,0 0-124 0,0 4-24 16,0-4-76-16,0 0-80 0,0-2-76 16,-1-4-60-16,-3-3-24 15,1 0-244 1,2-4-588-16,1 1-148 0,4-3-204 16,4-1-996-16,-8-2-1920 0,8 2-1881 0</inkml:trace>
  <inkml:trace contextRef="#ctx0" brushRef="#br0" timeOffset="72468.836">11598 4597 8916 0,'0'0'2349'0,"0"0"-961"0,0 0-164 0,0 0 304 16,0 0-244-16,0 0-92 0,0 0-20 0,0 0-288 15,0 0-200-15,47 80-40 0,-43-52-96 16,-4 7-123-16,0-3-61 0,0-3-124 16,0-1-116-16,0-3-84 0,0-2-40 15,0-4-60-15,0-6 12 16,0-1 36-16,0-5-124 0,0-4-300 15,0-3-389-15,4 0-223 0,1-3 108 0,-1-11-736 16,0 9-2340-16,0-20-3785 0</inkml:trace>
  <inkml:trace contextRef="#ctx0" brushRef="#br0" timeOffset="72645.962">11598 4314 10664 0,'0'0'2517'0,"0"0"-941"0,0 0-696 0,0 0 464 0,0 0-104 16,0 0-428-16,87 0-556 0,-63 3-256 15,0-3-196-15,4 4-468 0,0-1-500 16,0 1-880-16,-5-4-2529 0,10 8-2791 16</inkml:trace>
  <inkml:trace contextRef="#ctx0" brushRef="#br0" timeOffset="72908.262">12188 4467 5412 0,'0'0'4680'0,"0"0"-2223"0,0 0-333 0,0 0-184 0,-92 64-264 0,72-48-456 15,4-4-596-15,0 4-392 16,8-3-148-16,1 2-76 0,2-2 52 16,5 3 4-16,0 0-4 0,12 0-60 15,-4-1 0-15,8 4-88 0,-4 0 28 16,8 0 60-16,-4 1-8 0,0-1-4 0,0 3-60 31,0-6 72-31,-5 3 0 0,1 0 12 0,-3-6-12 16,-5 2 4-16,-4-2 68 0,0 0 52 15,-4-4-4-15,-5 5-60 0,-3-8-60 16,-3 3-196-16,-1-3-292 0,4-2-112 0,-4-1-188 16,0-3-300-16,0 0-600 0,4 0-2208 0,-8-3-3329 15</inkml:trace>
  <inkml:trace contextRef="#ctx0" brushRef="#br0" timeOffset="74999.568">14682 4171 8504 0,'0'0'2497'16,"0"0"-561"-16,0 0-740 0,0 0 168 0,0 0-32 15,0 0-336-15,8 77-268 0,-8-52-336 0,0 4-48 16,-4 3-48-16,-4 2 24 0,-1 8-4 0,-2-4-48 15,3 3-60-15,-4 1 12 0,-4-1-36 0,0 3-40 16,0-3-72-16,0-2-64 16,4-4 40-16,5-5-32 15,2 0 68-15,5-8-24 0,0-3-52 0,0 0 0 0,5-6 52 16,6 0-48-16,-3-1 100 16,4-5-68-16,0 0-44 15,0-5-60-15,0 4 52 0,-4-6-8 16,3 3-32-16,-2-3-12 0,-1 0-96 0,3 0-112 15,-2 0 0-15,-1-3-112 0,3-3-108 16,2-1 24-16,-5 1-88 0,-1 0-64 16,1-7-128-16,-3 4-276 0,3-7-664 0,-8-3-820 15,0 6-1641-15,0-15-1399 0</inkml:trace>
  <inkml:trace contextRef="#ctx0" brushRef="#br0" timeOffset="75215.753">14375 4534 5776 0,'0'0'4240'0,"0"0"-2475"0,0 0-701 0,0 0-32 0,0 0 168 15,0 0-244-15,0 0-476 16,0 0-228-16,0 0 220 0,0 0 308 0,0 0-284 16,100 8-104-16,-65-3-72 0,1-3-48 15,4-2-128-15,-4 0-132 0,4 0-12 16,-5 0-72-16,6-2-52 0,-5-3-316 15,-1 3-360-15,5-4-404 0,-1 3-844 16,-11-4-2033-16,13 4-3859 0</inkml:trace>
  <inkml:trace contextRef="#ctx0" brushRef="#br0" timeOffset="75636.287">15232 4603 6384 0,'0'0'5077'0,"0"0"-3617"0,0 0-860 0,0 0 628 0,0 0-232 15,0 0-276-15,0 0-284 0,0 0-164 0,64 83-72 16,-61-60-52-16,1 2-12 16,0-3-60-16,-4 3 24 0,0-5-16 15,0 2 64-15,-4-7 52 0,0 1-64 16,-3 0 24-16,2-7 100 0,1 1 20 16,0-7-32-16,0 1-140 0,4-2 28 0,0-2-12 15,0 0 72-15,0 0 12 0,0-2 12 16,0-5 36-16,8-5-256 15,-4-4-100-15,5 0 4 0,2-6-76 0,1 0 64 16,0-1 8 0,0-2 16-16,0-4-136 0,0 3-200 0,3 1-228 15,2 0-120-15,-6 3-176 0,10 3-484 0,-5 0-904 16,0 6-2101-16,0-3-2419 0</inkml:trace>
  <inkml:trace contextRef="#ctx0" brushRef="#br0" timeOffset="75832.265">15682 4670 7484 0,'0'0'2628'0,"0"0"-707"0,0 0-233 0,0 0-132 16,24 79-372-16,-24-60-228 0,0 4-224 0,0-4-164 15,0-3-212-15,0-4-224 0,0 1-132 0,0-3-136 16,0-1-148-16,0-6-108 0,0 3-128 31,0-6-112-31,0 0-140 0,0 0-488 0,0-6-908 16,0-3-3117-16</inkml:trace>
  <inkml:trace contextRef="#ctx0" brushRef="#br0" timeOffset="76012.078">15689 4366 10392 0,'0'0'3233'0,"0"0"-1673"0,0 0-696 0,0 0-84 0,77-13-292 0,-53 9-488 16,-5 1-88-16,5 3-584 0,-4 0-664 16,-4 0-1332-16,4 0-3805 0</inkml:trace>
  <inkml:trace contextRef="#ctx0" brushRef="#br0" timeOffset="76308.69">15925 4657 3708 0,'0'0'7393'15,"0"0"-5409"-15,0 67-584 0,0-44 88 16,0 2 36-1,0-3-264-15,4 0-412 0,3-6-236 0,6 0 12 0,-2-3 224 16,2-7-227-16,-1 0-185 16,4-2-180-16,-4-4-52 0,3 0-24 15,1-7 4-15,5-6-28 0,-6-2-60 16,9-4-96-16,-4-1-224 0,4-5-260 16,0 3-72-16,-4-3 72 0,-1-1 55 0,2 0-55 15,-5 1-88-15,-4-3-236 0,3-4-308 0,-3-1-444 0,-4 3-512 0,-4 4-1124 16,5-2-2577-16</inkml:trace>
  <inkml:trace contextRef="#ctx0" brushRef="#br0" timeOffset="76538.805">16490 4667 9564 0,'0'0'2729'0,"0"0"-893"0,0 0-696 0,0 0 256 16,17 73-216-16,-17-54-512 0,0 0-412 16,0 0-156-16,-4 0-100 15,4 0 0-15,-4-3-100 0,4-6-72 0,0-1-36 16,0-2-140-16,0-5-480 0,4-2-512 16,0 0-808-16,-1-2-1705 0,-3-8-2787 15</inkml:trace>
  <inkml:trace contextRef="#ctx0" brushRef="#br0" timeOffset="76681.44">16503 4388 4760 0,'0'0'7333'0,"0"0"-5077"0,0 0-1344 15,0 0-296 1,0 0-48-16,84-10-568 0,-65 14 0 0,1 5-568 0,4 1-896 0,-8-1-1164 15,0 4-4253-15</inkml:trace>
  <inkml:trace contextRef="#ctx0" brushRef="#br0" timeOffset="77113.285">16941 4698 4804 0,'0'0'4140'16,"0"0"-2652"-16,0 0 149 0,0 0 339 0,0 0-724 16,0 0-500-16,-84 13-172 0,52 7 204 15,0 2 332-15,4 6-96 0,0-6-188 16,9 4-260-16,-1-7-108 0,12-6-88 16,0-4-95-16,4-6-89 0,4 1-36 15,0-2-44-15,4-2-4 0,8 0-108 16,4-6-376-16,7 0-36 0,9-10-149 0,5 0 37 15,-2-3-48-15,-3 0-4 0,0 0 36 16,-4 2 136 0,-5 3 132-16,-2 1 100 0,-10 0 172 0,2 1 24 15,-6 1 260-15,-3 9 108 0,-4-2 100 0,0 4-112 0,0 0-380 16,-4 0 4-16,-3 6-8 0,-1 7 8 16,-1 4 256-16,-2 2 180 0,-1 2 160 0,0 2 20 15,4-1-135-15,4-6-205 0,4-3-136 16,0-1-72-16,0-5 24 15,4-1 4-15,4 0-100 16,8-2-76-16,-1-4-260 16,10 0-248-16,3-10-305 0,3 0-111 0,1-5-228 15,0-1-404-15,4-3-916 0,-12 3-2133 0,8-14-1431 16</inkml:trace>
  <inkml:trace contextRef="#ctx0" brushRef="#br0" timeOffset="77377.535">17730 4051 1604 0,'0'0'7396'15,"0"0"-4515"-15,0 0-533 0,-36 89-180 16,20-51-328-16,-1 7-168 0,2-1-564 16,-1 6-231-16,-4 1-29 0,0 0-96 0,1 0-148 15,-1 0-160 1,-1-6-188-16,10-1-160 0,-2-3-88 15,5-3-8-15,8-3 72 16,0-3 0-16,8-4-72 0,5-2-72 0,-2-4-84 0,6-3-112 16,2-3-152-16,1-4-368 0,0-2-288 15,8-1-445-15,-8-4-2287 16,8-3-4045-16</inkml:trace>
  <inkml:trace contextRef="#ctx0" brushRef="#br0" timeOffset="77497.618">18168 5111 3800 0,'0'0'13413'0,"0"0"-11265"0,0 0-840 16,0 0 333-16,0 0-297 16,0 0-716-16,0 0-628 0,0 0-652 0,0 0-304 0,0 0-345 15,0 0-3287-15,-12-82-8525 0</inkml:trace>
  <inkml:trace contextRef="#ctx0" brushRef="#br0" timeOffset="142165.475">12809 4534 1212 0,'0'0'2844'0,"0"0"2040"0,0 0-3008 0,0 0-219 15,0 0-281-15,0 0 32 0,0 0-264 0,0 0-184 16,0 0-352-16,12-42-188 0,-12 42-28 15,0 0-20-15,0 0-28 0,0 0-52 0,0 0-72 16,0 0-36-16,4 6 0 0,0 1 168 16,0 5 208-16,0 7-292 15,0 4-124-15,-4 6-144 0,0 2 0 0,-4 4-4 16,-4-3-116-16,0 3-36 0,0-3-40 16,0-10-12-16,4 0 64 0,4-9-16 15,-3-3 0-15,3-4-56 0,0-3-116 0,0 0 76 16,0-3 0-16,0 0-4 0,3 0-12 0,1-3 100 15,4-3 172-15,4-7 148 0,0 0-24 16,0-3-24-16,4-4-100 16,-4-1-40-16,4-2 32 0,0-2-64 0,-4 3 24 15,3-3-16-15,-3-1 64 0,-3 8 4 16,2-1 96-16,-3 9 12 16,-4-1-104-16,1 9 148 0,-5 2 128 15,0 0-64-15,0 0-12 16,4 0-108-16,-1 9 144 0,5 1-64 0,-4 6 64 15,5 0-144-15,-2 3 32 0,-3 3-68 16,0 0-64-16,-4 3 12 0,0 1-4 16,0-1-4-16,0-2-4 0,0-4-64 0,-4-3-20 15,4-7-24 1,0-2-112-16,0-1-112 0,0-3-120 0,4-3-148 16,0 0-76-16,4-3-364 0,0-6-636 15,0 2-1172-15,8-12-4193 0</inkml:trace>
  <inkml:trace contextRef="#ctx0" brushRef="#br0" timeOffset="142477.514">13152 4684 8704 0,'0'0'2120'0,"0"0"-591"0,0 0-73 0,0 0 328 0,0 0-168 16,0 0-764-16,-12 69-332 0,12-63-188 15,4 1-84-15,0-5 20 0,4-2-84 0,4 0-36 16,4 0-148-16,-5-7-148 15,9-1-96-15,1-3-212 0,-2-3-60 16,1 0 60-16,0-2 20 0,0 2 0 0,-4 0 0 16,-4-2 136-16,-5 4 160 0,2-4 140 15,-5 3 56-15,-4 1 268 0,0 2 24 16,-4 3 260-16,0 5-48 0,-8 2-288 16,4 0-164-16,0 0-20 0,-8 2-28 15,4 5-56 1,-4 5 4-16,4 1 40 0,1 0-48 0,-2 0-76 15,5-1-60-15,1-2-172 16,-2 3-348-16,5-4-288 0,0 3-188 0,0-1-500 16,4-6-852-16,0 2-2473 0</inkml:trace>
  <inkml:trace contextRef="#ctx0" brushRef="#br0" timeOffset="143413.813">13550 4521 8988 0,'0'0'2533'16,"0"0"-909"-16,0 0-656 0,0 0 460 16,0 0 88-16,0 0-376 0,0 0-424 15,0 0-88-15,0 0-68 0,0 0 16 0,0 0 144 16,64 26-115-16,-56-12-265 0,0 3-168 16,-4 2-64-16,-4 3-36 0,0-3-68 0,0 3 4 15,-4-3 4-15,-1 0-12 16,2 0-48-16,-5-2 36 0,4-4-72 0,0-1-52 15,4-3-56-15,-4-5 0 0,4 2-29 16,-4-6-47 0,4 0-60-16,0 0-12 0,0 0-16 15,0 0-20-15,12-3-164 0,0-6 160 0,8-4 0 16,0-4 8-16,3-2-72 0,1 0-76 16,0 0 200-16,-8 4 68 0,4-4 80 15,-8 6 108-15,0 0-32 0,-4 7 96 16,-4 0 52-16,5 2-52 0,-6 4 0 15,1 0 104-15,0 0 168 0,0 4 52 0,4 2-136 0,-4 4-188 16,0-1 12-16,0 4 136 0,0-1-24 16,-4 1-12-16,0 1 36 0,0-2-64 15,0-3-72-15,0 3-12 0,0-1-184 16,0-5-248-16,0 0 48 0,0 1-808 16,0-1-928-16,0-3-1029 0,0-3-2483 0</inkml:trace>
  <inkml:trace contextRef="#ctx0" brushRef="#br0" timeOffset="143834.822">13996 4711 3040 0,'0'0'9157'0,"0"0"-6877"0,0 0-1044 0,0 0 4 0,0 0 360 15,0 0-544-15,0 0-480 16,0 0-356-16,0 0-36 0,0 0 20 0,0 0-44 16,88 23-124-16,-68-21-36 0,4-2-96 0,4 0-4 15,-5 0-144-15,5 0-60 16,0-2-196-16,-4-4-300 0,-3 2-260 15,-6 1-496-15,1-1-1096 0,-4 1-3197 0</inkml:trace>
  <inkml:trace contextRef="#ctx0" brushRef="#br0" timeOffset="145512.557">2004 5978 628 0,'0'0'1940'16,"0"0"1952"-16,0 0 961 0,0 0-3161 0,0 0-332 16,0 0-236-16,0 0 120 0,0 0-100 15,0 0-392-15,0 0-444 0,0 22-12 0,3-2 48 16,1 11-12-16,5 4-40 0,-1 10 0 16,-4 5 40-16,3 1-64 0,-3 3-112 15,0 0-48 1,-4 0-24-16,5 0-84 0,-5 1-4 0,0-5-60 15,-5 1 60-15,1-3-92 0,0-4 88 16,0-9-64-16,1-3-136 16,3-7 24-16,-4-9-120 0,4-1-160 0,0-8-208 15,0-1-92-15,0-6-164 0,0 0-328 0,0 0-444 16,4-6-576-16,-4-3-533 0,3-14-1951 16</inkml:trace>
  <inkml:trace contextRef="#ctx0" brushRef="#br0" timeOffset="145760.9">2071 6045 1228 0,'0'0'8516'16,"0"0"-6235"-16,0 0-1129 0,0 0-108 0,0 0 280 16,0 0-120-16,0 0-432 15,56-67-388-15,-36 64-36 0,-4 0-28 0,4 3 0 0,-5 0-88 16,2 3-224-16,-2 7-8 0,-2-1-120 15,-5 7 8-15,-1 0-24 16,-7 9 132-16,0 1-4 0,-4 6-32 0,-7-1-60 16,-6 4-60-16,-6 0 76 0,3-3-16 0,0-7 24 15,4-6-280-15,0 0-304 0,0-9-224 16,4-1-200-16,0-5-460 0,5-1-964 0,-2-3-2441 16</inkml:trace>
  <inkml:trace contextRef="#ctx0" brushRef="#br0" timeOffset="146061.44">2295 6070 5336 0,'0'0'68'16,"0"0"3100"-16,0 0-864 0,83-3-531 0,-55 6-117 0,-4 0-384 0,0 4-440 0,-5-1-284 16,2 4-148-16,-10-1-240 15,2 3-60-15,-5 7-24 16,-5 1-76-16,-3 2 8 0,0 7 64 15,-7-4-8-15,-6 4-64 0,2-4-88 16,-1-6 88-16,3-2 4 0,5-8 120 16,1-4 36-16,3-1 100 0,-4-4 112 0,4 0 400 15,0 0-72-15,0 0-128 0,4-9-132 16,-1-5-136-16,6 0-292 16,-1-9-12-16,3-3-48 0,6-2-40 0,-2 2-68 0,-2 1-88 0,2 0-256 15,2 6-332-15,2-1-324 16,-3 5-656-16,8 3-884 0,-12 1-1981 0,12-1-1439 15</inkml:trace>
  <inkml:trace contextRef="#ctx0" brushRef="#br0" timeOffset="146371.08">2780 6169 8492 0,'0'0'1848'16,"0"0"-839"-16,0 0 439 0,0 0 688 15,-7 73-352-15,7-63-888 0,0-1-488 0,3-3-48 16,5-3 84-16,1 0 72 0,-1-3-112 15,3 0-184-15,2 0-220 0,-2-9-24 0,1 2-220 16,4-5-100-16,1-4-112 16,-2 0-12-16,1 0-136 0,-4 0-92 0,-4 4 208 15,-1-1 140-15,-7 4 80 0,0 2 268 16,0 1 128-16,-3 0 112 0,-9 0 108 16,0 1 28-16,-4-1 44 0,4 6-48 15,-4 0-224-15,1 0-96 0,-2 0 20 0,2 6 16 16,2 5-64-16,-2 1-24 15,6 1-208 1,-2 6-40-16,3 0-64 0,4 0-196 0,4 3-216 16,0-2-56-16,0-5-408 0,8-5-84 15,3-1-72-15,10-9-889 0,-1 0-1755 16,12 0-684-16</inkml:trace>
  <inkml:trace contextRef="#ctx0" brushRef="#br0" timeOffset="146730.417">3203 6226 7816 0,'0'0'2344'0,"0"0"-655"16,0 0-181-16,0 0 320 0,0 0-196 0,0 0-700 16,0 66-548-16,0-66-100 0,4 0 48 0,3 0-60 15,6 0-164-15,2-8-108 16,2-6-132-16,2 1-212 0,-2-5-88 0,-2-2-64 16,1 5 48-16,-4-4 24 0,-3 3 128 0,-5 3 132 15,-1 0 164-15,-3 4 48 0,-3 3 112 16,-10-5 64-16,1 5-220 0,-4-2 172 0,1 1 12 31,-2 0-92-31,-2 7-96 0,2 0-36 16,2 0-112-16,-1 7 148 0,0 2 100 15,0 3-100-15,4 2-124 0,0-2-452 16,0 4-344-16,8-3-668 0,0-4-1024 0,4 1-669 16,0-7 561-16,0-3 1120 0,12 0 932 15,0 0 188-15,4-6 272 0,4-1 208 0,-1 1 300 16,9 0 1564-16,0 3 464 0,0-4-120 15,4 4-259-15,0-3-561 16,0-1-432-16,0 0-368 0,0-1-144 0,-4-3-260 16,0-3-184-16,0-5-508 0,-4-4-560 0,0-3-288 15,-9 7-1369-15,5-12-4319 0</inkml:trace>
  <inkml:trace contextRef="#ctx0" brushRef="#br0" timeOffset="146987.351">3566 5778 3544 0,'0'0'8429'15,"0"0"-6729"1,0 0-636-16,0 0-356 0,0 0 384 0,0 0-68 16,0 0-248-16,-73 92-268 0,66-57-68 15,-1 7 76-15,0 8 12 0,-1 7-200 16,-6 11-156-16,2 7-88 0,-2 1-72 0,-1 4 60 16,0-1-72-16,5-2-36 15,-2-8 32-15,5-5 4 0,5-7 8 16,-1-6-8-16,4-10-72 0,0-3-64 0,0-8-96 0,4-3-280 15,-4-2-184-15,0-2-132 0,0-1 52 16,-8 0 68 0,-5-3 372-16,2 1 336 0,-10-8-892 0,-3-6-508 15,-4-3-704-15,-7-3 71 0,7 0-455 16,-24-6-584-16</inkml:trace>
  <inkml:trace contextRef="#ctx0" brushRef="#br0" timeOffset="147293.906">1816 6800 4428 0,'0'0'768'16,"0"0"4556"-16,0 0-3487 0,0 0-673 0,0 0-176 16,0 0 100-16,0 0-172 0,0 0-216 15,0 0-244-15,0 0-156 0,0 0-16 16,24 10 244-16,-4-3 52 0,8 5-68 0,4 1-68 15,8-1-92-15,7-2-48 0,9-1-36 16,4-2-96-16,12-3-76 16,12-4-96-16,11 0 4 0,13-7 28 0,3-3-32 0,5-5-156 15,0 1-4-15,-13-1 16 0,0-4-140 16,-11 6-80-16,-4-3 8 0,-12 4 28 16,-5-4-188-16,-7 3-184 0,-8 1-440 0,-9-1-736 15,-10 3-2000-15,6-5-3145 0</inkml:trace>
  <inkml:trace contextRef="#ctx0" brushRef="#br0" timeOffset="147482.772">4386 6617 10752 0,'0'0'1621'0,"0"0"-973"0,0 0 92 16,0 0 592-16,-4 86-228 0,4-67-700 15,-4-5-304-15,4 6-100 0,0-4-4 0,-4 0-360 16,-3 3-452-16,-1 0-360 0,-1 3-96 16,-2-6-304-16,-2 0-1473 0,-2 0-3467 0</inkml:trace>
  <inkml:trace contextRef="#ctx0" brushRef="#br0" timeOffset="148122.508">5869 5931 1840 0,'0'0'8072'16,"0"0"-5331"-16,0 0-921 0,0 0-584 15,0 0 144-15,0 0-104 0,0 0-292 0,0 0-152 16,79-7-260-16,-43 7-168 0,4 0-136 15,4 0-40-15,-5 0-104 0,6 0-116 16,-2-2-8-16,-7 2-68 0,4-7-92 0,-4 1-192 16,-4 0-220-16,0-1-260 0,-8 0-260 0,-5 2-432 0,-10-2-708 15,-2 0-2541-15,-7 4-3071 16</inkml:trace>
  <inkml:trace contextRef="#ctx0" brushRef="#br0" timeOffset="148316.349">6183 5988 6096 0,'0'0'3144'0,"0"0"-1363"16,0 0-417-16,12 79-76 0,-4-48-20 0,0 7-88 15,0 1-212-15,4-1-336 0,-4 3-200 16,-4 3-112-16,4-2 40 0,-4-1-80 0,0-3-256 16,-4-3-24-16,0-3-196 0,0-7-296 0,-4-2-176 15,0-7-424-15,4-3-492 16,-4-4-1060-16,0-3-2621 0,0-3-799 0</inkml:trace>
  <inkml:trace contextRef="#ctx0" brushRef="#br0" timeOffset="148516.802">6124 6531 8916 0,'0'0'2004'0,"0"0"-1183"0,0 0-229 0,0 0 304 16,0 0 4-16,0 0-216 15,0 0-240-15,0 0-132 0,0 0-212 0,0 0 40 16,0 0 48-16,-25-32 240 0,46 38 220 15,2 4 184-15,5-1-188 16,-4-2-128-16,4 3-84 0,0-8 44 0,-4 5-36 16,8-7-256-16,-4 3-172 0,8-3-12 15,-5-3-268-15,9-4-420 0,-4-2-108 16,-5-3-268-16,6-1-388 0,-5 0-808 0,-9 3-2897 16,14-6-3319-1</inkml:trace>
  <inkml:trace contextRef="#ctx0" brushRef="#br0" timeOffset="149058.327">6702 6292 5500 0,'0'0'8037'15,"0"0"-6429"-15,0 0-1040 0,0 0-156 16,79 11 1000-16,-55-11-236 0,0 0-476 16,4-7-416-16,0-3-284 0,4-6-16 0,3 0-288 15,-3-3-312-15,4-6-320 0,-4 3-360 16,0-7-604-16,-8 10-2401 0,4-12-3207 15</inkml:trace>
  <inkml:trace contextRef="#ctx0" brushRef="#br0" timeOffset="149380.198">7008 5917 6704 0,'0'0'2868'0,"0"0"-1331"0,0 0-665 15,0 0 216-15,0 0 196 0,0 0-208 0,-56 83-220 16,53-57-168-16,-2 5 4 0,5 1-12 15,0 7-48-15,0 2-80 0,0 0-28 16,0 3-84-16,0 0-96 0,0 5-52 0,0 1-100 16,0 1-80-16,0 0-112 0,0 3 8 15,0-3 0-15,0 4-8 0,0-5-12 16,5-3-36-16,-5 1-4 0,3 0 40 16,-3-8 0-16,4 2-72 0,-4-4 24 15,0-3 48-15,0-7 4 0,-4-4-40 31,-4-6-28-31,4 1-20 0,-4-6-28 0,0-5-8 16,1-1-16-16,2-3-32 0,-3-4-40 0,-3 0 36 16,3-11-76-16,-5 0 4 0,-2-6-112 15,-2-5-64-15,-3-7-296 0,1-2-300 0,-1-10-936 16,0 11-1952-16,-13-22-2429 0</inkml:trace>
  <inkml:trace contextRef="#ctx0" brushRef="#br0" timeOffset="149951.21">8450 6013 6704 0,'0'0'1388'0,"0"0"3517"16,0 0-3393-16,0 0-488 0,0 0 332 0,0 0 56 15,0 0-440-15,68 73-188 16,-52-42-100-16,-5 11-184 0,2 6-64 0,-9 2-143 0,3 4-49 16,-7 4-160-16,0 2-84 0,0-3-60 15,-3 4 52-15,-5-4-4 16,4-2-48-16,-5-5 12 0,5-6-40 0,4-6 28 16,0-6-12-16,0-10 11 0,0-6-135 15,0-4-312-15,0-5-236 0,0-3-100 16,0-4-116-16,4 0-512 0,1-11-752 0,-1-1-604 0,0 3-1801 15,4-20-751-15</inkml:trace>
  <inkml:trace contextRef="#ctx0" brushRef="#br0" timeOffset="150249.968">8502 5953 10640 0,'0'0'2017'0,"0"0"-501"15,0 0-568-15,0 0-68 0,0 0-28 16,0 0-192-16,0 0-152 0,88-44-64 0,-56 38-72 16,3 1 8-16,-3 3-48 0,-4 2-52 0,0 2-24 0,-8 9 52 15,0 2 168-15,-4 1-172 16,-4 6-160-16,-5 2-32 0,-2 0-4 16,-5 4-12-16,-9 5-8 0,-2-2 8 15,-5 2-96-15,0-1-4 0,-4-5-92 16,1 0 20-16,-2-3-8 0,5-6 0 0,-3 1-28 15,2-5-8-15,2-3-64 16,-2-2-72-16,-2-1-48 0,3 0-100 0,-5-6-144 16,6 4-324-16,-2-4-228 0,2 0-516 0,-1-4-400 15,8-2-1201-15,-4-7-2991 0</inkml:trace>
  <inkml:trace contextRef="#ctx0" brushRef="#br0" timeOffset="150907.561">9104 6782 3372 0,'0'0'2140'15,"0"0"-620"-15,0 0-128 0,0 0-524 0,0 0-16 0,0 0 3421 16,0 0-2685-16,0 0-672 16,0 0-232-16,0 0-200 0,36-73-52 0,-32 48-200 15,3-7-108-15,-3-7-40 0,5 1-8 16,-5-6-68-16,0-1-8 0,3-2-104 16,-3-1 8-16,4-3-40 0,1 3-36 15,-6 1 12-15,1-1 24 0,4 7 132 0,-4 7 4 16,0 1 96-16,1 8 40 15,-2 6-36-15,-3 0 0 0,4 6-28 0,0 4-8 16,0 2-16-16,0 1 12 0,5 3 4 16,-6-4 8-16,9 4 0 0,-4 3-8 0,4-3 32 0,0 3 4 15,-1 0 60-15,2 10 208 0,-2-1 192 16,6 7-220-16,-6 3-192 0,2 3-76 16,-5 4-60-16,-1 2-4 0,-3 3-8 0,0 8-4 15,-4-1-80-15,0 1 0 16,0 5 20-16,0 0-8 0,-4 1-24 15,0-1-52 1,-3 0 40-16,3 0-4 0,0-2 100 0,4-7 0 0,-5 0 0 0,5-10 0 16,0-2-36-16,0-8 36 31,5-4-284-31,3-5-292 0,-1-4 0 0,5-2-44 16,1-6-296-16,2-3-136 0,1-10-980 0,0 3-3717 15,4-10-2203-15</inkml:trace>
  <inkml:trace contextRef="#ctx0" brushRef="#br0" timeOffset="151566.62">9836 5991 10981 0,'0'0'2636'16,"0"0"-1356"-16,0 0-536 0,0 0 488 0,0 0 32 16,0 0-452-16,0 0-344 15,0 0-136-15,-7 66-16 0,-1-31 52 0,-5 9-64 16,2 1-72-16,-1 6-12 0,-4 1 72 16,4-5-88-16,-4-3-128 0,8-2-76 0,-3-7-64 15,7-7 16-15,-1-3 40 0,5-8-36 0,0-5 44 16,9-3 60-16,2-2 88 0,6-7-51 15,2 0-97-15,1-3-85 0,8-10-99 16,0-4-8-16,4-4-100 0,0-5-100 16,0-2-60-16,-1-4-24 0,1 0-76 31,0-3-36-31,-8-3 132 0,-1-3 120 0,-2-4 112 16,-1 1 128-16,-9-3 92 15,-3-1 4-15,-8 0 8 0,0 7-8 0,0 3-44 0,0 9-52 16,-8 3 96-16,1 14 196 0,-1 3 64 15,-1 2 0-15,2 7-212 0,-5 0-40 16,-4 7-8-16,0 2 84 0,-4 8 52 0,-4 4 88 16,0 8-16-16,-3 3-60 15,-5 5-64-15,4 2-84 0,-4-2-72 0,0 1-28 16,8-2-20-16,0-8 20 0,4 1 0 16,0-6 28-16,8-5-28 0,4-2-84 15,0-4-28-15,5-5-20 0,3-1-44 16,0-2-44-16,3-2 108 0,9-2 212 0,-4 0 44 0,8 0 120 15,-4 0 156-15,4 5-32 16,0-3 144-16,0 5 60 0,-1 2 112 0,6 4-80 16,-5 3-68-16,7 0-176 0,-6-1-36 15,3 4-100-15,-1 1-132 0,1-5 56 16,0 4-68 0,0-3-4-16,4 4-52 0,0-1 56 15,4 0 208-15,-9-3-208 0,6-4-316 0,-5-2-368 16,3-1-12-16,1-3-164 15,-4 1 292-15,0-4-1060 0,-4-3-2364 0,8 3-2425 16</inkml:trace>
  <inkml:trace contextRef="#ctx0" brushRef="#br0" timeOffset="151968.047">11036 6286 6868 0,'0'0'352'0,"0"0"5101"0,0 0-3697 16,0 0-532-16,0 0 68 0,0 0 160 0,0 0-248 15,0 0-408-15,84 19-344 0,-49-19-196 0,6 0-112 16,2 0-120-16,1-2-24 0,0-5-464 15,0 0-352-15,-9 2-164 0,-3-2-304 16,-8 3-552-16,-7 1-1308 0,-10 3-3449 16</inkml:trace>
  <inkml:trace contextRef="#ctx0" brushRef="#br0" timeOffset="152152.152">11084 6404 4852 0,'0'0'6685'0,"0"0"-4513"0,0 0-1168 0,0 0-412 16,0 0 124-16,0 0 424 0,0 0 36 16,0 0-348-16,84 57-264 0,-41-54-224 0,1-3-168 0,8 0-172 15,-4-3-252-15,3-6-360 16,-3 2-176-16,-4-3-436 0,-4 1-808 0,-8 2-3033 16,8-2-5135-16</inkml:trace>
  <inkml:trace contextRef="#ctx0" brushRef="#br0" timeOffset="153941.797">12251 6051 4548 0,'0'0'8141'16,"0"0"-6281"-16,0 0-740 0,0 0-500 15,0 0 28-15,0 0 372 0,0 0-380 0,0 0-492 16,0 0-148-16,96-79-260 0,-68 57-280 15,0-4-32-15,-5 0 60 0,5 5 40 16,-8-2 156-16,1 1 88 0,-2 3 132 16,-7 3 96-16,0 4 164 0,-4 2 12 0,0 3 92 15,-8 2 32-15,4-2-28 0,-4 4-120 16,4 3-40-16,-4-3-52 0,0 3-48 16,0 0-12-16,0 0-96 0,0 0-64 0,0 0 96 15,0 3-24-15,-4 7 88 0,4-1 88 16,0 7 372-16,-4 6-24 15,4 0-4-15,-3 7 36 0,-6 2-76 0,5 5-120 0,-4 2-40 16,-4 3-12-16,0 0-36 0,-3 3-72 16,2 0-112-1,2 1 0-15,-2 0-4 0,1-4-72 0,5-3 76 0,-2-3-8 16,1-6-64-16,1-1 12 16,3-6 52-16,0-2-56 0,4-7 52 0,0-1-36 15,0-6-100-15,0 1-84 0,0-4-196 16,0 1-276-16,0-4-224 15,0 0-524-15,0 2-1164 0,0-2-3637 16</inkml:trace>
  <inkml:trace contextRef="#ctx0" brushRef="#br0" timeOffset="154166.014">12271 6467 6624 0,'0'0'5213'15,"0"0"-3565"-15,0 0-832 0,0 0 216 0,0 0 476 16,0 0-464-16,0 0-572 0,0 0-264 0,0 0 236 15,0 0 388-15,84-19-292 0,-56 19-296 16,0 0-100-16,3 0 64 0,-3 0-60 16,4 0-28-16,-4 0-80 15,4 0-40-15,-4 0-96 0,-4 0 12 16,3 0-16-16,1 0-96 0,0-3-180 0,-4 0-344 0,4-4-288 16,-4 4-292-1,-4-3-868-15,0 2-2253 0,-4 1-3571 0</inkml:trace>
  <inkml:trace contextRef="#ctx0" brushRef="#br0" timeOffset="154792.973">13960 6264 10616 0,'0'0'2493'16,"0"0"-1161"-16,0 0-460 0,0 0 412 16,108 25 48-16,-76-18-312 0,8 0-220 15,4-5-348-15,-1 2-292 0,-3-2-160 16,4-2-76-16,-8 0-68 0,0 0-212 16,0-6-208-16,-5 4-324 0,1-3-472 15,-4-1-928-15,-8 3-2705 0,0 0-2687 0</inkml:trace>
  <inkml:trace contextRef="#ctx0" brushRef="#br0" timeOffset="154987.05">14036 6480 6948 0,'0'0'5933'15,"0"0"-5129"-15,0 0-800 0,0 0 380 16,111 0 892-16,-66-3-56 15,6-1-460-15,5-2-428 0,0 0-144 16,0-1-28-16,-9-2-160 0,1-1-244 16,-8 1-452-16,0 0-12 0,-8-8-100 15,-4 5-492-15,-8-1-1408 0,-4-6-4329 0</inkml:trace>
  <inkml:trace contextRef="#ctx0" brushRef="#br0" timeOffset="155280.622">14463 6010 11221 0,'0'0'2292'15,"0"0"-1188"-15,0 0-436 0,0 0 552 0,0 0-12 16,103-13-368-16,-71 20-372 0,4 5-88 0,-1 1 0 0,1 3-100 16,-3 3-84-16,-1 3-60 0,-9 1-52 15,1 4-84-15,-8 3-108 0,-4 4 8 16,-4 1-56-16,-4 7 44 0,-4-2-48 15,-8 2 64-15,-8 3-100 0,-4-1 48 0,-4-3 64 16,0 4-28-16,-3-4 52 31,3 1-164-31,-4-7-20 0,0-1-104 0,0-5-168 0,8-1-216 16,0-5-336-16,8-4-340 0,0-4-388 0,4 2-413 16,5-11-963-16,-6 3-1448 0</inkml:trace>
  <inkml:trace contextRef="#ctx0" brushRef="#br0" timeOffset="156510.087">16761 5642 1288 0,'0'0'1616'16,"0"0"5224"-16,0 0-4983 16,0 0-461-16,0 0-604 0,0 0 44 0,0 0 8 0,0 0-292 15,0 0-284-15,0 0-56 0,0 0 148 16,4 9 128-16,-4-3 132 16,5 4-88-16,-1 0-104 0,-4-1-72 0,4 3 24 15,-4-1-36-15,0 4-100 0,4 1-12 16,-4 7-60-16,0 2 12 0,0 3-64 15,0 10-48-15,3 4 4 0,-3 2-16 16,4 4 12-16,-4 6 12 0,4 0-84 0,-4 3-52 16,0 0-20-16,0 3 68 0,-4-2-44 0,0-1 48 15,-3-3-60-15,3-1-28 0,-5-2 76 16,1-3-48-16,1 0 48 0,-6-7 0 16,5 1-36-16,1-8 40 0,-1 1-92 15,4 0 4-15,-1-2-272 0,1-8 136 16,4-3 12-16,-3-6 100 15,3-4-116-15,0-5 16 0,0-1-24 16,0-3-16-16,0 0 16 0,0-3-40 16,3 0-76-16,1 0-136 0,1-6-264 0,-1-5-384 15,4-1-1176-15,-1 3-2821 16,1-14-2862-16</inkml:trace>
  <inkml:trace contextRef="#ctx0" brushRef="#br0" timeOffset="157307.312">17311 5892 3464 0,'0'0'312'16,"0"0"6044"-16,0 0-4783 0,0 0-369 0,0 0-172 16,-15 67-8-16,15-41-104 0,-5 5-104 15,5 4-232-15,0 6-36 0,0 7 8 16,0 3 96-16,0 3-52 0,0-1-120 15,0 5-68-15,0-1-92 0,-4 0-236 0,-4 1-12 16,-3-1 28-16,-2-7-100 16,2-1-8-16,-1-5-4 0,0-3 0 15,0-3-48-15,3-3 48 0,-2-4-108 0,-1 2-88 16,3-5-24-16,6-3-36 0,-5-2-88 0,4-5-84 16,4-5-28-16,0-2-12 0,0-6-124 15,4-5-340-15,4 0-440 0,0-3-168 16,4-6-440-16,-4 2-885 0,-1-12-1491 0</inkml:trace>
  <inkml:trace contextRef="#ctx0" brushRef="#br0" timeOffset="157893.631">17319 5931 3376 0,'0'0'300'16,"0"0"2476"-16,0 0 68 0,0 0-819 0,0 0-817 16,0 0-276-16,0 0 60 0,0 0-248 15,0 0-216-15,0 0-140 16,0 0-20-16,48-22 44 0,-32 22 72 0,4-4-36 15,4 2-68-15,-5 2-8 0,5 0-16 16,1 0 52-16,-5 2-28 0,-1 4-40 16,-2 0-108-16,-2 5-120 0,1 1-16 0,-4 1-20 15,0 2-64-15,0 2-12 0,-4-2-12 16,0 1-40-16,-4 3 52 16,0 0 4-16,-4 0 8 0,0 4 40 0,-4-4 20 15,-4 2-64-15,-8 2 40 16,0-1-44-16,0 1 8 0,-4-1 24 0,1-3-36 15,-1 0-8-15,-1-3-52 0,6 0 60 0,-5-3-12 16,-1 0-84-16,2-7-28 0,-1 2 4 0,4-1-40 0,-4-3-172 16,5 2-120-16,2-6-16 0,-2 0 0 31,2 0-172-31,5 0-292 0,-3 0-728 16,2 0-904-16,5-6-2677 0</inkml:trace>
  <inkml:trace contextRef="#ctx0" brushRef="#br0" timeOffset="159933.322">18395 6004 3180 0,'0'0'1524'16,"0"0"-536"-16,0 0-480 16,0 0 1624-16,0 0-552 0,0 0-600 0,0-68-271 31,-8 60 63-31,4 2 44 0,-4 1-64 15,0 3-96-15,0-2-160 0,-3 2 32 0,-2 2-28 16,-2 0-20-16,-6 8-68 0,-3 6 48 16,5 5-112-16,-9 6-76 0,0 10-88 0,4 3 12 15,-4 6-20-15,5 7 20 0,-2 3 24 16,5 3 76-16,5-6 8 16,2 0-44-16,6-7-92 0,7-9 92 0,0-3 8 0,3-7 12 0,5-6-48 15,1-2-28-15,2-4-32 0,-3-7-76 16,5 0-96-16,-6-3-120 0,5 0-148 15,0 1 0-15,0-4 12 0,4 0 36 0,0-4-48 16,0 1-36-16,0-6-28 16,4-2-48-16,-5 3 36 0,2-5 24 0,2-6 60 15,1 0-12-15,1-6 0 0,-2-5-28 16,5-4-120 0,-4-4 44-16,4-1-116 0,-4-5-132 15,-4-1 32-15,3 1 120 0,-6 0 196 16,-1 2 96-16,0 1 176 0,-4 6 4 15,0 0 108-15,-1 7 120 0,-3 6 36 16,-4 0 104-16,0 2 48 0,0 8 0 16,0-1 52-16,-4 3-156 0,-3 4-88 0,3 3-12 15,-8 3-152-15,0 0-56 16,-4 9 72-16,-4 7 36 0,-4 3-48 16,0 7-64-16,-3 2 0 0,-6 4-76 0,6-3-84 15,-5 2-180-15,4-2-236 16,0-4-240-16,4-3-156 0,0 1-836 0,8-4-1065 15,-8-3-2615-15</inkml:trace>
  <inkml:trace contextRef="#ctx0" brushRef="#br0" timeOffset="160112.8">18196 6242 1172 0,'0'0'2612'16,"0"0"-1284"-16,0 0 3460 0,0 0-2779 0,47 80-537 15,-34-62-408-15,2 8-140 0,6-4-4 16,3 3-360-16,-1 4-248 0,5-1-200 15,0-2 160-15,0 0-148 0,4-1-124 16,-4-6-68-16,0-4-304 0,0-2-276 0,-4-3-372 16,0-1-408-16,-5-3-624 15,-3-3-1989-15,0-3-1535 0</inkml:trace>
  <inkml:trace contextRef="#ctx0" brushRef="#br0" timeOffset="160613.685">19005 5594 4912 0,'0'0'844'0,"0"0"252"0,0 0 2985 0,0 0-2617 0,0 0-124 15,0 0-188-15,0 0 44 0,16 79-44 16,-12-56-236-16,-4 3-140 15,4-1-112 1,0 3-52-16,-1 1-76 0,1-1-72 0,0 1-100 16,1 2-59-16,-1 1-61 0,-4 0-76 15,0 0-36-15,4 2-32 0,-4 8-16 16,0-1-72-16,0 10 120 0,0 0 16 0,-4 6-64 16,0 1 12-16,-5 1-84 15,5 5-12-15,-3 0-4 0,-1-1-8 16,-1 7-60-16,5-7 0 0,1 1 12 0,3-10 56 15,0-10-100-15,0-5-136 0,3-9-52 16,5-3-157-16,1-8-123 0,-1-4-76 16,-1-2 64-16,2-4-16 0,-5-2-64 15,0-4-388-15,0-3-648 0,-1 0-584 16,1 0-857-16,0-5-2371 0</inkml:trace>
  <inkml:trace contextRef="#ctx0" brushRef="#br0" timeOffset="161324.691">19630 6096 220 0,'0'0'9960'15,"0"0"-7531"-15,0 0-557 0,0 0-660 16,0 0 276-16,0 0-224 0,0 0-204 16,80 40-204-16,-48-29-212 0,3 1-132 0,10-2-111 15,-2-4-37-15,5 0-84 16,-4-6-100 0,4 0-96-16,-1 0-48 0,-2 0-36 15,-6-6-108-15,-3 0-232 0,-4 0-277 16,-8-1-187-16,0 1-136 0,-8 3-348 15,-5-1-1180-15,-2 1-2937 0,-9 3-3691 0</inkml:trace>
  <inkml:trace contextRef="#ctx0" brushRef="#br0" timeOffset="161534.493">19770 6381 5348 0,'0'0'6889'0,"0"0"-5001"0,0 0-420 16,0 0-328-16,0 0 176 16,0 0-232-16,80 13-176 0,-48-10-356 0,-1 0-188 15,9 1-156-15,0-4-52 0,-5 3-156 16,6-3-132-16,-2 0-220 0,-3 3-296 16,0-3-248-16,-4 3-408 0,-1 3-1008 15,-6-3-3165-15,6 7-4679 0</inkml:trace>
  <inkml:trace contextRef="#ctx0" brushRef="#br0" timeOffset="164371.146">21618 5136 5136 0,'0'0'536'0,"0"0"4048"0,0 0-3371 15,0 67-365-15,4-35-96 0,0 10-12 0,-4 5 120 0,0 7-40 0,0 6-228 16,0 5-152-16,-11 0-140 15,-2 6-112-15,-2-1-64 0,-6-4-36 0,6-6-88 16,-2-3-152 0,10-9-408-16,3-3-220 0,4-10-88 15,4-7-604-15,0-9-1401 0,7-2-3491 0</inkml:trace>
  <inkml:trace contextRef="#ctx0" brushRef="#br0" timeOffset="164754.267">22013 5397 10316 0,'0'0'2365'0,"0"0"-1065"0,0 0-752 0,8 73 308 15,-4-40 564-15,-4 4-116 0,0 8-428 16,0 2-288-16,0 1-184 16,-4 3 144-16,0-1 172 0,4 4-320 0,-4-3-204 0,-5-1-27 15,5 2-117-15,-3-8 8 16,-1 1-60-16,0-5 0 0,0-4-4 15,4-8 0-15,0-2-68 0,0-7-88 0,4-3-157 16,0-6-47-16,0-1-136 16,0-6-208-16,0 0-40 0,0-3-28 0,0 0-312 15,4 0-528 1,0-6-684-16,-4-3-897 0,4-8-1391 0</inkml:trace>
  <inkml:trace contextRef="#ctx0" brushRef="#br0" timeOffset="165066.377">22017 5492 8808 0,'0'0'1976'16,"0"0"-599"-16,0 0-585 0,0 0 152 16,0 0-32-16,36-66-44 0,-25 56-312 0,-2 4-292 0,-1-1-116 15,3 5 64-15,-2-2 16 16,2 4-104-16,1 6-28 0,1 4 152 15,2 3 40-15,-2 6 44 0,2 0-36 0,-7 3-136 0,4-3-12 16,-8 0-12-16,0 0-24 0,-4-1-56 31,0 2-56-31,-8-1-72 16,-4 1-16-16,-8 2 16 0,-4-3-28 0,0 4-24 0,-4-4-108 16,0-7 32-16,1 1-120 15,3-7-16-15,4 0-96 0,4-6-92 16,4 0-256-16,4 0-64 0,0 0-412 0,5-9-852 15,-2 2-1005-15,1-8-1063 0</inkml:trace>
  <inkml:trace contextRef="#ctx0" brushRef="#br0" timeOffset="165401.693">22638 5111 1096 0,'0'0'9676'0,"0"0"-7559"0,0 0-1085 0,0 0-308 0,0 83 248 0,0-54 220 16,0 5-284-16,0 1-340 0,0 9-260 15,4 5-112-15,0 4 52 0,-4 5 108 16,0 2 0-16,0 4-136 0,-8-4-24 16,1 0-64-16,-6-3-124 0,-2 0-8 15,-2-6-8-15,-2-3-100 0,2-4-260 16,2-6-160-16,2-3-96 0,-2-7-256 0,2-2-324 16,2-3-544-16,3-7-1300 15,1-1-4197-15</inkml:trace>
  <inkml:trace contextRef="#ctx0" brushRef="#br0" timeOffset="166866.713">23291 5077 756 0,'0'0'7232'16,"0"0"-4628"-16,0 0-675 0,0 0-529 16,0 0-44-16,0 0 52 0,0 0-56 0,0 0-328 15,0 76-288-15,4-48-148 16,-4 1-100-16,5 6 36 0,-1 4 69 0,0 1-169 16,0 4-180-16,-4 1-124 0,4 3-24 15,-1 2-80-15,1-2-16 16,0 3 0-16,-4-4-52 0,0-1-20 0,0-2-120 0,-4-6 32 15,-3-3-92-15,7-4-101 16,-4-9-47-16,4-3-212 0,0-6-240 0,0-7-92 16,4-2-516-16,3-4-892 0,2 0-2313 0,3-10-2519 15</inkml:trace>
  <inkml:trace contextRef="#ctx0" brushRef="#br0" timeOffset="167635.179">24161 5203 1148 0,'0'0'1668'16,"0"0"3848"-16,0 0-2711 0,0 0-1201 0,0 0-864 16,0 0-168-16,0 0 240 0,0 0 168 15,0 0-212-15,0 0-256 0,-48 4-140 16,27 18 76-16,2 6-68 0,-1 7-84 0,0 9-48 15,0 1 48-15,4 3-16 0,0 0 4 16,4-4 8-16,4-4 52 0,4-1 8 16,4-7-60-16,0-7-84 0,4-2-76 0,4-7-8 15,4-1-40-15,-4-4-84 16,4-2 0-16,0-4-84 0,0 2-100 0,-1-3-36 16,2-4 4-1,-2 0-40-15,6 0 0 0,-6-7-4 16,6 1-20-16,-2-4 12 0,2-3-76 15,-2-2 72-15,5-4 40 0,-4-1-16 0,8-5-12 16,-4-4-24-16,4-2 76 0,0-7-292 16,0-4-576-16,0-2 72 15,4-1-160-15,-4-2 4 0,-5 0 184 0,5-1 232 0,-7 7 111 16,-2-1 633-16,-7 11 244 16,-4-2 493-16,1 11 59 0,-5 3 124 15,-5 7-28-15,-3 2-144 0,0 4-244 16,-8 6-204-16,-3 0-12 0,-2 9 320 15,-3 7-12-15,-4 6-160 0,-4 7-76 0,1 6-40 16,-1 0-96-16,-4 3 8 0,0-3-56 0,4-1-132 16,-3 2-44-16,3-9-48 0,4 3-40 0,0-5-344 0,0-3-348 15,8-3-316-15,4-3-704 16,5-5-2109 0,2-3-2107-16</inkml:trace>
  <inkml:trace contextRef="#ctx0" brushRef="#br0" timeOffset="167822.525">24064 5461 1356 0,'0'0'6492'15,"0"0"-4316"-15,0 0-963 0,0 0-225 0,0 0 392 0,97 67-24 16,-74-48-312-16,1 6-428 0,8 1-204 0,-4-4-112 16,8 3-40-16,-5-6-200 15,1-3-60-15,-4 0-360 0,0-7-188 0,0-3-156 0,0-2 4 16,-4-2-224-16,-4-2-588 0,0 0-1213 15,4-8-2567-15</inkml:trace>
  <inkml:trace contextRef="#ctx0" brushRef="#br0" timeOffset="168142.646">24874 4886 3268 0,'0'0'1096'0,"0"0"5793"0,0 0-4509 0,0 0-808 16,-4 70-512-16,-1-38-40 0,-3 6 180 15,1 9-276-15,-1 4-188 0,-1 6-104 0,-2 7-132 16,-1 0-24-16,0 5-87 0,-8-2-89 15,0 3-116-15,0-4-40 0,-8-5-144 16,5-5-56-16,-1-7-16 0,3-5-148 16,2-6-168-16,3-6-181 15,4-7-199-15,3-2-100 0,5-4-112 16,1 0-404-16,3-7-380 0,0-3-1140 0,0 1-3901 0</inkml:trace>
  <inkml:trace contextRef="#ctx0" brushRef="#br0" timeOffset="169159.583">21093 6359 380 0,'0'0'5748'0,"0"0"-3528"0,0 0-728 0,0 0-47 15,0 0 55-15,0 0-352 16,0 0-236-16,0 0-144 0,87 26-52 16,-55-23-52-16,4-3-80 0,0 0-128 0,8 3-36 15,-1-3 0-15,1 0-112 0,4 0-76 16,4 0-172-16,-5 0 52 0,6 0-52 16,-1 0 16-16,-1-3-64 0,1 3-4 15,4-3 76-15,0 3-36 0,-1-4-48 0,8 4-4 16,1-3 0-16,1 0-4 0,6 0-88 15,4 3-16-15,2-3 28 0,2 0-64 16,5 0 0-16,0-1-108 0,0 1 156 0,-1 0 52 16,4 3-136-16,1-3 48 15,-4 0-88-15,3-1 40 0,5 1 12 0,-5 3 24 16,1-4-128-16,4 2 28 0,0 2-24 16,-1 0 96-16,1 0 52 0,-4 0 0 0,0 0 48 15,-1 0 28-15,0 0-52 0,1 0 0 16,0 0-104-16,0 0 76 0,3 0-32 15,-3 0-28-15,0 0-92 0,-1 0-212 16,-3 0-64-16,-4 0-156 16,-5 0-16-16,-3 0 64 15,-8 0 152-15,-9 0-289 0,-7 0 505 0,-8 0 140 16,-4 0-112-16,-16 0-80 0,-4 2-416 16,-12-2-588-16,0 0-364 0,-4 0-656 0,-8 0-600 15</inkml:trace>
  <inkml:trace contextRef="#ctx0" brushRef="#br0" timeOffset="169931.254">21905 6613 2996 0,'0'0'560'16,"0"0"8377"-16,0 0-6709 16,0 0-896-16,0 0-412 15,0 0 108-15,0 76-40 0,4-54-132 0,-4 8-84 16,9-2-248-16,-6 7-112 0,5-4-71 0,-4 4-37 0,0 4 0 15,5 5-76-15,-9 0-8 0,0 8-28 16,0-2-108-16,0 1-80 0,-9-1-4 0,-3-5-56 16,1 2-4-16,2-5-36 0,-3-7-36 15,5-4-40-15,3-5-20 0,-1 0-16 16,1-7-44-16,4-1-53 0,-4-1-59 16,4-5 44-16,0 4-92 15,0-7-100-15,4 1-200 0,5 0-368 16,-5-4-484-16,7-6-472 0,-7 3-924 0,13-3-2505 15</inkml:trace>
  <inkml:trace contextRef="#ctx0" brushRef="#br0" timeOffset="170453.109">22563 6877 7220 0,'0'0'4005'0,"0"0"-2069"0,0 0-552 0,0 0-276 0,0 0 0 16,32 82-300-16,-24-50-104 0,-1 3 12 0,-3 3-80 15,0 9-208-15,1 5-96 0,-5 2 8 16,4 6 208-16,-4-1 205 0,0 2-325 0,-4-4-188 31,-5-3-156-31,1 1-40 0,1-11-44 16,-1 1-72-16,-1-8-36 0,2 2-36 16,3-7-40-16,4-4 16 0,-4-6-173 15,4-3-11-15,0-3-100 0,0-7 28 0,0 1-116 16,0-6-84-16,0-4-152 0,4 0-420 15,-4 0-320-15,7-7-720 0,-3-2-709 16,0-11-1611-16</inkml:trace>
  <inkml:trace contextRef="#ctx0" brushRef="#br0" timeOffset="170843.183">22631 7010 7856 0,'0'0'2268'15,"0"0"-1636"-15,0 0-568 16,0 0 413-16,-8-79 627 0,8 63 224 0,8 4-288 16,3-2-384-1,-3 2-220-15,4 2 60 0,4 2 188 0,-4-6-24 16,4 4 56-16,0 1-136 0,0 0-52 16,0 2-176-16,3 1-68 0,-2-1-100 15,3 1-100-15,-1 3-80 0,2 0-4 16,-6 3-8-16,5 0 4 0,1 0-4 15,-2 6 8-15,1 7 40 0,0 0 20 0,0 5 4 16,-4 1 8-16,3 4 24 0,-2 6-84 0,-6-1 0 16,-2 4-8-16,-5-1-4 0,0 4-8 15,-4 0-4-15,-4-3 0 0,-4 3 0 16,-8-6-48-16,-1-1 60 0,-2-6 12 16,3 0 96-16,-7-3 16 0,2-6-4 0,1 0-20 15,-4-4-32-15,1-2-68 0,2 0-96 16,-3-7-260-16,5 0-204 0,-1 0-76 0,3-7-176 15,-2 0-460-15,-1-2-832 0,8 3-2557 16,-4-10-3907-16</inkml:trace>
  <inkml:trace contextRef="#ctx0" brushRef="#br0" timeOffset="171745.678">23443 7845 6400 0,'0'0'1664'0,"0"0"-912"0,0 0-428 16,0 0 1601 0,0 0-233-16,0 0-532 0,0 0-436 0,0 0-44 15,0 0-76-15,0 0-48 0,4-41-196 0,0 25-60 16,1 0-76-16,-2-6-124 0,5-3-100 15,0-7-92-15,4 0-104 0,0-3 192 16,4-3-64-16,-4 0-32 0,3-4 108 16,-2 1-8-16,2-2 76 0,-2 1-72 15,2 3 68-15,-2-1 64 0,2 1-72 0,2-1 12 16,-2-2-68-16,2 3 16 0,2-1-24 16,5 1-4-16,0 1-8 0,0 0-176 15,-1 6 4-15,-2 7 32 0,-1 5 40 16,-5 8 64-16,-2 2 48 0,-5 7 4 15,3 1 68-15,-2 2 56 0,-5 0-56 16,3 0-60-16,-3 2 64 0,4 4 12 0,-4 8 172 16,1 2-48-16,-1 3-88 15,-1 6-40-15,-3 0-8 0,0 8-76 16,0 2 112-16,0 2-100 0,0 3 72 16,-3 6 16-16,-1 1 0 0,-5-2-40 15,1 3 4-15,1-4 8 0,-6 0 40 0,5-2-64 16,1-8-48-16,-1 2-12 0,-1-8-36 0,5-3-76 15,0-3-88-15,1-6-72 0,3 0-96 16,0-2-80-16,0-8 12 0,0-1-52 0,7-2-32 16,-3 1-84-16,5-4-280 15,-1 0-416-15,-1-4-640 0,1 1-2357 16,1-6-2350-16</inkml:trace>
  <inkml:trace contextRef="#ctx0" brushRef="#br0" timeOffset="172715.662">24412 6950 4744 0,'0'0'5500'0,"0"0"-3455"16,0 0-753-16,0 0-64 0,0 0 196 0,0 0-140 16,0 0-468-16,0 0-272 0,0 0-100 15,0 0-4-15,0 0 24 0,-41 60-60 0,26-25-88 16,-2 4 12-16,2 5 112 0,-2 0 81 15,6 3-133-15,-5-5-172 0,8 0-44 0,0-9 8 16,4 0 0-16,4-8-20 0,0-2-16 16,0-4-12-16,8-3 0 15,-4 3 52-15,7-4-100 0,-2-2-36 0,-1-1-48 16,-1-5 8-16,2-7-8 0,3 0-220 0,3 0-72 16,5-7 88-16,-3 2-28 0,2-5-44 15,1-4-16-15,1 3 16 0,-2-8-64 0,1-1 60 16,-4-2-13-16,8-3-71 0,-4-7-28 15,4-4 76-15,-5-4-100 0,6-2-84 16,-1-5-28-16,-5 2-88 0,5-2 60 31,-7 3-64-31,-2 2 148 0,-2 4 296 0,-10 7 176 0,1 5 164 16,-4 3 232-16,0 8-108 0,-4 2-164 16,-8 8-40-16,4 0 28 15,-7 5-48-15,-6 0 48 0,1 10 48 0,-3 6 124 16,-5 7-12-16,-4 5-100 0,0 4 0 15,1-4-116-15,-2 5-56 0,10-5-100 16,-2-6-280-16,1 0-424 0,9-3-576 0,-2-3-1640 0,6-4-2121 16,7-2-263-16</inkml:trace>
  <inkml:trace contextRef="#ctx0" brushRef="#br0" timeOffset="172887.688">24412 7182 6756 0,'0'0'3960'16,"0"0"-2043"-16,0 0-125 0,0 0 140 15,83 76-156-15,-63-48-520 16,4 1-532-16,4 3-236 0,-5-1 0 0,1-5-52 16,4-1-192-16,-4-5-244 0,1-8-100 15,-2 1-288-15,1-7-220 0,4-4-124 16,0-2-212-16,0 0-652 0,-8-2-1264 16,3-11-3801-16</inkml:trace>
  <inkml:trace contextRef="#ctx0" brushRef="#br0" timeOffset="173132.885">25160 6903 7776 0,'0'0'4581'16,"0"0"-3213"-16,0 85-544 0,0-44 296 0,-7 10 536 15,3 3-372-15,-5 3-348 0,1 1-400 16,-3-1-204-16,-2-4-40 0,2 1-48 16,-1-3-60-16,0-7-88 0,0 1-88 15,0-7 0-15,4-5-8 0,0-8-280 0,4-3-696 16,4-10-348-16,4-2-400 0,4-7-600 16,3 0-2597-16,13-3-3091 0</inkml:trace>
  <inkml:trace contextRef="#ctx0" brushRef="#br0" timeOffset="173609.952">26096 6317 5764 0,'0'0'4088'16,"0"0"-1475"-16,0 0-753 0,0 0-900 16,0 0 160-16,0 0 112 0,0 0-268 0,0 0-300 0,0 0 36 15,105 36-88-15,-70-30-296 16,5 1-136-16,4-4-92 0,0-3-88 15,-1 3-4-15,1-3-68 0,-4 0-112 0,0 0-208 16,-4-3-268-16,-8 0-308 16,-1 0-416-16,-10-1-896 0,-6 1-2657 15,-11-3-3971-15</inkml:trace>
  <inkml:trace contextRef="#ctx0" brushRef="#br0" timeOffset="173794.493">26100 6486 1420 0,'0'0'11397'16,"0"0"-8605"-16,0 0-1104 0,0 0-364 15,0 0-96-15,0 0-80 0,88 36-404 0,-60-30-455 0,-4-3-177 16,4 0-112-16,0-1-228 16,0-2-293-16,4 5-271 15,0-3-188-15,3 2-556 0,-10-1-1440 0,10 0-4153 0</inkml:trace>
  <inkml:trace contextRef="#ctx0" brushRef="#br0" timeOffset="177638.474">28065 6147 628 0,'0'0'1800'15,"0"0"3228"-15,0 0-4340 0,0 0-568 0,0 0-44 16,0 0 636-16,0 0 348 0,35-67-27 15,-30 57-261-15,-5 1-208 0,0-1-92 32,4 4 104-32,-4-4 160 0,0 1-52 15,0-1-132-15,0 1-172 0,0-1-68 16,0-2-56-16,0 2-32 0,-4-2-48 0,-1 2-172 16,5-3-8-16,-3 1-112 0,-1-1 112 15,4 3-104-15,-4 1 48 0,4-1-52 16,-4 8 24-16,0-5 88 15,0 3 48-15,0 1 16 0,-8 3-52 0,0 0 136 0,0 0 104 0,-4 0-40 16,-4 3-64-16,1 8-12 0,-5 3-24 16,-1 3 36-16,1 4 16 15,-4 2 20-15,0 6 0 0,5-1 16 0,3 1 72 0,0-1 168 16,4 2-20-16,4-9-188 0,4-2-72 16,0-3-76-16,8-6-76 0,0-1 0 15,0-6-8-15,0 4-12 0,0-4-112 16,4 0 4-16,8-3-16 0,-4 3 12 0,8-3 4 15,0 0-52-15,8-3-88 0,-4-6-48 16,8-1-12 0,0 1-112-16,3-4 72 0,-3-4 12 15,4 3-36-15,0-3-4 0,-4-2-16 16,0 3 64-16,0-3 52 0,-5 0-28 0,1 3-64 16,-3 0 128-16,-6 4-104 15,1 2 256-15,-8 0 88 0,-4 8 12 16,0-1 188-16,-4 3 40 0,0 0 12 0,0 0 16 15,0 0-16-15,0 0-28 0,0 5 356 0,0 8-164 16,0-3-92-16,-4 6-12 0,0 3-4 16,0 0 16-16,0 3-28 0,1 0 52 0,-1 6-16 15,-5-2-60-15,1 6-64 16,4 3-24-16,-3 0 124 0,-1 0-76 0,-4 7-24 16,4-5 48-16,-5 4-36 0,2 1 12 15,-1 2 0 1,0-2-36-16,0 2-40 0,0-3-72 0,-4 5 28 15,4-6-28-15,-4 4 0 16,4-2 16 0,-4-4-80-16,8-2 76 0,-3 1-36 0,2-5 36 0,1 3 28 15,4-7 21-15,1 0-85 0,3-2 0 0,-4 0-48 16,4-8 8-16,0 2 52 0,0-5-48 16,0 2 0-16,0-5 36 0,0-2-48 0,4-1 0 15,-4 1 8-15,0-4-4 0,3 0 4 16,-3 0-4-16,0-2-4 0,4-1-4 0,-4 0-4 15,0-3-4-15,0 3 4 0,4-3-56 16,-4 0-32-16,0 0-49 16,0 0-123-16,0 0-48 0,0 0-124 0,0 0 16 0,4-6-264 15,-4-1-356-15,0-5-552 0,4 2-1424 0,-4-9-4989 16</inkml:trace>
  <inkml:trace contextRef="#ctx0" brushRef="#br1" timeOffset="199151.446">22412 4210 10136 0,'0'0'1805'15,"0"0"-501"-15,0 0-476 0,0 0 220 16,0 0 48-16,0 0-24 0,0 0-240 16,0 0-216-16,0 0-112 0,0 0-100 0,7 3-36 15,-7 7 72-15,-7 2-12 0,-2 10-160 16,-3 13-100-16,-12 7-156 0,1 6-12 15,-10 2-4-15,-3 4 0 0,5-4 0 16,-5-2-188-16,0-3-52 0,1-7-72 16,7-7-28-16,3-1 40 0,5-11 8 0,5-5 4 15,3-3 32-15,3-5-120 0,2-6-300 16,3 0-672-16,4-10-852 0,-4-2-632 16,4-10-1465-16,0 5 77 0,0-14 2852 0</inkml:trace>
  <inkml:trace contextRef="#ctx0" brushRef="#br1" timeOffset="199349.693">22009 4464 3088 0,'0'0'820'16,"0"0"4852"-16,0 0-4147 0,0 0-561 16,0 0-364-16,-80 85-268 0,69-52 24 15,-2-2 16 1,5 7 124-16,4-3 20 0,1 0 40 16,3 0 172-16,11-7-96 0,6-5-272 15,2-4-184-15,9-7-116 0,0-8 16 0,7-4-4 16,6-4-72-16,2-11-84 0,1-5-168 15,4-8-20-15,4-5-304 16,-1-4-128-16,1-4-192 0,-3-7-284 0,2-7-756 16,-3-1-981-16,-5-4-1899 15,-11 16 2308-15,13-23 1249 0</inkml:trace>
  <inkml:trace contextRef="#ctx0" brushRef="#br1" timeOffset="199784.585">23053 3742 1312 0,'0'0'2048'16,"0"0"1228"-16,0 0-1588 0,55-82-988 0,-42 60 232 16,-6 0-96-16,1 0 517 0,-4 5-241 0,-4 3-284 15,0 0-196-15,0 2-28 0,-4 2-100 16,4 0 52-16,-4 2-168 0,-3 1 8 16,3 0 28-16,-5 4-128 0,-3 3-60 15,-3 3 0-15,-9 11 8 16,-4 4 16-16,-12 14 96 0,-8 9 36 15,0 10 148-15,-3 0-112 16,6 3-52-16,6-3-132 0,7-10-124 0,17-10-120 16,6-8-104-16,9-11-104 0,0-2 0 15,9-4 40-15,6-2 80 0,5-4-156 16,3 0-172-16,5-6-60 0,9-5-28 0,-1-8 96 16,3 0 4-16,-3-3 132 0,0 0-4 0,-1 0 40 15,2 3 112-15,-9 0 116 0,-1 3-52 16,-3 3-16-16,-4 4-48 0,-8 6 124 15,-3 3 0-15,-5 0 360 0,-4 8-112 16,0 9 224-16,0 6-100 0,-4 8 32 0,-5 4-72 16,-3 9 64-16,1 6-92 0,-9 4 16 15,3 1-176-15,-2 3-32 16,-1-5-112-16,4-2-44 16,4-4-400-16,4-5-300 0,8-4-392 15,0-7-444-15,4-1-1072 0,3-12-1181 16,2-5-907-16,7-7-412 0</inkml:trace>
  <inkml:trace contextRef="#ctx0" brushRef="#br1" timeOffset="200455.626">24762 4388 4468 0,'0'0'9129'16,"0"0"-7117"-16,0 0-1268 0,0 0-420 16,0 0-124-16,0 0 220 0,0 0 312 0,0 0-348 0,0 0-136 15,-99 82-140-15,71-47-32 0,3 0-4 16,-3 7-60-16,-3-8 0 0,3 1-12 16,5-2-84-16,2-8-176 0,5-3-60 15,8-6 84-15,4-7-120 0,0-4-56 0,4 0-196 16,0-5-260-16,0 0-508 0,0-7-1160 15,4-10-2265-15,0 9-1399 0,0-21 5317 0</inkml:trace>
  <inkml:trace contextRef="#ctx0" brushRef="#br1" timeOffset="200671.045">24427 4486 1564 0,'0'0'6792'0,"0"0"-4604"0,0 0-1015 0,0 0-865 16,-88 73 244-16,73-50 696 0,2 2 144 15,6 0-168-15,7 0-244 0,3-3-308 16,10-3-304-16,6-6-280 0,9 4-88 16,0-9-112-16,8-2 12 0,5-1 88 15,2-5-124-15,5 0-172 0,-1-7-200 0,2-5-252 16,2-5 120-16,5-5-116 0,-8 0-152 16,3-7-428-16,-3 1-873 0,1-7 125 0,-6-6-540 0,4-1-1772 15,-14 7 3340-15,22-26 453 0</inkml:trace>
  <inkml:trace contextRef="#ctx0" brushRef="#br1" timeOffset="201139.313">25742 3709 4968 0,'0'0'900'0,"0"0"2628"0,0 0-2636 15,0 0-492-15,0 0 153 0,0 0 679 16,21-74 300-16,-18 65-420 0,-3-1-296 16,0 1-172-16,0 2-160 0,0 1 28 0,0 0-56 0,0 0-60 31,-8 1-88-31,-4 3-100 0,-4-2-96 0,-7 4 0 0,-5 4 72 16,-8 5 24-16,-9 7 36 0,2 7 0 0,-9 2 76 15,5 4 8-15,-2 3-48 0,10-4-96 16,7-6-64-16,8-4-108 0,16-4 0 15,3-9-12-15,5 2-84 16,5-3-196-16,15-1-24 16,4-3 0-16,11 0-88 0,6 0-88 0,2-7-36 15,6-5-60-15,-2-2 4 0,-4 2 40 0,-2-1 8 16,-9 1 112-16,-4 2 132 0,-9 3 168 16,-7 5 76-16,0 2 36 15,-8 0 236-15,-4 0 96 0,0 9 140 0,0 3 88 0,-4 11-140 16,-4 0-120-16,-8 8-92 0,4 7 40 15,-8 7 8-15,1 6 52 16,-2 3 36-16,5 3 24 0,-3-4-148 0,6 1-100 16,-2-2-120-16,3-2-364 0,0-6-348 15,0 0-188-15,0-2-228 0,-4-3-624 16,0-4-2456-16,0-14-5545 0</inkml:trace>
  <inkml:trace contextRef="#ctx0" brushRef="#br1" timeOffset="201973.5">23156 8575 11101 0,'0'0'5100'16,"0"0"-3936"-16,0 0-1164 15,0 0-300-15,0 0 300 0,0 0 388 0,0 0 268 16,0 0 144-16,0 0-12 0,0 0-300 0,0 0-148 15,68-25-20-15,-64 28-4 16,-4 4 12-16,4 8 257 0,0 4-101 16,0 7-156-16,-4-1-100 0,0 6-96 0,-4 1-132 15,0 4-48-15,-4-5-60 0,0 1 0 0,1-3-76 16,2-1-56-16,1-5-76 0,4-1 0 0,0-3-37 16,4-6-23-16,1-1 36 0,2 1 20 15,5-4-144-15,-4-2 24 16,4-1-36-16,-4-6-104 0,0 0-184 0,0 0-320 0,0-3-336 31,0-7-568-31,-1 1-589 0,-2-1-1719 16,-1-12-436-16</inkml:trace>
  <inkml:trace contextRef="#ctx0" brushRef="#br1" timeOffset="202340.796">23280 8334 5348 0,'0'0'2212'16,"0"0"1653"-16,0 0-2737 0,-80 7-588 0,52-1-96 15,-4 7 280-15,0 2 424 0,-4 1-128 0,5 6-444 0,-1-3-352 16,0 0-176-16,4 1-48 0,4-8-156 16,1 2-44-16,6-5 12 0,6-3 16 0,2 0 20 15,9-6-100-15,0 4-100 0,0-4-76 16,0 0-12-16,5 0 36 0,6 0-52 15,5-7-156-15,4-2-680 0,8-4-353 32,8-4-243-32,3 5 628 0,6-1 856 0,-2 0 404 0,5 4 340 15,-4 6 280-15,-4 1 444 0,0 2 412 16,-1 0 17 0,1 5-125-16,-3 2-224 0,-2 2-300 15,-3 1-228-15,0-1-148 0,-4 3-68 0,0-1 96 16,0 1-36-16,0-3-224 0,-1 5-236 15,1-5-104-15,0 1-268 0,4-1-236 16,-8 1-372-16,4-4-556 0,-4 0-1504 0,-9 1-4153 16,2-4 3177-16</inkml:trace>
  <inkml:trace contextRef="#ctx0" brushRef="#br1" timeOffset="202920.073">23379 9357 6216 0,'0'0'9081'0,"0"0"-7973"0,0 0-1108 0,0 0 0 0,0 0 88 15,84-42 288-15,-52 26-28 0,4 0-100 16,-1-3-248-16,6 0-64 0,-1 0-72 16,3 0-24-16,-7 0-40 0,0 3 76 15,-4 1 72-15,-9 2 52 0,-2 0 0 16,-5 3 0-16,-4 5-112 0,-1-2-36 16,-7 4 96-16,-4 3 52 0,0 0 76 0,-4 0 0 15,0 3 124-15,-7 6 12 0,3 4 124 16,-8 6-104-16,-1 6-32 0,2 7-188 15,-6 6 124-15,6 0 0 0,-5-3 52 16,8 4 44-16,0-4-8 0,0-3-128 0,8-5 4 16,0 5-28-16,1-6-60 0,-2-4 4 15,5 0-16-15,0-3-80 0,0-3-68 0,0-3-72 16,0-7-76-16,5 0-188 0,-2-2-188 16,1-4-148-16,0 0-152 0,4 0-624 15,-8 0-1517-15,4-4-3159 0</inkml:trace>
  <inkml:trace contextRef="#ctx0" brushRef="#br1" timeOffset="203070.088">23630 9601 12925 0,'0'0'2208'32,"0"0"-1176"-32,0 0-768 0,80-2 12 0,-48-3 212 15,8 3 104-15,-1-5-220 0,6 1-372 16,-2-1-276-16,5-2-380 0,-4-1-304 0,4-3-328 0,-16 4-984 15,15-4-2973-15</inkml:trace>
  <inkml:trace contextRef="#ctx0" brushRef="#br1" timeOffset="205027.012">28208 5873 716 0,'0'0'756'16,"0"0"4192"-16,0 0-2724 0,0 0-968 16,0 0-600-16,0 0 5 0,0 0 119 15,0 0-24-15,0 0-16 0,0 0-64 16,-48-41-132-16,48 38-192 0,-4 3-48 16,4 0 12-16,0-3 96 0,-3 3 128 15,-1-4 72-15,-4 4-28 0,-1 0-164 0,-2-2-76 16,-5-2 24-16,-4 4-36 0,0 0-48 15,0 0-52-15,-8 0-48 0,4 0-24 16,-8 0-16-16,4 0 28 0,-3 4-48 0,-1 2 68 16,0 3-20-16,8 1-12 0,0-1-160 15,-4 7-8-15,5 3 8 0,-5 1 120 16,3 5-36-16,-6 4-76 0,3 2 0 0,4 4 56 0,-1 0-4 16,6-7 0-16,7-3 48 0,4-6-60 31,4-2 40-31,4-7 21 0,8-4 243 0,4-3-172 0,8 3-104 0,4-6-28 31,8 0-48-31,3 0-60 0,10-6-64 0,-6-3-104 16,5-4 32-16,-4-1-25 0,4 0-31 15,-5-5 44-15,2 0-36 0,-2-1 48 0,-3 1-72 16,0-6 48-16,0 2-48 0,-4 1 24 0,-4 0 36 16,-1 3 0-16,-3-4 84 0,0 4-12 15,-3-3-84-15,-6 6-76 16,1 1 184-16,-4 2-20 0,-4 3 116 0,0 1-56 15,0-1 72-15,-4 4 8 0,4 3 92 16,-4 0 36-16,-4-1 48 16,3 1 60-16,2 3 4 0,-5 0-40 0,0 0-24 0,0 0-36 15,0 0-28-15,4 0-56 16,-4 0-16-16,0 0-36 0,0 0 28 0,0 0-40 0,0 7 0 16,-4 2 256-16,4 7-12 0,-5 0-60 15,2 3-76-15,-1-3-8 0,4 3-4 16,-4-1-36-16,0 1-48 0,4 0 0 0,-8 4 60 15,4 3-60-15,-4-1 84 0,0 4 16 16,-4 2-28-16,0 4-24 0,-4 7 12 16,-4 5-12-1,-4 1-48-15,1 2 40 0,-1 5-12 16,-4-2-40-16,4-1-88 0,-4 1 40 16,4-2 36-16,0 3 12 0,4-3 8 15,4-3 40-15,0-1 40 0,5-3-88 16,2-2 0-16,5-7-88 0,0-6-116 15,4-4-52-15,0-3 84 0,0-3-20 0,4-3 56 16,4-4-48-16,1 1 28 0,-2-2 68 0,1-6-32 16,0 1-52-16,0 1-36 0,0-4-12 15,0-3-76-15,1 0 4 0,-6 0-228 0,5 0-408 16,0-7-408-16,0 1-312 16,4-2-608-16,-4 1-1705 0,3-13-1403 0</inkml:trace>
  <inkml:trace contextRef="#ctx0" brushRef="#br1" timeOffset="205533.868">28647 6522 7416 0,'0'0'5509'0,"0"0"-2821"0,0 0-912 0,0 0-1092 0,0 0-92 16,0 0 156-16,0 0 60 0,0 0-236 16,0 0-180-16,0 0-100 0,0 0-148 15,-8 0-144-15,8 0-84 0,0 0-72 16,0 0-188-16,0-5-204 0,0-1-320 16,4 0-336-16,3 0-632 0,-3-1-1372 15,13-5-3225-15,-41 54-507 0</inkml:trace>
  <inkml:trace contextRef="#ctx0" brushRef="#br1" timeOffset="206029.779">29547 6153 1136 0,'0'0'11473'0,"0"0"-10769"0,24-69-704 0,-16 42 0 0,-4-1 712 16,0 3 352-16,-4 2 268 0,0 8-324 15,0 2-436-15,-8 7-200 0,0 2 8 0,-4 4 124 16,-4 0-196-16,-12 4-64 16,-8 12-48-16,-3 6-24 0,-13 6 12 15,-4 4-40-15,-4 7-8 0,5-1-64 0,7-4-60 16,12 1 72-16,16-10 40 0,8-2-12 16,12-5-112-16,4-2-96 0,12-3 40 15,4-7 52-15,11 0 4 0,5-6-232 0,8 0-108 16,9-6-140-16,2-9-48 15,4-1 28-15,-7-3-44 0,1-1 36 16,-10 5 124-16,-7-4 48 16,-1 6 212-16,-10 1 124 0,-5 2 68 15,-9 7 56-15,-3 3 12 0,-8 0 64 16,0 3 172-16,0 13 36 0,-4 3 84 0,-7 6-48 16,-1 7-212-16,0 7-84 15,-8 5-16-15,4 0 64 0,-4 6-96 16,4 5 108-16,-4 2 48 0,1-3 12 0,-2 3 0 15,1-6-72-15,5 0-40 0,-2-7-32 16,6-6-28-16,3-3-92 0,-1-7-4 0,5-3-84 16,1-6-112-16,3-2-48 0,0-7-48 0,0-4-48 15,0 0-16-15,3-6-96 0,1 0-112 16,0 0-212-16,9-3-316 0,-6-3-360 16,1-4-484-16,5 1-712 0,2-14-2845 15</inkml:trace>
  <inkml:trace contextRef="#ctx0" brushRef="#br1" timeOffset="206242.413">30009 6484 8372 0,'0'0'7909'16,"0"0"-6229"-16,0 0-1520 0,0 0-152 0,100-11 176 15,-68 8-12-15,-9 0-172 0,5 3-120 0,-7 0-412 16,-5 0-164-16,-4 0-228 16,-5 3-464-16,1 0-836 0,-3 1-2141 0,-5-4-1915 15,-9 3 6272-15</inkml:trace>
  <inkml:trace contextRef="#ctx0" brushRef="#br1" timeOffset="206383.791">29930 6594 980 0,'0'0'11805'0,"0"0"-9181"0,0 0-1352 0,0 0-140 0,0 0 224 0,0 0-244 0,0 0-476 16,84 23-404-16,-52-23-232 15,3 0-292-15,5-7-208 16,-4 1-456-16,3-4-584 16,-6 4-1264-16,6-7-2857 0</inkml:trace>
  <inkml:trace contextRef="#ctx0" brushRef="#br1" timeOffset="206912.664">31180 6334 11129 0,'0'0'4076'0,"0"0"-4076"0,0 0-1200 0,0 0 472 16,-91-61 728-16,67 52 1348 15,-4 6 304-15,1-1-604 0,-5 4-592 16,0 4-220-16,-8 8-36 0,0 1 120 16,-4 6 108-16,5 4 140 0,-2-4-164 0,2 6-160 15,7-3-60-15,8 3-28 0,3 4-8 16,10-4-4-16,3 5 28 0,8-2-36 0,0 0-40 16,16 1-48-16,0 2-44 0,3 2-4 15,9-1-84-15,0 1-64 0,0 0-84 16,4-1-180-16,-4-4-4 0,-4 0-60 15,0 1 32-15,-4-4-24 0,0-2 0 0,-9-2-28 16,2 2 124-16,-9-7 192 0,0-3 180 16,-4-4 152-16,0 4 32 0,-4-6 188 15,-4 2-12-15,-4-3-212 0,0 0-48 16,-4-2 12-16,0-1-108 0,-4 1 36 0,4-4-40 16,-4 0-148-16,5 0-36 0,-2-7 32 0,1 0-8 15,4-2 100-15,1 0 60 0,2-1 100 16,1-3 196-16,5 1 96 15,3-1-72-15,0-3-72 0,3-1 32 0,10-2-20 16,2-2 68-16,6-5-328 0,7 1-48 16,3-3-552-1,9-7 24-15,0 0 144 0,8-3 12 16,4-4-436-16,-1 4-16 0,5 0-252 0,0 3-648 16,-5 1 452-16,1 4 23 0,-4-1-399 15,-4 2-888-15,-5 1-2280 0,-7 5 4628 16,9-8-116-16</inkml:trace>
  <inkml:trace contextRef="#ctx0" brushRef="#br1" timeOffset="207249.897">31954 6070 4608 0,'0'0'3044'16,"0"0"3105"-16,0 0-4065 0,0 0-572 15,-56 93-212-15,36-59 12 0,-4 4-176 0,4 7-359 16,-8 6-193-16,4 3-76 0,-4 3-136 0,-3 6-140 15,-1 1-124-15,0 2-104 0,-4-5-4 0,4-1-60 16,8-6-208-16,4-3-188 16,5-6-104-16,2-4-157 0,9-3-147 0,0-4-184 0,4-11-1120 15,0 12-3752-15</inkml:trace>
  <inkml:trace contextRef="#ctx0" brushRef="#br1" timeOffset="213904.162">32217 6372 2980 0,'0'0'1536'0,"0"0"3332"0,0 0-2967 0,0 0-709 15,0 0-80-15,0 0 80 0,0 0-24 16,0 0-424-16,0 0-148 0,0 0-224 0,87 63-184 16,-59-50-52-16,0 0-24 0,0-1-28 15,0 1 40-15,-1 0-12 16,1 3-24-16,-4-3-40 0,-3 0 12 0,-2-4 4 16,-3-3-64-16,-4 4-48 15,-3-4-48-15,-6-3-40 0,1 3-64 0,-4 1-32 16,0 2 32-16,-4 1 128 0,-4 2-40 0,-8 4 112 15,-4 1 0-15,-3 1 12 16,-5 4 48-16,-4-3-8 0,-5 4-52 16,2-4 4-16,3 0-4 0,-4 0-4 0,1 0-184 15,7-6-84-15,0 2 72 0,3-1-236 16,6-2-204-16,3-3-240 16,-5 2-324-16,10-3-288 0,-1-1-205 0,4 0-683 0,0-4-1872 15</inkml:trace>
  <inkml:trace contextRef="#ctx0" brushRef="#br1" timeOffset="214422.889">32763 6486 1160 0,'0'0'7936'0,"0"0"-5339"0,0 0-1205 0,0 0-196 16,0 0-132-16,0 0-156 15,79 19-236-15,-71-15-412 0,4-2-156 16,-8 2-104-16,-4-2-72 0,0 3 72 0,0-3 172 15,-4 5 16-15,-8-2-188 16,0 6 0-16,-3-5 0 0,-2 4 48 0,-2-1-44 16,-5-3 8-16,3 1 64 0,6-1 36 15,-1-3-40-15,8 0-64 0,4 0-8 16,0-3-8-16,4 4-152 0,0 2-40 16,0 1 40-16,0 2-88 0,0 4-28 15,4 2 88-15,4 1 188 0,-1 0 24 0,6 1-24 16,-5 2 0-16,-1-5 60 0,1 6-8 0,1 2-52 15,-5-3-8-15,-4 3 8 16,0 1 48-16,0-4 16 0,0 4-64 0,-8-1 0 16,-5-4-88-16,6 1-36 0,-5-3-64 0,0 0 64 31,0-3 60-31,-4-4 56 0,4-2-144 0,-4-1 64 16,4-3-64-16,4-3 52 0,0 0-52 0,0 0-160 0,0-3-344 0,4-3-984 15,4-4-2253 1,0-2-1839-16</inkml:trace>
  <inkml:trace contextRef="#ctx0" brushRef="#br1" timeOffset="-214588.013">33364 6245 1616 0,'0'0'236'0,"0"0"208"16,0 0 2528-16,0 0-176 0,0 0-736 0,0 0-783 0,0 0 79 15,0 0-68-15,0 0-136 0,0 0-236 16,0 0-200-16,-44 83 4 0,28-58-12 0,-3 7-116 16,-5 0-100-16,-1 5-100 0,-3 8-64 15,-3 3-56-15,-5 2 32 0,-4 5 72 16,-4-2 16-16,1 1-188 0,-1-3-104 15,4-2-52 1,4-5 0-16,8-6-40 0,12-4 4 0,4-5-4 16,4-7 41-16,8-3-41 15,0-3 64-15,4-3-72 0,4-3 0 16,12-2-145-16,-4-4-39 0,11-4-204 0,5 0 0 16,5-4 8-16,3-4-24 0,3-5-60 15,1-4 12-15,-4 1 44 0,-1 2 176 16,-7-10 144-16,0 6 88 0,-8-5 96 0,-3-2 12 15,-1 2-108-15,-12 4 64 0,-1 0-4 16,-7 5 236-16,0 3-12 0,-11 1-188 0,-10 4-84 16,-3 3-12-16,-8 0-8 0,-3 3-64 15,-5 0-40-15,0 6 4 16,0 4-312-16,-3 0-332 0,-2-1-564 0,6 3-496 16,7-1-952-16,-12 1-3549 0</inkml:trace>
  <inkml:trace contextRef="#ctx0" brushRef="#br1" timeOffset="-211756.013">17096 7188 1384 0,'0'0'168'15,"0"0"8312"-15,0 0-6907 0,0 0-753 16,0 0-168-16,0 0 328 0,0 0 260 0,0 0-120 16,0 0-112-16,80 9-300 0,-52-6-216 0,0-3-108 15,4 0-52-15,4 0-40 0,-1 0-36 0,9 0-48 16,0-3-12-16,3 3-60 0,2 0-68 31,7 0-68-31,7 0-72 0,5 0-12 0,7 0-64 16,1 0-24-16,8 0 12 0,-8 0-144 15,4 0-40-15,-5 0-24 16,-8 0-16-16,-3-3-84 0,-4 3-76 0,-16-3-216 0,0 0-460 16,-16 3-728-16,-8-3-1237 15,-5 0-2539-15</inkml:trace>
  <inkml:trace contextRef="#ctx0" brushRef="#br1" timeOffset="-211084.384">17622 8191 5976 0,'0'0'2884'16,"0"0"-1632"-16,0 0-968 0,0 0-64 16,12-66 40-16,-4 47-131 0,-4-7 579 15,0 3 280-15,0-2-592 0,0-3-308 16,-1 2 116-16,2-2 100 0,-1 0 104 0,0-5 112 0,0 1 72 0,0 4-228 16,-4-7-76-16,4 7-112 15,-1-4-124-15,2 1-4 0,-1-1-20 0,4 6-28 16,-4-2-52-16,3 2-124 0,2 4 40 15,3 6 48-15,-5-1 0 16,1 9 0-16,1-2 80 0,-1 3-68 0,3 4 12 0,-2 3-48 16,2 0-52-16,6 0-24 0,-2 0 8 15,2 0 4-15,2 3-40 0,1 1-24 16,4-1 88-16,-1 3 0 0,2 4 144 16,-5-3 8-1,-1 5 64-15,1 1 100 0,1 3 128 16,-10-1-104-16,6 5-84 0,-6 1 8 0,-3 5-112 0,-4-1-4 15,1 4-8-15,-5 0 4 0,0-1-68 0,0 4 0 16,-5-1-24-16,1-1 36 0,-4-2 0 16,4-2 64-16,1-7 0 0,-1 0 52 31,0-4 100-31,4-2-28 0,0-4-124 16,0-2-76-16,0-1-76 0,4-6-240 0,0 0-180 15,-1 0-360-15,1 0-288 0,0 0-717 16,0-3-1323-16,-4-3-1788 0</inkml:trace>
  <inkml:trace contextRef="#ctx0" brushRef="#br1" timeOffset="-209582.798">18045 8553 5804 0,'0'0'1408'0,"0"0"1596"0,0 0-2588 0,0 0-264 16,0 0-152-16,0 0 441 0,0 0 611 16,0 0-196-16,0 0-284 0,0 0-264 15,0 0-80-15,3-54-64 0,1 52-112 16,0-2 540-16,-4 1-12 0,0 0 52 16,0-1-196-16,0 1-64 0,0-1-72 0,0-1-100 15,-4 2-40-15,4-1-12 0,-4 2-60 16,4-3-28-16,-3-1 4 15,3 6-52-15,-4 0 60 0,0 0 4 0,0 0-28 16,-5 0 200-16,2 0 72 0,-10 6-160 16,2 5-64-16,-2-3-32 0,-6 9-52 0,3-2 44 0,-4 8-56 15,-4-1-12 1,0 7 0-16,-4 6-88 0,0-1-56 16,-4 8-104-16,5-1 0 0,3 4 136 0,3-4 40 15,6-4 84-15,7-1 48 16,4-8 112-16,8 1-84 0,0-10 32 0,4 0-20 15,12-3 24-15,0-7 36 0,4-2-88 0,4-3-60 16,0-4-4-16,8 0-72 0,4 0 64 16,-4-7-148-16,3-3 0 0,-3 4-136 15,4-7 40-15,-4 4 8 0,-4-4-52 0,-4 3-160 16,0-2-60-16,-1 2-76 0,-7-3-4 16,0 4 32-16,-8 0-152 0,0-1-364 15,-4-3-752-15,0 4-1165 0,-4-7-2331 16</inkml:trace>
  <inkml:trace contextRef="#ctx0" brushRef="#br1" timeOffset="-209226.904">17790 8820 10104 0,'0'0'2893'0,"0"0"-1153"15,0 0-756-15,0 0-340 0,0 0 228 16,0 0-56-16,0 0-272 0,0 0-320 0,79-3-224 15,-51-4 0-15,0 1-248 16,0-1-136-16,-4-2-320 0,-5 0-204 0,2 2-200 16,-10 1-356-1,-2 0-428-15,-1 2-425 0,-8 1-187 0,0 3 708 0,0 0 1080 16,0 0 716-16,0 0 1028 0,-4 0 392 16,0 3-84-16,4 1-208 0,-4-1-248 15,4 0 9-15,0 0-93 0,0 3-144 16,4 7-104-16,0-4 48 0,0 7 52 0,3-3 56 15,-3 6-64-15,5-2-208 16,-5 1-184-16,3 5-48 0,-3-5-124 16,4 2-68-16,-4-1 84 0,1 0-92 15,-2-4-124-15,-3 4-4 0,4-3-184 0,-4 0-392 16,0-4-304-16,0 2-692 0,0-5-1541 31,0 1-3023-31</inkml:trace>
  <inkml:trace contextRef="#ctx0" brushRef="#br1" timeOffset="-204745.688">15960 6111 1356 0,'0'0'144'16,"0"0"5388"-1,0 0-2628-15,0 0-611 0,0 0-721 16,0 0-68-16,0 0-156 0,0 0-168 16,0 0-180-16,0 0-240 0,28 17-100 0,-20-11-72 15,5 7-56-15,2-4-19 0,5 4-89 16,1 3-120-16,2-4-88 0,1 4-56 15,0-3-40-15,4 0-72 0,-4 0-48 0,-1-1 0 16,1-3-4-16,-3 2-56 0,-6-3-12 16,-2-2-60-16,-6 1 8 0,1-1 4 0,-4-2 0 15,1 3-28-15,-5-5 4 0,0 2-64 16,0 2 40-16,-5-4 59 0,-3 5 33 16,-3 3 4-16,-6 0 12 0,-2 2-72 0,-9 1-76 15,-4 6-12-15,-5 0-12 0,-2 7 136 16,-1-1 24-16,-4 1 20 0,1-1-80 15,7-6 80-15,4 0 52 0,4-7 8 16,8-2-8 0,8-4-92-16,8-6-236 0,0 3-224 15,4-3-172-15,4 0-328 0,4 0-624 0,4-3-468 16,4-6-700-16,8-1-1861 0,-5 4-679 16,9-7 4533-16</inkml:trace>
  <inkml:trace contextRef="#ctx0" brushRef="#br1" timeOffset="-204547.46">16164 6517 692 0,'0'0'1616'0,"0"0"3812"0,0 0-4536 0,0 0-448 16,0 0-72-16,0 0 340 0,0 0 437 16,0 0-325-16,0 0-212 0,0 0-76 15,-44 33-88-15,24-17-56 0,-4-1 40 16,-4 1 200-16,0 4 132 0,0-2-196 16,-4 1 8-16,1 0-44 0,3 0-272 15,-4-6-260-15,9 4-308 0,-5-5-416 0,0-3-116 0,4 4 124 16,-4-6-508-16,11-1-1244 15,-10-3-3881-15</inkml:trace>
  <inkml:trace contextRef="#ctx0" brushRef="#br1" timeOffset="-203744.344">15251 6016 352 0,'0'0'220'16,"0"0"9576"-16,0 0-7687 16,0 0-985-16,0 0-440 0,0 0 64 15,84-6 196-15,-64 3-80 0,4 0-140 16,-4-1-232-16,0 4-168 0,-8-3-216 0,-1 3-104 16,-2 0-4-16,-1 0-4 15,-8 0-4-15,0 0-64 0,0 3-64 16,0 1-12-16,-4-1-76 0,-4 0 88 0,-4 3-60 15,-4 7 56-15,-8 3-144 16,0 0-116-16,0 0 28 0,1 3-8 0,6-6 180 16,6 0-28-16,7-1 92 0,-1-3-44 15,5 1 4-15,9-4-60 0,-2 4-84 0,5-4 44 0,0 4 84 16,4-4 192-16,-4 0 4 0,0 4 0 16,0-4 48-16,-4 3 48 0,-4 1 168 15,-4 3 60-15,0 3 40 0,0 3 8 16,-9-1-24-16,-2 6-64 0,-1-6-20 15,-4 1 216-15,4 0-136 0,5-3-160 16,-6-3-140 0,9-3-40-16,-4-1-8 0,5-6-196 0,-1 3-216 15,4-6-316-15,0 0-112 0,0 0-260 16,0-6-644-16,0-1-417 0,4-2-743 16,3-10-1044-16</inkml:trace>
  <inkml:trace contextRef="#ctx0" brushRef="#br1" timeOffset="-203345.085">15754 5639 952 0,'0'0'1056'0,"0"0"-1056"0,0 0 5500 0,-52 78-3280 0,32-45-363 15,4 5-781-15,0 3 200 0,4 3 0 16,0 5 20-16,-4-5-276 0,4 6-264 15,-4-2-164-15,0 5-88 0,-4-4-40 16,0 1-208-16,1-5-120 0,3-3-40 0,-1-9-96 16,6-3-64-16,3-8 60 0,4-6-64 15,4-3 68-15,0-4 48 0,8-6-36 16,3 0 24 0,2-3-36-16,6 0-132 0,1-10-28 0,4 1-84 15,4-10-100-15,4 0-60 16,-4-3-52-16,0-3 24 0,-5 0-52 0,2-1 100 15,-9 1 124-15,-4-1 248 0,-1 4-100 16,-6 3 24-16,-5 6 88 0,0 4 108 0,-9 2-104 0,-2 7 80 16,-6 0-84-1,2 0-136-15,-5 7-36 0,0 5 20 0,-4 4-228 16,4 3-296-16,0 0-424 0,-4 4-948 16,12-8-2141-16,-16 7-2799 0</inkml:trace>
  <inkml:trace contextRef="#ctx0" brushRef="#br2" timeOffset="-143742.824">1167 9540 4832 0,'0'0'1512'16,"0"0"3373"-16,0 0-3501 0,0 0-160 16,0 0-8-16,0 0 308 0,0 0-268 15,0 0 36-15,0 0-188 0,-4-53-276 0,4 53-144 16,0 0-139-16,0 3 147 16,0 0-40-16,0 3 96 15,0 1-72-15,0-1-232 0,0 0-220 0,4 4-224 0,0 2-108 0,4 8 96 16,0 8 4-16,0 10-76 0,0 10-12 15,3 6 12-15,-2 6 24 0,-5 7-24 0,0 6-48 16,0 6 60-16,-1 1-48 0,-3 5-28 16,0 5-20-16,0 1-240 0,-3 2 128 15,-5-2 148-15,4 1 48 0,-5-3 72 0,5 0-84 32,-3-6 0-32,3-1 32 0,0-6 64 0,4 1-4 0,0 2 4 15,0 4 0-15,0-1 0 0,4 0 0 0,0 4 4 16,0-3 4-16,-1 0-8 15,-3-3-132-15,0-1-132 0,0 0-52 16,0-4-96-16,0-1-109 0,0 0 325 0,0-5 112 16,0-2-64-1,0-1 64-15,0-2 76 0,0-4-112 0,0 0 112 16,0-2-44-16,0-1 4 0,0 0-24 0,0-7-88 16,0 5-352-16,0-4-332 0,0-1 400 15,0-6 16-15,-3 0-316 0,-1-2-12 0,4-7 268 16,-4 0 12-16,4-5-92 15,0-5 52-15,0-4 188 0,0-4 228 16,0-5 32 0,0-2 60-16,0-1-112 0,0-6-1560 0,0 4-1021 15,-8-4-335-15,-1 3-1204 0,-6 1 3484 16,7-1-16-16,-4 7 292 0</inkml:trace>
  <inkml:trace contextRef="#ctx0" brushRef="#br2" timeOffset="-142473.114">1115 13341 2484 0,'0'0'208'0,"0"0"-40"0,0 0 5056 0,0 0-3692 0,0 0-784 15,0 0-424-15,0 0 189 0,0 0 27 16,0 0-12-16,0 0-120 16,8 0 144-16,-8 0 96 0,4 3 36 0,0-3-80 15,-4 3-60-15,4-3-68 0,-4 0-36 0,0 0-104 16,0 0 76-16,4 0 148 16,-4 0-68-16,4 0-184 0,-4 0-136 15,4 0 36-15,3 0 64 0,2 0-136 0,-5-3-4 16,8 0-128-16,-4 1 108 0,4-5 72 0,3 0-64 0,-2 1 4 15,6-1-112-15,-2 1 60 0,-1-3 28 16,3 2-16-16,1 1-84 31,-4 0 4-31,8-1-8 0,-4 1 4 0,4 3-48 16,3-4 36-16,-2 4-36 0,6 3-4 16,1 0 52-16,4 0 176 0,4 0-128 0,-4 0-44 15,8 3-4-15,0 0 0 0,7 4 4 16,1-4-4-16,4 0 0 0,4 1-4 15,4-1 0-15,-1 3-8 0,5-3 8 16,4 3 0-16,-4-2 4 0,7 2 4 16,1 0-4-16,0 1-4 0,4-1-8 0,-1 0 8 15,1 0-40-15,4 1 40 0,3-4-52 0,0 0-4 16,5 1 48 0,0-2-4-16,3-2 4 0,6 0-60 0,2 5 68 15,0-5 4-15,1 0 8 0,3 0-8 16,1 0-112-16,0 0 112 0,0 0 0 0,3 0-12 15,-3 0 0-15,3 0 8 0,1 0 0 16,-1 0 8-16,4-5-16 16,1 5 12-16,-4-2-4 0,3-2-152 0,-3-2 80 15,0-3 68-15,2 2 8 0,-2-6-40 16,4 4 40-16,4-4 48 0,0 1-44 16,-2-1 4-16,2 0 56 0,-1 4-64 15,-3-4-28-15,0-1 20 0,0 6 8 16,-5-2 0-16,-3 3 4 0,-1-1-4 15,1 1 8-15,-1 0-8 0,-4-2 52 0,2 2-40 0,-2 1 72 16,1 0-84-16,-5-3-76 16,-3 2 28-16,3-2 48 0,-3 2 0 0,-1-2 0 15,6 2-4-15,-6 1 4 0,5 0 0 16,-1 0 60-16,0-1 12 0,2 4-72 16,-6 0 8-16,5-1-8 0,-1 1-60 0,0 0 12 15,2 0 40-15,2 0-40 0,0 0 48 16,1 0 4-16,3-4 0 0,5 1 12 0,-1 0-4 31,9-4 60-31,-4-3-12 0,3 4-60 16,5-4-52-16,-4 1 8 0,3-5 40 15,1 4 0-15,3 4 4 0,0-4 0 16,1 1 0-16,-1 2 4 0,1 1 0 16,0-1-4-16,-1 1-48 0,4 3-52 0,-3-4 100 0,4-3-4 15,-1 3 8-15,4-2 40 0,5-2 20 16,-1 6-64-16,5-5 64 0,-4 1-64 15,3 1-160-15,-4-1 148 0,4 3 12 0,1-1-4 16,0 0 8-16,2 1 0 16,-2 3 56-16,0-1-48 15,4 1-12-15,-6 0-48 0,2-1 40 0,0 1 8 0,3-1 0 0,0-2 8 16,5 3 80-16,3-1-28 0,-3 1-60 16,-1-1-44-16,4 0 40 0,-3 2 8 15,-1-2 0-15,1 5 4 0,-1-5 76 16,1 3-8-16,-2 2-28 0,2-1-48 15,-1-4-48-15,1 0 48 0,-1 1 8 0,5 0 0 16,3-4 76 0,0 1-36-16,1 0 52 0,-1-1-88 0,1 0 0 15,-1-2-12-15,0-1 108 0,1 0-60 0,-1 4-36 16,1-4 88-16,-1 0 8 0,-4 1-108 16,0-1-76-16,5-4 72 0,0 3 4 15,-1-3 4 1,4-2 0-16,-4 4-4 0,4-5 12 15,-2 1-12-15,-2 0-48 0,0 1-12 0,0-1 48 16,0-2 12-16,5 0 0 0,-4 2 84 0,3 0 0 0,-4 1-84 16,0-2-24-16,1 1 24 0,-1 0 0 15,1 0 4-15,-1 3 8 0,0-4-4 16,1 5 80-16,-9 1-88 0,4 0-108 16,1 0 108-16,-5-2 8 0,9 4 64 0,-5-1 28 15,5-3 20 1,-5 4-32-16,0-1-28 0,1-3-60 15,-1 3 0-15,-4 1 4 0,-3-1 0 0,-5 0 44 16,1 4-40-16,-4-1 4 0,-13 1-12 16,-4 0-48-16,-8-2 40 0,-11 3-100 15,-8-3-88-15,-12 5-208 0,-9-4-156 0,-11 1-16 16,-16 0-76-16,-16-1-424 0,-17 1-1176 16,-6-1-2361-16,-25-9-2403 0</inkml:trace>
  <inkml:trace contextRef="#ctx0" brushRef="#br2" timeOffset="-140069.866">1461 9506 1840 0,'0'0'8208'16,"0"0"-5967"-16,0 0-1561 0,0 0-676 0,0 0 468 15,0 0 200-15,0 0 164 16,0 0-208-16,0 0-148 0,92 28-76 15,-64-15 44-15,9-3 0 0,2 2-52 0,1-2-160 16,8-1-76-16,-1 2-36 0,9-3 36 16,4 2-112-16,8-3-48 0,3 1 16 0,13-1-16 15,4 3 8-15,7-4 0 16,8 1-4-16,2 2-4 0,7-4-52 16,6 6 44-16,2-2 8 0,7-2-4 0,2 2 4 15,10-3 12-15,0 1 0 0,4-1 100 0,9 0-12 16,-1 1-100-16,5-4-84 0,3 3 72 15,0-2 0-15,13-4-60 0,-1 3 60 16,4-3-40-16,5 3 56 0,-1-3-8 16,4 0-116-16,-3 0 60 15,-6 3 48-15,10-3-88 0,-9 3-36 16,5-3 36-16,-4 3-24 0,-2-3-36 0,2 0-52 16,-4 0 52-16,2 0 0 0,2 0 72 0,-6-3 80 15,2 0 8-15,0 0-152 0,-1 0 144 16,-3-4 8-16,-1 4 4 15,0 0 12-15,-3 0 108 0,-1-1-124 0,-4 4-12 16,0-3-88-16,-4 0 48 16,2 0-36-16,-2 0-24 0,0 3 64 15,-3-3 44-15,3 0 4 0,-8-1-4 0,0 4-52 16,1-3 52-16,-4 0 4 0,-5 3 4 0,5-3 4 16,-5 3 80-16,4 0-88 0,-8 0 12 15,5 0-12-15,-9 0-12 0,6 0-36 16,-6 0 48-16,4 0 0 0,1 0 8 15,-1-3 4-15,0 0-4 0,1-1 0 0,-1 1-8 16,1-3-12-16,-1-3-52 16,0 2 60-16,1 1 4 0,-4 0 4 0,-1-1 60 15,1 1-52-15,-1 0 64 0,1-1-68 16,-5 0-8-16,0 2-4 0,2-2-44 16,-2 0 48-16,4-2 4 0,-3 2 0 15,-1-2 0 1,5-1 44-16,-1 1-44 0,1 0-4 0,-5-1 0 15,4-3-52-15,-3 4 44 16,0-4 0 0,3 4 8-16,0-1 4 0,1-2 8 0,4 2 76 0,-5-4 0 0,0 6 8 15,1-5-92-15,-4 1 40 0,3-2-28 16,-4 3 44-16,5-3-52 0,0-2 56 0,-1 0-60 16,5 3 4-16,-1-2-8 0,0-1 0 0,1 0-100 15,-1-1 4-15,1 3 96 16,3-3 4-16,1 1-4 0,-1 4 4 0,-4-4 4 15,1 3 68-15,-5 0-76 0,0 1 0 16,2-1 0-16,-6 1-8 0,0 2 8 0,8-2-4 16,-2-1 4-16,2 0 0 0,0-1 4 15,1 6-4 1,3-5-60-16,1 1 48 0,-1-2-100 16,1 2 36-16,-2-1 28 0,2 1 48 15,0 2 4-15,-5-3 8 0,0 4 52 0,2 2-12 0,-10 1-44 16,4 0-8-16,-4-1 8 0,1 1 56 15,4-1-64-15,-1 1-8 0,-3 0-28 16,3 3 36-16,1-4 0 0,-1 1-44 16,0 0-40-16,1-1 84 0,0 1 0 15,-5-4 4-15,8 3 8 0,-2 1 0 16,-2-2 72-16,0 1-72 0,0 0-12 16,-7 2-92-16,3-2 80 0,-7 0-40 0,3 1-60 15,-7-1-76-15,4-2 52 0,-8 3 32 16,-2-1 28-16,-1-2 76 0,-2 3 0 0,-3-4-4 15,-1 1-160-15,0-1-24 16,-2 0 52-16,-6 1-4 0,1-4 40 0,-5 4-16 0,-3-1 56 31,-5 1 52-31,-3 2 8 0,-8-2 0 16,-5 3 56-16,-2 0-48 0,-1-5 68 0,-6 5 0 16,-2 0-76-16,-4-1 12 0,1 1 52 15,-2-4-60-15,-3 4-4 0,-1 0-48 16,1 3 48-16,1-4 0 0,-6 4-12 15,1 0 12-15,-4 0 8 0,-4 0-8 0,-1 3 0 16,-7-3 32-16,0 3-24 0,0 0 36 16,0 0 4-16,0 0 40 0,4 0-12 15,0 0-12-15,4 0-16 0,-1 0-36 16,5 0-4-16,1 0 68 0,-2 0-64 0,1 0 64 16,-5 0 24-16,1 0-24 0,1 0-20 0,-9 0 28 15,-1 0 32-15,-7 0 80 0,0 3-80 16,-4 0 20-16,-8 0-24 0,0 0-36 15,0 0 8-15,-4 1-32 0,-4-1 72 16,0 0 12-16,0 0-12 0,0 6 12 16,0 1 0-16,-4 3-60 0,-4 3-72 0,0 3 4 15,4 2 40 1,-8 2 260-16,4 6-172 0,0 3-12 16,4 5 72-16,-8 4 52 0,4 8 132 0,0 5 12 15,-4 2-148-15,-3 11-156 16,-6 3-52-16,1 6-36 0,-4 7-40 15,1 6 40-15,3 3 108 0,-4 3 40 0,8 0 8 16,0 4-92-16,0-5 68 16,4 6-84-16,4-6-40 0,-4 2 56 0,0 0 80 0,0-5-56 15,-4 4-40-15,0 1 84 0,0-1-48 16,1-3-84-16,-6 3-8 0,6 1-76 16,-5-7 80-16,4 2-4 0,-4-5-40 15,7-4 40-15,-2-2 0 0,3-3 8 16,0-7 8-16,0-4-4 0,5-2 56 15,-10-7-48-15,6-3 36 0,-2-6-40 0,1-4-8 0,5-6-8 16,-6 0 8-16,5-6-48 31,-3-4 0-31,2-6 0 0,1 0 0 0,1-5-220 0,-1-5-64 16,3-2-44-16,1-7-92 0,1-3-108 16,-5 0-160-16,0 0-304 0,-1-7-704 15,2-3-1004-15,-5-2-2237 0,3 3-911 16,-6-14 5816-16</inkml:trace>
  <inkml:trace contextRef="#ctx0" brushRef="#br2" timeOffset="-138848.415">1681 9799 5168 0,'0'0'444'0,"0"0"5977"0,0 0-4937 0,0 0-216 0,0 0-224 16,0 0 260-16,0 0-152 15,0 0-288-15,0 0-180 0,0 0-168 16,55 69-152-16,-55-31-132 0,0 9-224 0,0 4 112 16,0 2-8-16,-7 5-16 0,3-1-36 15,-4 3 4-15,-1 4-16 0,2-1 24 16,-1-2-24-16,0 0-48 0,4-1 12 0,-1-9 60 16,5-7-68-1,0-9 48-15,5-3-52 0,3-10-4 16,4-3-60-16,0-4-56 0,4-5 12 0,4-1 108 0,4-2 36 15,-1 0 156-15,9-5 113 16,0-2-25-16,0 0-48 0,4 0-52 16,-4-2-120-16,0-5-56 0,0-2-4 0,0-1-60 15,-4-3-108-15,0 1-124 16,-5-4-133-16,1-3-195 0,0-4-444 0,0-5-764 16,-5-1-1056-16,-6 7-2469 0,-1-6-2799 0</inkml:trace>
  <inkml:trace contextRef="#ctx0" brushRef="#br2" timeOffset="-138516.002">2235 10503 3860 0,'0'0'10521'15,"0"0"-8933"-15,0 0-884 0,0 0 264 16,32 66 660-16,-20-57-304 0,4-2-532 16,3-7-696-16,5 0-48 0,0-7 24 0,8-8 136 15,-4-7-196-15,0-7-12 16,-1-2-232-16,-3-1-72 0,1-4-96 0,-9 5-28 15,-1 6-12-15,-7 2 96 0,-4 1 16 0,-4 6-28 0,-4 3 196 0,-7 1 64 32,-1 3 96-32,-8-2 60 0,-1 6 88 15,-3-2-148-15,1 7 0 0,3 0 0 0,0 7 284 0,-4 9-172 16,4 5 20-16,4 8 92 0,-4 9 92 0,4 6 148 16,-3 1 12-16,6 3-64 0,2-1-56 31,-2-5-151-31,9-7-81 0,0-10-124 0,4-3 0 15,0-6-160-15,0-7-109 0,8-2-59 0,1-4-96 16,2-3-52-16,10-3-160 0,-2-11-236 16,5 0-548-16,0-9-672 0,4-3-1100 15,-12 7-2225-15</inkml:trace>
  <inkml:trace contextRef="#ctx0" brushRef="#br2" timeOffset="-138042.942">2709 10262 1828 0,'0'0'10057'0,"0"0"-8053"0,0 0-1016 0,0 0 196 0,28 79 712 16,-20-44-76-16,-5 2-512 16,1 5-556-16,1-1-279 0,3-6 135 0,-4-7 56 0,0-2-484 15,3-7-180-15,-3-3-128 16,-4-7-116-16,5-2-68 0,-1-4-148 16,-4-3-136-16,4 0-45 15,0-7-175-15,3-1 116 0,1-5 408 0,1-4 84 0,-2-1-52 16,1-5 40-16,0 1 72 0,0 3 140 15,-4 3 8-15,0 3 120 16,0 6 64-16,-4 7 112 0,0 0 180 0,0 0-48 16,4 0-12-16,-4 5-160 0,0-3-180 0,0-2-76 15,0 4-108-15,0-4-4 0,0 0 16 0,0 0-112 16,0 0-232-16,4-4-60 0,4-3 412 16,-4 2 88-16,8-8 100 0,0-2-40 15,-4 1 0-15,4 3-60 0,0-3 4 0,0 4-4 16,-1 4 260-16,-2 3 56 0,3 3-24 15,-5 0-36 1,2 3-36-16,-5 3-12 0,8 4 48 0,-5 4-52 0,2 0-80 16,3 3 45-16,-5-4 195 0,1-1-256 15,1 1-96-15,-2-4-12 0,-3 1-48 16,0-4 36-16,5-3-144 0,-5 0-124 16,-4-3-37-16,0 0-35 0,0 0 24 0,0 0-24 15,0 0-40-15,0 0-136 16,0 0-168-16,-9 0-428 0,5 0-1012 15,-4-3-996-15,1 0-2781 16,-2 0 41-16</inkml:trace>
  <inkml:trace contextRef="#ctx0" brushRef="#br2" timeOffset="-136999.886">3186 10487 1348 0,'0'0'484'15,"0"0"-68"-15,0 0-232 0,0 0 1628 16,0 0 464-16,0 0-1392 0,0 0-756 0,0 0-124 16,0 0-8-16,0 0-12 0,0 0-696 15,-51-4 164-15,44 4-24 0,2 0 220 16,-3 0 92-16,4 0-116 0,0 0 376 0,-3 0 24 15,3 0 184-15,-1 0 52 0,1 0-116 0,0 4-104 32,0-4-40-32,4 0-380 15,-3 0-204-15,3 0 232 0,-4 0 184 0,4 0 88 16,-4 0-208-16,4 0-64 0,0 0 288 16,-5 0 64-16,5 0 496 0,0-4 508 0,0 2 0 15,0-3 100-15,0 3 288 0,0 2-148 16,-4-3-200-16,4 3-139 15,0 0-121-15,0 0 60 0,-4 0-244 0,4 3-92 16,-4-3-12-16,4 2-44 0,0-2-48 0,-3 0-100 16,3 0-4-1,0 0 16-15,0 0 108 0,0 0 88 0,0 0-28 16,0 0-52-16,0 0-60 0,0-2-64 16,0 2-16-16,0-3-44 0,0 0-40 15,0 0 0-15,3-4-12 0,-3 0-60 0,4 2-76 16,0-2 0-16,0-3-52 0,5 1-4 15,-5 0 120-15,7-1-64 0,2-3 0 16,-2 4 28-16,1 2-16 0,4-2-68 16,0 3-4-16,-4 2 0 0,4 1 0 0,0 3-8 15,-1 0-4-15,-2 0 12 0,2 7 4 16,-2 2 68-16,2 4 12 16,-2 0-20-16,-1 2-4 0,-1 2-52 0,-2 2 76 0,-5 3-36 15,0 0-48-15,-1 0-4 16,-3 0-116-16,0-3-16 0,0 0-56 0,0 0-52 0,-3-3-40 15,-1 0-132-15,0-7-60 16,-1 1-176-16,1-6-28 0,4-1-240 16,-4-3-460-16,4 0-836 0,0 0-2061 0,0-7-1735 15,0 0 5752-15,4-7-628 0</inkml:trace>
  <inkml:trace contextRef="#ctx0" brushRef="#br2" timeOffset="-136416.021">3433 10363 7052 0,'0'0'4229'0,"0"0"-2869"0,0 0-1260 0,0 0 4 16,0 0 660-16,0 0 668 0,0 0-148 16,0 0-596-16,0 0-204 0,0 0 48 0,81 6 36 15,-70 7-88-15,-2 4-76 0,-1-3-60 16,-5 5-60-16,-3 4-40 0,0-4-100 15,0 0-68-15,0 0-68 0,0-3-8 0,-3-3-136 16,-1-4-120-16,4 0-24 0,-4-5-76 16,4-1 36-16,0-3-60 0,0 0-176 15,0-3 0-15,0-7 136 0,8-2 256 0,-1-7 156 16,6-7 4-16,2 1 0 0,-2-3 4 16,2-4-8-16,2 6 4 0,-6 4-84 0,6 6 88 15,-10 6 100-15,1 7 48 0,0 3 88 16,-4 3 52-16,0 7 132 0,0 2-28 31,0 11-108-31,-4-1-124 0,4 3 12 0,-4 1 12 16,0 0 24-16,0-7-36 15,0-7-132-15,0 1-40 0,0-10-48 0,0 0 0 16,0-3-112-16,0 0-220 0,8-3-160 16,-1-7 44-16,10-5 88 0,-2-5 0 15,6 2 8-15,-1-4-60 0,-1 3-44 16,1 2 76-16,-3 4 152 0,-2 4 264 0,-3 6 12 15,-3 3 340-15,-2 0 316 0,-3 6 68 16,4 0-68-16,0 7-96 0,-4 4-116 0,4 2 204 16,0 0-156-16,-4 0-52 15,4 3-244-15,-8-3-48 0,4 0 8 16,-4-1-8-16,0-1-76 0,0 1-72 0,0-1-8 16,-4 1-296-16,0 4-148 0,-4 3-36 0,0-1-104 15,0 1-196-15,1-3-240 0,2-3-712 0,5 0-1472 16,0-5-2549-16,8-9 909 0,12-5 3416 15</inkml:trace>
  <inkml:trace contextRef="#ctx0" brushRef="#br2" timeOffset="-136077.084">4561 10366 13677 0,'0'0'2880'0,"0"0"-1256"0,0 0-344 0,-79 35 116 0,51-16-107 15,0 0-429-15,0 7-412 16,4-4-208-16,4 3-72 0,5-3-84 0,2 1-84 16,5-4 0-16,4-7-60 0,1 1-36 15,-1-3-60-15,4-8 48 0,0 3-52 16,0-5-56-16,0 0-112 0,4 0-120 16,7-7 60-16,2-3 83 0,6-3 89 15,1-3-112-15,8-6-16 0,-4 3-20 16,4-3-112-16,-5 3-40 0,-2 3 172 0,-5 4 112 15,-4 5 232 1,-5 7 132-16,-3 0 320 0,0 3 4 16,1 7-4-16,-5 3 8 0,4 6-152 15,-4 3-116-15,4 6 28 16,0 4 48-16,-1-7-95 0,5 0-173 0,1-6-145 0,2-2-219 16,6-9-208-16,-6-1-208 0,5-7-176 0,0 0-676 15,0 0-1048-15,-8-7-3609 0,-4 2-1915 16</inkml:trace>
  <inkml:trace contextRef="#ctx0" brushRef="#br2" timeOffset="-135403.355">1629 11115 3124 0,'0'0'600'16,"0"0"-352"-16,0 0 3840 0,0 0-2948 0,0 0-520 0,0 0-256 16,0 0 256-16,0 0 293 0,0 0 75 15,0 0-20-15,0 0-80 0,-60 13-168 16,64-13-16-16,4-3 0 15,-4 0-80-15,4 3-68 0,0 0-136 16,4 0 308-16,8 0-4 0,0 0-200 0,8 0-180 16,8 0-188-16,4 0-92 15,3-3-60-15,9-1 8 0,12 1 48 16,3-3-60-16,10-7-4 0,6 3-8 0,0-2 12 16,9-1-60-16,4 1 48 0,-1 3 12 0,2-4-84 15,2 3 84-15,0 0-48 0,5 1 36 16,0 3-72-16,3-5-64 15,5 5 52-15,0 0 32 0,6-1-20 0,-2 5 84 16,4-5 52-16,0 4-52 16,-5 3-132-16,-4-3 124 0,-3 3 8 0,-4 0 0 15,-9 0 8-15,1 0-8 0,-12 0 36 0,-4 0-36 16,-5 3-124-16,-8 0-132 0,-7 4 60 0,-4 0 36 31,-11-2-72-31,-10 2-40 0,-3-5-24 16,-13 2 0-16,-2-4-196 0,-6 0-280 15,-2 0-344-15,-5-6-256 0,-4-6-460 0,0-2-1025 0,0 1-3863 16,-4-12 3864-16</inkml:trace>
  <inkml:trace contextRef="#ctx0" brushRef="#br2" timeOffset="-135202.784">5338 10483 16129 0,'0'0'4260'16,"0"0"-3484"-1,0 0-776-15,0 0-292 0,0 0 292 0,88 17 148 0,-76-17-72 16,-4 3-76-16,0-3-392 16,-4 0-244-16,3 0-220 0,-2 0-636 0,-1 0-1516 0,-4 0-4161 15</inkml:trace>
  <inkml:trace contextRef="#ctx0" brushRef="#br2" timeOffset="-135079.435">5375 10737 15453 0,'0'0'3888'16,"0"0"-3680"-16,0 0-148 0,0 0-60 0,0 0 344 0,0 0 84 16,0 0-428-16,0 0-196 15,0 0-428-15,83 67-348 0,-71-67-736 0,0 0-2948 16,-4 0-5273-16</inkml:trace>
  <inkml:trace contextRef="#ctx0" brushRef="#br2" timeOffset="-134278.368">6430 10194 1760 0,'0'0'7124'0,"0"0"-4155"0,0 0-1141 16,0 0-572-16,0 0 128 0,0 0 260 0,0 0-352 16,36 82-568-16,-28-33-152 0,-1 11 40 15,2 4 32-15,-9 5-75 16,0 1-133-16,0 0-72 0,0-3-148 0,-4-7-140 0,-1-6-76 16,-2-6-100-16,3-7 16 0,0-10-192 0,0-8-40 15,4-6-84-15,-4-9-133 0,4-4-163 0,0-1-268 31,0-3-396-31,0 0-1048 0,0-10-1524 0,0 1-649 16,0-4-67-16,0-3 2640 0,0 3 1436 16,0-12 468-16</inkml:trace>
  <inkml:trace contextRef="#ctx0" brushRef="#br2" timeOffset="-134116.157">6458 10814 980 0,'0'0'1252'0,"0"0"-368"0,0 0 5868 16,0 0-4431-16,0 0-689 0,0 0-340 0,0 0 340 15,0 0-80-15,96-32-396 0,-64 35-200 16,3 1-248-16,5 1-224 0,1-5-227 0,-2 0-209 15,-3 0-48-15,-1-2 0 16,-3-8-317-16,0 4-95 0,-8-4-76 0,0 1-184 16,-4-1-344-16,-4 0-664 0,-8 1-996 0,-4-1-2425 15,-4 4-2151-15,0 3 6520 16,-8-3-820-16</inkml:trace>
  <inkml:trace contextRef="#ctx0" brushRef="#br2" timeOffset="-133902.146">6893 10424 3312 0,'0'0'1172'0,"0"0"-324"0,0 0 3756 0,0 0-2579 16,0 0-417-16,0 0-112 0,0 0-308 15,0 0 156-15,0 0-184 0,0 0-212 0,39 85-264 16,-31-50-184-16,1 3-40 0,-2 4-32 16,1-4-99-16,0 3-173 0,-3 0-152 15,-2 0-4-15,-3 4-96 0,0-4 24 0,0 3-233 0,-3-2-123 16,-2-7-104-16,-3-3-104 0,4-10-136 0,4-6-200 31,0-7-788-31,0-6-1104 0,4-3-2525 0,4-3-1283 16,0-6 6556-16</inkml:trace>
  <inkml:trace contextRef="#ctx0" brushRef="#br2" timeOffset="-133673.113">7406 10992 8856 0,'0'0'7273'0,"0"0"-5501"0,0 0-1104 0,0 0-568 16,0 0 132-16,0 0-24 15,-23 73-196-15,10-51-12 0,2-3-244 16,-1 3-260-16,-1 0-412 0,2 0-524 15,-2-5-832-15,2 1-2921 0,-1-7-1227 16,-4 1 4289-16</inkml:trace>
  <inkml:trace contextRef="#ctx0" brushRef="#br2" timeOffset="-133056.531">7669 10179 2612 0,'0'0'2020'0,"0"0"636"15,0 0 1889-15,0 0-2961 0,0 0-12 16,32 85-260-16,-24-43-52 0,1 9-236 0,-2 5-64 0,1 7-44 16,0 2-256-16,-3 1-128 0,2-2-179 15,-3-1-145-15,-4-5-208 0,0-4 0 16,0-7-244-16,0-3 27 0,0-5-135 16,0-8-88-16,-4-8-48 0,4-7-48 15,0-11-152-15,0-5-396 16,8-5-1060-16,3-11-472 0,2-7-2373 0,-1 1-1631 0,8-16 6268 0</inkml:trace>
  <inkml:trace contextRef="#ctx0" brushRef="#br2" timeOffset="-132775.363">8163 10476 6536 0,'0'0'4429'0,"0"0"-2325"0,0 0-1112 0,0 0-180 15,0 0 548-15,-88 30-348 0,60-14-468 16,0-1-344-16,2 1-152 15,1 0-48-15,1-3-56 0,8-1-80 16,0 1-200-16,0-2-24 0,4 0-52 0,5-4 28 0,-2 3 52 16,1-1 144-16,8-2 112 15,-4 2 64-15,4-4 4 16,0 9 8-16,0-1 176 0,8-1 36 0,5 7-8 0,-2 0 60 16,6 4 48-16,2 0 72 0,5-2-24 0,0-2-88 15,4 4-48-15,0-4-76 0,4-4-148 0,0 1-68 31,0-3-492-31,0-1-260 0,-1 1-272 0,-3 1-496 16,0-2-1096-16,-8-6-2441 16,0 7 229-16</inkml:trace>
  <inkml:trace contextRef="#ctx0" brushRef="#br2" timeOffset="-132052.217">9299 10236 6836 0,'0'0'1144'0,"0"0"-664"16,0 0 2441-16,0 0-1073 0,0 0-112 16,0 0-516-16,0 0-292 0,0 0-260 15,0 0-472-15,0 0-196 0,0 0-64 16,-103 92 64-16,66-61 100 16,-3 4-36-16,5 3 20 15,-5 1 40-15,0 2-76 0,0 0 28 0,1-2-28 16,3-2-36-16,8-1 76 0,0-11 0 0,8-3-4 0,4-3-24 15,4-3-60-15,8-6-12 0,0 2-84 16,4 1 8-16,8-1-24 0,8 5 52 0,3-2 60 16,5 2 56-16,12 2 80 0,1 0-48 15,-1 0 8-15,3-4 92 0,1 1-44 16,-5 0-32 0,-3 1-100-16,5-5 28 0,-9 1-40 0,-1-3-12 15,-3-5-160-15,0 2-356 0,-4 0-236 0,0-5-320 16,-4-2-336-16,3 0-568 0,-6-2-1929 0,6-9-2579 0</inkml:trace>
  <inkml:trace contextRef="#ctx0" brushRef="#br2" timeOffset="-131425.983">10327 10322 6704 0,'0'0'352'0,"0"0"3577"0,0 0-2929 0,0 0 76 15,0 0 336-15,0 0 160 0,0 0-232 0,0 0-508 16,0 0-612-16,0 0-208 0,0 0 64 16,-83 47-4-16,58-28 4 0,-3 4 60 0,4-2-16 15,-4 2 4 1,4-2-64-16,-3 6 16 0,3 1-16 0,-4 4 16 15,4-1 20-15,-4 7-48 0,4 1-36 16,1 2 0-16,2 0-12 0,1-2 12 0,5-1 0 16,2-3 60-1,9-7 52-15,0-3 20 0,4-6-44 16,8-6-52-16,5 1 48 0,2-9 52 0,2 2-60 16,7-7 8-16,-1 0 88 15,5-7 204-15,4-3-180 0,-4-5-208 0,4-4-48 0,-5-3-184 16,1 2 0-16,-7 2 12 15,-2-1-60-15,-3-1-160 0,-4 5-136 0,-8 3-116 16,1-2-60-16,-5 1-68 0,0 5-408 0,-9-3-236 16,-3 5-192-16,1-4-337 0,-6 7 13 15,-3-3 200-15,1 3 116 0,-1-4 256 16,-4 4-224-16,8 0 264 0,-4 3 792 0,4-3 576 16,0 3 8-16,8 0 484 15,4 0 2144-15,1-3 256 0,3 3-684 0,3 0-732 16,1 0-3-1,4 0-165-15,-4 0-20 0,4-3-212 16,8 0 108-16,-4-1-84 0,4-2-348 16,4-1-356-16,-1-2-184 0,-2 3-136 0,2-4-76 15,-2 3-60-15,3 2-88 0,-5-2-160 16,2 0-128-16,-6 1-156 0,1 4-208 0,0-4-208 16,0 6-104-16,-4-5-224 0,-3 5-200 15,-2 0-493-15,-3-2-163 16,0 2 164-16,0 0 856 0,0 0 1144 0,0 0-64 15,0 0-480-15,0-4-1240 0</inkml:trace>
  <inkml:trace contextRef="#ctx0" brushRef="#br2" timeOffset="-131208.217">10267 10639 640 0,'0'0'2372'16,"0"0"-1772"-16,0 0-12 0,0 0 2456 0,0 0-348 0,0 0-1315 15,0 0-597-15,-12 73-28 16,12-57 516-16,0 3-56 0,0 0-388 0,0 0-312 15,0 3-104-15,0-3-40 0,0 4-88 16,0-4-84-16,-4 0-88 16,4 0-40-16,0 0-68 0,0-3-4 0,0 2-4 0,0-1-56 15,4-4-28-15,0-3 40 16,0-2-896-16,0-4-536 0,1-1-420 16,2 1-712-16,-7-4-1317 0,4 0-907 0,-4 0 4720 15,0 0-588-15</inkml:trace>
  <inkml:trace contextRef="#ctx0" brushRef="#br2" timeOffset="-131025.102">10609 11037 8068 0,'0'0'7553'0,"0"0"-6137"0,0 0-1416 0,0 0-584 16,-35 69 472-16,27-50 112 0,0 0 0 15,-4 1-444-15,4-2-780 16,0-3-644-16,-3 2-2281 0,2-8-2863 16,-10 7 6856-16</inkml:trace>
  <inkml:trace contextRef="#ctx0" brushRef="#br2" timeOffset="-130155.567">12837 10112 3980 0,'0'0'1876'0,"0"0"-1352"0,0 0-136 0,0 0 2220 16,0 0-839-16,0 0-637 0,0 0-440 15,0 0 108-15,12 82 100 0,-8-40-180 16,-4 3-16-16,0 5-112 0,3 4 28 0,-3 4-48 16,0-1-40-16,0 0-136 0,0-1-152 15,0-4-160-15,0-5-84 0,0-2-36 16,0-3-112-16,0-5-268 0,0-2-4 15,0-3-28-15,0-4-60 0,0-6-76 16,0-6-196-16,5-3-368 0,3-6-672 0,-4-4-1213 16,0-3-2759-16</inkml:trace>
  <inkml:trace contextRef="#ctx0" brushRef="#br2" timeOffset="-129674.495">13335 10251 2520 0,'0'0'9001'16,"0"0"-7133"-16,0 0-776 0,0 0-436 15,0 0 400-15,8 80 168 0,-8-39-220 16,4 7-68-16,-1 6-216 0,2 0-96 0,-5 3-124 16,4 1 24-16,-4-8-123 15,4 1-209-15,-4-6-136 0,0-4-52 0,0-6-8 16,0-7-4-16,0-6-64 0,4-6-48 16,-4-3 0-16,0-7-101 0,4-3-119 15,-4-3-196-15,4 0-220 0,-4 0-248 16,3-6-500-16,2-4-424 0,-1-5-564 15,0-1-1861-15,-4-3-2071 0</inkml:trace>
  <inkml:trace contextRef="#ctx0" brushRef="#br2" timeOffset="-129497.49">13359 10643 3068 0,'0'0'236'0,"0"0"6452"0,0 0-5319 0,0 0-329 0,0 0 212 15,0 0 380-15,0 0-64 0,0 0-376 16,88-19-340-16,-56 19-140 0,-4 2-196 15,7-2-128-15,-3 3-156 0,-4-3-132 16,4 0-36-16,-4-5-64 0,4-1-392 16,-4-5-340-16,-1-2-236 0,-7-3-232 15,4 1-476-15,-12 5-1348 0,0-9-2913 0</inkml:trace>
  <inkml:trace contextRef="#ctx0" brushRef="#br2" timeOffset="-129307.53">13773 10366 4408 0,'0'0'1380'0,"0"0"-808"0,0 0 860 0,0 0 1701 0,0 0-1261 16,0 66-508-16,0-33-116 0,0 2 224 0,4 2-196 0,0 4-192 15,1-1-312-15,-2 0-124 0,-3-5-88 16,0 0-244-16,0-4-212 0,0-1-104 16,0-8-96-16,-3-1-328 0,3-2-124 0,0-5-88 31,0-8-148-31,0-1-240 15,3-5-920-15,1-2-1220 0,0-7-2785 0,4 2 589 16</inkml:trace>
  <inkml:trace contextRef="#ctx0" brushRef="#br2" timeOffset="-128970.643">14156 10109 9580 0,'0'0'4165'15,"0"0"-2509"-15,0 0-684 0,0 0-424 16,0 0 592-16,0 0 120 0,0 0-296 16,12 67-244-16,-8-25-112 0,-4 2-23 0,3 3-17 15,1 7-132-15,-4-4-192 0,5 2-64 16,-1-2-84-16,0-2-24 15,0-7-64-15,0 1-4 0,-4-5-4 0,0 2-84 16,0-4-72-16,-8 2-76 16,0 1-44-16,-1 1-88 0,-2-1 48 0,3 0 136 15,-4-9 36-15,4-4-309 0,4-6-191 16,4-7-52-16,0-1-88 0,0-8-136 16,0-1-344-16,4-2-816 0,0 0-908 15,0 0-2337-15,-4-2-611 0</inkml:trace>
  <inkml:trace contextRef="#ctx0" brushRef="#br2" timeOffset="-127665.621">14594 10557 3404 0,'0'0'1200'16,"0"0"6913"-16,0 0-6509 0,0 0-1036 0,0 0-380 15,0 0 504-15,0 0 416 0,0 0-440 16,0 0-492 0,0 0-176-16,0 0-132 0,20 2 132 15,-16-4 12-15,0 2 40 0,4-4-52 0,-8 1-184 0,4 3-164 16,-4-3-40-1,0 3-84-15,0-3-288 0,0 0-880 0,0-1-2825 0,-4-2-4483 16,-32 32 8500-16</inkml:trace>
  <inkml:trace contextRef="#ctx0" brushRef="#br2" timeOffset="-127298.736">15088 10026 6368 0,'0'0'796'16,"0"0"-356"-16,0 0 2732 0,0 0-1347 16,0 0-133-16,0 0-464 0,0 0-148 0,24 86-172 0,-20-48 20 0,0 4 68 0,0 5-320 15,0 4-140-15,0 3-160 16,-1 1-108-16,2-3-120 0,-5 3-4 16,4-2-36-16,-4 1-56 15,0-5-52-15,0-2 0 0,0-6-368 0,0 1 28 0,0-4-208 16,-4 0 72-16,-1-6-248 0,2-7-308 15,-1-6-320 1,4-4-620-16,0-8-2008 0,0-1-2729 0</inkml:trace>
  <inkml:trace contextRef="#ctx0" brushRef="#br2" timeOffset="-126852.43">15642 10051 2844 0,'0'0'6420'0,"0"0"-3979"0,0 0-1161 0,0 0-452 15,0 0 248-15,0 0 156 16,0 0-104-16,28 86-284 0,-20-41-128 0,-4 9-28 16,-4 6 8-16,3 3 84 0,-3 4-100 15,0 0-167-15,0-7-173 0,-3-2-76 0,-1-4-68 0,-4-10-196 0,4-3 0 31,0-6-72-31,-1-2 60 0,2-8-88 16,3-3-104-16,0-6-160 0,0-4-161 0,0-5-19 16,0-4-104-16,0-3-184 0,3 0-136 15,2 0-256-15,3-3-276 0,0-4 124 16,-1-5-608-16,6-4-1065 0,-1-3-2095 16,-5 3 988-16,6-13 3893 0</inkml:trace>
  <inkml:trace contextRef="#ctx0" brushRef="#br2" timeOffset="-126450.167">16084 10366 6368 0,'0'0'2196'15,"0"0"2301"-15,0 0-3277 0,0 0-496 16,0 0 268-16,0 0 572 0,0 0-428 16,0 0-508-16,0 0-616 15,0 0-12-15,0 0-184 0,-111 52-4 0,74-34-20 16,-2 4 12-16,-1 1 136 0,-4 2 8 16,4-3 4-16,1 3 40 0,-1 0 0 0,8-2 8 15,4-4 8-15,4-3 212 0,12-6 28 16,8-1-124-16,4 1-124 0,0-1-40 0,8 0-32 15,8 8 60-15,4-5 12 0,8 4 52 16,4 0-52-16,4-1 0 0,-1-2 4 16,1 4 4-16,0-5-4 0,-8-2-8 0,0 3 4 15,0-5-12-15,-8 3-84 0,-5-5-228 16,2 0-132 0,-6-3-88-16,2 1-52 0,-5-4-96 0,-1 0-388 0,-3 0-848 15,0 0-2173-15,0-4-1499 0,-4 1 3160 0,0-6 1385 16</inkml:trace>
  <inkml:trace contextRef="#ctx0" brushRef="#br2" timeOffset="-125998.595">16398 9992 6460 0,'0'0'1884'0,"0"0"2957"0,0 0-3381 0,0 0-264 15,45 82-16-15,-37-50 160 0,4 9-248 16,-8 6-88-16,4 5-176 0,-4 5-231 0,-1-1-149 16,1 9-84-16,-4-6-156 0,0 2-148 15,0-4-56-15,0-3-4 0,0-3-60 16,4-7-172-16,-4 0 100 15,5-6-64-15,-1-2-156 0,0-11-1 0,0-3-219 16,-1-6-292-16,1 0-252 0,0-6-536 16,5-1-692-16,-5-3-764 0,3-2-1977 15,-7-4 341-15,8-4 2589 0</inkml:trace>
  <inkml:trace contextRef="#ctx0" brushRef="#br2" timeOffset="-122414.876">17227 10112 6232 0,'0'0'7289'16,"0"0"-5417"-16,0 0-476 0,0 0-204 16,0 0 112-16,0 0-200 0,0 0-168 15,0 0-203-15,0 0-141 0,0 0-84 0,0 0-36 16,9 10-84-16,-5-1-88 0,4 0-36 15,3 1-108-15,2 3-20 0,-2 0-76 16,6 3 0-16,7-4-52 0,-1 4 52 16,5 0 0-16,8 3-48 0,-1-3 0 15,6 0 0-15,-2-3 0 0,6-1-12 16,-6 1 0-16,5-1-44 0,-4-2-88 0,0 2 60 0,-8-5-60 16,0 3 32-1,-4-4-20-15,-9 0-12 16,1 0 48-16,-8-1 12 0,-4-3 12 0,-4-2-24 0,0 3 12 15,-4-3 60-15,0 0 8 0,0 0-84 16,0 0-44-16,0 3-12 0,-4 1 60 0,-4-2 80 16,-4 9 4-1,-4-3 0-15,-4 6-8 0,-4-2 4 0,-4 4-68 0,-4 3 24 16,-3 0-64-16,-9 6-8 0,-4-3 48 0,-8 7 0 16,1-4-24-16,-5-2-40 0,0 3-20 15,4-5 36 1,4 2-28-16,9-7-80 0,7-4-124 0,8-2-149 0,12-4-71 15,8-6-332-15,4 0-544 0,4 0-1056 16,0 0-2064-16,8-3-2593 16</inkml:trace>
  <inkml:trace contextRef="#ctx0" brushRef="#br2" timeOffset="-121360.863">18292 9824 5916 0,'0'0'1128'16,"0"0"3253"-16,0 0-2689 0,0 0 36 0,0 0-384 16,0 0-156-16,0 0-124 0,0 0-300 0,0 0-188 0,0 0 0 15,3 69 104-15,1-34-72 16,-4 9-219-16,4 8-85 0,0 0-84 16,1 12-16-16,-1 0-56 0,0 3-88 15,-1-1-60-15,1 1 0 0,4-6-8 16,-4-4-116-16,1-7-68 15,2-4-16-15,-3-13-44 0,4-3-113 0,1-11-159 16,2-4-144-16,1-2-300 0,0-7-224 16,8-3-632-16,0-3-544 0,0-3-620 0,-1-6-1413 15,2-1-2227-15,7-5 6369 0</inkml:trace>
  <inkml:trace contextRef="#ctx0" brushRef="#br2" timeOffset="-121049.925">19204 9807 7140 0,'0'0'1868'0,"0"0"-1140"0,0 0 1233 0,0 0-145 16,0 0-764-16,0 0-372 0,0 0 100 0,-68 96 148 0,49-55-108 15,-2 7-188-15,1 3-116 16,-3 5-48-16,3 4-64 0,-5 5-84 15,1-6 20-15,5 2-96 0,3-11-96 0,8-1-28 32,0-16 28-32,8 0 56 0,0-11-68 0,8-3-64 15,3-6-24-15,6-4-36 0,-2 1 0 0,9-10 48 16,1 0-60-16,-1 0-4 0,4-6-80 16,0-7-84-16,-1-3-112 15,1-3-148-15,-4 0-232 0,-4-3-184 0,-5 0-204 16,-2-4-428-16,-5 0-820 0,-4 1-896 15,-4 9-1361-15,-4-12-463 0</inkml:trace>
  <inkml:trace contextRef="#ctx0" brushRef="#br2" timeOffset="-120891.023">19104 10236 220 0,'0'0'7832'0,"0"0"-5256"0,0 0-675 0,0 0-373 0,0 0 64 16,0 0-124-16,0 0-364 0,0 0-280 16,0 0-224-16,0 0-132 15,0 0-140-15,-43 15-48 0,50-11-144 16,14-1-28-16,-2-3-108 0,1 0-80 15,0-7-212-15,0 2-200 16,0-5-216-16,-4 0-252 0,0 2-364 0,0-3-660 16,-8 3-1108-16,0-3-2857 0</inkml:trace>
  <inkml:trace contextRef="#ctx0" brushRef="#br2" timeOffset="-120703.483">19248 10185 6216 0,'0'0'3908'0,"0"0"-2159"0,0 0-453 0,-4 70 276 0,4-42-56 15,0 7-224-15,0 0-300 16,0 6-180-16,8-6-40 0,-1 4-176 0,6-4-228 16,-5-7-152-16,3 0-148 0,2-5-68 15,-2-6-96-15,6-3-292 0,-10-3-112 16,5-6-16-16,-3-2-72 0,2-3-172 16,-3 0-344-16,1-3-632 0,-2-8-696 0,1 0-2557 15,0-11-2719-15</inkml:trace>
  <inkml:trace contextRef="#ctx0" brushRef="#br2" timeOffset="-120474.407">19734 9829 7292 0,'0'0'1428'15,"0"0"-804"-15,0 0 2353 0,0 0-977 16,0 0-512-16,0 0-484 0,47 89-60 15,-38-54-52-15,-1 6-168 0,-4 8-148 16,-4-2-208-16,0 3-140 0,0 2-56 16,0-1-24-16,-4-4-56 0,-4 0-92 15,-1 1-48-15,-2-1-232 0,3-3-356 0,-1 2 268 0,5-9-84 16,4-4-916-16,0-7-484 0,0-5-1260 16,0-5-3037-16,9 5 929 0</inkml:trace>
  <inkml:trace contextRef="#ctx0" brushRef="#br2" timeOffset="-116661.785">6713 11934 4224 0,'0'0'1328'16,"0"0"4377"-16,0 0-3693 16,0 0-540-16,0 0-524 0,0 0 232 0,0 0-88 15,0 0-428-15,0 0-132 0,0 0 116 0,92 26 24 16,-49-20-256-16,9 4-172 16,0-3-52-16,4-1-68 0,-5-6-76 0,2 2-36 15,-6-2 36-15,1 0-48 0,-5-6-8 16,-2-3-88-16,-5-1-368 15,-4 1-244-15,-8-1-160 0,-5-3-128 0,-6 4-380 16,-6-1-1152-16,-3 4-2889 0,-4-7-3635 0</inkml:trace>
  <inkml:trace contextRef="#ctx0" brushRef="#br2" timeOffset="-116418.789">7020 11643 8096 0,'0'0'2424'0,"0"0"-907"0,-32 69-261 16,24-31 440-16,0 7-120 15,4 6-432-15,0 3-392 0,0 6-220 0,0 3-152 0,4-2-196 16,0-4-184-16,0-9-36 0,4-10-260 16,8-9-96-16,4-7-92 0,-1-13-72 15,10-6-136-15,3-3-144 0,0-12-160 16,3-8-256-16,1-8-780 0,-8 2-1193 0,12-18-2499 15</inkml:trace>
  <inkml:trace contextRef="#ctx0" brushRef="#br2" timeOffset="-115978.27">7454 11376 5852 0,'0'0'1692'0,"0"0"-784"0,0 0-364 0,0 0-128 16,0 86 2521-16,0-52-1469 0,4 7-556 16,-4 5-56-16,0 4 88 0,0 4-60 15,0 6-224-15,0 4-256 0,-8-1-192 16,1 4 8-16,-2-4-48 0,1-2-12 0,0-4-60 16,1-13-100-16,7-6 0 0,0-12 0 31,0-7-12-31,0-10-200 0,7-5-56 0,5-4-40 0,1-6 0 15,6-7 48-15,5-9-52 16,4-10 40-16,0-4 0 0,0-2-52 0,0 1 136 16,-5 2 88-16,-3 0 88 0,-3 5 0 15,-6 9 12-15,-3 5 0 0,1 3 48 16,-5 7 116-16,-4 6 48 0,3 0 100 16,-3 0 72-16,4 3-100 0,0 6 100 0,0 4 0 15,0 6-16-15,0 4-24 0,-4 2-52 16,5 4 40-16,-5-4 144 0,0 4-72 0,0-4-184 15,0-3-140-15,3-2-80 0,-3-8-12 16,4 1-60-16,-4-7-100 0,4-4-156 16,0 3-100-16,-4-5-64 0,4 0-144 0,-4 0-176 15,9-7-256-15,-6-3-436 0,5 1-468 0,0-1-1157 16,-1-6-1731-16</inkml:trace>
  <inkml:trace contextRef="#ctx0" brushRef="#br2" timeOffset="-115640.143">7892 12097 2904 0,'0'0'1488'0,"0"0"3956"0,0 0-3743 0,0 0-25 16,0 0-216-16,0 0-260 0,0 0-360 0,0 0-204 0,0 0-140 16,88 47-188-16,-68-63-308 15,8-6-24-15,0-3-384 0,-1-4-112 16,1 3-16-16,-4 1-120 0,-3 0 28 0,-6 6 72 15,-2 3 328-15,-10 3 228 0,-3 0 40 16,0 4 252-16,-3 3 20 0,-10-1 168 16,1 4-128-16,1 0-48 0,-6 3 96 15,2 0-176-15,-5 6 48 0,3 7-96 16,2 9 44-16,-5 3 16 0,4 7 60 16,0 6 28-16,0 1 80 0,0 2 16 15,1-3-52-15,2-3-64 16,9-7-120-16,0-9-48 15,4-5-136-15,0-5-52 0,4-6-204 0,4 0-60 0,4-3 20 16,4-3-60-16,4-9-284 0,4-9-348 16,-1-4-540-16,1 0-900 0,-3 3-1801 0,7-10-795 15</inkml:trace>
  <inkml:trace contextRef="#ctx0" brushRef="#br2" timeOffset="-115330.197">8247 11960 4072 0,'0'0'912'0,"0"0"220"0,0 0 4309 16,0 0-3521-16,0 0-512 0,0 0-88 0,12 83-132 15,-12-58-184-15,4-3-240 0,-4 0-176 16,4-2-220-16,0-5-292 0,0-5-76 16,0-1-136-16,0-6-168 0,7-3-40 0,-2 0 12 15,7-3 76 1,0-6-128-16,3-4 0 16,2-6-60-16,-1 3 20 0,3-6 16 15,1 3 108-15,-4 3 188 0,0 1 24 0,0 1 88 0,-4 5 40 0,0 6 384 16,-9 0 236-16,6 3 108 0,-5 0-164 15,-1 3-48-15,6 6-32 0,-5 4-96 0,-1 0-60 16,1 6-100 0,1 0-48-16,-1 3-88 0,-1 0-88 15,-3-3-44-15,0 3-84 16,1-2-356-16,-1-5-476 0,0 2-148 16,-1-1-60-16,1-1-540 0,4 1-1540 0,1-6-3401 15,2 2 1073-15</inkml:trace>
  <inkml:trace contextRef="#ctx0" brushRef="#br2" timeOffset="-114651.057">10399 11550 6064 0,'0'0'2132'16,"0"0"2789"-16,0 0-3333 0,0 0-156 0,0 0-280 16,0 0-72-16,0 0-132 0,8 89-252 15,-8-50-196-15,0 8-196 0,-4 4 4 16,4 6-28-16,-4 0 169 0,0 6-37 16,-1-5-216-16,1-4-124 0,0-4-68 0,1-8-4 15,3-8-100-15,0-9-20 16,0-4-60-16,0-9-149 0,0-3-207 0,0-2-328 15,3-4-200-15,-3-3-588 0,4 0-1004 16,0-3-1817-16,1-10-171 0</inkml:trace>
  <inkml:trace contextRef="#ctx0" brushRef="#br2" timeOffset="-114494.685">10435 12090 328 0,'0'0'5824'0,"0"0"-847"0,0 0-3221 0,0 0-416 15,0 0 124-15,0 0 40 0,0 0-256 16,0 0-412-16,0 0-172 0,0 0-92 0,95-6-96 15,-67 6-136-15,4 0-156 16,0 0-172-16,3-3-12 0,1-10-60 0,0 1-304 16,1-5-236-16,-2 1-244 0,1-3-260 15,-8 4-608-15,-4-2-1412 16,-5-2-2845-16</inkml:trace>
  <inkml:trace contextRef="#ctx0" brushRef="#br2" timeOffset="-114277.612">10824 11760 6128 0,'0'0'2584'0,"0"0"-580"0,0 0-307 0,0 0 99 0,0 0-104 0,0 0-364 15,0 63-188-15,5-35-168 16,-5 5-80-16,4 2-172 0,0-1-220 16,0 4-208-16,0 1-147 0,0-1-65 0,4-3-80 15,0 3-145-15,0-7-307 16,3 1-204-16,-2-3-212 0,-1-6-64 0,3-1-140 15,6-7-248-15,-6-2-288 0,6-7-924 0,-2-3-2489 16,1-3-1775-16</inkml:trace>
  <inkml:trace contextRef="#ctx0" brushRef="#br2" timeOffset="-113861.954">11283 12364 6412 0,'0'0'1820'16,"0"0"2861"-16,0 0-3981 0,0 0-636 16,0 0 332-16,0 0 500 15,0 0 364-15,0 0-348 0,0 0-156 0,0 0-260 16,0 0-104-16,44-55-244 0,-32 30-24 16,-5 3 0-16,2-7-28 15,-1 0 128-15,-4-6-56 0,3 0-80 0,-3-2-80 0,1-8-8 16,3 4-100-16,-4-4-84 0,-1 7-24 15,1 0-12-15,0 6 48 0,1 4 72 16,-1 2 96-16,0 5 4 0,3 5 0 16,-3 2 88-16,4 5 132 0,1-1 40 15,-2 4-76-15,1 3-64 16,5 0-44-16,-6 3 56 0,5 0-8 16,1 3-40-16,2 6-76 0,-2 4 68 0,2 7-4 15,1 2 40-15,0 5-4 0,-5 6-60 0,2 2-44 16,-5 3 4-16,-1 0-8 15,-3-1-4-15,-4 3-80 0,0-6-220 0,0 1-64 16,0-7-36-16,-4 2-76 0,1-9-188 16,-1-2-100-16,0 0-100 0,0-5-152 0,4-2-308 15,-4-3-712-15,4-5-861 0,0-1-1071 16,0-3 448-16,0 0 3084 0,0-3 440 16</inkml:trace>
  <inkml:trace contextRef="#ctx0" brushRef="#br2" timeOffset="-113511.951">11900 11649 5580 0,'0'0'496'16,"0"0"3680"-16,0 0-1859 0,0 0-485 15,0 0-672-15,0 0 96 0,0 0-76 16,37 88-144-16,-29-47-152 0,3 7-188 16,-7 4-100-16,5 2-72 0,-5 3-99 0,-4 0-209 0,3 0-116 15,-3-7-96-15,4-1-4 0,0-5-112 0,0-9-104 16,0-10-185-16,8-6-99 15,-4-10-208-15,4-2-244 16,4-7-328-16,4-7-556 0,4-8-992 0,0-7-2569 16,-4 3-1183-16,8-16 5668 0</inkml:trace>
  <inkml:trace contextRef="#ctx0" brushRef="#br2" timeOffset="-113248.622">12474 11804 6400 0,'0'0'1080'0,"0"0"5397"0,0 0-4861 15,0 0-884-15,0 0-408 0,0 0 0 16,-95 29 596-16,63-13-304 0,-4 6-320 16,4 0-136-16,-3 0-24 0,7 0-60 15,0 1-64-15,7-5-12 0,1-1-52 16,5 2-32-16,3-3 80 0,0-3 4 0,4 2 48 16,4-2 0-16,4 3 4 15,0-3-40-15,0 2 36 0,8-2 24 16,0 6 52-16,8-2-24 0,-1 2-16 0,6 0-24 15,-1-5-8-15,3 3-4 0,1-1-48 16,0 0 0-16,0-3-220 16,1-4-272-16,-6-3-88 0,5 1-308 0,-4-1-496 15,0 0-888-15,0-3-2029 0,-9 1-1843 16</inkml:trace>
  <inkml:trace contextRef="#ctx0" brushRef="#br2" timeOffset="-112675.502">13028 11983 3968 0,'0'0'912'16,"0"0"4108"-16,0 0-3447 0,0 0-305 16,0 0-160-16,0 0-4 0,0 0-72 15,0 0-104-15,80 8-60 0,-52-8-124 0,-1 0-228 0,10-2-208 16,-1-4-100 0,-1 1 12-16,5 3-72 0,-4-2-40 0,-5-2-104 15,1 4-4-15,-4-2-196 0,-4-3-184 16,-3 4-308-16,-6 0-372 0,-11 3-372 0,1 0-776 15,-5 0-3117-15,0 0-1763 0,-17 0 5429 0</inkml:trace>
  <inkml:trace contextRef="#ctx0" brushRef="#br2" timeOffset="-112258.098">13088 12169 640 0,'0'0'2672'0,"0"0"3896"0,0 0-4287 0,0 0-621 0,0 0-760 16,0 0-92-16,0 0 184 0,0 0-8 0,0 0-92 15,0 0-116-15,96 35-288 0,-61-25-48 16,1-1-96-16,4-2-28 0,0-4-120 15,3-3-196 1,-2 0 0-16,-2-6-244 16,1-5-144-16,-4 3-236 0,0-5-176 0,-8 1-224 15,-8-5-520-15,-4 4-1172 0,-8 4-3113 0,-8-7-1803 16</inkml:trace>
  <inkml:trace contextRef="#ctx0" brushRef="#br2" timeOffset="-111933.546">13255 11651 5764 0,'0'0'88'16,"0"0"5177"-16,0 0-3765 0,0 0-288 0,0 0 104 15,0 0 180-15,16 83-300 0,-8-48-344 16,0 7-252-16,4 2 136 0,4 7-52 16,-4 3-304-16,4 0-116 0,-4-3-128 15,4 3-52 1,-4-4-80-16,0-3-4 0,3-5-232 0,-2-7-120 16,-2-3-160-16,2-4 0 15,2-5-152-15,2-4-184 0,-6-6-676 0,6-5-1068 16,-6-3-2405-16,-3-3-3167 0,-4-2 7928 0</inkml:trace>
  <inkml:trace contextRef="#ctx0" brushRef="#br2" timeOffset="-110756.762">14216 11871 10124 0,'0'0'2189'0,"0"0"-849"0,0 0-540 0,0 0-80 16,67-67-44-16,-47 46-336 0,0-2-296 15,4-3-44-15,0 4-76 16,-1-3-52-16,-2 0 4 0,-1 0-40 0,-1 6 0 16,-2-2 40-16,-10 9 60 0,1 3 56 15,-3 2 8-15,-1 5 64 0,-4-1-16 0,0 3 40 16,0 0 0-16,0 0-24 15,0 0-56-15,0 0-8 0,0 0 0 0,0 0 0 16,0 3-76-16,0-1 36 0,0 7 40 0,4 8 252 16,-4 6 140-16,0 5-68 15,0 7 24-15,0 6 164 0,0 4 228 0,-4 4-256 16,-5 0-152 0,5-2-100-16,-3 1-60 15,3-7-96-15,-4 1-64 0,3-11-4 0,1 1-8 0,4-10 0 0,-4-3-8 16,4-2-44-16,0-9-8 0,0-1-124 15,0-3-208-15,0-2-140 16,0-2-124-16,0 0-164 0,0 0-272 16,0-2-828-16,-3 2-2353 0,-5-4-2907 15,-5 1 6240-15</inkml:trace>
  <inkml:trace contextRef="#ctx0" brushRef="#br2" timeOffset="-110551.568">14259 12176 7052 0,'0'0'2788'16,"0"0"-1163"-16,0 0-357 16,0 0-20-16,0 0-84 0,0 0-196 0,0 0-264 15,0 0-120-15,80 0-100 0,-48 0 0 16,8 0-16-16,3 0-40 0,2-4-60 16,2 1 0-16,5 3-24 0,4-3-28 15,-5 3-84-15,5-2-148 16,-8 2-84-16,4-4-92 0,-8 1-484 0,-1-1-488 0,-2-2-240 15,-2 3-796-15,-11 0-2472 0,4-4-4629 16</inkml:trace>
  <inkml:trace contextRef="#ctx0" brushRef="#br2" timeOffset="-110364.31">15682 12281 13549 0,'0'0'6548'16,"0"0"-5036"-16,0 0-951 0,0 0-125 0,0 0 168 16,0 0 168-16,0 0-600 0,0 0-172 0,0 0-556 0,0 0-196 15,0 0-72-15,7-19-293 0,-11 15-1531 0,-11-2-4656 16</inkml:trace>
  <inkml:trace contextRef="#ctx0" brushRef="#br2" timeOffset="-100257.201">30308 7238 4548 0,'0'0'5832'0,"0"0"-4979"0,0 0 1311 0,0 0-1236 0,0 0-208 16,0 0 236-16,0 0-4 0,0 0-32 16,96 45-340-16,-72-39-196 0,4 4-104 15,0-3-32-15,7-2-88 0,-3 1 36 16,8 1 24-16,-5 3-24 0,10-3 0 0,-2 2-76 16,2-3-48-16,6 4-60 0,-3-4-12 15,4 0-4-15,3 1-116 0,5-1-124 16,0 3-76-16,3-2 28 0,6 3-76 15,-2-1-200-15,-3 1 40 16,0-1 120-16,-4-2-228 16,-4-2-304-16,-9 2-92 0,-3-4-768 0,-12 1-1281 15,4-4-2391-15</inkml:trace>
  <inkml:trace contextRef="#ctx0" brushRef="#br2" timeOffset="-99429.465">32658 7363 3860 0,'0'0'1784'15,"0"0"-584"-15,0 0 200 0,0 0 296 0,0 0-183 16,0 0-397-16,0 0-300 16,0 0-256-16,0 0-128 0,0 0-68 0,0 0-60 15,60 12-28-15,-47-9-72 0,2 1 20 16,6-1 4 0,3 3-80-16,4-3 72 0,3 3-96 0,5 1 36 0,0 3-72 0,3-3-76 0,2-2-12 15,2 2-112-15,6-1-264 16,-6 1-280-16,5-2-288 0,0 2-416 0,0 3-444 15,-12-7-885-15,15 5-1191 16</inkml:trace>
  <inkml:trace contextRef="#ctx0" brushRef="#br0" timeOffset="-79929.613">2198 14766 8836 0,'5'-2'92'0,"-5"2"1668"0,4 0-1207 0,-4 0 179 15,0 2 536-15,4 4 128 0,0 5-336 0,0-3-244 16,0 9-268-16,-1 2 0 16,-3 3 220-16,0 8-240 0,0 7-184 0,0 8-72 0,-3 8-88 15,-1 12-64-15,-4 3 64 0,0 9-128 16,-4-1-56-16,0 1-120 16,0-8 108-16,0-6 4 0,4-9-44 0,4-9 52 15,0-13 8-15,4-7 32 0,0-9-40 16,0-6-8-16,0-1-56 0,0-5 52 15,8-4-36-15,0 0 48 0,0 0 4 0,8 0 108 16,0 0 120-16,4 0-24 0,0 0-52 16,3 0-20-16,5 2-52 0,-4 4 112 15,4 1 144-15,0 0 124 0,0-2-271 0,-5 2-57 16,5 3-124-16,0-4-12 0,0 1 0 16,0-2-52-16,-3-1-44 0,-1-4-125 15,-5 0-107-15,5 0-132 16,-8 0-100-16,4-9-236 0,-4-1-424 15,0-3-628-15,0-6-700 16,-4 6-2085-16,0-14-1455 0</inkml:trace>
  <inkml:trace contextRef="#ctx0" brushRef="#br0" timeOffset="-79560.763">2737 15479 6020 0,'0'0'4808'0,"0"0"-3727"0,0 0-605 16,0 0 508-16,0 0 384 0,0 0-148 15,67 65-364-15,-55-61-308 0,8-4-348 16,0-7-200-16,0-5-16 0,4-8 8 16,0-5-300-16,4-4-180 0,-4-2-24 15,-1-2-16-15,-2 3-76 0,-5 1 36 16,-1 4-4-16,-7-3 128 0,-4 4 164 16,-4 2 112-16,-4 3 168 15,-7 3 28-15,-6 4 504 0,-2 3-252 0,2 2-280 0,-2 7 180 16,-1 0 540-16,3 0-204 15,-2 13-112-15,3 6-92 0,0 6 56 0,0 7 156 16,0 6 48-16,0 2-248 0,5 6-40 16,-2 1-24-16,5-5 8 0,4-5 140 0,4-5-40 15,0-7-100-15,4-5-108 16,9-8-68-16,2-2-92 0,2-3-8 16,6-4-116-16,1-3 0 0,0 0-56 0,8-10-56 15,-4-7-32-15,8-1-348 0,-5-4-800 16,1-6-592-16,0-4-612 0,-8 9-1797 15,8-18-1283-15</inkml:trace>
  <inkml:trace contextRef="#ctx0" brushRef="#br0" timeOffset="-79278.603">3378 14739 10712 0,'0'0'1697'0,"0"0"-981"0,0 0-52 0,0 0 788 0,8 79-140 15,-8-45-404-15,4 4-424 0,-4 10-64 16,0 5-76-16,0 5 36 0,0 5-84 0,0 2-88 16,-4 1-124-16,-4-2-72 0,5-8 60 0,-2-5-68 15,5-10 92-15,0-9 16 0,0-7-100 0,5-8-12 16,2-5-8-16,1-2-104 16,4-7 16-16,-4-3-112 0,4 0 84 15,-1-3-60-15,2-7-232 0,2-5 8 16,2-7-196-16,-2-3-352 0,-2-8-1184 0,-5-2-1020 0,-5 13-1797 15,-3-19-59-15</inkml:trace>
  <inkml:trace contextRef="#ctx0" brushRef="#br0" timeOffset="-79100.176">3183 15137 8336 0,'0'0'1696'16,"0"0"-767"-16,0 0-41 0,0 0 432 0,0 0-128 0,0 0-308 15,0 0-428-15,0 0-244 0,0 0 52 0,0 0 228 16,0 0 4-16,28 68-84 0,0-65-16 15,-4-3 232-15,8 0-308 16,-4-3-148-16,3 0-172 16,1-3-24-16,0 1-124 0,-4 0-36 0,8-2-384 15,-4 0-112-15,3 5-416 0,1-2-1048 16,-4 1-1861-16,12 1-1603 0</inkml:trace>
  <inkml:trace contextRef="#ctx0" brushRef="#br0" timeOffset="-74022.159">5426 14739 2216 0,'0'0'1696'15,"0"0"-640"-15,0 0-132 0,0 0-780 0,0 0 260 16,0 0-104-16,0 0 180 0,0 0 1376 15,0 0-888-15,0 0-384 16,0 0-7-16,24-17 183 0,-24 17 48 0,0 0-196 16,0 3-128-16,0-3-104 0,0 0 52 15,0 4 108-15,0-4 16 0,0 0-104 0,0 3 0 16,0-3-28-16,0 0-140 16,0 3-60-16,0 1-12 0,0-2-28 0,4 4-12 15,-4 5-12-15,0-3 4 0,4 5-32 16,-4 4-20-16,0-2 12 0,0 4 12 0,0 3-64 0,4 0 28 15,-4 4-44-15,3-1-56 16,-3 4-8-16,5 3-32 0,-1-4 32 0,-4 4-36 16,4 3-4-1,0 0 48-15,0 0-48 0,-4 3 36 16,4-6 12-16,-4-1 0 0,3-2 48 16,-3-6-40-16,5-4 56 0,-5-7 8 15,4 1-12-15,-4 0-56 0,4-8-4 16,0 2-4-16,-4-1 0 0,0-2-4 0,4-1-4 0,-4 0-36 15,0-1 36-15,0-2 0 0,0 5-40 16,0-5 40-16,0 0 0 16,4 0 0-16,-4 0 4 0,0 2-4 0,0-2 0 15,0 0 4-15,0 4 0 0,0-4 0 16,0 0-4-16,0 0 4 0,0 3 4 0,0-3 4 16,0 3 0-16,0-3 0 0,0 0 4 0,0 0-4 15,0 0 0-15,0 0 4 16,0 0 4-16,0 0 4 0,0 0 36 0,0 0-40 15,0 0 4-15,0 0 52 0,0 0-56 16,0 0 4-16,0 0 0 0,0 0-8 16,0 0-4-16,0 0-4 0,0 0-44 15,0 0-28-15,0 0-8 0,0 0-4 0,0 0 28 32,0 0-28-32,0 0 4 0,0 0-16 15,0 0 28-15,0 0-16 0,0 0 12 0,0 0-72 16,3 0-72-16,-3 0-76 15,0-6-116-15,0 2-112 0,0 2-228 0,0-5-256 16,0-3-576-16,0 1-696 0,0 0-1709 16,0-4-783-16,-3 73 2412 0</inkml:trace>
  <inkml:trace contextRef="#ctx0" brushRef="#br0" timeOffset="-73617.746">5525 15107 4728 0,'0'0'1460'16,"0"0"-264"-16,0 0 12 0,0 0 292 0,0 0-107 0,0 0-405 15,0 0-348-15,0 0-80 0,0 0 12 16,0 0 36-16,-4 5-104 0,4-1-140 16,0-4-24-16,0 0-12 0,0 0 60 15,0 0 8-15,4 0 40 0,5 0-28 0,-1 3-100 16,3 3-60-16,10-2 0 0,3 2 32 0,0 0 64 16,8 0 48-16,0 1-72 15,-1-3-112-15,5-1-76 0,0-1-8 0,-1-2-64 16,1 0-52-16,0-2 0 0,-3-1-8 15,-2-4-192-15,-4 0-212 16,-2 0-120-16,-1-1-152 0,-4-2-124 0,-5-2-232 16,-7 2-748-16,1 3-1244 0,-9-2-1729 0,0 2-855 0</inkml:trace>
  <inkml:trace contextRef="#ctx0" brushRef="#br0" timeOffset="-73328.463">6000 14764 8976 0,'0'0'2401'16,"0"0"-1397"-16,0 0-544 0,0 0 608 0,0 0 476 0,0 0-624 0,0 0-584 16,0 0-260-16,0 0 160 0,0 0 148 15,8 88-12-15,-4-56 24 0,-1 0-112 16,1 6-12-16,5-1-64 0,-5 9 28 0,0-2-104 31,0-3-116-31,-1 3 56 0,-3-2-64 0,0-1-4 16,0-3-4-16,4-2-48 0,0-5 40 15,1 1-56-15,3-7-304 0,-4 1 100 0,3-11 156 16,-3-2-112-16,1-4-172 0,-1-4-112 0,4-3-124 16,-5 1-248-1,5-3-192-15,1 0-448 0,-5-3-981 0,3-6-2643 16</inkml:trace>
  <inkml:trace contextRef="#ctx0" brushRef="#br0" timeOffset="-72234.485">6674 14983 11189 0,'0'0'1540'0,"0"0"-964"0,0 0-528 0,0 0 652 16,0 0 628-16,0 0-132 0,91 28-288 15,-55-25-288-15,0-3-164 0,7 0-100 0,-2 0-72 16,2-3-124-16,-4-3-76 0,-2-3-84 16,-1 2-184-16,-8 1-296 15,0 2-84-15,-9-3-268 0,-2 7-340 0,-6 0-544 16,-7 0-3993-16</inkml:trace>
  <inkml:trace contextRef="#ctx0" brushRef="#br0" timeOffset="-72058.49">6829 15214 11897 0,'0'0'2296'0,"0"0"-1572"0,0 0-612 16,0 0 368-16,0 0 488 0,92 7 4 0,-61-4-428 0,1-3-348 0,4 0-120 0,3 0-76 15,-3-3-284-15,1 0-188 0,-5-1-712 16,-4 4-1164-16,4 0-4157 0</inkml:trace>
  <inkml:trace contextRef="#ctx0" brushRef="#br0" timeOffset="-71605.19">7649 14652 8140 0,'0'0'6005'16,"0"0"-5197"-16,0 0-800 0,0 0 408 0,0 0 780 16,9 66 184-16,-2-26-604 0,5 0-332 15,1 11-176-15,2 4 28 0,-2 7-4 0,-2 5 4 16,-3 9-212-16,-8 4-76 0,0-1 40 15,0-3-48-15,-4-2-8 0,0-8-100 16,4-6-88-16,0-13-36 0,0-5 72 16,0-13 48-1,4-7 16-15,4-13-296 0,0-4-224 16,4-5-324-16,-4-17-848 0,8-5-604 0,-8 0-2501 16,3-24-2967-16</inkml:trace>
  <inkml:trace contextRef="#ctx0" brushRef="#br0" timeOffset="-71310.598">7753 14649 11569 0,'0'0'1472'16,"0"0"-912"-16,0 0 24 0,0 0 1168 16,0 0-300-16,0 0-500 0,0 0-348 0,88-28-100 15,-69 28 0-15,5 3-76 0,1 9-184 16,-1 1-76-1,-1 10-8-15,1 2-76 16,0 3-48-16,0 5-36 0,-5-2-60 0,-2 4-36 16,-9-4-160-16,-1 1 108 0,-7 0 28 0,0 3 32 15,-4-6 88-15,-7 2 48 0,-9-5-48 0,0-1 0 16,-4-6 4-16,0 1 116 0,4-8-32 0,-3-6-88 16,2-3-276-1,1-3-112-15,1-3-188 0,-1-7-276 16,3-2-420-16,6-4-748 0,-1 0-1048 0,-4-12-2777 15</inkml:trace>
  <inkml:trace contextRef="#ctx0" brushRef="#br0" timeOffset="-70716.803">8582 15500 8928 0,'0'0'2481'16,"0"0"-1173"-16,0 0-148 0,0 0-20 0,0 0 16 15,0 0-404-15,-28-82-180 0,28 50-276 0,0-6-72 16,0-6-64-1,4-5-152-15,0 2 4 0,3-3-4 16,2 1 0-16,-1 2 64 0,0 3 28 0,-1 3 8 0,2 2 4 16,-5 1-44-16,4 3-68 0,-1 0 0 15,-3 1-52-15,5 4 48 16,-1 5 4-16,-1 6 12 0,1 4 40 0,1 5-4 16,-2 6 260-16,1 4 24 0,0 0-136 0,4 11 60 15,4 3-72-15,-4 12-36 0,4 7-52 16,0 4-48-16,-4 4-36 0,-1 8 64 15,-2-2-16-15,-1 4-48 0,-1-4-12 0,-3 4-96 16,-4-4-52-16,5 4-24 16,-5-6 124-16,0-4-136 0,0-2-108 15,0-4-28-15,-5-4-12 0,5-6 12 0,0-2-52 16,0-5-36-16,0 1-24 16,0-6-156-16,0 0-428 0,9-6-536 0,-1-5-1232 15,-4-2-2101-15,12-12-543 0</inkml:trace>
  <inkml:trace contextRef="#ctx0" brushRef="#br0" timeOffset="-70067.967">9462 14608 12389 0,'0'0'2896'0,"0"0"-1440"0,0 0-968 16,0 0 56-16,-15 66 616 0,6-24-300 15,-3 2-284-15,1 10-188 0,2 0-84 16,-3 3-60-16,5-3-48 0,-6 7-100 0,5-4-96 0,1 0-60 16,-1 0 60-16,8-3 0 0,0-10 0 15,0-5 4-15,0-8-4 0,8-12 0 16,3-3 0-16,6-6-8 0,-2-7-52 16,2-3-24-16,2 0 8 0,5-13 64 15,0-5-48-15,4-5 48 0,0-9 0 0,0-2-36 16,4-5-76-1,-4-2-44-15,-5 0 8 16,1-4 64-16,-4-3-4 0,-4-2-56 0,-4-2-28 16,0-1 0-16,-8 2 100 0,0 4-16 15,-4 3 100-15,0 6 12 0,-8 5 148 16,-4 8 48-16,0 9 72 0,4 4-60 0,-3 8 60 16,2 1-72-16,-3 3-60 0,1 0-148 15,-2 3-48-15,-2 6 4 0,-2 4 44 0,2 6 48 16,-5 4-36-16,-4 5 0 0,0 1 0 15,0 6 40-15,0 0-52 0,-4 3-12 16,4-3-84-16,-4 3-84 0,5-3-104 0,3-3-80 16,-5-4-16-16,10 0 0 0,2-9 100 15,2-2 144-15,7-5-12 0,0-6-196 16,4-2-284-16,0-1-364 0,8-3-412 0,0 0-172 16,8 0-120-16,-1 0 91 0,2-3 689 15,2 3 616-15,-2 0 232 0,3 0 68 0,-5 0 324 16,-3 7 604-16,4 1 229 0,-4 3 75 15,-3 1-104-15,2 4 20 16,1 3-228-16,0 0-272 0,0 0-164 0,4 3-24 31,4 1-64-31,4 2-188 0,4 1 28 0,3-1 560 0,-3-3-196 16,8 0-600-16,-4-3-708 16,0-6 8-16,7-4 380 0,-2 2-112 0,-1-11-660 0,-1 0-932 15,-10 0-1212-15,3 0-2201 0</inkml:trace>
  <inkml:trace contextRef="#ctx0" brushRef="#br0" timeOffset="-69916.78">10375 15462 11957 0,'0'0'4644'0,"0"0"-3192"0,0 0-748 0,0 0-224 0,0 0 24 16,0 0-188-16,0 0-316 0,0 0-476 0,0 0-408 15,0 0-664-15,-28 57-2532 16,11-50-4465-16</inkml:trace>
  <inkml:trace contextRef="#ctx0" brushRef="#br0" timeOffset="-51067.817">11419 15144 3548 0,'0'0'1304'0,"0"0"2520"0,0 0-2388 0,0 0 345 0,0 0-261 16,0 0-48-16,0 0-228 0,0 0-152 16,-8-22-224-16,8 22-128 0,0 3-64 15,8 4 20-15,-1-2-24 0,10 5-148 16,6 1-51-16,5 3-85 0,4 0-144 0,8 2-88 15,0 0-60-15,3-4 20 0,2 1-112 16,2-7 8-16,-3 0-12 0,0-6 0 31,0 0-12-31,3 0-168 0,-3-3-12 16,4-3 32-16,-4-3-140 0,0-1 7 16,-8 1-147-16,-5-4-192 0,-3 4 32 0,-7-4-132 0,-14 2-400 15,-3 5-748-15,-8 1-1104 16,-12 2-1669-16,4 3-1895 0,-23 0 4401 0</inkml:trace>
  <inkml:trace contextRef="#ctx0" brushRef="#br0" timeOffset="-50876.614">11593 15363 2736 0,'0'0'9381'0,"0"0"-8177"0,0 0-772 0,0 0-24 15,0 0 388-15,92 28 108 0,-51-23-224 16,2-5-204-16,1 0-92 0,8 0-148 0,-4-7-156 15,3-3-72-15,-7 1-16 0,0-3-316 16,-9-2-272-16,-2 2-308 0,-10-4-64 0,-2 0-452 16,-10 0-964-16,-2 4-2729 0</inkml:trace>
  <inkml:trace contextRef="#ctx0" brushRef="#br0" timeOffset="-50585.198">11973 14913 3952 0,'0'0'456'0,"0"0"5048"16,0 0-4459-16,0 0-413 0,0 0 216 0,0 0 224 15,91 12 108-15,-63-5-436 0,8 5-292 16,3 5-140-16,1-1 28 0,1 3 72 16,-2 3-224-16,-7 3-112 0,0 0 8 15,-8 4 4-15,-9 3-88 0,-2 0 0 16,-9 3-184-16,-4-1-56 0,0 4 28 0,-17 3 76 15,-2 4-36-15,-5-3 128 16,-8 5 44-16,-4-3 88 0,1 2 60 0,-6-2-136 16,5-6-12-1,5-1-96-15,3-5-104 16,4-10 44-16,8-2-308 0,4-11-192 0,8-6-340 16,4-3-892-16,8-9-3229 0,0-1-583 0</inkml:trace>
  <inkml:trace contextRef="#ctx0" brushRef="#br0" timeOffset="-49988.052">13458 15221 6156 0,'0'0'4388'0,"0"0"-3087"0,0 0-405 16,0 0-144-16,0 0 368 0,0 0 240 16,0 0-344-16,-24 79-372 0,24-56-160 0,0 2-52 15,0 0-148-15,8-2-64 0,1-5 0 0,2 1-24 16,2-6-36-16,-2-4-60 15,5-5-16-15,0-4-84 0,5-4-12 0,2-8-48 16,1-7 52-16,4-3-56 0,-4-7-116 0,0-3-128 31,-1 0-48-31,-3-3 120 0,-3 4 124 16,-2-1-132-16,-3 0 144 0,-7 4 92 16,-1-1 8-16,-4 4 12 0,-4 2 76 0,-5 4 60 0,-3 7 36 0,1 2 64 15,-2 7 8-15,-2 3 40 16,-1 7-100-16,-5 5-100 0,2 7-96 0,-1 3 0 15,0 0-196-15,4 3-36 16,1-4-236-16,2-7-172 0,1 3-264 16,9-10-512-16,-2-7-720 0,5 0-568 15,0-7-1497-15,8-5-103 0,0 1 2124 16,9-8 1948-16</inkml:trace>
  <inkml:trace contextRef="#ctx0" brushRef="#br0" timeOffset="-49714.114">13741 14986 3212 0,'0'0'120'0,"0"0"1208"0,0 0 4052 0,0 0-3679 0,80-9-445 15,-56 15-300-15,-4 0-108 32,0 7-192-32,4-1-156 15,-5 7-168-15,2 0 68 0,-1 1-264 0,-9 1 28 16,-3 5 20-16,-4-4-32 0,-4 0-92 0,0 1-60 16,0-7-12-16,-4 3-104 0,-4-7 116 15,1 1 8-15,3-4 104 0,-5-2-64 0,5-7 16 16,4 0-64-16,0 0-64 0,0-13-84 15,4 1 148 1,5-11 168-16,2-2 16 0,5-3-24 0,0-8-144 0,5 1-32 16,-2 0-44-16,1 4-64 0,0 5 112 15,0 0-136-15,0 8 84 0,-5 5-108 0,2 1-52 0,-2 5-140 16,-2 4-188 0,-5 3-380-16,-1 0-360 0,2 0-776 15,-5 3-1869-15,0 7-2219 0</inkml:trace>
  <inkml:trace contextRef="#ctx0" brushRef="#br0" timeOffset="-49168.225">14566 15100 4272 0,'0'0'7133'0,"0"0"-5865"0,0 0-376 15,0 0-280-15,0 0 160 0,0 0 348 0,0 0-356 16,-91 72-276-16,70-46-20 0,2 6-44 0,-1 0-56 16,4-1-132-16,0-1-16 0,8-5 48 15,4-7-44-15,4-7-4 0,0-5-48 16,0-3-172-16,4-3-232 0,4-3 36 0,8-7 148 15,0-2 44-15,4-5 4 16,3-4-12 0,-3-5-184-16,8-3 84 0,-4-6-108 15,4 0-148-15,4-2 208 0,-4-5-100 0,-5-3-88 0,5-5-12 0,-3-4 52 16,-1-3 56-16,-4-4 128 16,-1-2-148-16,-2-1 96 0,-2 4 172 15,-2 6-8-15,-6 9 12 16,1 14 136-16,-4 8 76 0,0 8 124 0,1 8 0 15,-5 7 100-15,0 0-28 0,0 3-76 16,0 7-24-16,-5 3-72 0,1 6-140 0,0 4 140 16,-4 8-28-16,1 7-88 0,-6 7-44 15,1 5 96-15,0 5 60 0,-4 1-24 0,0 1-124 16,5 0-84-16,3-6-96 0,-1-6-212 16,1-7 124-16,8-7-96 0,0-6 20 15,0-4-32-15,8-13-228 0,9-2-308 0,-1-6-416 16,7 0-632-16,1-6-880 15,-4 1-2165-15,12-12-1131 0</inkml:trace>
  <inkml:trace contextRef="#ctx0" brushRef="#br0" timeOffset="-48890.161">14972 15230 1644 0,'0'0'8796'16,"0"0"-6099"-16,0 0-993 0,-3 70-588 0,6-58-36 15,5-5-136-15,5-3-376 0,2-4-468 16,5-4-100-16,4-11-72 0,4-2-236 0,4-5-24 15,-4-3-128-15,-1-1-36 0,1 3 20 16,-4-2-28-16,-3-4 88 0,-10 4 116 0,-3-3 156 0,1-1 144 16,-9 1 176-16,0 3 116 0,-4-5 8 15,-5 9 104-15,-2 5 8 0,-1 6-24 16,-1 10 60-16,-2 4 192 0,-1 14-72 16,-5 12-148-16,-2 7-164 0,-1 4-84 15,0 8-172-15,0 1-292 0,1-6-16 16,6-2-136-16,6-10-64 0,2-11 4 0,9-7 156 0,0-9-52 31,12-5-404-31,-4 0-340 16,9-5-544-16,2-12-340 0,-7 6-1049 0,12-16-1983 0</inkml:trace>
  <inkml:trace contextRef="#ctx0" brushRef="#br0" timeOffset="-48700.068">15311 15040 536 0,'0'0'2596'0,"0"0"-1868"0,0 0 912 0,0 0 3448 16,0 0-3327-16,0 0-521 0,76 39-544 0,-72-14-88 0,0 3-292 15,0 1-152-15,0 6-28 0,-4-7-136 16,0 0-416-16,0-1 388 0,0-9-72 16,0 1 104-16,4-6-4 0,-4-5 128 0,0 3 60 15,3-11 0-15,-3 3-48 0,5-3-76 16,-1-3-64-16,4-8 0 0,3-3-112 0,2-5-164 16,2-4-268-16,2-3-100 0,2-5 84 15,5-4-168-15,0 0-448 0,0-7-825 16,-4 14-1231-16,8-13-1756 0</inkml:trace>
  <inkml:trace contextRef="#ctx0" brushRef="#br0" timeOffset="-48121.443">16343 15137 9372 0,'0'0'1977'0,"0"0"-477"0,0 0-572 16,-40 71-164-16,28-42-96 0,1-1-100 15,2-6-192-15,5 0 164 0,4-5-180 0,0-8-148 16,8-7-212-16,8-2-60 0,5 0-152 16,2-5 124-16,9-4 88 0,-1-7 0 15,2-7 0-15,3 1-188 0,0-7-148 0,-1 1 108 16,-7 0-136-16,0-2-28 0,-4 2 116 0,-4-1 212 16,-4 4-12-16,-8 0 140 0,-4 6-64 15,-4 0 176-15,-4 8 140 0,-8 9 60 16,-4 2 16-16,-4 7 156 0,0 5-12 15,0 4-100-15,-4 6-116 0,5-3-60 16,-2 3-260-16,1-2-200 0,9-2-332 16,-5-8-360-1,7-1-568-15,6-2-1728 0,-1-7-4857 0</inkml:trace>
  <inkml:trace contextRef="#ctx0" brushRef="#br0" timeOffset="-47985.843">16737 15129 5592 0,'0'0'9569'0,"0"0"-8085"0,0 0-736 16,104 25-64-16,-68-25 424 0,4-3-228 0,0-11-440 0,0-1-440 16,3-7-72-16,1-4-416 15,-4-5-408-15,0-1-536 0,0-2-668 0,-8 1-1700 16,-9 11-1001-16,-3-10-1663 0</inkml:trace>
  <inkml:trace contextRef="#ctx0" brushRef="#br0" timeOffset="-47715.8">17192 14608 484 0,'0'0'5260'16,"0"0"-2608"-16,0 0-1396 0,0 0-300 16,0 0 165-16,0 0 263 0,0 0-176 0,0 0-324 15,-76 92-256-15,76-57 4 0,0 7 28 16,4 2-116-16,0 3-84 0,4 7-4 0,-4 3-148 16,-4 4-64-16,0-1-232 0,0 6-12 15,-4 1-100-15,-8-3-184 0,4 0-184 0,-8-4-12 16,8 0-964-16,-4-6 1332 0,0-3 112 15,5-7-80-15,3 0 80 16,0-9 92-16,-1 0-80 0,1-6-12 0,-4-4 0 0,1-2-124 16,-6-4-104-16,2-3 4 0,-1-7 36 15,-4 0 12-15,4-2-16 0,-4-7-84 16,-4 0 48-16,0-13-112 0,0-3-412 0,0-9-692 16,0-11-565-16,0-7-895 0,4 7-1440 15,-4-27 2076-15</inkml:trace>
  <inkml:trace contextRef="#ctx0" brushRef="#br0" timeOffset="-47244.723">18239 14636 328 0,'0'0'10224'16,"0"0"-8435"-16,0 0-741 0,0 0 44 16,77 80 292-16,-58-45-128 0,-3 10-388 15,-4 2-212-15,-3 10-276 0,-6 6 60 16,-3 1-144-16,-3 2-136 0,-10 2-76 0,-2-5-84 15,-2-3-124-15,2-9-180 0,-5-7-224 16,3-5 136-16,6-14-40 0,-1-6 36 0,3-7-140 16,9-7-36-16,0-5-320 0,0-7-1268 15,0-10-2025-15,5 2-1779 16</inkml:trace>
  <inkml:trace contextRef="#ctx0" brushRef="#br0" timeOffset="-47116.851">18427 15052 2904 0,'0'0'468'0,"0"0"7621"15,0 0-6029-15,0 0-112 0,0 0-440 16,80 16-392-16,-48-10-316 0,-1 1-356 0,9-4-176 16,4-3-268-16,0-10-148 15,0-2-552-15,0-7-264 0,-9 0-328 16,1-7-764-16,-8 7-2337 16,0-9-2975-16</inkml:trace>
  <inkml:trace contextRef="#ctx0" brushRef="#br0" timeOffset="-46886.951">18853 14558 3796 0,'0'0'232'0,"0"0"6204"0,0 0-4931 0,0 0-149 0,0 0-176 0,0 0-80 15,0 0-132-15,0 88-272 16,4-47-160-16,0 11 56 0,1 7 24 0,-1 5-40 16,-1 3-48-16,-3 2-140 0,0 1-96 15,-7-1-228-15,-2-1-64 0,-3-1-108 16,1-4-36-1,-6-7-136-15,10-4-40 0,-2-8 52 0,5-5-112 0,4-11-112 0,4-9-160 16,5-6-292-16,6-8-924 16,-2-5-1192-16,15-2-2369 0</inkml:trace>
  <inkml:trace contextRef="#ctx0" brushRef="#br0" timeOffset="-46439.843">19351 14979 7020 0,'0'0'7493'16,"0"0"-6405"-16,0 0-640 15,0 0-332-15,0 0 512 0,0 0-20 0,88 4 76 0,-56-1-216 16,3 2-272-16,10 2-196 16,-10 3-92-16,5-4-168 0,0 1-36 0,-8-4-236 15,0 0-504-15,-9 0-572 0,-2-3-1064 16,-5 0-1989-16,-8 3-2483 15</inkml:trace>
  <inkml:trace contextRef="#ctx0" brushRef="#br0" timeOffset="-46281.815">19471 15218 9020 0,'0'0'4945'0,"0"0"-4577"0,0 0-368 0,0 0-304 0,76 12 304 0,-37-12 240 15,5 3-240-15,4-3-220 0,-1 0-376 16,5-6-708-16,-12 0-1845 0,12-7-4779 0</inkml:trace>
  <inkml:trace contextRef="#ctx0" brushRef="#br0" timeOffset="-43112.453">20546 14687 1772 0,'0'0'812'15,"0"0"-580"-15,0 0 4952 0,0 0-3512 0,0 0-59 16,0 0-317-16,0 0 28 0,0 0-56 16,0 0-200-16,0 0-132 0,0 0-228 15,-24-19-188-15,24 16-76 0,0 3-52 0,9-6 0 16,-1-1 100-16,7-2 32 16,9-4-72-16,4 4-160 0,4-4-172 15,4 0 12-15,4 4-56 0,-4 2-68 0,0 5-8 31,-4 2-4-31,-4 2-8 0,-8 10-136 0,-5 5 88 16,-7 5 60-16,-8 0 208 0,0 7-88 0,-4-1-116 16,-7 4 0-16,-6-3-8 0,2-1-76 0,-9-2-56 0,3 2 64 15,-2-6-12-15,-5 4-28 0,4-4 64 16,0 0 44-16,0 0-8 16,1-2-60-16,2-1 72 0,5-3 56 0,1-4-56 15,7-2-48-15,3-4-72 0,1 0-40 16,4 1-48-16,9-4 88 0,6 4 20 0,6 0 88 15,7-5-60-15,3 4-64 16,9 0-20-16,-4 1 116 16,3 0-8-16,-2 5 60 0,-9-2-12 0,-1 2 64 0,-7 5 20 15,-3-3-84-15,-6 3-124 0,-7 2 64 16,-4-3 56 0,0 3 4-16,0 3 12 0,-8-3 76 0,1 1-80 0,-2-1 136 31,-3-1-92-31,-4 4-28 0,0-2 60 0,0-1 0 0,-3 0-84 15,-2 3-72-15,-3-3 12 0,1 0-112 0,-1-3-24 16,-4 3-24-16,4 0-36 0,0-3-64 0,5-4-96 16,-2-2-192-16,5 0-196 15,4-7-396-15,5-3-424 0,7 0-756 16,0 0-897-16,11-9-2875 0</inkml:trace>
  <inkml:trace contextRef="#ctx0" brushRef="#br0" timeOffset="-42946.793">21383 15621 8020 0,'0'0'6789'16,"0"0"-6221"-16,0 0-568 0,0 0-100 15,0 0 36-15,0 0-388 0,0 0-780 0,0 0-1781 16,0 0-6271-16</inkml:trace>
  <inkml:trace contextRef="#ctx0" brushRef="#br0" timeOffset="-39974.059">5785 16345 3068 0,'0'0'940'16,"0"0"5772"-16,0 0-5155 0,0 0-165 0,0 0-36 16,0 0-32-16,0 0-44 0,0 0-240 15,8 85-144-15,-8-53 32 0,0 12-208 0,3 6-196 0,-3 12-171 16,4 4-77-16,-4 11-128 0,4 5-92 16,-4 1-56-16,0-1-48 0,-4 1-12 15,-3-4-100-15,-1 0-108 0,-9-5 63 31,6-8-51-31,-1-8 0 0,4-11-84 0,4-12 120 16,-4-16-36-16,4-9-12 0,4-10-160 16,0-10-232-16,-4-9-376 0,4-12 8 0,0-8 36 15,0-5-228-15,0-13-124 0,4-3-256 16,0-8-565-16,0 2-507 0,0-5-1856 0</inkml:trace>
  <inkml:trace contextRef="#ctx0" brushRef="#br0" timeOffset="-39634.868">5733 16608 1772 0,'0'0'524'0,"0"0"-472"0,0 0 2840 0,0 0 1248 0,0 0-2640 0,0 0-419 16,0 0-145-16,20-63 220 0,-12 63-56 16,-1 0-16-16,2 0-136 0,-1 6-128 15,3 4-4-15,6 5-140 0,2 7-80 16,1 7-252-16,5 6-136 0,-1 9 24 0,4 8-24 16,-5 5-52-16,1 3-84 0,4 3 52 31,-4 7-40-31,-5 1-72 0,2-8-12 0,-1 0-56 0,-9-6-92 0,6-7 136 0,-6-8 0 15,-3-7 0-15,0-7 8 32,1-8-44-32,-2-8 36 0,1-5 8 0,1-4-4 15,-5-3-4-15,3 0-48 0,5-5-16 16,-4-9 72-16,4-5 4 0,0-3 8 16,4-10 56-16,-4-6-4 0,0-7 0 0,-4-2-20 0,0-10-40 15,-5-4-12-15,1-9 8 0,1-3-104 16,-1 1-100-16,0-5-96 0,4 11-52 0,3 9 4 0,-2 9-40 15,2 13-52-15,1 10-20 0,-3 5-68 16,-2 7-300 0,1 4-304-16,-4 3-260 15,1 0-948-15,-5 2-2405 0</inkml:trace>
  <inkml:trace contextRef="#ctx0" brushRef="#br0" timeOffset="-37840.238">6936 17281 2300 0,'0'0'572'15,"0"0"276"1,0 0 4252-16,0 0-3340 0,16-70-447 16,-16 54-317-16,0 4 140 0,-8-1-224 0,4 4-244 15,-4-1-180-15,0 4-60 0,1-1-104 16,-6 0-48-16,5 5-28 0,1-1 12 0,-2 0-12 15,-3 3 0-15,5 0-12 0,-6 0-76 16,-2 3-72-16,-2 2-88 0,-2 6-124 16,-5 1-120-16,0 7 44 0,0 3 76 0,-4 7-96 15,5 3-56-15,-5 5-8 0,3 5 84 16,5 6 124-16,5-4 76 0,2 4 12 16,5-4 224-16,8-2 72 0,0-1-120 0,4-3 60 15,9-3-76-15,2-4 28 16,9-1-104-16,1-8 64 0,3-3-12 0,0-4 0 15,3-2 24-15,1-6 64 0,-4-5-140 0,-1-2 52 16,-3 0-148-16,0 0-40 0,-3-9-132 16,-10-1 0-16,6-2-148 0,-6-1-296 15,-3-3-192-15,-4-2-264 0,0-1-224 0,-4 0-508 16,0-4-505-16,0 4-279 16,0 6-440-16,-12-6-260 0</inkml:trace>
  <inkml:trace contextRef="#ctx0" brushRef="#br0" timeOffset="-37685.774">6865 17567 1252 0,'0'0'1264'0,"0"0"-936"0,0 0 4064 0,0 0-2900 16,0 0-92-16,0 0-447 0,0 0 139 0,0 0 72 16,0 0-172-16,0 0-196 15,0 0-192-15,-49 22 164 0,62-16-44 0,2-2-328 16,2 2-72-16,7 1-164 0,-1-5-12 16,-3 2-124-16,4-4-24 0,-8 0-420 0,0 0 36 0,-8-4-212 15,0 2-308-15,0-2-432 16,-8 1-636-16,4 0-1053 0,-4 0-2799 0</inkml:trace>
  <inkml:trace contextRef="#ctx0" brushRef="#br0" timeOffset="-37485.087">6972 17573 2820 0,'0'0'1160'0,"0"0"4676"0,0 0-4235 15,0 0-461-15,0 0-220 0,0 81 72 16,5-56-20-16,2 6-272 0,1 4-220 15,0 0-44-15,4-3-88 0,-4-1-160 16,0-6-176-16,-1-6-12 0,2 0-324 16,-5-6-60-16,4-1-16 0,-5-1-180 0,1-5-224 0,0-3-296 0,5-3-612 15,-5-3-2201-15,0-7-1219 0,7-9 2084 16</inkml:trace>
  <inkml:trace contextRef="#ctx0" brushRef="#br0" timeOffset="-36424.423">7072 16602 3108 0,'0'0'1604'0,"0"0"2636"16,0 0-2608-16,0 0-203 0,0 0-421 16,0 0 64-16,0 0 0 0,0 0-24 0,0 0-48 15,75 16-208-15,-47-13-284 0,-4 3-188 16,4-3-76-16,-5 1-108 0,2-1-52 0,-5 0-72 16,-5-3-12-16,2 0-12 0,-2 0-132 15,-2 0-104-15,-2-3-280 16,-3-4-304-16,-3 1-448 0,-5 0-704 0,0-1-1132 15,0 1-2285 1</inkml:trace>
  <inkml:trace contextRef="#ctx0" brushRef="#br0" timeOffset="-35984.339">7187 16611 952 0,'0'0'628'16,"0"0"-328"-16,0 0 388 16,0 0 2508-16,0 0-1792 0,0 0-520 0,0 0-132 0,0 0 204 15,0 0 28-15,0 0-135 0,0 68-129 0,5-54-96 16,-5 3-24-16,0-1 60 16,4 3-268-16,-4-3-60 0,3-1-144 0,-3 2 24 0,0-2-60 15,4-2-24-15,0-4-72 0,-4 1-52 16,4-1-4-16,-4 4 12 0,4 0-8 15,-4 3-4-15,4 5-52 0,-4 5 44 0,5 3 8 32,-5 6 76-32,3 0-76 0,-3-4-68 15,0 1 68-15,4-3 4 0,4-7 8 0,-4-3 112 16,0-3 64-16,-1 0 16 0,6-7-76 16,-5-3 72-16,0 1 160 0,0-4-108 15,0 0-140-15,-1 1-100 0,1-4 48 0,1 0-56 16,3 3-4-16,-4-3-4 0,3 0 4 0,2 0 4 15,-1 3 4-15,3 4 44 16,2-5 20-16,2 8 52 0,2-4 76 16,2 1-188-16,1 0-12 0,-4-2 0 0,4 2-172 15,0-5 20-15,0 3-144 0,0-5-216 0,-5 0-316 16,2 0-180-16,-1 0-516 0,-8-5-1145 16,7-1-2659-16</inkml:trace>
  <inkml:trace contextRef="#ctx0" brushRef="#br0" timeOffset="-35514.557">7785 16643 2508 0,'0'0'1188'16,"0"0"584"-16,0 0 2304 0,0 0-2127 0,0 0-653 16,0 0-188-16,0 0-132 0,0 0 344 15,4 80-604-15,-4-45-268 0,0 6-188 16,0 3-88-16,-4 4 152 0,0-1 192 16,-5 1-84-16,2-4-384 0,-1-6-48 0,0-6-196 0,5-1-60 0,-6-8-80 15,5-7-20-15,4-3 44 0,0-10-96 16,0 0-264-16,0-3-412 0,0-6-1004 15,4-4-284-15,0 1 71 0,4-7 81 0,0-1 228 16,0 3 936-16,-4-3 800 31,-1 1 256-31,6-3 796 0,-5 3 872 0,0 4 152 16,0 2-120-16,0 1-216 0,-1-1-335 0,6 7-217 16,3-3 0-16,-1 2-4 0,6 4-84 15,2 0-128-15,5 0 48 0,0 0-156 16,4 0-220-16,0 0-132 0,-4 0-20 15,-1 4-112-15,2-1-100 0,-5-3-24 16,-1 0-184-16,-6 0-188 0,2 0-384 0,-6-7-360 16,2 1-404-16,1-3-644 0,-7 2-1889 0,3-8-1443 15</inkml:trace>
  <inkml:trace contextRef="#ctx0" brushRef="#br0" timeOffset="-35299.249">8184 16735 2480 0,'0'0'352'0,"0"0"-248"0,0 0 196 15,0 0 4364 1,0 0-2784-16,0 0-772 0,0 0-347 16,0 0 275-16,0 0-52 0,-17 83-184 0,17-52-332 15,0 4 24-15,0 4 132 0,0 2-16 0,0 0-124 16,0-3-172-16,-4 3-76 0,0-6-112 0,1-3-52 16,-1-7-72-16,0-6-44 0,4-3-228 15,0-6-388-15,0-4-120 16,0-3-172-16,0-3-364 0,8 0-1516 15,-1-13-2401-15,1 4-566 0</inkml:trace>
  <inkml:trace contextRef="#ctx0" brushRef="#br0" timeOffset="-34784.262">8506 16618 5356 0,'0'0'648'31,"0"0"5233"-31,0 0-4565 0,0 0-1060 0,0 0 136 16,0 0 308-16,0 0 44 0,0 0-516 0,0 0-228 16,0 0-140-16,88-57-124 0,-72 47 252 0,-1 4-76 15,2-1 12-15,-6 7 8 0,1 0 68 16,-3 0 140-16,-2 0 96 0,1 0-20 15,-4 7 48-15,5-1-24 0,-2 4-40 16,1-1 292-16,0 4-196 0,-4 2-144 0,1 2-52 16,2-2-28-16,-3 4 64 0,0 0 0 0,4 4-8 15,-4 5 92-15,4-2 40 0,-4 2 12 16,4 1 48-16,-4 3 124 0,3-1 72 0,-2 4-308 16,3-4-76-16,0 5-8 15,-1-1-52-15,-2-3 64 0,3 2-64 0,0-4-12 16,-1 1 40-16,-3-6-52 0,5 1-48 15,-5-1 8 1,3-6 88-16,-3 0-92 0,0-3 8 16,0-3-12-16,1-1 8 0,-5-3-12 15,4-2 8-15,-4-1 0 0,0-2 48 16,0-2-40-16,0-2-12 0,-4 5-68 16,-1-5 64-16,1 0-40 0,-4 2-76 0,-3-2-28 15,-2 7 40-15,2-4 32 0,-10-1 4 16,6 2-136-16,-9-1-96 0,0-3-88 0,-4 4-4 15,0-4-108-15,5 0 8 0,-5 0-248 16,0 0-384-16,0 0-636 0,7 0-1032 16,-3-7-2509-16</inkml:trace>
  <inkml:trace contextRef="#ctx0" brushRef="#br0" timeOffset="-33435.539">9589 16586 2864 0,'0'0'772'0,"0"0"4424"0,0 0-2855 0,0 0-457 0,0 0-576 16,0 0-284-16,0 0-220 0,0 0-164 15,0 0-180-15,0 0-172 16,0 0 156-16,80-3 24 0,-55 3-232 0,3-3-28 16,0 3-120-1,3 0 48-15,1 9-52 0,0-2 4 16,0 5 72-16,0 1-16 0,-4 0-8 15,0-1-28-15,-5 1 64 0,5 3-108 0,-4-7 44 16,-4 5-96-16,0-6 0 16,0 3-12-1,-5-2 4-15,-2-4 52 0,-2 2-56 0,2 3-48 0,-5-4 40 0,-1 3 8 0,1-2 0 16,-8 3-4-16,5-4-8 0,-1 1 0 16,-4-1 12-16,0 3 68 0,0-2 164 0,0-1-144 15,-4 3-80-15,-1 1-8 16,-3-1-72-16,1 1 68 0,-6-1 0 0,-2 2 4 15,-2-3 0-15,2 3 0 0,-9 1 8 16,0-3-8-16,0 1 0 16,0-1 0-16,-4 1 0 0,0 0 0 0,4-4 0 0,-4-3-96 0,5 3-12 15,3-6-64-15,-4 0-36 16,8 0 84-16,0 0-72 0,4 0-72 0,0 0-64 16,8-3-112-16,-4 3-100 0,4-3-236 15,0 0-396-15,4 0-348 0,0 3-704 16,0 0-1705-16,0 0-1975 0,8 0 4328 0</inkml:trace>
  <inkml:trace contextRef="#ctx0" brushRef="#br0" timeOffset="-33052.9">10343 17104 1120 0,'0'0'4928'0,"0"0"-27"0,0 0-3333 0,0 0-700 16,0 0-28-16,0 0 284 0,0 0-192 15,-80 25-296-15,64-19-212 0,-4 1-76 16,0-1-16-16,-3 4-36 0,-1-1 52 0,-4 0-104 16,-4 1-132-16,0 3 132 0,0-4-108 15,-4 0-36-15,1 1-100 0,3 0-108 16,4-4-28 0,0-2-144-16,4-4-80 0,3 0-60 0,10 0-224 15,-5-4-336-15,4-2-432 0,4-1-936 16,0 1-777-16,4-1-2759 0,4 1 3448 0</inkml:trace>
  <inkml:trace contextRef="#ctx0" brushRef="#br0" timeOffset="-32428.69">11116 16630 9548 0,'0'0'2425'0,"0"0"-905"0,0 0-464 0,0 0 64 15,7 89 88 1,-3-47-304-16,5 5-160 0,3 7-252 0,-1 7 0 16,-2 2 68-16,-1 3-84 0,-1 5-24 0,-7-2-196 0,0 1-84 0,-4-3-88 0,1-7-84 15,-5-2-12-15,-1-11-124 16,5-5 4-16,-3-14-124 0,7-6 96 16,-4-13-32-16,4-2-140 0,0-7-240 0,0-7-312 15,4-8-528-15,3-11-968 16,-3 3-1504-16,5-21-1641 0</inkml:trace>
  <inkml:trace contextRef="#ctx0" brushRef="#br0" timeOffset="-32128.434">11099 16593 2612 0,'0'0'0'0,"0"0"92"0,0 0 5748 0,0 0-3616 15,0 0-811-15,0 0 263 0,0 0-200 16,88-7-364-16,-64 7-316 0,4 3-200 0,4 4-28 16,0-1-224-16,-4 3-72 15,4 1-176-15,-8-1-24 0,0 4-68 16,-5 0-8-16,-2 3 8 0,-6-4-8 0,-3 8-4 16,-8-5 8-1,0 8 104-15,0-4-4 0,-8 6-48 16,-7-3-52-16,2 4-12 0,-2-4 12 0,-5 1-60 15,3-2-4-15,-2-4-68 0,-1-3-140 16,0 0-48-16,-4-1-136 0,4-7-140 16,-8 3-188-16,4-2-296 0,-3-4-344 0,3 3-720 15,-4-6-1973-15,11 0-1139 16,-6 0 2756-16</inkml:trace>
  <inkml:trace contextRef="#ctx0" brushRef="#br0" timeOffset="-29553.189">12096 17389 4780 0,'0'0'52'0,"0"0"5728"0,0 0-3887 0,0 0-785 32,0 0-208-32,0 0-92 0,0 0 72 15,0 0-264-15,0 0-280 0,-9 90-200 0,-2-65 0 16,-5 2-136-16,0 0-108 0,-4 1-156 0,4-6-60 0,-4 0-88 16,5-5-116-16,2-8-152 0,1-3-168 15,5-6-308-15,3 0-448 0,4-13-821 16,0-6-2203-16,0 3 1144 0,19-21 3056 0</inkml:trace>
  <inkml:trace contextRef="#ctx0" brushRef="#br0" timeOffset="-29092.929">12821 16824 572 0,'0'0'2700'0,"0"0"2916"0,0 0-3768 0,0 0-843 0,0 0-337 16,0 0 112-16,0 0-16 15,0 0-232-15,-72 82-164 16,56-46 72-16,4 5 0 0,-3 13-28 0,2 2 44 16,2 9 4-16,-2-6-72 0,6 5-116 0,3-7-88 15,4-9 28-15,0-10 96 0,7-6 344 0,2-9-88 16,6-11-356-16,2-9-36 0,2-3-172 0,5-3-268 31,0-9 260-31,1-5-200 0,2-8-28 16,1 0-20-16,-4-7-136 0,4-3 20 0,-4 0 64 15,-5-3 60-15,5 0 72 0,-4-1-8 16,-4-2 84-16,0 4 40 0,-4-5 60 16,0-3 112-16,-4 1-100 0,-4-4 60 15,-4 3-68-15,0 1-4 0,0 3-72 0,-4 6-4 16,-4 0 76-16,-4 9 136 0,0 5 0 15,1 5 52-15,-6 6-16 0,1 7 16 16,-3 3-80 0,-6 10 92-16,1 5 44 0,0 10-132 0,-3 5 0 15,3 4-100-15,-4 5-8 0,0 2-4 0,0 3-184 0,4-2-76 16,-4-1-148-16,5-6-148 0,7-4-240 0,0-5-512 0,4-8-924 16,8-5-245-16,0-2-683 0,4-9-808 15</inkml:trace>
  <inkml:trace contextRef="#ctx0" brushRef="#br0" timeOffset="-28899.219">12738 17093 1604 0,'0'0'588'0,"0"0"-392"16,0 0 2812-16,0 0 1356 0,83 11-2287 15,-55-3-505-15,0 6-316 0,0-2-96 16,3 4-216-16,-3 3-224 0,8 3-224 0,-4 4-112 16,4 5-100-16,-1 4 20 0,2 4-132 15,-1-4-108-15,-4 3 44 0,-1-3-108 0,-3-4 0 16,0-2-96-16,-4-4-88 15,0-2-100-15,0-7-320 0,-4-4-336 16,-1-2-316-16,-2-4-748 0,-2-3-2613 0,2 0-4679 0</inkml:trace>
  <inkml:trace contextRef="#ctx0" brushRef="#br0" timeOffset="-28735.749">13917 17564 7160 0,'0'0'2684'16,"0"0"1177"-16,0 0-2669 0,0 0-372 0,0 0 12 16,0 0-36-16,0 0-300 0,43 73-496 0,-43-67-360 15,0 0-572-15,0-1-592 16,0-3-992-16,-11 10-3021 0</inkml:trace>
  <inkml:trace contextRef="#ctx0" brushRef="#br0" timeOffset="-18004.99">25260 12611 6960 0,'0'0'6085'16,"0"0"-4777"-16,0 0-336 0,0 0-12 0,0 0 508 15,0 0-160-15,0 0-216 16,0 0-288-16,0 0-244 0,0 0 1 0,0 0 163 0,0 98-396 16,4-50-24-16,-4 9-16 15,0 4-228-15,-4 3-60 0,-4-1-12 0,0 3-48 0,-8-2-48 16,1-1 0-16,-6 0-52 16,1-2-44-16,1-8-172 0,-2-2-60 15,1-3 48-15,9-10-133 0,-1-8-51 0,8-16-100 16,-1-1-188-16,5-13-308 15,0 0-448-15,9-8-208 0,-1-9-60 16,7-12-41-16,2-2-131 0,-2-10 644 0,1-4-332 16,0 1 1016-16,-4-1 728 15,-8 4 820-15,0 6 284 0,0 7 584 0,-4 5 48 16,0 8 221-16,0 2-133 0,0 6-296 16,4 2-276-16,8 0-380 15,0 3-216-15,12-2 132 0,4-2-16 16,8 3-308-16,3-4-208 0,2 4-136 0,2-6-120 15,6 2-36-15,-6-2-172 16,0-4-36-16,2-3-244 0,-6 4-468 0,-7-1-168 16,-4-3-344-16,-8 4-1240 0,-8 1-2325 15,-8-1-2531-15</inkml:trace>
  <inkml:trace contextRef="#ctx0" brushRef="#br0" timeOffset="-17802.18">25682 12639 7200 0,'0'0'2648'16,"0"0"-819"-16,0 0-881 0,0 0-320 0,0 0 84 16,0 0 328-16,-3 95-248 0,3-53-148 0,0 5-12 15,0 1-208-15,0 6-64 0,0 4-40 0,0-1-108 16,0 3-64-16,-4-2-148 0,0-2-112 16,-5-2-112-16,5-3-60 0,-7-4-308 15,2 1-108-15,1-10-204 0,4-6-344 16,4-7-724-16,0-9-941 0,0-7-1939 0</inkml:trace>
  <inkml:trace contextRef="#ctx0" brushRef="#br0" timeOffset="-15435.479">26882 12849 5956 0,'0'0'976'0,"0"0"2048"0,0 0-1659 0,0 0-325 16,0 0 72-16,88-47 196 0,-77 42-228 16,-3 3-284-1,1-2-28-15,-6 2-12 0,-3 2-52 0,0 0-100 16,0 0 104-16,0 0 24 0,-3 0-124 16,-6 2-219-16,-3-2-289 0,-4 4-92 15,-3 5 84-15,-9 1-92 0,-4 3-76 0,-4 3-108 16,-4 6 75-16,0-3 53 0,0 3 48 15,1-3-68-15,-2 3 64 0,-2 0-60 16,-1 4-24-16,4-5 88 0,0 3 0 16,5-6-80-16,3-1 4 0,8-5 84 0,4-2 68 0,4-4-68 15,7 0-4-15,6-3-44 0,3-3 36 16,0 0-96-16,0 0-16 0,8 4 124 16,0-1 92-16,7 0 40 0,2 0-72 15,-2 4 60-15,5-5-120 0,5 3 0 16,-6 0 44-16,1-2 16 0,4 1 0 0,-4 3-48 15,0-1-8-15,0-4 44 0,-1 4 0 16,2-2-36-16,-5 3 72 0,3-4-35 16,-2 0 47-16,-2 3-92 0,2-3 68 0,-6 3-60 31,6 1-12-31,-2-4 0 0,1 6-12 16,0-2-36-16,-4 3 0 0,4-4-49 15,-4 6 89-15,0-2 8 0,3 0 4 0,-2-1 4 16,-1-3 0-16,0 4-4 0,0-4 93 15,-5 1-25-15,-3-4-68 0,5 0 8 0,-5 0 40 16,3 0-44-16,-3 1 40 16,0-4 12-16,-4 2-48 0,4 3-8 0,1-5-4 15,-1 2-8-15,-4-2 4 0,4 0-8 16,-4 3 0-16,0-3 12 0,0 0 0 0,0 0 12 16,0 0-12-16,0 0-52 0,0 0-168 15,0 0-145-15,0 0-267 0,-8 0-380 16,3 0-1068-16,1 0-2380 0,-11 0-3777 0,47-3 3109 15</inkml:trace>
  <inkml:trace contextRef="#ctx0" brushRef="#br0" timeOffset="-8931.971">27858 12583 1172 0,'0'0'11805'15,"0"0"-9625"-15,0 0-1224 0,-24 73-228 0,20-42 452 16,-4 7-20-16,0 6-388 0,0 3-356 15,0 8-160-15,-4-1-100 0,4 10 40 0,0-4-36 16,-4 7-40-16,0 0-48 0,1-4-60 16,2-3-8-16,5-2 96 0,4-8-28 15,0-6 36-15,4-9-4 0,5-3-104 16,2-10-136-16,1-3-44 0,0-2-148 0,-4-9-236 16,4-4-96-16,-4-1-64 0,0-3-88 15,0-3-240-15,4-6-524 0,-4-7-360 0,4-1-160 16,-5-2-617-16,6-12-2475 0</inkml:trace>
  <inkml:trace contextRef="#ctx0" brushRef="#br0" timeOffset="-8639.916">27862 12616 8052 0,'0'0'3053'0,"0"0"-1845"0,0 0-404 0,0 0 468 15,0 0-76-15,0 0-276 16,83-69-332-16,-59 66 32 16,-4 0-164-16,8 3 136 0,0 3-36 0,0 6-104 0,-1 4-108 15,1 0-124-15,0-1-88 16,-7 5-48-16,-6-4-80 0,1 2-4 0,-8-2-48 16,-4 3 48-16,-4-3 36 0,-4 2 40 15,-7 4-68-15,-10 3-4 0,-3 1 80 0,-11 3-80 16,-5-1-4-16,-3-3-68 0,-6 0-32 15,1-3-68-15,5-3-200 0,-1-3-208 0,4-7-372 16,0 0-424-16,1-2-940 16,11-1-1741-16,-17-3-1915 0</inkml:trace>
  <inkml:trace contextRef="#ctx0" brushRef="#br0" timeOffset="-7831.479">25140 14097 6204 0,'0'0'12'0,"0"0"4636"0,0 0-3287 0,0 0-173 16,0 0 84-16,0 0 60 0,0 0-104 0,0 0-260 15,0 0-48-15,0 0-172 16,24 80-172-16,-16-49-100 0,-4 10-244 0,1 7-12 31,-1-1-16-31,-4 7 28 0,0-3-63 16,-4 7-169-16,-1-7 0 0,-7 2-12 15,5-9-60-15,-6 1-97 16,5-6-75-16,4-12-60 0,-3-4-36 0,3-10-112 0,4-4-76 16,0-6-328-16,0-3-528 0,0-3-816 15,4-10-632-15,3 4-221 0,5-16-2099 0</inkml:trace>
  <inkml:trace contextRef="#ctx0" brushRef="#br0" timeOffset="-7683.024">25209 14522 3208 0,'0'0'4676'0,"0"0"-2136"0,0 0-699 0,0 0-273 0,0 0-60 15,0 0-328-15,0 0-332 0,0 0-156 16,0 0-184-16,83-38-188 0,-48 38-184 16,2 0-48-16,6 0-88 0,-3 0-8 15,4-3-112-15,-4-1-68 0,0-5-500 0,0 0-356 0,-8-4-584 16,-4 3-1280-16,-5-5-3265 0</inkml:trace>
  <inkml:trace contextRef="#ctx0" brushRef="#br0" timeOffset="-7470.307">25722 14122 5776 0,'0'0'2872'0,"0"0"-1344"0,0 0-535 0,0 0 175 0,0 0 224 0,-4 76-216 16,4-47-304-16,4 6-132 15,-4 3 60-15,4 3-108 0,5 7-88 0,-6-1-100 16,1 7-160-16,-4-3-172 0,0 6-84 16,0 0-76-16,-4-3-12 0,1-3-76 15,-6-6-252-15,9-4-252 16,0-8-248-16,0-8-240 0,12-10-776 0,0-2-2497 16,16-10-3207-16</inkml:trace>
  <inkml:trace contextRef="#ctx0" brushRef="#br0" timeOffset="-6851.515">27196 14449 1384 0,'0'0'2256'16,"0"0"5513"-16,0 0-5745 0,0 0-756 0,0 0-148 16,0 0 184-16,0 0-312 0,0 0-340 15,-87 25-244-15,62-12-224 0,2-3-100 16,-5 2-84-16,4 1 0 0,-8 4 0 0,0-3-60 15,4 3 48-15,-7-1 0 0,3 3-40 16,-4 0 48-16,-4 0 4 0,4 3 0 0,0 0 76 16,4 0 96-16,4-2 0 0,1-2 0 15,7-1 8-15,4-9-44 0,4 3-24 16,4-5-40-16,8-4-72 0,-4 3-8 16,4-3-52-16,0 2-4 0,4 2 64 0,8 0 244 15,0 4-168-15,4 3-64 0,3-1 72 16,2 1 76-16,3 4 32 0,4-3-180 0,0 6 40 15,-1 2-48-15,6 4-4 16,-6-4-8 0,-3-3-68-16,4 3 72 0,-4-6-152 15,0-1-124-15,-5-2-172 0,1 0-76 0,1-4 12 16,-6 1-48-16,-3-3-264 0,0-5-244 16,-4 1-776-16,-4-3-1212 0,0 7-3717 0</inkml:trace>
  <inkml:trace contextRef="#ctx0" brushRef="#br0" timeOffset="-6167.985">27982 14583 3284 0,'0'0'7004'0,"0"0"-5075"0,0 0-1033 0,0 0-412 16,-5-74 936-16,-3 62-84 0,4 2-440 16,-3 7-276-16,-1 0-88 0,-5 3 192 0,-2 9-280 15,-1 8-164-15,-9 4-96 0,2 15-60 16,-5 8-4-16,0 10 40 15,4 6 0 1,-4 4-148-16,0-1 72 0,4 1-84 0,9-11-60 0,7-5 52 0,3-7-128 16,5-12 88-1,13-6 48-15,2-8-148 0,9-5 16 16,4-7 132-16,4-3-48 0,8-3-64 0,0-10-48 16,0-6-156-16,3-2 120 0,1-9-64 15,-4 5 64-15,4-8 12 0,-4 3-40 16,0-6-48-16,-5-2 100 0,-3-3 24 0,0-3 60 0,-4-4 76 15,-4-6 4-15,-4 0-252 16,0-3 248-16,-4 0-88 0,-4 6-48 16,-9 6 148-16,1 7 136 0,-4 6 64 15,0 13 160-15,-7 4-4 0,-5 5-60 16,-1 6-100-16,-6 4-132 16,-1 0-52-16,-4 7-12 0,-3 7-8 0,-1 5-92 15,-4 2 52-15,0 5 40 0,-5 2 0 0,2 4-68 0,-1 0-8 31,0-1-188-31,1 1-284 0,3-1-152 0,0-1-260 16,8-5-808-16,4-3-920 0,8-9-1881 16,12-4-1583-16</inkml:trace>
  <inkml:trace contextRef="#ctx0" brushRef="#br0" timeOffset="-5967.83">28029 14662 1460 0,'0'0'2516'15,"0"0"-2176"-15,0 0-80 0,0 0 2644 0,0 0-364 16,0 0-1547-16,92 79-541 0,-72-54 356 15,-1 5 188-15,9 1 8 0,0 4-168 16,0 0-256-16,4 0-52 0,4-1-28 0,-1-2-112 16,6 0-208-16,-1-3-180 0,3-4-8 15,-3-2-104-15,4-1-384 0,-5-7-348 16,6-5-556-16,-13-1-1408 0,11-2-4393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20:54.5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3474 1041 5168 0,'0'0'4896'0,"0"0"-2183"0,0 0-1429 0,0 0-660 15,0 0 144-15,0 0 552 0,-16 67-228 16,16-45-352-16,-4 0-344 0,0 10-104 16,4 3-8-16,-4 9 60 0,0 10 304 0,-5 6-200 15,6 7-264-15,-5 9-64 0,-4 4-32 16,4-1-76-16,-4 0-12 0,4-2-4 16,1-4-4-16,-2-10 8 0,5-2-8 0,-4-4-32 0,5-9 32 15,-1-4-64-15,4-4 68 16,-4-4-164-16,4-7-16 0,0-7-108 0,0-3-124 15,0-9-108-15,0-3-104 0,4-2 12 16,0-5-124-16,-1 0-180 16,1 0-336-1,4-10-184-15,1 1-168 0,-6-7-229 0,5-6-1375 16,-4-7-1984-16,0 7 4724 0,4-23-180 16</inkml:trace>
  <inkml:trace contextRef="#ctx0" brushRef="#br0" timeOffset="484.562">3514 1188 2980 0,'0'0'2148'0,"0"0"4417"0,0 0-4673 0,0 0-700 15,0 0-48-15,0 0 136 0,0 0-264 0,0 0-292 16,0 0-256-16,0 0-124 0,11 69-52 15,-6-43 4-15,3 2-4 0,-1 7-48 16,6 0-64-16,-1 3-32 0,3 4-52 16,-2 5-84-1,-2 0-4-15,5 5-4 0,-4 1 96 0,1 1-100 16,2 1-4-16,1-3-8 0,4-3 8 16,0-5-8-16,-1-2 4 0,2-10-4 15,3-4 4-15,-9-6-40 0,5-6 44 0,-3-3-8 16,-6-4-72-16,1-3 36 15,-3-3-24-15,-2 1-64 0,-3-4 64 16,0 0 72-16,0 0-48 0,0 0-28 0,1-4 8 16,-2-1 68-16,1-2 48 0,4-9 52 15,0-3-4-15,0-10-36 0,0-9-60 16,0-9-184-16,3-10-108 0,-2-10-108 0,3-6-4 16,-8-3 12-16,3-1 60 0,-2 5 60 15,-1 2 36-15,4 7 228 0,-4 5-164 0,-1 10 76 16,1 6 44-16,5 5 48 0,-5 8 4 31,0 4 4-31,0 6-4 0,-4 0-148 16,3 6-184-16,-3 4-364 0,4 2-624 0,-4 1-1008 15,0 3-2205-15,0 3-3139 0</inkml:trace>
  <inkml:trace contextRef="#ctx0" brushRef="#br0" timeOffset="1086.289">4449 1613 5060 0,'0'0'520'16,"0"0"5521"-16,0 0-4709 15,0 0-500-15,0 0 192 0,0 0 360 0,-86 70-284 16,65-45-416-16,-3 4-300 0,0 8-40 15,1 5 12-15,3 9 36 0,-1-1-232 16,6 4 60-16,2-4-48 0,6 2 12 0,3-8 0 16,4-5 72-16,0-4 0 15,8-7 12-15,4-6 48 0,4-3-124 0,4 0-56 16,-5-6-39-16,6-3-33 0,-5-4-64 16,3-3-60-16,2 0 12 0,-1-3-13 15,-5 0-51-15,6-3-116 0,-6-4-88 16,1-2-100-16,0-4-24 0,-4 1-132 0,-4-4-512 15,-4 0-688-15,0-3-1392 16,-4 0-2333-16,-4 7-1535 0,-13-5 6784 0</inkml:trace>
  <inkml:trace contextRef="#ctx0" brushRef="#br0" timeOffset="1221.763">4286 2095 168 0,'0'0'2596'0,"0"0"5216"0,0 0-5311 0,0 0-673 0,0 0-116 15,0 0-232-15,0 0-212 0,0 0-20 31,0 0-408-31,88 22-343 0,-67-22-301 0,-2 0-196 16,1 0-132-16,0 0-221 0,0-6-243 0,-4 0-292 16,-1-1-352-16,-2 1-740 0,-5-1-2324 15,-1 2-2153-15,-3 1 1005 0</inkml:trace>
  <inkml:trace contextRef="#ctx0" brushRef="#br0" timeOffset="1416.45">4505 2092 1616 0,'0'0'12'15,"0"0"2816"-15,0 0 2948 0,0 0-4191 0,9 73-497 16,3-47 172-16,-5-1 492 0,10 7 260 0,-6-1-916 16,2-2-472-16,-1 2-156 15,-5-1-300-15,-3-3-168 0,5-2-264 0,-5 2-360 16,0-8-176-16,-1-4-252 0,1-2-372 0,8-6-1392 0,-3-5-2933 16,2-2-559-1,9-9 6296-15</inkml:trace>
  <inkml:trace contextRef="#ctx0" brushRef="#br0" timeOffset="1870.964">5136 1076 3464 0,'0'0'7965'16,"0"0"-5089"-16,0 0-1228 0,0 0-568 0,0 0 208 16,0 0-80-16,0 0-376 0,0 0-432 0,0 0-192 15,0 0-24-15,0 0-16 0,-60 32-32 16,60-32-64-16,0 0 36 15,0 0 40-15,0 0-63 0,0 0-73 0,4 0-4 16,-4 0-4-16,3 0 0 0,-3 0-4 16,0 0 4-16,4 0-4 0,-4-3 8 15,4 3 40-15,-4 0 0 0,0 0 4 16,4 0-40-16,1 0-8 0,-1 0 44 16,0 0-44-16,3 0-4 0,5 0-8 15,4 3 8-15,5 0 84 0,2 3-84 0,1 1-4 0,0-1-56 16,4 1-112-16,-4 0-57 15,-1-2-75-15,1-2-88 0,-3 0-96 0,-6 0-156 16,1 1-80-16,-4-4-52 0,1 0-352 16,-6 0-560-16,-3 0-1028 0,0 0-1825 15,-4-7-1279-15,0 4 3488 0</inkml:trace>
  <inkml:trace contextRef="#ctx0" brushRef="#br0" timeOffset="2439.971">5147 1139 664 0,'0'0'916'0,"0"0"-800"0,0 0 68 0,0 0 76 0,0 0-196 16,0 0 0-16,0 0 16 0,0 0 2228 0,0 0-852 16,0 0-648-16,0 0-4 15,-4 10 160-15,0-7 44 0,4 0-244 16,-3 4-67-16,-1 2 7 0,-1 1 68 15,1 3-48-15,0 0-24 16,0 1-64-16,4 6-44 0,-4 0-76 0,4-2-36 16,-3 5 80-16,-1 2 40 0,4 0-92 15,0 4-52-15,-4 3-100 0,4 3-48 0,-5 3-112 0,1 3-84 16,0 3-52-16,0 6 76 0,4-1 12 16,-3-2-136-16,3-6-4 0,0-3 152 15,3-6-52-15,1-3 40 0,0-3 12 16,5-4-76-1,-5 0 72-15,3-5-8 0,1-3-40 0,0-1 40 16,-3-3 0-16,2 0-56 0,5-5-92 0,-3 1-72 16,2 1-16-16,5 0 28 15,-4 3 56-15,4-4 0 0,0 0-4 16,-1 0-88-16,2-2 8 0,-2-1 28 0,2 0-24 0,-2 0-64 0,2-3-96 31,-2 0-60-31,1 0 8 0,5 0-32 0,-6-3-104 16,2-3-136-16,-2-1-308 0,5 1-412 0,-4-1-1264 15,-4-2-2797-15,0 3-1051 0,-5-5 4912 16</inkml:trace>
  <inkml:trace contextRef="#ctx0" brushRef="#br0" timeOffset="2756.296">5749 1263 1564 0,'0'0'10649'16,"0"0"-8953"-16,0 0-768 0,0 0 40 0,0 0 632 16,16 89-252-16,-13-51-412 0,1 4-376 15,-4 5-156-15,0 4-28 16,0 0-36-1,0 6-108-15,0 0-24 0,0-3-63 0,-4-7-145 0,4-2-12 16,-3-10-36-16,3-9-121 0,0-7-135 16,0-7-196-16,0-1-344 0,0-6-296 0,3-5-504 15,-3 0-1244-15,4 0-3197 0,-4 0-639 16,5-10 5129-16</inkml:trace>
  <inkml:trace contextRef="#ctx0" brushRef="#br0" timeOffset="2907.14">5809 1708 364 0,'0'0'1004'16,"0"0"7000"-16,0 0-5103 0,0 0-813 16,0 0-460-16,87 9-16 15,-63-2-364-15,0-4-376 0,4 3-384 0,0-6-268 0,0 0-220 16,4-3-84-16,0-7-344 16,0-5-384-16,-4-1-468 15,0-6-960-15,-1-1-3149 0,-7 5-4463 0</inkml:trace>
  <inkml:trace contextRef="#ctx0" brushRef="#br0" timeOffset="3136.144">6219 1308 2744 0,'0'0'1680'0,"0"0"5293"16,0 0-5077-16,0 0-388 0,0 80 44 0,0-52 112 15,4 7-248-15,0 0-388 0,0 3-320 0,-1 3-176 16,-3 3-139-16,0 7-129 15,0 0-80-15,-3 0-76 0,-1 3-48 0,-4-7-56 16,4-2-4-16,0-4-4 0,4-9-44 0,0-6-220 16,0-12-68-16,4-3-285 0,0-5-259 15,4-6-12-15,-1 0-300 0,6-3-432 0,-1-11-764 16,4 0-1857-16,-4 1-2759 0,8-18 6612 16</inkml:trace>
  <inkml:trace contextRef="#ctx0" brushRef="#br0" timeOffset="3674.231">6665 1251 2568 0,'0'0'8941'0,"0"0"-4289"16,0 0-3724-16,0 0-744 0,0 0 164 0,0 0 468 15,0 0-336-15,0 0-320 0,84-51-152 16,-64 41-8-16,-5 1-96 0,6-1 32 16,-10 8-20-16,6-2-4 0,-6 4 4 15,-2 0-4-15,3 4 88 0,-5 1 48 16,6 5 64-16,-5 2 72 0,-1 1-36 0,5 4-60 16,-3-2-76-16,-2 7 36 0,1 1 36 15,0 5 52-15,0 4 0 0,4-1-40 16,-4 5-44-16,4 2 240 0,0 0-24 15,-5 0 76-15,6 0 144 0,-5-1 8 16,-1 2-167-16,2-4-13 0,-1-3-36 0,-4-1-28 16,-4-5-56-16,4 0-64 0,-4-1-24 15,0-6-24-15,0 0-24 0,0 0-60 0,0-3-40 16,0-3-32-16,0 2 0 0,-8-2-36 16,4-4 0-16,-5 4 8 0,2 0-8 15,-1-4 68-15,-4 5 40 0,4-6 0 0,-4-2 8 16,1 5 36-16,-2-5-44 15,1-4-8-15,0 5 8 0,0-3-8 16,1-4-40-16,2 0-84 0,-3 0-52 0,1 0 4 0,-2-4 36 31,2-5 44-31,-2-1-8 0,2-3-25 0,-6 1-87 0,6-3-84 16,-5-2-172-16,4-2-120 0,0 0-164 16,4-3-436-16,0 3-504 0,4 0-1244 15,0 0-2737-15,0 3-699 0,0-3 5052 0</inkml:trace>
  <inkml:trace contextRef="#ctx0" brushRef="#br0" timeOffset="4013.599">7828 1533 3040 0,'0'0'10689'0,"0"0"-8505"0,0 0-1132 0,0 0-80 16,0 0 368-16,0 0-92 0,0 0-296 15,88 16-343-15,-56-16-209 0,0 3-160 0,-4-3-68 16,4 0-88-16,0 0-72 16,-1 0-12-16,1 0-64 0,-4-3-168 0,-4 0-228 15,1-4-329-15,-6 1-223 0,-7 3-336 16,-4 0-1276-16,-4 3-4389 0,-8 0-1539 0</inkml:trace>
  <inkml:trace contextRef="#ctx0" brushRef="#br0" timeOffset="4190.956">7797 1708 5792 0,'0'0'8429'0,"0"0"-5761"0,0 0-1492 16,0 0-188-16,0 0 616 0,0 0-327 0,95 22-441 16,-63-19-376-16,0 3-204 0,5-1-100 15,2 0-156-15,4-2-24 0,-2 3-232 16,2-2-360-16,6-4-465 0,-6 3-439 15,-11-3-1064-15,11 4-4012 0</inkml:trace>
  <inkml:trace contextRef="#ctx0" brushRef="#br0" timeOffset="13396.589">9669 1352 2752 0,'0'0'0'0,"0"0"0"0,0 0 5184 16,0 0-3368-16,0 0-383 0,0 0-225 0,44-69-20 15,-35 56 128 1,2-3-196-16,-3 0-180 15,1-3-180-15,-2 2-144 0,-3 3 76 0,0-3-44 16,0 4-232-16,0-1 0 0,-4-3-124 16,0 1-120-16,0 0 12 15,0 0-112-15,0 3 72 0,0-2 52 0,-8 2-144 16,4 3-48-16,-7 1-4 0,2-1 8 16,1 3-8-16,-7 1-44 0,-2 4 40 0,-3-2-136 15,-8 4-32-15,1 0-108 0,-10 10-24 0,-2 6-12 16,-1 6 72-16,-4 3 84 0,0 7-36 15,1 0 72-15,2 6-96 16,2-1 84-16,3 5-72 0,4 0 48 16,1-1 88-16,6 3-16 0,-3 4-20 0,8 0 108 15,5-1 0-15,-2-3-68 0,6 5 64 0,3-5 4 0,-1 3 0 16,9-6 12-16,0 4-4 0,5-8 204 16,7 2-140-16,3-4 0 15,2-3 16-15,3-7-28 0,3 0-56 0,5-6 168 16,0 1-108-16,0-4 68 0,8-4-80 0,-5-2 32 15,1-4-36-15,-4-3-36 16,0-3 52 0,-4 0-64-16,1 0 0 0,-1-3-180 0,-5-3-92 15,-3-4 64-15,4-2-36 0,-4-4-116 16,-4 2-220-16,-5-4-436 0,2-1-492 16,-5-2-1196-16,-4 1-1993 0,0 4-1975 15,-8-12 6464-15</inkml:trace>
  <inkml:trace contextRef="#ctx0" brushRef="#br0" timeOffset="13592.517">9331 1679 4852 0,'0'0'2992'15,"0"0"1289"-15,0 0-3245 0,0 0-476 0,0 0 276 0,0 0 624 16,0 0-296-16,0 0-404 16,88 4-304-16,-60-4-124 0,0 0-100 0,0-4-132 15,-5 1-100 1,5 0-48-16,0-3-224 0,-4-1-344 15,0 1-204-15,-5 0-316 0,1-1-552 0,-4 1-940 16,0-1-1505-16,-8 0-603 0,1 2 1944 16,-5 2 2636-16</inkml:trace>
  <inkml:trace contextRef="#ctx0" brushRef="#br0" timeOffset="13779.496">9722 1600 2752 0,'0'0'364'0,"0"0"2856"16,0 0-480-16,0 0-1344 0,0 0-611 0,0 0 91 0,-21 70 236 15,17-42-132-15,4 1-212 0,-3 6-188 16,3 3 12-16,0 3 336 0,0 3-484 15,0-2-308-15,0 0-72 0,0-2-16 0,0-5-48 16,0-3-112-16,0-3 104 0,0-7-116 16,0 0 28-16,0-6-116 0,0-4-248 15,3 2-52-15,1-9-120 0,0 2-36 0,0-3-168 16,0-2-464-16,5-2-741 0,2 0-2331 31,-3-6-496-31,12-6 4032 0</inkml:trace>
  <inkml:trace contextRef="#ctx0" brushRef="#br0" timeOffset="14502.457">11346 1562 4964 0,'0'0'7241'15,"0"0"-5953"-15,0 0-488 16,0 0 112-16,0 0 408 0,0 0-424 0,0 0-348 16,0 0-240-16,0 0 24 15,0 0 12-15,0 0 64 0,116 12-64 16,-64-9-112-16,0 1-112 0,-4-4 40 15,4 0-88-15,-1 0-68 0,-3 0-4 0,4 0-12 0,-1 0-72 16,5 0-124-16,-4-4 24 0,4-2-108 0,-1 0-212 16,1 3-188-16,-4-4-236 0,-3 1-436 15,-10 1-756 1,-3 0-1093-16,-12 3-2499 0,-5-2 1176 16</inkml:trace>
  <inkml:trace contextRef="#ctx0" brushRef="#br0" timeOffset="14737.591">11602 1758 4304 0,'0'0'4156'0,"0"0"-1235"0,0 0-2293 16,0 0-624-16,0 0 580 0,0 0 640 0,88 13-120 15,-52-13-488-15,3 3-216 0,9-3-68 16,0 0-108-16,8 0-88 15,-9-5-96-15,9-2-40 0,-4 1-52 0,-4-4-8 0,3 1-520 16,-2-4-264-16,-6 0-396 16,-2 0-956-16,-14 4-3445 0,1-7-418 0</inkml:trace>
  <inkml:trace contextRef="#ctx0" brushRef="#br0" timeOffset="15063.24">12108 1248 4196 0,'0'0'8193'0,"0"0"-7069"0,0 0-616 0,0 0-52 0,0 0 668 16,0 0 116-16,84-4-492 0,-49 8-328 16,1 5-100-16,8 4-144 0,0 0-44 15,-1 6-116-15,2 3 104 0,-2 0 52 0,1 3-172 16,-4 0-60-16,-4 5-124 0,-4-2-12 15,-8 1 8-15,-4-1 92 0,-5 5 8 0,-7-3-60 16,-8 3-24-16,0 4 120 0,-12-2 44 16,-12 6 8-16,-4 1 88 31,-3-4-80-31,-5 3-8 0,-4-2 4 0,1-2 0 16,-2-2-4-16,5-3-112 0,5 0-72 0,-1-10-116 0,12 0-48 0,0-6-52 31,8-3-228-31,8-7-380 0,0 1-820 0,4-4-1001 15,0-3-2563-15</inkml:trace>
  <inkml:trace contextRef="#ctx0" brushRef="#br0" timeOffset="16796.201">569 1066 1044 0,'0'0'9404'0,"0"0"-6503"0,0 0-1733 0,0 0-812 15,0 0 376-15,0 0 508 16,0 0-296-16,0 0-424 0,0 0-112 0,0 0 304 0,88 29 36 16,-44-19-152-16,7-1-204 15,1-3-136-15,-4 1-124 16,0-4-24-16,-4 0-108 0,0-3-48 0,-5 0-60 16,2 0-160-16,-10-3-316 0,-3 0-88 0,-4 0-176 15,-4-1-208-15,-9 4-816 0,-2-3-1352 16,-9 3-2861-16</inkml:trace>
  <inkml:trace contextRef="#ctx0" brushRef="#br0" timeOffset="17014.954">956 1139 4468 0,'0'0'276'16,"0"0"4980"-16,0 0-4376 0,0 0-119 0,-8 93-69 15,8-49 176-15,0 7 240 0,0 6 152 16,0 3-340-16,0 7-420 0,4-1-228 0,-4 5-72 15,4-8-140 1,-4 0 4-16,0-9 8 0,0-2-20 16,0-8-52-16,0-10 0 0,-4 2-64 15,0-9-408-15,-4 3-464 0,-4-8-324 16,4 0-552-16,-5-6-1029 0,2-3-2671 16,-5-7 1208-16</inkml:trace>
  <inkml:trace contextRef="#ctx0" brushRef="#br0" timeOffset="17220.184">669 2035 4696 0,'0'0'988'16,"0"0"2872"-16,0 0-3860 0,0 0 208 0,0 0-28 16,0 0 1369-16,0 0-317 0,0 0-340 15,0 0-180-15,0 0 60 0,0 0-44 16,0-9 52-16,19 21-72 0,9 1-84 0,0-1-60 16,4 1-56-16,4-4-32 0,4 4-108 0,0-6-96 15,3-4-64-15,-2-3-28 0,-1 0-180 0,-5-3-220 16,1-7-220-16,0-3-124 0,0-6-208 15,-4 0-444-15,-4-4-1180 16,-5 4-2469-16,5-12-3359 0</inkml:trace>
  <inkml:trace contextRef="#ctx0" brushRef="#br0" timeOffset="17395.828">1605 1739 9440 0,'0'0'6557'0,"0"0"-5705"0,0 0-564 0,0 0 72 16,99 26 792-16,-71-26-320 0,4-9-400 0,4-8-432 15,4-5-12-15,0-3-368 0,8-7-248 16,-4 0-348-16,-1-5-464 16,-11 8-1440-16,8-13-2789 0</inkml:trace>
  <inkml:trace contextRef="#ctx0" brushRef="#br0" timeOffset="17715.083">1860 1213 300 0,'0'0'10877'0,"0"0"-9785"0,0 0-924 16,0 0 508-16,-64 85 708 0,56-56-136 0,1 2-416 0,-1 5-296 16,3 2-116-16,1 6 140 15,0 0 116-15,1 1-256 16,3 6-164-16,0 0-60 0,0 2-12 15,0 4-12-15,0 4 0 0,0-1-64 0,0-2-100 16,0-1 40-16,0-7-48 0,3 1-88 16,-3 0 40-16,0-7 36 0,4 1 8 0,-4-4-44 15,0-6-4-15,0-7-20 16,4 2-36-16,-4-8 20 0,0-4 80 0,0-1 8 16,0-5 0-16,-4 1-8 0,-3-4-296 0,-5-2-312 15,-1 2 60-15,-6-6-12 0,-5 1-252 16,-4-2-232-16,-4-2-220 0,0-2-984 15,-7-8-2445-15,11 4-651 0,-24-13 4336 0</inkml:trace>
  <inkml:trace contextRef="#ctx0" brushRef="#br0" timeOffset="18116.614">497 2498 9852 0,'0'0'1973'0,"0"0"-733"0,0 0-108 16,0 0 256-16,0 0-132 0,0 0-236 15,0 0-20 1,0 0-300-16,105 23-112 0,-66-17-112 16,1 0-88-16,8 0-60 0,-1 1-72 15,9-1-24-15,8 0 1 0,3 1-65 0,10-3-84 16,-2 2-24-16,9-4-60 0,-4 5-144 16,-1-3-76-16,5 2-109 0,0-4 1 15,3 5 220-15,1 0 36 0,-4 2-148 16,-1-2-48-16,-3-1-12 0,0-3-12 0,-9 0 44 15,0-3 16-15,-11 0-112 0,-4 0-12 0,-8-3 48 16,-8 0-112-16,-8-1-456 0,-4-3-540 16,-8 2-500-16,-8-1-348 15,-5-1-253-15,-7-2-1759 0,4 6 328 0,-4-7 2957 0</inkml:trace>
  <inkml:trace contextRef="#ctx0" brushRef="#br0" timeOffset="19935.442">14104 1158 952 0,'0'0'8548'0,"0"0"-6175"0,0 0-581 16,0 0-588-16,0 0 4 0,0 0-68 0,0 0-336 0,0 0-100 15,0 0 32-15,28 44-12 0,-28-18-176 0,4 3-72 16,-4 9-100-16,0 4-95 15,-4 5-85-15,-4 7-124 0,-4 0-72 0,-4 6 0 16,-4 1-72-16,0-1-28 16,4-3-33-16,5-6-15 0,-2-4-32 0,5-5-172 0,5-10-16 15,-1-7-32-15,-1-6 20 0,5-7-24 0,0-1-36 16,0-9-40-16,0-2-260 31,0 0-304-31,0 0-264 0,0-6-320 0,0-3-712 16,5-3-849-16,2-8-1991 0,-3 4 3068 0,13-12 1056 0</inkml:trace>
  <inkml:trace contextRef="#ctx0" brushRef="#br0" timeOffset="20072.083">14119 1698 3980 0,'0'0'276'15,"0"0"6324"-15,0 0-4863 0,0 0-525 16,0 0-36-16,0 0 188 0,84 13-232 16,-56-7-268-16,0 1-220 0,4-4-252 0,4 0-184 15,3-3-72-15,2 0-136 16,2-6-100-16,-2-4-416 0,2-6-232 0,-3-3-392 0,-4 0-628 15,-8 3-2544-15,3-9-3049 0</inkml:trace>
  <inkml:trace contextRef="#ctx0" brushRef="#br0" timeOffset="20303.447">14630 1257 980 0,'0'0'4012'16,"0"0"796"-16,0 0-3039 0,0 0-349 0,0 0-172 15,0 0-124-15,0 0-228 0,0 0-24 16,-8 63-252-16,8-31-136 0,0 4-64 0,-4 4-52 0,0 8-72 16,0 3-28-16,-4 6-24 15,0 3-36-15,-4 1-96 0,4-4-40 16,-4-3-72-16,5-3 0 0,-2-1-8 16,1-4-4-16,0-7-48 0,5 0-4 0,-1-4-80 15,-1-9-468-15,5-4-288 0,0-2 48 16,0-6-256-16,5-3-696 0,2-6-768 15,-3-2-2589-15,8-3-1203 0</inkml:trace>
  <inkml:trace contextRef="#ctx0" brushRef="#br0" timeOffset="21597.66">15913 1473 3268 0,'0'0'5000'0,"0"0"-2039"0,0 0-1257 0,0 0-468 0,0 0 228 16,0 0-208-16,0 0-252 15,0 0-176-15,0 0-200 0,0 0-260 0,47-10-148 16,-50 10-116-16,-9 0-104 0,-1 4-120 16,-6 2-16-16,-13 4 52 0,0 2-4 0,-8 4 84 15,-3 0-4-15,-6 3 0 16,-2 4 8-16,3-1 8 0,-4 3 4 16,4-3 64-16,-4 3 8 0,9-3-36 0,-1 1-48 15,8-4-4-15,8-2 4 16,9-5 0-16,2-3-4 0,9-3-56 15,5-3-16-15,-1 0-32 0,4 1-12 0,0-1 120 16,0 1 76-16,4-1-28 0,3 2 12 0,5 1-48 31,4 5 124-31,5-3-52 0,-2 3 4 0,9 1-28 0,0-2-52 16,4 3 116-16,3 3-4 0,1-1-20 16,8 1-28-16,-4 3-60 0,3 0 0 15,6 0 84-15,-6 1 148 0,2-2-156 0,-2-6-40 16,-3 2 12-16,-4-5-12 15,-4-2 52-15,-4-1-4 0,0-3-36 16,-9 0 76-16,-6-3 32 0,-2 0 297 0,-7 0 19 16,0 0-156-16,-4 0-64 15,0 0-12-15,0 0 148 0,0-6 120 16,0-3-268-16,0-7-216 0,0-7-36 0,0-2-8 16,0-10-160-16,0-3-72 0,0-3-160 15,4-8 12-15,1-1-20 16,-1-4-64-16,-4 4-136 0,3-1-157 0,-3 6-223 15,0 4-264-15,0 9-828 16,0 7-1096-16,0 3-1961 16,0 9-2151-16,0-4 7104 0</inkml:trace>
  <inkml:trace contextRef="#ctx0" brushRef="#br0" timeOffset="22318.582">17167 1263 1316 0,'0'0'848'16,"0"0"5668"-16,0 0-4187 0,0 0-1017 0,0 0-560 16,0 0 180-16,0 0 28 0,0 0-104 0,-95 42-236 15,67-14-248-15,-4 10-196 16,0 7 84-16,-3 6-24 0,-5 6-36 16,4 7-16-16,-4 2-36 0,0 4-60 0,1 0-28 15,-1-7 40-15,12-3 72 0,4-8 100 16,11-12 120-16,6-5 28 0,7-6-188 0,0-4-124 0,7-2 64 15,6-5 84-15,7-1 160 0,3-8 228 16,9 0-252-16,0-6-115 16,5-3-81-16,-2 0-196 0,1-8-48 0,-4-5-232 31,-8-4-85-31,-1 2-87 0,-6-4-44 0,-6-1-104 16,-2-2-148-16,-9-3-396 15,0-4-904-15,0 1-32 0,-13-4-196 0,2 0-213 16,-6 0-563-16,-2 4 500 0,-5 3-28 0,4 6 2580 15,0 2 184-15,0 5 820 0,4 5 0 16,4 4 1588-16,4 3-124 0,5 0-484 16,3 0-323-16,0 0-77 0,3 7-148 15,5 3-64-15,4 1-16 0,4 3-132 16,8-4-232-16,4-1-184 0,0 0-100 0,8-5-139 0,-4-1-229 16,0-3-144-16,-4 0-124 15,-5-3-72-15,-3-1-84 16,0-2-416-16,-4-4-325 0,0 3-91 0,-4-5-188 15,0 3-624-15,0 0-1184 0,-4-1-1769 0,-5 3-1159 16</inkml:trace>
  <inkml:trace contextRef="#ctx0" brushRef="#br0" timeOffset="22501.603">17199 1744 2720 0,'0'0'824'16,"0"0"5712"-16,0 0-4655 0,0 0-629 16,0 0-308-16,0 0 216 0,-35 75-52 15,27-46-84-15,4 6-208 0,-4 3-116 16,8-1-12-16,0 5-112 0,0-1-16 0,0 0-216 15,0-2-200-15,4 3-140 16,-4-9 4-16,4 3-8 0,4-8-8 0,-4-2-88 0,4-4-232 16,0-3-368-16,0-7-88 0,-1 5-140 15,2-8-312-15,-5-3-1288 0,0 0-2741 0,0-6-4162 0</inkml:trace>
  <inkml:trace contextRef="#ctx0" brushRef="#br0" timeOffset="32105.908">13000 1467 6460 0,'0'0'1172'0,"0"0"-396"0,0 0 92 0,0 0 2073 0,0 0-1257 15,0 0-456-15,0 0-236 0,0 0 308 16,0 0-72-16,36 0-124 0,-27 3-176 0,6 0-88 31,5-3-63-31,0 3-193 0,8 0-284 16,-4-3-44-16,4 4-112 0,0-4-144 15,7 0-96-15,1 0-4 0,4-4 4 0,0-2-180 0,4 3-40 0,-5 0-276 16,-2-1-177-16,-5 2-631 0,-4-2-568 16,-5 4-620-16,-7 0-1452 0,-4 0-1453 0</inkml:trace>
  <inkml:trace contextRef="#ctx0" brushRef="#br0" timeOffset="32298.533">13048 1673 5276 0,'0'0'5989'0,"0"0"-4665"0,0 0-520 15,0 0 440-15,0 0 116 0,88 12-284 0,-52-12-504 16,3-6-312-16,5-6-168 16,0-1-92-1,-4-3-172-15,-1-1-548 0,-7-2-104 0,0 5-488 16,-12 0-1000-16,1-8-2857 0</inkml:trace>
  <inkml:trace contextRef="#ctx0" brushRef="#br0" timeOffset="32578.78">13458 1041 7432 0,'0'0'4573'0,"0"0"-3245"0,0 0-692 16,0 0 152-16,0 0 520 0,-11 73-356 0,2-41-256 16,2 6-216-16,-5 4-96 0,3 2-124 15,-6 6-112-15,3 4-52 0,-8 7 76 16,4 2-56-16,-4 8-116 0,0-2-112 0,5 1 52 16,-2-7-28-16,6 1-108 0,-2-10 36 15,9-4-12-15,0-8-396 0,0-7-212 16,4-7-92-16,0-9-264 0,8-2-712 15,0-5-1053-15,4-6-2431 16</inkml:trace>
  <inkml:trace contextRef="#ctx0" brushRef="#br0" timeOffset="33448.06">12721 1162 8916 0,'0'0'1900'16,"0"0"-947"-16,0 0-209 0,0 0 504 0,0 0-32 16,0 0-496-16,0 0-608 0,0 0-100 0,80-76-12 15,-60 56 124-15,0 2-36 0,4 2-36 16,-1 0-44-16,-2 0 92 16,-5-1 4-16,-1 8-4 0,-2-3-100 0,-2 2-44 0,-3 0-32 15,0 1 68-15,1 3 8 16,-6 3 0-16,1-1-4 0,-4 1-64 15,4 3 64-15,-4 0-60 0,0 0-84 0,0 0-80 16,0 0-36-16,0 3-24 16,0 7 288-16,0 2 112 0,-4 8 104 0,0-1-28 15,1 7 24-15,-1-1-160 0,-5 6 8 16,5 1-56-16,-4 0 48 0,1 6-48 16,-6-1 0-16,5 12 44 0,-7-2 16 0,-1 10 88 15,-5 1 232-15,2 5-156 0,-1 0-156 16,4 0-20-16,0-2 8 0,1 0 16 15,2-8-64-15,5-2 76 0,-3-6-84 16,2-1 56-16,1-5 16 0,-3-4-76 0,6-5 0 16,-3 0-52-16,4-5 40 0,4-3 0 15,-4 1-60-15,4-5 20 16,0-1 52-16,0-4 0 0,4-5-12 0,0 3-124 16,0-5 72-16,0 0-208 0,1-3-128 0,-5-3-204 15,4 0-252-15,-4 0-196 0,0 0-300 16,0 0-497-16,0-7-1143 15,0 5-1400-15</inkml:trace>
  <inkml:trace contextRef="#ctx0" brushRef="#br0" timeOffset="33651.364">12626 2137 64 0,'0'0'6616'0,"0"0"-4692"0,0 0-488 0,0 0 21 16,0 0 183-16,0 0-292 0,0 0-388 15,0 0-284-15,0 0-160 0,0 0 96 16,0 0 96-16,67 0-180 0,-43 0-144 16,4 2-40-16,0-2-24 0,0 5-112 15,4-3-208-15,4 1 0 0,4 0-208 0,-5 1 60 16,6-2-308-16,-2 3-332 0,-3-3-40 16,0 2-160-16,-1-2-864 0,-10 1-2573 0,10 0-3723 15</inkml:trace>
  <inkml:trace contextRef="#ctx0" brushRef="#br0" timeOffset="34428.062">18462 1602 10708 0,'0'0'2477'16,"0"0"-1105"-16,0 0-528 0,0 0 416 16,0 0-216-16,0 0-192 0,0 0-164 0,0 0-284 15,112 39-84-15,-64-26-28 0,7 0 0 16,5-4-48-16,9 0-108 16,-5-2-64-16,3 3-72 0,1-4-64 0,-1-3-32 0,-7 3-124 15,0-3-232 1,-8-3-248-16,-9 0-172 0,-2 4-388 0,-9-4-808 0,-13 0-2116 15,-7 0-2493-15</inkml:trace>
  <inkml:trace contextRef="#ctx0" brushRef="#br0" timeOffset="34627.298">18670 1813 5244 0,'0'0'4924'15,"0"0"-3607"-15,0 0-265 0,0 0 324 16,0 0-172-16,0 0 32 0,0 0-104 0,0 0-388 15,104 72-164 1,-57-65-200-16,5-4-136 16,4-3-60-16,4 0-184 0,0-6-12 0,-1-3-540 15,1-8-260-15,-8 2-468 0,-4-5-640 16,-12 8-1936-16,-4-10-3125 0</inkml:trace>
  <inkml:trace contextRef="#ctx0" brushRef="#br0" timeOffset="34913.149">19136 1409 10348 0,'0'0'2161'15,"0"0"-1497"1,0 0-232-16,0 0 1140 0,88 7-416 16,-57 3-444-16,10 2-328 0,-5 7-148 15,3 0 52-15,1 7 8 0,-5 2-100 16,2 4-120-16,-5 2-28 15,-9 5 12-15,-3 2 88 0,-3 7-144 0,-9-1-4 16,-1 1-8-16,-7 3-128 0,0-4-48 16,-7 1-124-16,-10-4-100 0,2-5 148 0,-6-2 148 15,-7-5 48-15,4 0 52 0,1-7 0 16,-5 1 4-16,0-5-104 0,8-4-188 0,-4-1-272 16,8-3-312-16,5-7-632 0,6 0-1493 15,1-6-4231-15</inkml:trace>
  <inkml:trace contextRef="#ctx0" brushRef="#br0" timeOffset="35543.234">21893 1663 10464 0,'0'0'1481'16,"0"0"-725"-16,0 0-336 0,36-82 964 0,-28 59-212 15,-4 2-464-15,1 1-396 0,-5 5 248 16,3 2 60-16,-3 3 48 0,0 4-236 16,0 0-152-16,0 2-44 0,-3 2 92 15,-2 2-60-15,1 0-20 0,-4 0-212 0,-7 0-36 16,-2 9-172-16,-7 7-24 0,-8 12 124 0,-3 7 64 16,-5 12 8-16,-1 8 4 0,2 5 0 15,-1 3 0-15,1 7 4 0,7-6 0 16,-1-1 52-16,10-8 76 0,7-5 20 0,8-9-44 15,4-6-40-15,8-6 28 0,7-3 68 16,10-5 88-16,7-1 84 0,0-5-108 16,11-2-48-16,6-7-75 0,2-6-97 15,1 0-12-15,-1-3-169 0,2-9-159 0,-6-1-64 16,-3-3-60-16,-4-1-156 0,-13 3-252 16,-2-5-384-16,-5 0-816 0,-16-1-1024 15,0 8-1629-15,-9-14-1271 0</inkml:trace>
  <inkml:trace contextRef="#ctx0" brushRef="#br0" timeOffset="35691.158">21734 1965 7292 0,'0'0'3304'15,"0"0"-1287"-15,0 0-653 0,0 0 268 16,0 0-352-16,0 0-200 0,0 0-168 0,0 0-336 16,0 0-160-16,96 12-120 0,-61-12-156 15,-3 0-140-15,4-3-244 0,-8-6-196 16,4 2-344-16,-8-2-528 0,0-3-876 0,-12 5-2156 0,4-2-2153 0</inkml:trace>
  <inkml:trace contextRef="#ctx0" brushRef="#br0" timeOffset="35843.63">22000 1963 612 0,'0'0'8372'0,"0"0"-6431"0,0 0-425 15,0 75 116-15,0-46 184 0,4 2-464 0,1 4-472 16,3-3-164-16,0-1-52 0,-1 1-236 15,6-3-308-15,-5 0-120 0,3-4-452 0,2-3-332 16,-2-3-204-16,2 0-580 16,-5-6-1572-16,12-1-3853 0</inkml:trace>
  <inkml:trace contextRef="#ctx0" brushRef="#br0" timeOffset="36697.782">23392 1796 8732 0,'0'0'2561'0,"0"0"-1101"0,0 0-704 0,0 0 852 16,0 0-172-16,8 96-392 0,-8-58-292 16,0 6-208-16,0-2-64 0,-4-7-160 0,0-1-236 15,4-8-84-15,0-4-96 16,0-6 0-16,8-2-76 0,-1-8-196 15,1-4-260-15,5-2-224 0,2-6-432 0,-7-3-1156 16,8-14-3797-16</inkml:trace>
  <inkml:trace contextRef="#ctx0" brushRef="#br0" timeOffset="36882.814">23475 1574 2520 0,'0'0'9181'0,"0"0"-7177"0,0 0-988 0,0 0 56 0,0 0 268 0,0 0-424 16,0 0-432-16,0 0-272 0,0 0-212 15,0 0-296-15,80 14-704 0,-61-14-592 0,-6 0-1408 16,11-4-4637-16</inkml:trace>
  <inkml:trace contextRef="#ctx0" brushRef="#br0" timeOffset="37182.379">23989 1657 11009 0,'0'0'2576'15,"0"0"-996"-15,0 0-208 0,0 0 144 16,0 0-296-16,-76 87-400 0,60-69-292 0,5 1-164 0,-2 0-72 0,2 0-72 16,7 0-124-1,0-3-96-15,-1 0 12 16,5 3-4-16,5-3 52 0,3 3 0 0,7-4-60 15,2 9-76-15,2-6-20 0,1 3-36 16,8 3 8-16,-4-2-8 0,0 0-16 0,-8-3 28 16,4-3 20-16,-8 0 40 0,-5 0 0 15,-2-4 48-15,-5 2-48 0,0-6-4 0,0 5-80 16,-12-3-64-16,0-1 96 16,-4-3-108-16,-4 1-268 0,-4-2-176 15,4 0-164-15,1-5-264 0,-2 0-768 0,9 0-1288 16,-4-10-3901-16</inkml:trace>
  <inkml:trace contextRef="#ctx0" brushRef="#br0" timeOffset="37893.526">25316 1854 3056 0,'0'0'7929'15,"0"0"-5853"-15,0 0-740 0,0 0-176 0,0 0 332 16,0 0-300-16,0 0-516 0,0 0-404 16,0 0-212-16,80-19 148 0,-69 38-72 0,-3 10 108 15,1 5-60-15,-9 1-60 0,0 4-4 16,-5-4-20-16,-3-1-100 0,-3-2-44 16,-2-7-8-16,5-3-8 0,1-3 56 0,3-8-8 15,0-3 0-15,4-4-160 16,0-4-132-16,0 0-104 0,0 0-120 0,8-4 60 0,3-4 284 15,10-5 12-15,-1-6 72 0,7-4 12 16,1-2 88-16,0-4 12 0,0 1 64 16,-4-4 120-1,0 1-20-15,-5 1-68 0,2 5 128 16,-6 3-4-16,-2 6-44 0,-2 7 20 16,-2 2-24-16,2 4-24 0,-3 3 24 0,0 6 36 15,1 7 292-15,-2 6-36 0,-3 3-52 16,-4 10-72-16,0-4 5 0,-4 4-21 15,-7 3 4-15,-2-6-60 0,2 0-168 0,3-4-112 16,-5-3-96-16,9-6 0 16,1-4-28-16,-1-1-152 0,4-8-160 0,0 0-233 15,0-3-87-15,7 0-64 0,5-3-284 16,1-4-96-16,6-6-700 0,1-2-340 0,0-2-441 16,-4 5-1187-16,12-10 704 15</inkml:trace>
  <inkml:trace contextRef="#ctx0" brushRef="#br0" timeOffset="38184.514">25898 1971 4396 0,'0'0'4156'0,"0"0"-2436"0,0 0-211 0,0 0 167 16,-28 86-28-1,20-61-328-15,4-2-224 0,-5-4-252 16,6-4-292-16,3-2-184 0,0-2-108 0,0-5-88 16,0-4-28-16,3 1-32 0,6-3-100 15,-1 0-12-15,7-3-256 0,5-3 72 16,1-7 0-16,2-2-12 0,1-1 12 15,0 0-4-15,0-4 4 0,-4 2 136 0,-4-1-40 16,-1-3-84-16,-6 3 172 0,-5 0 100 16,-4 0 24-16,0-1 60 0,-4 8-48 0,-5 2 72 15,2 7 76-15,-1 0-4 0,0 3-280 16,-4 0-12-16,0 3-72 0,-8 6 20 16,4 2 60-16,0 1-4 0,1 1-88 15,2-1-116-15,1 1-80 0,5 0-524 0,-2-1-200 16,1 1-728-16,4-4-1384 0,4 1-2701 15</inkml:trace>
  <inkml:trace contextRef="#ctx0" brushRef="#br0" timeOffset="38617.238">26225 1844 1068 0,'0'0'5676'0,"0"0"-3756"0,0 0-588 0,0 0 269 0,0 0 103 15,0 0-612-15,0 0-8 0,0 0-240 0,0 0-180 16,15 80-32-16,-15-58-36 16,0 1-240-16,-8-1-96 0,-4 0-128 0,4 3-84 15,-3-6-48-15,-2 4-52 0,1-5-44 16,5-5 84-16,-2 0-40 0,5-4-32 16,0-5-52-16,4-2-48 0,0-2-52 15,0 0-84-15,8 0-140 0,5-2 112 16,2-8 272-16,9 0 68 0,0-5-40 0,4-2-16 15,0 2 60-15,0-1-44 0,0-3-4 16,-1 0 44-16,-3-1-36 0,0 1 44 16,-7 5 60-1,-6 0 28-15,-3 4 36 0,-4 1 16 16,0 6 84-16,-4 0-40 0,0 3-48 16,0 0 24-16,0 3-48 0,0 7-112 15,0 2 136-15,-4 4 200 0,0 3-104 16,-4 4-72-16,5-2-12 0,-10 2-148 0,9-4-36 15,-4 0-52-15,5-3 16 16,-1-4-40-16,0 1-184 0,4-4-384 0,-5 4-64 0,5-7 16 16,0 1-268-16,0-1-484 0,0-3-424 15,0 0-445-15,0 1-791 0,0-1-1348 16</inkml:trace>
  <inkml:trace contextRef="#ctx0" brushRef="#br0" timeOffset="39046.18">26810 2021 6688 0,'0'0'6849'16,"0"0"-4937"-16,0 0-1032 0,0 0 156 16,0 0 424-16,0 0-540 0,0 0-444 15,0 0-328-15,0 0-100 0,0 0 60 16,0 0-20-16,48-2-28 0,-28-1-60 16,4 0-256-16,-1-1-124 0,-3-3-196 15,1 1-380-15,-2-2-568 0,-3 1-1384 16,9-9-3841-16</inkml:trace>
  <inkml:trace contextRef="#ctx0" brushRef="#br0" timeOffset="39417.259">27603 1739 9820 0,'0'0'5077'15,"0"0"-3625"-15,0 0-844 0,0 0 188 16,0 0 328-16,0 0-400 0,-83 5-332 0,58 3-100 16,1 5-96-16,0 3-108 0,5-3-80 0,-1 2 4 0,8 2-8 15,0-2 4-15,8 1-8 16,0-3-12-16,4 2-88 0,0 5 16 16,4-1 84-16,3 1 0 0,2 1-4 0,3 2-140 15,-1-2 24-15,2 5 8 0,2-1 64 16,-2 0-64-16,-2 1 108 0,1 0 4 15,-3-5 108-15,-2 2 12 0,-3-8 64 16,0 2 72-16,-4-4-24 0,0-1-72 0,0 1 36 16,-8-4-4-16,1 4-20 15,-6-7-132-15,5 1-40 0,-3-1-120 0,-2-6-320 0,5 0-204 16,1 0-68-16,-2 0-72 0,5-3-68 16,0-4-68-16,4-5-444 0,0-4-752 0,4 3-1001 15,13-15-2059-15</inkml:trace>
  <inkml:trace contextRef="#ctx0" brushRef="#br0" timeOffset="39635.242">27961 1963 7400 0,'0'0'3084'16,"0"0"-1115"-16,0 0-489 0,0 0 112 15,4 81-324-15,-4-55-336 0,-4-1-240 0,4 1-348 16,0-3-196-16,-3-2-148 0,-1-2-60 16,0 0-16-16,-1-6-220 0,1-1-260 15,-4-5-160-15,1-4-120 0,-2 0-524 0,1-3-636 16,1 0-1129-16,-5-6-4111 0</inkml:trace>
  <inkml:trace contextRef="#ctx0" brushRef="#br0" timeOffset="39786.811">27989 1771 6096 0,'0'0'7381'0,"0"0"-5909"0,0 0-716 0,80-38 560 0,-44 25-224 16,0 4-748-16,3 0-344 0,1 2-208 16,1 4-140-16,-2 0-556 15,-7 3-828-15,-8 0-2272 0,-1 0-3281 16</inkml:trace>
  <inkml:trace contextRef="#ctx0" brushRef="#br0" timeOffset="40267.178">28304 1956 10184 0,'0'0'3069'31,"0"0"-741"-31,0 0 8 0,-28 70-588 0,24-52-636 0,0-2-600 16,0-3-352-16,4-1-100 15,0-5-16-15,0-1-44 0,0 1-144 16,0-4-236-16,0 0-144 0,4-3-148 0,4 0-64 16,5 0-200-16,2-3-416 15,1-7-432-15,8 4-224 0,0-6-109 0,0-1 49 16,0 0 212-16,-1-3 568 0,1-3 520 16,0 0 768-16,-3 3 1016 0,-6 1 624 15,1 4 56-15,-4 5 205 0,-8 3 23 0,0 3-452 16,-4 0-312-16,0 0-68 0,0 7-196 15,-4 2 324-15,0 0-260 0,-4 5-180 0,4-6-380 16,1 3-252-16,-2-5-148 0,5 0 0 0,0-4-48 16,0 5-12-16,0-7-64 15,0 4-228-15,8-4 48 0,0 0 144 0,4 0 36 16,0 0 52-16,4 0-12 0,0 0-4 16,-4 0-48-16,0-4-8 0,-4 4 92 15,0 0 52-15,-4 7 284 0,-1 2 84 0,1 1-76 31,1-1 36-31,-1 8-48 0,-4-5 12 16,0 4-72-16,0 0-48 0,0-1-76 0,0-2-92 16,0 0-4-16,0-4-8 0,-4 5-152 15,4-6-300-15,0-1-188 0,-5 3-156 0,5-4-68 0,0 1-500 16,0-5-604-16,0 2-2232 0,0-4-4185 0</inkml:trace>
  <inkml:trace contextRef="#ctx0" brushRef="#br0" timeOffset="40549.472">28961 2080 11181 0,'0'0'2952'31,"0"0"-1296"-31,0 0 56 0,-8 91 236 16,5-53-628-16,-5 4-320 0,-1 5-103 0,1 1-233 15,-7 2-168-15,-1 5-276 16,-9-2-128-16,-3 1-92 0,1 4-60 0,-4-4 12 16,3 0-40-16,-4-3-68 0,4-5-96 15,8-7-124-15,4-7-144 0,4-7-100 0,8-9 75 16,0-3 33-16,4-7 96 16,0-2 100-16,0-4-28 0,8 0-32 0,-1-10-32 15,6-3-244-15,2-3-300 0,9-6-536 16,0-6-748-16,-3 6-2017 0,6-27-1391 0</inkml:trace>
  <inkml:trace contextRef="#ctx0" brushRef="#br0" timeOffset="40791.126">29013 2130 9564 0,'0'0'1212'16,"0"0"-643"-16,0 0 47 0,0 0 444 0,32-73-152 16,-24 60-252-16,8 7-324 0,0-4-132 15,0 3-88-15,4 7-112 0,0 0 12 16,0 0 16-1,0 7 172-15,-4 6 116 0,-5 3 136 16,-2 3 0-16,-5 7-192 0,-4-1-72 0,0 4-52 16,-13-1 52-16,2 4 20 0,-10-3-84 15,2-4-72-15,-5 0-44 0,0-3-8 16,4-6-80-16,0 0-144 0,9-9-36 16,2-5-112-16,1-2-228 0,8 0-268 0,0-6-356 15,0 0-1320-15,17-16-3137 0</inkml:trace>
  <inkml:trace contextRef="#ctx0" brushRef="#br0" timeOffset="41320.646">29838 1524 7524 0,'0'0'2628'16,"0"0"-771"-16,0 0-145 0,0 0-144 0,16 76-408 0,-16-44-252 15,-4 6-164-15,-4 3-128 0,-8 6-12 16,-4 8 8-16,-8 2-76 0,-7 3-316 16,-1-2-152-16,-5-5-68 0,10-2-96 15,3-10-28-15,8-5 28 0,8-9 84 16,4-4-48-16,8-7-64 16,4-3-216-16,8-4-140 0,4-3 52 15,8-6-116-15,4 0-360 0,4 0-140 0,0-6-468 16,-1-3-212-16,-3 2 432 0,-8 1 636 15,-4 3 620-15,-4-1 36 0,-4 4 668 0,-8 4 456 16,4-1 352-16,-4 7-28 0,0-1-196 0,0 4-384 16,4-1-336-16,4-2-212 0,3-1-40 15,6 1 28-15,3-7-88 0,8 0-220 16,8-3-196-16,-1 0-172 0,1-10 0 16,4 1 72-16,-4-4 124 0,0-2 12 15,-8-1 160-15,-5 0 12 0,-2 0 196 0,-14-3 4 16,2 0-40-1,-9 1-164 1,0-1-4-16,0 2 0 0,-13 4 8 16,-7 7 0-16,-3 3-12 0,-9 3 0 0,-4 6 244 0,-8 10 296 15,-3 3 108-15,-1 6 196 0,-1 0-91 16,10 0-221-16,-1 5-264 0,12-8-212 0,8-3-56 16,12 3-8-16,4-3-88 0,4-3 0 15,12 4-16-15,8-1-68 0,8 0-76 0,12 0-9 16,12 0-187-16,8 3-72 0,7-3-524 15,-15-3-2732-15,27 6-3561 0</inkml:trace>
  <inkml:trace contextRef="#ctx0" brushRef="#br0" timeOffset="43581.809">940 4721 7524 0,'0'0'816'16,"0"0"2441"-16,0 0-1097 0,0 0-400 0,0 0-580 15,0 0-224-15,0 0 48 0,0 0-48 16,0 0-28-16,0 0-220 0,0 0-63 0,103 26-221 16,-63-17-180-16,12-4-112 15,-5-5-132-15,6-2-104 0,3-10-320 0,-4-4-137 16,3-6-11-16,-3-1-280 0,-9-3-536 15,-6 8-1004-15,-14 2-2168 0,-3 3-2169 16</inkml:trace>
  <inkml:trace contextRef="#ctx0" brushRef="#br0" timeOffset="43992.845">1191 4756 9036 0,'0'0'2633'15,"0"0"-765"-15,0 0-524 0,4 67-100 0,0-33 232 0,4 5-92 16,-1-1-272-16,2 6-440 0,-1-2-244 16,-4-5-136-16,-1 4-112 0,1-3-128 15,-4 1-44-15,0-4-8 0,0 0-8 16,-7-1-68-16,-1 1-32 0,0-2-256 16,-1-5-296-16,-2 4-72 0,3-7-76 0,-4-3-80 15,0 1-216-15,4-8-176 0,-8-2-288 16,0-3-268-16,0-4 63 0,1-3-167 0,-6-3-516 15,5 0 216-15,-3-3 124 0,2-7 345 16,-2 2 1771-16,-1-6 1331 0,3-2 245 16,-2 4-1144-16,-1-4-432 0,-1 0 0 0,6 7 1068 15,-1 2-236-15,8 1 524 16,0 6 552 0,8 0 176-16,0 0-295 0,0 0-261 0,4 0-148 15,4 6-284-15,0 4 0 0,4-1-84 0,0 4-12 16,4-1-256-16,4 1-172 15,3-4-204-15,5-2-148 0,0-1-40 0,8-2-96 0,-4-4-8 16,8 0-76-16,-4-7-232 16,0-5-292-16,3-4-220 0,-3-7-344 0,8-2-976 15,-12 6-2020-15,16-14-849 0</inkml:trace>
  <inkml:trace contextRef="#ctx0" brushRef="#br0" timeOffset="44153.516">1653 5181 13637 0,'0'0'2112'16,"0"0"-1480"0,0 0-144-16,0 0 528 0,0 0 168 15,88 51-460-15,-56-48-552 0,4-3-172 0,3-6-100 0,5-7-84 16,4-6-304-16,0-10-436 0,-4-3-552 16,-13 7-1384-16,9-16-3269 15</inkml:trace>
  <inkml:trace contextRef="#ctx0" brushRef="#br0" timeOffset="44440.672">2039 4629 5744 0,'0'0'4016'0,"0"0"-2635"0,0 0-237 0,0 0 132 0,0 0 68 16,-79 60-96-16,67-25-160 0,0 9-296 0,4 8 36 15,0 7 20-15,-4 9-300 0,8 1-216 0,-4 4-152 0,0-3-56 16,4-3-52-16,0-4-72 0,0-2-4 15,4-8-4-15,0-2-64 0,0-7 60 16,0-2-40-16,4-1 4 0,0-2 36 31,0-5-36-31,0-2 40 0,-4-7-152 0,0-2-108 16,0-1 96-16,0-6 40 0,-8-3-64 16,-8-1-136-16,0 1-60 0,-8-3 84 15,1-1 12-15,-9 1 0 0,0-4-188 0,-1-3-308 16,-6-3-504-16,-1 0-496 0,1 0-860 15,7-6-2265-15,-24-7-939 0</inkml:trace>
  <inkml:trace contextRef="#ctx0" brushRef="#br0" timeOffset="44722.716">549 5832 6308 0,'0'0'6861'0,"0"0"-5325"0,0 0-1032 0,0 0 376 16,0 0 396-16,0 0-124 0,76 10-392 15,-41-4-292-15,10-3-76 0,7 0-88 16,8 0 12-16,7 1-60 0,9 2-12 16,7-3 12-16,1 0 293 0,3-3-297 0,1 4-252 15,-4-4-36-15,0 0-72 16,-5 0-28-16,-7-4-141 0,-4 1-187 0,-8 0-48 15,-4 0-36-15,-9 3 36 0,1 0-80 0,-4 0-180 16,-9 0-108-16,1 0-152 0,-8-3-1292 16,-8-1-2317-16,-3-5-3007 0</inkml:trace>
  <inkml:trace contextRef="#ctx0" brushRef="#br0" timeOffset="45395.754">4701 4426 6552 0,'0'0'7297'0,"0"0"-5637"0,0 0-728 0,-5 85-76 16,5-37 360-16,0 9-208 0,-7 11-228 0,-1 1-228 15,-4 1-164 1,0 5-156-16,-3-1-100 0,-2-1-8 15,-2-4-40-15,2 2-11 0,2-11-73 0,2-13-8 16,6-8-177-16,-1-11-55 0,8-9-4 16,0-9-196-16,0-7-192 0,0-3-44 15,0 0-12-15,8-13 36 0,-4 1-264 16,3-11-764-16,6-9-80 0,-2 0-156 16,6-9-469-16,-2 0-655 0,2 5-72 0,2-20 20 0</inkml:trace>
  <inkml:trace contextRef="#ctx0" brushRef="#br0" timeOffset="45695.259">4721 4788 28 0,'0'0'2580'0,"8"-79"0"0,-8 49-4 15,0 2-684-15,0 0-19 0,0 12 47 16,0 3-224-16,0 7-312 0,0 6-436 16,0 0-292-16,0 3-76 0,4 7-112 0,0 5-136 15,4 11 132-15,3 5 220 0,6 7-4 16,-2 4-228-16,2 6-75 0,-1-4-113 16,-1 3-92-16,2-3-164 0,-9 1-8 15,3-3 0-15,-3-1 12 0,-3-2-12 16,-1-6 8-16,3-1-4 0,-3-9 44 15,-4-4-40-15,4-6 76 0,0-4-36 0,-4-6 0 16,0-3 16 0,5 0 116-16,-5 0 12 15,3 0 148-15,1-9-88 0,4-4-244 0,8-6-8 0,4-14 0 0,4-7-4 16,4-14-80-16,4-10-120 0,0-5-148 16,-1 2-312-16,-3 1 20 15,0 7-61-15,-4 9-27 0,-4 12-96 0,0 7-232 0,-1 5-524 16,-2 11-840-1,-10 5-1817-15,10-1-2519 0</inkml:trace>
  <inkml:trace contextRef="#ctx0" brushRef="#br0" timeOffset="46240.432">5725 4924 9712 0,'0'0'2525'15,"0"0"-929"-15,0 0-620 16,0 0 80-16,0 0-160 0,0 0-312 0,0 0-200 15,0 0-52 1,0 0-96-16,-88 10 36 0,64 15 244 16,-4 10-172-16,0 6-36 0,1 8 20 0,-5 7-56 15,4 1-68-15,0 3-32 0,0-3-76 16,0-3-44-16,8-6-4 0,9-10 36 0,7-8 40 16,0-9-16-16,4-2-36 15,4-7-12-15,7-1-48 0,2-5-12 0,2-3 64 16,2-3-64-16,2 0 4 0,5-6-12 15,0-8-32-15,0-1-180 0,-4-3-256 16,0-6-172-16,-5 6-184 0,-2-5-316 0,-5 1-540 16,-5-3-700-16,-3 2-1577 15,-3 8-883-15</inkml:trace>
  <inkml:trace contextRef="#ctx0" brushRef="#br0" timeOffset="46541.706">5438 5264 8836 0,'0'0'2817'0,"0"0"-873"0,0 0-488 0,0 0 168 15,0 0-72-15,0 0-324 0,0 0-296 16,92 41-200-16,-69-37-200 0,5-4-203 0,4 0-241 16,-4-4-88-16,0-5-172 0,0-1-289 15,0 1-235-15,-4-4-108 16,-5 3-352-16,-2 1-552 0,-6-1-880 0,-3 4-1249 0,-3 0-187 16,-5 3 716-16,-5-1 752 0,-3 4 2556 15,-3 0 196 1,-2 0 1396-16,6 4 12 0,-5 2 1040 0,-1 0-36 0,6 4-555 15,3 5-185-15,-4-2-472 16,4 9-452-16,-1 3-124 0,5 1 76 16,-3 3-40-16,3 6-144 0,0-4-60 0,0 4-4 15,0-3-244-15,0-3-220 0,0 3-180 0,0-7-4 16,3-3-136-16,6 0-280 0,3-3 0 0,-5-3-232 0,6-6-212 16,2-4-432-16,6-3-916 15,-10-3-1997-15,13-3-2611 0</inkml:trace>
  <inkml:trace contextRef="#ctx0" brushRef="#br0" timeOffset="47003.405">6068 4479 9336 0,'0'0'3845'0,"0"0"-2637"0,0 0-148 0,0 0-92 16,91 63 376-16,-55-46-308 15,3-4-344-15,2-3-316 0,2-8-104 0,-3-2-76 0,1 0-196 16,-6-2-108-16,1-8-52 0,-4-1-204 16,-4 3-388-16,-4-5-420 15,-5 1-652-15,-6 5-1340 0,-6-9-2985 0</inkml:trace>
  <inkml:trace contextRef="#ctx0" brushRef="#br0" timeOffset="47244.02">6279 4524 704 0,'0'0'9440'0,"0"0"-7315"0,0 0-873 0,0 0-136 0,-20 73 156 15,20-44 116-15,0-1-396 0,0 4-316 16,0 3-160-16,0 3-84 0,0 0-4 0,-4 3-16 16,4 0-144-16,-8 1-96 0,4-2-76 15,0 2-36-15,-1-3 112 0,2-4-16 16,3-9-44-16,0-1-100 0,12-6 85 0,0-5-97 15,4 3-12-15,3-1 0 0,2-7-97 0,7-2-63 16,0-1-120-16,4-6-156 16,3 0-64-16,5-9-88 0,-1-4-176 0,6-3-356 15,-6-1-828-15,-7 3-1160 0,13-9-3017 0</inkml:trace>
  <inkml:trace contextRef="#ctx0" brushRef="#br0" timeOffset="47480.808">6956 4486 4712 0,'0'0'3020'16,"0"0"-1232"-16,0 0-147 0,0 0 151 16,-4 96-252-16,1-59-228 0,-2 8-272 15,5 0-192-15,-4 2 248 0,0 0-148 0,0-2-388 16,0-1-276-16,0-5-168 0,-3-4-116 15,2-4-72-15,-3-2-76 0,4-4-256 16,-3-6-232-16,3 0-236 0,-5-10-252 16,5 2-704-16,0-9-1128 0,0-2-1713 0,1-2-235 15</inkml:trace>
  <inkml:trace contextRef="#ctx0" brushRef="#br0" timeOffset="47636.498">6865 4961 8824 0,'0'0'2661'16,"0"0"-1237"-16,0 0-264 0,0 0 504 15,0 0-124-15,0 0-328 0,91-14-152 16,-63 14-120-16,4-4-232 0,8 1-368 0,-1-3-340 16,6-7-84-16,-2 1-268 15,5-1-188-15,-4-4-204 0,0-1-188 0,-8-1-476 16,-1-3-1188-16,-7 5-2329 0,4-8-2587 0</inkml:trace>
  <inkml:trace contextRef="#ctx0" brushRef="#br0" timeOffset="47861.924">7462 4531 5288 0,'0'0'1692'16,"0"0"-716"-16,0 0 280 0,0 0 232 0,0 0 69 0,0 0-105 0,0 0-132 15,-16 88-36-15,13-47-88 16,3 8-8-16,-4 1 52 0,-1 1-324 0,1 0-212 16,0 2-215-16,-4-6-189 0,5 2-116 15,-6-8-88-15,5-3-96 16,-4-6-8-16,1 0 8 0,3-4-72 15,-5-6 12-15,5 1-184 0,0-11-132 16,0 1-25-16,4-7-135 0,0-2-148 16,0-4-24-16,4 0-176 0,9-7-404 0,-5-2-780 15,-1-4-1872-15,10-12-2689 0</inkml:trace>
  <inkml:trace contextRef="#ctx0" brushRef="#br0" timeOffset="48431.901">7901 4492 10304 0,'0'0'2057'0,"0"0"-1289"0,0 0 60 0,0 0 728 0,0 0-588 16,0 0-408-16,0 0-248 0,87-15-40 0,-67 15 24 15,0 0-24-15,3 0-36 16,-2 2 12-16,-1 5-52 0,-5 3 48 0,2 3 40 16,-6 2 72-16,2 1 0 0,-5 5-124 15,-5 2-136-15,1 6 12 0,-4 3 40 16,0 2 0-16,-7 1-64 0,-1 0-76 15,-1 4-8-15,1-4 4 0,1 3-4 0,3-3 0 16,0-3 12 0,-1 1 48-16,5-3-12 0,0-5 28 0,0-3-28 15,0-3 0-15,0 1 48 0,0-5-32 0,5-2-56 16,-1-4-8-16,-4 1-4 0,4 0 4 0,-4-4 0 16,0 1 8-16,0-1-4 0,0-3 68 31,0 2 132-31,0 2-92 0,-4-3-104 0,0 2 0 15,-5 1 4-15,5-4-8 0,1 0-4 16,-5 3-60-16,-1-6-52 0,1 4-8 0,-3-2 24 16,-2 2-16-16,2-1-44 0,-1 0-40 15,-4 0 0-15,0-3 40 0,0 0-4 16,-8 0-36-16,1 0 76 0,-1 0-76 16,-4 0-24-16,0-3-160 0,0 0-212 0,0-6-184 15,0-1-168-15,5-3-988 0,2 3-956 16,1-11-2573-16</inkml:trace>
  <inkml:trace contextRef="#ctx0" brushRef="#br0" timeOffset="49084.8">9136 4889 9036 0,'0'0'2709'0,"0"0"-905"16,0 0-560-16,0 0 244 0,0 0-80 0,0 0-300 15,0 0-296-15,0 0-296 16,0 0-140-16,0 0 212 0,0 0-56 16,92 0-119-16,-49 0-157 15,9 0-148-15,-5 0-100 0,2-3-8 0,-6 1-4 0,-2-3-104 16,-6-1-36-16,-3 3-173 15,-4 0-243-15,-5 0-244 0,-6 0-372 0,-10-1-796 16,-3 4-1172-16,-4 0-1965 0,-4 0-1571 0</inkml:trace>
  <inkml:trace contextRef="#ctx0" brushRef="#br0" timeOffset="49247.76">9235 5023 6644 0,'0'0'3916'0,"0"0"-2423"0,0 0-341 0,0 0 284 0,0 0 0 0,84 28-236 15,-48-28-356-15,0 0-400 0,7-3-260 0,1-10-172 16,0 1-12-16,-8-4-356 0,4 0-360 16,-12 0-332-16,-5-3-748 0,-6 6-2277 15,-10-6-3583-15</inkml:trace>
  <inkml:trace contextRef="#ctx0" brushRef="#br0" timeOffset="49494.634">9415 4467 10032 0,'0'0'2217'0,"0"0"-1581"0,0 0 792 0,0 0 196 16,7 73-196-16,5-35-400 0,-3 7-228 16,2 5-104-16,-3 8-8 0,5 2-216 15,-10 3-204-15,1 4-256 0,0-3-12 0,0-1 0 16,-4 0-72-16,4-2 24 15,5-7-48-15,2-7-112 0,1-6-364 0,8-8-92 16,4-8-20-16,8-12-132 0,4-7-136 16,7-6-464-16,5-6-644 0,-12-4-1985 0,24-15-2463 15</inkml:trace>
  <inkml:trace contextRef="#ctx0" brushRef="#br0" timeOffset="49831.714">10749 4410 12177 0,'0'0'2192'15,"0"0"-1244"-15,0 0-344 0,0 0 772 0,0 0 72 16,0 0-516-16,0 0-564 0,0 0-208 16,0 0 84-16,-64 92 48 0,36-47-12 15,-3 9 12-15,-1 2 72 0,-4 8-107 16,-8 3-13-16,4 6-88 0,-3-3-72 15,2 0 16-15,2-7-40 0,11-10 0 0,8-9-48 16,8-11 120 0,12-11 16-16,4-6 80 0,12-3 100 0,8-7-136 15,12 0-116-15,3-6-76 16,10-6-108-16,2-7-136 0,5-5-92 16,-8 1-112-16,-1-1 48 0,-11 1-1 0,-4 2 73 15,-8 2-12-15,-8 1-76 0,-4-2-48 16,-8 5-196-16,-4-4 84 0,-4 5-496 0,-8-6-120 15,-8-2 8-15,0 0-444 0,-3 1-404 16,-5-5-1117-16,11 8-163 0,-18-11-1040 16</inkml:trace>
  <inkml:trace contextRef="#ctx0" brushRef="#br0" timeOffset="49996.546">10470 4892 3572 0,'0'0'3152'16,"0"0"-596"-16,0 0-487 0,0 0-73 16,0 0-96-16,0 0-476 0,0 0-280 0,0 0-120 0,0 0-264 15,0 0 208-15,0 0 52 16,100 4-399-16,-61-4-257 0,6 0-100 0,2-7-104 0,-3 2-160 15,-4-6-172-15,-1 2-276 16,2-1-193-16,-9-2-67 0,-4 2-304 0,-9 4-388 16,-3 0-632-16,-8 2-732 0,-4 1-493 15,-4 3-1675 1,-4 0 76-16</inkml:trace>
  <inkml:trace contextRef="#ctx0" brushRef="#br0" timeOffset="50163.174">10865 4879 6296 0,'0'0'3024'16,"0"0"-775"-16,0 0-561 0,0 0-240 0,-24 80-204 0,20-51-276 15,4-1-184-15,0 4 20 0,0 4 32 0,0 1-224 0,0-2-160 16,4 0-76-16,0 0-156 16,0-4-148-16,-1-2-72 0,-3-4-48 15,5-2-36-15,-5-4-88 0,4 0-328 16,0-3-148-16,-4-3-112 0,4-1-288 16,0-2-840-16,-1-4-2516 0,-3 3-3245 0</inkml:trace>
  <inkml:trace contextRef="#ctx0" brushRef="#br0" timeOffset="62911.469">12175 5391 3396 0,'0'0'1772'0,"0"0"4649"0,0 0-4757 0,0 0 324 16,0 0-692-16,0 0 84 0,0 0-280 0,0 0-216 0,9-23 80 15,-9 23-176-15,4 4 17 16,-4-1-165-16,0 3-60 0,0 4-228 0,0 2-208 15,-4 8-96 1,-5 5-48-16,-6 4-4 0,-2-1-4 0,-2 1-112 16,-5-4-100-16,8-3-44 15,0-5-88-15,8-8-84 0,8-3-324 16,0-6-361-16,0 0-99 0,16-10-740 16,8-5-304-16,-4-1-792 0,27-16-2209 0</inkml:trace>
  <inkml:trace contextRef="#ctx0" brushRef="#br0" timeOffset="63377.674">13881 4542 2936 0,'0'0'8601'0,"0"0"-6185"0,0 0-860 16,0 0-104-16,0 0-272 0,0 0-96 16,0 0-276-16,0 0-232 15,0 0-100-15,0 0-100 0,0 0 0 16,8 74 37-16,-8-45-13 0,0 10-84 0,0 5-112 16,0 0-48-16,-4 10-96 0,0 4-8 0,-5 5-44 15,-2 0-8-15,-1 0 0 0,-4 0-52 0,4-8-8 0,5-4-48 31,-6-9-84-31,9-12 20 0,4-4-20 16,0-7-160-16,0-3-217 0,0-6-75 16,0-7-40-16,4 0-112 0,0-3-456 15,0 0-360-15,1-3-528 0,2-4-628 16,1-6-329-16,0 1-1687 0</inkml:trace>
  <inkml:trace contextRef="#ctx0" brushRef="#br0" timeOffset="63775.679">14020 4677 3868 0,'0'0'768'0,"0"0"3836"0,0 0-2627 0,0 0-413 0,0 0-480 0,0 0-60 16,0 0-228-16,0 0 84 15,0 0-160-15,0 0-212 0,41 44-148 0,-30-18-112 0,5 8 60 31,-4 1-24-31,-4 6 8 0,3 0-68 16,-6 1-56-16,-1-1-68 0,0 1-92 16,-4-1-4-16,0-2-4 0,0-6 0 15,0 3-12-15,-4-7-60 0,4-7 60 16,0-3-4-16,0-7-32 0,0-2 40 0,0-4 0 0,0-3 8 16,0-3 0-16,0 0 12 0,4 0 88 15,0 0-52-15,7-3 36 0,2-6 88 16,2-7-24-16,6-6-100 0,-1-7-48 0,7-6-24 15,-3-10-76-15,8-5-68 16,0-7-64-16,0-7-4 0,-1-2-144 0,1-1-60 16,0-1-20-1,-4 12 52-15,-4 2 36 0,0 13-100 0,-8 9-40 16,0 7-80-16,-8 8-352 0,0 9-236 0,-4 1 84 0,-4 7-729 16,0 0-971-16,0 0-1972 0,0 3 1549 15</inkml:trace>
  <inkml:trace contextRef="#ctx0" brushRef="#br0" timeOffset="64280.28">14830 4879 300 0,'0'0'10769'16,"0"0"-8665"-16,0 0-820 0,0 0-464 16,0 0 252-16,0 0-140 0,0 0-448 0,0 0-112 15,0 0 0-15,-65 77-40 0,42-36 0 16,-1 4 72-16,-4 2 184 0,0 0-88 16,0 5-172-16,4-5-84 15,0-3 12-15,4 1-24 0,4-8 85 16,8-1 335-16,4-7-324 0,4-7-88 15,4 0-56-15,9-6-88 0,2-4-88 0,5-1 64 0,4-5-24 16,3-4 0-16,5-2 24 0,0-2-72 16,1-10-176-1,-6-5-296-15,-3-2-132 0,-4-3-101 0,-8 3 37 16,-3-4-420-16,-9 1-1184 0,0 0-2340 16,-13-1-1289-16,5 8-1291 15</inkml:trace>
  <inkml:trace contextRef="#ctx0" brushRef="#br0" timeOffset="64420.849">14678 5235 1772 0,'0'0'1920'16,"0"0"4160"-16,0 0-3159 0,0 0-833 0,0 0-400 0,0 0 124 0,0 0-116 0,0 0-308 16,83 26-303-16,-59-26-373 0,4 0-264 15,0 0-160-15,0-4-288 16,-4-5-72-16,-1-4-532 0,-2 1-244 16,-1-1-37-16,-8 0-347 0,-1-3-980 0,-2 3-1812 15,-5 4-1273-15,-4 0-2163 0</inkml:trace>
  <inkml:trace contextRef="#ctx0" brushRef="#br0" timeOffset="64553.387">14925 5136 2812 0,'0'0'484'0,"0"0"-264"15,0 0 5848-15,0 0-4031 0,-32 77-653 0,27-52-252 0,-2 4 248 16,3 2-164-16,-4-1-108 0,8 1-292 16,-4 1-288-16,4-7-148 0,0-3-380 0,0-6-48 0,8-6-456 15,4-1-28-15,0-5-72 0,7-4-340 0,6 0-740 16,6-10-2284-16,-7-3-3241 0</inkml:trace>
  <inkml:trace contextRef="#ctx0" brushRef="#br0" timeOffset="64788.829">15387 4524 3816 0,'0'0'7901'0,"0"0"-5413"0,0 0-608 0,0 0-544 16,92 42 12-16,-56-33-256 0,3-2-420 15,1-5-340-15,0 2-200 0,-4-4-96 16,0 0-36-16,-1-6-192 0,-7-1-272 0,0-2-124 16,0-1-260-16,-7 1-360 15,-10-2-804-15,1 3-1184 0,-12 1-2141 16,0-3-1850-16</inkml:trace>
  <inkml:trace contextRef="#ctx0" brushRef="#br0" timeOffset="65001.351">15689 4568 1968 0,'0'0'1176'0,"0"0"3804"15,0 0-3440-15,-39 80-91 0,27-51 27 0,3 5 204 16,-2 2-192-16,-1 5-308 0,0 6 160 0,-4-3-244 16,0 5-336-16,4-5-164 15,1-6-144-15,2 0-124 0,1-7-48 0,8-5-75 16,0 0-81-16,0-7-16 15,4-3-100-15,9-4-8 16,-2-2 0-16,5-1-180 0,4-5-125 0,4-4-75 16,4 0-92-16,0-7-28 0,0-6-100 15,4-2-272-15,0-4-808 0,0-7-1516 16,-13 8-2897-16,18-18-899 0</inkml:trace>
  <inkml:trace contextRef="#ctx0" brushRef="#br0" timeOffset="65231.652">16124 4594 1068 0,'0'0'9456'16,"0"0"-6851"-16,-20 98-385 0,12-56-440 0,0 5-196 0,-4 1-260 0,4 0-396 16,-8-4-380-16,4-4-268 0,0 0-268 15,-3-6-12-15,-2-2-148 0,6-7-156 16,-1-6-132-16,-1-6-136 15,10-3-64-15,-1-4-88 0,0-3-364 0,4-3-948 16,0 0-1872-16,0-7-2273 16,4-1 925-16</inkml:trace>
  <inkml:trace contextRef="#ctx0" brushRef="#br0" timeOffset="65369.248">16044 4884 3800 0,'0'0'248'16,"0"0"8097"-16,0 0-5865 0,0 0-520 0,0 0-52 15,0 0 100-15,0 0-499 0,84 8-613 16,-61-8-460-16,9 0-280 0,1 0-156 0,-1-3-48 0,0-7-412 0,0 1-324 16,-4-4-225-16,3-2-419 0,-4-4-1408 15,-6 3-3064-15,3-7-4077 0</inkml:trace>
  <inkml:trace contextRef="#ctx0" brushRef="#br0" timeOffset="65579.584">16514 4588 1760 0,'0'0'1124'0,"0"0"5388"16,0 0-4231-16,-15 66-249 0,6-34-336 0,1 6-88 15,1 4 12-15,-5 2-292 0,0 0-364 16,0 5-172-16,-1-5-235 0,-6-3-169 16,7-3-208-16,-4-3-180 0,4-7-64 0,0-6-176 15,8-2-76-15,4-4-73 0,0-7-147 0,0 1-180 16,8-8 4-16,0 2-232 15,8-4-688-15,-1-4-1156 16,2-5-3253-16,7-10-1235 0</inkml:trace>
  <inkml:trace contextRef="#ctx0" brushRef="#br0" timeOffset="65990.739">16750 4619 404 0,'0'0'10577'0,"0"0"-7737"0,0 0-1144 0,0 0-804 0,0 0-80 16,0 0-204-16,0 0-324 0,79-22-220 16,-59 19-64-16,-4 0-8 0,4 3-64 15,-8 0-4-15,4 0-24 0,0 0-8 0,0 6 108 0,-9 4 0 0,6-1 60 16,-2 4 76-16,-7 3 124 0,5 6-112 16,-5 3 12-16,4 4-100 0,-8 3 40 0,3-1-40 15,1 5 88-15,-4 1 24 0,4-2-12 16,-4 4 12-16,0-2 24 0,0-2 88 15,0 0 80 1,-4 0 4-16,-3-3-76 0,-1-3-84 0,-5-2-52 0,6 0-8 16,-5-2-40-16,3-3-36 0,-2 0-72 15,7-2-12-15,-4-5-60 0,8 4 60 16,0 1 12-16,0 2 0 0,4-7 8 16,0-2-8-16,0-6-4 0,0-4-140 15,-1-3-160-15,-3 0 36 16,0 0 192-16,0 0 16 0,-3-6 48 15,-5-7-36-15,-4 0 36 0,0-6-136 0,-4 0-232 16,-4-6-120-16,0-1-28 0,-3 1 36 16,-5-4-188-16,0-2-400 0,-4 5-968 15,-4 1-1064-15,-1 2-2965 0,14 8 949 0,-17-2 4673 16</inkml:trace>
  <inkml:trace contextRef="#ctx0" brushRef="#br0" timeOffset="67011.007">17642 4553 3968 0,'0'0'120'16,"0"0"6380"-16,0 0-4343 0,0 0-489 0,0 0-304 16,0 0-212-16,0 0-108 0,0 0-180 15,0 0-188-15,0 0-164 16,92-22 124-16,-60 22-208 15,7-3-164-15,1-1-80 0,4 4-112 16,0 0-12-16,4 0-48 0,-5 0-12 0,6 7-84 0,-10 2-36 0,1 0 112 16,-4 3-52-1,-9 2-64-15,1 2 28 0,-7 0 24 0,-10 0 72 16,2-1 108-16,-6 1-108 0,-3 0 0 0,-4 0-48 16,0-4-12-16,-4 4 56 0,-3 4 4 15,-10-1 48-15,-2-4-36 16,-5 5 60-16,-4-1-64 0,-4-3 0 15,-4-1 0-15,1 1-4 0,-2-3 4 16,1-1 0-16,1-2-8 0,3-3 0 16,0 0-48-16,4-5-24 15,0-2-76-15,4 0-132 0,5 0-96 0,-2 0-52 16,10-2-136-16,3-5-408 0,-1 0-604 16,9 2-424-16,0 0-2413 0,9-7-2075 0</inkml:trace>
  <inkml:trace contextRef="#ctx0" brushRef="#br0" timeOffset="67246.345">18292 5045 4120 0,'0'0'1264'15,"0"0"4621"-15,0 0-4153 0,-81 41-420 0,53-31-128 0,1-1-12 16,-1-3-216-16,0 4-164 15,4-7-264-15,-4 4-220 0,4-4-112 0,-4-3-96 16,5 0-92-16,-5 0-8 0,0 0-88 16,-4-3-228-16,0 0-300 0,5-4-288 0,2 0-240 0,1 2-672 15,9 1-2061-15,-2-5-2679 0</inkml:trace>
  <inkml:trace contextRef="#ctx0" brushRef="#br0" timeOffset="67864.591">19092 4196 6064 0,'0'0'1472'15,"0"0"3189"-15,0 0-2977 16,0 0-608-16,0 0-56 0,0 0 156 0,-3 88-12 0,3-48-92 16,0 11-216-16,0 6-136 0,0 3-4 0,0 4 53 15,0 3-261-15,-4-1-244 16,0 1-108-16,-5 0-80 0,-2-1-76 16,-1-2 72-16,-1-7-72 0,2-6-8 0,-2-7-52 15,9-9 56-15,1-7-60 16,3-5-44-16,0-7-132 0,0-3-268 0,0-4-209 15,3-6-63-15,5-3 24 16,1 0-24-16,2-3-316 16,6-6-428-16,-6-4-716 0,1-6-348 0,-3-3-545 15,-2 6-1751-15,-3-17 964 0</inkml:trace>
  <inkml:trace contextRef="#ctx0" brushRef="#br0" timeOffset="68174.882">19231 4356 196 0,'0'0'9776'16,"0"0"-7999"-16,0 0-317 0,0 0-328 15,0 0 220-15,0 0-372 16,0 0-332-16,0 0-164 0,0 0-152 0,0 0-60 0,101-10 12 16,-82 20-28-16,5 2 100 15,-4 2 100-15,0 5-76 0,-4-1-88 0,-1 5-96 0,2-1-52 0,-6 3-8 0,-2-3-52 16,-5 3-24-16,-4-2-56 15,0 0-4-15,-13 2 0 0,2-3 0 16,-9 0-8-16,-4-3-4 0,0 3-60 16,-4-3 60-16,0-2-84 0,0-3-40 0,0 0-72 15,0-4-36 1,4-4-96-16,1-3-4 0,3 0-96 16,0-3-216-16,4-3-96 0,4-4-216 0,0 0-516 15,4-1-1388-15,1-5-2465 0,2 4-1738 0,5-8 7075 16</inkml:trace>
  <inkml:trace contextRef="#ctx0" brushRef="#br0" timeOffset="70092.811">20180 4391 2932 0,'0'0'64'0,"0"0"-64"15,0 0 2228-15,0 0-108 0,0 0-680 16,-4 73-236-16,4-45-247 0,0 4 59 16,0 3-16-16,0 3-200 0,0 0-128 0,0 0-204 15,0-2-40-15,0 2-124 0,0-4-4 16,0-2-20-16,4-3-68 0,-4-1-48 15,4-2 12-15,-1-5-80 0,2 2 32 16,-5-7-68-16,8 0 4 0,-4-3 24 16,0-4-76-16,0-2-4 0,4 2 52 0,-4-6-52 0,4 0 4 0,-4 1 64 15,0-1-72 1,-1-3-4-16,6 3-56 0,-5-3-56 16,4 3 104-16,-1-3 8 0,1 0 12 15,5-3-4-15,2 0-4 16,-2-7 4-16,6 0 4 0,-3-2-12 0,0-4-96 0,4-3-128 0,0-1 0 15,-4-2 76 1,4 0 36-16,0-6 48 0,0-1 64 16,-4 1 36-16,3-4 16 0,-2-1-4 0,3 2 40 15,-8 4-36-15,3-6-52 16,-2 5 0-16,-2-4-140 0,-3 7 4 16,1-5-4-16,-6 8 36 0,1 0-20 0,0 7 120 15,0 2-4-15,-4 0-4 0,0 7 4 16,0-1-4-16,0 1-104 0,0 3-132 15,-4-3-144-15,-4 2-24 0,5 1-368 16,-6 0-528-16,-3 0-1157 0,5 3-2711 16,-1 0 129-16</inkml:trace>
  <inkml:trace contextRef="#ctx0" brushRef="#br0" timeOffset="70740.68">21272 4396 2860 0,'0'0'928'0,"0"0"3992"16,0 0-3056-16,0 0-515 16,0 0-337-16,0 0-108 0,0 0-116 0,0 0-260 15,0 0-264-15,0 0 64 0,-72 68 72 16,52-34 20-16,0 4-24 0,-4 10-8 0,-4 0-104 15,0 6-108-15,-4 0-116 16,5 3-56-16,-1-3 72 0,8 4 232 16,3-8-88-16,6-6 4 0,11-5 84 15,0-8 36-15,4-6-88 0,8-2 0 0,4-8-8 16,4-4-164-16,4-5-84 0,3-3-48 0,1-3-40 0,9-9-96 16,2-7-48-16,1-1-12 15,-1-5 0-15,6-3-28 0,-6-4 40 0,1 1 56 31,-3-7 16-31,-2 0 100 0,-3-7 60 0,-4 1 8 16,0 0 76-16,-9-7-20 0,2 4-52 16,-1-1 64-16,-12-2-4 0,3 6 36 15,-7-3-108-15,0 6-88 0,-4 6 88 0,0 6 36 16,0 4 88-16,-12 9 48 16,5 4-136-16,-6 5-36 0,-2 2-156 15,-2 2-4-15,-6 2 8 0,-1 11 44 16,-8 3-4-16,0 6 100 0,-3 3 0 15,-2 1-112-15,-3 3 60 0,9-4-44 0,-1-2 8 0,8-4 36 0,8-4 16 16,4-5-52-16,0-1-196 0,4 1-476 16,0-4-536-16,4 0-1244 15,0 1-2541-15,4-4-1439 0,0 3 5448 0</inkml:trace>
  <inkml:trace contextRef="#ctx0" brushRef="#br0" timeOffset="70954.921">21248 4749 1252 0,'0'0'704'16,"0"0"1800"-16,0 0 2892 0,0 0-3631 15,0 0-405-15,95 71 40 0,-67-49 24 0,-3 3-120 16,3 6-460-16,3-1-56 16,1 3-12-16,-4 0-164 0,4 2-112 0,4-7-52 15,-4 4 112 1,7-4 13-16,1 2-197 0,0-9-148 0,0 2-104 16,-1-4-120-16,-3-3-4 15,1-4-12-15,-5-2-196 0,-4-4-144 0,-1 1-144 16,-7-7-101-16,0 0-123 0,-5 0-220 15,2 0-572-15,-6 0-1428 0,2 0-2357 0,-5-4-3127 16</inkml:trace>
  <inkml:trace contextRef="#ctx0" brushRef="#br0" timeOffset="77611.652">5211 7624 4892 0,'0'0'6329'0,"0"0"-4509"0,0 0-612 0,0 0-272 16,0 0 56-16,0 0 8 0,0 0-280 0,95 0-40 31,-71 2-164-31,4 1-108 0,0-3-116 0,8 0-96 16,4 0-60-16,0 0-80 15,4-5-56-15,-1-2-4 0,5-3-72 0,-4 0-204 16,-4-2-272-16,0-1-148 0,-5 4-204 0,-3-4-228 16,-8 4-1072-16,-3 2-2525 0,-14 1-3051 0,-7 6 7456 15</inkml:trace>
  <inkml:trace contextRef="#ctx0" brushRef="#br0" timeOffset="77786.523">5462 7760 432 0,'0'0'7716'0,"0"0"-5488"0,0 0-759 16,0 0-165-16,0 0-360 0,100 12 204 0,-60-12-392 0,3-9-200 15,1-1-260-15,4-7-184 0,-4 3-112 16,-4-5-308-16,-5 2-200 0,1 2-168 16,-8-4-284-16,-8 3-680 0,0-1-1393 0,-12 2-3083 15,0 5 3444-15,-8-12 2332 0</inkml:trace>
  <inkml:trace contextRef="#ctx0" brushRef="#br0" timeOffset="78055.501">5837 7242 3168 0,'0'0'224'0,"0"0"5820"0,0 0-3939 15,0 0-493-15,0 0-504 0,0 0-124 16,0 0-216-16,0 0-164 0,0 0-16 0,0 0-68 0,83 54-200 0,-55-28-120 15,-4-1-28-15,4 3-36 0,0 4-12 16,0-3-64-16,-5 2-56 0,-3-2-4 16,-8 3 0-1,-3 0-60-15,-5-1 8 0,-4 2 44 0,-4-3-76 16,-17 2-16-16,1 4 40 0,-3-5-4 16,-5-2-72-16,0 2 0 0,-4-6-112 0,8-2-160 15,-4-1-28-15,4-6-72 0,1-4-188 16,3 2-284-16,3-8-648 0,9-3-1389 0,1-3-3259 15,7-6 4216-15</inkml:trace>
  <inkml:trace contextRef="#ctx0" brushRef="#br0" timeOffset="80617.028">9602 7032 2416 0,'0'0'368'0,"0"0"5328"0,0 0-4608 0,0 0-196 15,0 0-107-15,0 0 511 0,0 0 196 0,0 0-152 16,0 0-108-16,0 0-148 0,4-8-108 15,-4 10-128-15,0-2-28 16,0 3 68-16,0 0-243 0,0 0-233 0,0 11-156 0,-4 4-40 16,0 11-32-16,-9 6-16 15,2 9-24-15,-5 7-36 16,0 3-32-16,-4 2 44 0,1 2-72 0,-6-3-12 16,5-1-36-16,-4-7-12 15,5 0-72-15,-2-6 0 0,10-5-52 16,-6-7 16-16,10-4-12 0,3-10-48 0,0-5-76 15,4-3-120-15,0-7-185 0,0 0-167 16,0-7 44-16,12-3-160 0,-1-8-560 0,9-8-852 0,5-5-1960 16,-6 6-1633-16,9-21 985 0</inkml:trace>
  <inkml:trace contextRef="#ctx0" brushRef="#br0" timeOffset="80943.843">9701 7026 144 0,'0'0'9644'15,"0"0"-7723"-15,0 0-781 0,0 0-352 16,0 0 392-16,0 0-48 0,0 0-388 0,0 0-172 16,0 0 36-16,4 91-4 0,-4-52-12 15,0 2-40-15,0 4-124 0,0-1-172 16,-4-2-108-16,0-1-24 0,1 0-112 0,-1-6 36 16,-1 0-48-16,5-4 4 0,0-6 0 15,0-1 0-15,5-6 8 0,-1-2 0 16,3-3-4-16,1-3 64 0,1-3 88 15,-2-5-64-15,5-2-8 0,1 0 20 16,2-7 12-16,5-5-8 0,0-4-28 16,4-9-24-16,4-5-52 0,0-3-8 0,3-6-60 15,-3-6-136-15,0-5-120 0,4-4-60 16,-4-3-40 0,-4 3 24-16,-4-3 12 0,0 6-84 15,-1 7 120-15,-6 2-40 0,-2 10-48 0,-3 10 48 16,1 2-88-16,-5 12-296 0,-4 2-324 15,3 1-532-15,-3 5-977 0,0 0-2619 0</inkml:trace>
  <inkml:trace contextRef="#ctx0" brushRef="#br0" timeOffset="81470.902">10390 7400 1880 0,'0'0'7936'16,"0"0"-5347"-16,0 0-677 0,0 0-500 0,0 0-196 16,0 0-320-16,0 0-328 0,0 0-160 15,0 0-212-15,0 0-36 0,0 0 12 16,-75 89 24-16,51-54-36 0,0 7 36 15,-4-1-16-15,5 4 4 0,-2-4-36 16,1-3 12-16,9-3 20 0,-2-4-56 0,10-4 8 16,3-2 16-16,4-6 56 0,0-4 333 15,11-2-65-15,1-3-300 0,4-1-116 16,5-2-56 0,2-4-60-16,5-3-100 15,0 0-44-15,0-10-64 0,0-2-121 0,0 2-23 0,-8-5 20 16,-1 1 40-16,-2 2-88 15,-2-2-52-15,-6 2-160 0,-9-1-372 16,0-3-612-16,0 4-700 0,-17-1-1825 0,6 4-1803 16,-13-4 2313-16</inkml:trace>
  <inkml:trace contextRef="#ctx0" brushRef="#br0" timeOffset="81606.639">10188 7731 5244 0,'0'0'196'15,"0"0"7397"-15,0 0-5753 0,0 0-532 0,0 0 80 0,0 0 44 0,0 0-24 16,79 51-420-16,-51-51-479 0,0 0-509 15,0-7 0-15,-4-2-473 0,0-4-319 0,-1 1-88 32,-7-1-424-32,0 0-1024 0,-4 4-2012 15,-4 2-1601-15</inkml:trace>
  <inkml:trace contextRef="#ctx0" brushRef="#br0" timeOffset="81756.205">10446 7678 2936 0,'0'0'272'15,"0"0"6540"-15,0 0-4471 0,0 0-873 0,0 0-580 16,0 0-108-16,-36 82 264 0,33-60-132 15,-1 3-184-15,4 0-272 0,0 0-72 16,0 4-116-16,0-7-120 0,0 1-136 16,0-7-12-16,0-3-440 0,7-4-288 0,1-3-112 15,1 1-320-15,2-7-872 16,-3 0-2065-16,9 0-2663 0</inkml:trace>
  <inkml:trace contextRef="#ctx0" brushRef="#br0" timeOffset="82082.19">10908 7067 10244 0,'0'0'5065'0,"0"0"-3817"0,0 0-588 0,0 0-288 0,0 0 96 16,0 0 288-16,0 0-192 0,96 17-208 16,-64-15-160-16,3-2-140 0,2 0-56 15,-1 0-4-15,-1-2-44 0,-3-5-172 0,-4 1-360 16,0-1-168-16,-7-3-256 15,-2 5-424-15,1-6-832 0,-12 5-917 0,0 0-2487 16,-8-1 904 0</inkml:trace>
  <inkml:trace contextRef="#ctx0" brushRef="#br0" timeOffset="82307.368">11179 7103 4176 0,'0'0'796'16,"0"0"4652"-16,0 0-4007 0,0 0-261 15,-56 88-48-15,45-60 256 16,3 5-108-16,0 1-200 0,4 2-188 0,-4-2-280 0,0 4-148 15,0-3-108-15,0 3-88 0,0-2-36 16,-4 2-48-16,0-7-76 0,8-2-20 16,0-4 8-16,4-2 24 15,0-8 28-15,4 1-4 0,8-3-136 16,0-3-8-16,4-5-156 0,4-2-52 16,4-3-144-16,-1 0-148 0,1 0-88 0,4-8-24 15,0-6-140-15,0 3-324 0,4-10-876 0,-8 9-2436 0,8-9-3185 16</inkml:trace>
  <inkml:trace contextRef="#ctx0" brushRef="#br0" timeOffset="82594.029">11610 7080 3696 0,'0'0'5600'15,"0"0"-1667"-15,0 0-2793 0,-8 95-380 0,-1-53 272 0,-2 5 328 16,-5 0-184-16,0 1-268 16,1 0-332-16,-2-6-260 0,1-5-240 0,4-1-76 0,1-8-16 15,-2-6-224-15,9-3-176 16,0-6-4-16,0-4 64 0,4-5-60 15,0-2-140-15,8-2-148 0,0 0-532 0,4-6-988 16,4-3-1013-16,-7 2-2515 16</inkml:trace>
  <inkml:trace contextRef="#ctx0" brushRef="#br0" timeOffset="82723.554">11598 7429 116 0,'0'0'3080'0,"0"0"6997"0,0 0-7997 0,0 0-836 16,0 0-124-16,0 0 4 15,0 0-20-15,83 20-348 0,-55-20-428 16,0 0-252-16,8-13-76 0,0 1-404 16,0-5-400-16,4-2-132 0,-5 0-632 0,-10 3-1508 15,10-9-3621-15</inkml:trace>
  <inkml:trace contextRef="#ctx0" brushRef="#br0" timeOffset="83009.367">12024 7092 1772 0,'0'0'5292'16,"0"0"-1123"-16,0 0-3089 0,0 0-264 16,0 0 152-16,0 0 296 0,-20 77-32 0,20-58-224 15,0 6-240-15,0-3-216 0,0 7-60 16,0-1 60-16,0 2 8 0,0 1-204 16,0 1-136-16,-3 0-112 0,-6 0 12 15,1-1-68-15,0 4-44 0,-4 0-8 16,4-3-16-16,-3-1-44 0,7-6-60 15,-5 1-52-15,5-4 4 0,4-2-40 0,0-4-84 16,0-4 60-16,0-3-16 0,0-2 40 16,0-1-24-16,4-6-24 0,1 0 8 0,-1 0 40 15,0 0-176 1,3-9-108-16,1-2-376 0,1 0-868 16,-2-3-1468-16,1-8-4253 0</inkml:trace>
  <inkml:trace contextRef="#ctx0" brushRef="#br0" timeOffset="83694.039">12295 7143 4308 0,'0'0'664'0,"0"0"3360"0,0 0-1607 0,0 0-509 16,0 0-260-16,0 0-756 16,0 0-348-16,0 0-332 0,0 0-204 15,0 0-8-15,80-63-12 0,-61 54 4 16,1 2-4-16,-3 2 12 0,2-2 36 15,-2 7 152-15,-2-3 12 0,-6 3-12 0,2 0-28 16,1 0-60-16,-3 5-100 0,-2 2-44 16,-3 6 4-16,4 2 40 0,-8 7 36 15,4 8-36-15,1-2-124 0,-5 7 112 16,0-1 4-16,3 2-96 0,-3 1 96 0,4 2 16 0,0-4 44 16,-4-3 132-1,4 3 28-15,-4-5 72 0,0-1-12 16,0 1 0-16,0-2-60 0,-4 0-80 15,-4-1 4-15,5-2-124 0,-6-3 36 16,5 0-44-16,-4 0 0 16,4-3 8-16,1 0-4 0,-2-3 0 0,1-3-4 15,4-1 4-15,-4-2 52 0,4-1-8 16,-4-3-48-16,0-1-4 0,4-3-12 16,-4-2-120-16,-3 0-188 0,2 0-188 15,-3 0-260-15,-3-2-152 0,-2-5-200 16,-2 0-196-16,-2-6-404 0,2 1-225 0,-2-4-1007 0,-2-3-1472 15,3 3 1556-15</inkml:trace>
  <inkml:trace contextRef="#ctx0" brushRef="#br0" timeOffset="85125.731">9052 7169 704 0,'0'0'1252'16,"0"0"-692"-16,0 0 5212 0,0 0-3480 0,0 0-543 0,0 0-321 15,0 0-60-15,0 0-160 16,0 0-260-16,0 0-300 15,20 16-244-15,-20-13-204 0,-9 3-76 16,-2 0-40-16,-5 4-36 0,-4 4 4 0,0 0-48 16,-4 2 92-16,-4 1-20 0,5-2-16 15,-9 5 0-15,4-2 40 0,-4 1 0 0,-5 4 20 0,2-1-108 0,-1-3-4 16,-4 3-8 0,1-2 0-16,-2 2-4 0,2-4-68 0,3 1 0 15,4-3 64-15,8-4-4 0,0 2 12 16,12-4 8-16,0-7 52 0,8 3 24 0,0-6-72 15,4 0 52-15,0 3-56 0,0-3 40 16,0 0 24-16,0 0 16 0,0 0-76 0,0 0-8 16,0 3 0-16,4-3 0 15,-4 3 92-15,4 1-84 0,-4-1 100 16,5 0-28-16,-1 0-8 0,-1 3-16 0,5 1 40 16,0-1-4-16,4 3 0 0,4 1 4 15,8-3-16-15,0 6 12 0,8-5-20 0,0 6-72 16,3-2-4-16,1 1-4 15,-4-1-4-15,0 2-68 0,-4-2-180 16,0-3-72-16,-8 1-64 16,-1 0-36-16,2-4-64 0,-10 0-88 15,-2-3-88-15,-1-3-152 0,-8 0-524 16,0 0-692-16,-8 0-1009 0,4 0-3303 16</inkml:trace>
  <inkml:trace contextRef="#ctx0" brushRef="#br0" timeOffset="85426.317">8298 7845 12449 0,'0'0'2088'15,"0"0"-1408"-15,0 0-140 0,0 0 428 0,88 12 116 0,-60-1-380 16,-4 1-264-16,4 1-144 16,4 5-36-16,-4-1-16 0,4-2 0 15,0 2-48-15,0-5-48 0,-4-2-28 0,3-1-108 16,1 1 0-16,0-7-12 16,0-3-184-16,-4 0-144 0,0-3-164 0,-4-4-156 0,-5-2-20 15,-2-1-200-15,-6-2-268 0,-3 2-832 16,-3 0-2569-16,-5-5-4283 0</inkml:trace>
  <inkml:trace contextRef="#ctx0" brushRef="#br0" timeOffset="85626.005">8706 7718 40 0,'0'0'12557'0,"0"0"-10561"0,0 0-1400 31,0 0-208-31,-13 64 544 0,13-33 436 0,0 1-296 16,0 1-456-16,0 0-284 0,0-1-100 16,0 0-36-16,0-3-192 0,4-4-4 0,-4 0-332 15,0-5-328-15,0-4-216 0,0 0-112 0,0-4-364 16,0-2-1148-16,0-2-2573 0,5-1-2323 16,-5-3 6245-16</inkml:trace>
  <inkml:trace contextRef="#ctx0" brushRef="#br0" timeOffset="86143.595">7155 7200 1840 0,'0'0'8812'15,"0"0"-6323"-15,0 0-1153 0,0 0-744 0,0 0 88 16,0 0 512-16,0 0-112 0,20 92-192 16,-12-50-128-16,1 9 0 0,-2 9-28 15,-3 6-27-15,4 5-13 0,-4 1-196 0,0 2-172 16,1-1-92-16,-2-3-64 0,-3-7-164 16,0-3-4-16,0-5-12 0,-8-8-156 0,4-7-76 15,0-7-80-15,0-5 20 0,0-1 40 31,4-13-136-31,0-1-125 0,0-7-23 0,0-2-60 16,0-4 8-16,0-4-408 0,0-2-672 16,0-2-368-16,0-6-288 0,0 2-237 15,0-11-735-15,-4 4-1676 0,1 0 3137 16</inkml:trace>
  <inkml:trace contextRef="#ctx0" brushRef="#br0" timeOffset="86388.434">7207 7471 1356 0,'0'0'716'0,"0"0"-128"16,12-77 220-16,-4 61 3900 0,-4 1-2844 16,4 2-303-16,0 4-125 0,0-1-152 15,4 3-60-15,3 5-280 0,2-3-284 0,-1 5-188 0,3 0-160 16,6 5-16-16,-1 1-112 0,-1 7 36 0,-3 2-8 16,0 1-16-16,-4 0-24 15,-4 3 12-15,0-2-12 16,-12 1 120-16,0 1 4 0,0 0-64 15,-8 4-76-15,-4-2-56 0,-4 2-92 16,0-4 0-16,-3 0-8 0,2-7-8 0,-2 1-76 16,2-6-52-16,-3 0-196 0,1-2-240 15,-1-5 32-15,-5 3-40 0,2-3-176 16,3 0-400-16,-4-3-772 0,5-2-1172 16,2 0-3253-16</inkml:trace>
  <inkml:trace contextRef="#ctx0" brushRef="#br0" timeOffset="88934.308">14255 7059 4304 0,'0'0'740'16,"0"0"4356"-16,0 0-3319 16,0 0-393-16,0 0-380 0,0 0 180 0,0 0-76 0,0 0-200 15,0 0-176-15,0 0-152 16,0 0-28-16,0 0 36 0,64-17-124 15,-64 20-160-15,0-3-96 0,0 0-64 0,-4 7-144 0,-8 0-80 0,-8 5 68 16,-4 3 4-16,-8 5-40 16,-7 8-24-16,-2-3-28 0,-2 4 4 0,0 2-16 0,-2-1 4 15,-2 1-28-15,6-3-20 32,-2 0-52-32,7-1 24 0,4-5-36 0,4 0 96 0,8-5-60 0,5-5 72 0,6-3-32 31,5-2 32-31,4-2 24 0,0-1 88 15,0 2 64-15,8 1 84 0,4-1 12 16,0 0-4-16,4 0 32 0,4-2-44 0,-4 3-32 0,4-2-28 16,0-2-8-16,0 4-72 0,-1-1-4 15,2 4 0-15,-1-3-52 0,-1-1 4 0,5 3-48 16,0 1-140-16,0-1-32 16,4 4-16-16,0 3-24 0,-1-3 52 15,1 2-252-15,-3-2-224 0,-1-1-436 0,-4 2-660 16,-5-5-688-16,-3 4-2257 0,0-7-1307 15</inkml:trace>
  <inkml:trace contextRef="#ctx0" brushRef="#br0" timeOffset="89955.031">13733 7807 1420 0,'0'0'7928'0,"0"0"-5659"0,0 0-705 0,0 0-612 15,0 0-104-15,0 0 208 0,0 0-200 0,0 0-12 16,92 61-116-16,-64-49-124 0,4 4-124 16,0-1-52-16,4-1-48 0,-1 2-136 15,-3-4-100-15,4 1-84 0,-8-4-60 16,4-2 4-16,-8-1-4 0,0 0-8 16,0-6-100-16,-5 3-112 0,1-3-172 15,-8 0-108-15,1 0-116 0,-6-3-12 16,-3 0-224-16,0-3-460 0,-4-4-896 0,0 4-1801 15,0-3-1419-15,0-4 901 0</inkml:trace>
  <inkml:trace contextRef="#ctx0" brushRef="#br0" timeOffset="90242.746">14008 7708 2856 0,'0'0'4'0,"0"0"272"15,0 0 4884-15,0 0-3192 0,0 0-279 0,0 0-489 16,0 0-68-16,0 0 32 0,0 0-168 0,8 70-188 0,0-51-200 16,-3 1-112-16,2 6-116 15,1-1-120-15,-4 0-128 0,4 7-116 0,0-4-4 31,-4 1-12-31,4 2-4 0,-4-1-156 16,-4-2-408-16,0 2-24 0,0-3-28 16,-4-2-152-16,4-3-112 0,0-6 16 0,0-3-428 15,8-4-584-15,4-5-549 0,-4-4-2867 0</inkml:trace>
  <inkml:trace contextRef="#ctx0" brushRef="#br0" timeOffset="90900.824">15351 7042 2612 0,'0'0'912'16,"0"0"5416"-16,0 0-4743 0,0 0-569 15,0 0-264 1,0 0 216-16,0 0-132 0,0 0-320 16,0 0-204-16,0 0 28 0,0 0 76 15,-96 61 144-15,73-28-40 0,-5 9-48 0,0 4-28 16,0 7-48-16,-4 1 68 15,0 3 16-15,0 0-128 0,4 1-84 0,-3-1-36 16,7-7-96-16,-1 4 20 0,10-10-8 16,2-2 12-16,10-7 44 0,3-3-32 0,3-4-27 15,10-5-25-15,2-5 16 0,6-5-28 0,3-1-24 0,4-5-72 16,0-3 0-16,4-4 48 16,-1-4-60-16,5-8-120 0,-4-1-96 15,0-6-4-15,-4 2-61 0,0-4-59 0,-9 2-60 16,1-7 8-16,-4 4 0 0,-4-4 40 31,-8 1-80-31,0 0-44 0,0-4-204 16,-4 3-236-16,-4 5-300 0,-4-2-156 15,1 4-12-15,-10 4 284 0,2 2 444 0,-2 0 220 16,-3 7 436-16,1 0 24 0,-1 2 492 16,4 4 252-16,0 0 104 0,4 0-72 0,3 0-52 0,2 0 96 15,3 6 48 1,4-6-92-16,0 4-96 0,0-1-72 0,0 0-32 15,8 4-108-15,-1-1 20 0,6 0 124 16,-2 1-16-16,6 2-207 0,-2-6-169 0,6 0-124 16,-1-3-120-16,-1 0-216 0,5 0-177 15,0-3-139-15,0-3-140 16,0 0-136-16,-4-1-100 0,-4-3-488 0,0 3-772 16,-5 2-384-16,-2-2-473 0,-5 5-1371 0,-4-2 392 15</inkml:trace>
  <inkml:trace contextRef="#ctx0" brushRef="#br0" timeOffset="91075.959">15442 7511 2148 0,'0'0'1380'15,"0"0"-920"-15,0 0 1400 0,0 0 208 16,0 0-512-16,0 0-524 0,0 0-39 16,0 0 227-16,0 0 16 0,-55 86-184 15,55-57-12-15,0-1-84 0,0 4-176 0,0 4 60 16,0 2-64 0,0-1-140-16,-5 2-148 0,2-4-168 0,-1 0-104 0,-4 0-92 15,4-7-68-15,-4 4-56 0,4-7-132 16,-4-2-368-16,4-1-308 0,0-3-212 15,0-3-52-15,0-4-928 0,1-2-2424 16,-2 3-2861-16</inkml:trace>
  <inkml:trace contextRef="#ctx0" brushRef="#br1" timeOffset="103103.983">15116 8769 3464 0,'0'0'900'0,"0"0"6141"0,0 0-5477 15,0 0-560-15,0 0-68 0,0 0 564 0,0 0-304 16,0 0-280-16,0 0-156 0,0 0 48 0,0 0-88 16,24 93-132-16,-20-62-127 0,-4 7-109 15,0 0-208-15,0 10-132 16,-9-1 60 0,-2 7-68-16,3 7 92 0,-4-4-96 0,0 3 0 0,4-6-60 15,1-5-64-15,-2-5 16 0,9-11-148 16,0 0-61-16,0-8-59 0,4-6-12 0,4-6-100 15,-4-7-112-15,4-6-244 0,4 0-344 16,0-12-508-16,0-4 96 16,0-10 100-16,4-9-348 0,-5-5-657 0,-2 4-511 0,3-24-1228 15</inkml:trace>
  <inkml:trace contextRef="#ctx0" brushRef="#br1" timeOffset="103266.841">15144 8744 2632 0,'0'0'532'16,"0"0"6732"-16,0 0-5527 0,0 0-165 0,0 0-432 15,0 0 4-15,0 0-152 16,-80-3-444-16,65 18-240 16,-2 8-136-16,-7-1-172 0,5-3 0 0,-1 4-96 15,-1-9-276-15,10-3-128 0,-1-3-232 16,7-1 0-16,1-7-404 16,1 0-648-16,3 0-321 0,0-7-783 0,3-1 128 0,10-11-1364 15</inkml:trace>
  <inkml:trace contextRef="#ctx0" brushRef="#br1" timeOffset="103420.497">15000 8741 1644 0,'0'0'1276'0,"0"0"-544"0,0 0 3296 16,0 0-2228-16,0 0-211 0,0 0 207 16,0 0-204-16,0 0-308 0,0 0-380 15,0 0-380-15,0 0-224 0,84-45-140 0,-60 52-72 16,3 2 72-16,-2 4-116 0,3-4-44 16,0 4-48-16,0 0-40 0,-4 2-356 15,4-2-240-15,0 0-828 0,-1-1-464 16,-7-1-1945-16,8 1-2867 0</inkml:trace>
  <inkml:trace contextRef="#ctx0" brushRef="#br1" timeOffset="104011.518">14742 10226 6260 0,'0'0'6189'0,"0"0"-4749"0,0 0-488 0,99-6-124 16,-55 4 516-16,0-5-304 0,-1 3-644 15,2 1-308-15,-10 0-88 0,-3 3-64 0,-12 0-20 16,-8 0-200-16,-8 3-164 0,-4 4-48 15,-8 6 424-15,-8 2 64 16,-3 4-144-16,-9 4-8 0,-4-1 96 0,4-3 0 16,4 0-36-16,3-1 16 15,6-5 32-15,6-3 40 0,9 0-180 0,5-1-84 16,11-3 176-16,4 5-100 0,8-3 152 16,4 5 44-16,-4 3 8 15,0 5-4-15,-5 3 4 0,-7 1 60 16,0 3-56-16,-13 1 68 0,-3 0 112 15,0-1 316-15,-11 1-116 0,-5-1-100 16,0-2-80-16,-4-4 4 0,0 0-64 0,0-3-84 16,0-3-56-16,4-3 4 0,-4-7-4 15,9-2-8-15,-6-4-460 0,10-4-284 16,3-9-140-16,4-5-592 0,0-12-1180 0,4 8-1633 16,16-32-631-16</inkml:trace>
  <inkml:trace contextRef="#ctx0" brushRef="#br1" timeOffset="104384.968">15710 9775 7524 0,'0'0'4749'15,"0"0"-3725"-15,0 0-288 0,0 0-88 0,0 0 408 0,0 0 160 0,3 93-468 16,-18-46-156-16,-5 7-160 16,-1 6-28-16,2 7-20 0,-5 3-116 15,4 0-72-15,0 0-36 0,4-7-16 0,4-6-20 16,5-9-76-16,2-7-36 0,5-6-4 15,0-9-4-15,12-1-4 0,0-8 0 32,4-6-72-32,0 3-148 0,8-11 48 0,0 0 100 0,8-3-64 15,4-10 64-15,-1-3-40 0,1-2 64 0,5-4-52 32,-10-1 40-32,1-2 16 0,-4 3 44 15,-5 0 48-15,-2 0 52 0,-10 2 120 0,-2 3 84 0,-9 1-108 16,0-4 24-16,0 5 24 0,-13-4-72 0,2 0-64 15,-9 4-60-15,0-1-48 0,-4 3-44 16,-4 1-128-16,-4 2-84 0,0 4-156 16,1 3-140-16,-10 0-172 0,2 0-92 0,-5 3-148 15,0 1-468-15,8 2-1264 0,-24 4-2985 16</inkml:trace>
  <inkml:trace contextRef="#ctx0" brushRef="#br1" timeOffset="105434.055">7347 8857 2544 0,'0'0'1680'16,"0"0"3548"-16,0 0-3860 0,0 0-159 15,0 0-45-15,0 0 172 0,0 0 100 16,0 0-284-16,0 0-284 0,0 0-252 15,0 0-24 1,-20 55-104-16,20-20-56 0,-8 6-68 0,4 9-60 16,-5 5-108-16,2 2-84 0,-1 3-28 15,-5 1 0-15,6-1 40 0,-5-6-52 16,0 0-72-16,0-6 0 0,4-4-208 0,0-6-72 16,0-8-244-16,4-5-52 0,0-10-36 15,0-5-76-15,4-4-188 0,-3-4-612 0,3-2-704 0,0-2-688 16,0-7-1673-1,-4 2 69-15</inkml:trace>
  <inkml:trace contextRef="#ctx0" brushRef="#br1" timeOffset="105759.341">7267 8966 5288 0,'0'0'4384'0,"0"0"-2115"0,0 0-1465 16,0 0-204-1,0 0 204-15,0 0 496 0,-96 58-292 0,65-37-248 16,-1 8-400-16,0 0-188 16,-4-1-160-16,8-6-12 0,4 0-160 0,8-9-276 15,4-7-312-15,8-6-284 0,4 0-408 0,0-6-708 16,12-7-369 0,0-2-519-16,8-7 520 0,0-4 668 0,4 1 776 0,-1 0 1072 15,1-1 52-15,-3 7 1528 16,3-4 324-16,-5 8 20 0,1 2 596 0,-3 7-371 15,-2 2-329-15,-3 1-188 0,4 3-296 16,4 3-292-16,-4 1-300 0,8 5-236 16,-4-3-136-16,3 7-188 0,5-4-124 15,0 7-60-15,0 0-48 0,4 0-320 0,0 1-464 0,0 4-300 16,-4-1-320-16,-4-5-1080 0,4 11-3097 0</inkml:trace>
  <inkml:trace contextRef="#ctx0" brushRef="#br1" timeOffset="107711.546">7192 10007 3272 0,'0'0'12'0,"0"0"4260"0,0 0-2260 0,0 0-311 16,-92 32-277-16,68-20-8 0,0 1-140 31,-4 6-168-31,4-3-300 0,4 7-248 0,-4-1-176 16,8 6-76-16,0-1-48 0,4 3-16 15,0-1 16-15,8 0-40 0,-3-4 0 16,7-3-72-16,0-3-16 0,0-6-84 16,0 0-48-16,7-7 4 0,-3 1-16 15,8-5-24-15,-3-2 24 0,6 0 4 16,1-6 8-16,4-3 0 0,0-7-168 0,4-3-100 15,0-7-16-15,3 1 64 0,1-4-88 0,-4-3-96 16,4 1-68-16,-4-1-48 0,1 0 72 0,-6 1 88 16,-3-1-44-16,0 7-100 0,-4 0 116 15,-4 8 324 1,-4 4 64-16,0 7 88 0,-4 0 64 0,0 6 48 16,0-3-24-16,0 3 0 0,0 0 0 15,0 0 28-15,0 0 32 0,0 3-32 0,-4 7-196 0,0-1 36 16,-4 7 80-16,-1 6 60 0,2 3 104 15,-1 7-28-15,-3 0-60 0,2 9 96 0,1 1 0 16,0 5-76-16,1 7-48 0,-6 0-24 16,5 6-60-16,1-3-28 0,-2 4 0 15,1-1-48-15,1-2 52 0,3-5-64 16,4 1-44-16,-4-3-28 16,4-3-184-16,0-1-104 0,0-3 52 15,0-2 12-15,4 0-64 0,-4-4-224 0,4 0-304 16,-1-7-208-16,-3 1-144 0,4-3-212 15,0-1-661-15,0-9-1987 0,-4 4-2075 16</inkml:trace>
  <inkml:trace contextRef="#ctx0" brushRef="#br1" timeOffset="110932.904">11127 8550 2492 0,'0'0'4788'0,"0"0"-1744"0,0 0-1111 0,0 0-757 0,0 0-288 31,0 0 120-31,0 0-48 0,0 0-88 0,0 0-76 16,0 0-204-16,17 51-40 0,-10-26-24 0,-3 0-24 15,0 11-104-15,0 5 28 0,-4 3-112 16,5 8 12-16,-5 0-71 15,0 6-89-15,-5 2-56 0,-3-3-64 0,1-2-48 0,-1-1-132 16,-5-4-28-16,2-3 3 0,-1-1-123 16,0-5 96-16,4-6-48 15,-5-7 16-15,6-6-4 0,3-2-24 0,0-12-52 0,0 3-8 16,4-8-28-16,-4 0-12 0,4-3-24 16,0 0-224-16,0 0-676 0,0-6-604 15,0-5-668-15,0-1-2241 0,0-7-2119 16</inkml:trace>
  <inkml:trace contextRef="#ctx0" brushRef="#br1" timeOffset="111149.475">11112 8683 4192 0,'0'0'688'0,"0"0"3568"0,0 0-2836 0,0 0-131 15,-84-7-97-15,56 18-36 0,-4 1-92 0,-4 4-300 16,-3 7-220-16,-9 2-160 0,4 0-172 16,4 4-24-16,4-8 8 0,8-2-156 15,9-2-40-15,6-8-188 0,5-2-172 16,5-4-336-16,3-3-616 0,3 0-412 16,5-6-881-16,9-5-595 0,-2-1-2164 0</inkml:trace>
  <inkml:trace contextRef="#ctx0" brushRef="#br1" timeOffset="111314.099">11104 8572 1396 0,'0'0'1576'0,"0"0"4364"0,0 0-4184 0,0 0-187 16,0 0-241-16,0 0-196 0,83 7-352 16,-55 2-176-16,0 4-164 0,4-1-164 15,4 4-188-15,-1 4-88 0,6-1-140 16,-2 0-32-16,1-3-484 0,1 2-424 15,2 2-332-15,-15-8-880 0,8 14-2969 0</inkml:trace>
  <inkml:trace contextRef="#ctx0" brushRef="#br1" timeOffset="117965.485">10884 10163 3360 0,'0'0'132'0,"0"0"-120"0,0 0 5152 0,0 0-2747 16,0 0-417-16,0 0-664 0,0 0-124 15,0 0-68-15,0 0 60 0,0 0-220 16,0 0-256-16,5-16-104 0,-1 19 56 0,-4 0-168 16,0 7-87-16,0 3 47 0,4 5-120 15,0 8-168-15,-4 5-4 16,3 5-72-16,-3 5-48 0,0 0-60 0,0 1 0 16,0 2-72-16,0 1-36 0,-3-8-12 15,3 2-40-15,-4-4-92 16,4-3-40-16,0-1-60 0,0-5-97 0,0-8-111 0,4 1-208 15,3-6-372-15,6-6-580 0,-5-5-764 0,3 3-1569 16,9-10-2051-16</inkml:trace>
  <inkml:trace contextRef="#ctx0" brushRef="#br1" timeOffset="118409.879">11475 10258 6048 0,'0'0'7561'16,"0"0"-6345"-16,0 0-772 0,0 0-280 0,0 0 588 16,-97 10 596-16,78 3-580 15,-5-1-420-15,0 4-340 0,1 3-8 16,6 0-12-16,1-3 12 0,8 0 44 0,8-3 164 16,0-4-112-16,8 1-92 0,8-1 0 15,4 0 156-15,0 5 96 0,8-6-12 0,4 3-60 16,-1 1-132-16,-3-3-52 15,0 8 0-15,0-5-52 0,-4 4 8 0,-4 0 40 16,0 3 4-16,-8-4-8 0,0 6-76 16,-4-2-28-16,-4 2 64 15,-4-2-28-15,0 4 68 0,0-1-64 16,-12 0 0-16,0 0 72 0,-4 3 40 16,-4 2 32-16,-4-6 16 0,1 2-4 0,2-8-24 15,-3 1-56-15,1-3-4 16,3-4 0-16,3 1 0 0,2-10 12 0,7 3 76 15,0-3 24-15,8-9-104 0,0-8-4 16,3-8 8-16,10-7-12 0,2-5-16 16,13-8-104-16,0-3 60 0,8-2-112 0,-4 5 36 15,5 1 48-15,-6 2-8 0,1 3-28 16,-5 2-144-16,6-1-92 0,-1 0-108 0,0 0-188 16,-4 0-292-16,-1 2-464 0,-7 9-876 15,-4 4-2165-15,-8-6-2655 0</inkml:trace>
  <inkml:trace contextRef="#ctx0" brushRef="#br2" timeOffset="132932.817">9231 6794 652 0,'0'0'312'15,"0"0"172"-15,0 0 364 0,0 0-80 16,0 0-664-16,0 0 68 0,0 0-28 0,0 0-80 16,0 0 2308-16,0 0-968 31,0 0-288-31,8-58-260 0,-8 58 60 0,0-2 53 0,0-1-185 16,0 0-180-16,0-1-208 15,0 2-64-15,0-3-180 0,0 3 116 16,0 2-4-16,0-4-48 0,0 4-12 0,0 0-28 15,0 0-12-15,0 0 52 0,0 0 88 16,0 0 84-16,0 0 100 0,0 0-144 0,0 0-120 16,0 0-24-16,0 0-24 0,0 0-16 0,0 4-72 15,0-2-40-15,0 5-36 16,0 3 0-16,0 3-12 0,-4 3-80 0,0 3 16 16,4 3-12-16,-3 6 76 0,-6-1 16 15,1 3-8-15,0 5-8 16,-4 0-40-16,0 3 40 0,1 3 0 0,-6 1 8 15,6 2 80-15,-6 1-24 0,2-1-4 16,-2 1 52-16,2-4 24 16,2 1-72-16,2-5-64 0,-1-2 0 0,4 1-48 0,4-3 40 0,-4 0-64 15,4-1 56-15,-3 3 4 0,2-4 8 16,1 5-44-16,-4-2-12 0,4 5 56 16,-3-1-4-1,2 3-52-15,1 1 48 0,0-5-52 16,0 5 60-16,4-4-44 0,0-4 40 0,0 4 4 15,0-6-4-15,4 0-4 0,0-6 0 16,5-1-48-16,2 0-16 0,-3-3 68 16,4 1-92-16,0 3 12 0,0-8-60 0,0 4 84 15,-4 1-8-15,3 2 72 16,-2 0 0-16,-1 1-4 0,-4-1 4 0,-1-3-4 16,5 0-60-16,-3-5-12 0,-1-2 4 15,0-1-16-15,0-5 80 0,-1-3-48 0,5 0 56 16,-8-2-88-16,5-1 0 0,-1 0 76 15,0-3 12-15,0 3 64 0,-1-3-52 16,1 3 36-16,0-3 4 0,-4 4 0 16,4-4-40-16,1 0 36 0,-1 0-48 0,0 0 0 0,-1 0-12 15,9 0-80-15,-3 0 44 0,6-7 48 32,-3 1 68-32,8-1-56 0,0-3-4 15,0 1 0-15,4 0-8 0,-4 2-52 16,-1-2 40-16,-2 3 0 0,-1-5-40 0,-1 9 52 15,-3-4 0-15,1 2 0 0,-2-3 8 16,2 5-8-16,2-2 12 0,2-2 0 0,2 0-4 16,1 3 0-16,4-4-8 0,-4 1-16 15,7-1 12-15,-2 1 4 0,-1 0 120 16,0 0 16-16,-1 2 228 0,1-2-216 16,4 6-60-16,4-3 248 0,0 3 492 0,3-3-396 15,6 3-356-15,-1-3-72 0,3-1 0 16,5 1 56-16,4 0-24 0,7-4-36 0,1 5-48 15,4-5 0-15,4 1-4 0,-4 0-8 16,0-1 56-16,3 0-4 0,-11 5 8 16,4-3-12-16,-9 3-44 0,-3 0 56 0,1-2 8 31,-6-2-8-31,0 2 0 0,-2 1 0 16,2-3 0-16,-3 3-48 0,0-4 48 15,0 0-8-15,0 1-52 0,0 0 56 0,-8 4-4 16,0-5-52-16,-4 3 60 0,-5 1 56 15,-3 0-56-15,-8 1 0 0,0-3 0 0,0 5 108 0,-8-2-8 16,4 2-24-16,0 0-72 16,0-4-4-16,3 1 4 0,2 3-4 0,2-3 4 15,6 0-4-15,7 3-4 0,7-3 4 16,1-4 72-16,8 4-72 0,0-3 0 16,-5 3-12-16,2-4 4 0,-2 4 8 0,1 0 92 15,-4 3-28-15,0 0-64 16,0 0-8-16,0 0 4 0,-1 0-60 0,1 0 60 15,0-3 4-15,1 3-72 0,2-3 64 0,-3 3 8 16,0-3 4-16,3-1 56 0,-2 1-56 31,-5 0 4-31,-1 0 44 0,-3-1-48 0,-8 2 4 16,0 2-4-16,0 0 8 0,-8 0 96 16,-1-5-56-16,2 5 8 15,-9 0-52-15,3 0 4 0,-3-2 64 0,0 2-64 16,5 0 48-16,-5-3-52 0,7 0 0 15,2 3 56-15,2 0-52 0,9 0-8 16,4 0 276-16,8 0-280 0,4 3-40 0,4-3-28 16,-1 3 68-16,1-1 48 0,4 3 36 15,0-5 28-15,0 2-28 0,8 2-20 16,0-1-64-16,0 0-4 0,2-3 4 0,2 0-16 16,0 3-44-16,4-3 56 0,-1 0-68 0,6 0 64 15,-2 4-52-15,1-1 60 0,0 0 0 16,0 3 8-16,-4 0-8 0,3 4-12 15,-3-4-60-15,-4 4-36 0,0 3 32 0,-1-4 76 16,1 1 0-16,-5-1 4 0,-3 3 8 16,0-1-8-16,0-3 0 15,0 3 8-15,0-1-4 0,0-1-4 0,3 0-4 0,-3 1 4 16,0-1 0-16,3 0 0 31,-3 1-4-31,0 0 12 0,-4-4-8 0,0 4 4 0,0-4 4 16,-1 0 36-16,2 0-36 15,-6-2 48-15,0 2-60 0,-2-3 0 0,2 0-8 16,6 1 8-16,-6-4 0 0,1 3-8 16,4-3 8-16,-4 0-8 0,0 4-52 15,-1-4 60-15,1 0 0 0,0 2-4 16,-9-2 0-16,6 3 0 0,-5-3 4 0,-1 0 0 0,-3 3 0 16,-4-3 0-16,0 0-4 0,-4 0 4 0,-1 0 0 15,-2 0 0-15,-5 0 8 16,-4 0-4-16,-1 0 0 0,-2-3 4 15,-5 3 4-15,4-3 48 0,-8 1-12 0,3 2 52 16,1-7-28-16,-4 7-8 16,4-7-16-16,1 4 0 15,-5 0 0-15,4-4-40 0,-4 4 44 16,4 0-40-16,0-3 60 0,-1 3-60 16,1-4 0-16,9 1-8 0,-2-3-4 15,1-1-8-15,4 3 4 0,5-2-4 16,-6 0-40-16,1-1 48 0,-4 3 12 0,3-2-8 15,-2 3 44-15,-5 0 12 0,-1 2 64 16,2-3-4-16,-5 5 16 0,4-1 24 0,-8 0 300 0,4-1-108 16,-4 4-83-16,0 0-149 15,0-3-104-15,0 3 28 0,0-4-44 16,0 2-8-16,0-2 4 0,3 2 0 0,-3-2 0 16,4-5 4-16,-4 2 0 15,5 2 12-15,3-9 72 0,-4 5-72 0,0-4 0 16,3-3-4-16,-3-3-4 0,1 0 4 0,3-4-8 15,-4-2 4-15,-1-4-4 0,1-9-8 0,0 1-16 16,5-9 24-16,-5-1 0 0,-1 1-40 16,5-6 28-16,0-5-136 0,8 1-57 15,5-5-111-15,2 0-136 0,1 1-120 16,8 0 204-16,-4-1-84 0,0 1 108 0,0 6-96 31,0 0 92-31,-4 3 164 0,-5 6 60 16,-3 1 120-16,-4 6 4 0,0 3 172 0,-8 7 4 15,0 3 8-15,0 1-124 16,-4 6-56-16,0 3 84 0,0 1-76 16,0 5-12-16,-4 0 0 0,0 2-12 0,4 4-52 15,-4-1 4-15,4 1 48 0,-4 3-76 16,4 0 16-16,-4 0 68 0,-4 0-60 0,4 0 60 0,-3 0 0 16,-6 0 4-16,1 3-12 0,-4 1 4 15,5-1 8-15,-6 4 0 16,6-5-4-16,-6 3-44 0,9-5 40 0,-3 2 8 0,3-2 4 15,-1 0 80-15,2 0-8 16,-5 0 0-16,3 0-16 0,-2 0 48 16,-6-2-104-1,2-3 4-15,-1 3 76 0,-4 2-20 16,-4-4-16-16,0 1-48 0,-4-4 0 0,5 4 48 16,-5 0-48-16,0-3-4 0,-4 3-44 15,4-3-100-15,-4-1 100 0,4 4 36 16,-4 0 12-16,-3-4 12 0,-1 1-12 15,-1 3-52-15,2-3 52 0,-5-1 44 0,1 1 88 16,-6 0-8-16,2 2-88 0,-2-2-32 16,-2 3-8-16,-1-4-28 0,1 7 24 0,-5-2 8 15,-1-3-148-15,2 0 16 0,-1 2 128 16,-4-1 8-16,4 2-4 16,1-3 8-16,-1-1-8 0,0 4 4 0,1-4-52 0,-5 2 48 15,4-3-8 1,-4 1 8-16,1 0-8 0,2-1 68 0,-6 1-48 15,3 0-12-15,0-1-8 0,-4 1 4 0,5 0 0 16,-5-1-80-16,-4 1 72 0,5-1 0 0,-5 4-64 31,0-3-8-31,0 3 84 0,0-3 12 0,0 2-8 16,1-2 44-16,-1 0-40 0,0-1-4 0,-3 1-8 16,-1 0 4-16,-4 3-84 15,4-4 76-15,-3 4-56 0,-2 0 60 0,2-3-56 16,0 2 48-16,-1 2 8 0,0-3 4 0,4 3-88 15,1-1-12-15,-6 0 96 16,6-1 4-16,-1 2-56 0,1-5 56 16,3 3 0-16,0 2-64 0,1-2 4 0,-1-2-64 15,0 3-64-15,0-1 52 0,0-2 40 16,0 4 32-16,-3-2-36 0,3 1 96 0,0-1-8 16,-3 1 8-16,3 3 4 0,-3 0 12 15,2-3 0-15,-2 3 12 0,3 0-24 0,0 0-72 16,4 0-40-16,4-3 48 0,1 3 56 15,3-3 0-15,4 1 4 0,-3-3 0 16,3-1-44-16,-4 3-16 0,4 0 64 16,0 3-12-1,1 0-24-15,-2 0 36 0,2 0 48 0,-5 0-48 16,0 3 0-16,1 0-36 0,-5 1 32 16,4 3 4-16,-4-5-4 15,0 1 4-15,5 0 8 0,-5-3 4 0,4 3 48 16,4-3 52-16,0 3-108 0,5-3 84 15,-2 0-80-15,6 4 44 0,-1-4-4 16,0 3-48-16,4-3-48 0,0 4 40 0,1-2 4 0,-5-2 0 16,3 6 4-16,2-2-60 0,-1-1 56 15,4 3-32-15,4-2 36 0,4 2 8 16,5-4 0-16,2 3 4 0,2 1 0 16,2-3 0-16,-2 0 0 0,2-1 40 15,2 3-40-15,-1-3 48 0,4 5 16 0,0-4-64 16,0 3 76-16,-3 1-4 0,6-4-76 31,-3 3-4-31,0-3-4 0,1 4 0 0,-2-4-4 16,1 3 4-16,0 0 0 0,1-2 0 15,-2 2 0-15,1 1 0 0,1-2 0 0,-1-1 12 16,-1-1 72-16,1 3-72 0,-3 1 4 16,-6-1 120-16,6 0-40 0,-6 1-44 15,2 2-52-15,-1 1-8 0,0-1 0 0,-4 1 4 16,0-4 0-16,0 4 4 0,4-1 8 15,-3 1 76-15,6-3-32 0,2 2 32 16,-2-6-72-16,5 3 52 0,1-2 8 0,3-1 40 16,0 0-100-16,0-3 0 15,4 3 40-15,0-3-52 0,0 0 0 0,0 0 0 16,0 0-16-16,0 3-80 0,0-3-16 0,0 0 40 16,0 0-16-16,0 0-172 0,0 0-36 15,0 0-188-15,0 0-584 0,0 0-812 0,0 0-1084 16,-5 0-2513-16,10-3-219 0</inkml:trace>
  <inkml:trace contextRef="#ctx0" brushRef="#br2" timeOffset="134496.805">4243 13271 10444 0,'0'0'1365'0,"0"0"-377"0,0 0-44 0,0 0 448 16,0 0-8-16,0 0-336 0,0 0-196 0,0 0-224 31,0 0-236-31,0 0 48 0,0 0 64 0,75 54-80 0,-23-54-8 16,8 0 168-16,0-3-255 15,4-3-89-15,-1-1-68 0,-3 1-4 16,0 0-48-16,-4 2-120 0,-9 1-4 15,2 0-8-15,-6 0-36 0,1 3-72 16,-8-3-24-16,0 0-184 0,-1 3-121 0,-7 0-135 16,-3 0-124-16,-6 0-208 15,-3 0-452-15,-4 3-876 0,-8 0-1636 0,-8 3-1297 0</inkml:trace>
  <inkml:trace contextRef="#ctx0" brushRef="#br2" timeOffset="134704.511">4199 13572 10676 0,'0'0'4293'16,"0"0"-3589"-16,0 0-500 0,0 0 136 15,0 0 980-15,0 0-464 16,0 0-424-16,0 0-76 0,0 0 108 0,136 55 112 16,-73-55-172-16,13 0-272 0,4-11-20 15,4 0-104-15,-5-5-8 0,-3-1-68 0,-8 3-160 16,-9-3-312-16,-8 4-120 15,-6-3-288-15,-9 4-452 0,-8 2-1152 16,-13-3-3169-16</inkml:trace>
  <inkml:trace contextRef="#ctx0" brushRef="#br2" timeOffset="135018.682">4490 13071 3172 0,'0'0'80'0,"0"0"156"0,0 0 5392 16,0 0-3031-16,75 0-565 0,-47 7-716 0,-4-1-92 0,4 3-116 15,4 1-264-15,4 3-192 16,0 3-196-16,3 3-140 0,2-1-68 0,-2 8-120 0,1 2-128 0,0 7-48 16,-8 0-64-16,0 4 104 0,-8 1-148 31,-5 4 56-31,-2 2 40 0,-9-2 12 15,-8 1 36-15,0-1-100 0,-4 4 100 0,-13-4 8 16,-2-3 4-16,-1 3 4 0,-8-2-4 16,0-1-68-16,0 1-152 0,0-7-100 15,0-1-172-15,1-2-116 0,7-7-88 0,-1-2-68 16,6-7-216-16,2-4-512 0,6-2-1160 16,3-7-2885-16</inkml:trace>
  <inkml:trace contextRef="#ctx0" brushRef="#br2" timeOffset="136004.062">7087 12627 1468 0,'0'0'1436'16,"0"0"4348"-16,0 0-3896 0,0 0-499 15,0 0-213-15,0 0 20 0,0 0 52 0,0 0-388 16,0 0-224-16,0 0-128 0,-7-6-100 16,-1 8-224-16,-5 5-8 0,2-1 120 15,-2 1 60-15,-2 2 208 0,3 1-112 16,0 2-156-16,-4 4-80 16,0 6-68-16,-4 5-52 0,-3 3-32 0,2 9-64 0,6 5 4 15,-5 7-4-15,3 6-12 16,6-1 8-16,-1 12 4 0,7-5 0 15,1 1 0-15,4-4-76 0,4-6 64 0,9-3-36 16,2-4 40-16,5-8-100 0,5-4-16 16,3-4-144-16,3-6 0 0,1 1-88 0,4-7-12 15,0-3-24-15,3-7-152 0,2 1-260 0,2-7-684 16,2-3-800-16,-10 0-877 0,12-6-1891 16</inkml:trace>
  <inkml:trace contextRef="#ctx0" brushRef="#br2" timeOffset="136654.636">8406 12656 2672 0,'0'0'888'0,"0"0"4724"0,0 0-3839 0,0 0-345 0,0 0-292 0,0 0 132 15,0 0-172-15,0 0-444 0,0 0-116 16,0 0-272-16,-39-35-80 0,22 35-80 0,-3 0-104 15,-7 6-88-15,-1 3 64 16,-4 7 24-16,-3 3 112 0,-10 10-64 0,6 5 16 16,-6 8 172-16,6 9-28 15,-5 3-60-15,4 6-72 0,-4 3 48 16,5-2 60-16,-2-1 112 0,9-2 328 0,9-11-196 16,11-6-156-16,4-6-80 0,8-7-68 15,4-2-116-15,12-3 40 0,7-4 112 16,2 0-76-16,6 0-76 0,5-4-4 0,0 1 0 15,1-6 0-15,2-1-4 16,-3 1 8-16,3-4 28 0,-2-3-28 0,-1-3-8 0,-4 0-80 16,-4-3 8-16,-5-3 60 15,-3-4-184-15,0-3-244 0,-4 1-184 16,-4-7-4 0,0 3-148-16,-8-6-388 0,-4 3-744 15,0-4-888-15,-4 1-1381 0,-4 3-575 16</inkml:trace>
  <inkml:trace contextRef="#ctx0" brushRef="#br2" timeOffset="136974.255">8036 13144 2916 0,'0'0'120'0,"0"0"3888"0,0 0-2048 0,0 0-588 15,0 0-467-15,0 0 107 0,0 0 240 0,0 0-224 16,0 0-68-16,0 0-92 0,95-10-144 0,-63 8-352 16,-4 2-240-16,-4-4-132 15,4 1-112-15,-8 0-384 0,4 0-320 16,-8 0-100-16,0-1-312 0,0 1-596 15,-4 0-533-15,-5 3-639 0,2-3-1076 0,-9 3 1296 16,0 0 2776-16,0 0 116 16,0 0 968-16,-5 0 596 0,1 0-804 0,-3 0 1844 15,3 6-784-15,0 4-588 0,-5 5-147 16,5 4 71 0,0 4-212-16,1 5-320 0,-1 8-160 0,4-1-12 15,0 2 48-15,0 4 52 0,0 1-168 16,0-1-204-16,0 0-108 15,4-6-112-15,-1-6-76 0,1-4-48 0,5-2-336 0,-1-4-288 16,-1-6-84-16,6-4-152 16,-5-3-156-16,3-2-624 0,6-4-853 15,-10-7-2355-15,14-10 564 0</inkml:trace>
  <inkml:trace contextRef="#ctx0" brushRef="#br2" timeOffset="137224.715">8904 13071 9412 0,'0'0'2925'0,"0"0"-1177"0,0 0-1016 0,0 0-528 0,0 0 600 16,0 0 400-1,0 0-436-15,0 0-432 0,0 0-336 0,0 0 0 0,0 0-320 16,64 45-476-16,-51-39-508 0,-6 0-552 16,1-2-2297-16,-4 5-2447 0</inkml:trace>
  <inkml:trace contextRef="#ctx0" brushRef="#br2" timeOffset="137370.513">8857 13233 7524 0,'0'0'4869'0,"0"0"-3697"0,0 0-928 15,0 0-116-15,0 0 480 16,0 0 200-16,0 0-408 0,0 0-400 0,27 67-400 16,-14-61-296-16,7 0-304 0,-12-2-880 15,11-1-3149-15</inkml:trace>
  <inkml:trace contextRef="#ctx0" brushRef="#br2" timeOffset="138027.227">9965 12630 3708 0,'0'0'5732'16,"0"0"-3627"-16,0 0-1157 0,-24 98-396 0,11-54 212 0,-2 7 516 15,-2 7-376-15,-2 5-236 16,-1 1-148-16,-1-1-196 0,2 0-100 0,3-2-24 16,0-7-188-16,4 0-12 0,4-10-124 15,8-2 0-15,0-15-140 0,0-7-80 0,12-10-292 16,0-7-172-16,4-3-556 0,0-9-712 16,-1-8-2129-16,-2 2-1647 0</inkml:trace>
  <inkml:trace contextRef="#ctx0" brushRef="#br2" timeOffset="138375.463">9948 12732 3548 0,'0'0'676'0,"0"0"4652"0,0 0-3595 0,0 0-629 0,0 0-464 15,0 0 20-15,0 0-24 0,0 0-332 16,0 0 36-16,0 0 100 0,36 91 0 15,-28-52 16-15,0 2-120 0,0 3-96 16,-8 0-68-16,4 1-48 0,-4 3-36 0,0-4 0 16,0 0-32-16,-8-5-52 0,4-4-4 0,1-6 0 15,-2-7 0-15,5-3-4 0,0-7-8 16,0-6-36-16,0-1-12 16,0-5 60-16,8 0 260 0,4-5-60 0,4-7 392 0,4-7 124 15,0-6-300-15,4-10-120 16,-1-6-272-16,5-10-24 0,-4-3-208 0,0-3-248 0,1 0-72 15,-2-1-52-15,-3 4-16 32,0 6 64-32,-4 8-132 0,-4 1-292 0,0 7-348 0,-4 7-380 0,-5 3-233 15,2 9-519-15,-5 4-568 0</inkml:trace>
  <inkml:trace contextRef="#ctx0" brushRef="#br2" timeOffset="138958.135">10912 13068 3116 0,'0'0'156'15,"0"0"-104"-15,0 0 848 0,0 0 1380 0,0 0-84 0,0 0-888 0,0 0-355 16,-88-45 139-16,73 45-80 0,-5 7-184 0,0 3-220 15,0 5-164-15,0 1-80 0,-3 10-60 16,2-1 96-16,1 6 144 0,1 7-148 16,2 1-132-16,2 2-56 0,2 4 56 15,6-3-4-15,-1-5 84 0,8-2 112 16,0-7-124 0,4-5-112-16,7-4-156 0,6-7-60 15,-2 1 80-15,9-4-76 0,1-4 104 0,3-5-48 16,0 0-64-16,-5-7-316 15,5-3-300-15,-8-6-224 0,0 3-216 0,-8 1-312 16,-8-1-836-16,0 3-2289 0,-4-5-3439 0</inkml:trace>
  <inkml:trace contextRef="#ctx0" brushRef="#br2" timeOffset="139123.315">10646 13312 4772 0,'0'0'352'0,"0"0"5128"0,0 0-3719 16,0 0-445-16,0 0-12 0,0 0 44 0,0 0-300 15,92 57-340-15,-64-50-328 0,3-4-232 16,1-3-148 0,-4 0 0-16,-1-3-540 0,-3-4-392 15,-3-2-296-15,-1 2-640 0,-5-2-1136 16,-3 4-2249-16</inkml:trace>
  <inkml:trace contextRef="#ctx0" brushRef="#br2" timeOffset="139273.838">10916 13284 1812 0,'0'0'640'0,"0"0"2176"15,0 0 368-15,0 0-1176 0,-27 80-695 16,22-53-301-16,1 5 8 0,-3 3-56 0,7 0-208 16,-4-3-280-16,4-4-288 0,0 2-188 15,4-8-56-15,-1 0-356 0,5-6-304 16,-3-4-56-16,3 1-120 16,3-7-348-16,-3 1-845 0,5-7-2003 0</inkml:trace>
  <inkml:trace contextRef="#ctx0" brushRef="#br2" timeOffset="139564.582">11351 12656 600 0,'0'0'7536'0,"0"0"-4327"0,0 0-1277 0,0 0-472 0,0 0-188 0,0 0-56 16,83 44-324-16,-51-38-460 16,9-3-408-1,-2-3-24-15,8 0-196 0,-2-3-276 0,-6-3-384 16,1-1-508-16,-12 4-840 0,-8 0-1905 0,-3 0-2171 15</inkml:trace>
  <inkml:trace contextRef="#ctx0" brushRef="#br2" timeOffset="139803.127">11470 12783 3000 0,'0'0'536'0,"0"0"504"0,0 0 4084 0,-16 75-3471 15,13-46-653-15,3 0-80 0,-4 6 212 16,4 0-36-16,-4 2-276 0,4-2-208 15,0 4-164-15,0 3-52 0,0-5-60 16,0 1-152-16,0-3-120 0,0-3-24 16,0-1-40-16,4-4-4 0,3-6-48 15,1-5 4-15,0-3-124 0,4 0 24 16,0-7-52-16,8-3 16 0,1 0-28 0,6-3-100 16,1 0-324-16,3-6-420 0,6-4-512 15,3 1-1056-15,-9 3-2001 0,17-11-1934 16</inkml:trace>
  <inkml:trace contextRef="#ctx0" brushRef="#br2" timeOffset="140096.51">12143 12753 4576 0,'0'0'1668'15,"0"0"3649"-15,0 0-3509 0,0 0-352 0,0 0-336 0,-3 99-52 16,-1-54-136-16,-4 5 52 0,-5 5-160 16,-2 1-288-16,2-2-192 0,-2 0-112 15,-5-6-176-15,4 0-56 0,4-7-172 0,-4-5-96 16,9-9-124-16,-2-7-144 0,9-4-188 15,0-10-288-15,5-6-556 0,10 0-468 16,-3-10-980 0,4 1-2669-16,4-16 929 0</inkml:trace>
  <inkml:trace contextRef="#ctx0" brushRef="#br2" timeOffset="140243.157">12143 13071 664 0,'0'0'8836'0,"0"0"-7155"0,0 0-717 0,0 0 72 0,0 0 400 0,0 0-164 0,0 0-444 0,84 32-340 16,-48-32-228-16,0 0-260 0,8-10-400 16,0 1-372-16,-5-4-276 15,-6-3-468-15,-6 4-1224 16,-3-4-2909-16</inkml:trace>
  <inkml:trace contextRef="#ctx0" brushRef="#br2" timeOffset="140442.242">12510 12871 4852 0,'0'0'596'0,"0"0"-384"16,0 0 1400-16,-36 76 1200 0,25-37-763 0,-6-2-545 0,6 5 4 15,-2-1-112-15,5 0-264 0,1 1-436 16,-1-8-352-16,-1 1-184 0,6-6-100 16,-5-4-60-16,8-3-68 0,-4-3-328 0,0-6-256 0,4-3-256 15,0-7-348-15,0 1-640 16,8-4-1013-16,3-7-1747 15,-2 0-1092-15,6-9 5305 0</inkml:trace>
  <inkml:trace contextRef="#ctx0" brushRef="#br2" timeOffset="140912.319">12817 12912 7128 0,'0'0'7033'0,"0"0"-5709"0,0 0-1084 0,0 0-188 16,0 0 528-16,0 0 316 0,76-41-600 16,-44 26-296-16,4-2-60 0,-5 5-4 15,1-1-8-15,-4 7-4 0,-8 0-8 16,0 1 32-16,-4 5 48 16,-4 0 4-16,-1 0 8 0,-2 0 192 0,-5 5 84 15,4 1-24-15,-4 0-88 0,-1 3-72 16,1 1-88-16,1 3 0 0,-1-1 0 15,4 1 40-15,-1 3-52 0,1 3 12 0,-3-3 172 16,3 3 16-16,-5 4-40 0,1-1 60 0,-4 3 112 16,0 0 168-16,-4 4-48 0,-3-4-120 0,-2 7-148 15,-2-3-52-15,-1-1-132 16,3-3 0-16,-2 4-48 0,3-4 36 16,4 1-36-16,0-4 40 0,4 0 4 0,0 1-4 31,0-2-4-31,0 2 12 0,0 3 0 0,4-7 208 0,-4-4-48 15,0-2-104-15,0-6-56 16,0-1-60-16,0-3-308 0,-4 0-240 16,-4 0 156-16,-4 4 244 0,4-4 0 0,-4-3-28 15,4 0 28-15,0 0-64 16,-4 0-84-16,4 0-100 16,-4-10-92-16,0 1-76 0,0-4-168 0,-4-3-908 15,4-3-1320-15,1 2-2717 0,-6-10 1277 0</inkml:trace>
  <inkml:trace contextRef="#ctx0" brushRef="#br2" timeOffset="141482.158">13945 12569 6128 0,'0'0'1132'16,"0"0"3093"-16,0 0-2777 0,0 0 40 15,0 0-176-15,0 0-56 16,51 83-192-16,-31-48-260 0,8 6-192 15,0 0-208-15,4 6-36 0,-4 2-100 0,0-2-24 16,0 1 72-16,-5 3 76 16,-3 0-136-16,-8-1-136 0,0 4-71 0,-8 3-41 15,-4 1 100-15,-4 0-96 0,-8-2-12 16,0 1 4-16,-3-3-4 0,-1-2-4 16,-5-8-92-16,2 0-137 0,-5-6-19 0,0-6-52 0,0-1-40 15,-8-6-8-15,0-2 48 0,0-4 84 16,0-3-76-16,4-6-96 0,5-4-64 0,3-3 0 15,8-3-136-15,0-9-440 0,8-8-364 16,4-4-364-16,0-4-1009 16,4 1-2195-16</inkml:trace>
  <inkml:trace contextRef="#ctx0" brushRef="#br2" timeOffset="141898.378">15021 13153 952 0,'0'0'10477'16,"0"0"-7641"-16,0 0-552 0,0 0-696 15,0 0 0-15,0 0-416 16,0 0-396-16,0 0-227 0,99 30-173 15,-63-30-136-15,3 3-104 16,6-3-92-16,2 0-44 0,5 0-8 0,8 3 0 16,0-3-52-16,-8 2-148 0,-1-2-180 15,-7 0-157-15,-8 0-99 0,-8 0-148 0,-4 0-116 16,-5 0-348-16,-6 0-468 0,-9 0-648 16,-4 4-1485-16,-4 5-975 0</inkml:trace>
  <inkml:trace contextRef="#ctx0" brushRef="#br2" timeOffset="142143.83">15000 13458 6928 0,'0'0'808'15,"0"0"2477"-15,0 0-1437 16,0 0-560-16,0 0 240 0,0 0 112 0,0 0-380 15,0 0-216-15,0 0-200 0,92 19-196 0,-60-15-260 16,0-1-96 0,3 0-47-16,1 0-101 0,5-3-60 0,-6 0-84 0,5 0-8 15,-4 0-160-15,0 0-221 0,0-3-247 16,0 0-156-16,-8 0-320 0,3-1-768 0,-11 2-2028 16,8-5-2309-16</inkml:trace>
  <inkml:trace contextRef="#ctx0" brushRef="#br2" timeOffset="144634.316">16654 12789 4364 0,'0'0'3292'0,"0"0"889"0,0 0-2877 15,0 0-220-15,103-23-164 0,-71 21 48 16,4-2-152-16,1-3-208 0,-2 5-284 0,1-2 8 16,-4 4-8-16,-4 0 80 0,4 0 76 15,-4 0-28-15,-5 4-60 0,5-2-36 16,-4 5-16-16,-4 2-60 0,-1-2-72 15,-2 6-112 1,-6-7-12-16,2 7-36 0,-1 0 16 16,-5 2 8-16,-2 1-24 0,-1 3-35 0,-4 3-13 15,0 4 0-15,0-1-61 0,-4 0 13 0,-1 4-112 16,-2 0-44-16,-9 2-40 0,0 1 12 0,-8 6 0 16,-4 0 24-16,1 0 100 0,-10 1 44 15,5-4-8-15,0 3 0 16,0-7 64-16,4 1 4 0,5 0-8 0,3-7 0 0,8 1-4 15,4-7-56-15,4-3-24 0,0-7 20 32,4 1 16-32,0-1 12 0,0 0 44 15,8-2-72-15,-4-1-68 0,0 0-16 0,-4 1 72 0,4-3 80 16,0-2 8-16,-4 4 0 0,4-2 12 16,-4 3 76-16,0-1-40 0,4 0 52 0,-4 1 20 0,4-1 40 15,-4 0-48-15,4 3 32 0,4 1 128 16,4 0 176-16,-4-1-288 0,8-3-88 15,-1 1 100-15,10-4-4 0,3 0-8 16,3-3 72-16,5 0-75 0,4 0-49 16,-4 0 64-16,4 0 32 0,-4-3 172 31,-1 0 36-31,6 0-156 0,-2-1-76 0,1 1-48 0,3 3-24 16,2-3-36-16,-6 0-12 0,-3 0-8 0,1 3 4 15,-6 0-56-15,-7 0-8 0,-4 0-4 16,-9 0 4-16,-2 0-4 0,-1 0 4 0,-8 0 8 15,0 0 4-15,0 0 56 16,0 0-56-16,0 0-4 0,0 0-72 16,0 0-52-16,0 0-164 0,-4 0-208 0,0 0-196 15,0 0-97-15,-4-3-183 0,-4 3-680 16,4 0-1332-16,-16 0-3193 0,88 3-3675 16</inkml:trace>
  <inkml:trace contextRef="#ctx0" brushRef="#br2" timeOffset="149524.44">4294 15621 6664 0,'0'0'52'0,"0"0"4189"0,0 0-3057 0,0 0-148 16,0 0 8-16,0 0 140 0,0 0-76 16,0 0-272-16,0 0-228 0,0 0-128 0,0 0 124 15,20 9-40-15,1-9-100 0,-2 3-96 16,9-3-88-16,8 0-108 0,-5 0-64 15,10 0-48-15,-1 0 28 0,4 0 32 16,-1 0 16-16,1 0-64 0,0 4-12 0,3-4-56 16,-2 0-4-16,-2 0 0 15,2 0-8-15,-10 0-100 0,1-4-40 16,-4 1-352-16,-4 3-156 0,-8 0-204 0,-4-3-184 16,-9 3-636-16,2 0-1108 0,-9 0-2133 0,0 3-1535 15</inkml:trace>
  <inkml:trace contextRef="#ctx0" brushRef="#br2" timeOffset="149806.355">4311 15983 10212 0,'0'0'1045'0,"0"0"-825"0,0 0-116 16,0 0 484-16,0 0 460 0,80 0-92 16,-41 0-312-16,1 0-252 0,8 0-104 0,-5 0-60 15,6 0-104-15,-2 0-112 0,1 3 64 16,-4-3 88-16,0 0-160 0,-4 0-4 0,-5-6-152 16,5-7-272-16,-4 2-180 0,0-3-208 15,-8-5-232-15,0 0-480 16,-9 6-1225-16,-6-10-2947 0</inkml:trace>
  <inkml:trace contextRef="#ctx0" brushRef="#br2" timeOffset="150172.032">4642 15279 3312 0,'0'0'5736'0,"0"0"-3627"0,0 0-573 0,0 0-96 15,0 0 12-15,0 0-320 0,99 56-336 0,-63-43-300 16,-1 2-88-16,6-1-160 0,-2-2-64 16,5 4-60-16,0 0-112 0,3 0 48 15,-2 2 8-15,-6 1-68 0,1-2-48 16,-8 1 40-16,-4 6-92 0,-4-6 100 31,-4 4 0-31,-8 3 0 0,-1 1-84 0,-6 2 72 0,-1 1-76 16,-4 2 88-16,-4 5 0 0,-8 5 0 15,-4 7 0-15,-4-1 0 16,0 7-68-16,-8-3-44 0,5 3-96 0,-5-4-28 16,3-1-232-16,-3-2-44 0,4-3-136 15,1-5-196-15,-1-1-580 0,0-3-412 0,4-4-481 16,0-2-39-16,4-10 104 15,0 3-756-15</inkml:trace>
  <inkml:trace contextRef="#ctx0" brushRef="#br2" timeOffset="162276.735">7960 14693 92 0,'0'0'11117'15,"0"0"-9769"-15,0 0-464 0,0 0-556 0,0 0 636 0,0 0 420 16,0 0-320-16,0 0-108 0,-16-21-192 16,16 21-148-16,0 2-164 0,0-2-60 0,0 7 72 15,0 2-16-15,0 10-48 16,-4 11-131-16,4 8-145 0,-7 15-76 16,-2 7-48-16,1 8 4 0,-7 7-4 0,2 4 0 15,-2 7-100-15,-5 3 40 0,3 3 0 0,2-3-73 31,-2-3-183-31,6-10 204 0,3-2 16 0,0-12 36 16,3-4 12-16,2-10 0 0,-1-11-160 16,4-8-12-16,0-11-72 0,0-4-100 15,0-11-184-15,4-3-272 0,-1 0-340 0,2-10-328 0,7-5 256 16,-4-7-304-16,4-11-216 16,0-8-609-16,-5 10-1679 0</inkml:trace>
  <inkml:trace contextRef="#ctx0" brushRef="#br2" timeOffset="162653.577">7856 14935 3256 0,'0'0'560'15,"0"0"5644"-15,0 0-5211 0,0 0 35 0,0 0-28 16,0 0 564-16,0 0-204 16,0 0-108-16,0 0-436 0,0 0-296 0,0 0 20 15,49 26-144-15,-34 9-104 0,5 9-120 16,5 3-28-16,-6 10-8 0,1 4-24 15,-5-1 8-15,2 1-116 0,-6-4-4 0,2-3 0 16,-1-7-4 0,-5-8 4-16,2-1 0 15,-5-8 0-15,4-3 0 0,-1-2-48 16,-3-6 48-16,1-7 0 0,-1-2-8 0,0-3 4 16,-4-5-4-16,4-2 8 0,-4 0 36 15,3 0-24-15,1-2-12 0,0-8 0 0,5-6 148 0,-1-9 8 0,7-13-68 16,-2-10-88-16,2-13-40 15,-2-8-80-15,2-7-52 0,-2 0-60 16,-2 0 112-16,1-1-28 0,0 13 40 16,4 5-40-1,-4 10 24-15,0 9 4 0,-1 5-92 0,-2 6-56 16,3 4-100-16,-5 5-200 0,6 1-228 16,-5 4-492-16,-1-2-364 0,6 5-244 15,-9 6-461-15,7-5-1959 16</inkml:trace>
  <inkml:trace contextRef="#ctx0" brushRef="#br2" timeOffset="163354.169">8717 15332 9580 0,'0'0'2705'0,"0"0"-1057"0,0 0-764 0,0 0 248 15,0 0 220-15,0 0-484 0,0 0-224 16,0 0-168-16,0 0-68 0,0 0-44 16,0 0 40-16,-28 38-232 0,17-3-28 15,3 9 16-15,-5 11 12 0,2 2-28 0,-2 6-20 16,2-3-16-16,-1 4-100 15,-1-7-4-15,6-3-4 0,-1-7 8 16,8-5 88-16,0-13 28 16,0-8-112-16,12-8 48 0,-1-3-52 0,6-4 573 15,7-3-361-15,0-3-136 0,8 0-80 16,0-3-4-16,-5-6-84 0,4-4-112 0,-3-3-128 16,-4 0-17-16,-3-3-51 0,-6 3-20 0,2-3-40 31,-10-2-96-31,1 2-264 0,-8-4-220 0,0 0-520 15,0 5-376-15,-12-6-504 0,1-1-5 16,-6 3-143-16,-3-3 392 0,1 4 924 16,-1 2 1264-16,-1-1 992 0,2 10 896 0,-1 1 60 15,8 6 96-15,5 3-103 16,-2 0-245-16,9 0-296 0,-4 0-196 0,4 3-384 16,0 0-176-16,8 3-88 0,4 1 96 0,8 5 180 15,0-1-152-15,8 1-96 0,0-5-231 16,0-5-217-16,4-2-136 0,-4 0-220 0,0-2-85 15,-5-9-195-15,1 3-108 16,-8-3-112-16,0 2-252 0,-4-1-672 0,-4-2-908 0,0 2-576 16,-5 4-1461-16,-3 0 317 0</inkml:trace>
  <inkml:trace contextRef="#ctx0" brushRef="#br2" timeOffset="163497.938">9052 15605 380 0,'0'0'4548'16,"0"0"-1892"-16,0 0-596 0,0 0-1452 0,0 0 1517 15,-40 67-417-15,32-39-420 0,8 3-612 16,-4 8-144-16,4 6 16 0,0-1 36 15,0 3-116-15,0-2-144 0,0 0-16 0,4-8-164 16,-4 2-84-16,0-11-60 0,5-5-136 16,-2-8-124-16,1-5-392 0,0-4-204 15,4-4-400-15,0-2-520 0,4-2-896 0,7-17-3185 16</inkml:trace>
  <inkml:trace contextRef="#ctx0" brushRef="#br2" timeOffset="164252.666">9434 14991 3420 0,'0'0'1488'16,"0"0"4024"-16,0 0-4455 0,0 0 71 15,0 0 184-15,0 0-108 16,0 0-124-16,0 0-340 0,0 0-68 0,0 0-116 0,76-2-88 15,-48 2-132-15,4-3-192 16,-4 3-96-16,-5-3-48 0,-3 3-8 0,1-4-152 16,-2 2-224-16,-6-3-268 0,-2 3-280 0,2-5-460 15,-6 2-924-15,1 1-2221 0,-8-6-2355 0</inkml:trace>
  <inkml:trace contextRef="#ctx0" brushRef="#br2" timeOffset="164543.116">9582 14989 8656 0,'0'0'2417'0,"0"0"-889"16,0 0-812-16,0 0 84 0,-12 63 324 0,12-36-256 31,0 1-252-31,4 2-252 0,4 5-104 0,-5 1-76 0,1-4-48 16,1 2 4-16,-5 1-16 15,0 0-16-15,4-2-44 0,-4 1 8 16,0-2 52-16,0-3 24 0,4-1 76 0,0-2 108 15,-4-4-172-15,7 0-88 0,-3-3-72 16,0-6 0-16,5 0 12 0,-1-4 48 16,-5-3-60-16,9-6-156 0,-3 7-4 15,2-7 96-15,1 0-20 0,0 0-4 0,4 0-60 16,4 0-96-16,-3-7 8 16,-2 1-48-16,9-3-176 0,-5-1-324 0,5-4 28 15,1 2-464-15,3-4-664 0,-8 7-1965 16,3-12-1279-16</inkml:trace>
  <inkml:trace contextRef="#ctx0" brushRef="#br2" timeOffset="164834.5">10191 14855 9248 0,'0'0'2413'0,"0"0"-725"0,0 0-884 0,0 0 244 16,0 0 460-16,0 0-500 0,21 77-340 16,-17-43-200-16,-1 8-88 0,1 5 0 15,-4 5-24-15,0 2-100 0,0 6-72 16,-4 0-112-16,-3 3-72 0,-2-2-8 0,1-1-88 16,-3-6-76-16,2-7-24 0,1-5 60 15,1-13 52-15,7-7 12 16,-4-9-136-16,4-6-212 0,0-7-132 0,7 0-140 0,1-11-440 15,1-5-100-15,2-3-664 16,1 4-873-16,4-17-2939 0</inkml:trace>
  <inkml:trace contextRef="#ctx0" brushRef="#br2" timeOffset="165056.125">10283 15227 10544 0,'0'0'2289'15,"0"0"-777"-15,0 0-752 0,0 0 120 16,0 0 208-16,0 0-340 0,0 0-328 0,0 0-200 16,0 0 64-16,0 0 108 0,47 13 284 0,-26-10-148 15,3-3-236-15,4 3-96 0,0-3-100 16,0 0-84-16,0-3-12 0,4 0-108 16,-9-4-236-16,1-2-192 0,-4-1-76 0,3-2-4 15,-6-1-88-15,3-4-376 0,-5 3-1004 16,-7 0-1897-16,5-5-1455 15</inkml:trace>
  <inkml:trace contextRef="#ctx0" brushRef="#br2" timeOffset="165273.144">10678 14961 352 0,'0'0'9112'0,"0"0"-7355"0,0 0-1001 0,0 0-116 0,0 0 600 0,0 0 12 31,0 0-172-31,0 0-440 0,4 69-276 0,3-37-80 0,-3 6 12 15,-4 6 136-15,4 1 100 0,-4-1-176 0,0 2-196 16,0-2-148-16,0-4-12 0,0 2-48 16,0-4-124-16,0-2-196 0,0-8 156 0,0-9 128 15,0-8-572 1,0 0-488-16,4-11-908 0,1 0-884 16,2-7-349-16,-3 1-707 0,4-10-323 0</inkml:trace>
  <inkml:trace contextRef="#ctx0" brushRef="#br2" timeOffset="165807.058">10996 14862 11997 0,'0'0'2372'0,"0"0"-1360"0,0 0-784 0,0 0 108 0,0 0 256 16,0 0-292-16,0 0-76 0,0 0-124 0,0 0-52 15,84-73-48-15,-68 61-4 16,0-1 0-16,-1 7-60 0,-2-1 60 16,-2 3-72-16,1 1 16 0,-3 3 60 15,-2 0 176-15,1 3 12 16,1 4-4-16,-5 3-44 0,3-2-16 0,-3 6-64 0,4 2 4 16,-4-4-52-16,1 4 36 0,-1 0-36 15,-1 0 64-15,1 1-4 16,0-3 4-16,-4 9-4 0,0-1 4 0,0 3-4 15,0 1 4-15,0 3-28 0,-4 2-40 16,-3 1 40-16,-2 3-32 16,1 3-8-16,4 4-8 0,-3-5 0 15,3 4-4-15,0 1 4 0,4-4 0 0,0-1 60 0,0 2-56 16,0-4 56-16,4-3 4 0,0-3 96 16,-1-1 292-16,1-5 588 0,0-4-760 15,0-7-280-15,0 1-92 16,1-4-16-16,-1-2 108 0,-4-1 12 0,3 0 0 0,1-3 0 15,-4 1 36-15,0-1 0 0,0-3 12 0,0 3 52 16,0-3-4-16,0 3 4 16,0-3-28-16,0 3 36 0,0-3-72 15,-7 4-48-15,3-4-48 0,-1 2-84 16,-3-2-40-16,0 0 4 0,-3 0-40 16,-6 0-100-16,1 0-68 0,1 0-16 15,-10 0-200-15,1 0-132 0,-4 0-304 0,-3 0-492 16,-1 0-1024-16,5 0-1933 0,-14 7-2251 15</inkml:trace>
  <inkml:trace contextRef="#ctx0" brushRef="#br2" timeOffset="168840.593">12761 14925 7960 0,'0'0'492'0,"0"0"2277"0,0 0-1501 0,0 0 288 0,0 0 12 15,0 0-152-15,0 0-128 0,0 0-488 16,32-6-284-16,-32 12-88 0,-4 1-48 15,-8 5-220-15,1 2-76 0,-10 5-76 16,-3 2 52-16,-4 2-60 0,-7 5-48 0,-5 2-12 16,-8 0 52-16,-4 8-40 0,-3 4-4 15,-9-1 4-15,0 8-36 0,-4-2 44 0,0-3 40 16,5 0 144-16,11-3 16 16,8-9 0-16,8-3-64 15,12-12-96-15,13-6-40 0,6-4-96 0,5-7-132 16,12 3-96-16,13-3 80 0,6 4 124 15,13-4-48-15,4 3 200 16,3-3-164-16,5 2-172 0,-4 1 284 16,0 4 60-16,-4-1 8 0,0 4 0 15,-9 3 4-15,1 0 64 0,-4-1-76 0,-4 1 4 16,-1 3-4-16,1-4 12 0,1 1 84 0,-6-1 28 16,1 1-76-16,-4-3-48 0,0 0-4 15,-3-5-8-15,-2 2 8 0,-7-4-8 0,4 0 12 16,-8 1 0-16,0-4 0 15,0 0 48-15,-4 3 112 0,-4-3 88 0,4 0-16 16,-4 0-12-16,0 0-12 0,0-7-40 16,0 1 64-16,4-3 196 0,-1-4-88 0,-3-10-120 15,4-2-99-15,-4-6-13 0,0-8-96 16,0-8-12-16,0-7-12 0,0-3-121 16,0-10-27-16,-4 1-144 0,4-4-96 15,0 5-64-15,0 9 76 0,0 5 56 0,0 10-84 16,0 8-176-16,0 8-220 0,0 6-268 0,0 4-264 15,0 2-668-15,-3 7-861 16,-1-3-2471-16</inkml:trace>
  <inkml:trace contextRef="#ctx0" brushRef="#br2" timeOffset="169829.286">12175 15846 7656 0,'0'0'4121'16,"0"0"-2561"-16,0 0-516 0,0 0-60 0,0 0 184 16,0 0-296-16,0 0-188 0,0 0-180 15,0 0 0-15,0 0 48 0,0 0-60 16,0-3-80-16,9 6 4 0,6 7 144 0,6-1-47 15,3 7-189-15,8 1-92 0,-1 1-112 16,5 4-48-16,0-4-24 0,7 6-44 0,2-8 4 16,2 3 4-16,5-4-12 0,0-5-48 15,-1-1 0-15,1-2-120 0,-7-4 60 16,-2-3-196-16,-3 0 0 16,-8 0-49-16,-4 0-147 15,-12 0-72-15,-1 0-4 0,-7 0 28 16,1 0-68-16,-9-3-200 0,0-1-600 0,0 1-916 15,-4-3-456-15,-5 0-1457 0,-2-7-739 16</inkml:trace>
  <inkml:trace contextRef="#ctx0" brushRef="#br2" timeOffset="170088.348">12498 15693 8460 0,'0'0'2072'0,"0"0"-591"0,0 0-753 16,0 0 280-16,0 0 308 0,0 0-92 0,0 0-464 0,0 0-400 15,88 90-136-15,-68-55 48 16,0-1 24-16,0 7 52 0,-4 1-104 0,0 3-72 31,-1-4 40-31,-2 3-64 0,-2-5-148 16,-3-1-56-16,0-3-188 0,4-7-260 15,-4 0-128-15,0-2-12 0,4-6-104 0,-4-1-248 16,4-5-444-16,4 3-664 0,-8-8-709 0,12 1-1847 16</inkml:trace>
  <inkml:trace contextRef="#ctx0" brushRef="#br2" timeOffset="170697.18">14235 14789 9108 0,'0'0'1320'0,"0"0"-415"0,0 0-545 0,0 0 432 0,0 0 408 16,-19-73-364-16,14 64-176 0,5 2-56 15,-8 0 76-15,5 4 80 0,-5 0-104 16,0 0-76-16,-4 3-148 0,-8 0-64 16,0 6-36-16,-4 8-184 31,-8 4-52-31,4 11 200 0,-8 6-164 0,4 6 16 0,-3 11-16 16,3 7 64-16,0 5-12 0,0 6-88 0,4 5-96 15,0 2-8-15,4 3-76 16,9-7 36-16,-2-1 48 0,13-12 72 0,4-3 136 0,0-8 24 15,12-8 20-15,8-4-43 16,4-4-89-16,4-5-20 0,4-3-100 16,4-2 0-16,0-7-108 15,3-7 20-15,-3-3 88 0,4-6 92 0,-4 0-92 0,-4-3-169 16,0-3 33-16,-8-3-8 16,0 2-100-16,-8-3-108 0,0 1-28 0,-5-1-8 15,-3-3-4-15,-4 1 0 16,-4-1-200-16,0 1-136 0,0-5-176 0,-4-4-724 0,-7 2-896 15,3 3-1413-15,-8-13-567 0</inkml:trace>
  <inkml:trace contextRef="#ctx0" brushRef="#br2" timeOffset="170883.643">13988 15468 10032 0,'0'0'2421'0,"0"0"-601"0,0 0-568 0,0 0-120 16,0 0-128-16,0 0-348 15,0 0-188-15,0 0 24 0,0 0 120 16,80 39-48-16,-52-34-200 0,4-1-156 15,0-4-168-15,0-4-40 0,0-1-48 16,-4-5-196-16,0-3-232 0,-9 3-48 16,1-2-4-16,-8 2-136 0,0-2-348 0,-4 2-692 15,-4 1-924-15,-4 2-649 16,0 4-1375-16,0 3 496 0</inkml:trace>
  <inkml:trace contextRef="#ctx0" brushRef="#br2" timeOffset="171030.32">14323 15437 208 0,'0'0'2164'0,"0"0"432"0,0 0 228 0,0 0-468 0,0 0-631 0,-40 79-533 16,37-58-248-16,3 5-212 0,0 7-188 15,0 1-116-15,3 4-64 16,1 3 4-16,0 4 68 0,0 3-88 0,0-1-164 16,5 2-20-1,-9-5-80-15,0 0-84 0,0-6-124 0,0-3-184 16,0-3-204-16,-9-4-240 0,5-2-80 16,0-4-216-16,0-6-264 0,4-1-989 15,0-2-2451-15</inkml:trace>
  <inkml:trace contextRef="#ctx0" brushRef="#br2" timeOffset="172115.482">16291 15504 10212 0,'0'0'1957'0,"0"0"-601"0,0 0-620 15,0 0 136-15,0 0 172 0,0 0-428 0,0 0-168 16,0 0-140-16,0 0 164 0,0 0 172 16,72 5-152-16,-32-5-200 0,4 3-72 15,4 1-72-15,-1-1 0 0,5 1-16 16,4-4-68-16,-5 0-64 0,5 0 0 15,-4 0-88-15,4 0 4 0,-4-4-160 16,-4-3-160-16,-1 4 36 0,-6-2-236 0,-6-2-140 0,-3 3-288 16,-8 2-568-16,-4-2-824 0,-8 1-1657 15,-8 3-1083-15</inkml:trace>
  <inkml:trace contextRef="#ctx0" brushRef="#br2" timeOffset="172351.52">16463 15726 3360 0,'0'0'8777'0,"0"0"-7501"0,0 0-932 0,0 0 52 16,0 0 360-16,0 0-264 0,0 0-76 0,0 0-40 16,0 0-20-1,111 79-32-15,-63-63-152 0,3-7-48 16,-2 1-36-16,3-7-76 0,-1 0-12 0,1-3 0 15,-4 0-48-15,-4-6-228 0,-5-7-260 16,2-3-268-16,-9-4-192 0,-4-1-428 0,-5-5-576 16,-7 8-1181-1,0-10-2579-15</inkml:trace>
  <inkml:trace contextRef="#ctx0" brushRef="#br2" timeOffset="172657.639">16837 15230 5624 0,'0'0'6825'0,"0"0"-5181"0,0 0-912 0,0 0-516 0,0 0 452 0,0 0 176 0,0 0-184 16,104 63-312-16,-65-44-224 31,-2 1-116-31,3-1-4 0,-1 3 4 16,5 1-8-16,-4 5 124 0,0 0-64 0,-9 4-60 0,1 0 8 0,-8 0 44 15,-3 6-48-15,-10-3 4 16,-3 3 40-16,-8 3-36 0,0 0 52 0,-12 1-52 0,-8 2 36 16,1 1-44-16,-9-5-4 15,0 2-8-15,-4-4-116 16,8-3-84-16,-4-3-68 0,4-4-120 0,1-3-252 16,-2 1-308-16,1-3-384 0,0-4-840 15,9-3-1697-15,-5-1-1955 0</inkml:trace>
  <inkml:trace contextRef="#ctx0" brushRef="#br2" timeOffset="174014.133">6756 15370 3800 0,'0'0'6304'0,"0"0"-4575"0,0 0-897 16,0 0-80-16,0 0 240 0,0 0 44 0,116 48-92 0,-67-36-332 15,-2-2-276-15,5-4-128 16,-5 0-68-16,1-6-28 0,-4 0-112 0,0 0-4 16,-8-3-168-16,-4 0-224 15,0 0-92-15,-12-3-64 0,-5 2-100 16,-2 1-396-16,-5 0-452 0,-5 3-1081 0,-6 0-2555 16</inkml:trace>
  <inkml:trace contextRef="#ctx0" brushRef="#br2" timeOffset="174217.647">6833 15611 9624 0,'0'0'2385'16,"0"0"-609"-16,0 0-1004 0,0 0-304 0,0 0 360 16,56 73 80-16,-21-64-348 0,13 2-176 0,-4-6-136 15,-1-2-128-15,2-3-120 0,-6 0-188 16,-3-6-148-16,-4-2 152 15,-4-3-52-15,0-2-200 0,-8 1-280 16,-4-1-268-16,-9-3-356 0,2 1-592 16,-9-1-921-16,0-9-2155 0</inkml:trace>
  <inkml:trace contextRef="#ctx0" brushRef="#br2" timeOffset="174453.139">6952 14932 3040 0,'0'0'6720'16,"0"0"-4607"-16,0 0-653 0,0 0-228 0,0 0 52 0,-35 86-280 15,35-49-308-15,4 8-100 16,7 13-140-16,1 5-172 0,8 6-88 0,-4 7 12 0,0 1-36 0,0 6-84 16,0-1-88-16,-9 8-160 0,-2-5-208 15,-5 4 196-15,0-7-136 0,4-6-248 16,0-8-860-16,0-5 256 0,0-13-128 0,3-5-752 15,-3-17-745-15,5 0-2067 0</inkml:trace>
  <inkml:trace contextRef="#ctx0" brushRef="#br2" timeOffset="175303.67">5877 15443 9984 0,'0'0'1537'0,"0"0"-525"0,0 0-244 0,0 0 172 15,0 0 144-15,0 0-456 0,0 0-248 0,0 0-204 16,0 0-108-16,0 0-60 0,0 0 172 15,28-32 4-15,-9 10 4 16,1-1-100-16,0-6-40 0,0 4-36 0,0-3 0 0,0 3 40 16,-1-1-52-16,2 1-12 0,-6 0-76 15,5 3 80-15,-8-2 0 0,4 6 0 16,-8 3-4-16,0-2-40 0,1 9-8 16,-6-3-4-16,-3 5-12 0,4 3 28 0,-4 3 48 15,0 0 64-15,0 0-64 16,0 0-200-16,0 6 160 15,0 3 40-15,4 7 72 0,-4 3-72 0,4 7-48 16,0 5-28-16,-4 8 64 0,5-1 0 16,-5 6-164-16,4 6-60 0,-1 9 40 15,1 0 60-15,0 5 132 0,-4 3 4 0,4-4 4 16,-4-3 8-16,0-6 100 0,0-6-104 16,0-7-8-16,0-9 0 15,0-7-84-15,0-5-168 0,0-5-364 0,0-5-372 0,0-3-476 16,0-5-813-16,-4 2-2615 0</inkml:trace>
  <inkml:trace contextRef="#ctx0" brushRef="#br2" timeOffset="175522.452">5948 15996 5944 0,'0'0'6281'16,"0"0"-4913"-16,0 0-912 0,0 0 0 15,0 0 452-15,0 0-140 0,0 0-364 16,0 0-92-16,0 0 12 0,99 37 24 0,-54-30-88 0,-6-1-176 16,10 0 4-16,-2 4-4 15,1-4-84-15,-1-2-76 0,5-4-208 16,-3 0-236-16,-6 0-180 0,4 0-268 0,-2 0-792 16,-13-4-1289-16,16 1-3843 0</inkml:trace>
  <inkml:trace contextRef="#ctx0" brushRef="#br2" timeOffset="176938.712">19280 15055 6472 0,'0'0'4509'0,"0"0"-3225"0,0 0-644 0,0 0-104 16,0 0 832-16,0 0-208 0,0 0-208 16,-76-57-356-16,64 55-12 0,-4 2-28 0,4 0-28 15,-8 9-148-15,-4 0 12 0,0 7-384 16,-8 6 76-16,1 7 16 0,-5 9-52 0,4 9 100 16,-9 8-40-16,6 8-64 15,-5 7-44-15,1 6-96 0,3 3-16 0,-5 3 64 16,10-1 48-16,3-9 172 15,4-1 36-15,12-14-52 0,4-6 16 16,8-13 0-16,0-7-88 0,12-5-84 0,8-11-12 16,8 1-196-16,4-9 64 0,11-1-88 15,2-6 168-15,2 0-32 16,1-10-24-16,-1-2-176 16,-2-4 40-16,-2 0 0 0,-7 0-28 15,-8-3-48-15,-4 2-48 0,-4 3-128 0,-8-2-260 16,-8-1-40-16,-4 1 52 15,0 2-228-15,-4-3-1040 0,-4 4-2417 0,-8-6-1955 16</inkml:trace>
  <inkml:trace contextRef="#ctx0" brushRef="#br2" timeOffset="177233.797">18905 15698 10364 0,'0'0'3005'16,"0"0"-765"-16,0 0-1036 15,0 0-248-15,0 0 32 0,0 0-264 0,0 0-332 16,0 0-96-16,0 0-124 0,107 63-172 15,-70-68 0-15,-1-7-220 0,-1-3-172 16,-3-5-200-16,0 2-32 0,-8 1-132 0,-8 2-64 0,-4 5-72 0,-4 1-136 31,-4 2 180-31,-4 4 608 16,0 3 240-16,0 0 608 0,-8 3 124 0,4 7-80 16,-5-1-220-16,6 4-232 0,-5 6 792 15,4 3-408-15,4 3-412 0,0 7-84 16,0 1-40-16,0 1-36 0,0 4 32 0,0 0-44 15,4 0-84-15,4 1 72 16,-5-1 12 0,1 0 36-16,-4-6-36 0,0-7-168 0,0-3-452 15,0-4-236-15,0-1-236 0,0-1-360 0,5-7-1076 0,-1 1-1757 0,4-10-2603 16</inkml:trace>
  <inkml:trace contextRef="#ctx0" brushRef="#br2" timeOffset="177643.916">20462 15649 10576 0,'0'0'2285'16,"0"0"-1049"-16,0 0-768 0,0 0 240 15,13 82 208-15,-5-50-24 0,-4 3-176 0,-1 0-232 16,1-3-140-16,-4-4-96 16,5-2-136-16,-5-7-112 0,4-6-72 15,-4-3-196-15,0-4-216 0,0-6-84 0,4 0 44 16,-4 0-160-16,0-6-500 0,0-7-756 16,0 3-380-16,0-16-3357 0</inkml:trace>
  <inkml:trace contextRef="#ctx0" brushRef="#br2" timeOffset="177791.976">20415 15386 13477 0,'0'0'1964'0,"0"0"-1020"16,0 0-720-16,0 0 52 0,0 0 60 0,0 0 96 16,0 0-184-16,103 10-248 15,-58-10-596-15,2-10-312 0,-2 1-932 0,-10-2-2641 0,5 3-4779 0</inkml:trace>
  <inkml:trace contextRef="#ctx0" brushRef="#br2" timeOffset="178077.542">20885 15484 11537 0,'0'0'3136'0,"0"0"-2052"0,0 0-644 0,-56 86 240 16,37-58 200-16,2 4-384 0,2 0-276 0,2-3-168 15,6-4-40-15,7-3 24 0,0 1-36 16,0-5-208-16,7 1 60 0,6-2 132 15,2-5 16-15,6 1 64 0,3-1 84 0,4 1-60 16,-1-4 8-16,-3 4 4 0,4 0-88 16,0-1-8-16,-4 5-4 15,4-2 60-15,-5 2 4 0,1-1 144 0,-7-1-152 0,-2-2-56 16,-11 0-172-16,1-4-84 16,-5 1-52-16,0 2 60 0,-9-2 48 0,-6 3-8 15,-6-4 132-15,1 1 76 0,-3-3-88 16,-1 1-120-16,0-8-68 0,0 0-160 0,1 0-404 15,2-8-740-15,1-3-2533 0,-3-8-4047 0</inkml:trace>
  <inkml:trace contextRef="#ctx0" brushRef="#br2" timeOffset="178840.735">21985 15649 11161 0,'0'0'2000'15,"0"0"-948"-15,0 0-356 0,0 0 424 16,0 0-364-16,88 74-320 0,-69-49-200 15,-6 4-64-15,2 2 40 0,-11 4-76 16,1 3-24 0,-5 4-52-16,0-2 4 0,-9-1-24 0,1-4-40 0,-3-4-172 15,2-6-140-15,1-6-20 0,5-5 156 16,-1-9-24-16,4-1-48 0,0-4-340 16,0-6-220-16,7-7 140 0,10-3 352 15,2-5 128-15,1-9 72 0,1 2-136 0,2 3 112 16,-3-8 140-16,-3 5 76 15,2-1 256-15,-3 4 20 0,-4 0-48 0,-5 2 24 16,6 5 64-16,-9 1 8 0,4 8-8 16,-5 3-28-16,1 2-40 0,0 4-40 15,-4 0 200-15,5 10 284 0,-1 6 4 0,0 3-428 16,0 3-172-16,-1 6-60 0,-3 4-28 16,0 0 4-16,0 0-40 0,-7-4-48 15,3-2 0-15,0-4-76 0,-1-3-80 0,1-5-152 0,0-9-96 16,4-2-248-16,0-3-200 0,8-3-292 31,5-7-532-31,-2-2-548 16,2-1-749-16,10-15-2335 0</inkml:trace>
  <inkml:trace contextRef="#ctx0" brushRef="#br2" timeOffset="179124.747">22582 15808 10096 0,'0'0'2473'0,"0"0"-1201"16,0 0-356-16,-28 83 64 0,21-55-100 0,-1 1-256 15,4-4-192-15,4-2-20 0,0-8-156 16,4-5-256-16,7-4-140 0,2-3-92 16,6-3 56-16,2-6 80 0,3-7-40 0,-1-2-152 15,5-11-72-15,-4 4-164 0,0-7 108 16,-4 8 76-16,0-5 176 0,-8 3 160 0,0 4 4 16,-8 4 112-16,-4-2 164 0,0 5 192 15,-4-1 132-15,-4 6 32 16,-8 2 40-16,4 5 80 0,0 0-68 0,-4 0-256 0,5 9-244 15,-6 0-184-15,6 3-64 16,-6 5-144 0,6-4-96-16,-2 3-140 0,5-1-84 15,-3-2-224-15,2 1-352 0,1-6-772 16,1-2-1024-16,3 1-2441 0</inkml:trace>
  <inkml:trace contextRef="#ctx0" brushRef="#br2" timeOffset="179441.37">22902 15693 10904 0,'0'0'2681'0,"0"0"-1517"15,0 0-432-15,0 0 212 0,28 80-84 0,-24-55-300 16,-4 1-188-16,3-1-140 16,-3-2-84-16,0-2-72 0,4-5-76 0,-4-2-76 0,4-6-60 15,-4-1 0-15,4-3-36 16,4-2-76-16,0-2-60 15,4-2 160-15,0-9 24 0,8-1 36 0,0-7 24 16,-5 3 64-16,6-3-8 0,-1 3 8 0,-5 4 104 0,-3-1 44 16,1 4 28-16,-6 2-4 15,1 7 64-15,-8 0 84 0,5 0 336 0,-5 7-8 0,4 2-268 16,-4 4-172-16,4-1-72 16,-4 7-136-16,0-3 0 0,0 0-100 0,0 3-108 15,0-7-184-15,0 1-172 0,0-3-100 16,0-3-176-16,0-5-408 15,0 2-692-15,-4-4-960 0,4 0-2693 0</inkml:trace>
  <inkml:trace contextRef="#ctx0" brushRef="#br2" timeOffset="179691.882">23181 15821 12733 0,'0'0'2652'0,"0"0"-1668"16,0 0-472-16,0 0-188 0,0 0 120 16,0 0 16-16,79 12-28 0,-39-8-136 0,0-4-296 15,-1 0-24-15,-3-7-284 0,5-2-100 16,-10 3-236-16,1-4-392 0,-4 1-564 0,-12-1-2228 15,4-3-3065-15</inkml:trace>
  <inkml:trace contextRef="#ctx0" brushRef="#br2" timeOffset="180047.215">23810 15519 10636 0,'0'0'5761'0,"0"0"-3921"0,0 0-1052 0,0 0-140 0,0 0 208 32,0 0-160-17,0 0-356-15,0 0-220 0,-76 42-112 0,48-17-8 16,0 0-48-16,0 7 8 0,0-3 40 0,0 5 0 16,4-5-4-16,9-1-8 0,2-2-48 0,6-7 12 15,3 0 0-15,4-6 0 0,4-1-28 0,12 1 28 0,-1 1-24 16,6-6-40-16,7 3-20 15,0 0-64-15,4-1 64 0,-4 2 68 16,0 1 4-16,-5-1 52 16,1 5 8-16,-8-1 44 15,-4 3 68-15,-1-3 72 0,-7 0 56 0,1 0-120 0,-5-4-120 0,0-1-208 16,0-9-232-16,0 4-60 0,0-6-36 0,-5 4-168 16,1-4-220-16,0 0-604 0,-3-4-820 15,7-2-753-15,-8-3-2179 0</inkml:trace>
  <inkml:trace contextRef="#ctx0" brushRef="#br2" timeOffset="180257.795">24092 15786 12345 0,'0'0'4332'0,"0"0"-3500"15,0 0-448-15,0 0 740 0,0 82 380 0,0-63-688 0,-4-2-548 0,4-5-268 16,0-2-124-16,-3-1-280 0,3-6-104 0,-4 3-32 16,0-2 52-1,-4-1-104-15,-1 0-492 0,-2-3-1176 16,7 0-2140-16,-5-6-649 0</inkml:trace>
  <inkml:trace contextRef="#ctx0" brushRef="#br2" timeOffset="180395.827">24116 15487 5380 0,'0'0'6589'0,"0"0"-4697"0,0 0-628 15,0 0-208-15,0 0-280 0,0 0-276 16,77-44-256-16,-58 34-240 0,1 4-8 0,0-3-564 16,0 2-584-16,-4-2-868 0,-4 5-3581 0</inkml:trace>
  <inkml:trace contextRef="#ctx0" brushRef="#br2" timeOffset="180901.232">24264 15649 9440 0,'0'0'3209'15,"0"0"-1705"-15,0 0-672 0,0 0 312 0,-28 77-52 31,24-65-548-31,4-6-284 0,0-2-260 16,4-1-72-16,0-3-116 0,4 0-108 16,4 0-104-16,0-7-48 0,4 1 48 0,-4-1-128 0,4 2 24 15,-4-5 124-15,-1 0 380 0,2 2 0 16,-2 1 304-16,-3-5 136 16,1 5-40-16,-1-3-32 0,-1 4 84 0,1-1-80 0,-3 1-184 15,3 6-76-15,-5-3-40 16,-3 3 4-16,4 0 72 0,-4 6 76 0,0 0 96 15,0 4 0-15,0 0-12 0,-7 2-36 16,-1-3-100-16,3 4 48 0,-3-7-108 16,8-2-76-16,-4-1-36 0,4-3-124 0,0 0-156 15,0 0-140-15,8-3-96 0,5-7 144 16,2 2 24-16,2-6-60 0,2 2-64 16,1-4-40-16,0 3 68 0,0 3 144 0,-4 1 236 15,0 3 64 1,-4 6 60-16,-4 0 152 15,3 0 432-15,-2 9 116 0,-1 4 60 0,-1 3-292 0,6 0-32 16,-5-1-312-16,-1 4-88 16,-3-2-20-16,4-2-28 0,-8 1-44 15,5-4-4-15,-1 1-60 0,-4-3-188 0,0-3-220 16,0-5-36-16,0-2 56 0,0 4 76 16,0-4-212-16,0 0-584 0,0-4-1404 0,0-5-3261 15</inkml:trace>
  <inkml:trace contextRef="#ctx0" brushRef="#br2" timeOffset="181204.248">24910 15719 7220 0,'0'0'6377'0,"0"0"-5249"0,-40 72-660 0,27-42 412 31,2 5 580-31,-2 2-284 0,6 5-352 0,-5 0-300 16,3 2-108-16,-2-3-124 0,3 3-156 16,-8-2-132-16,4 2-4 0,-4 1-136 0,4-8-56 15,1-1-140-15,2-1-192 0,1-7 56 0,4-3 100 16,4-2 356-16,0-4-148 0,0-7-320 16,0-2-176-16,0 0 96 15,0-8 100-15,0 3-48 0,0-5-44 0,0 0-40 0,-4 0-64 16,4 0-248-16,0-7-552 15,0 0 115-15,0-2-263 0,0-1-616 16,4-9-656-16</inkml:trace>
  <inkml:trace contextRef="#ctx0" brushRef="#br2" timeOffset="181472.196">24913 15777 5700 0,'0'0'2976'0,"0"0"-1472"0,16-71-447 0,-4 49 303 0,-4 0-84 0,0 0-88 15,4 3-332-15,-4 3-128 16,4 0-252-16,4 4-44 0,0 1-44 0,0 3-92 0,-1 4 84 16,-2 4-20-16,2 0-4 0,-2 12-100 15,-5 5-60-15,-1 5-36 32,-7 10-16-32,0 3-80 0,-4 5-52 0,-11-1-16 0,2-1 4 0,-6-3-12 15,3-3-136-15,-4-4-108 16,0-3-136-16,0-5-136 0,5-1-40 0,-2-11 108 15,9 3-256-15,1-8-288 0,2 0-140 16,5-3-316-16,0-6-496 0,0 2-889 16,0-11-1755-16</inkml:trace>
  <inkml:trace contextRef="#ctx0" brushRef="#br2" timeOffset="182097.167">25471 15100 8340 0,'0'0'1580'0,"0"0"-403"16,0 0 195-16,0 0 576 0,0 0-196 0,0 0-404 0,0 0-296 15,0 0-156-15,0 0 60 0,0 0-248 16,72 77-112-16,-72-40-15 0,0 4-217 16,-8 4-120-16,-4 6-52 0,0 0-108 0,-4 2-80 15,0 1-4-15,-3-2-168 0,-2-2 8 16,-3 1 4-16,0-4-96 0,5-5 8 15,2-7-24-15,2-3 63 0,7-10-39 16,8-6 84-16,0-4 4 0,0-6-64 0,8-6-36 0,3 0-244 16,6-9-100-16,6-4-248 15,5-2-264-15,4-4-436 0,5-1-12 16,-6 5 376-16,5-2 916 0,-8 5 220 0,-5 2 48 16,-3 4 268-16,1 3 136 0,-6-1 484 15,-2 4 436 1,-2 4 40-16,-7-1-300 0,4 3-372 15,-3 1-336-15,-1-4-356 0,-1-1-72 0,5 3-64 16,0-5 48-16,1 0 88 16,2 0-12-16,1-7-60 0,4 1-40 0,4-4-12 15,-4-2-48-15,4-2 36 0,-1 2 0 16,-2-4 0-16,-2 0-48 16,2 0 12-16,-6 1 24 0,-2-1 36 0,-1 0-64 0,-5 2 52 15,-3 0 112-15,0 0 12 0,0 5 48 0,-7-1 124 16,-2 10 152-1,-6 0 96-15,-2 4 0 0,-2 6 72 0,-5 5-236 16,-4 8-120-16,0 2-4 0,-4 0 104 16,4 8-68-16,0-6-44 0,5 5-112 0,3-7 72 15,7 1-32 1,1-7 20-16,9 0-60 0,3-6 96 16,0-1 16-16,0-2 20 0,7-4-92 0,10 5-52 15,7-3 0-15,8-2 120 0,7 1-120 16,5-7-24-16,4 0-316 15,12 0-64-15,3-7-120 0,9 1-104 0,-5 0-88 0,2 4-372 16,-5-5-756-16,-21 0-2092 16,13 1-2949-16</inkml:trace>
  <inkml:trace contextRef="#ctx0" brushRef="#br2" timeOffset="182275.161">26706 15818 11609 0,'0'0'7212'16,"0"0"-7212"-16,0 0-4284 0,0 0-1345 0,0 0 997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24:55.79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2526 4264 716 0,'0'0'196'15,"0"0"8960"-15,0 0-6839 0,0 0-889 0,0 0-264 16,0 0 172-16,0 0-4 16,7-51-356-16,-7 51-128 0,0 0-88 0,0 0-52 15,0 0-52-15,0 0-95 0,0 0-77 16,0 0-48-16,0 10 96 0,4 5-172 0,-4 4-80 15,5 13-100-15,-5 3-36 0,0 9-60 0,0 7-24 16,-5 9-52-16,-3 8-8 0,1 4 0 16,-6 11-4-16,5 3-92 15,-3 3 36-15,-2-5-12 0,2-3 0 16,3-12-48-16,4-5 36 0,0-13-60 16,4-10 20-16,0-3-104 0,0-9-148 15,0-7 64-15,8-6-52 16,-4-7-120-16,4-2-113 0,-1-7-83 15,2 0-308-15,3-7-512 0,-1-6-780 0,2-8-892 0,-2-5-1753 16,-7 3-2559-16,1-11 7432 16</inkml:trace>
  <inkml:trace contextRef="#ctx0" brushRef="#br0" timeOffset="219.644">2593 4857 4576 0,'0'0'9365'16,"0"0"-7813"-16,0 0-948 0,0 0 324 15,0 0 620-15,0 0-100 0,92 10-384 16,-64-7-215-16,4 4-85 0,-4 0-232 0,3-5-24 16,1 1-180-16,-4 0-328 15,0 3-196-15,-4-1-68 16,-4-3 20-16,-4-2-32 0,3 4-76 16,-2-4-132-16,-1 0-377 0,3-4-359 15,-2 2-796-15,2-9-704 0,-2-2-432 16,-6-5-1781-16,2 5-1903 0,-2-12 6496 0</inkml:trace>
  <inkml:trace contextRef="#ctx0" brushRef="#br0" timeOffset="502.447">3131 4349 3352 0,'0'0'1224'0,"0"0"3348"0,0 0-2275 0,0 0-285 0,0 0-492 0,0 0-96 0,0 0-304 16,0 0-304-16,0 0-136 15,0 0 92-15,8 33 96 0,0-12-224 0,0 5-120 16,4 5-111-16,-4 5-49 0,0 4 60 16,-5 8-12-16,6 6-208 0,-9 6-12 15,4 1-152-15,-4 6-40 0,0-1-84 16,-4 1-12-16,0-3 48 0,4-8-12 0,-5-7-12 16,5-5-40-16,-3-6-92 0,3-6-84 31,0-7 32-31,0-3 36 0,0-6-56 0,0-4-137 0,3-1-171 15,2-5-244-15,3-4-348 16,-4-2-492-16,4 0-916 0,0 0-1709 0,4-15-1691 16</inkml:trace>
  <inkml:trace contextRef="#ctx0" brushRef="#br0" timeOffset="994.95">3736 4254 3968 0,'0'0'6244'16,"0"0"-4143"-16,0 0-697 0,0 0-140 15,13 77 200 1,-5-47-24-16,-4 12-316 0,3 0-268 0,-3 9-268 16,1 6-52-16,-5 6-160 0,0 7-72 0,0 3-47 15,-9 6-85-15,2 0-88 16,-9 5-24-16,0-8-52 0,0-10 52 16,4-6-16-16,4-12-44 0,4-7-72 0,4-9-72 15,0-9 32-15,0-4-32 0,0-7-245 16,4-5-319-16,0-7-60 0,4 0-88 0,4-4-392 0,0-9-736 15,-1 1-928-15,13-16-2917 0</inkml:trace>
  <inkml:trace contextRef="#ctx0" brushRef="#br0" timeOffset="1358.318">4159 4635 732 0,'0'0'11529'0,"0"0"-9769"15,0 0-912-15,0 0 172 0,0 0 268 0,0 0-380 16,0 0-392-16,0 0-356 0,-80 35-160 16,53-16 100-16,-1 1-28 0,0-1-24 31,-4 0-48-31,8 2-4 0,-4 2-72 0,0-4-108 16,4 0 84-16,5 0 16 0,2-6 32 0,6-1 48 15,3 1 4-15,-1-1 64 16,9-1-52-16,0 4 136 0,0 1-64 15,0 3 116-15,9 0 56 0,3 0-48 0,-5 4 52 0,10-1 20 16,-2 0 12-16,2 3-48 16,-2-3 0-16,5 3 76 0,0 0 8 0,0 5-88 0,0-5-104 15,-1-3-75-15,5 1-61 0,1 0-49 0,-5-9 1 16,3 2-16-16,-3-2-8 16,1-2 24-16,-6-5-132 0,5-1-396 0,0-6-252 15,-4 0-32-15,4 0-260 0,-1-10-888 16,-6 3-1856-16,11-12-1629 0</inkml:trace>
  <inkml:trace contextRef="#ctx0" brushRef="#br0" timeOffset="1575.475">4505 4803 8264 0,'0'0'6341'0,"0"0"-4909"0,0 0-828 0,0 0-140 0,0 0 896 16,0 0 260-16,0 0-400 0,84 13-515 16,-56-9-293-16,-3-1-192 0,2 0-124 15,0 0-96-15,-2-3-12 0,-5 3-292 0,4-3-289 16,-5 0-123-16,-2 0-128 0,-6 0-368 16,-2 0-1188-16,-5 0-2832 0,-8 0-4101 0</inkml:trace>
  <inkml:trace contextRef="#ctx0" brushRef="#br0" timeOffset="1755.252">4490 5023 4060 0,'0'0'5400'16,"0"0"-1423"-16,0 0-3065 0,0 0 164 0,0 0 492 16,0 0 64-16,0 0-208 0,75 41-484 15,-47-35-320-15,4-3-243 0,-4 1-145 16,4-2-232-16,0-2-176 0,3 0-93 0,1 0-279 15,1 0-148-15,2-2-96 0,1-2-228 16,4-2-724-16,0 3-1344 0,-12-4-1889 16,20-2-2011-16</inkml:trace>
  <inkml:trace contextRef="#ctx0" brushRef="#br0" timeOffset="2373.245">5609 4368 3064 0,'0'0'0'0,"0"0"0"0,0 0 328 0,0 0 2640 0,24-73-968 16,-20 55-636-16,4-2-192 15,-4 5-307-15,-4-1-57 0,5 3 72 16,-1 1 72-16,-4 2-80 15,3 1-120-15,-3 2-160 0,0 0-228 0,0 5-44 16,4-5-56-16,-4 4-68 0,0 0 28 16,0-1-88-16,0 1 24 0,0 3 36 15,0 0 16-15,0 0 32 16,-4 0 140-16,1 0 20 0,-1 10-160 0,-9 2-244 16,2 8 0-16,-10 11 0 0,-3 14 256 0,-4 5 0 0,-4 14 208 31,-3 0-88-31,-1 3-120 0,0-1-60 0,1 1-3 0,3-11 75 0,8-1 96 15,3-7-24-15,10-7-184 0,-1-10-156 16,3-1-44-16,2-5-28 0,3-6-100 0,0 0-44 16,4-7-76-16,0-2-108 0,8-4 23 15,3 1 25-15,6-7-332 16,-2 0 60-16,9-4 112 0,0-8 44 16,4-5 124-16,0-2 220 0,-4 1 60 15,-4-2 64-15,-4 7 64 0,-4 1 8 16,-5 5 28-16,-2 5 0 0,-1 2 8 0,-4 0 104 15,4 2 228-15,0 8-36 0,0 4-60 16,-4 4-76-16,4 1-24 16,-1 9 12-16,-3 5 60 0,0 1 24 0,0 10 37 15,-3 1 11-15,-1 6-84 0,-8 0-36 16,3 0-148-16,2-4-120 0,-1-3-4 16,0 1-4-16,0-7-64 0,4 3-100 0,0-5-20 15,4-8-220-15,0 1-221 0,4-7-171 16,3-3 24-16,2-6-92 0,7-4-472 15,4-6-916-15,-5 0-1856 16,13-6-2057-16</inkml:trace>
  <inkml:trace contextRef="#ctx0" brushRef="#br0" timeOffset="3519.813">6211 4134 8496 0,'0'0'2188'0,"0"0"-635"0,0 0-237 0,0 0 16 15,0 0-36-15,0 0-196 16,0 0-8-16,0 0-72 0,0 0 92 0,0 0-272 16,60 85-171-16,-41-50-193 0,-6 6-64 15,-1 6-52-15,-1 2-80 0,2 5-76 16,-6 3-96-16,1 2-48 0,1 3-12 0,-9-1-44 16,0 2 4-16,0-3 52 0,0 0-60 15,0-6-52-15,0 0 40 0,0-3-60 16,0-4 24-16,0-3 0 0,0-5-12 0,0-7-60 0,4-10 24 15,-4-3 48-15,4-10-88 0,-4-2-68 16,0-4-48-16,3-3-88 0,-3 0-36 16,4 0-25-16,0-6 85 0,5-4 0 15,-1-6 72-15,3-3 120 0,-3-6 16 16,4-4-88-16,-4 0 0 0,0-1 76 0,1-6 68 16,-2 1 44-16,-3 3-52 15,4-2 0-15,-1 4-40 0,-2 2 40 0,3 3 60 16,0 6 0-16,-1 3 4 0,2 3 84 15,-5 4 56-15,0 5 52 0,0 2 0 16,0 2 60 0,-1 0 72-16,-3 0-72 0,9 6 96 15,-5 7-11-15,0-1-25 0,4 7-36 0,-5 0-136 16,1 7-12-16,0 6-44 0,1-1-40 16,-1-2 12-16,0 6-52 0,0-10-8 15,-1 4 0-15,5-8-12 0,1 5-36 16,-1-7 40-16,-1-1 4 0,6-4-8 15,-2-1-112-15,5-7-212 0,0-3-272 0,5 1-109 16,2-4-3-16,5-7-76 0,0-2-1012 16,0-4-1096-16,-8 2-2261 0,12-10-3079 0</inkml:trace>
  <inkml:trace contextRef="#ctx0" brushRef="#br0" timeOffset="4306.41">7084 4092 4312 0,'0'0'248'0,"0"0"7053"0,0 0-5385 0,0 0-812 16,0 0 52-16,0 0 320 0,39 74-116 15,-26-39-304-15,2 9-228 0,2 6-108 0,-6 4-75 16,-3 7-89-16,-3 2-168 16,-1 4-148-16,-4 6-56 0,0 0-16 15,-9 2 12-15,-3 2-84 0,1-6 4 16,-2-5-100-16,2-9 0 0,-2-3-4 0,-2-6-4 16,3-7-116-16,-1-3-80 0,10-3 24 15,-1-6 20-15,0-8-224 0,4-8 116 16,0-3 136-16,4-7-112 0,0-3-108 15,3-7-1-15,2-1 113 0,3-5 140 0,-1-10-80 0,2-2-200 16,-2-7-72-16,6-6-72 16,-6-6-28-16,6-4 108 0,-6 0 52 0,5 4 120 15,-4-1 172-15,0 5 52 0,4 8 48 16,-4 0 52-16,-1 7 96 16,6 6 124-16,-6 2 24 0,2 5-24 0,-5 6-28 0,-1 1-36 31,2 3 88-31,-5 2 56 0,0 0 28 15,0 2-64-15,-1 5-108 0,5 0-72 0,-4 2-88 16,-4 1-48-16,0 3-196 0,0 0 52 16,0 2-128-16,-12-2-56 0,1 6 48 0,-9 0-64 15,-1-2-36-15,-2 1 36 0,3-5 160 16,3 0 184-16,6-4 52 0,-1-4 48 16,9 2 20-16,-2-7-44 0,5 4-76 0,0-4 84 15,5 3-76-15,6 0 92 0,1 4 144 16,8-1 272-16,4 4-52 0,0-1-124 15,3 1-20-15,-3 2 8 0,8 1-24 0,-4-1-51 16,0 4 3-16,-4-3-60 16,0-1-120-16,-1-1-76 0,-2-3-124 15,-5-1-104-15,-4 0-273 0,3-4-251 0,-2-1-140 16,-2-2-136-16,6 0-1040 0,-10 0-2316 0,10-2-1585 16</inkml:trace>
  <inkml:trace contextRef="#ctx0" brushRef="#br0" timeOffset="4706.237">8199 3854 10588 0,'0'0'4221'16,"0"0"-2445"-16,9 74-448 0,-9-39 236 15,0 12-36-15,4 7-203 0,-1 6-245 0,1 10-176 16,4 3-72-16,0 2-196 0,0 2 16 16,4 0-232-16,-4-5-120 0,4 5-84 15,-4-5-120-15,0 2-24 16,-1-4 24-16,-2 3-24 0,-5-4-72 15,0 1-8-15,0-3-88 0,-5-4 0 16,1-2-36-16,4-8-108 0,-3 2 0 16,3-4 24-16,0-4-24 0,0 0 12 0,0-3 0 0,0-5-76 15,7-4 28-15,2-9 0 16,-1-3-76-16,3-11-176 16,2 1-268-16,-2-11-332 0,2 2-429 0,2-4-807 0,-7 0-1624 0,9-6-2145 15</inkml:trace>
  <inkml:trace contextRef="#ctx0" brushRef="#br0" timeOffset="5622.211">9032 4203 3420 0,'0'0'1004'15,"0"0"4952"-15,0 0-3703 0,0 0-385 16,0 0-232-16,0 0-148 0,0 0-128 0,0 0-172 15,0 0 152-15,80-21-467 0,-76 21-313 16,-1 2-140-16,10 8-92 16,-5 3-12-16,7 9 56 0,2 9 24 0,-2 11-92 15,-2 12-100-15,-6 3-84 0,1 7-12 32,-8 1-24-32,0 6-24 0,-4 0-52 0,-7 1 0 15,-6-2-4-15,2 0-4 0,-6-5 0 16,6-3 0-16,2-12-8 0,6-6-4 0,-1-8-72 15,8-8-12-15,-5-8-36 0,5-8-84 16,0-2-136-16,0-4-56 0,5-3-88 16,3-3-48-16,-1 0 84 0,1-9-12 0,9-4 208 15,-2-6 8-15,1-4 111 0,0-5 21 16,0-7-80-16,0 0 104 0,0-6 52 16,1 0 48-16,-6 0-4 0,5-3-8 0,0 5-84 0,-5 1 8 31,6 6 16-31,-6 6 12 0,2 11 48 0,-1 2-40 0,-1 7 52 15,-2 6 132-15,-1 0 136 0,-5 6 36 0,9 13-96 16,-7 3 33-16,-1 10 3 0,0 3-12 16,-4 6-88-16,0 4-36 0,0 2-12 15,0-2 16 1,0-1-40-16,0-5 12 0,0-5-84 0,0-2 0 16,0-6-108-16,0-4-100 15,3-10-44-15,5 1-16 0,5-7-193 0,-2-3-159 16,6-3 36-16,6-6-860 0,1-10-424 0,8-3-680 15,-8 0-1717-15,15-17-2055 16</inkml:trace>
  <inkml:trace contextRef="#ctx0" brushRef="#br0" timeOffset="5868.415">10188 4540 8884 0,'0'0'3073'16,"0"0"-1309"-16,0 0-248 0,0 0 92 15,-56 92-180-15,31-54-284 0,6 9-224 0,-5 4-180 0,4 7-8 0,-4 0 9 16,1-2-101-16,2 1-84 0,5-6-192 31,0-10-148-31,13-6-96 0,-1-9 36 0,4-8-144 16,7-1 60 0,5-5-72-16,8-6 0 0,4-6-180 15,0 0-12-15,8-2-108 0,-5-8-16 0,5-6-132 0,-4-3-120 16,0-1-160-16,-4-2-73 0,-3 0-471 15,-10-3-1004-15,-3 0-1672 0,-4 3-913 16,-4-10-787-16</inkml:trace>
  <inkml:trace contextRef="#ctx0" brushRef="#br0" timeOffset="6023.519">10088 4832 4528 0,'0'0'2696'0,"0"0"-92"0,0 0-539 0,0 0-289 0,-80 3-196 16,76 0-280-16,0 4-168 16,4-1-84-16,4 0-140 0,8 4-296 0,8-4-64 15,4 0 160-15,8 1-171 0,4-4-201 16,3-3-92-16,1 0-76 0,0-5-88 15,0-2-80-15,-4-3-168 0,-1-3-364 16,2 4-257-16,-5-4-163 0,0 1-396 16,-9 5-1568-16,9-9-4209 0</inkml:trace>
  <inkml:trace contextRef="#ctx0" brushRef="#br0" timeOffset="6407.736">10869 4216 1864 0,'0'0'10585'0,"0"0"-7677"0,0 0-1352 0,-8 82-216 15,4-38-48-15,-1 8 4 16,2 5-167-16,-1 9-245 0,-4 8-48 0,4 5-88 16,-5 0-120-16,2 1-148 0,3 2-216 0,-4-5-80 15,0-8-76-15,0-2-48 0,0-10-60 0,0-6-40 16,1-6-104-16,-2-11-76 0,5-5-8 15,4-8-96-15,0-7-60 0,0-4-124 16,8-10-144-16,8 0-96 16,-4-10-296-16,4-4-553 0,3-4-871 15,-6 3-2192-15,7-15-2273 0</inkml:trace>
  <inkml:trace contextRef="#ctx0" brushRef="#br0" timeOffset="6576.879">11000 4864 12705 0,'0'0'2928'16,"0"0"-1088"-16,0 0-716 0,0 0 460 0,0 0-148 16,104 22-283-16,-77-22-525 15,5 0-336-15,1-2-196 0,-1-12-96 16,3 1-120-16,-3 1-316 0,0-7-288 0,0 0-141 16,-4-4 13-16,-4 0-576 0,-1 2-932 15,-6 5-1932-15,-6-10-1345 0</inkml:trace>
  <inkml:trace contextRef="#ctx0" brushRef="#br0" timeOffset="6815.577">11451 4328 5484 0,'0'0'536'16,"0"0"2360"-16,0 0-467 0,0 0-177 0,0 0-568 0,-17 68-312 0,13-32-132 16,-7 2-116-16,7 6 160 0,-5 3-224 15,1 5-123-15,1 2-173 16,-1 0-172-16,-1-3-60 0,2 3-64 0,3-3-164 0,-4-4-124 15,4 1-132-15,4-4-48 16,0-6-8-16,0-6-52 0,0-1-48 16,8-5-148-16,0-8-56 0,3 2-48 0,-2-4-16 15,2-3 36 1,-3 0 88-16,5-4-64 0,-6 1-216 16,5-4-233-16,1-3-699 0,-2-3-1368 0,2 0-2844 0,6 0-3993 15</inkml:trace>
  <inkml:trace contextRef="#ctx0" brushRef="#br0" timeOffset="6977.494">11821 5284 13461 0,'0'0'4284'16,"0"0"-3420"-16,0 0-532 0,0 0 160 16,-28 77 952-16,17-50-215 0,-2-5-529 0,-2 0-516 15,2-3-184-15,-2 0-316 0,2-3-144 16,-2 1-257-16,-2-3-195 15,-2 3-804-15,2-8-3188 0,-7 4-5037 0</inkml:trace>
  <inkml:trace contextRef="#ctx0" brushRef="#br0" timeOffset="7979.446">12646 4178 5032 0,'0'0'8'16,"0"0"5804"-16,0 0-3999 0,0 0-121 0,0 0-176 15,0 0-28-15,0 0-68 16,71 82-228-16,-59-47-276 0,1 6-200 15,-10 7-11-15,1 6-49 16,-4 6-184-16,0 8-172 0,-7-2-32 0,-6 4-28 16,1 0 0-16,1 6 24 15,-6-3 88-15,6-3-16 0,-2-4-216 0,2-6-36 16,3-9-76-16,-1-3-8 0,9-10 0 16,-3-6-120-16,3-7-12 0,0-2 36 15,0-10-12-15,0-4-84 0,0-6-148 16,3-3-116-16,1 0-28 0,1-6 12 0,-5-7 48 15,8-3-12-15,-4-3 100 0,3-7-45 16,2-2-103-16,3-10 32 0,-1 0 88 0,-2-6 108 16,2-3-28-16,1-2 100 15,4-1-36-15,-4 1 172 0,4 5 36 0,0 3 12 16,4 6 0-16,-4 7 12 0,4 6 84 16,0 3 40-16,-4 12 60 0,0 3 48 0,-1 4 64 0,2 4-40 15,-2 9 96-15,2 6-36 0,-2 0-96 16,1 3 0-16,-8 3-27 0,5 1 3 15,-9-1-64-15,-4-3-60 0,0 1-84 16,0 2-132-16,-9-3-120 0,-3-2-93 0,-4 2-55 16,-3-3 108-16,-2-4 60 31,2-2 64-31,-1 1 156 0,3-6 12 0,2 3 68 0,-1-9 104 16,4 2-28-16,4-2-84 0,0-2-56 15,4 0-4-15,0-2-4 0,4-4-80 16,0-1 24-16,0 0 52 0,0 2-80 15,4 0-32-15,4 5 48 0,0 0 72 0,4 5 340 16,0 0 100-16,4 4-28 0,0 7-59 16,3 1-77-16,5 2 16 15,-3 3-48-15,2-3-28 0,1 0-108 16,0-3-104-16,0-4-4 0,4 1-48 16,-5-7-72-16,5-2-208 0,4-4-156 0,-4 0-109 15,4-4-79-15,-4-2 16 0,0-7-324 16,0 1-1008-16,-8 2-1816 0,12-9-2105 15</inkml:trace>
  <inkml:trace contextRef="#ctx0" brushRef="#br0" timeOffset="8270.71">14001 4553 9852 0,'0'0'2689'0,"0"0"-1157"0,0 0-420 0,0 0 532 0,0 0-8 15,0 0-64-15,-80 38-472 16,52-10-504-16,0 4-319 0,-4 9 3 16,-4 7 84-16,4 6 324 0,-3 6-132 0,3 0-204 15,0 1-136-15,12-7-12 0,4-4 4 16,11-8-28-16,5-4-12 0,0-9-120 16,13-4 12-16,2-6-56 0,6-3-4 0,3-7-120 15,0-2-84-15,3-4-12 0,1-3-16 16,0-3-92-16,0-10-196 0,4-3-84 0,-8 1-36 15,0-4-165-15,-5-1-435 0,-6-2-1020 16,-5-1-1672-16,-5 4-889 16,-3-12-2039-16</inkml:trace>
  <inkml:trace contextRef="#ctx0" brushRef="#br0" timeOffset="8432.105">13809 4864 7352 0,'0'0'5829'0,"0"0"-3573"0,0 0-1164 0,0 0 28 31,0 0 252-31,0 0 108 0,0 0-260 16,84 50-407-16,-52-47-353 0,7-3-196 16,2-3-156-16,-2-6-108 0,5-4-36 0,-8-2-312 0,0-5-356 0,-4 1-233 15,0-3-183-15,-4 0-696 0,-9 3-2508 16,1-9-2861-16</inkml:trace>
  <inkml:trace contextRef="#ctx0" brushRef="#br0" timeOffset="8711.519">14582 4128 1788 0,'0'0'9549'15,"0"0"-5537"-15,-27 104-2308 0,14-47-120 0,1 13 112 16,-4 3-139-16,1 9-177 0,-2 1-208 15,2 4-208-15,-5-3-156 0,-1-1-160 16,2-6-204-16,-1-2-264 0,4-8-108 16,0-3-72-16,4-10 0 0,0-7-84 0,4-5-156 15,0-10-24-15,8-5-24 0,0-7-72 16,0-4-36-16,0-7-40 16,12-2 16-16,0-7-136 0,4 0-180 0,4-13-328 0,4-3-589 15,-1-3-931-15,2 3-2496 0,10-12-2789 16</inkml:trace>
  <inkml:trace contextRef="#ctx0" brushRef="#br0" timeOffset="9024.526">15092 4638 860 0,'0'0'13413'0,"0"0"-11381"0,0 0-1184 0,0 0-412 15,0 0 196-15,-80-6 536 0,48 16-176 16,-4 2-628-16,-3 4-328 0,-1 3-36 15,0 1-96-15,4 5 48 0,0-3 48 16,1 0 56-16,3 3 4 0,0-2 28 0,8-1-4 16,0-3 60-16,8 0-8 0,0-2-64 15,8-3 0-15,4 3-8 0,4-2-64 16,0 4-52-16,4 1 52 0,4-1 8 16,4 0 104-16,4 3-16 0,4-3 40 0,-1-2 9 15,9 2 51-15,-3-8-16 0,3 6 24 16,3-1-20-16,-3-4-64 0,4 1-120 15,4-4-288 1,0 1-272-16,-1 0-229 0,10-4-55 0,-6-3-404 16,2 3-856-16,-9-6-2144 0,15 4-1437 0</inkml:trace>
  <inkml:trace contextRef="#ctx0" brushRef="#br0" timeOffset="10368.333">15515 4168 5244 0,'0'0'560'15,"0"0"3848"-15,0 0-2655 0,0 0-193 0,0 0-572 16,83-31-316-16,-59 22-284 0,-4-5-112 16,8 2-60-16,-4-1-116 15,-1 1-8-15,1-1 44 16,-3 3-124-16,-2 1 64 0,1-1-16 15,-3 1 4-15,-6-1 0 0,1 7 8 0,-4-3 4 16,-4 2 0-16,0 2-64 0,0 2 36 0,0-5-48 16,0 3 0-16,-4 2-60 15,4-3-40-15,0 3 0 0,-4 0-24 16,0 0-76-16,0 0-80 0,-4 3-120 0,0 6 384 16,-4 7 16-16,-4 7 0 0,0-1 76 0,-4 6 100 15,0 1-24-15,-3 3-92 0,-1 3 120 16,-1-4-80-16,2 7 40 0,-5 0-140 15,4 3 84-15,-8 5 92 0,3 1 212 16,6-6 20-16,-5 3-172 0,9-9-64 16,2 0-108-16,1-6-64 0,0 0 0 0,4-7 0 0,4-2 0 15,0-6 0-15,1 2 0 16,3-6-12-16,0 0-188 0,7-4-24 0,1-4-124 0,5-2-124 16,2 0 72-16,1 0-192 31,-4 0 40-31,4-6 96 0,0 1 156 15,-5-2 108-15,-2 4 192 0,3-1 80 16,-5 1 188-16,-2 0 32 0,-1 3-60 0,-4 0-76 0,4-2-12 16,-4 2 12-16,0 0-76 0,0 0 24 15,0 0 24-15,0 5-60 0,0 2 228 16,0 6-4-16,0 0 0 0,0 1-28 0,-4 6 16 0,4 2 44 16,0 1-72-16,0 2-24 15,0 1-40-15,0 0 16 0,0-1 68 16,0 3 76-16,0 4 60 0,-4-4-72 0,4-2-52 0,-5 2-36 15,2-2 60-15,-1 2 40 16,0 1 177-16,0-4-121 0,0 4-96 16,0-1-96-16,-1 1-196 0,-2-4-16 15,3 0-8-15,0-3 84 0,0 1 12 0,0-1-36 16,0 0 24-16,0 1 36 0,0-1-12 16,-4 3-104-1,0-2-4-15,4-2 108 0,-4-2 60 16,0-2-12-16,0 2 112 0,1 0-100 15,-2 0-84-15,1-3-12 0,0-3-64 0,1-1-8 16,-2 1 0-16,5-4-8 16,0-2-40-16,1-1-12 0,-1 0-84 15,-4 0-12-15,3-1 20 0,-3-3 16 0,1 2-36 16,-5-4-24-16,3 2-16 0,-2-2 100 0,-6 0 36 16,2 0-24-16,-1 0-60 0,0-6-136 15,0-1-204-15,0-5-17 0,0-1-215 16,0-3-528-16,-4-2-568 0,-4-1-800 15,1 2-568-15,3 2-1553 0,-20 2-635 0</inkml:trace>
  <inkml:trace contextRef="#ctx0" brushRef="#br0" timeOffset="13961.337">18857 3454 3552 0,'0'0'976'16,"0"0"3740"-16,0 0-3400 0,-92-41-491 16,57 31-449-16,-9 1 136 0,0 3 128 0,-3 2 176 15,-9 4-220-15,-4 0-64 0,-4 4-4 16,-3 8 0-16,-1 7 64 16,-1 3-92-16,2 10-16 0,-1 0-124 15,1 9 60-15,-1 4 60 0,-4 2 24 16,1 7-136-16,-1 0-100 0,4 7-108 15,-4-1-60-15,5 1-28 0,-1 5-72 0,4 0-60 16,5 4-16-16,3 1 72 0,4 5 4 0,4 3-84 16,8 0 84-16,4 0 4 0,8 4 92 15,9-1-8-15,2 0-28 0,10 8-48 16,3-1 88-16,4 0-56 0,8 3-44 16,12-3-12-16,3-3-76 0,9-1-92 15,8-2 116-15,8 3 60 0,8-4-4 16,7 1-4-16,9-4 12 0,8 4 0 15,8-1 88-15,3-2 8 0,12-4-40 16,9 0-52-16,8-3 4 0,7-3 116 0,8-4-4 0,5 1-108 31,8-6 40-31,7-1-52 0,5-3 0 0,6-3-88 16,6 0-56-16,3-3-76 0,8-1 96 16,4-1-96-16,13-5 0 15,-1 0 48-15,8-3-48 0,1-2-52 0,3-4 100 16,0 0 36-16,5-10-36 0,3 0 100 15,0-6-116-15,0-3-196 0,3-10 124 16,1 0 88-16,5-2 108 0,3-4 64 0,4 0 52 16,1-7-52-16,-2-2-112 0,1-4 12 15,0-6 12-15,-7-3 0 0,-9-7-120 16,-8-5 208-16,-8-4 212 0,-8-7 52 0,-7-6 144 16,-9-7 24-16,-8-5-120 0,-7-3-300 15,-9-7-12-15,-8-7-64 0,-3 1-8 0,-13-7 8 16,-8 1 128-16,-11-8-32 0,-16 5-32 0,-12-11-100 31,-13 4 100-31,-15-4 152 0,-12 1-28 16,-16-4 12-16,-8 4-36 0,-13 0 132 15,-7 3-232-15,-11-4-8 0,-13 1-88 0,-12-1-28 16,-12-2-24-16,-8 2-200 16,-12-2 16-16,-7 2 196 0,-13 4 72 15,-7 2 64-15,-9 5 64 0,-15 1-64 0,-5 10 76 16,-8 0 72-16,-7 4-100 0,-1 6 64 0,-2 1-52 15,-2 2 52-15,0 4-36 0,-4-1-24 16,-2 8-52-16,-5-1-124 0,-6 5 52 16,6 5-28-16,-8-1 88 0,4 4-64 0,0 3 68 15,-2 3 8-15,-2 1 24 0,-4-1 64 16,3 6-88-16,1-3 136 0,4 3-132 0,4-2-4 16,3 2-60-1,1 1-16-15,3 0-48 0,-3-2-236 16,8-1 40-16,-5 2-40 0,1-3 72 15,3 0 24-15,-3-2 128 0,0 3 44 0,-9-2-8 16,1 5-36-16,-4-1 8 16,-2 7-272-16,6-3 8 0,0 6-292 15,3 0 304-15,6 6 76 0,6 1 304 0,1 7 12 16,10 3 92-16,6 2 12 0,8 0-116 16,11 7-48-16,5-1-120 15,3 9-188-15,8 1-768 0,9 3-589 0,3 0-471 0,20-3-692 0,-12 9-1368 16</inkml:trace>
  <inkml:trace contextRef="#ctx0" brushRef="#br0" timeOffset="44861.47">2307 8594 1488 0,'0'0'4136'16,"0"0"-212"0,0 0-2720-16,-8 80 325 0,-1-46-241 0,5 2-120 15,0 5-248-15,1 3-88 0,-1 3-148 16,4 5-188-16,0 2-100 0,0 0-24 15,0 6-28-15,0-3-24 0,0 3-48 0,0 1-100 16,0-4-24-16,0-3-16 0,0-7-72 16,0-5-60-16,0-10-8 0,0-4-40 15,0-5-60-15,4-5 44 0,-1-1 4 0,-3-5-12 16,4-3-284-16,0-2 36 0,1-1-24 16,-1-3-40-16,-4 0-172 0,4 1 8 0,-4-4-100 15,4 0-284-15,-1 0-560 16,-3 0-860-16,4-7-865 0,0-2-2087 0,-4 2 2816 15,4-12 2292-15</inkml:trace>
  <inkml:trace contextRef="#ctx0" brushRef="#br0" timeOffset="45163.63">2327 9293 3820 0,'0'0'224'0,"0"0"3912"0,0 0-2156 0,0 0-843 16,0 0-73-16,0 0 124 0,0 0 92 0,0 0-172 16,0 0-164-16,0 0-212 15,0 0 96-15,19-10-224 16,-15 10-4-16,8-3-72 0,-4 3-164 0,8-4-144 16,0 4-84-16,4-2-76 0,0-1-52 0,0 0 0 15,4-1-8-15,-1 2-8 0,1-3-64 16,-3-1-4-16,-1 0-44 0,-1 4-196 0,1-5-100 15,-4 0-36-15,0 2-200 0,0-2-248 16,-4 3-280-16,0-2-416 0,0 3-268 16,-4 0-288-16,-4-1-617 0,0 1-1967 15,0 1 2428-15,-4-2 1852 0</inkml:trace>
  <inkml:trace contextRef="#ctx0" brushRef="#br0" timeOffset="45549.316">2701 8760 1200 0,'0'0'520'0,"0"0"188"0,0 0 5696 0,0 0-4295 16,0 0-557-1,0 0-276-15,0 0 92 0,0 0 16 16,0 0-376-16,-4 0-424 0,4 3-176 0,0 0-64 16,0 6 24-16,4 1 88 0,0 6 240 15,0 3-272-15,0 6-128 0,0 1-128 0,-1 2-44 16,1 4-40-16,1 6-76 16,-1 6 4-16,0 5 0 0,0 7 48 0,-4 1-60 15,4 0-4-15,-4 1-56 0,0-4 56 16,3-4-56-16,-3-5 48 0,4-10-36 15,1-3 36-15,-1-4-48 0,0-9-36 0,4-3-124 16,-5-3-132-16,1-7-136 0,0 0-136 0,1-1-4 16,-1-5-100-16,4 0-684 15,-1-5-1172-15,1-1-2557 0,5 0-2019 16,-6-10 7092-16</inkml:trace>
  <inkml:trace contextRef="#ctx0" brushRef="#br0" timeOffset="46018.27">3274 8934 716 0,'0'0'2660'15,"0"0"6433"-15,0 0-7029 0,0 0-1108 16,0 0-24-16,0 0 240 0,0 0-12 0,0 0-252 16,0 0-284-16,80 79-112 15,-56-54-24-15,4 5 109 0,-1 1-65 16,1 4-228-16,-3-3-96 0,3 3-16 0,-4 0-96 16,-4-3-88-16,-1-4 0 15,-2-6 4-15,-2-2-12 0,-2-5-44 0,-2-5-88 16,1-4-196-16,-4-3-228 0,4-3-77 0,-4 0-59 15,0 0-80-15,-4-3-108 0,4-3-612 0,0-4-836 16,-4-3-1652-16,4-2-1117 0,-4 2-315 16,0-12 4517-16</inkml:trace>
  <inkml:trace contextRef="#ctx0" brushRef="#br0" timeOffset="46242.92">3708 8874 3760 0,'0'0'312'16,"0"0"5880"-16,0 0-4223 0,0 0-373 0,0 0-404 16,0 0 132-16,-71 82-192 0,56-53-280 15,-6 6-224-15,-3 2-160 0,0 5-88 16,1 0-136-16,-1 5-132 0,-4-3-64 16,0 7-48-16,0-3-8 0,4 0-52 0,-4-3-4 15,5-1-8-15,2-9-160 0,5-7-136 16,4-6 60-16,5-6-132 0,3-3-140 0,0-7-128 15,4-6-252-15,4 0-688 0,4-3-940 16,7-7-557-16,-2-2-2459 0</inkml:trace>
  <inkml:trace contextRef="#ctx0" brushRef="#br0" timeOffset="46616.276">4084 8610 3756 0,'0'0'9485'15,"0"0"-7521"-15,0 0-1184 0,0 0-152 16,0 0 628-16,0 0 12 0,0 0-444 0,8 96-360 15,-5-58-76-15,5 6 52 0,-4 6 217 0,5 5-281 16,-2-1-84-16,-3 3-160 0,0 1-36 16,-4-2-20-16,0 1-68 0,0-3-8 15,0-7 0-15,-8 2-52 0,5-8-8 0,-1-3 12 16,4-10-72-16,-4-5-196 16,4-4-132-16,0-6-161 0,0-4-183 0,4-2-100 15,3-4-204 1,1-3-488-16,5-3-604 15,2-4-912-15,1-6-2373 0,-4 1 29 0,12-10 5432 16</inkml:trace>
  <inkml:trace contextRef="#ctx0" brushRef="#br0" timeOffset="46942.816">4705 8876 2752 0,'0'0'9253'0,"0"0"-6137"0,0 0-1432 0,0 0-220 0,0 0-308 15,0 0-348-15,-95 45-492 16,67-25-240-16,-8 2-76 0,-1 0-8 0,-2 3 0 31,-1 3-56-31,1 2-44 0,-2-2-112 0,9 1-24 0,8-10 144 0,5 0 88 16,6-7 8-16,9-5-8 0,1-1-84 16,3-2-112-16,3 1 12 0,6-1 156 0,7 5 40 15,0-2 148-15,7 0 24 16,5-2 36-16,0 4 36 0,4-2 136 0,4 3 36 15,-5-3-136-15,1 2-136 0,-4-4-72 16,4 2-72 0,-4 0-8-16,-4-1-76 0,4 1-24 15,0-4-52-15,0 3-228 0,-4-6-212 0,3 3-72 0,-3 0-288 16,4 0-804-16,-3 4-832 0,3 3-1641 16,0 5 1917-16,-9-5 1836 0,-3 2-2052 15</inkml:trace>
  <inkml:trace contextRef="#ctx0" brushRef="#br0" timeOffset="48891.902">2410 10017 1108 0,'0'0'732'0,"0"0"492"0,0 0-1208 0,0 0 372 0,0 0 2128 31,0 0-620-31,0 0-1192 0,0 0-176 0,0 0 340 15,0 0 205-15,0 0-137 0,-8 7-88 16,8-7-188-16,0 0 40 0,0 0 172 16,0 0-64-16,0 0 8 0,0 0 16 0,0 0-76 15,4 0-188-15,-4 0-116 0,0 0-132 16,0 2-88-16,0-2-84 0,0 3-12 16,0-3-52-16,4 10-76 0,0 0 92 0,-1 5-40 15,2 8-56-15,3 2 8 0,0 0 132 16,-1 1-44-16,6-1-40 0,-5-2-48 15,-1-5 0-15,6 2 36 0,-1-5-40 0,-5-5 68 16,6-1-64-16,-2 1 60 0,-3-3-72 16,5-4-80-16,-2 0-92 0,-3 0-24 15,5-3-36-15,-6 0-12 16,5 0 0-16,0 0-76 0,0 0-60 16,0-3 0-16,0 0 20 15,0-4 16-15,4-2 8 0,-4-2 28 0,0 3-28 16,0-9-24-16,-1 2-56 0,2-3-112 15,-5-6 176-15,-1 2-52 16,2 0-24-16,-1-3-4 0,-1 6 128 0,1-4 72 0,1 4 4 16,-1 6 128-16,3-2 20 0,-2 3 68 0,6-1 12 15,-3 3 156-15,4 1-44 0,4-1-24 0,-4 0 4 16,8 1 112-16,0 3 136 0,-1 2-84 16,1-2-116-16,4 6-80 15,0 0 80-15,0 0-88 0,0 3-44 0,0 6 80 16,4 1-84-1,-4 0 4-15,-4 3-4 0,3-1 92 0,-3 4-92 0,-3 3 132 16,3-3 4-16,-5 3-52 0,-2 0 124 0,-2 0-4 16,-3 3-200-16,4 3 32 0,-4-2 72 15,0-1 408-15,-4-6-172 0,-1 0-348 0,-7-3-64 16,5 0-148-16,-5-4 88 16,0-4-24-16,0 2 16 0,0 0-68 0,0-4-100 31,0 0 24-31,0 1 112 0,0-4 24 0,0 0-12 15,0 0-12-15,0-4 152 0,0-2 12 16,0-3 12-16,4-8-12 0,4-4-216 0,0-4-48 16,4-5 36-16,0 1-28 0,4-2-404 15,-4 2 32-15,3 1 244 0,2 0 0 16,-6 5 204-16,6 4 180 0,-6 0 48 16,2 3 156-16,-2 3-128 0,6 0 0 15,-6 1 56-15,6-1-20 0,2 4 96 0,-3-1-4 16,7 1-140-16,-2 3 12 0,-1-1 76 15,-1 7 28-15,2 0-28 0,-1 0 104 16,-5 2 0-16,6 12-132 0,-2-5 4 0,1 4 216 16,-4 0-116-16,8-1 0 0,-4 4-128 15,4-3 164 1,4 0 568-16,-4-4-92 0,-1-3-740 16,1-1 0-16,-3-3-112 0,-6-2 64 15,5 0-104-15,1 0 76 0,-6 0 16 0,1-2 8 0,0-5 40 0,-5-3 4 16,6 3-180-16,-6-2-276 15,-2 0-168-15,-1-4-176 0,0 0-324 0,-5 0-925 16,6 1-2463-16,-5 2-1792 16,0-5 6233-16</inkml:trace>
  <inkml:trace contextRef="#ctx0" brushRef="#br0" timeOffset="50041.618">5598 8934 516 0,'0'0'4'0,"0"0"1076"0,0 0 5288 0,0 0-4128 0,0 0-795 16,0 0-393-16,15-77 144 16,-11 63-44-16,1-5-260 0,-1-1-300 0,0-2 20 0,-4 3-92 0,3-3-172 15,1-1 12-15,4 1 32 0,-4 0 4 16,5-1-16-16,-6-2-124 0,5 0-12 15,0 3-60-15,1-4-12 0,-2 4-64 16,1-3-20-16,3-5-40 0,2 5-40 16,2-2 48-16,-2 0-56 0,6 2-8 0,-2 0 4 15,-2 0 4 1,2 2 0-16,3 0 0 16,-5 4 72-16,2 0 16 0,-2 5 20 0,5-3 0 15,-4 4 100-15,0 1 120 0,0 2-180 0,0 1-100 0,4-1-48 31,0 4-4-31,0 0-44 0,8-4 36 0,-4 7-64 16,-1 0 64-16,5 0-84 0,-4 3 36 16,4 3-12-16,-4 6-40 0,-1 4 52 0,-2 3 0 15,3 6 12-15,-4 3-12 0,-1 8-4 0,2 0 16 16,-10 9 44-16,6 0-4 0,-6-1 8 16,2 3 4-16,-5-2 44 0,3-1-44 0,-3-3-4 15,4-7-8-15,-4 4 0 0,0-5-4 16,1-5 8-16,-6 0-56 0,1-6-112 31,0-3-120-31,0-3-12 0,-4-4-284 16,0-3-136-16,0 1-288 0,0-4-608 0,-4 0-640 15,0-3-2537-15,-3 0-3419 0,-6 0 7277 16</inkml:trace>
  <inkml:trace contextRef="#ctx0" brushRef="#br0" timeOffset="50311.759">6251 8708 3240 0,'0'0'180'0,"0"0"5512"0,0 0-3867 0,0 0-513 16,4 74 40-16,3-55-236 0,2 0-108 0,3-3-192 15,-1 3-164-15,6-3-108 0,-6-4 0 16,6 1 12-16,-2-3-176 0,5-1-12 16,-3-3-100-16,2 1-24 0,-2-4-20 15,6-3-80-15,-3 0-96 0,0-3 28 16,8-10-16-16,0-3-60 0,-1-9-72 0,5 0-148 15,1-7-88-15,-1 0-120 0,-5-6 24 16,1 3-64-16,-4-1-24 0,0 3-264 16,-9-3-352-16,-6 1-440 0,-1 6-476 15,-4 1-933 1,-4 12-2287-16</inkml:trace>
  <inkml:trace contextRef="#ctx0" brushRef="#br0" timeOffset="51159.941">7278 8797 40 0,'0'0'9884'0,"0"0"-7615"16,0 0-753-16,0 0-296 0,0 0 24 15,0 0-104-15,0 0-324 0,4 83-164 0,1-51-160 0,-1 6-60 0,0 4-80 16,0 2-44-16,-4 7-76 0,0 3-112 16,-4 2-116-16,-4 4 44 0,-1 1 16 0,-2-4-64 15,3-3-4 1,4-9 0-16,-1-13-12 0,5-4 4 15,0-9-60-15,0-6 24 0,0-7-76 0,5 1-276 16,-5-7-212-16,4 0-200 0,4 0-164 16,-4-4-380-16,3-5-952 15,2-4-2021-15,3 0-1555 0,-5-9 3240 0</inkml:trace>
  <inkml:trace contextRef="#ctx0" brushRef="#br0" timeOffset="51338.06">7347 9315 312 0,'0'0'1568'16,"0"0"1376"-16,0 0 2256 0,0 0-3499 15,0 0-457-15,0 0 140 16,0 0-108-16,0 0-184 0,0 0-232 0,79 3-216 16,-51 4-152-16,4-1-148 0,-4-3-48 0,0 1-112 15,0-4-124-15,-4 0-60 16,-1-4-12-16,1 1-196 0,0-7-384 16,-3 1-108-16,2-4-208 0,-3 4-320 15,-3-5-1708-15,2 0-2785 0,-12 3-1574 16</inkml:trace>
  <inkml:trace contextRef="#ctx0" brushRef="#br0" timeOffset="51614.547">7662 8975 3416 0,'0'0'4'16,"0"0"552"-16,0 0 3968 0,0 0-2972 15,0 0-503 1,0 0-101-16,0 0 52 0,0 0-108 0,0 0-236 15,0 0 228-15,28 51-112 16,-21-26-212-16,5 7-76 0,-3 1 52 0,-2 1-116 16,5 4-24-16,-8 0-152 0,1 4-36 15,-2 2-84-15,1 1-40 0,0-1 188 16,-4-2-264-16,0-4-8 0,4-4-8 16,-4-2-104-16,0-7 40 0,4-5-272 15,-4-2-124-15,4-8-64 0,-1-4-48 0,6 0-116 16,-1-6-224-16,0 0-136 0,4-6-288 0,4-3-320 15,0-7-1201-15,-1-6-2523 0,-3 6 4460 0,8-13-1616 16</inkml:trace>
  <inkml:trace contextRef="#ctx0" brushRef="#br0" timeOffset="51899.469">8180 8838 1668 0,'0'0'720'0,"0"0"5172"0,0 0-3163 0,0 0-1137 0,0 0-304 16,0 0 28-16,0 65-20 0,4-34-376 15,-1 4-200-15,1 3-176 16,0 6-64-16,0 1-52 0,-4 9-96 0,0 0 32 16,0-1-80-16,-12 5-188 0,5-4-36 15,-2-3-12-15,-3-7-48 16,1-2 0-16,2-11-72 15,1-5-112-15,5-7-36 0,3-7-208 0,-4-5-136 0,4-1-148 0,4-6-40 16,3 0-416-16,10-6-744 0,2-10-944 0,5-3-2549 16,-4 0-827-16,16-16 5961 0</inkml:trace>
  <inkml:trace contextRef="#ctx0" brushRef="#br0" timeOffset="52282.24">8706 8994 4516 0,'0'0'992'0,"0"0"4605"0,0 0-4057 16,0 0-380-16,0 0-248 0,-88 42-4 0,56-23-128 15,0 0-332-15,-4 3-236 0,5 0-136 16,-6 1-76-16,5-4-4 0,0 3-44 16,4-7-4-16,5 5-8 0,3-8 8 0,3-3 40 15,10 2 0-15,-1-5-64 0,4 1 76 16,0-1 84-16,4 0-80 0,0 0 44 0,0 1 16 15,8 2-16-15,0 1 116 0,4-1 172 16,0 1 144-16,3 3-132 0,2-4-88 16,7 4-40-16,0-1-60 0,3 1 0 0,1 3 0 15,4 0-40-15,0-1-76 0,4-2-40 16,-4 4-4-16,0-5 12 0,-4 1-4 16,0-4 0-1,-1 1 0-15,-3-1 48 0,0 1-52 16,-8-4-4-16,4 0 0 0,-9-3-4 0,2 1 0 15,-5-1 0-15,-1-3-56 0,2 0-88 16,-5 0-308-16,0-3-172 0,0-1-200 0,-1 1-344 0,1-3-972 16,0 3-2317-16,1-3-2927 0,-5-1 5456 15</inkml:trace>
  <inkml:trace contextRef="#ctx0" brushRef="#br0" timeOffset="54214.439">6478 9128 10884 0,'0'0'2285'16,"0"0"-1293"-16,0 0-296 0,0 0-4 15,0 0 104-15,0 0-24 0,0 0-92 16,0 0-220-16,84 16-140 0,-56-13-124 16,0 0-12-16,0-3-24 0,-4 3-148 15,-1 1-12-15,1-1-12 0,-4-3 0 0,-1 0-160 0,-2 0-136 0,-6 0-344 16,2 0-92-16,-5 0-168 16,-4 0-308-16,-4 0-644 15,0-3-729-15,0 3-1447 0,-4 0-812 16,0 0 3940-16,-13 0 77 0</inkml:trace>
  <inkml:trace contextRef="#ctx0" brushRef="#br0" timeOffset="54385.712">6530 9264 1812 0,'0'0'432'0,"0"0"2072"0,0 0 2212 0,0 0-2975 0,0 0-457 0,0 0-136 16,0 0-16-16,0 0-112 0,0 0-180 0,0 0-228 15,0 0-164-15,63 57-240 0,-46-53-132 16,2-4-76-16,-2 3-436 15,-2-3-160-15,-2 0-180 0,2 0-408 0,-7 0-832 16,4 0-2253-16,-4 0-2415 0,-8-7 6412 0</inkml:trace>
  <inkml:trace contextRef="#ctx0" brushRef="#br0" timeOffset="54849.815">5980 8950 964 0,'0'0'524'16,"0"0"8456"-16,0 0-7167 0,0 0-957 15,0 0-92-15,0 0 352 0,0 0-124 16,0 0-288-16,0 0-268 0,0 0-64 0,0 0-48 16,-12-6 20-16,12 6 76 0,0 0-100 15,0 3-160-15,0 3-96 0,0 4 56 16,0 2 76-16,8 7 28 0,3 4 80 15,2 5 160-15,2 1-12 0,6 6-160 16,-1 3-84 0,3 0-76-16,-3 6-24 0,5 7-60 15,-6 0 16-15,1 0-28 0,-3-1-36 16,-2-1-112-16,1-8-8 0,-4-10 12 0,-1-2-100 0,2-7-108 0,-1-2-12 0,0-8-76 16,-4 1-48-16,0-7-112 0,-1-4-100 15,2 3-328-15,-1-3-456 16,-1-2-568-16,-3-2-736 0,5-5-2417 0,-1 1-978 0</inkml:trace>
  <inkml:trace contextRef="#ctx0" brushRef="#br0" timeOffset="55243.626">6481 8982 272 0,'0'0'1200'16,"0"0"5776"-16,0 0-4904 15,0 0-643-15,0 0-277 0,0 0-20 0,0 0-96 16,0 0-232-16,0 0-212 0,0 0-132 16,-71 61-52-16,60-47 4 0,-2 5 8 0,1 1-100 15,1 2-76-15,-6 7-60 0,-3-1-24 16,1 7-24-16,-1 6-24 0,-5 1 8 0,-3 5-8 15,1 1-28 1,0 0 4-16,-1-1-76 0,0 4 0 16,3-6-4-16,-3-4 52 0,4-4-56 15,1-1 0-15,7-4-4 0,0-7 0 0,4-3-8 0,4-6 0 0,0-5-40 16,8-3 36-16,-4-2-184 0,4-2-48 31,0-4-4-31,0 0-20 0,0 0-116 0,0 0-60 0,0 0-52 0,4 0-184 16,4-4 16-16,0-2-596 0,4-7-908 15,0 1-2013-15,-1 2-3151 0,6-12 7252 16</inkml:trace>
  <inkml:trace contextRef="#ctx0" brushRef="#br0" timeOffset="95007.65">2653 11100 1892 0,'0'0'6744'0,"0"0"-5244"0,0 0 1505 0,0 0-1809 0,0 0 292 15,0 0-208-15,0 0-68 0,0 0-240 16,12-38-248-16,-12 38-88 0,0 0-124 0,0 0-148 16,0 0 13-16,0 0 183 15,4 0-136-15,-4 0-136 0,0 0-84 16,0 6-32-16,0-3-52 0,4 9-12 0,-4 5 0 31,4 5 28-31,0 6-76 0,-4 11-48 16,0 2 36-16,-4 10 24 0,-4 2-72 0,-4 8 0 15,-4 2-8-15,0 4-40 0,4-7 44 0,-4 1-8 0,4-4 12 16,5-3-8-16,-2-7-260 0,5-5 148 16,0-4 0-16,0-7 24 0,4-5-12 15,0-3-64-15,0-9 76 16,0-3-12-16,0-3 0 0,0-4-76 0,0-1-20 16,0-3 8-16,0 0 40 0,0 0-52 15,0-3-45-15,4-1 9 0,-4-2 136 0,4 0-200 16,5-3 248-16,-5-7-36 15,3 0 48-15,1-3 48 0,0-3-4 16,0 0-64-16,0-1 60 0,4 2 8 0,-4-2-12 16,4-2-24-16,0 3 36 0,0-1 40 0,0 1-40 15,0 3 0-15,0 0 0 0,-4 0 4 16,4 5 8-16,-4 2 52 16,-4 6-52-16,0-1 84 0,-1 4 52 0,1 3 32 15,-4 0 4-15,0 0-16 0,0 0 4 0,0 0-75 16,5 7-37-16,-5 2-52 0,4 3 80 15,0 5-28 1,0 2-60-16,3 6 144 16,-3-3-24-16,-4 4-68 0,4 3-44 0,-4-4 4 0,0 0-4 15,0 4-8-15,0-1 0 0,0 1 0 0,0-4 8 32,0-3-4-32,0 1 0 0,0-4-4 0,-4-7-48 0,4 1-28 15,0-3-68-15,0-1-24 0,0-5-77 0,0 2-107 16,0-6-76-16,0 3-32 0,0-3-32 15,4 0-364-15,5-3-772 0,-1 0-712 16,3-4-584-16,6 1-221 0,2-3-2823 0</inkml:trace>
  <inkml:trace contextRef="#ctx0" brushRef="#br0" timeOffset="96227.616">3203 11941 5764 0,'0'0'6013'16,"0"0"-4313"-16,0 0-988 0,0 0-192 0,0 0 700 15,0 0-92-15,0 0-308 0,0 0-376 16,0 0-148-16,0 0 12 16,0 0 36-16,36 70 184 0,-36-51-236 0,0 0-144 15,-4 0-48-15,-4 3-96 0,-5-3-4 0,2 0-184 16,-1 0-60 0,0 0-28-16,0-2-60 0,4-9-144 0,0 3-44 0,4-5-36 0,0-6-176 0,4 0-396 15,0-6-752-15,0-5-548 0,0 3-1465 16,4-15-591-16</inkml:trace>
  <inkml:trace contextRef="#ctx0" brushRef="#br0" timeOffset="96993.353">3669 11083 6672 0,'0'0'2764'0,"0"0"9"0,0 0-1177 0,0 0-268 15,0 0-16-15,0 0-180 0,0 0-144 0,20 86-224 32,-12-48-152-32,-4 3-88 0,3 11 100 15,-2-2-236-15,-5 8-144 0,4-1-3 16,-4 3-57-16,0 0-88 0,-9 1-84 0,-2-4 0 16,-1-3-12-16,0-10-44 15,0-2 32-15,4-11-60 0,0-5 12 0,4-11-28 0,4-2 4 16,0-7-25-16,0 1-3 0,0-7-80 15,0 0-52-15,0 0 48 16,0 0 28-16,4-7-188 0,1-2 4 0,-2-1 72 0,1-5-64 16,0-4 96-16,4-7-80 0,-4 1 44 0,4-8 48 15,-4 3 112-15,0-3 28 16,4-1-40-16,0-1-36 0,0 3 8 16,4 0 28-16,-1 3 124 0,2 7-36 0,2 3 48 15,-2 7 96-15,2 2 152 16,2 4 24-16,-2 3 36 0,-2 3-12 0,2 0 0 15,-7 0-24-15,5 0-40 0,-6 6 0 16,-3 0-60-16,0 1-64 0,0-1-100 0,-4 3-8 31,0 1-12-31,0 3-96 0,-4 2 8 0,-4 5-68 16,1-4-104-16,-10 2-8 0,6 2 20 16,-2-4 108-16,1 0 152 0,5-7 136 15,-1 0 36-15,3-2-12 0,1-1-12 0,4-3 0 16,0 0-64-16,0 1-24 15,0-1-56-15,0 0 4 0,0 6-8 0,4-2 76 16,1 5 32-16,7 2 28 0,-5 2 48 0,6-2 36 16,2 5-112-16,6-2-20 0,-6 1 32 15,5-1-60-15,0-1 4 0,4-7 44 16,-4 4-56-16,4-7-52 0,-5 1-84 16,2-4 24-16,3-3-88 0,-5 0-60 15,1 0-132-15,1 0-212 0,-6-3-320 16,1-7-452-16,-4 4-1184 0,0-1-1905 0,-4-5-2223 0</inkml:trace>
  <inkml:trace contextRef="#ctx0" brushRef="#br0" timeOffset="97635.616">2155 11408 6808 0,'0'0'2944'16,"0"0"-1035"-16,0 0-601 15,0 0 12-15,0 0 484 0,0 0-628 0,0 0-332 0,0 0-180 0,0 0-48 16,0 0 216-16,0 0-272 0,-56 29-192 16,48-18-28-16,-8 9-136 0,4 2-55 0,-4 3-29 15,1 4 4-15,-2 3-28 0,6 6-36 16,-5 3 0-16,4 0-48 0,0 7-12 16,8 3-64-16,4 0 60 15,0-1 0-15,0 1-176 0,4-7-16 16,11 2-25-16,2-9 41 15,7-2-100-15,3-5-72 0,6-5-112 16,10-6-320-16,4-7-544 0,9-5-212 16,4-5-460-16,-8-2-904 0,32-9-2461 0</inkml:trace>
  <inkml:trace contextRef="#ctx0" brushRef="#br0" timeOffset="98134.84">4438 11248 7432 0,'0'0'3160'16,"0"0"-1115"-16,0 0-733 15,0 0 180-15,0 0-48 0,0 0-304 0,76 71-276 16,-57-46 20-16,6 0-384 16,-1 1-60-16,0 2-60 0,-1-3-104 15,1 5-68-15,-4 1-12 0,3-3 33 0,-2 4 307 16,-9 0-236-16,-4-3-188 0,0-1-104 16,-8 1-8-16,0 3-84 0,0 2-48 15,-12 5 36-15,-4-5 48 0,-5-2-112 0,2 0-68 16,-5 0-52-16,-4-1-109 0,4-1-35 0,-3-2 92 15,3-2-92-15,0-7-188 0,3-1-468 0,2-5-632 0,-1 0-816 16,8-4-1413-16,-8-3-1587 0</inkml:trace>
  <inkml:trace contextRef="#ctx0" brushRef="#br0" timeOffset="99060.489">5366 11592 272 0,'0'0'5112'16,"0"0"-2796"-16,0 0-500 0,0 0-343 0,0 0 171 15,0 0-180-15,0 0-152 0,0 0-128 16,0 0-288-16,0 0-140 0,72 3-252 15,-64-3-108-15,4 2-104 0,-8-2 16 16,4 4-88-16,0-1-48 0,-4 1-28 16,0-1 16-1,-4 4-36-15,4-5-4 0,-4 1-60 16,0 4 40-16,0 2-40 0,-8-2-60 0,0 2-52 16,-4 1-120-16,0-4 24 0,4-3 40 15,-4 1 48-15,4-1-4 0,-3-3-8 16,2 0-76-16,1 0 140 0,4 0-52 15,-3-3-12-15,3-4-16 0,0 1 16 16,-1-1 12-16,1-2-4 0,4-1-80 0,-4-3-28 0,4 1 60 16,0-5-24-16,4 5-12 0,9-1 0 15,-6 5 16-15,1-3 68 0,5 8 64 16,-2 3 64-16,-3 0 8 0,4 0-24 16,-4 3 16-16,0 4 84 0,-4 2 24 0,0 0-76 15,-1 2-8-15,-3-3 20 0,0 3 4 31,0-1-52-31,0-5 16 0,-3 5-64 0,-1-4 32 16,-4 1-44-16,0-4-88 0,4-1-80 16,-4-2-32-16,0 0-44 0,0 0-52 0,5 0-108 15,-1 0-80-15,-1-2-36 0,1-4-128 0,0 0-244 16,4-5-708-16,0 3-724 0,0-2-2069 0,4-3-1427 0</inkml:trace>
  <inkml:trace contextRef="#ctx0" brushRef="#br0" timeOffset="99781.692">6346 11484 8536 0,'0'0'2521'16,"0"0"-865"-16,0 0-1056 0,0 0-4 0,0 0 76 16,0 0-128-16,0 0-344 0,0 0-124 15,0 0 64-15,56-70 12 0,-40 53-40 16,0 2-52-16,5-1 56 0,-6-3-68 16,5 3 40-16,-1-3-36 0,2 3-52 0,-5 1-4 15,0-1-8-15,0-1-40 0,-4 8 52 0,-1-4-8 16,-2 7-44-16,-1 0-20 0,-1-1 8 15,-3 7-60-15,0 0 124 0,1 4 12 0,3 5 236 16,-5 3-16-16,5 4 92 16,0 10 112-16,-3 0-164 0,-1 5-96 0,-1 4-64 15,1 3-64-15,0 4 16 0,-4 2-60 32,4-3 44-32,-4 0 4 0,0 1 8 15,0-1 88-15,4-3 0 0,-4-6-24 0,9 3 88 16,-2-10 32-16,1-2 28 0,0-8-40 15,0-5-132-15,4-4-100 0,-1-2-156 16,2-4-16-16,2 0-52 0,2-10-44 0,-2-3-68 16,6-3-60-16,3-5-184 0,-5-2-108 15,5-3-772-15,-4-5-556 0,0 9-1829 0,0-16-1239 16</inkml:trace>
  <inkml:trace contextRef="#ctx0" brushRef="#br0" timeOffset="100066.929">7059 11214 9580 0,'0'0'1613'16,"0"0"-881"-16,0 0 24 0,0 0 864 15,0 0-60-15,0 0-516 0,-87 69-336 16,71-49-300-16,-8 2-36 0,0 3 48 0,-4 3-104 16,-4 5-92-16,-4 4-40 0,-3 5 12 15,-6-1-76-15,2 4-68 0,-4 2-52 16,-1 1-8-1,-5-4-92-15,6 1-60 0,-1-4-36 16,5-3 76-16,2-3 8 0,5-3-36 0,13-6-36 16,3-11-112-16,3-2 160 0,14-7-112 15,-1-6-172-15,4 0-200 0,0 0-240 16,0-6-400-16,7-4-616 0,6-3-268 16,-1 4-765-16,12-10-1799 0</inkml:trace>
  <inkml:trace contextRef="#ctx0" brushRef="#br0" timeOffset="100451.813">7800 11512 10408 0,'0'0'3957'0,"0"0"-3033"0,0 0-760 0,0 0 400 0,0 0 440 16,0 0-248-16,0 0-52 15,0 0-88-15,0 0-100 0,101 7-124 0,-74-4-48 16,-3-3-88-16,4 3-100 0,0-3-68 16,0 0-80-16,-4 0-8 0,4 0-4 15,-5-3-216-15,5 0-12 0,-4-1-416 0,-3-2-76 16,-2 3-176-16,-7-3-368 31,0 2-1224-31,-4-2-2233 0,-8 6-2039 0</inkml:trace>
  <inkml:trace contextRef="#ctx0" brushRef="#br0" timeOffset="100683.802">7928 11630 3332 0,'0'0'7000'0,"0"0"-5415"0,0 0-789 0,0 0 388 15,0 0 308-15,0 0-272 0,0 0-236 16,0 0-516-16,0 0-48 0,0 0-60 15,0 0-4-15,0 0 12 0,72 28-64 0,-53-28-108 16,2 4-96-16,-1-4-40 0,3 0-60 16,-3 0-4-16,5 0-144 0,-1 0-192 15,-1 0-200-15,1-4-76 0,4-3-164 16,-4 5-224 0,0-4-732-16,-5 6-1216 0,6-4-2681 0</inkml:trace>
  <inkml:trace contextRef="#ctx0" brushRef="#br0" timeOffset="102586.307">9443 10643 1892 0,'0'0'2204'15,"0"0"-512"-15,0 0-860 0,0 0-364 16,0 0 52-16,0 0 1220 0,0 0 249 0,0 0-425 16,0 0-356-16,0 0-160 0,11-32 152 15,-11 32-104-15,0 2-316 16,0 3-152 0,4-5-52-16,-4 6 72 0,4-4-12 0,-4 8-52 0,9 3-11 15,-5 9-257-15,3 7-160 0,5 5 4 16,-3 8-16-16,-2 6-96 0,1 4 12 15,0 9-12-15,-4 6-44 0,-4 3 72 16,0 3-72-16,0 3 36 0,-8-6-40 16,0 1-4-16,0-9-60 0,0-1 16 0,0-4 0 15,4-6 0-15,4-7-84 0,0-9 72 16,0-6 48-16,0-10-88 0,0-7 4 0,0-5-48 0,4-4-88 16,-4-3 51-16,4 0-39 15,-4 0-48-15,9-3 60 0,-2-4 28 16,5-5 8-16,0-1 124 0,4-6-76 0,-5-3 28 15,6-3-12-15,-1 0-52 16,-4-8-48-16,3 1 12 16,-6 4-24-16,2-4 120 0,1 4 60 15,-3 0 40-15,-2-1 8 0,1 6 0 16,-4 2 56-16,5 4 8 0,-5 4 12 0,-1 4 28 0,1 6 24 16,0 0-4-16,-4-1-56 31,0 4 32-31,4 0 64 0,-4 7 96 0,4-1-48 0,5 7 12 15,-2 6-28-15,1 6 4 0,-4 4-76 0,0 0 4 0,1 6-124 16,-2-4 0-16,-3 1-8 16,4-1-4-16,-4-2 0 0,4-4-4 15,-4-2-8-15,0-4-60 0,4-3-124 0,-4-4-192 16,4 1-52-16,0-7-72 16,0-2-88-16,0-4-344 0,4 0-868 0,4 0-488 15,4-10-304-15,-8 4-1605 0,16-10-1107 0</inkml:trace>
  <inkml:trace contextRef="#ctx0" brushRef="#br0" timeOffset="103139.065">10227 11315 11973 0,'0'0'1940'15,"0"0"-1812"-15,0 0-40 0,0 0-88 16,0 0 444 0,0 0-64-16,36-76-228 0,-20 60-144 0,0 0-8 0,4 1 0 0,-5-1 0 0,2 4 12 15,-6-2 152-15,6 5 36 16,-10-1-84-16,6 4 8 0,-1 0-12 16,-5 2 40-1,1 1-52-15,1 0-36 0,-5 0-16 16,3 0 20-16,1 3 32 0,1 0 0 15,2 0 60-15,-3 3 28 0,1 10-12 0,-2-1 36 0,5 4 36 16,1 6 0-16,-2 4-76 0,-3 2-12 16,4 7 40-1,-4-3 72-15,0 3 156 0,0 0 100 0,4-3-268 16,-4 2-16-16,-1-2-148 0,1-6-8 0,1-1-76 0,-1-6-4 16,3-3-8-16,-2-3-36 0,-1-3 36 0,-1-1-64 15,1-7-180 1,1 3-184-16,-5-5-160 0,3 0-128 15,1 0-104-15,-4-7-240 0,5 0-352 16,2-5-596-16,-3-1-201 0,-3 0-2287 16,6-9-368-16</inkml:trace>
  <inkml:trace contextRef="#ctx0" brushRef="#br0" timeOffset="103383.524">10817 11068 8520 0,'0'0'1956'16,"0"0"-795"-16,0 0-253 0,0 0 420 0,0 0 200 16,0 0-184-16,-76 35-548 0,60-19-152 15,-3 2-272-15,-5 5-28 0,3 2-36 0,-3 4-136 0,-4 0 48 16,1 6-84-16,-1-1-40 0,-7 4-96 16,3 1-60-16,-5 2-52 0,1-3-44 15,1-3-92-15,3-1-60 0,0-4 88 0,4-5-76 16,4-3-124-16,5-6-224 0,6-3-328 15,1-7-412-15,5-4-560 16,2 2-329 0,5-4-2263-16</inkml:trace>
  <inkml:trace contextRef="#ctx0" brushRef="#br0" timeOffset="104836.439">11383 10334 5672 0,'0'0'3052'16,"0"0"-827"-16,0 0-557 0,0 0-88 15,0 0-88-15,4 77-440 0,0-45-340 16,-4 12-120-16,4 3-96 0,-1 13 80 0,1 1-24 15,0 6-72-15,1 3-128 16,-5 3 4-16,0 3-152 0,0 1-68 16,-9-5-72-16,-2-2-64 0,-2 0-72 0,2-7-40 15,-1-6-8-15,-4-6-148 0,4-6 108 0,-4-4 16 16,4-6-28-16,1-7-48 0,2-2-184 16,1-5 108-16,0-7-20 15,5-5 68-15,3-6-108 0,0-3-88 0,0 0-92 0,0-5-12 16,3-9 176-16,1-1 360 15,4-7 12-15,0-8 12 0,0-1 88 0,-4-7-52 0,4-4-48 16,-4-2 88-16,4 3-88 0,0 0-4 16,0-1 4-16,0 7 0 0,4 4 4 15,4 5 116-15,0 1 104 0,-4 6-36 16,8 3-64-16,-5 3 0 0,2 1-36 16,-2 5 24-16,-7 4-64 0,1 3 52 15,-2 0 60 1,-3 3 172-16,-4 6-96 0,0 8-28 0,0-5-72 15,0 10-60-15,-8-3-64 0,-4 0-12 0,0 4-4 16,1-4-84-16,-2-1-72 16,-2 1 0-16,2-2 60 0,2-4-72 15,-1-1-48-15,3-2 96 0,2-4 112 0,3-3 8 16,0 0 0-16,0 1 4 0,4-1-8 16,0-3-92-16,4 3 76 15,0 6 24-15,7-2 196 0,2 5 64 0,2 1-52 0,6 3-20 0,-1-3 56 16,3 3 16-1,1-1-88-15,0 2-64 0,4-2 100 16,-4-2-120-16,0 0-80 0,-4-1-4 0,0-2-4 16,-1-4-136-16,-6-3-132 15,-2 4-64-15,1-4 12 0,-7 0-40 0,3 0-44 0,-5-3-8 0,1 0-108 16,-4 0-204-16,0-3-624 0,0 0-700 16,4-7-301-16,-4 1-1539 0,0-10-536 15</inkml:trace>
  <inkml:trace contextRef="#ctx0" brushRef="#br0" timeOffset="105057.558">11737 10750 10076 0,'0'0'2649'16,"0"0"-1185"-16,0 0-464 0,0 0 384 0,0 0-228 0,0 0-120 15,0 0-260-15,103 14-216 0,-70-6-44 16,3-2 44-16,-4 1-292 0,0 0-256 0,-1-5-12 16,-3-2-172-1,0 0-168-15,-8-2-320 0,4-5-108 16,-4-6-216-16,-1 0-740 0,-6 1-2304 0,6-10-2669 0</inkml:trace>
  <inkml:trace contextRef="#ctx0" brushRef="#br0" timeOffset="105244.455">12171 10392 1616 0,'0'0'7080'16,"0"0"-4367"-16,0 0-665 0,0 0-488 0,-7 84-276 0,7-51-260 0,7 5-120 16,1 0-80-16,-3 3-160 0,-1 1-52 0,0-1-188 0,-4 0-232 15,-4 1-192-15,-5-4-244 0,-3 3-328 16,1-3-116-1,-5-3-332-15,0 3-880 16,4-13-3344-16,-8 11-5097 0</inkml:trace>
  <inkml:trace contextRef="#ctx0" brushRef="#br0" timeOffset="106871.212">13558 10820 7808 0,'0'0'2616'15,"0"0"-955"-15,0 0-585 0,0 0-36 16,0 0-80-16,0 0-128 0,0 0-340 0,0 0-168 0,0 0-64 16,0 0 164-16,0 0-100 0,0 0 8 15,0 0-96-15,-79 45-16 0,62-23 28 16,-3 3-4-16,1 7-8 0,2 2-28 0,-2 2-48 15,-1 5-64-15,0 0-52 16,4 4-44-16,0-1 0 0,4 1-8 0,4-4 4 16,5-3 4-16,3-6 0 0,0-4 112 31,11-2-108-31,1-3 8 0,4-8-8 0,3 0 0 16,2-1 8-16,3-5-12 0,0-2 0 0,-1-4-88 15,1 0-32-15,0-3 72 16,-3 0-160-16,-6 0-124 0,1-6-100 15,-4-4-196-15,1 0-240 0,-6-2-360 0,-3-1-840 16,-4 3-732-16,0-5-2573 0</inkml:trace>
  <inkml:trace contextRef="#ctx0" brushRef="#br0" timeOffset="107075.741">13331 11223 6048 0,'0'0'2028'16,"0"0"-808"-16,0 0-72 0,0 0 309 15,0 0-1-15,0 0-360 0,0 0-352 0,0 0-368 0,0 0-200 16,0 0 76-16,44-3 128 0,-24 6 20 16,4 4 60-16,-1-5-164 0,5 3-20 15,-8 1-56-15,8-6-120 16,-4 3-96-16,1-1-4 0,-2-2-100 0,5 0-320 0,0 0-388 16,0 0-560-16,0 0-544 15,-4 0-2137-15,4-5-3539 16</inkml:trace>
  <inkml:trace contextRef="#ctx0" brushRef="#br0" timeOffset="107625.58">14375 10655 8372 0,'0'0'2520'0,"0"0"-759"0,0 0-537 0,0 0 52 0,28 82 48 16,-20-50-156-16,-4 10-276 16,3 2-156-1,-7 4-108-15,4 2-152 0,-4 4-160 0,0 4-36 0,0 5-96 0,-4-2-64 16,-7 5 4-16,-1-2-64 16,0-5-20-16,0-4-40 0,3-7-232 0,2-10 24 15,3-10 16-15,4-6 8 16,0-6-120-16,0-6-236 0,4-8-72 15,3 2-40-15,2-4-336 0,-1-4-776 16,3-4-1252-16,-2-3-2525 0,3-7-1726 0</inkml:trace>
  <inkml:trace contextRef="#ctx0" brushRef="#br0" timeOffset="107803.332">14534 11160 6688 0,'0'0'2800'0,"0"0"-1183"0,0 0-745 0,0 0 100 15,0 0 440-15,0 0-100 16,0 0-316-16,0 0-472 0,92 16-168 0,-68-7-68 16,4-2 8-16,-1-4-100 0,1-1-48 15,4-2-148-15,-4-2-216 16,4-11-528-16,0-3-400 0,-4 0-736 0,-4 0-1352 0,4-9-4429 16</inkml:trace>
  <inkml:trace contextRef="#ctx0" brushRef="#br0" timeOffset="108056.393">15012 10731 6688 0,'0'0'2712'16,"0"0"-815"-16,0 0-129 0,0 0-180 0,-4 93-176 0,8-62-260 0,1 7-236 31,-1 6-104-31,-1 1-88 0,-3 5-148 16,0 5-148-16,0-1-88 0,0 0-72 0,-3-1-48 15,-10-1-112-15,1-2-108 0,1-5-72 0,-5-7-316 0,4-3-76 16,-1-7-136-16,6-5 136 0,7-8 36 0,0-5-76 16,11-4-188-16,2-6-364 15,6 0-400-15,5-3-568 0,0-10-488 0,-7 4-2177 16,10-10-1543-16</inkml:trace>
  <inkml:trace contextRef="#ctx0" brushRef="#br0" timeOffset="108395.707">15459 10503 1472 0,'0'0'9104'32,"0"0"-6871"-32,0 0-1009 0,0 0-352 0,35 63 440 0,-27-28-4 15,-3 7-144-15,-1 5-316 0,-4 7-200 16,0 6-40-16,-9 4 368 0,1 2-311 16,1 1-277-16,-6 0-132 0,2-7-124 15,-1 1-92-15,-4-4-40 0,0-7-12 16,4-2-72-16,4-7-108 0,0-6-124 15,4-4 12-15,4-8-48 0,0-7-109 0,8-3-87 16,4-7 84-16,4-6-292 16,-1 0-424-16,10-9-616 0,-1-4-900 0,-9 0-2309 0,17-13-2847 0</inkml:trace>
  <inkml:trace contextRef="#ctx0" brushRef="#br0" timeOffset="108793.867">16084 10893 12477 0,'0'0'2024'16,"0"0"-1620"-16,0 0-200 0,0 0 512 0,-99 44 800 15,71-31-464-15,-4 3-620 0,-4-4-420 16,4 5-12-16,0-1-88 0,0-1 28 16,-3 2-100-16,3-2-40 0,4 5-20 15,4-5 220-15,7-2 12 16,2 0 172-16,2-1-24 0,6 1-48 15,-1-4-112-15,8 2 0 0,0-3 0 0,0-2 8 0,8 5-8 16,-1-3-4-16,14 2-8 16,-5 3 12-16,7-1 48 0,5-1 40 0,0 1 48 15,4-2 24-15,0 3-112 0,0-4 36 16,0 4 16-16,-1-1-40 16,6 4-52-16,3 3 8 0,-5-2 348 0,1-3 116 15,0-3-480-15,-8-3-12 0,0 3-356 16,0 1-72-1,4 1 440-15,-1 0 232 0,-3-4 112 0,-7-2-344 0,-10-4-40 16,-3 0-276-16,-3-3-28 0,-5 0 160 16,0 0 12-16,0 0-320 0,-5-6-216 15,-3-1-360-15,4-2-580 0,4 0-1228 16,-4-5-3609-16</inkml:trace>
  <inkml:trace contextRef="#ctx0" brushRef="#br1" timeOffset="135318.612">6685 12436 6264 0,'0'0'1404'15,"0"0"-168"-15,0 0-424 0,0 0-360 16,0 0 1621-16,0 0-629 0,0 0-544 16,0 0-256-16,0 0-16 0,0 0 216 15,0 0-160-15,-4 0-236 0,4 3-116 16,0 7 4-16,-4 3 180 0,4 6-148 15,-3 6-220-15,3 8-100 0,-4 0-44 16,-1 3 4-16,-3 2-8 0,0 3-48 0,1-3 44 16,-6 1-4-16,2-6-200 15,3-3-64-15,-1-8-84 0,5-3-40 0,4-9-84 16,0-7-168-16,0-3-272 0,8 0-344 16,8-6-472-16,1-11-172 0,-2 5-1989 0,9-18-1635 15</inkml:trace>
  <inkml:trace contextRef="#ctx0" brushRef="#br1" timeOffset="135530.112">6912 12366 6064 0,'0'0'3956'16,"0"0"-2923"-16,0 0-277 0,0 0 540 0,0 0 428 0,0 0-516 16,0 0-540-16,0 0-108 0,-12 70-52 0,5-44-148 15,-1 2-188 1,-5 4-100-16,6 3-72 0,-1 3-8 0,-5 0 0 15,6 3-80-15,-1 0 0 0,-5 8-20 16,6-2-16-16,-1 0-136 0,-5 1-200 16,6-1-164-16,-5 2-280 0,-1-2-572 15,2 1-1220-15,-1-13-1441 0,-4 19-347 16</inkml:trace>
  <inkml:trace contextRef="#ctx0" brushRef="#br1" timeOffset="136246.852">6036 13414 6444 0,'0'0'2180'16,"0"0"-188"-16,0 0-331 0,0 0-17 0,0 0-152 16,0 0-296-16,0 0-124 15,0 0-172-15,0 0-136 0,0 0-68 0,0 0-144 16,63 83-116-16,-59-46-96 0,-4 8-84 0,0 3-144 16,-4-1-112-16,-3 7-60 15,-1 1 48-15,-5-5-72 0,2 4 12 16,-2-2 12-1,-2-2-196-15,2-3-184 0,-2-6 208 16,7-2-72-16,4-11 72 0,-1-2-148 0,5-7 256 16,0-10-84-16,0-5 100 0,0-1-76 15,0-3-52-15,0-3 28 0,9-4 48 0,-1-2 160 16,0-5 0-16,4 0-4 0,4-9-48 16,0-3-8-16,-4 1 48 0,4 0 0 15,-1-1-100-15,-3 1 104 0,1 3 0 16,-2 2-44-16,-3 5-20 0,4 3-40 0,-8-2 64 15,4 5 40-15,1-1-92 0,-5 7 0 16,3 3 64-16,-3-4 36 0,0 4 172 16,4 0 28-16,-4 4 108 0,0 5 24 0,0 1-12 15,0 0-124-15,0 5-60 0,0 2-60 16,-4-2-4-16,4 4-72 0,-4 1 0 16,0-2-44-16,0 1 32 0,0 0-124 15,0 1-100-15,0-2 16 16,0-2-188-16,-4 0 76 15,0-2-128-15,0-2-184 0,0-5-312 0,4-1-632 16,0-6-884-16,0 0-1769 0,0 0-1155 16</inkml:trace>
  <inkml:trace contextRef="#ctx0" brushRef="#br1" timeOffset="136455.015">6450 14018 2996 0,'0'0'6992'16,"0"0"-5751"-16,0 0-613 0,0 0 256 0,0 0 304 16,0 0-468-16,0 66-304 0,0-50-48 15,0 0-68-15,0 0-112 0,0-4-124 0,0 4-64 16,-4-4-152-16,4-1-424 16,-4 1-336-16,0-2-232 0,0-1-560 0,4 1-1265 0,-4-4-2347 15</inkml:trace>
  <inkml:trace contextRef="#ctx0" brushRef="#br1" timeOffset="137333.903">7063 13443 612 0,'0'0'5008'16,"0"0"-2008"-16,0 0-1212 0,0 0-295 0,0 0-97 15,0 0 0-15,0 0-340 0,0 0-148 16,0 0 0-16,0 0 56 0,0 0-204 16,52 79-208-16,-48-41-244 0,0 10-100 15,-4 6-28-15,-8 3-68 0,-3 1-28 0,-9-5 16 0,3 1-40 16,2-3-36-16,-6-3-24 0,2-1-48 16,-1-6-88-16,-4 0-32 0,0-2-92 15,1-7-44-15,2-1-88 0,10-5-24 31,-2-7-88-31,5-7 144 0,5-2-48 0,3-10-124 0,0 0-116 16,0-4-68-16,0-5-188 0,7-7 248 16,6 0 236-16,2-6 292 15,-3-3 116-15,8-4-64 16,-3 1-12-16,-2-4 80 0,1 3 8 0,4 1 8 16,-4-1 80-16,-1 6-80 0,2 4 144 15,-2 5 140-15,2 0 12 0,-6 5-100 16,2 2 12-16,-2 1-40 0,-3 3 88 0,1 3-64 15,-1-3-24-15,-5 3-12 0,1 0 12 0,0 0-60 0,-4 3-68 16,0 3-48-16,0 1-112 0,-4 2-4 0,-7 3-8 16,2 1-16-16,-10 7 16 15,2-4-28-15,-2 0-36 0,-1-1-88 16,-1 1 112-16,6-3 24 0,2-4 64 0,6 1 76 31,-1-7 328-31,4 0-40 0,4-3-124 16,0 0-92-16,0 0-72 0,0 3-8 0,8-3 8 15,0 4 208-15,0-1 44 0,4 3-128 16,3 0 8-16,2 4-20 0,-2-1-36 16,2 2-28-16,-1 1-48 0,-1-3 64 0,2 1-60 15,-2-1 0-15,-3-2-4 0,0-2-52 16,0 2 4-16,1 0-128 0,-2-1-280 16,1 1 32-16,-4-4-68 0,4 0-472 0,-4-3-604 15,0 0-673-15,-4 0-907 0,4 0-1492 0</inkml:trace>
  <inkml:trace contextRef="#ctx0" brushRef="#br1" timeOffset="137618.758">7454 14043 7080 0,'0'0'4005'0,"0"0"-2693"0,0 0-188 0,0 0 296 16,0 0-188-16,36 79-456 0,-29-57-252 0,2 0-312 16,-5 1-104-16,4 2-44 0,-4-3-64 15,-1 1-52-15,-3-1-172 0,4 0-248 16,-4 0-364-16,0-3-224 0,0-3-648 15,5 1-1233-15,-5-3-3103 0</inkml:trace>
  <inkml:trace contextRef="#ctx0" brushRef="#br1" timeOffset="140523.679">9813 13287 4248 0,'0'0'1964'16,"0"0"-232"-16,0 0-268 0,0 0-148 0,0 0-131 15,0 0-73-15,0 0-180 16,0 0-172-16,0 0-28 0,0 0-44 16,0 0-56-16,16-22-60 0,-16 25 60 0,3 0-40 15,1 7-52-15,5 2 124 0,-1 7-248 0,3 10-160 16,2 2-36-16,-5 11-48 16,3-1 44-16,-7 7-80 0,1 0-52 15,-1-1-84-15,-4 4 0 0,0-3 0 0,0-4-8 16,0-2-88-16,0-4 24 0,0-4-4 0,0-5-8 0,0-4-28 31,0-6-32-31,0-3 48 0,0-7-28 0,0-2-192 16,0-1 20-16,0-2 64 0,0-4-24 15,0 0-4-15,0 0 64 16,4-4-24-16,-4-2 60 0,7-1 156 0,-3-2-72 16,5-3 68-16,-1-4-64 0,-1-3 20 15,-3-1 40-15,4-2-60 16,1 3-4-16,-6-3 72 0,5 6-96 0,0 1 16 15,1 2 36-15,-2 1 48 0,-3-2 0 16,4 5 4-16,-4 2 0 0,4 1 72 16,0 3 12-16,-4 3 20 0,0 0 68 0,4 0-56 15,-4 0 80-15,0 6-52 16,0 4 12-16,0 2-52 0,0 5-20 0,-4 2-16 0,0 0 28 16,0 2-88-16,0-1 60 0,0-1-72 15,0-4-12-15,0 5-36 0,0-8-88 16,0 1-72-16,0 0 108 0,0-4-268 0,4-2-40 15,-4-5-100-15,4 3-260 0,-1-3-264 16,2-2-680-16,-1 0-780 0,0 0-1401 16,4-2-1027-16</inkml:trace>
  <inkml:trace contextRef="#ctx0" brushRef="#br1" timeOffset="141757.53">10514 13202 104 0,'0'0'4884'0,"0"0"-2748"0,0 0-424 0,0 0-224 16,0 0 109-16,0 0-61 0,0 0-268 15,0 0-148-15,0 0-200 16,0 0-264-16,36 79-48 0,-32-48-4 16,0 10-136-16,-4 4-60 0,0 0-44 0,0 5 4 0,0-2-24 15,0 0-52-15,-4-4-112 0,0-3-92 16,0-3-84-16,4-6-4 0,0-6-60 15,0-7-52-15,0 0 16 0,0-6-52 16,0-4-60-16,0 1-12 0,0-1 0 0,0-3-48 16,0-3 24-1,0 1-28-15,0-1-20 16,0-3 20-16,0 0 12 0,0 0-24 0,0 0 12 16,0-3 76-16,0-4 120 0,0 4 76 15,4-6 0-15,4-1 0 0,0-2 12 16,0-4-12-16,4-3-44 0,0-3-104 0,4-1 72 15,-4 1-24-15,4 2 88 0,-1 5 12 16,2 2 12-16,-9 0 0 0,3 7 64 0,-3 3 60 16,-3 0 88-16,-1 3 48 0,-4 0-36 15,0 0-100-15,3 3 12 0,-3 3 12 16,4 7 0-16,-4 0-76 0,4 0-72 16,-4 5 0-16,0 2 40 0,0-1-52 0,4 2 0 15,-4 2 0-15,0-4 4 16,0 0-4-16,0-3-4 0,0 0-96 0,4-4-48 0,-4-5-148 15,5 3-148-15,-1-7-152 0,-1-1-236 0,5-2-856 16,0-2-740-16,1-1-1785 0,6-14-2227 16</inkml:trace>
  <inkml:trace contextRef="#ctx0" brushRef="#br1" timeOffset="141936.419">10985 13770 1604 0,'0'0'8724'15,"0"0"-6999"-15,0 0-1005 0,0 0 364 16,0 0 320-16,0 0-436 0,7 79-416 0,-3-57-268 16,-4 1-96-16,4-1-176 0,0 1-12 15,-4-4-148-15,0 0-176 0,0-1-292 16,0-2-252-16,0-4-584 0,0-2-1224 16,0-3-3577-16</inkml:trace>
  <inkml:trace contextRef="#ctx0" brushRef="#br1" timeOffset="143246.565">11479 13122 3740 0,'0'0'2812'0,"0"0"-384"0,0 0-812 15,0 0 45 1,0 0-129-16,0 0-228 0,15 67-264 0,-11-40-236 16,0 9-84-16,-4 2-148 0,5 6-216 0,-5 5-96 15,0-2-88-15,0 4-12 16,0 0-12-16,-9 0-28 0,5-1-44 0,-4-6-68 0,1-2-4 15,-2-1-4-15,1-10-76 16,0-1 72-16,5-11-44 0,-1-4-36 0,4-5-52 16,0-4-172-16,0 0 36 0,0-6-48 15,0 0-12-15,0 0-92 0,0 0-36 0,0-6-76 16,0-3-44-16,4-4 56 0,3 0 4 16,-3-2 104-16,4-4 48 0,-3 0-12 0,2-4 216 15,-3 2 160-15,4-2 4 16,-4-3 140-16,5 7-40 0,-2-3 52 15,1 3 40-15,0 3 60 0,4 4-24 0,0-1 76 16,0 7 12-16,4-1-64 0,0 7 36 16,-4 0-64-16,-1 0 44 15,-2 3-92-15,-1 4-64 0,-8-2 0 0,4 6 0 0,-4-2 76 32,0 3-88-32,-4 1-28 0,-4 0-8 0,-4 0-60 15,0-1-4-15,-1-2-12 0,2 3-100 16,-5-4-88-16,0-3-76 0,1 1-176 15,2-1 24-15,1-3-24 0,0 1 152 16,8-1 300-16,0-3 72 0,4 4 132 0,-4-4-116 0,4 2 24 16,0 4 28-16,0 0-16 15,4 7 104-15,0 0-56 0,0 3 8 16,5-3 120-16,2 2-100 0,1-2-48 0,0-3 44 16,0 2-20-16,4-2-64 0,0-1-104 0,0-2-8 15,0-1-136-15,0-2-352 0,-1-4-152 31,6 0-288-31,-6 0-336 0,-2-7-972 0,-2 4-1957 16,6-7-1571-16</inkml:trace>
  <inkml:trace contextRef="#ctx0" brushRef="#br1" timeOffset="144207.457">11873 13791 6824 0,'0'0'2364'16,"0"0"-567"-16,0 0-141 0,0 0 136 0,0 0-292 0,0 0-260 0,0 0-372 0,0 0-248 15,0 0-168-15,0 55 16 0,0-36-52 16,0 0-124-16,0 3-60 0,0 0-108 16,0 3-52-16,0-1-68 0,0 1-4 0,-5-4-96 15,5 2-28-15,-3-1-56 0,-1-6-252 0,4 0-44 16,0-7-112-16,0-2-252 0,4-4-552 16,4-3-700-16,4 0-648 0,-1-7-1789 15,6-5-1843-15</inkml:trace>
  <inkml:trace contextRef="#ctx0" brushRef="#br1" timeOffset="144962.4">12267 13030 1304 0,'0'0'5824'0,"0"0"-3464"0,0 0-603 0,0 0-77 15,0 0 36-15,0 0-268 0,0 0-384 16,0 0-232-16,0 0-140 0,48 79 68 0,-40-47-124 16,-4 3-172-16,4 5-48 15,-4 9-4-15,-4 2 52 16,0 5-63-16,0 5-145 0,-8-4-124 0,0 0-124 16,0-6 0-16,0-3-8 0,0-4-108 15,4-6-4-15,0-6-68 0,-4-1-52 16,4-1-9-16,-4-5-27 0,4-3 72 0,0 0 16 15,-4-3-28-15,4-3 60 16,-3-2-8-16,7-6-28 0,-5-2 36 0,5-6 4 0,0 0-140 16,0 0-44-16,0 0 44 0,5-6-60 15,2-6 0-15,1-1 208 0,0-6 136 16,4-3 0-16,0-7 0 0,1 0 0 0,-2 1 0 16,1-3-76-16,-4 2 76 0,0 3 0 15,0 4-12-15,0 3 4 0,4 6-40 16,-4 1 48-1,0 5 0-15,-1 1 124 0,2 3 72 16,2-1-24-16,1 4-36 0,-3 0 84 0,2 0 28 16,-3 7-52-16,1 3-76 0,-2-4 52 15,-3 3-36-15,0 1-76 0,0-4-52 16,-4 4 4-16,0-1-12 0,0 0-12 0,-4 1-48 16,0 0-64-16,-7-1 16 15,2 4-52-15,-6-3 76 0,2-1-28 0,1 1 100 16,1 3 12-16,2-7 60 0,-2 3 16 0,7 1-76 15,-4-4-48-15,8 3 12 16,-4 1 36-16,4 0 136 0,0-1-76 0,4 4-52 16,0-4 4-16,4 1 48 0,-1 0-56 0,2-1 4 15,3-3 88-15,-1-3-56 16,6 4-40-16,-6-4-48 0,6-3-48 0,-2 3-52 0,-2-3-12 16,2 0-208-16,1-3-148 15,0-3-200-15,0-4-792 0,0-2-788 0,-4-1-648 0,11-10-2105 16</inkml:trace>
  <inkml:trace contextRef="#ctx0" brushRef="#br1" timeOffset="145186.36">12766 13172 4468 0,'0'0'6000'0,"0"0"-3483"0,0 0-813 0,0 0-332 0,0 0-384 0,79 42-104 16,-59-35-292-16,3-5-336 0,-2-2-256 15,-1 0-36-15,4-2-432 0,-5-11-300 0,5 0-264 16,-3-3-772-16,-6 3-2013 0,1-6-2723 16</inkml:trace>
  <inkml:trace contextRef="#ctx0" brushRef="#br1" timeOffset="145354.35">13096 12932 8988 0,'0'0'2621'0,"0"0"-753"0,0 0-372 16,0 0 4-16,-20 72-268 0,16-40-344 16,-4 7-188-16,0 2-112 0,0 1-244 0,-4-5-344 15,4 1-24-15,-3 0-320 0,-6-3-244 0,2-2-200 16,-6 0-412-16,-7 0-968 0,8-8-2393 15,-23 13-3795-15</inkml:trace>
  <inkml:trace contextRef="#ctx0" brushRef="#br1" timeOffset="146579.979">9913 14186 5412 0,'0'0'1652'15,"0"0"-472"-15,0 0-40 0,0 0 244 0,0 0 81 16,0 0-465-16,0 0-288 0,0 0-128 15,0 0 32-15,0 0 88 0,0 0-312 16,-28 79-116-16,20-50 48 0,4 5 40 0,-1 2 80 0,1-5-72 16,4 1-112-16,0-7-76 0,0-3-12 15,4-6-48-15,1-3-72 16,3 0-4-16,-4-7-44 0,3 0-4 0,-3 1-8 16,5-7-92-16,-5 4 40 0,3-4-52 0,1 0 12 15,1 0-8-15,2-7 32 16,5-3 16-1,-4 0-16-15,8-2-108 0,0-4-16 0,0 0-48 16,0-3 76-16,0 3 36 0,0-3-40 16,-1 7 76-16,2-4 40 0,-6 2 8 15,1 8 44-15,5 0-52 0,-10 4 8 16,6 2 52-16,-6 0 100 0,5 6 48 0,-4 2 16 16,4 9 8-16,-4-4-8 0,0 3-64 15,-4-1-40-15,0 1-12 0,-8 0 4 0,4 0-44 16,-4 0 92-16,0-1-100 0,-4-2 12 15,0 3-8-15,-4-4-4 16,0 1 0-16,0-7-12 0,4 5-100 0,1-8 36 0,-2 0 68 16,5-3-152-16,0 0-152 15,0-3-48-15,8-4 24 0,0-2 136 0,4-3 96 16,4-5-12 0,0-6 32-16,4 2-104 0,0-2 136 15,-1 1 44-15,2 3 0 0,-1 0-44 16,-1 7 44-16,-2 1 4 0,2 6 4 15,-7 2 212-15,4 3 4 0,-4 0-116 0,0 6 140 16,0 0-100-16,-4 4 8 0,4-4-24 16,-4 1-48-16,0-1 24 15,4 0 48-15,-5-6 16 0,6 0-116 0,-1 0 100 16,4 0 40-16,-4-6-188 0,8-4 0 0,-5-6-212 16,2 1-260-16,-2-4-88 0,2-1-312 15,-2 1-616-15,-7 1-620 0,0-2-469 16,0 7-1699-16,-8 1-804 0</inkml:trace>
  <inkml:trace contextRef="#ctx0" brushRef="#br1" timeOffset="147218.508">10060 15189 6292 0,'0'0'2132'0,"0"0"-800"0,0 0-3 0,0 0 23 16,0 0-232-16,0 0-232 0,0 0-128 15,0 0-120-15,0 0-108 16,-12-82-208-16,8 59 36 0,4 1 212 16,0 0-188-16,0-4-148 0,4 3-40 15,8 2-84-15,-8 2-40 0,4 0 64 16,0 3 24-16,0 0-24 0,0 0 24 16,0 4-48-16,-5-1-16 0,5 3-48 15,1 1-48-15,-5 2 64 0,3 4-60 16,1 3 0-16,5 0-4 0,-6 0-60 0,5 0-64 15,4 0 12-15,0 7 28 0,0-4-4 16,0 6 84-16,4 1 0 0,-7 3 4 0,2 2 8 0,-3 5 80 0,-4 2-40 16,0 0-48-16,-4-1-96 15,-4 3-12-15,0-6-128 0,0-2-60 0,0 0-84 32,-4-3-92-32,0 0-48 0,0-1-80 0,-4-6-104 0,4 1-280 0,0-4-704 15,0 1-789-15,0-4-1987 0,0 0-540 16</inkml:trace>
  <inkml:trace contextRef="#ctx0" brushRef="#br1" timeOffset="147441.957">10212 14972 7140 0,'0'0'1804'0,"0"0"-740"0,0 0 45 0,0 0 227 15,0 0-264-15,0 0-436 0,0 0-244 0,0 0 36 16,0 68 64-16,0-49-28 0,-5 3-200 15,1 4-96-15,0 2 4 0,-4 0 4 16,5 0-88-16,-5 2-76 0,-5-5 0 0,6 1-12 16,-1-5-84-16,-1 2-212 0,1-4-300 15,1-3-80-15,3-1-224 0,0-4-320 16,4-2-780 0,0-4-2401-16,0 0-1547 0</inkml:trace>
  <inkml:trace contextRef="#ctx0" brushRef="#br1" timeOffset="153006.949">10940 16002 536 0,'0'0'104'0,"0"0"-104"0</inkml:trace>
  <inkml:trace contextRef="#ctx0" brushRef="#br1" timeOffset="153228.716">10330 15881 1068 0,'0'0'564'0,"0"0"-448"0,0 0-116 0,-83 12 848 0,59-7-848 0,0-5-92 16,5 0 68-16,-5 0-56 15,0-5 52-15,-1 3-244 0,6-2 128 0,-1 4-756 16,0-3 732-16,4 3 168 0,-4-3-380 16,-4 3-88-16,5-2 468 0,-6-3 168 15,5 3 1228 1,1-5-1304-16,-5 7-92 0,7-3-456 15,-6 0-536-15</inkml:trace>
  <inkml:trace contextRef="#ctx0" brushRef="#br1" timeOffset="153607.075">9725 15789 1240 0,'0'0'796'16,"0"0"-420"-16,0 0 2648 0,0 0-1968 0,0 0-628 0,0 0 168 15,0 0 4-15,0 0 48 0,0 0-520 16,-31-70 80-16,31 63 608 0,0 1-40 16,0 4-31-16,-4-2 115 0,4 2 112 15,0-3-56-15,0 3-156 0,0 2-4 16,0-4-100-16,0 1-96 0,0 3-100 0,0-3-12 16,0 3-128-1,4 0-72-15,-4 0-112 0,0 0 24 16,0 0 36-16,3 3-24 0,5 4-172 15,5 8 260-15,2 5 8 0,2 10 24 0,-2 12 28 16,1 6-52-16,-4 6-184 16,0 2-32-16,0 6-52 0,-8-1-88 15,4-5-8-15,-8 1-52 0,3-6-24 0,1-3 40 16,1-8-52-16,-5-8-12 0,0-6-12 16,4-10-76-16,-4-3-60 0,0-10-124 15,0 0-140-15,0-3-148 16,0-3-72-16,0-7-204 0,4-5-948 0,-4-11-289 15,0-2-1903-15,4-4 992 0,-4 6 2580 0,0-12-1148 0</inkml:trace>
  <inkml:trace contextRef="#ctx0" brushRef="#br1" timeOffset="153814.3">9829 16087 484 0,'0'0'1500'15,"0"0"3108"-15,0 0-408 0,0 0-2811 16,0 0-541-16,0 0-84 0,0 0 312 16,0 0-296-16,0 0-340 0,0 0-36 0,0 0 256 15,48-38-88-15,-20 22-92 16,0 1 4-16,-1 2 8 0,5-3-184 15,0 7-200-15,0-1-108 16,0 1-48-16,-5 2-76 0,1 4 0 0,-8 0-244 16,5 3 88-16,-10-4-4 15,1 2-224-15,-4 2-112 0,-4-4-216 0,-3 4-196 16,-2 0-588-16,-3-3-848 0,0 3-1781 16,-3 0-987-16,-10-6 3552 0</inkml:trace>
  <inkml:trace contextRef="#ctx0" brushRef="#br1" timeOffset="154080.701">10191 15573 6168 0,'0'0'5473'0,"0"0"-3809"16,0 0-1004-16,0 0-128 15,0 0 756-15,0 0 52 0,0 0-620 16,0 0-188-16,12 95-76 0,-3-57 108 15,2 7 12-15,1 2-100 0,0 1-184 16,0 4-96-16,1 1 0 0,-2-2-112 0,-3 3-72 16,4-4-12-16,-4 0-96 0,0-1-64 15,0-5-60-15,4-2-84 0,-4-2-124 16,-1-8-12-16,6-2-148 0,-1-8 56 0,-5-7-36 16,2-5-300-16,-1-4-460 0,3-6-456 0,-3-6-720 15,5-10-2209-15,-6 3-851 0,1-18 5392 16</inkml:trace>
  <inkml:trace contextRef="#ctx0" brushRef="#br1" timeOffset="155414.514">11494 14372 3548 0,'0'0'1588'16,"0"0"3796"-1,0 0-3739-15,0 0-941 0,0 0-4 16,0 0 368-16,0 0-60 0,-28 87-176 15,28-56-248-15,0-3-172 0,9 5 32 0,-2-5 16 16,5 1-104-16,-4-4-60 0,4-3 48 16,0-3-196-16,4-3-148 0,-4-6 0 0,4-1 0 0,0-4 8 15,0-3-8-15,0-2 0 16,0-2-88-16,3-5 40 0,5-7-100 16,-3-2 64-16,3-6-76 15,-1-3-88-15,5 0-60 0,0-1-36 16,0 0 48-16,0 1 32 0,0 6 28 0,0 0 176 0,0 3 52 15,0 4 8-15,-5 2 0 16,1 4 88-16,-4 3 84 0,0 3-84 16,-4 0-4-16,-1 3 40 0,2 6-24 0,-6 1 36 0,2-1-72 31,-5 4 32-31,3 3 28 0,-2-1-60 16,-1-1-60-16,-1 1 4 0,-3-2-8 15,0-3 0-15,-4-1-8 0,0-2-68 0,0-4-108 16,0-1 12-16,0 2-4 0,0-4 52 15,0 0 12-15,0 0 44 0,0 0 64 0,0-6-104 16,0-4-228-16,0-5 36 0,0-2 140 16,9-5-80-16,-5 0 36 15,7 0-196-15,6 3 172 0,-2 0 52 0,5 0 64 0,4 3 112 16,1 3 0-16,2 1 256 0,1 1 56 16,0 3 116-16,-1 2-88 0,-2 1 100 15,-1 3-20-15,-5-2-148 0,5 4 40 16,-4-3-188-16,0 0-64 0,-4-3 16 0,0-1 32 0,0 1 4 15,-4-4-100-15,-4-2-12 0,0 2-392 16,-4-3-428-16,0 1-344 0,-4-1-308 16,0 1-1396-16,-4 5-3409 15,-8-2 2349-15</inkml:trace>
  <inkml:trace contextRef="#ctx0" brushRef="#br1" timeOffset="156080.772">12450 15158 3384 0,'0'0'324'16,"0"0"1212"-16,0 0 1612 0,0 0-1504 15,0 0-687-15,0 0 59 0,0 0 148 0,0 0-184 16,0 0-160-16,0 0-28 0,0-7 104 0,-4 3 12 15,0 1-104-15,-3 0-176 0,3-6-76 0,-5-1-172 32,-2-5-172-32,3-5-136 0,-5-2-68 15,2-6-4 1,-1-4-84-16,4-1-4 0,0-1-132 0,4 3-12 16,4 3 84-16,0-2 40 0,0 5 8 0,4 3 0 0,4 3 52 15,0 2 36-15,0-2-36 0,0 7 12 0,3-5 36 16,2 8 12-16,2 0 120 0,2 2 16 0,-2 4 24 0,5 0 12 31,1 3-48-31,-2 3-64 0,5 4 40 0,0 5-104 16,0 1 40-16,-4 4 24 15,0-2-72-15,-5 3 0 0,-2-1-4 16,-2-1-56-16,-7 0-36 0,1 0-360 0,-5-7-20 0,0 0 80 16,0 1-108-16,-9-1-252 0,-2 1-796 15,3-4-1224-15,-8-3-2761 0,8 1-587 16</inkml:trace>
  <inkml:trace contextRef="#ctx0" brushRef="#br1" timeOffset="156280.389">12474 14849 3284 0,'0'0'3980'0,"0"0"-1116"0,0 0-1691 0,0 0-197 0,0 0 684 16,8 83 80-16,1-61-544 0,2 3-540 15,5 1-184-15,0-1-40 0,4 0-36 16,-4 1-152-16,4 2-148 0,-1-2-96 0,2 5-64 15,-1-1-96-15,-5-2-380 16,2-3-116-16,-2 0 384 0,-6-2-112 16,2-4-1324-16,-3 2-2304 0,0-7-2401 15,-3 14 2305-15</inkml:trace>
  <inkml:trace contextRef="#ctx0" brushRef="#br1" timeOffset="156680.54">12853 15608 2756 0,'0'0'1044'0,"0"0"4184"0,0 0-3327 15,0 0-193-15,0 0-268 0,0 0 88 16,0 0-88-16,0 0-608 0,0 0-240 0,0 0 124 16,0 0-92-16,0 0-136 0,95 79-96 15,-75-40-76-15,1 5-60 0,-2 1-96 0,-3 2-88 16,0 3-12-16,0-6-60 0,-4 2-4 15,0-5-56-15,0-5-36 0,-1-3-88 0,-2-7-352 16,-5-1-100-16,4-8-24 0,-4-5-104 16,-1-8-100-1,2-4-720-15,3-10-928 0,4-13-541 16,0-5-2019-16,-4 5 52 0,11-24 4772 0</inkml:trace>
  <inkml:trace contextRef="#ctx0" brushRef="#br1" timeOffset="156952.199">13350 15558 3676 0,'0'0'2400'0,"0"0"4641"0,0 0-5453 0,0 0-908 16,0 0-128-16,0 0 280 0,-99 66-124 0,76-38-412 15,-1 7-296-15,-4 1-56 0,4 2 4 16,0-1-8-16,4-2 48 0,-4 0-40 16,8-3-32-16,0-3 80 0,0-4 0 15,4-6 4-15,5 0-12 0,3-3 12 0,4-6 68 16,0-4-64-16,0 0 0 0,7 1 56 0,9-4 76 15,4 3-24-15,4-3 0 0,4 4-100 16,0-1 60-16,-1-3-60 0,5 4 68 16,-4 0-80-16,4-2-52 0,-4 4-20 0,0 2 60 15,4 1-52-15,0 3-60 16,-1 5-220-16,5-1 340 0,1 3-8 31,-5 1-736-31,-1-5-912 0,1 1-920 0,-12-3-3625 0</inkml:trace>
  <inkml:trace contextRef="#ctx0" brushRef="#br1" timeOffset="159696.028">14458 11887 1356 0,'0'0'6868'0,"0"0"-5312"0,0 0-976 0,0 0-412 31,0 0 617-31,0 0 499 16,0 0-276-16,0 0-132 0,0 0-32 15,92 6-316-15,-64-6-188 0,4 3-112 0,-1 1-40 16,6-4-76-16,3 0 24 0,-1 0-72 16,6 0 12-16,6 0-64 0,5-4-4 0,4 1 4 15,3-3-12-15,9 0-8 0,0-1-80 16,7 4-48-16,1 3 36 0,4 0 100 15,4 3 0-15,-5 4 124 0,1-1-124 0,-4-3-12 16,-5 3-36-16,0-2 32 0,2-4-96 16,-2 0-60-16,-3 0 8 0,-4 0-40 0,-4 0-72 15,-9-4-24-15,-3-2-80 0,-12 3-200 16,-12-3-320-16,-5-1-724 16,-10 4-1369-16,-5 0-2591 0,-8 0 4268 0</inkml:trace>
  <inkml:trace contextRef="#ctx0" brushRef="#br1" timeOffset="164377.671">28471 9340 8200 0,'0'0'5173'16,"0"0"-3941"-16,0 0-400 0,-87-34-220 0,63 27 420 15,0 7 132-15,0 0-240 0,4 4-204 0,-4 5-144 16,-4 4-112-16,0 2-40 15,-7 5-32-15,-5 8-87 0,-8 10-65 0,-4 4-68 16,-12 2-16-16,0 10-36 16,-7 0-48-16,0 2-72 0,-6 5 0 0,-2 6-12 15,-5 10-108-15,-4 5 72 0,-3 10 36 0,-5 10 12 0,1 5 76 32,3 8 8-32,0 6-72 0,12-1-12 15,9-3-76-15,11-3-56 0,8 1 0 0,16-7 20 16,12-4 28-16,9 1-72 15,7 1-52-15,8-5 27 0,0 1 69 0,15-7-92 16,6-4 20-16,7-1-120 0,7-5 84 16,5-1 72-16,8-6 88 0,7-4 48 0,10-1 8 15,2-7 4-15,5-3 0 16,8-5 48-16,3-7-40 0,9-4 56 0,3-8-16 16,2-9 24-16,6-7-64 0,-4-6-8 15,9-8-80-15,-5-6-116 0,1-3-136 16,0-12 76-16,-1-5 124 0,-3 1 132 0,4-5 76 15,3-9 0-15,1 2-72 0,3-10-4 16,1 0 88-16,7-9-4 0,1-8-4 16,4-2-80-16,7-6-160 0,0-4 84 0,1-3-32 15,-1 4 60-15,-3-5-64 0,-9 5 100 16,-3-1 12-16,-9 6 172 0,-7 2 36 16,-5-2 36-16,-3 0-144 0,-4-2-4 15,-4-3 36-15,0-5-44 0,-5 2 8 0,1-8-96 0,-9 2-40 16,1-8-264-16,-4 1 304 31,-4-4 0-31,-8 0-60 0,-9-3 52 0,-7 4 8 0,-9-4 48 16,-6 0-48-16,-13 1-4 0,-8-2 4 15,-4 5 84-15,-16 1-72 0,-9 8 124 16,-10 0-28-16,-5 6-104 0,-12 7-4 0,-4 0-68 16,-8 5 68-16,-3 5 44 0,-4 4-40 15,-1 5 4-15,0 6 140 0,-4 6-76 16,0 1-24-16,1 8-48 0,4 2 0 0,-2 4-108 15,2 8 32-15,3-1 72 0,0 7-56 16,4 0 60-16,0 3-108 16,9 0-88-16,3 6-60 0,8 0 108 0,4 1 88 15,9-3-28-15,3 1 16 0,0-2-12 16,3 1 8-16,-2-1-32 16,3 1-64-16,0-2-52 0,-4-2 4 15,0 4-12-15,0-4-104 0,0 2-356 0,5-2 172 0,-1 4 20 0,0-4 36 16,0 0 36-16,-4 0 28 0,1 0 120 15,-6-4 116-15,1 2 40 0,0-2 124 16,4 2 108 0,1 2 92-16,7-4-48 0,-4 4-152 15,5-3-52-15,-6 3-100 16,-3 0-52-16,4 0 16 0,0 3-16 16,-4 3-72-16,5-2 60 0,3 2 24 0,-4-4 104 0,4 5-28 15,-4 0 4-15,4-4-4 0,5 4-64 16,-6-5-240-16,5 5-540 15,0-4-265-15,5 0-171 0,-5 0-240 0,-1-3-172 0,2 4-108 16,-2-1-272-16,6-3 1872 0,-10 3 316 16</inkml:trace>
  <inkml:trace contextRef="#ctx0" brushRef="#br1" timeOffset="165563.004">27913 10525 116 0,'0'0'11001'16,"0"0"-9105"-16,0 0-456 0,0 0-484 15,0 0 276-15,0 0-36 0,0 0 24 16,0 0-252-16,0 0-344 0,0 0-172 16,0 0 313-16,17 79-157 0,-14-44-212 0,-3 9-68 15,0 4-84-15,-7 6-52 16,-6 0 0-16,2 3-84 0,-10 0-104 15,6 1 0-15,-5-1-4 0,4-3-120 0,0-7-132 16,4-5-112-16,8-7 52 0,0-13 80 16,4-3-60-16,0-10-84 0,8-2-61 0,-4-4 37 15,8-3-100-15,-4-3-160 0,4-4-384 0,3-6-276 16,-2-5-528-16,6-4-864 0,-2-1-1873 16,-6 0-1975-16,6-8 5488 0</inkml:trace>
  <inkml:trace contextRef="#ctx0" brushRef="#br1" timeOffset="165947.933">28045 10849 4680 0,'0'0'5532'0,"0"0"-3215"0,0 0-913 0,0 0-556 0,0 0 184 0,0 0 208 15,0 0-208-15,0 0-356 0,83 9-280 16,-55-9-200-16,4 4-116 0,0-4-80 16,-4-4-108-16,4-5-104 15,-4-1-216-15,4-5-128 0,-4 2-12 16,-4-4-56-16,0-1-192 0,-5-1-784 0,-6-1-484 15,-6 1-377-15,1 4-119 0,-8-5-348 0,0 2 712 32,0-1 1644-32,0-1 572 0,-4 1 64 15,4 0 912-15,-4 3-608 16,1 1 1912-16,-1 2-656 0,0 3-400 16,-1 4-60-16,5 3-12 0,-4 3 57 0,4 0-233 0,0 0-212 15,0 9 0-15,0 1 84 0,0 9 92 16,0 3-148-16,-4 11-44 0,-3 0-44 0,-1 9-88 15,-5 6-28-15,2 3-36 0,-6 3-160 0,-2 0-172 16,3-4-100-16,0-1-44 0,0-2-76 16,0-10-12-1,8-1-76-15,-4-8-252 0,8-6-88 0,4-6-76 16,0-4 28-16,0-5-44 0,4-4-72 16,8-3-152-16,4 0-384 15,4-6-712-15,4-6-600 0,0-5-1557 0,-8 2-1675 16,12-11 5668-16</inkml:trace>
  <inkml:trace contextRef="#ctx0" brushRef="#br1" timeOffset="166213.27">28846 10468 1316 0,'0'0'9180'16,"0"0"-7391"-1,0 0-753-15,-5 79-120 0,-2-41 484 0,-1 9 4 0,-4 4-224 16,-4 7-504-16,4 0-244 0,-8-6-140 0,9 3-24 0,-6-8-108 16,9-1-84-16,1-8-76 15,-2-7-64-15,9-6-252 0,0-6-272 0,0-6-252 0,0-7 12 16,5 0 80-16,6-6-256 0,5 0-584 0,4-3-404 16,8-6-665-16,4-7-1979 0,-8 3 1428 15,23-12 2672-15</inkml:trace>
  <inkml:trace contextRef="#ctx0" brushRef="#br1" timeOffset="166441.535">29372 10722 4092 0,'0'0'832'16,"0"0"4760"-16,-76 9-4243 0,40 4-593 0,-7 0-40 0,-2 2 112 0,6 5 96 15,-5 2-336-15,4 0-248 0,4 4-96 16,4-5-144-16,8 2-96 0,5-4-4 0,3 0-44 15,12-4 44-15,0-2 140 0,4 4 44 0,0-5 44 16,8 1 56-16,3-1 200 0,6 1 24 0,3-1-200 16,-1 2-272-16,5-1-36 0,4-4-268 15,4 4-192-15,8 2 0 0,4 1 164 0,3-3-192 16,5 0-1400-16,-3-4-1961 16,-10 1-2071-16,17-1 1057 0</inkml:trace>
  <inkml:trace contextRef="#ctx0" brushRef="#br1" timeOffset="167466.832">24934 8394 11129 0,'0'0'2536'15,"0"0"-968"-15,0 0-244 16,-17 74-268-16,13-36-216 0,-3 9 48 16,-2 10-276-16,1 7-40 0,1 6-108 15,-5-1-24-15,-1 5-64 0,2-1-59 16,2-7-77-16,1-2-68 0,1-7-164 0,3-7-8 15,0-4-4-15,4-9-68 16,0-5 72-16,8-10-52 0,-4-3-212 0,3-6-189 16,2-7-31-16,-1-3-4 0,-1-3-24 15,6 0-160-15,-1-9-104 0,-1-7-484 0,6-3-856 16,-2 0-256-16,1-6-209 0,-4 0 873 0,1-5-3528 16,-2 5 3800-16,1-3 1084 0,-4-1 80 15,0 0 272-15,0 1 1080 0,-4-1-296 16,0 8-392-16,0 2 2056 0,-4 2 796 15,4 11-1087-15,0-1-389 0,0 7-248 0,4 0-236 16,4 0-256-16,7 7-196 0,-2-1 32 16,11 4 8-16,0-3-300 0,-1-2-252 0,6-2-176 15,2-3-144-15,1 0-240 16,0-3-200-16,-1-6-256 0,-3-4-216 0,-4 0-52 16,0-2-624-16,-7-4-980 0,-6 0-1633 15,-2-1-1431-15,-6 8 2660 16</inkml:trace>
  <inkml:trace contextRef="#ctx0" brushRef="#br1" timeOffset="167697.818">25527 8610 820 0,'0'0'1332'0,"0"0"4972"0,0 0-4440 0,0 0-535 16,0 0-329-16,0 0 352 0,0 0-128 0,0 0-152 0,-4 93-100 15,-3-55-152-15,-2 3-156 16,1 1-72-16,-3 5-140 0,2-3-72 0,1 1-100 15,0-1-120-15,-4-3-88 0,4 1-72 16,0-4-72-16,1-6 68 0,-2-1-72 16,5-6-180-16,0 0-172 0,0-1-160 15,4-3-200-15,0 2 160 16,0-8 416-16,12-2-196 0,8-9-1548 16,8-2-1880-16,0-2-2109 0,0-6 454 15,4-10 5491-15</inkml:trace>
  <inkml:trace contextRef="#ctx0" brushRef="#br1" timeOffset="167951.757">25886 8760 588 0,'0'0'4016'16,"0"0"700"-16,0 0-3023 15,0 0-61-15,59 89-256 0,-39-55 0 0,0 4-380 0,0 4-184 0,0-4-80 16,-4 4-180-16,0-9-168 16,0 0-200-16,0-1-184 0,0-10 0 31,3-3-4-31,-2-7-112 0,2-2-216 0,-3-4-260 16,9-6-52-16,-6-3-16 15,5-7-472-15,0-5-1044 0,0-4-2749 0,-8 3-2303 16,4-15 6432-16</inkml:trace>
  <inkml:trace contextRef="#ctx0" brushRef="#br1" timeOffset="168182.933">26264 8706 1332 0,'0'0'548'16,"0"0"5164"-16,-60 73-2888 15,29-32-615-15,-5 10-513 0,-1 6-184 0,-2 0-196 16,-5 1-288-16,0-5-288 0,0-2-320 0,5-4-248 15,-2-3-160-15,6-8-12 0,7-4-236 16,8-4-316-16,4-5-152 0,8-8 148 16,4-5-16-16,4-4-508 0,8-6-384 15,4 0-728 1,12-9-773-16,4-7-2695 0,-4 0 3900 16,15-13 740-16</inkml:trace>
  <inkml:trace contextRef="#ctx0" brushRef="#br1" timeOffset="168452.942">26742 8385 5156 0,'0'0'2680'15,"0"0"2105"-15,-16 91-3381 0,9-42-240 16,-2 5 68-16,-3 5-24 0,-4 9-144 0,4-5-180 15,-4 4-224-15,-3 0-160 0,2-10-160 0,2-4-156 32,-1-4-180-32,0-8-4 0,4-10-4 0,4-2-180 15,4-10-180-15,4-7-208 0,0-2-164 16,4-4-40-16,4-6-88 0,8 0-732 0,4-3-892 16,7-7-1677-16,5-5-1527 15,-4-1 3008-15</inkml:trace>
  <inkml:trace contextRef="#ctx0" brushRef="#br1" timeOffset="168692.517">27176 8772 3696 0,'0'0'7649'15,"0"0"-5957"-15,0 0-1044 0,0 0-204 16,0 0 720-16,-95 7 144 0,63 2-400 16,-4 4-400-16,4 3-260 0,-4-1-52 0,8 4 100 0,0-2-36 15,4 2-88-15,5-7-124 0,3 4 0 16,8-6 76-16,4 3 72 0,0-4 12 0,4 4 172 15,0-1-40-15,8 1 16 16,4 6 144-16,4-3-100 0,3 2-171 16,5 1-69-16,4-2-148 0,4-1-12 0,4 0-48 15,-4-4-220 1,0 1-437-16,-1-3-211 0,-3-1-100 16,-3 1-748-16,-9-7-2828 0,-5 9-3681 15</inkml:trace>
  <inkml:trace contextRef="#ctx0" brushRef="#br1" timeOffset="169519.605">24694 9594 116 0,'0'0'1124'0,"0"0"-292"0,0 0-700 0,0 0 208 0,0 0-276 0,0 0 172 16,0 0 1952-1,0 0-1772-15,25 0-416 16,-22 0-416-16,1 0 416 0,4 0 328 0,0 0-80 15,4 0-212-15,0 5-36 0,8-5-144 0,-1 0-48 16,2 0-212-16,3 2-392 0,-4-2-1068 0,-5 0 1668 16,10 0-272-16</inkml:trace>
  <inkml:trace contextRef="#ctx0" brushRef="#br1" timeOffset="176268.478">28261 8820 5064 0,'0'0'8237'15,"0"0"-7209"-15,0 0-624 0,0 0-88 0,31-76 840 16,-19 53 180-16,0 5-344 0,4 2-316 16,-1 0-212-16,-2 0 4 0,6 4 300 0,2-2-208 15,-1 2-196-15,4-1-107 0,3 0-41 16,6 1-44-16,2-1-28 0,5 0-48 15,3 1-24-15,6-1-24 0,-6 0 4 0,9 4-52 16,-4 0-4-16,0 2-68 0,-4 4 72 16,-4-1 160-16,-12 4 188 0,-4 0-200 15,-1 10-88-15,-7 0-56 0,0 2 104 0,0 7 12 16,-4 3-72-16,-4 7-36 0,-4 3-12 16,0 8 0-1,-4 2 0-15,-4 3 0 0,0-1-48 16,-4-3 40-16,4 1-100 0,0-7 24 15,0-3-24-15,0-4 8 0,4-6-104 0,-4-3-172 0,1-2-336 0,-2-5-469 16,-3-5-643-16,0-1-1132 16,1-4-1668-16,-6-2-1089 0</inkml:trace>
  <inkml:trace contextRef="#ctx0" brushRef="#br1" timeOffset="176489.648">28834 8938 1344 0,'0'0'6656'16,"0"0"-4804"-16,0 0-511 0,0 0-249 15,0 0 440-15,0 0-28 0,-12 86-368 16,12-65-452-16,4 8-124 0,4-4 216 16,4 1-36-16,4-1-188 0,4-3-160 0,-1-2-64 15,2-5-72-15,3-2-36 16,0-4-24-16,4-2-16 0,-1-7 16 0,1 0-40 16,4-4-56-16,4-4-100 0,4-6 0 15,-1-8-148 1,-3 0-144-16,-4-3-144 0,-4-7-136 0,0-3-272 0,-12 6-748 15,7-22-3596-15</inkml:trace>
  <inkml:trace contextRef="#ctx0" brushRef="#br1" timeOffset="190101.516">2247 17104 5320 0,'0'0'2444'0,"0"0"484"16,0 0-1155-16,-21-83-561 0,14 57 16 16,-1 4 148-1,-5 0-392-15,2 0-388 0,-1 3-88 0,0 0-16 16,-4 3 24-16,-4 3 48 0,0 0-40 0,-3 4-172 0,-1-1-132 16,-1 7-48-16,1 0-40 0,1 3 28 15,-1 3-100-15,0 4 0 0,0 5 185 16,0 4-161-16,0 6-84 0,4 6 0 0,0 8-60 0,4 5 60 0,0 7 244 31,5 2-184-31,7 8-60 0,-4 2-64 0,8 3-48 16,0 0 64-16,8-2-60 0,3-4-13 15,6-6 57-15,2-13-56 0,5-6-76 0,4-10 52 16,4-9-76-16,4-10 64 16,-1-3-260-16,10-6-108 0,-2-13 120 0,-2-3 20 15,2-8-540-15,0-7-528 0,-2-8-384 16,-1-2-656-16,-12 6-757 0,3-22-2119 0</inkml:trace>
  <inkml:trace contextRef="#ctx0" brushRef="#br1" timeOffset="190332.52">2450 16411 4852 0,'0'0'7061'0,"0"0"-6009"0,0 0-608 0,0 0 80 0,0 0 840 16,0 0-420-16,0 0-256 15,-5 89-164-15,10-47 44 0,-1 5 172 0,0 10-52 16,4 9-208-16,-4 5-236 0,-1 8-24 16,1 1-152-16,1 2-68 15,-5-2-96-15,4-8-28 0,0-5-60 0,0-12-280 16,3-11-260-16,1-10 96 0,5-8-264 16,2-7-372-16,-2-13-740 15,6-3-760-15,-6-3-1361 0,6-15-311 0</inkml:trace>
  <inkml:trace contextRef="#ctx0" brushRef="#br1" timeOffset="190646.519">2757 17247 3240 0,'0'0'2136'16,"0"0"4633"-16,0 0-6117 0,19 79-168 16,-11-60 560-16,1-3 232 0,6-4-620 15,-2-5-420-15,2-7-236 0,5 0-12 16,0-10 12-16,0-6 12 0,4-7-12 15,0-2-124-15,-4-2-232 0,0 0-20 0,-5-1 48 16,2 3 88-16,-10 2 144 0,-3 5 96 0,-4 5 100 16,0-1 140-16,-4 2 76 0,-7 3 24 15,-6 3 0-15,2 0 84 0,-5-1 64 16,-1 3 20-16,6 4 272 0,3 0-92 0,-4 6-248 16,8 7-284-16,-4 7-156 15,0 5-8-15,4 7 8 0,-4 2 12 0,4 8 88 16,4-1-100-16,1-3-16 0,3-3-312 0,0-6-92 0,3-4-44 15,5-9-116-15,8-5-188 16,0-6-472 0,4-5-640-16,8-10-108 0,-4 1-253 0,12-23-2383 0</inkml:trace>
  <inkml:trace contextRef="#ctx0" brushRef="#br1" timeOffset="190984.476">3398 16999 13105 0,'0'0'2356'15,"0"0"-1728"-15,0 0 212 0,-23 85 1016 16,10-50-396-16,2 0-740 0,3 0-392 0,3-3-108 16,1-4-220-16,0-5-60 15,4-4-304-15,0-10-4 0,0 1 64 16,4-3-16-16,0-5-32 0,1-2-52 0,-1 0-16 0,0-2-84 16,3-5 256-16,-3-5 88 0,4-2 160 0,0-5 8 15,0-3 36-15,0 0-44 0,0 0-12 16,-4-4-72-16,0 1-116 0,0 0 188 15,-4 2 12-15,4 7 4 0,-4 4-4 16,4 5 100-16,-4 4 148 0,4 3 72 0,0 3 36 16,4 11 172-1,0-2 100-15,4 9-128 16,-4 5-184-16,0 3 16 0,4 3-28 16,-5-1-64-16,2-2-104 0,-1-1-136 0,-4-3-76 15,-1-8-312-15,1-1-136 0,0-10-72 16,1-3-140-16,-5-3-224 0,4 0-972 15,0-9-1908-15,-4-1 583 0,4-15-1767 0</inkml:trace>
  <inkml:trace contextRef="#ctx0" brushRef="#br1" timeOffset="191266.623">3594 16967 8748 0,'0'0'2004'0,"0"0"-1243"0,0 0-33 0,0 0 1136 15,0 0-172-15,67 76-676 16,-51-51-308-16,-4 5-52 0,0 1 244 0,0 1-140 0,0-1 204 31,-4-2-208-31,-1-1-596 0,-2-2-160 16,-5-1-8-16,0-2-152 0,0-1-8 15,0-3 92-15,0-7 28 0,-5-2 36 16,1-1 8-16,4-5 4 0,0-4 84 0,0 0-84 16,0-4 0-16,0-8 160 15,0-4-160-15,0-13-112 0,0-3 0 0,4-6 104 0,5-3-80 16,3 0-96-16,-1 0-36 0,6 8-48 15,-6 5-172-15,6 3-136 0,3 6-244 0,-5 3-408 16,6 3-496-16,3 4 512 16,-9 2-556-16,13 5-4141 0</inkml:trace>
  <inkml:trace contextRef="#ctx0" brushRef="#br1" timeOffset="191835.805">4079 17024 9336 0,'0'0'2105'0,"0"0"-909"0,0 0 128 0,-4 95 380 15,0-56-284-15,4-2-700 0,-4-2-216 0,4-3-196 16,0-10-308-16,0-2-208 0,8-12-76 16,5-1-12-16,-6-7 132 15,10 0-156-15,-2-9-116 0,2-3 260 0,-2-5-8 16,5-5 36-16,0 3 148 0,-4 0 8 16,-1 3-8-16,2 3 4 0,-2 10-8 15,2 0 8-15,-2 6 304 0,5 10 204 0,1 6-192 31,7 9-144-31,-5 4-136 0,5 10-40 0,-4 5-60 16,0 0 8-16,-4 4-84 0,-4 4 0 16,-5-1 36-16,-2 3 100 0,-9 0 88 0,0 0 172 0,0 3 172 15,-13 0-256-15,2-2 8 0,-1-4 492 16,0-4 160-16,-9-8-664 0,6-8-112 16,-1-9 12-16,-4-5-60 15,0-10-12-15,-4-4-220 16,1-6 184-16,-1-3 36 0,-4-10 200 0,4-2-200 0,-4-2 0 15,8-1 72-15,4 1-72 0,8-1 52 0,4-5-52 16,4 1 0-16,0-4-148 0,8 1-72 16,4-7-12-16,8 4 84 15,4-3 24-15,0-5 52 0,8 5-100 0,0-1 0 16,4-3-24-16,-1 2 72 0,5-4-332 0,0 2-276 16,-4 0-592-16,-4 3-1200 0,-8 7-2517 15,3 0-3123-15</inkml:trace>
  <inkml:trace contextRef="#ctx0" brushRef="#br1" timeOffset="193007.322">5493 16843 1240 0,'0'0'2100'0,"0"0"4088"0,0 0-4251 0,0 0-309 15,0 0-396-15,0 0-172 0,0 0 236 0,0 0-428 16,60 74-344-16,-36-37-120 0,4 8-108 0,-3 5 0 0,-1 7-100 16,-1 4-108-16,5 6-88 0,-8 3-52 15,0 6 4-15,0-7-124 31,0-1 88-31,-9-12-16 0,6-11 100 0,-6-14 60 0,-3-12-44 16,5-8-12-16,-6-6 56 16,1-5 88-16,5-3 48 0,-2-6 172 15,10-9 24-15,-6-15-100 0,9-5-120 0,-4-9-76 16,3-10-36-16,2-5-60 0,-5-1-84 0,-1-4-12 16,-2 4-4-16,-6 3-156 15,-2 2-12-15,-5 4-52 0,0 10 4 16,-4 6-104-16,0 10 88 0,0 5-176 15,0 10 112-15,-4 5-124 0,-4 3-484 16,-1 5-808-16,2 0-1344 0,-10 11-2217 0</inkml:trace>
  <inkml:trace contextRef="#ctx0" brushRef="#br1" timeOffset="193212.93">5705 17262 1708 0,'0'0'9521'0,"0"0"-8149"0,0 0-720 0,0 0 188 0,0 0 384 16,0 0-304-16,0 0-220 15,84-13-264-15,-56 11-152 0,-4-2-148 0,4 1-136 16,-1 3-96-16,1 0-40 0,0-3 24 16,0 3-288-16,4 0-552 0,-4 0-520 15,-4 0-668-15,-4 0-2121 0,3 0-2607 0</inkml:trace>
  <inkml:trace contextRef="#ctx0" brushRef="#br1" timeOffset="193773.472">6705 17256 1172 0,'0'0'7144'0,"0"0"-5680"0,0 0-215 0,0 0-257 16,76-80 236-16,-48 55-540 0,3-7-348 0,1 4-124 16,-4-1-120-16,4 10-96 0,-8 3-100 15,0 7 100-15,-1 9 128 0,2 0 324 16,-5 16-96-16,-5 6 296 0,2 6-124 0,-2 5-68 16,2 1-72-16,-6 4-4 15,2 0-224-15,-6 0-84 0,5 1-76 0,-3-5 0 16,-2 1-12-16,1-6-48 0,0-4-64 15,1-5-12-15,-2-8-76 0,1-9-332 16,0-3-312-16,4 0-96 0,4-13-392 0,-4 1-880 16,4-20-3065-16</inkml:trace>
  <inkml:trace contextRef="#ctx0" brushRef="#br1" timeOffset="193957.05">7334 16948 6224 0,'0'0'116'0,"0"0"5057"16,0 0-4393-16,0 0-216 0,0 0 492 0,-87 89 260 16,64-58-412-16,2 7-336 0,-3 4-84 0,0-1 100 15,-4 7 24-15,5-4-128 0,-5 4-236 16,4-4-108-16,0 0-136 0,4-5-88 0,4-8-160 16,4-1-404-16,4-5-140 0,8-6 8 15,0-7-548-15,0-2-1360 0,16-7-2993 0</inkml:trace>
  <inkml:trace contextRef="#ctx0" brushRef="#br1" timeOffset="194191.7">7845 17081 1280 0,'0'0'11457'0,"0"0"-9929"0,0 0-1008 0,-48 70 248 16,36-41 536-16,-1 2-272 15,6 1-476-15,3 4-136 0,4-5-76 16,0 1-136-16,0-4-172 0,4-6-36 16,8-2-96-16,0-5-4 0,3-5-24 0,2-7-48 15,7-3 0-15,-5-3-244 0,5-10-68 16,-3-3-296-16,3-6-488 0,-9 0-700 16,-3 3-1953-16,-4 0-2907 0</inkml:trace>
  <inkml:trace contextRef="#ctx0" brushRef="#br1" timeOffset="194369.967">7709 17298 928 0,'0'0'11389'0,"0"0"-9657"0,0 0-1084 0,0 0 796 0,0 0-304 16,0 0-296 0,0 0-192-16,0 0 0 0,104 19 36 15,-72-26-336-15,7 1-248 0,-3-7-104 16,0 6-220-16,1-5-428 0,-6 2-188 15,-4 0-240-15,1 5-860 0,-7-2-2468 16,3-3-3045-16</inkml:trace>
  <inkml:trace contextRef="#ctx0" brushRef="#br1" timeOffset="195208.825">8438 16818 2644 0,'0'0'900'16,"0"0"-236"-16,0 0 976 0,0 0 2900 0,0 0-2787 16,0 0-285-16,0 0 40 15,49 69-148-15,-30-37-228 0,1 3-216 0,-5 6-252 16,2 7-176-16,-6 0-252 0,-2 6-4 15,-5 3-48-15,-4 0 60 16,4-4-52-16,-4 2-80 0,0-7-112 16,0-7-124-16,-4-3-108 0,4-6-108 0,-4-4-112 15,-1-9-88-15,1-6-16 0,4-4-60 16,0-9-228-16,-3 0-132 0,3-3-232 0,0-9-248 16,0-7-1157-16,0-4-363 15,0 8-1428-15,0-14 1416 0</inkml:trace>
  <inkml:trace contextRef="#ctx0" brushRef="#br1" timeOffset="195324.212">8562 17364 4652 0,'0'0'2668'16,"0"0"-360"-16,0 0 89 0,0 0-341 0,80-3-528 16,-52 3-460-16,4 0-200 0,0 0 12 15,-1 0-400-15,5-3-296 16,-4-7-184-16,0 0-68 0,0-9-180 0,-4 0-280 16,3-6-416-16,-3-1-432 0,-12 7-1076 15,4-12-2489-15</inkml:trace>
  <inkml:trace contextRef="#ctx0" brushRef="#br1" timeOffset="195540.39">8841 16868 4752 0,'0'0'912'0,"0"0"1088"16,0 0 2045-16,11 77-2357 0,2-42-432 0,-2 6 56 15,2 6-100-15,-2 2-184 0,1 4-104 16,1-2-164-16,-6 7-428 15,5-6-148-15,-3 0-136 16,-2 2-48-16,1-7-232 0,0-2-244 0,0-7-100 0,-4-6-140 0,4-10-100 0,5-6-352 0,-6-10-648 0,5-6-576 16,0-6-133-16,-4-4-71 15,7-18-1644-15</inkml:trace>
  <inkml:trace contextRef="#ctx0" brushRef="#br1" timeOffset="195753.33">9247 16811 7504 0,'0'0'5869'0,"0"0"-4881"0,0 0-480 0,28 68 880 15,-16-30 228-15,0 6-444 0,-4 3-388 16,4 1-220-16,-4 6-100 0,0 3 20 16,-5-3-56-16,-3 4-163 0,0-2-169 0,0 1-96 15,0-6-184-15,0 0-133 0,-3-9-327 0,3-1-100 16,0-10-40-16,11-5-124 0,2-11-628 15,2-10-1332-15,2-5-1261 16,7-30-507-16</inkml:trace>
  <inkml:trace contextRef="#ctx0" brushRef="#br1" timeOffset="195968.015">9582 17065 10516 0,'0'0'4193'0,"0"0"-3789"0,0 0-392 0,-79 61 604 31,58-39 652-31,-3 3-612 0,9 4-392 0,-2-1-204 0,6 1-48 0,2-1 28 32,1 4-40-32,4-6-84 0,4-1 20 0,0-3 64 15,0-6 216-15,4 0 140 0,9 0 16 0,-2-2-128 16,10-6-72-16,-2 2-72 0,5-7-100 0,8 1-120 16,-4-4-188-16,4 0-284 0,0-7-224 15,-1-3-392-15,-3-3-748 0,-3 1-2065 16,6-4-3315-16</inkml:trace>
  <inkml:trace contextRef="#ctx0" brushRef="#br1" timeOffset="196110.188">10012 17443 12645 0,'0'0'2008'0,"0"0"-1640"0,16 76-16 0,-12-44 980 0,0 3 528 0,0-7-728 16,-4 1-732-16,-4-4-276 15,0 1-124-15,-8-1-196 0,-4-2-476 0,0 2-176 16,0-3-144-16,-4 1-472 0,-4-5-844 15,9-5-1997-15,-13 3-2903 0</inkml:trace>
  <inkml:trace contextRef="#ctx0" brushRef="#br1" timeOffset="196695.573">11172 17072 4852 0,'0'0'7525'16,"0"0"-6341"-16,0 0-748 0,0 0 68 15,0 0 508-15,107-4 268 0,-59 4-348 16,8-3-388-16,-1 0-188 16,1 0-220-16,-4 0 12 0,0-6-148 15,-1 2 0-15,-6-3-12 16,-2 1-88-16,-7-4-20 0,-4 4-104 0,0-1 52 16,-12 4 12-16,0 3 96 0,-12-1-20 15,-1 4-28-15,1 7 112 16,-8 9 376-16,5 6-80 0,-5 9-64 0,0 8-72 0,0 5-108 15,0 7 20-15,0 0 112 0,-5 5-136 16,1 2-48-16,0-4-60 0,1 3 52 0,-1-2 0 16,0-8-52-16,4-6 8 0,-4-6 4 15,4-10-52-15,0-3 40 0,0-5-124 16,0-9-296-16,0 3-80 0,0-8-196 0,0-3-740 16,-9 0-1052-16,6 0-2949 0,-9-7-1059 15</inkml:trace>
  <inkml:trace contextRef="#ctx0" brushRef="#br1" timeOffset="196879.705">11447 17443 10436 0,'0'0'2289'0,"0"0"-1421"0,0 0-336 16,0 0 532-16,0 0 20 0,88 13-336 0,-49-7-364 0,1-3-160 15,4 0-36-15,-8-3-116 16,3 4-72-16,-7-1-136 0,-4-3-360 0,0 6-364 15,-12-3-260-15,-4 7-20 0,-4-4-668 16,-8 11-3105-16</inkml:trace>
  <inkml:trace contextRef="#ctx0" brushRef="#br1" timeOffset="197021.273">11542 17742 7384 0,'0'0'5065'0,"0"0"-3625"16,0 0-780-16,0 0 108 0,0 0-140 15,0 0 92-15,0 0-112 0,83 6-136 0,-46-9-112 16,-1-4-144-16,3-2-216 0,1-1-392 16,4-3-452-16,3-2-612 15,-10 3-416-15,10-5-3653 0</inkml:trace>
  <inkml:trace contextRef="#ctx0" brushRef="#br1" timeOffset="197733.601">12609 16951 7704 0,'0'0'4985'15,"0"0"-3061"-15,0 0-740 0,0 0 180 16,0 0 220-16,0 0-480 0,0 0-420 0,0 0-316 15,0 0-100-15,5 73-24 16,7-35 8-16,-1 6-19 0,-2 4-61 0,-1 0-100 16,-4 2-72-16,0-2-60 0,-4 3-16 15,0-3 4-15,0 0-37 0,-8-1-99 16,4-3-20-16,0-2 116 0,-1-14-108 16,5-6 16-16,0-9-4 0,0-2-108 15,0-9-100-15,5-2 156 0,3-2-168 0,7-9 220 16,2-5 184-16,-2-3-52 0,5-3 76 15,-3-3-8-15,2 2 0 0,-3 4-40 0,0 4-28 16,-4 5 76-16,0 3 52 0,0 7 180 16,0 0 52-16,-4 11-16 0,3-3-144 15,-2 9 48-15,-1-2-52 0,0 5-108 0,-1-1-12 16,2-1-4-16,-1-1-56 0,-1-2 48 16,-3-2-196-16,5 1-184 0,-5-6 24 15,-4 2-112-15,4-3-152 0,-1-5-336 0,-3 1-464 16,4-3-1088-1,-4 0-2525-15,0 0-2874 0</inkml:trace>
  <inkml:trace contextRef="#ctx0" brushRef="#br1" timeOffset="198247.433">13395 17454 10696 0,'0'0'2209'15,"0"0"-1369"-15,0 0-584 0,0 0 564 16,0 0 352-16,0 0-492 0,43 69-380 16,-39-54-188-16,1 8-64 0,-5-4-4 0,0 0-44 15,0-4-96-15,0 5-4 16,0-7-140-16,-5-4-300 0,1-3-352 15,0-3-144-15,4-3-184 0,-3 0-600 16,-1-6-2137-16,0-13 69 0</inkml:trace>
  <inkml:trace contextRef="#ctx0" brushRef="#br1" timeOffset="198746.14">13526 16799 10000 0,'0'0'1921'0,"0"0"-577"0,0 0-36 0,0 0 192 0,72 66-348 15,-56-33-444-15,4 0-192 0,-1 6-60 0,2 6 12 16,-5-1 8-16,-1 3-60 0,-7 1-208 0,1 3-60 16,-9 0-136-16,0 3-8 0,0-3-4 15,-5 0-60-15,-3-4-64 31,1-2 4-31,3-13-88 0,0-7 72 0,4-13 36 0,0-8-328 0,0-4-492 0,8 0 216 16,-1-10 292 0,6-9 364-16,-2-3 44 0,1-10 4 0,4-3 0 15,-4-3 0-15,4 0 72 16,-8 3 124-16,4 4-8 0,0 5 20 16,-4 7 28-16,-4 3-16 0,4 7-84 0,-4 2-48 15,-4 7-16-15,0 0 4 0,0 0 96 16,0 0-172-16,0 3-164 0,0 1 4 15,-4 1 12-15,-4 5-124 0,0 3 124 0,-3-1 36 0,-2 7 112 16,-2-2 0-16,2 2 0 16,-2 0 4-16,2 0 104 0,5-4 224 0,4 2 40 15,1-2-52-15,3-2-112 0,0-4-48 16,7 4 0-16,5 4 32 0,4-5-32 16,8 1-160-16,4 2-48 0,0-5-440 0,4-1 192 31,0-2-84-31,0-4 168 0,-4 3-380 0,-1-6-140 15,1 0-140-15,-4 0-372 0,-4 0-444 16,-4 4-588-16,-4-4-2305 0,0 3-2058 16</inkml:trace>
  <inkml:trace contextRef="#ctx0" brushRef="#br1" timeOffset="199278.303">15172 17002 11897 0,'0'0'2144'0,"0"0"-1372"0,0 0-152 0,0 0 612 0,0 0-164 16,0 0-672-16,0 0-308 0,0 0-80 15,-52 82 76-15,36-60 16 0,0 1-88 0,0-1-12 16,8 0-76-16,0 0 68 0,4 0-76 16,4-2-40-16,4-1 112 0,8-3-76 0,0-1-48 15,4 2-12-15,4-4 12 0,4-1 88 16,-4-3-52-16,4-2 88 0,-4 2-32 16,-1-2 40-16,-2-1 8 0,-6 3 168 0,-3 1 48 31,-3-1 56-31,-5 1-20 0,0 2-96 15,-5 1-36-15,1 0-124 0,-4-2-124 16,-3-3-208-16,2 2-200 0,-2-7-288 0,-1 3-136 16,-1-6-316-16,6 0-980 0,-1 0-2481 0,-1 0-2551 15</inkml:trace>
  <inkml:trace contextRef="#ctx0" brushRef="#br1" timeOffset="199445.732">15399 17421 9984 0,'0'0'4029'0,"0"0"-2805"0,0 0-212 0,0 0-64 0,0 73-380 0,0-63-568 0,0-4-24 16,0-4-248-16,4-2-276 15,3-8-304-15,6-9-432 16,2-5-944-16,-6 4-873 0,14-24-3243 0</inkml:trace>
  <inkml:trace contextRef="#ctx0" brushRef="#br1" timeOffset="199631.286">15873 16706 11161 0,'0'0'2824'0,"0"0"-2216"0,0 0-88 0,0 90 420 15,0-46 116-15,0 9-448 0,0 5-28 0,0 2-72 0,4 4 204 16,-4-4-52-16,4-3-356 16,0-2-292-16,0-4-12 0,4-7-60 15,-1-6 60-15,2-6 0 0,3-10-252 16,-1-7-164-16,-2-5 148 0,3-10-300 15,-5 0-428-15,2-3 0 0,-5-10-952 0,0 4-812 16,-4-13-2701-16</inkml:trace>
  <inkml:trace contextRef="#ctx0" brushRef="#br1" timeOffset="199801.734">15646 17192 10364 0,'0'0'2185'0,"0"0"-1037"0,0 0-44 16,0 0 436-16,0 0-444 15,0 0-1012-15,0 0-32 0,0 0-52 0,0 0 308 16,80 7-108-16,-37-7-64 0,6 0-76 0,2-7-4 0,5-2-56 16,0-7-184-16,0 0-324 15,0 0-88-15,-5-2-772 0,-16 1-1816 16,10-2-2897-16</inkml:trace>
  <inkml:trace contextRef="#ctx0" brushRef="#br1" timeOffset="200344.853">17590 16770 8716 0,'0'0'4285'15,"0"0"-2557"1,0 0-708-1,0 0 312-15,0 0-256 0,0 0-420 0,0 0-300 0,0 0-88 16,0 0-120-16,0 0 12 0,-43 79 36 16,34-41 12-16,5 4 48 0,0 5 72 15,0 1 0-15,4-4-108 0,0-6-220 0,8 1-24 16,1-8-132-16,-1-2 20 0,3-10-84 16,6-9-412-16,2-7 44 0,5-3 20 0,4-16-48 0,0-3-176 15,4-7-488-15,-4 1-1056 16,-4 3-1797-16,8-16-503 0</inkml:trace>
  <inkml:trace contextRef="#ctx0" brushRef="#br1" timeOffset="200715.006">17917 16465 8112 0,'0'0'2560'0,"0"0"-771"15,0 0-525-15,0 0 16 0,0 0-100 0,0 0 20 16,0 0-272-16,36 80-224 0,-25-42-104 15,-2 6 124-15,-1 8-44 0,-8 0-240 16,0 6-172-16,0 2-39 0,0-3-33 16,-13-2-136-16,9-1-60 0,-3-7 0 0,-1-3-156 15,0-2-149-15,3-10 73 0,5-7-144 16,0-9 156-16,0-7 12 0,5-5-180 16,3-4-176-16,0-4 176 0,3-11 388 15,6-5 96-15,-6-5-36 0,10-3-60 0,-5-2-8 16,3 2 0-16,-2 6-80 0,2 3 84 15,-7 10 4-15,4 2 136 0,-4 7 0 16,-4 0 168-16,4 7 28 0,0 2-64 0,-4 7-88 16,0 4-56-16,-4-6-4 0,4 5-44 0,-4 0-16 15,0-2-56-15,0-1-4 16,-4 0 0-16,0-4-112 0,0 4-228 0,0-7-220 16,0 4-176-16,-4-3-52 0,0-3-336 15,-5-2-952 1,6 2-1952-16,-5-7-2221 0</inkml:trace>
  <inkml:trace contextRef="#ctx0" brushRef="#br1" timeOffset="200884.868">18363 17164 10392 0,'0'0'4741'0,"0"0"-4073"0,0 0-456 0,0 0 740 0,-12 70 264 16,12-55-696-16,0-2-520 15,0 0-364-15,4-4-204 0,4-2-376 0,-8 0-716 16,4-1-1416-16,-4 0-3085 0</inkml:trace>
  <inkml:trace contextRef="#ctx0" brushRef="#br1" timeOffset="201773.131">18642 16393 8564 0,'0'0'2084'16,"0"0"-311"-16,0 0-573 0,0 0 44 0,0 0-100 15,0 0-364-15,20 66-84 0,4-25-128 0,0 7-108 16,-1 6-20-16,-2 6 88 16,-6 1-136-16,-6 2-48 0,-5 0-148 0,-4 0-88 15,-4-2-100 1,-5-4-4-16,-2-6-4 0,-1-3-60 16,-1-7-96-16,2-3-176 0,-1-3-172 0,4-10 100 0,0-2 108 15,4-8-24-15,0-9-76 0,0 1-60 16,4-7-64-16,0 0-92 0,0-7 92 0,0-1-4 0,4-9 440 31,4-2 84-31,0-6 4 0,-5-3 4 16,6-4 0-16,3 0 4 0,-5-2 76 0,10-2-84 15,-2 2 184-15,6 5 12 0,-1 0 64 16,3 10 56-16,-3 7-24 0,4-1-32 0,-4 10-16 16,0 3-48-16,-4 0 60 0,-4 3-100 15,-4 6 0 1,0 1-152-16,-8 2-8 0,0 1-40 0,0 0-96 0,-12 3-64 15,0-4-120-15,-4 1-80 0,0 3 28 0,-4-3 48 16,5-4 68-16,-6 1 28 0,5-3 68 16,1-1 56-16,-2-4 96 0,6 2 8 0,3-4 72 15,-1 0 128-15,5 0 256 0,4 0-4 16,0 0-252-16,0 0-200 0,4 2 0 31,5 3 0-31,2 1 272 0,6 2 0 0,2 3 28 16,1 1 72-16,5 1-16 0,-6 0-108 0,5-4-136 15,-4 1-112-15,-1-1-44 0,2-6-92 16,-5 1-184-16,-4-4-160 16,3 0-68-16,-2-10-236 0,-2-3-776 0,2 4-1088 0,-2-13-2617 15</inkml:trace>
  <inkml:trace contextRef="#ctx0" brushRef="#br1" timeOffset="202020.348">19204 16738 9128 0,'0'0'2029'16,"0"0"-1157"-16,0 0 152 0,0 0 476 0,64 89-440 0,-49-64-472 15,6 4-160 1,-2 0 48-16,5-1 108 0,-4 1 588 16,1-1-840-16,-10 4-236 0,-3-3-44 15,-4-1-4-15,-4 5 24 0,-4 1 28 16,-12 1-28-16,-8 0-72 0,0 3 0 15,0-4-48-15,-4-1-64 0,5-8-108 0,3-3-196 16,-1-6-216-16,6-10-132 0,2-6-476 16,6 0-1384-16,3-9-2209 0,0-13-2339 0</inkml:trace>
  <inkml:trace contextRef="#ctx0" brushRef="#br1" timeOffset="202572.863">19746 16993 3968 0,'0'0'7465'0,"0"0"-5621"0,0 0-888 0,0 0 392 0,0 0 160 16,0 0-272-16,0 0-448 16,0 0-320-16,0 0-28 0,0 0-120 0,0 0-52 15,39 44-76-15,-34-41-92 0,3 0-96 0,-4 1 128 16,3-2 16-16,-3-2-76 0,0 3-24 15,1-3-48-15,-1 4 8 0,-4-4 92 16,0 0 8-16,0 3 60 0,0 0 65 16,-4 3 411-16,-5 1-380 0,1 2-140 15,1 0-116-15,-1 2-8 16,-5-5-4-16,10-4-168 16,-1 3 4-16,0-5 0 0,4 0-52 15,0 0-36-15,0-5 136 0,0 3 11 0,0-4-15 0,0 0-44 16,4-1-4-16,-4-3 72 15,4 1 100-15,-1-1 12 16,1 7 36-16,-4 0 8 0,0 3-56 0,4 0-12 16,-4 0-60-16,0 0 60 0,0 0-136 15,0 3 88-15,0 0 0 0,0 3-64 0,0-2 40 16,0-1-124-16,0-3-208 0,0 4-256 16,0-4-584-16,5 0-964 0,-5 0-1792 15,0-4-1517-15,-5-15-883 0</inkml:trace>
  <inkml:trace contextRef="#ctx0" brushRef="#br1" timeOffset="203537.99">20574 17037 3980 0,'0'0'7165'15,"0"0"-5533"-15,0 0-688 0,0 0 156 0,0 0 148 16,0 0-372-16,0 0-352 0,0 0-52 16,100 42 32-16,-72-53 0 0,4-5-160 15,-1 1-184-15,1-7-160 0,0 0 0 16,-4-4-4-16,0 4 0 0,-8 0-4 0,-4-1 4 16,-7 4 4-16,-2 3 76 0,-3 0-68 15,-4 4-8-15,0-4-8 0,-8 3 4 16,-4 4-84-16,0-4 4 15,1 7 8-15,-6-1 68 0,2 1-76 16,-5 6 4-16,3 0 80 0,-6 3 88 16,3 7-16-16,-8 3-72 0,4 5 100 15,-1 8-28-15,2 2 52 0,-1 5 8 16,4 4-8-16,5 1-24 0,-2 4-16 16,9-5-48-16,5 2-36 0,3-4-84 0,0-3 84 15,15-4 116-15,1-3 56 16,5 1 12-16,6-7-12 0,1-3-52 0,3-4 0 15,1 2-8-15,0-8-56 0,5-4-56 0,-5 2-132 0,0-4-40 32,3 0-244-32,-3-6-172 0,0-5-36 0,-4 2-140 0,0-3-276 0,-5-4-740 15,-3 3-1112-15,1-6-2765 0</inkml:trace>
  <inkml:trace contextRef="#ctx0" brushRef="#br1" timeOffset="205359.769">7841 8385 5744 0,'0'0'4528'0,"0"0"-3403"0,0 0-909 0,12-70 428 16,3 38 200-16,1-2-196 16,5-5-468-16,2 1-180 15,-3 2-12-15,4 6-88 0,-3 0 24 0,-2 11-8 0,1 7 84 16,-8 3 292-16,4 2 24 15,-4 4-24-15,-5 3 60 0,6 0 52 0,-5 3 136 16,3 4-108-16,2 2-120 0,-2 3-64 16,6 5-48-1,-6-1 0-15,1 5-112 0,0 2-16 0,0-1 52 16,-3 4-36-16,-5-1 0 0,-1-3-40 16,-3 0-40-16,0-5 68 0,0-2-76 15,0-5-260-15,-3-2-188 0,-1-1-88 16,-5 0-168-16,5-4-292 0,-7 1-756 15,2-4-2605-15,-3 0-2899 0</inkml:trace>
  <inkml:trace contextRef="#ctx0" brushRef="#br1" timeOffset="205540.332">8040 8175 2704 0,'0'0'6164'0,"0"0"-4007"16,0 0-729-16,0 0-344 0,0 0-68 0,0 0-144 15,0 76-132-15,0-51-164 0,0-2-176 16,0 0-116-16,-4 2-120 0,0-3-124 0,0 3-40 16,0-6-88-16,-4-3-256 0,8-2-544 0,-4-8-736 0,4-4-1452 15,-4 2-3033-15</inkml:trace>
  <inkml:trace contextRef="#ctx0" brushRef="#br1" timeOffset="206112.13">7980 7277 2632 0,'0'0'6240'0,"0"0"-4404"0,0 0-691 15,0 0-5-15,0 0 324 0,16 82-4 0,-8-59-268 16,0-5-288-16,4-1-248 0,-4-2-192 15,4-5-120-15,0 0-172 0,0-8-60 16,-1 1-64-16,2 1 20 0,-2-4-68 16,6 0-144-16,-2-7-4 0,6-5-48 0,-6-1-76 15,1-6-180-15,5 3-116 0,-10-3-28 16,1 0 36-16,-3 4 124 16,-2-2 84-16,-3 1 48 0,0 0 192 0,-4 4 112 0,0-4 200 15,-8 4-12-15,-4-2 80 0,4 5-92 16,-7 4 136-16,2 0-164 0,-2 5-144 15,-2 0-4-15,-2 13 0 0,-1 7 0 16,-1 5 100-16,-3 6 36 0,5 4 124 0,-1 4-60 0,4 3 48 16,0-5 24-16,4 1-100 15,5-1 24-15,2-1 16 0,5-7-80 0,0-1-8 16,16-5-116-16,-1-4 164 0,10-1-48 16,6-4-16-16,5-6-108 0,5-1-188 15,10-7-92-15,1 0-200 0,12-7-164 0,-1-5-160 31,5-1-440-31,-20 1-1180 0,20-5-2641 16</inkml:trace>
  <inkml:trace contextRef="#ctx0" brushRef="#br1" timeOffset="208557.794">22440 16751 10424 0,'0'0'2389'16,"0"0"-1329"-16,0 0-400 0,0 0 400 15,0 0-156-15,0 0-192 0,0 0-168 0,79 10-72 16,-44-10-176-16,-3 0 0 0,5 0-100 16,-1-3-48-16,-1-4-140 0,-3 1-8 15,-4-4-100-15,4 1-304 0,-8 0-176 0,-5-4-176 0,-2 2-280 16,-6 2-996-16,-3 6-1821 0,-8-3-2331 0</inkml:trace>
  <inkml:trace contextRef="#ctx0" brushRef="#br1" timeOffset="208735.732">22475 16967 8520 0,'0'0'2833'0,"0"0"-1385"16,0 0-1000-16,0 0 620 0,0 0 180 16,0 0-440-16,0 0-448 0,100 48-96 15,-69-48-92-15,1 0-132 0,0-4-40 16,-4-5-588-1,4 2-228-15,-4 1-456 0,-8 0-856 0,8-4-2753 0</inkml:trace>
  <inkml:trace contextRef="#ctx0" brushRef="#br1" timeOffset="209311.677">23607 16618 13341 0,'0'0'2216'15,"0"0"-1320"-15,0 0-436 0,0 0 1100 16,0 0-620-16,0 0-940 0,0 0 0 15,0 0 88-15,99-51 20 0,-51 19-108 16,8-3-52-16,-4 0-196 0,-5 3 4 0,-3 4-12 16,-4 6 32-16,-12 6 76 0,-4 5 48 15,-9 6 92-15,2 5-108 0,-9 0 116 16,3 10 320-16,-2 2-124 0,2 11-48 16,-3 2-48-16,1 10-28 0,2 0-24 0,-3 5-48 15,1 2-8-15,-5 3-40 0,7 2 48 16,-3 0 4-1,-4 2 304-15,5 1-64 0,-6-5-48 0,1-3 60 16,0-5-96-16,0-8-64 0,4-7-96 16,0-6-56-16,0-7-116 0,0-2-352 15,8-7-288-15,-4-10-40 0,8-5-728 16,4-14-1224-16,-8 7-2293 0,8-20-2943 0</inkml:trace>
  <inkml:trace contextRef="#ctx0" brushRef="#br1" timeOffset="209479.226">24444 16361 8704 0,'0'0'4313'16,"0"0"-3025"-16,0 0-580 15,0 0 528-15,0 0-304 0,-88 79-532 0,64-40-240 0,-4 1-36 16,0 8 24-16,-4 6-148 0,0 4-96 0,-8 1-52 16,1 5-160-16,-9-1 48 0,-1 1-216 0,-6 2-340 15,-1-2-204-15,-7 3-692 0,18-20-1177 16,-30 27-2051-16</inkml:trace>
  <inkml:trace contextRef="#ctx0" brushRef="#br0" timeOffset="-212840.222">7084 16240 8836 0,'0'0'3897'16,"0"0"-3081"-16,0 0-588 0,0 0 536 15,0 0 584-15,0 0-408 0,0 0-328 0,0 0-204 16,0 0 24-16,28 64 100 0,-21-39 104 0,1 0-328 16,1 7-176-16,-5-3 4 0,-1 2-124 15,1 2-12-15,0-6-4 31,-4-2-80-31,4 5-28 0,-4-8-132 0,0-3-284 0,0-3 48 16,0-4-64-16,4-5 64 0,-4-7-56 16,5 0-416-16,-5-13-1104 0,7-3-564 0,-3 1-1353 0,4-17-1639 15</inkml:trace>
  <inkml:trace contextRef="#ctx0" brushRef="#br0" timeOffset="-212696.156">7306 16205 11537 0,'0'0'2212'0,"0"0"-1488"16,0 0 60-16,0 0 412 0,0 0-500 0,-3 86-484 0,3-65-212 0,0 5-12 15,0-3-64-15,0 2-60 0,0-3-236 16,0 0-320-16,0 0-188 0,0-2-308 16,-4-1-884-16,0-10-1833 0,-4 7-2231 0</inkml:trace>
  <inkml:trace contextRef="#ctx0" brushRef="#br0" timeOffset="-212075.905">6597 15418 8068 0,'0'0'1412'0,"0"0"-4"0,0 0-379 0,0 0 443 16,0 0-64-16,0 0-300 0,0 0-304 15,0 0-220-15,0 0-60 0,0 0-44 16,0 0-120-1,0 0-104-15,0-27 4 0,0 27 44 0,0 0 40 16,0 0 0-16,0 7-112 16,8 3-48-16,5 9-76 0,-2 6-12 0,6 10-20 15,-2 11-16-15,-2-2-48 0,2 9-12 0,-7-2-36 16,4-1-64-16,-4 5-32 16,-4-11 20-16,3-2-180 0,-2-8 48 0,-1-9 24 0,-4-8 112 0,4-4 20 15,0-7-20-15,-4-3-28 0,0-3-220 16,0 0 12-16,0 0-76 15,4 0 36-15,-4-3 72 0,4-3 140 16,-1-1 172-16,2-5-8 0,3-4 8 0,-8-4-8 16,4 5-4-16,0-4 0 0,-4-1-40 15,0 1 44-15,0 7 4 0,4-1-56 0,-4 7-4 16,0 2-60-16,3 2-52 16,-3 2 176-16,4 2 40 0,5 5 396 0,-1 6-140 15,3 2-96 1,2 4-92-16,-5 1-92 15,-1-1 44-15,6-1-60 0,-9-1 0 0,3-1-48 16,-3-4-16-16,4-5-36 0,-3 2-160 16,-5-6-160-16,4 1-44 0,-4-1-64 15,0-3-252-15,0 0-304 0,0 0-456 16,4 0-313-16,-4-3-1135 0,0-7-1644 0</inkml:trace>
  <inkml:trace contextRef="#ctx0" brushRef="#br0" timeOffset="-211268.988">6857 15297 7928 0,'0'0'1724'0,"0"0"-820"0,0 0-491 0,0 0 747 15,0 0 332-15,39 69-452 0,-18-39-408 16,-2 1-168-16,1 7-112 0,4 6-8 0,-1 1-60 16,2 3-8-16,-5-1-116 15,-5 2-48-15,6-6 12 0,-10-1-120 0,2-1 0 16,-6-3-4-16,1-7 0 0,-4-1-4 15,1-9 4-15,-1-4-4 0,-4-11-4 16,0 0-64-16,4-6-316 0,-4 0-160 0,3-10-196 16,1-5-340-16,4-7 388 0,-4-6-44 15,5-5-180-15,-2 1-20 0,-3 1 439 16,0 2 389-16,-4 0 112 0,0 4 116 16,0 4 65-16,0-3 335 0,0 6 48 0,0 5 12 15,0 0-140-15,4 7 60 0,1 0-88 0,-1-1-144 16,-1 4-60-16,5 0-12 0,0 0-4 15,1 3-36-15,-2 0 24 16,-3 0-12-16,0 0-12 0,0 0-28 0,-4 6-116 16,0-3 68-16,0 7-64 0,0-1 48 15,-8 7-60 1,-3 0-140-16,2 1-24 0,-7 2-36 0,9-5-140 16,-6 0 48-16,5-2 292 0,1-2 0 15,2-4 88-15,1-4-72 0,4 3 28 16,0-3-44-16,0 1-228 0,4 1 228 0,5 3 240 15,2 2 28-15,6 1 20 0,2-1 4 16,1 4 32-16,4-4-72 16,-1 1 88-16,1-1 236 0,1-3-156 0,3 4-120 0,0-4-152 15,-4 0-88-15,8 1 28 16,-4-1-88-16,-2 0-76 0,2-1-36 0,-3-3-384 16,-1-2-236-16,-4 0-224 0,-5 0-432 15,6 0-624-15,-10 0-513 16,2-2-759-16,-5-3-2784 0</inkml:trace>
  <inkml:trace contextRef="#ctx0" brushRef="#br0" timeOffset="-206548.855">19547 16151 11401 0,'0'0'1816'16,"0"0"-684"-16,0 0-436 0,0 0 160 16,0 0 72-16,0 0-468 0,0 0-100 0,0 0 88 15,0 0 268-15,0 0-228 0,83-28-56 16,-59 5-40-16,-4 2 72 0,-1-6-76 0,2 2-132 15,-1-4-108-15,-5-2-136 0,6-7-12 16,-1-4-76-16,-1 1-116 0,2 0 20 16,-1-1 24-16,-1 8 28 15,-2 3-28-15,-2 1-8 0,1 5-4 0,0 3-108 16,-4 3-296-16,-4 6-124 0,0 3-276 0,-4 8-660 16,-4 2-976-16,0 0-1481 0,-4 9-1471 15</inkml:trace>
  <inkml:trace contextRef="#ctx0" brushRef="#br0" timeOffset="-206334.382">19658 16180 9292 0,'0'0'1973'0,"0"0"-853"0,0 0-420 0,0 0-60 15,0 0 96-15,0 0-44 0,0 0 0 16,0 0-172-16,0 0-148 15,95-80-120-15,-67 52-56 0,0-7-32 0,0 0-164 0,4 0-4 16,-4-3-108-16,4-4-88 16,4 1-124-16,-5 0-544 0,1-3-392 0,0 2-736 0,-8 14-2217 15,8-20-3675-15</inkml:trace>
  <inkml:trace contextRef="#ctx0" brushRef="#br0" timeOffset="-205628.475">20240 14259 8400 0,'0'0'3233'0,"0"0"-1289"0,0 0-916 0,0 0 128 16,0 0 112-1,28 63-200-15,-12-25-208 0,-4 10-292 16,4 6-140-16,-4 9-24 0,-1 7 264 0,2 0-312 0,-6 6-176 0,1 1-132 15,-8-2-44-15,0-2-4 0,0-6-84 16,0-3-48-16,-4-10-52 0,4-9 48 0,0-14-32 16,0-9 44-16,4-9-8 15,0-7-76-15,5-2-96 16,-2-4-40-16,5-4 184 0,1-5-12 16,2-7 52-16,-3-6 108 0,4-1-100 0,0-5 100 0,0-1-36 15,-9 0 48-15,6 1 8 16,-1-1 52-16,-5 4-12 0,-2 0-40 0,-1-1 0 15,0 8 68-15,0-2-4 16,-4 4 28-16,0 7-4 0,0 2-96 0,0 5-12 0,4 2-36 16,-4 2 48-16,3 5 124 0,1 6 120 15,5 5-100 1,-5 5 76-16,4 3-120 0,-5-1-28 16,1 0-12-16,0 1-56 15,0-1-4-15,1-3-48 0,-5-6-96 0,4 0-224 16,-4-6-184-16,0-8-112 15,4 1-224-15,-4-3-652 0,3 0-508 0,1-5-464 16,0-2-561-16,0-10-2543 0</inkml:trace>
  <inkml:trace contextRef="#ctx0" brushRef="#br0" timeOffset="-204927.062">20722 14287 4304 0,'0'0'2696'16,"0"0"-804"-16,0 0-288 0,0 0 237 15,0 0-81-15,0 0-432 0,0 0-160 16,0 0-236-16,0 0-188 0,47 79-252 0,-30-43-48 0,-2 5-4 0,-2 9-12 16,2 4-108-16,-2 4-124 15,-2 2-40-15,2-3-44 0,-9-2-4 0,0-2-100 16,-4-2-8-16,0-3-12 0,-8-5-84 15,-1-4-196-15,-2-4-148 0,-2-7-100 0,5-9 124 16,1-5 144-16,3-9-24 16,0-5-60-16,4 0-152 15,0-5 0-15,-4-9 96 0,4 2 0 16,0-10 224-16,0 0 136 16,0-7 52-16,8-7 8 0,-4 2 108 0,3-4-28 15,1 0 88-15,1 0 8 0,-2 3 4 16,1 4 12-16,1 2-112 0,2 9 24 15,-3 4 36-15,0 10 0 0,4 3 0 0,-4 3 4 16,4 0 32-16,0 3 24 0,0 7 28 0,-5 2-100 16,6 4-24-16,-13 0-40 0,0 3-60 15,0 4-12-15,-4-1-196 0,-12 3-100 16,0 0-24-16,-4 4-40 0,-4-4-52 0,5-2 80 16,-2-4 216-16,10-7 116 15,-2-5 176-15,6 0 112 0,7-5-92 16,0-2-196-16,0 0-4 0,0 4 4 0,7 2 4 0,6 1 184 15,6 2-40-15,-2 7-24 0,11-4 72 16,-5 4-132-16,8 0 32 0,2-2 40 16,-1 0-24-16,0 2-16 0,0-3-96 0,0 2 0 15,-4-5-76-15,-5 4-132 16,1-5-512-16,0 0-160 0,0 1-604 0,-12-3-1220 16,12-1-2265-1</inkml:trace>
  <inkml:trace contextRef="#ctx0" brushRef="#br0" timeOffset="-200859.814">30467 10858 3876 0,'0'0'796'0,"0"0"1640"0,0 0-492 0,0 0-896 16,0 0-15-16,0 0 187 0,0 0 196 0,0 0-260 15,0 0-300 1,0 0-176-16,0 0-20 0,52-64 72 15,-44 62-92-15,-4-1-156 0,1-1-168 0,-5 4-68 16,0 0-64-16,0 0 36 0,0 0 0 16,0 4-92-16,0-1-128 0,0 4-60 0,0-2 12 15,-5 5 48-15,-3 0 0 0,0 2-4 16,1-2-8-16,-6-1 4 16,6 1 4-16,-1-7 4 0,4 0-64 0,-1-3 52 0,1 0-84 15,0 0-28-15,1 0 28 0,-1 0 88 16,-4 0 8-16,4 0 0 0,4 0-4 15,0-6-44-15,0-1-76 0,0 0 124 16,0 2 0-16,8-5-148 0,-4 0 40 16,0 4 44-16,3 0 64 0,-3 3-60 0,1-1 60 15,-1 1 80 1,0 3 20-16,-4 0 36 0,0 0 48 16,0 0 36-16,0 3 0 0,0-3-112 15,-4 4-32-15,0-1-68 0,-5 3-8 0,5-2 0 16,-7 4-52-16,3-1-92 0,-1-3 68 15,6-1-8-15,3-3-88 0,0 0-120 16,0 0-4-16,0 0 12 0,0-3 124 16,3-4 76-16,6-3 84 0,-5-2-172 0,4 2 24 15,3-2 36-15,-2-2 36 0,3 5-8 16,-5 4 20-16,6 0-32 0,-6-1 8 16,1 6 36-16,0-3 52 0,1 3 8 15,-2 0 64-15,-3 0 40 0,0 0 60 16,0 0 28-16,-4 3 144 0,0 1 0 0,0-2-88 31,0 3-84-31,-4-3 24 0,-4 1-60 0,4 4-136 16,-3-1-12-16,2-3-124 0,-3-3-20 15,8 0-56-15,-4 0 40 0,4 0 0 16,0 0 64-16,0 0 44 0,0 0-20 0,0 0-64 16,0 0 24-16,0-7-48 0,0 1 160 15,0 3 8-15,0 0-72 0,0 1 28 16,0 2-64-16,0 0 12 0,0 0-48 0,0 0-100 15,0 0-148-15,0-5-192 16,0 5-140-16,0 0-268 0,0 0-312 0,0 0-508 16,0 0-997-16,0 0-2927 0</inkml:trace>
  <inkml:trace contextRef="#ctx0" brushRef="#br0" timeOffset="-199728.106">30463 10359 3452 0,'0'0'1616'0,"0"0"-16"0,0 0-144 0,0 0 48 15,0 0-123-15,0 0-173 0,0 0-148 31,0 0-44-31,0 0-80 0,-7 67-180 0,7-61-64 16,0 1-108-16,7-3-100 0,-3-1-28 16,9 0-96-16,-2-3-76 0,1 0-40 0,4 0-72 0,5 0-12 0,-2-3-36 15,-3-4-40-15,8 0-84 16,-4-1 0-16,0-3-184 0,-5-1-12 16,2-1 24-16,-6 1 60 0,6-1-20 0,-9 0 32 15,3 0 0-15,2-2-32 0,-6-1-20 16,1 3 44-16,-4-4-28 0,5 3-52 15,-5-2 16-15,-1-1-12 16,1 1 44-16,-4 4 16 0,4-4 64 16,-4 7-40-16,0-4 36 15,0 7 64-15,-4-1 76 0,0 1 24 0,-3 2 60 16,-2 4 64-16,1-3-100 0,1 3-120 16,-1 0 48-16,-5 0-40 0,2 0-4 15,3 3-8-15,-8 4-8 0,8-1 0 0,-9 0-4 16,10 4-4-16,-9 3-56 0,4-1 64 0,-4 1-56 15,0 4-20-15,0-2 20 0,-4 4 16 16,5-1-16-16,-2 2-8 0,1 2-4 16,-3 4 12-16,-2-1 64 0,6 0 32 15,2 1-32-15,2 0-76 0,7-4 28 16,0 0 48-16,-1-3 148 0,5-3-36 0,5-4-28 16,3 1-68-16,3-4-4 0,6-2 72 15,-2-1 4-15,9-2 12 0,4-4-44 0,4 0-56 16,4 0-84-16,0 0-28 0,4-4 12 0,0 1-100 15,-1-3-72-15,2 0-276 0,2-1-700 16,-3-2-692-16,-8-1-869 16,16-3-2083-1</inkml:trace>
  <inkml:trace contextRef="#ctx0" brushRef="#br0" timeOffset="-196296.635">30536 10683 4544 0,'0'0'1416'15,"0"0"-892"-15,0 0-524 0,0 0 232 16,0 0 3428-16,0 0-2487 0,0 0-581 0,0 0-184 16,0 0 156-16,-84-9 312 0,71 6-164 15,9 3-196-15,-3 0-188 0,3 0-76 16,4 0-104-16,0 0-48 0,0 0-92 0,0 0-8 16,0 0-44-16,0 0-32 15,-4-3 16-15,4 3-16 0,0 0 72 16,-4-3-8-16,-1 3 12 0,1-3 56 15,1-1 120-15,-1 4-12 0,-4-3-24 16,0-3 36-16,3 0 12 0,-2 2-52 0,-5-3-12 16,4-1-112-16,0 2 28 15,0-1-40-15,-4-3-124 0,4 3-16 0,-4-2 16 16,1 0 116-16,-2 2 8 0,1-3-176 0,-4 1 176 16,5 0 28-16,-10-4 80 0,6 3-104 15,-5 1 52-15,-5-4 8 0,-3 0-16 0,1-2-40 16,-1 2-8-16,-3-3 0 0,-6 1-48 15,1 2-28 1,-3-4 28-16,-1-1-16 0,3 1 4 0,2 2 48 16,-1 2 8-16,4 0 0 0,0 4 0 0,4 0-4 0,4-1 8 15,1 3-4-15,-1-2 0 0,4 3-8 0,0 2 0 16,4-2 0-16,1 3-40 16,-2-1 40-16,6 2-36 0,-2-1-72 0,1 3 32 31,0-3 0-31,0 3 4 0,5-4-32 15,-6 4-20-15,2 0 72 0,-1 0 56 16,-1 0-44-16,-2-3-60 0,-1 3-164 0,-4 0 200 16,4 0 0-16,-4 3 68 0,0 1 8 0,0-1 4 15,-8 0 48-15,4-1 20 0,-3 5-60 0,-1-3-8 0,0-2 4 16,4 2 52-16,-4-1 16 16,4 0-64-16,4-1 4 0,0 3-8 15,9-5-8-15,2 2 0 0,5-2-4 0,0 0 4 16,4 0 8-16,0 0 4 15,0 0 40-15,0 0 36 0,0 0-80 16,0 0-8-16,0 0-128 0,0 0-112 0,0 0-60 16,4 0-32-16,0 0-60 0,0-2-128 15,4 2 88-15,-4-5-92 0,4 3-132 16,0-1-192-16,0 0-341 0,0 3-415 16,-4-4-412-1,0 2-524-15,0 2-1175 0,-72 21 3714 16</inkml:trace>
  <inkml:trace contextRef="#ctx0" brushRef="#br0" timeOffset="-195548.342">30268 10874 4136 0,'0'0'6981'16,"0"0"-5709"-16,0 0-1260 0,0 0 92 16,0 0 240-16,0 0 356 0,-83 76-380 15,62-60-320-15,-2 7-60 0,-1 2 56 16,0-2 0-16,-4 2-4 0,-4 0-196 0,0 0 64 16,-3 0 128-16,-1 2 12 0,-4-2 76 15,0-7 36-15,0 5-20 0,1-5-88 16,-2 5-4-16,5-4 0 0,1 3-4 0,-1 0-496 15,0 1 296-15,8-2 28 0,0-2-88 16,8-2 260-16,5-5-44 16,2-1-144-16,5-5-232 0,8-1 244 15,-4 2 0-15,4-4-88 0,0 1-97 16,0-1 185-16,0-3 40 0,0 0-40 16,8 0-208-16,-4-3-816 0,9-4-652 15,-10 0-696-15,9-4-1859 0</inkml:trace>
  <inkml:trace contextRef="#ctx0" brushRef="#br0" timeOffset="-195244.981">29743 11166 6472 0,'0'0'2752'16,"0"0"-1456"-16,0 0-371 0,0 0 155 0,0 0-8 15,-32 64-376-15,23-46-264 0,-6 5-228 0,3-1-56 16,-8 4 4-16,0-1-12 0,-5 0-16 16,-2-2 4-16,-1-1-116 0,0 1 100 15,0-5-12-15,0 1-36 0,4-3-56 16,5-6 0-16,7-1-8 0,4-3 4 0,4-2-4 16,4-4-68-16,4 0-220 15,11 0-88-15,9-4 36 16,4-2 112-16,12-7 100 0,0 1-224 15,8-4-388-15,0-4-600 0,-1-2-529 0,-11 7-1279 16,12-14-2720-16</inkml:trace>
  <inkml:trace contextRef="#ctx0" brushRef="#br0" timeOffset="-194753.54">29065 10424 1068 0,'0'0'196'15,"0"0"-196"-15,0 0-716 0</inkml:trace>
  <inkml:trace contextRef="#ctx0" brushRef="#br0" timeOffset="-194468.149">29165 10303 2440 0,'0'0'2032'0,"0"0"-428"0,0 0-72 0,0 0-104 16,0 0-188 0,0 0-195-16,0 0-93 0,0 0-160 0,0 0-156 0,0 0-100 0,0-27-44 15,0 27-100-15,0 0-104 0,0 0-160 16,0 0-124-16,0 0-4 0,0 0-8 0,0 0-56 15,0 0 52-15,0 0-264 0,0-2-216 16,0-4-192-16,0 0-388 16,0-1-68-16,0-5-573 0,4 5-1087 15,3-5-1240-15,-18 64 800 0</inkml:trace>
  <inkml:trace contextRef="#ctx0" brushRef="#br0" timeOffset="-192713.88">29161 10026 4412 0,'0'0'1888'15,"0"0"-420"-15,0 0-392 0,0 0-140 0,0 0 429 16,0 0-157-16,0 0-160 0,0 0-56 0,0 0-136 16,0 0-112-16,0 0-104 15,4 31-16-15,-4-24-128 0,-4 3-136 0,-4-3-64 16,3 2-76-16,-2 0-144 0,-5 4-76 15,-1 0-4-15,-2-1-120 0,-1 4-148 16,-4-3-36-16,4 3 0 0,-3 1 8 0,-2-3 64 0,5-1 124 16,4 0-48-16,1-3 84 0,2-1 64 15,5-3 8-15,0-2 4 16,1-1 0-16,3 2-48 0,0 0-24 0,0-3 60 31,0 8-52-31,0-3 0 0,0-1 64 16,7 3 4-16,2 1 60 0,2-1-56 15,10 4 4-15,-6-1 252 0,9 5-4 0,0-5-148 16,0 1-100-16,0-7-12 0,0 5-272 0,0-9-252 16,0 4-108-16,-5-3-360 0,5 4-852 15,-8-4-1433-15,0 1-4007 0</inkml:trace>
  <inkml:trace contextRef="#ctx0" brushRef="#br0" timeOffset="-191804.231">28053 9649 3636 0,'0'0'3228'15,"0"0"-904"-15,0 0-864 0,0 0-187 0,0 0 59 16,0 0-24-16,0 0-288 0,0 0-324 16,0 0-224-16,12 73-48 0,-12-48 12 15,0 3-28-15,0 4-224 0,-4 4-168 0,0-5-8 16,0 1 64-16,4-4-72 16,-4-3-60-16,0-2 48 0,4-4-64 15,-3-3-96-15,-2-4-40 0,5-5 100 0,0 0 40 16,0-4 20-16,0-3 40 15,0 0 0-15,0 0-148 0,5 0-128 0,-2-7-8 16,5 0 156-16,0-1-32 0,4-3-84 16,0-1-44-16,0-1 0 0,-4 4 136 15,4-4 76-15,-4 0-16 0,-1 0 56 0,2 4 48 0,-1-4 60 16,-1 4 4 0,-3 3 52-16,1-4-44 0,-1 7 56 0,0-4 24 15,0 5-16-15,-4 2-48 0,3 0-40 16,-3 0 104-16,4 9 64 0,-4 0 60 0,4 4-100 15,0 0-28-15,-4 2-24 16,5 2 0-16,-1-5 36 16,-4 1-152-16,0-1-8 0,4-2 0 15,-4-3-52-15,0-1-8 0,0 1-140 0,0-5-200 16,0 1-152-16,3 4-128 0,-3-4-368 16,8-3-668-16,-4 4-521 0,5-4-2423 15</inkml:trace>
  <inkml:trace contextRef="#ctx0" brushRef="#br0" timeOffset="-191352.631">28444 9887 4616 0,'0'0'2032'0,"0"0"-200"0,0 0-344 0,0 0-31 16,0 0-249-16,0 0-316 0,4 66-332 0,-13-44-56 16,5 2-24-16,0-3-140 31,-3 2-60-31,3-2-168 0,-4-2-112 0,3-3-4 0,1-3-60 0,4-3-72 0,0-4-420 31,0-3-216-31,4-3-92 0,9 0-348 16,-5-6-437-16,-1-1-783 0,6-2-1868 0</inkml:trace>
  <inkml:trace contextRef="#ctx0" brushRef="#br0" timeOffset="-190775.143">28706 9474 3484 0,'0'0'4024'0,"0"0"-2040"0,0 0-664 0,0 0 133 0,0 73 51 15,-7-41-288-15,3 2-284 0,-5 8-204 16,-2 2-128-16,3 1-104 15,0-1-136-15,-4-3-128 0,0-2-220 0,-1-4-12 16,2-7-4-16,-1 0-132 0,4-5-84 16,0-4-16-16,4-3 24 0,4-7 16 15,-4-3-80-15,4 1-72 0,0-7-128 16,0 0-64-16,0 0 12 0,8 0-68 16,0-7 40-16,0-1 84 0,4-3 116 0,-1 2 76 15,2-3 0-15,2-1 48 0,-2-3 12 16,2 3 68-16,6 0 76 0,-6 1 68 0,1 2-64 15,0 4 72-15,-4 3 132 0,0 0 176 16,1 3 48-16,-2 0 208 0,-3 0-96 0,0 3 56 16,0 3-108-16,-4-3-36 0,-4 7-168 15,4-7-72-15,-4 3-140 0,0 0-176 16,-4 1 12 0,-4-4-64-16,-4 4-12 0,-4-1-116 0,-4 0-124 15,0 0 124-15,1 1-180 0,-6-1 36 16,5-2 308-16,9-2 192 0,-1 3 344 0,3-5 116 15,6 0-76-15,3 0-104 0,0 0-24 16,0 0 48-16,0 0-88 16,3 0-52-16,1 2 88 0,1 1-176 15,3 0 0-15,0 3 140 0,3 1 284 0,-2-1-60 16,2 0-48-16,-3 1-144 0,5 0-148 0,-6-7-100 16,5 3 0-16,-3-3-336 0,2 0-192 15,1-3-340-15,4 0-372 0,-4-8-908 16,0 5-2577-16,4-3-1387 0</inkml:trace>
  <inkml:trace contextRef="#ctx0" brushRef="#br0" timeOffset="-190588.643">28925 9864 4760 0,'0'0'2212'15,"0"0"-316"-15,0 0-216 0,0 0-123 0,0 0-225 16,-47 89-116-16,35-60-408 15,0 0-320-15,4 3-32 0,0-7-144 0,0 0-236 0,0-3-76 16,4-3-336-16,-4-3-696 0,4 0-360 16,-4-3-728-16,4-4-1877 0,0 2-2383 0</inkml:trace>
  <inkml:trace contextRef="#ctx0" brushRef="#br0" timeOffset="-189989.299">27937 9731 1460 0,'0'0'2752'16,"0"0"-1228"-16,0 0 440 16,0 0-368-16,0 0-188 0,0 0-211 15,0 0-225-15,-24 82-220 0,24-49-40 0,-4 4-40 16,4 2-32-16,-3 2-152 0,-1 0-108 16,0 1-44-16,0-5-124 0,0-2-100 0,4-6-64 15,0 0-48-15,0-6-76 0,4-4-212 16,4-5-348-16,7 0-44 0,5-9-24 0,4-1-148 15,8-4-548-15,-8 0-901 0,16-9-2867 16</inkml:trace>
  <inkml:trace contextRef="#ctx0" brushRef="#br0" timeOffset="-189740.552">29025 9836 2796 0,'0'0'6604'16,"0"0"-4811"-16,0 0-1137 0,0 0 12 0,28 63 312 16,-23-40 112-16,-2-5-408 0,1 5-396 15,0-1-72-15,-4 4-104 0,0-5-112 16,-4 2-56-16,-3-2-432 0,-6 2-108 15,-2 0-100-15,-6-5-232 0,-3 5-328 16,-4-1-481-16,9-6-1427 0,-18 7-2276 0</inkml:trace>
  <inkml:trace contextRef="#ctx0" brushRef="#br0" timeOffset="-188884.936">28077 11764 8776 0,'0'0'1800'0,"0"0"-1067"0,0 0-117 0,0 0 628 15,0 0 328-15,0 0-376 0,0 0-440 16,36 85-244-16,-32-56-140 0,0-1 124 0,-4 0-52 16,4 4-148-16,-4-3-112 0,0-4-88 15,0-2-96-15,-4-4-60 0,0-3-136 16,0-4-52-16,0 1-24 0,0-4 0 16,-1-2 24-16,5-4-12 0,-3 0-24 0,3-3 12 0,0 0-68 15,0 0-212-15,3 0-128 0,2-6 76 16,7-1 160-16,3-2 156 0,6-1-8 15,-1-2 120-15,4-4-4 0,-5 0 180 16,5 0 12-16,0 3-4 0,-8 1 80 16,-4 5 0-16,0 3 232 0,-8 4 160 15,0 0 176-15,0 11 36 0,-4-3-184 0,0 6-148 16,0-1-84 0,-4 6-4-16,-4 0-60 15,4-3-100-15,-4-1-108 0,5-2-4 0,-6-4-100 16,9-2-348-16,-4-1-440 0,4-6-484 15,0 0-1136-15,-4 0-2833 0</inkml:trace>
  <inkml:trace contextRef="#ctx0" brushRef="#br0" timeOffset="-188651.37">28480 12033 9772 0,'0'0'1601'16,"0"0"-957"-16,0 0-80 0,0 0 788 0,0 0-88 15,0 0-612-15,0 0-424 0,0 0-128 16,0 0 28-16,0 0-20 0,0 0-108 16,24 70-176-16,-37-58 60 0,-2 1-60 15,-2 0 76-15,6-4 52 16,-2 1 48-16,9-4 100 0,1-3 12 0,3 4 0 0,3-7 68 16,10 0-80-16,-2 0-100 15,10 0-204-15,-6-4-224 0,9-2-212 0,0-3-180 16,-4-1-428-16,4 4-764 0,-13-1-1965 0,10-2-1239 15</inkml:trace>
  <inkml:trace contextRef="#ctx0" brushRef="#br0" timeOffset="-187919.1">28830 11525 9352 0,'0'0'1601'16,"0"0"-753"-16,0 0-320 15,0 0 544-15,0 0 424 0,4 72-540 0,-4-36-324 16,-4 5-208-16,-4 7-52 16,-4 2 100-16,0 4-28 15,-3-2-184-15,-2-2-112 0,2-2-84 0,-6-4-64 16,5-6-64-16,4-6-180 0,1-7-56 0,6-6 28 16,5-3 24-16,0-2 164 15,9-9-192-15,2-2 52 0,10-3-12 16,-2 0-124-16,5-6-196 0,4-7-236 0,4 1-184 0,0-4-120 15,-4 0-144-15,4-3 27 0,-4 3 193 16,-1-2 332-16,-2 1 260 0,-6 1 428 16,1 1 64-16,0-2 264 0,-4 4 124 15,0 1 132-15,-8 6 228 0,-4 3 169 0,0 3 19 16,-4 0 72-16,0 0 16 0,0 0-304 0,0 7-172 16,0-5-208-16,-4 4-140 0,-4 0-264 15,4 5-204-15,-8-5-132 0,4 0 16 16,-4 1 20-16,-4 1 24 0,1-1 48 0,-2 0 228 15,2 0 24-15,-2-1 104 16,10-3 124-16,3 0 200 0,0 0 4 0,4-3-132 16,0 4-128-16,4-4-196 0,0 2-56 31,3-2 56-31,1 4 0 0,5-1 0 0,-2 0-124 16,6-3-312-16,-2 0-308 0,1-6-292 15,4 0-552-15,-8-1-661 0,8 1-2895 16</inkml:trace>
  <inkml:trace contextRef="#ctx0" brushRef="#br0" timeOffset="-187684.72">29264 11957 8808 0,'0'0'2301'16,"0"0"-1285"-16,0 0-404 0,0 0 232 16,0 0-172-16,0 0-544 0,0 0-128 0,0 0-128 15,0 0-8-15,-51 66 136 0,31-52 116 16,-1 1 84-16,6-2 28 15,2 0 76-15,6-1 88 0,3-2 72 0,4-4-100 16,0-3-72 0,11 3-116-16,6-6-104 0,3 0-72 15,3 0-60-15,5 0-408 0,0-9-384 0,0 3-212 16,-4-4-412-16,0 1-513 0,-8 2-1959 16,0-2-932-16</inkml:trace>
  <inkml:trace contextRef="#ctx0" brushRef="#br0" timeOffset="-187156.208">27961 11747 4196 0,'0'0'1692'16,"0"0"-496"-16,0 0-184 0,0 0 272 0,0 0 60 0,0 0-199 15,0 0-157-15,0 0-148 16,0 0 88-16,0 0-172 0,0 0-28 0,12 76-24 15,-12-53-68-15,-4 9-92 0,-7-1-100 0,-2 4-100 32,1 4-60-32,-8 1-100 0,5 2-72 15,-5-4-56-15,4 0-56 0,4-3-72 0,0-9-152 16,8-1-20-16,4-6-224 0,0 0 84 16,16-6-112-16,4-1-200 0,8-5-96 15,4-7-36-15,3 0-564 0,-7-7-1400 0,21-5-4161 16</inkml:trace>
  <inkml:trace contextRef="#ctx0" brushRef="#br0" timeOffset="-186861.181">29655 11789 1812 0,'0'0'10357'16,"0"0"-8581"-16,0 0-1192 0,-4 85-92 16,-4-53 376-16,-4-4 284 15,-4 4-480-15,0-1-400 0,-4 2-212 16,0-1-60-16,0-1-144 0,-4 1-104 0,5 0-172 15,-9 0-316-15,4-5 80 0,-1 3-212 16,1-5-436-16,9-6-1012 0,-21 0-3281 0</inkml:trace>
  <inkml:trace contextRef="#ctx0" brushRef="#br0" timeOffset="-122976.238">20953 14158 4456 0,'0'0'2004'16,"0"0"-900"-16,0 0-64 0,0 0-484 15,0 0 40-15,0 0 1981 0,0 0-1289 32,0 0-552-32,0 0-176 0,0 0 120 0,-20 21-12 0,20-21-120 15,4 0-36-15,-4 0-92 0,0 0-12 16,4 0-60-16,0 4-16 0,0-4-40 16,0 3-108-16,4-3-60 0,0 3-36 15,-4-3-76-15,4 2-12 0,-5-2-52 0,2 0-68 0,3 0-200 16,0 0-160-16,-1 0-100 15,2-5-40-15,-1-2-64 0,0-2-96 0,-1-1-368 16,-3-6-424-16,5 4-817 0,-5-1-2087 16,-4 0-1652-16</inkml:trace>
  <inkml:trace contextRef="#ctx0" brushRef="#br0" timeOffset="-122740.866">21128 13899 3740 0,'0'0'2956'0,"0"0"-880"0,0 0-716 0,0 0-59 15,0 0 47-15,0 0-252 0,0 0-312 16,0 0-204-16,0 0-36 0,0 0 60 16,17 36-204-16,-17-18-200 0,7 6-128 0,1 4-64 15,0 7-4-15,1-1-4 0,2 4-4 16,1 1-144-16,0-4-100 0,0 3-296 0,0-7-208 15,0 1-284-15,-1-1-568 0,6-2-349 16,-6-4-607-16,2-8-628 0,-1 8-1847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4-20T01:29:07.682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5602 1819 4424 0,'0'0'640'16,"0"0"740"-16,0 0 4385 0,0 0-3521 15,0 0-660 1,0 0-416-16,0 0-104 0,0 0 8 16,43-54-20-16,-34 54-384 0,-5 0-168 0,-4 0-195 0,3 0-49 15,1 6-100-15,-4 4 100 16,4 5 56-16,4 8-56 0,1 9-88 0,-6 6 4 15,1 10 32-15,0 11-48 0,0 8-72 16,-4 7-84-16,0 8-12 16,0 3-48-16,-4 5-48 15,0 2 24-15,0 3-24 0,-4 0 36 0,4-2-88 16,0-2 76-16,0-2 0 0,4-6 72 16,-4-10-36-16,4-3-24 0,0-10-40 0,0-9 104 15,0-10-196-15,0-5 96 0,0-15-4 16,0-2-68-16,0-9-100 0,4-4-49 15,4-2-119-15,-4-4-136 16,8 0-296-16,0-13-52 0,0-3-244 16,0-9-548-16,-1-7-652 0,2 6-1521 0,-1-21-1639 15</inkml:trace>
  <inkml:trace contextRef="#ctx0" brushRef="#br0" timeOffset="411.63">6311 2267 3740 0,'0'0'10225'0,"0"0"-8557"0,0 0-960 0,0 0-336 0,0 0 364 16,0 0 216-16,0 0-520 0,0 0-408 16,0 0-24-16,0 0-184 0,-72-7-88 0,52 20 12 0,-8 6 12 15,-8 6 0-15,1 7 40 0,-10 3 44 16,2 2 28-16,-2 9 12 15,-2-5-52-15,3 3 52 0,0-2 64 0,9-4 60 16,3-7 4-16,4-2 4 0,4-4 64 16,8-9 28-16,8 0 112 0,4-7-32 0,4 2-180 15,0-3-12 1,4 3-76-16,4-3 84 0,4 6 4 16,4-3 148-16,4 6-12 0,4 2 112 0,0-3-24 15,0 6 36-15,3 0 0 16,-3 1 48-16,0 2 0 0,0 1 0 0,4-1-136 0,-5 0-52 15,5 1-32-15,-3-4-88 0,3 3-8 16,0-6-92-16,-4 0-8 0,-1 0 20 16,1-2-244-16,0-5-232 0,-4 1-228 15,0-3-252-15,-4-1-656 0,-4-6-1188 0,4-3-2565 16</inkml:trace>
  <inkml:trace contextRef="#ctx0" brushRef="#br0" timeOffset="1158.303">4685 2473 5320 0,'0'0'248'15,"0"0"4520"-15,0 0-3015 0,0 0-41 0,0 0-332 16,0 0 40-16,0 0-264 16,0 0-464-16,0 0-272 0,0 0 168 15,0 0 344-15,88 83-312 0,-53-45-108 0,1 6-87 16,5 4-97-16,-6-1-172 0,1 1-80 0,-4-3-76 15,-4-4-12-15,-4-4-112 0,-1-1-32 16,-3-7 84-16,1-10-52 0,-6-4-205 0,-2-2-119 16,-2-3-208-16,-3-4-152 15,1 0-236-15,-9-3-640 16,4-3-1236-16,-4 0-2281 0,0-3-2379 0</inkml:trace>
  <inkml:trace contextRef="#ctx0" brushRef="#br0" timeOffset="1349.795">5087 2413 4044 0,'0'0'948'15,"0"0"2124"-15,0 0-1464 0,-84 57 249 16,57-25-65-16,-1 5-284 0,0 12-260 16,-3 1-196-16,-1 7-232 0,0 4-240 0,-9 2-324 15,2 4-256-15,3-1-180 16,0-2-128-16,1-4-348 0,3-6-552 0,0-7-1072 15,12-11-2741-15,-12 2-3091 0</inkml:trace>
  <inkml:trace contextRef="#ctx0" brushRef="#br0" timeOffset="6573.842">3059 2130 9368 0,'0'0'2257'0,"0"0"107"0,0 0-1188 0,0 0-296 16,0 0 460-16,0 0 56 0,0 0-316 15,0 0-284-15,0 0-224 0,0 0-244 0,13 39 25 16,-6-12-157-16,-3 12-28 0,4 5-72 15,1 10 88-15,-6 7-64 16,1 8-24-16,0 5 52 0,0 5-76 16,-4 3-60-16,4 4 0 0,-4-3-12 15,4-4-4-15,1 1-92 0,2-11-40 16,-3-6-56 0,4-5-208-16,0-10-1 0,0-10-87 0,-4-13-48 15,4-8-136-15,-4-9-332 16,3-8-924-16,-2-3-1116 0,-1-6-1133 0,4-14-395 15</inkml:trace>
  <inkml:trace contextRef="#ctx0" brushRef="#br0" timeOffset="6761.223">3203 2889 9440 0,'0'0'2377'0,"0"0"-869"0,0 0-708 0,0 0 288 16,0 0 332-16,0 0-348 0,0 0-232 15,0 0-188-15,103-57-136 0,-62 60-212 0,2 7-36 16,0-4-12-16,6 0-72 0,-1 0-48 0,3-2-136 15,-7-4-112-15,0 0-32 0,0-7-176 16,-8-2-276-16,0-7-156 0,-4 0-196 16,-8-3-556-16,-5-4-1160 0,-3 4-2557 0,-4-9-2771 15</inkml:trace>
  <inkml:trace contextRef="#ctx0" brushRef="#br0" timeOffset="7022.272">3740 2156 9336 0,'0'0'3273'15,"0"0"-1693"-15,0 0-908 0,0 0 272 0,0 0 556 0,0 0-296 16,-7 72-320-16,10-37-408 0,6 6-132 16,3 7 36-16,-1 3 8 15,2 6 88-15,-2 4-172 0,-3-1-159 0,1 4-109 16,-1 2-36-16,-5-2-109 0,1 2 61 0,0-3-124 15,0-2 52-15,-4 0-148 0,0-5-96 16,0-5-52-16,0-2-48 0,0-5-12 0,0-6-116 16,0-4-136-16,0-2-200 0,0-6-200 15,0-7-392-15,5 0-532 0,-1-10-649 16,3-2-2575-16</inkml:trace>
  <inkml:trace contextRef="#ctx0" brushRef="#br0" timeOffset="8375.221">8131 2835 1160 0,'0'0'12057'0,"0"0"-9777"16,0 0-1472-16,0 0-456 0,0 0 604 15,0 0 316-15,0 0-144 0,0 0-492 16,0 0-344-16,0 0-108 0,17 3-4 15,-13 0-56-15,0 1 8 0,7-1-60 16,2 3 52-16,6 0 9 0,5 1-25 0,0-1-20 0,8 3-40 0,4 1 12 16,-1-4-56-16,5 4 0 15,4-1-8-15,9 1 4 0,-2 0-4 16,8 2 0-16,1-3 4 0,4 2 48 0,4-5-48 16,0 1-92-16,3-5 8 0,5-2 72 15,4 4-40-15,4-4 4 0,-1 0-24 0,4-4-85 31,9 2 37-31,0-5 120 0,8 3 84 16,3 2-84-16,-3-4-12 0,3 1 12 16,-3 3-4-16,0 2-4 0,-1 0-64 0,1 0-12 15,-1 0 72-15,-7 2 8 0,3 5-68 16,-3-1 72-16,0 0-100 0,-4 1 28 16,-1 3 60-16,0-4 0 0,6 4 12 15,-10-4-4-15,4 1 0 0,-3 2-116 0,-4-3 72 16,-4-3 44-16,-5 1-4 0,-3 2 8 0,-4-3 0 15,-4 0 0-15,-4 0-12 16,-5-3 12-16,-7 4 0 16,-1-1-4-16,-6 0-44 0,-6-3 0 0,-7 3-76 0,-8-3-20 15,-4 0-112-15,-8 0-24 16,1 0 156-16,-6 0 76 16,-3 0 36-16,0 0-40 0,0 0 52 0,0 0 4 15,0 0 72-15,0 0-72 0,4 0-4 16,-4 0-100-16,0 0-44 15,0-3-52-15,0 3-100 0,0-3-60 0,0 3-100 16,4-3-88-16,0-1-188 0,-4-2-384 16,4-3-940-16,-4-1-1865 0,0 1-2067 15,0-4 1929-15,-12 73 4058 0</inkml:trace>
  <inkml:trace contextRef="#ctx0" brushRef="#br0" timeOffset="8775.694">12104 2692 3024 0,'0'0'160'15,"0"0"5936"-15,0 0-4556 0,0 0-163 16,0 0-217-16,0 0 12 15,0 0-88-15,75 19-80 0,-47-9-332 0,0-1-176 0,4 7-76 16,5 1-24-16,2 1-76 0,1 1-184 0,-1 0-24 16,2 0-52-16,-2 0-56 15,-3 3-4-15,-4-3 4 0,-4 0 44 16,-4 1-48-16,-5-1 0 0,2 0-84 0,-9 0 20 16,-4 0 60-1,-4 0-44-15,-4 0 0 0,0 0-12 0,-8 3-16 16,-12 0 76-16,-1 4-8 0,-7-1-76 0,-7 4 20 15,-1 0 64-15,-4-1-4 16,-4 3-20 0,-3-2-100-16,-1 0 12 0,4-4-156 0,-4 1-328 15,8-4-236-15,5-3-124 16,10-3-240-16,5-7-1008 0,9 1-3221 0</inkml:trace>
  <inkml:trace contextRef="#ctx0" brushRef="#br0" timeOffset="9908.393">7474 2438 2916 0,'0'0'732'16,"0"0"3780"-16,0 0-3064 0,0 0-540 16,0 0-19-16,0 0 279 0,0 0 524 15,0 0-668-15,0 0-432 0,-80 13-124 16,73-7 56-16,-6 0 220 15,1 4-136-15,5 3-188 0,-10 3-76 16,6 3-64-16,-10-1 88 0,-3 12-96 0,1 1-104 16,-9 4-92-16,-3 6-16 15,-10 4 88-15,2 3-52 0,-13 4 64 16,-4 6-16-16,-11 7-44 0,-9 7 20 0,-8 1 76 16,-8 7-88-16,-7 2-36 0,-9 7 4 15,-4 0-64-15,-3 3 96 0,-5 3-108 0,1 1-8 16,-9 2-164-16,1 4 160 0,0-1-84 0,-5 0 96 15,5 1 36-15,0-1-36 0,3 1-60 16,0 0-196-16,4-4-244 0,5 0 84 16,4 1-48-16,3-4 208 0,9-5 32 15,2-2 28-15,14-9 148 0,7-5 44 16,5-11 0 0,11-2 4-16,9-11 80 0,6-5 8 0,14-8 24 0,3-7-28 15,8-5 20-15,8-10-104 0,4-2-196 16,4-3-40-16,4-3 52 0,0-2-112 0,4-1-48 15,0-1-104-15,0 0 40 0,0-3 120 16,-4 3 40-16,4-3 36 0,0 0 36 0,0 0-4 16,0 4-96-16,0-4-112 15,0 0-104-15,0 0-40 0,0 0-328 16,8-4-560-16,0-2-537 0,-1-4-1323 16,10-9-2940-16,-53 51 5520 0</inkml:trace>
  <inkml:trace contextRef="#ctx0" brushRef="#br0" timeOffset="11526.377">14562 2286 6732 0,'0'0'5361'16,"0"0"-3333"-16,0 0-1040 0,0 0-524 0,0 0 420 16,0 0 484-16,0 0-308 15,0 0-372-15,4 83-148 0,0-49-88 0,0 8 32 0,-4 5 76 0,0 7-83 16,0 7-129-16,0 8-32 0,0 4-12 16,0 4-16-16,-4 1-20 0,-4 2-124 15,1-4-96-15,-2-3 36 0,1-3-84 16,0-6-120-16,5-8-12 0,-1-4 12 0,-1-11 8 15,5-6-68-15,0-4-120 16,0-8-64-16,0-7-108 16,0-3-101-16,5-5-107 0,-1-1-200 15,-1-7-312-15,5 0-700 0,-4-7-312 0,0-5-1777 16,5-1-1927-16</inkml:trace>
  <inkml:trace contextRef="#ctx0" brushRef="#br0" timeOffset="11736.627">14574 3023 3464 0,'0'0'6900'16,"0"0"-5087"-16,0 0-801 0,0 0-148 15,0 0 576-15,0 0-8 0,80-29-424 0,-52 29-308 16,0 0-156-16,8 2-56 16,-5 5 4-16,5-3-128 0,0 2-168 0,3-3-60 15,-7 4-136-15,5-4-8 0,-5-3-104 0,0 0-32 0,-4 0-248 16,0-3-208-16,3-4-200 0,-4-6-308 0,1-2-556 31,-7 2-1284-31,-1-18-4105 0</inkml:trace>
  <inkml:trace contextRef="#ctx0" brushRef="#br0" timeOffset="11995.934">15144 2489 3252 0,'0'0'6268'16,"0"0"-4924"-16,0 0-727 16,4 69-77-16,4-39 764 0,-1 3 320 0,2 13-40 15,-1-2-352-15,0 8-268 0,-5 4-80 0,-3 1-64 0,0 7-176 16,0-4-132-16,0 0-123 16,-7 1-169-16,-1-5-160 0,4 2-60 0,-1-7-96 15,1-3-52-15,1-5-33 0,3-1-135 16,0-7-84-16,7-3-100 0,-2-9-124 15,7-5-88-15,-1-8-124 0,2-1-288 0,2-9-832 16,6 0-288 0,-10-6-2385-16,9-22-2315 0</inkml:trace>
  <inkml:trace contextRef="#ctx0" brushRef="#br0" timeOffset="12299.438">15849 2139 5228 0,'0'0'5949'16,"0"0"-4181"-16,4 87-584 0,-4-43-72 0,4 10 720 15,0 10-232-15,-4-1-400 0,4 10-320 0,-4-1-244 0,0 8-200 16,0 0-71-16,-4-1-13 0,-4-6-88 15,1-4-116-15,2-8-52 16,-3-7-96-16,4-2-8 0,0-8-76 0,0-6 24 16,4 0 8-16,0-7-20 15,0-5-96-15,0-3-28 0,4-4-348 16,4 0-53-16,5-10 97 0,-2 0-60 16,5-6-100-16,4-3-460 0,4-9-840 0,-5-1-972 15,22-22-3433-15</inkml:trace>
  <inkml:trace contextRef="#ctx0" brushRef="#br0" timeOffset="12659.505">16582 2594 3484 0,'0'0'9089'16,"0"0"-7841"-16,0 0-1044 0,-83 25 416 15,51-9 688-15,-4 3-40 0,0 3-512 0,4 0-436 16,-4 4-172-16,0-1-84 0,1 3-52 15,-1 5-12-15,4-5 0 16,4-3 0-16,4 1 44 16,0-4-36-16,5-6-4 0,2 3 0 0,1-2-4 15,4-3 4-15,1 0-8 0,2-2 8 16,5 1 68-16,4-3-12 0,0 2 28 16,0 1 20-16,13 0 128 0,2 2 32 15,5 1 4-15,12 0 20 0,0 0 88 0,8 1-40 16,0 2-72-16,7 0-108 0,9-1-4 15,0 1 356-15,4 3 457 0,-5-3-725 16,5 3-244-16,0-2-48 0,-4-1-124 0,-4 4-68 16,4-4-268-16,-13 0-189 0,2-1-31 15,-10-2 8-15,-3 3-176 0,-9-3-612 16,-6-7-1124-16,-13 1-2989 0</inkml:trace>
  <inkml:trace contextRef="#ctx0" brushRef="#br0" timeOffset="13730.194">5287 4816 5764 0,'0'0'1064'16,"0"0"4157"-16,0 0-3837 0,0 0-724 16,0 0 164-16,0 0 420 0,0 0 56 15,0 0-372-15,0 0-364 0,0 0-392 16,0 0-164-16,-72-35 4 0,40 51 96 15,-4 3 64-15,0 3 84 0,1 7 28 0,-5 0-16 16,7 6-12-16,-2 2-36 0,3-2-12 16,4 4-52-16,0-4 40 15,5-3-36-15,6-5-76 0,6-4-48 0,7-4-36 0,0 0-72 16,4-6-52-16,4 0 112 16,7 2-60-16,6-2 24 0,2-3 36 15,9 2-48-15,4 1 12 0,4-1 44 0,-1 1-144 16,2 4 52-16,-1 2-4 0,-1 0-56 0,-3 6 32 15,-4 0 64-15,0 4 60 0,-9-1 144 16,2 2-92-16,-5-2-4 0,-4-3 0 16,-5 0-44-16,2-6 0 0,-5 1 64 15,-4-5-68-15,0-2-60 0,0 0-48 0,0-7-160 16,-4 4-4-16,-5-3 4 0,-2-2 36 16,-6 2-100-1,2-5-60-15,-1-2 20 0,-4 0-20 16,0 0 80-16,-4 0 88 0,5-6-160 15,-5 0-452-15,3-3-284 0,-3-4-844 16,5-3-913-16,2 0-2787 0,2-16 1364 16</inkml:trace>
  <inkml:trace contextRef="#ctx0" brushRef="#br0" timeOffset="14020.475">5574 4823 4256 0,'0'0'3904'0,"0"0"1073"0,0 0-3653 0,0 98-404 31,0-58 336-31,0 9 224 0,0-2-140 0,0 7-544 0,3 1-320 0,1-1-24 16,4 3-40-16,1-3-95 0,-2 0-85 31,1-4-136-31,1-1-48 0,2-5-40 0,5-6-8 16,-4-6 0-16,4-7-8 0,4-6-100 15,0-7-64-15,0-5-9 0,0-4-99 0,0-3-156 16,-1-3 20-16,-2-4-72 16,-2-5-220-16,-2-4-264 0,-2-3-380 0,-7-3-728 15,-4 5-1748-15,0-8-1493 0</inkml:trace>
  <inkml:trace contextRef="#ctx0" brushRef="#br0" timeOffset="14200.403">5291 5303 1448 0,'0'0'7896'16,"0"0"-5331"-16,0 0-1181 0,0 0-764 0,0 0 180 16,0 0 96-16,0 75-228 0,24-59-196 15,8-3-120-15,4 0-140 0,7-1-188 16,-4-2-24-16,6-4-76 0,-6-3-272 16,-3 3-40-16,5-6-404 0,-6 4-584 15,-7-4-1536 1,8 0-4217-16</inkml:trace>
  <inkml:trace contextRef="#ctx0" brushRef="#br0" timeOffset="14516.505">6000 5385 5264 0,'0'0'1104'16,"0"0"4353"-16,0 0-3645 0,0 0-404 0,0 0 416 16,-80 57-80-16,65-35-284 0,-2 0-460 15,9 1-316 1,1-8-223-16,3 1-217 0,4-9-112 0,0-1-132 0,0 0-52 15,0-6-20-15,4 0-124 0,3 0-180 16,5-6 35-16,4-7-119 0,5-3-176 16,-2-3-160-16,-3-2-260 0,4-2-316 0,0 4 256 15,-5 0-40 1,2 6 4-16,-2 4 220 16,-6 2 216-16,-1 4 716 0,-1 3 308 0,-3 6 700 0,-4 4 108 15,5-1-44-15,-5 7-76 0,4-3-176 16,-4 3-88-16,0 0-56 0,0-1-24 15,0-2-76-15,0-7-236 0,0 0-340 16,4-2 0-16,0-4-184 0,-1 0-108 0,1 0-160 16,9-10-152-16,-5-3-260 0,-1-6-588 0,5 4-1032 15,0-17-3413-15</inkml:trace>
  <inkml:trace contextRef="#ctx0" brushRef="#br0" timeOffset="14888.381">6227 4742 3372 0,'0'0'2712'16,"0"0"2925"-16,0 0-3733 0,0 0-372 15,12 84 216-15,-8-53 24 0,-4 8-216 0,4-1-360 16,-4 3-371-16,4 0-245 0,-4 4-156 16,0-3-228-16,-4 2-152 0,0-3-44 0,-5-6-48 15,6-1 36-15,-1-7-100 16,0-6-8-16,4-5-72 15,0-6-40-15,4-5-56 0,3 2 80 0,2-7-8 0,3 4 32 16,4-4 123-16,-4 0 57 16,4 0-56-16,3-4-28 0,-2 4-44 0,-2 0 12 15,2 0-16-15,-6 4-32 0,6 2 80 16,-6 0 16-16,-3 3 0 0,5-2 12 16,-6 3-4-16,1-1 16 0,-4 0-96 0,0 1 80 15,1 3 52-15,-5-1-36 0,0 1 40 16,0 0 8-16,0 0 60 0,-9 2 0 0,-3-2-8 15,-4 3 32-15,0-3-12 0,-4-4-24 16,1 1-48-16,-1-4-64 0,-5 1-264 16,6-7-212-16,-5 0-636 15,0 0-1232 1,7-7-2396-16,-10-12-2629 0</inkml:trace>
  <inkml:trace contextRef="#ctx0" brushRef="#br0" timeOffset="16520.153">6326 5413 12 0,'0'0'1148'0,"0"0"-704"0,0 0-364 0,0 0-16 0,0 0 92 15,0 0-24-15,0 0 12 0,0 0-40 16,0 0 24-16,0 0-112 0,-15-19 152 16,15 19-12-16,-4 0 64 0,4 0 1332 0,0-3-600 15,0 3-612-15,0-3-172 16,0 3 52-16,0-3 68 0,0 3-248 0,0-4-40 15,0 4 0 1,0-3 52-16,-4 0 12 0,4 3 0 16,-4-3 236-16,4 3 128 0,0 0-180 0,-5-4 36 15,5 4 16-15,0 0-4 0,0 0-48 16,0-2-4-16,0-3 16 16,0 3-80-16,0-1-112 0,0 0 112 0,0 3-104 15,-4-3-64-15,4 0-12 0,0-1 100 16,0 4-44-16,0-3-56 0,0 3-64 0,-3 0-116 15,3 0-16-15,0-4-88 0,0 4-52 16,0 0 52-16,0 0 88 16,0 0 92-16,0 0 104 0,0 0 4 15,0 0 192-15,0 0 168 0,0 0 12 0,0 0 24 0,0 0-24 16,0 0-4-16,0 0 16 0,0 0-91 16,0 0-93-16,0 0-112 0,0-2-28 0,0 2 28 15,0 0 48-15,0 0 52 0,0 0 28 16,0 0-16-16,0 0 344 0,0 0-200 15,0 0-160-15,0 2 28 0,0-2-36 0,0 4 36 16,0-1-28-16,0 4-84 0,0-4 8 16,0 3-60-16,0 1-52 0,0 2 64 15,0-3-64 1,-4 4-12-16,4 2-32 0,0-2 44 16,0 3 8-16,-4-1-8 0,4 4-8 15,0 0-44-15,0-2-48 0,0-2 76 0,0 1 16 16,0-5 8-16,0 3-4 0,4-5-72 15,-4 0 72-15,7-3-48 0,-7 1-88 16,9-1-240-16,-5 0-144 0,0-3 192 16,0 0-64-16,0 0 64 0,3 0-108 0,-3 0-589 15,5-3-939-15,-1-4-2356 0,-5 0 756 0,5-5 3240 16</inkml:trace>
  <inkml:trace contextRef="#ctx0" brushRef="#br0" timeOffset="17771.5">7761 4928 4224 0,'0'0'80'16,"0"0"6100"-16,0 0-4415 0,0 0-617 15,0 0-80-15,0 0 116 0,0 0-240 0,0 0-260 16,95-4-312-16,-74-9-124 15,3 0-88-15,-1-6-96 0,1 4-56 0,0-4-8 16,0-3-64-16,-4 0-8 0,0 2 68 16,-5 0-96-16,2-1 92 0,-6 2-40 0,-2 3 36 15,-1-3 4-15,-4 0-104 0,-1 3-64 0,1 0 28 16,-4 0 12-16,0 0-152 16,-4 4-48-16,1-1-156 0,-5 3 280 0,-5 1 160 31,2 3 40-31,-1 0 12 0,-4-1 64 0,0 3-56 15,0 4 244-15,1 0-240 16,-10 4 156-16,5 5 68 0,-4 3 0 0,-4 9 64 16,5 0-40-16,-5 5-36 0,4 5 12 15,0 1 24-15,-1 0 48 0,6 3-12 0,3 0 12 16,0 0-76-16,8-3-96 0,4-1 36 16,0 1-52-16,4 0-20 15,4-3 60-15,0-1-4 0,8 1 16 0,0-1 48 16,0-6-24-16,4 0 60 0,4-2-96 0,-5-1-16 0,6-6-24 15,-1-4-120-15,3 1-192 0,1-4-4 16,0-3-12-16,4-3-156 16,0 0-200-16,8-3-356 0,-4-7-276 0,4 1-680 15,-12-2-2184-15,11-7-3341 0</inkml:trace>
  <inkml:trace contextRef="#ctx0" brushRef="#br0" timeOffset="18753.766">6621 5753 2804 0,'0'0'236'0,"0"0"3620"0,0 0-796 0,0 0-923 15,0 0-897-15,0 0-184 0,0 0 156 16,0 0-208-16,0 0-256 0,0 0-80 0,0 0-236 0,8 57 60 16,1-28 36-16,-5-1 72 15,3 8-72-15,1-3-188 0,0 9 48 16,-3 2-60-16,-1 1-107 0,-4 3-49 0,0 0-92 16,0-1-80-1,0 0-60-15,0-6 48 0,-4-5-88 0,-1-4-8 16,5-10-101-16,0-3-71 0,0-9-60 0,0-1-184 0,0-6-36 15,5-3-16-15,2 0-248 0,-3 0-240 16,4-10-500-16,0-2-672 0,0 2-1677 0,-4-12-1331 16</inkml:trace>
  <inkml:trace contextRef="#ctx0" brushRef="#br0" timeOffset="18910.255">6702 6115 732 0,'0'0'1448'0,"0"0"3096"0,0 0-2464 15,0 0-244-15,0 0-371 0,0 0-149 16,0 0-184-16,91 19-100 0,-68-17-60 16,5-2-240-16,0 0-260 0,0-2-212 0,0-4-260 15,0-5-12-15,-4-1-324 0,-4-1-308 16,0 1-436-16,0-4-468 0,-8 6-1596 0,-8-5-4565 0</inkml:trace>
  <inkml:trace contextRef="#ctx0" brushRef="#br0" timeOffset="19166.134">6904 5810 1160 0,'0'0'1240'0,"0"0"4108"0,0 0-3224 0,0 0-471 0,0 0-437 0,28 76 96 15,-16-47 4-15,0 6-160 16,0 3-184-16,0 3-216 0,4 0-152 15,-9 0-272-15,6 1-100 0,-5-1-144 0,-1-3 8 16,-3-3-96-16,1 1-8 16,-1-8-128-16,0 0-96 0,-4-6-272 0,0-3-224 0,0-6-204 15,4-7-408-15,0-3-544 0,-1-3-1165 16,1 0-1775-16,5-12-884 0</inkml:trace>
  <inkml:trace contextRef="#ctx0" brushRef="#br0" timeOffset="19380.794">7267 5994 6352 0,'0'0'3104'16,"0"0"-195"-16,0 0-1769 0,0 0-76 0,67 90 420 15,-46-63 268-15,-2-2-544 0,1 5-532 16,-3-5-384-16,2 0-192 0,-3-6-100 0,0 0-72 15,0-6-208-15,0 0-360 0,-4-4-196 0,0 0-132 16,-5-4-308-16,6-3-628 0,-9-2-1168 0,0 0-2633 16</inkml:trace>
  <inkml:trace contextRef="#ctx0" brushRef="#br0" timeOffset="19595.779">7542 5909 4176 0,'0'0'352'16,"0"0"6101"-16,0 0-5069 0,-32 72-844 16,19-37 108-1,6 0 420-15,-5 0 228 0,0 3-380 0,4 1-504 16,-4-2-140-16,-4-2-60 16,4 3-76-16,-4-6-36 0,1-1-100 0,-6-1-52 15,6-2-96-15,-2-5-248 0,2-5-88 16,-1 1-180-16,4-6-180 0,3-3-280 15,5-1-684-15,1-3-1377 0,3-2-2915 16,0-8 2941-16</inkml:trace>
  <inkml:trace contextRef="#ctx0" brushRef="#br0" timeOffset="19887.567">7686 5753 3472 0,'0'0'772'15,"0"0"4948"-15,0 0-3751 0,0 0-701 0,0 0-176 0,0 0 72 16,71 69-108-16,-56-34-160 16,-2 6-28-16,-1 4-104 15,-5 3-188-15,-2 3-184 0,-1-1-84 16,-4 5-116-16,0-2-104 0,-4-1-88 0,-1-8 0 15,-2-4-64-15,3-1-8 0,0-7-172 0,0-4-232 16,4-9-164-16,0-3-196 0,0-6-356 16,8-10-816-16,-1 0-1828 0,10-16-1353 0</inkml:trace>
  <inkml:trace contextRef="#ctx0" brushRef="#br0" timeOffset="20159.88">8044 5972 2704 0,'0'0'9969'16,"0"0"-8441"-16,0 0-1324 0,0 0-200 15,-92 79 440-15,68-57 588 0,5 1-340 16,-2-2-504-16,6-2-188 0,-2 1-16 0,6-1-64 16,-2-3 80-16,6 0 72 0,3-4 28 15,0 1 24-15,4-3-8 0,0 0-108 16,8 2 88-16,3 1 56 0,2 2 32 15,6-2 16-15,-3-1-64 0,9-1-48 0,-6 1-52 16,5-2-36-16,0-1-8 0,-4 1-4 0,3-1 12 16,2-2-64-16,3 2-36 0,3 1-160 15,5 3 260-15,-4-4 112 16,0 4-112-16,0 0-1420 0,-8-1-472 0,-4-3-1929 16,-1 7-4431-16</inkml:trace>
  <inkml:trace contextRef="#ctx0" brushRef="#br0" timeOffset="23534.268">3581 8610 2340 0,'0'0'728'0,"0"0"2484"0,0 0-448 0,0 0-1032 16,0 0-443-16,0 0-177 0,-4-72 68 16,8 56 20-16,0 2 8 0,1 3-164 0,-5-3-8 15,0 7-92-15,0 2-176 0,-5 2-168 0,-3 3-116 16,-3 0 17-1,-10 0-125-15,-7 0-352 16,-11 3-24-16,-6 9-116 0,-10 4 116 0,0 10 52 0,-1 2-44 16,-4 10 4-16,0 0 84 15,4 7-92-15,1-4 104 0,3 4-60 0,7-1 48 16,6-3-92-16,11-3-4 16,4-3-48-16,12-3-48 0,8 0 36 15,4-4-60-15,16-2-52 0,12-5 40 0,12-2 48 0,4 1 84 16,8-4 60-16,8 0-48 0,3-3 36 15,-3 3 0-15,0-1 0 0,-5 5-48 16,-7 5-12-16,-8 3 0 0,-8 1 0 0,-4 3 12 16,-12 2 4-1,-4 1 92-15,-5 3-84 0,-2 0 112 0,-5-2-112 16,0-1-12 0,0-4-8-16,-9 1 8 0,6-7-72 0,-1 1 20 15,-8 0 52-15,3-5-48 16,2-1-96-16,-5 2-36 0,0-7-28 0,-4 2-1 15,0-2-131-15,0-2-108 0,-4-4-76 16,5-2 20-16,-2-4-36 0,2-3-272 16,2 0-152-16,2-12-244 0,-2-5-848 0,9-8-872 15,0-10 423-15,4-6-3647 0,0 6 3485 0</inkml:trace>
  <inkml:trace contextRef="#ctx0" brushRef="#br0" timeOffset="23925.307">4127 8531 1096 0,'0'0'7156'0,"0"0"-4011"0,0 0-1353 0,0 0-648 0,0 0-120 15,0 0 96-15,0 0-160 0,-4 79-60 16,4-34-208-16,0 12-68 0,0 6 136 16,0 7-104-16,0 6-204 0,-3 4-75 15,-5 2-37-15,-1 1-84 0,-2 2-184 0,3-2 0 16,-5-4-68-16,9-2 92 15,4-10-48-15,0-7 0 0,4-13 64 0,4-8-112 16,5-14-36-16,-6-9-16 0,6-7-92 0,-2-2-84 16,1-7-112-16,4 0-161 15,-4-7-155-15,4-2-284 0,-4-7-432 0,-1-3-748 32,-2-3-940-32,-5-3-2077 0,0 9-1611 0,-8-13 6268 15</inkml:trace>
  <inkml:trace contextRef="#ctx0" brushRef="#br0" timeOffset="24120.356">3809 9188 6064 0,'0'0'1380'0,"0"0"2665"0,0 0-2737 16,0 0-72-16,0 0 204 0,0 0-396 16,0 0 88-16,0 0-264 0,88 57-316 0,-53-45-160 15,9 2-60-15,4-9-240 0,-5 6-92 16,2-8 0-16,-2 3-244 0,1-6-628 15,-4 0-376-15,0 0-388 0,-1 0-2184 0,-7 0-3561 16,13 0 4489-16</inkml:trace>
  <inkml:trace contextRef="#ctx0" brushRef="#br0" timeOffset="24484.997">4784 9410 7432 0,'0'0'7289'16,"0"0"-5969"-16,-88 47-888 0,65-28 340 0,-5 8 836 16,8 1-408-16,5 1-444 15,6-4-340-15,1 0-256 0,8-6-112 0,0 1-48 16,0-5 0-16,13-3-8 0,-2-1-176 16,1-8 68-16,1 0 112 15,2-3-56-15,1-6-144 0,4-7-104 0,0-4-156 0,4 3-60 16,-5-9-4-16,5 2-52 0,1-6-12 15,-5 2 72-15,3 0-40 0,-3-1 184 16,-3 4 352-16,-6-1 24 0,1 4 200 0,-4 7 112 31,-4 5 112-31,-4 4 144 0,0 3-24 16,0 0-148-16,4 14-92 0,-4 1-116 0,0 10 140 16,0 4 212-16,0 6 132 0,0-3-52 15,4 2-47-15,4-8-273 0,0-3-300 16,4-9-36-16,3-7-60 0,2 0-88 0,3-7-81 15,3-7-187-15,1-6-252 16,1-6-252-16,-1-6-752 0,-5 3-2292 0,9-16-2661 0</inkml:trace>
  <inkml:trace contextRef="#ctx0" brushRef="#br0" timeOffset="24912.026">5334 8708 3788 0,'0'0'768'15,"0"0"7209"-15,0 0-5889 0,0 0-1280 16,0 0 136-16,0 64 784 16,0-23-228-16,0 8-340 0,0 4-320 0,-4 4-147 15,1 3-173-15,-5 1-132 0,-5 3-132 16,6-4-184-16,-5-6-72 0,3-4-76 16,2-5-24-16,3-12 88 0,4-6-72 15,0-8 12-15,0-2-108 0,7-8 120 0,2-4-28 16,3 0-56-16,3-5-60 15,2 0-40-15,3-10-24 0,-1-4-21 0,1 2 9 0,5 3 84 16,-2-1 52-16,-7 4 44 16,4 6 4-16,-4 0 88 0,0 0 8 0,0 6 96 15,-4 0 40-15,0 1 68 0,-5 3-20 16,1-2-64-16,1 3-60 16,-5 2-48-16,0-4 0 0,-1 0-12 0,-3 4 48 0,0 3 61 15,0-4-49-15,-3 1 24 0,-1 3-8 0,-9 0-28 16,2-2 24-16,-5 0 0 0,0-1 60 15,0-3-32-15,-4 0-100 16,0-5-8-16,0-1-140 0,0-4-92 0,0 0-161 0,5-4-87 16,-6-4-156-16,10-9-164 15,-6-5-976-15,6-3-1144 0,-6-7-3049 16,10 7 789-16,-1-16 2228 16</inkml:trace>
  <inkml:trace contextRef="#ctx0" brushRef="#br0" timeOffset="25784.844">5980 9528 3252 0,'0'0'272'16,"0"0"6176"-16,0 0-4247 0,0 0-541 15,0 0-356-15,0 0 68 0,0 0-76 0,0 0-284 16,-24 92-140-16,20-55-312 0,0 9-108 0,-8 4-36 16,5 4 8-16,-6 3 89 15,2 1 43-15,-2-1-120 0,1-7-160 16,1-3-176-16,2-1-28 0,1-5-72 0,5-3-116 15,-1-3-88-15,4-3-72 0,0-7-136 16,0-9 36 0,0-7-89-1,4-2-239-15,-1-7-224 0,1 0-372 0,4 0-248 0,1-7-180 16,-2-5-400-16,1-4-349 0,0-3-771 0,4-3 60 16,-4-3 1220-16,5 2 740 0,-6-2 1228 15,5-4 0-15,0 7 940 16,0 3 584-16,3 0 1524 0,2 6-128 0,-2 3-907 15,6 3-441-15,-1 1-48 0,-1 1-64 0,1 5-112 16,8-3-356-16,0-1-232 0,-3 1-328 16,2-4-244-16,0 2-188 0,1-2-260 15,-3-6-400-15,-1 1-280 0,-9-1-412 0,5-3-964 16,-3-3-2621-16,-6 6-3647 16,-7-6 7713-16</inkml:trace>
  <inkml:trace contextRef="#ctx0" brushRef="#br0" timeOffset="26032.821">6287 9706 940 0,'0'0'832'16,"0"0"7472"-16,0 0-6695 0,0 0-453 15,0 0 232-15,0 0-240 0,0 0 84 0,-25 95-236 16,25-60-156 0,0 5 20-16,0 2-36 0,0 3-156 0,0-1-156 15,0 0-172-15,-3 4-47 0,-5 0-13 16,4-1-136-16,-4 2-120 0,0-5-24 15,0-3-132-15,0 0-112 0,-4-3-181 16,4 1-71-16,0-4-68 0,4-4-96 16,4-2-232-16,0-4-752 0,8-9-512 15,8-10-976-15,4-6 411 0,4-19-2451 0,-4 3 3504 0,12-22 364 16</inkml:trace>
  <inkml:trace contextRef="#ctx0" brushRef="#br0" timeOffset="26254.038">6816 9807 8400 0,'0'0'5657'0,"0"0"-4177"0,24 67-448 16,-11-35 472-16,-1 9 20 0,-5 0-376 0,10 0-416 15,-6-2-307-15,1-4-157 0,4-4-136 16,0-2-12-16,4-7-68 0,4 4-52 0,0-8-84 15,-1-1 24-15,1-5 0 0,-3-2-597 16,-1-10-415-16,-5 0-212 0,2 0-568 0,-6-10-944 16,1 3-1989-16,-8-1-1843 0,1-6 4944 0</inkml:trace>
  <inkml:trace contextRef="#ctx0" brushRef="#br0" timeOffset="26468.994">7247 9817 340 0,'0'0'10272'0,"0"0"-8151"0,0 0-885 0,0 0-628 16,-92 86 176-16,60-49 584 16,-4 5-284-16,1 5-284 0,-1 0-220 0,0 2-104 15,5-5-72-15,-6 5-156 0,5-9-164 32,0 2-84-32,4-1-100 0,5-10-80 0,-1-2-176 0,0-4-48 15,8-2-224-15,4-10-172 0,0-1-232 0,5-5-336 16,7-5-608-16,0-2-921 15,0-7-2539-15,3-1 1400 0,13-11 3540 0</inkml:trace>
  <inkml:trace contextRef="#ctx0" brushRef="#br0" timeOffset="26719.907">7430 9607 6036 0,'0'0'4708'0,"0"0"-3075"0,0 0-917 0,0 76-144 16,-4-37 696-16,-4 8 392 0,1 4-244 0,-2 0-468 15,1 3-404-15,1 0-156 0,-6-4-44 16,5 4-160-16,1-6-140 16,3 3-40-16,0-7 236 0,4-6-240 0,-4-9-256 15,4-7-452-15,0-9-460 0,0-4-416 16,8-5-1072-16,3-4-1649 0,6-7-1531 0,-6-2 1884 15,13-13 3796-15</inkml:trace>
  <inkml:trace contextRef="#ctx0" brushRef="#br0" timeOffset="26957.698">7709 9906 6232 0,'0'0'3296'15,"0"0"693"-15,0 0-3089 0,-83 60-660 16,55-38 28-16,-4 1 400 0,4 2 360 15,4 1-468-15,0-5-396 0,5 5-164 16,-2-1-4-16,5-2-84 0,4-1 88 16,1 0-88-16,6-5 88 0,1-3 8 15,4 0 104-15,0-2 100 0,9-2 236 0,-2 3-28 0,5-4-28 16,4 1-36-16,0-1-72 16,0 0-136-16,3-2-144 15,6 2-4-15,3 1-344 0,0-4-16 0,3 1 352 16,-3-5-1036-16,0-2-1444 0,-7 0-4045 15</inkml:trace>
  <inkml:trace contextRef="#ctx0" brushRef="#br0" timeOffset="27585.241">7525 8862 7536 0,'0'0'6121'16,"0"0"-4289"-16,0 0-660 0,-3 69-340 0,3-53 292 0,3-3-264 16,10-7-392-16,2-3-176 15,10-3-48-15,-1-6 36 16,11-7-280-16,1-9-220 0,4-3-352 15,0-4 20-15,0 0-36 0,-8 1-16 0,-4-1-4 16,-4 1 12-16,-5 2 160 0,-6 0-20 16,-2 1 156-16,-7-1 252 0,0 1 48 15,-4 3 236-15,-4 3-20 0,-8 0 100 16,1 7 20-16,-2-1 36 0,2 7-48 16,-6 6-88-16,6 0-112 0,-10 2-28 0,2 15 128 0,-5 2 96 15,-4 12 24-15,-4 8-24 16,0 8 108-16,4 7-84 0,-3 3-112 0,3 0 48 15,7 4-144-15,6-7-52 0,2-4-76 0,13-3-8 16,0-2-48-16,9-6 36 16,6-2 4-16,6-5 8 0,7-4 8 15,0-5-8-15,4-4-8 0,7-6-4 0,4-4-160 0,10-5-168 16,-1-4-152-16,8-7-60 0,-1-8-76 16,-4-5-172-16,5-1-532 0,-4-5-1272 31,0-3-2425-31,-16 7-1619 0,16-16 6568 0</inkml:trace>
  <inkml:trace contextRef="#ctx0" brushRef="#br0" timeOffset="27847.286">8921 8775 11769 0,'0'0'2488'0,"0"0"-672"0,0 0-108 0,0 0 20 15,95 19-384-15,-63-19-444 0,0 0-403 16,4 0-317-16,-5 0-180 0,9 0 0 0,-8-6-216 16,5 3-269-16,-2-3-367 15,-3 2-272 1,-4-2-624-16,0 0-2024 0,-5-1-1701 0,-10 4-935 15,-6-3 5040-15</inkml:trace>
  <inkml:trace contextRef="#ctx0" brushRef="#br0" timeOffset="28034.374">8917 8992 2888 0,'0'0'8541'16,"0"0"-5361"-16,0 0-2060 0,0 0-908 0,0 0 396 0,0 0 956 15,0 0-260-15,0 0-520 16,95 51-456-16,-51-51-276 0,8 0-52 0,-5-5-380 16,-2 3-440-16,2-5-288 0,1 2-332 0,-1 1-496 15,-10 1-312 1,10-1-3965-16</inkml:trace>
  <inkml:trace contextRef="#ctx0" brushRef="#br0" timeOffset="29929.293">10637 7838 208 0,'0'0'4260'16,"24"-66"-2852"-16,-16 37-1084 0,1 1 52 15,6-7 1108-15,-7 7 484 0,1 2-587 16,-6 4 155-16,1 6-312 0,0 0-164 0,-4 7-12 16,0-4-288-16,0 6-100 0,0 0-32 15,0 5-96-15,0-1-200 0,0 0-124 16,0 3-108-16,0 0-44 0,-4 0-56 0,-3 0-76 15,-2 3-8-15,-3 7 80 0,-8 9 4 16,-3 6 60-16,-1 3 148 31,-4 11-48-31,-4 5 36 0,-4 3 84 0,4 7 16 0,-3-2 20 0,-2 2-108 16,5-1-76-16,0 1-36 0,4 0-32 0,5 0-60 0,3-3 164 16,5-1-156-16,2-1 0 15,5-5-12-15,4-3 68 0,1-3-68 16,3-5-96-16,0-6-24 15,0-2-52-15,7-8-36 0,1-4-192 0,0-7-52 16,8-6-12-16,4 0 36 0,0-4-16 16,4-7 24-16,0-6 136 15,-5 5 88-15,-2-5 148 0,-2 9-16 0,-2-3 64 0,-6 8-88 0,1 3 76 16,-4 0 12-16,5 7 0 0,-2 8 284 16,-3 5-12-16,4 2 100 0,1 10 156 15,-2 3-100-15,1 2-84 0,0 4-76 16,0 8 64-16,0-2-16 0,-4 7-24 15,0 1-96-15,-4 1-40 0,0 8-48 16,0 2-108-16,0 1 52 0,0 3-40 16,-4 0-12-16,0-7-52 0,4-5-32 0,0-11-96 15,0-6-224-15,0-10-144 0,4-4-100 16,8-12-172-16,0-2-132 0,4-10-388 16,4-3-700-16,-13 0-852 0,10-16-2441 0</inkml:trace>
  <inkml:trace contextRef="#ctx0" brushRef="#br0" timeOffset="30413.957">11466 8175 1668 0,'0'0'7940'15,"0"0"-5847"-15,0 0-429 0,0 0-572 16,0 0-20-16,0 0-68 0,0 0-392 0,0 0-116 16,0 0 136-16,0 0-4 15,-75 82 0-15,71-38-16 0,0 8-76 0,-1-1-96 16,1 2-4-16,1-2 53 0,-1 1-261 0,4-8-132 15,0 1 44-15,0-7-140 0,4-7-76 16,8-5-8-16,3-10-84 0,6-4-148 16,7-2 47-16,0-10-167 0,4 0-248 0,-4-3-404 15,3-10-516-15,-4-3-1188 0,-10 4-2553 16,7-14-2839-16</inkml:trace>
  <inkml:trace contextRef="#ctx0" brushRef="#br0" timeOffset="30859.616">11937 7736 9780 0,'0'0'2317'0,"0"0"-821"0,0 0-292 0,11 96 248 0,-7-50-36 16,4 4-180-16,-4 7-36 0,-4 3-320 15,0 1-3-15,0 2-297 16,0 0-116-16,-4-2-104 0,-4-4-228 0,-3-3-8 16,2-3-76-16,-3-7 36 0,1-5-36 15,2-5-48-15,1-5-8 0,5-6 8 16,-1-9-108-16,0-1 12 0,4-7 48 0,0-6-64 31,0 0 40-31,8 0 72 0,-1-2 76 0,6-10-76 16,2-7-168-16,6-8-48 0,7-4-4 0,-4-4 28 15,3 1-52-15,-3-6-48 0,0 7 75 16,-9 0 33-16,2 8 4 0,-6 6 80 0,2 10 92 16,-9 2-40-16,0 7-52 0,3 7 100 15,-3 2 96-15,1 7 100 16,-1 6-52-16,-4 3 28 0,4 1-39 0,0 2 63 16,3-2-76-16,-3-1-48 0,0 1-72 15,1-4-48-15,-1 0-12 0,0-3-12 16,-4 1-136-16,0-6-61 0,0 3-251 0,0-1-16 15,0-4-188-15,0 1-640 0,0-3-496 16,3-4-1272-16,1-6-2853 0</inkml:trace>
  <inkml:trace contextRef="#ctx0" brushRef="#br0" timeOffset="31578.583">12574 8579 3924 0,'0'0'1016'15,"0"0"4684"-15,0 0-4183 0,0 0-645 16,0 0 536-16,0 0 168 0,0 0-52 0,0 0-372 16,0 0-428-16,-4 89-220 15,-8-64-176-15,-4 0-328 0,0 4 88 0,-4-4-76 16,5-3-12-16,-2-3-88 0,-3-3-204 16,12-2-224-16,-3-6-60 0,7-4-412 0,4-4-168 15,0 0-504-15,0-12-764 0,4 1-1565 16,15-17-1159-16</inkml:trace>
  <inkml:trace contextRef="#ctx0" brushRef="#br0" timeOffset="32194.278">13096 7807 4136 0,'0'0'624'0,"0"0"4436"0,0 0-3187 16,40 92-57-16,-32-57-272 0,4 3 68 16,-9 7-272-16,6-1-180 0,-9 3-280 15,0 1-268-15,0 3-28 0,-5-1-72 16,-6 1-159-16,-5 1-113 0,0-2-80 0,-1-5-100 16,-2-3-60-16,3-8-40 0,0-5-8 15,9-4-4-15,-2-6 4 0,5-6 40 16,4-4-40-16,0-3 48 0,0-6-4 15,4 0-64-15,0 0-76 0,4 0-88 0,4-3-49 0,-4-6 77 16,4-1-88-16,4-6-172 0,-4 1 60 16,4-4-36-16,0-3 196 0,-4 2 96 0,-1-1-48 15,2-2 24-15,-5 0-24 16,3 4 24-16,2-3 28 0,-2 6 140 0,2 1-44 31,-2 2 48-31,-3 3-12 0,5 4 12 16,-6 6-4-16,-3 0 4 0,4 0 36 0,-4 3 188 0,4 7 84 0,-4 2 24 15,0 4-40-15,-4-3-72 0,4 7-36 0,-4-6-84 16,0 3-96-16,-4-1-4 0,-4-4-88 16,-4 4 40-16,0-3-60 0,-8 3-64 15,1-3-88-15,-2-4 28 16,1 1-52-16,5-7 124 0,2 0 76 31,2 0 84-31,-1-3 80 0,8 0 8 0,-4 0-88 16,0 0-4-16,4-3-8 0,4 0 12 0,0 0 0 0,0 3-116 15,0 0-32-15,0 0 76 0,0 0 68 16,8 0-120-16,-1 3-112 0,2 3 236 0,3 4 172 16,-1 2 200-16,2 1-4 0,-2 0-24 0,2 2-36 15,2-2-64-15,2-3-60 0,-2-1-172 32,5-2-12-32,0-2-52 0,0-1-316 0,0-4-232 15,3 0-216-15,-2 0-696 0,-5-4-1500 16,7-1-3029-16</inkml:trace>
  <inkml:trace contextRef="#ctx0" brushRef="#br0" timeOffset="32490.794">13726 8118 10724 0,'0'0'1901'15,"0"0"-917"-15,0 0 348 0,0 0 168 0,43 92-244 0,-35-53-452 16,1-5-352-16,-6 8-80 0,1-4-68 0,0 0 4 16,-4-3-88-1,0-3-76-15,0-1-32 16,0-2-100-16,-4-4-12 0,-3 4-96 0,-2-7-4 15,-7 3-216-15,0-3-248 0,-7 1-164 16,-1-1-148-16,-8-3-380 0,0 4-912 0,8-11-1885 16,-16 7-2391-16</inkml:trace>
  <inkml:trace contextRef="#ctx0" brushRef="#br0" timeOffset="34095.587">14327 8308 2260 0,'0'0'0'15,"0"0"-76"-15,0 0-252 0,0 0 328 16,0 0 156-16,0 0-12 0,0 0-144 0,0 0 0 16,0 0-4-16,0 0-60 15,0 0 64-15,84-70 0 0,-69 61 284 16,2-3-164-16,-2-1 220 0,5-3 2760 0,-3 0-944 0,-2 0-860 0,2 1-172 15,-6 2 77-15,1 3-101 16,-4 3-116-16,-4 2-60 0,0-2-356 0,-4 4 48 0,4 3 0 16,-4-3-4-16,0 3-4 15,0 0-40-15,0 0-100 0,0 0-444 16,-4 0-24-16,0 0-144 0,-3 3 32 0,-10 2 0 16,2 5-24-1,-2 7 36-15,-3-2 100 0,-3 11 0 16,3-1 200-16,-1 7-76 0,-2 3 72 15,-1 1-60-15,4-2-28 0,0 1-32 0,0 0-72 16,0 0 80-16,8-3-84 16,-4-7 64-16,8-3-56 0,4-3 76 15,4-6-8-15,0 0-28 0,0-4 12 0,8 1 16 16,0-4 28-16,4 0-104 0,4 0-120 0,0-2-152 0,-4-1-96 16,4-3-124-1,4 0-140-15,-8 0-148 0,0-3-64 16,-5-4-412-16,2 1-560 0,-5 0-973 0,0-4-2255 0,-4 4 408 15,0-4 4388-15</inkml:trace>
  <inkml:trace contextRef="#ctx0" brushRef="#br0" timeOffset="34269.261">14267 8432 5732 0,'0'0'2924'0,"0"0"-920"0,0 0-1203 0,0 0-213 0,80 4 796 15,-48-4-220 1,0 0-492-16,4-4-508 0,-1-2-164 16,6 0-228-16,-2-4 28 0,1 4-916 0,-4-4-620 15,-5 1-2409-15,-6 3-2779 0,6-10 6584 16</inkml:trace>
  <inkml:trace contextRef="#ctx0" brushRef="#br0" timeOffset="34568.259">15008 7788 260 0,'0'0'9160'15,"0"0"-7067"-15,0 66-633 0,0-31-76 0,0 10 92 0,0 9-136 16,-4 3-360-16,4 9-80 0,-8 5-188 15,5 2-212-15,-10 0-24 0,2 0-48 0,-1-6-196 16,3-7-148-16,-2-3-84 0,-1-10-24 16,3-3 12-1,2-8-112-15,3-7 40 0,0-4-60 0,4-9-332 0,0-7-36 16,0 1-100-16,4-10-92 0,0 0-84 16,3 0-416-16,6-4-948 0,-1-8-1064 15,0-1-2013-15,-4 1-974 0</inkml:trace>
  <inkml:trace contextRef="#ctx0" brushRef="#br0" timeOffset="34766.672">15036 8432 4668 0,'0'0'6389'0,"0"0"-4605"0,0 0-816 0,0 0-208 0,0 0 812 15,0 0 116-15,80 13-320 0,-56-13-400 16,8-7-504-16,4-5-184 0,0-4-220 15,3-3-60-15,2-3-72 0,-6-4-564 16,5 1-220-16,-8 4-216 0,0-5-240 0,-4 4-1444 16,-8-1-2049-16,-5 1-1191 15,-2 6 3740-15,-9-9 1049 0</inkml:trace>
  <inkml:trace contextRef="#ctx0" brushRef="#br0" timeOffset="34984.874">15502 7943 2360 0,'0'0'300'16,"0"0"1656"-16,0 0 1220 0,5 86-1376 0,-5-51-287 0,0 7 115 0,0 5 28 0,0 1-108 15,0 2-344 1,-5 0-248-16,-3 5-304 0,1-4-100 0,-1-3-72 16,-5-4-76-16,2-2-124 15,-2-8-196-15,6-2-84 0,-5-3-160 0,4-8 24 16,3-2-204-16,5-2-164 0,0-4-72 15,0-7-152-15,0-6-264 0,5 0-628 0,3-4-736 16,0 2-701-16,3-14-2367 0</inkml:trace>
  <inkml:trace contextRef="#ctx0" brushRef="#br0" timeOffset="35285.368">16033 7880 3788 0,'0'0'8693'0,"0"0"-7161"0,0 95-484 16,-5-51 84-16,1 13 356 0,-4 3-84 0,1 5-312 15,-6 2-384-15,2-1-272 0,-5-3-108 16,4 2-83-16,-4-5-37 0,0-7-112 15,4-2-96-15,0-6-96 0,0-10 36 16,4-3-40-16,4-7-69 0,4-6-355 0,0-10-108 0,0-3 8 16,12-6-12-16,3 0-104 0,6-9-408 15,-1-7-856-15,8-3-1184 16,4-6-2565-16</inkml:trace>
  <inkml:trace contextRef="#ctx0" brushRef="#br0" timeOffset="35568.244">16467 8224 10236 0,'0'0'1621'16,"0"0"-977"-16,0 0-160 16,0 0 700-16,0 0 140 0,-96 44-476 0,65-29-440 15,3 3-220-15,-4 6 24 0,0-6-136 16,0 5 72-16,-1-4-144 0,6 0 0 16,3 1-4-16,4-6 12 15,4-1 52-15,8-2 32 0,0-2 16 0,0-4 12 16,8 6 16-16,0-5 44 0,0 7 124 15,4-4 232-15,4 4-144 0,4 0-116 16,0-1-8-16,4 1-28 0,4 0 36 16,0-1-12-16,-1-2-96 0,5-1-172 15,-3-2-12-15,3 0 8 0,-5-5-204 0,9 1-356 16,0 0-232-16,8-3-288 0,-1 4-180 16,2-2-344-16,7-2-1004 0,-16 5-1525 15,15-5-2455-15</inkml:trace>
  <inkml:trace contextRef="#ctx0" brushRef="#br0" timeOffset="36117.15">17220 7388 4104 0,'0'0'7733'0,"0"0"-5881"0,0 0-836 0,0 0-96 15,0 0 520-15,20 73-200 0,-5-38-216 16,2 3-268-16,-2 10-180 15,2 6-188-15,-6 6 4 0,5 7 229 0,-8 2-89 16,-4 5-192-16,0-2-52 0,-4 7-80 16,0 0-196-16,-8 9 84 0,0-6-92 15,-4 0-4-15,0 1-48 0,-4-7-12 0,1 1-76 16,-2-5-128-16,2 1-124 0,-2-6 36 16,6-4-48-1,-6-2-49-15,10-11 9 0,-1-3-12 0,0-5-12 0,4-7 100 16,4-6-4-16,0-4 12 15,0-3-248-15,0-3-412 0,-5-3-1188 0,5-4-900 16,0-5-1985-16,0 0-1894 0</inkml:trace>
  <inkml:trace contextRef="#ctx0" brushRef="#br0" timeOffset="37530.232">18252 7331 92 0,'0'0'11041'16,"0"0"-7945"-16,0 0-1896 0,0 0-1036 0,0 0 260 15,0 0 828-15,0 0-136 0,23 69-316 16,-14-33-248-16,-5 8-136 0,0 7-112 0,-1 3 76 16,1 10 204-16,-4-2-172 0,0 9-167 15,0-4-65-15,-4 2-60 0,1-5-44 0,-5-1-76 16,-5-2-4-16,6-11 4 0,-1-2 0 16,4-9-12-16,0-8 4 15,4-8-40-15,0-8 0 0,0-2 36 0,0-7-252 0,4-6-249 31,0 0-83-31,7-3 84 0,2-7 132 16,2-2 100-16,2-7-40 0,2-4 28 16,-2-3-116-16,2-2 28 0,-7 0 168 15,4-1 140 1,0-2 72-16,-4 2 8 0,0 0-8 0,0 8-44 0,-4 2 44 16,-1 5 4-16,2 8 84 0,-5 6 24 15,4 0 60-15,-1 9 184 0,2 7-24 0,-1 4-72 0,-1 2-52 16,6 6 60-16,-5 1-60 0,-4-4 36 15,-1 0-48-15,5-2-36 0,-4-5-100 16,1 1-60-16,-1-6-48 16,0 0-220-16,-1-3-404 0,5-4-40 0,-4-3-164 0,5 1-864 15,-5-4-1268-15,3 0-2525 16,-7-4-1363-16,8-3 6296 0</inkml:trace>
  <inkml:trace contextRef="#ctx0" brushRef="#br0" timeOffset="37823.448">18746 8160 7096 0,'0'0'4289'15,"0"0"-2377"-15,0 0-1468 0,-13 66-392 0,10-43 100 16,-5 2 596-16,-4-2 8 16,4-2-756-16,-4 2-140 0,-1-1-656 0,2-3-204 0,-1-4-624 15,4-2-1125-15,0-3-2243 0,-4-6 845 16</inkml:trace>
  <inkml:trace contextRef="#ctx0" brushRef="#br0" timeOffset="38418.45">19263 7471 5956 0,'0'0'4120'15,"0"0"-971"-15,0 0-1613 0,0 98-604 16,0-54 84-16,0 4 352 0,0 6 32 0,-4 3-492 0,-3 0-276 0,3 0-120 16,-8 0-99-16,0 1-133 0,-4-5-160 15,0-1-112 1,0-5-8-16,0 4-8 0,0-6-4 15,4-1-316-15,4-9-181 0,1-10 453 0,-2-6 56 0,5-12 0 16,4-4-144-16,0 0-268 16,0-3-28-16,0-3-24 15,4 0 120-15,5-10 28 0,6 0-176 0,-3-6-200 0,8-3 36 16,-4 0-240-16,3-7 352 16,2 0 232-16,-1-2 196 0,-5-1 116 15,2-3 276-15,2 2-64 0,-2 6-84 16,-2-2 24-16,1 3 48 0,0 8-52 0,0 5-136 0,1 3 64 15,-2 4-32-15,1 6-40 0,0 0 80 16,-5 3 116-16,-2 7-100 0,-1 2-92 16,-4 1 92-16,-4 1 124 0,0 5 136 15,-8-5-16-15,-5 5-48 0,-2 1 0 0,-9-1-100 16,0 0-156-16,-4 0-40 0,1 3-84 16,-1-3-100-16,0-3-12 0,8 0 60 15,4-4 128 1,4-1 0-16,8-3 8 0,4-1 68 15,0 0 152-15,0 2-60 0,7 4-36 0,6-5 24 0,-1 3-24 0,4-1-124 32,-1-1 0-32,10-2-136 0,-1-4-84 15,-1-1-128-15,1 2-156 16,0-4-352-16,-4 0-860 0,0 0-2652 0,-4 0-2097 0</inkml:trace>
  <inkml:trace contextRef="#ctx0" brushRef="#br0" timeOffset="38974.522">17981 7960 508 0,'0'0'432'0,"0"0"5584"0,0 0-3256 15,0 0-939-15,0 0-629 0,0 85-120 16,-4-59-8-16,0 2-144 0,-1 9-204 0,1 5-32 0,1 4-100 16,-5-2-112-16,4 3-104 0,-4-2-184 15,3-1-96-15,5-3-76 0,0-6-12 0,0-3-8 16,5-6-496-16,7-8-128 0,-1 1-36 0,6-3-224 15,2-3-632-15,5-4-1136 0,-3-2-3157 16,18-3-315-16</inkml:trace>
  <inkml:trace contextRef="#ctx0" brushRef="#br0" timeOffset="39376.293">19973 8001 4560 0,'0'0'6825'16,"0"0"-4213"-16,0 0-1200 0,0 0-756 0,40 85 20 15,-32-56 456-15,-1 3-292 16,2 3-348-16,-1 2-284 0,-1 1-120 16,-3 4-84-16,5-3-4 0,-9-2-4 0,0 1 0 15,0-6-60-15,-13-1-268 0,2-1-320 16,-2-8 48-16,-2 0 268 15,-5-3 0-15,0-3-184 0,0-4-716 16,0-2-1324-16,-4 0-2605 0,8-3-1055 16,-8-5 5556-16</inkml:trace>
  <inkml:trace contextRef="#ctx0" brushRef="#br0" timeOffset="39925.395">20376 8111 4956 0,'0'0'6625'15,"0"0"-3957"-15,0 0-1268 0,0 0-444 0,0 0 200 16,0 0-20-1,0 0-204-15,0 0-320 0,0 0-196 0,0 0 8 16,0 0 64-16,15 25-235 0,-7-20-105 16,1-5-64-16,-2 0-84 0,5 0-40 15,-4 0-156-15,0 0-157 0,0 0-131 0,0-5-152 16,-5 3-168-16,-3 2-820 0,0-3-2412 16,0 0-2441-16,0 0-1126 0</inkml:trace>
  <inkml:trace contextRef="#ctx0" brushRef="#br0" timeOffset="40401.347">20842 8134 8896 0,'0'0'6013'16,"0"0"-4993"-16,0 0-552 0,0 0 32 0,0 0 704 16,79 13-244-16,-51-24-652 0,4 3-308 15,3-5-392-15,2-3-28 0,-5 0-76 0,0-3-160 16,0 4-376-16,-9-5-180 0,1 4-624 16,-8 0-32-16,-4-3 383 0,-5 4 345 15,2-1 684-15,-9 3 456 0,0 4 724 16,-4-5 300-16,-4 9-83 0,-4-5 75 15,-1 3-212-15,2 4-152 0,-4-3-180 16,-2 6-156-16,-3 0-12 0,1 6-52 0,-2 1 12 0,1 6 52 16,-3 3 36-16,-1 5 192 0,0 2 4 15,-1 5 0-15,-3 2-40 0,5 3-16 16,-5 3-96-16,8 2-164 0,-4 0-36 0,1 3 28 16,3 0 44-16,8-2 232 15,3-1 100-15,5-6-272 0,4-4-108 16,8 4-100-16,12-3-24 15,5-2-96-15,3-4-460 0,7-4 180 16,1-6 232-16,0-10-296 16,8-3-280-16,-4 0 24 0,3-6 48 0,1-4-164 0,-4-2-488 0,-1-4-808 31,2 0-1861-31,-9 4-2199 0,7-12 3228 0</inkml:trace>
  <inkml:trace contextRef="#ctx0" brushRef="#br0" timeOffset="40646.626">21774 8071 6688 0,'0'0'7781'0,"0"0"-5817"0,0 0-780 0,0 0 88 16,0 0 164-16,88 12-500 15,-53-12-364-15,1 0-327 0,0-7-245 0,8 2-208 16,-8-5-317-16,3 3-203 0,-7-2-152 0,-4 0-104 16,-4 2-960-16,-8 4-2264 15,-11 1-2005-15,-2 2 1085 0,-11 0 4908 0</inkml:trace>
  <inkml:trace contextRef="#ctx0" brushRef="#br0" timeOffset="40790.14">21746 8299 3132 0,'0'0'6568'0,"0"0"-3479"0,0 0-1057 0,0 0-420 0,0 0-56 0,0 0-348 0,0 0-316 16,80 54-412-16,-48-54-300 0,7-6-180 15,-3-3-500-15,4-4-232 0,-4 0-140 16,0-2-368-16,-8 5-1268 0,8-6-3553 16</inkml:trace>
  <inkml:trace contextRef="#ctx0" brushRef="#br0" timeOffset="41316.486">22993 8106 6748 0,'0'0'4249'0,"0"0"-1677"16,0 0-1252-16,-44 66-412 0,40-50 396 0,4 0 68 0,0-3-80 15,12-4-316-15,8 1-368 0,8-8-268 16,4-2-179-16,7 0-101 0,2-9-60 15,6-3-169-15,1-4-99 0,0-3-120 16,-4-3-40-16,-1-2 12 0,2 3-48 16,-9-1-76-16,-5 0-12 0,-6-4-116 15,-2 0-52-15,-7 4 212 0,-8 0 284 0,-1 0 136 0,-3 0 88 16,-4 2 112-16,-7 5 188 0,-5 2 12 16,-4 8-16-16,-7 1-84 0,-5 4-76 15,-9 4 72-15,-3 7-32 0,1 6 80 16,-6 2 52-16,-2 3-36 0,3 6 12 15,-4 1 20-15,4 5 28 0,1 2 24 0,7 1 68 32,0 2 16-32,8-1 20 0,8-2 29 0,5 1 67 15,6 1 12-15,9 1-84 0,5-5-484 0,14 4 60 16,5-10-60-16,4-2 0 0,12-7-132 16,4-9-640-16,7-4-284 0,9-6-5 15,4 0-995-15,-16-6-2792 0,31-4-4637 0</inkml:trace>
  <inkml:trace contextRef="#ctx0" brushRef="#br0" timeOffset="74404.611">24232 7572 11369 0,'0'0'2076'0,"0"0"-924"0,0 0-672 15,0 0 40-15,84 0 448 0,-61-3-184 0,5-3-612 16,4-1-172-16,-4-2-224 0,0 3 0 16,-4 1-84-16,0 3-56 0,-8 2-52 15,-4 7 52-15,-4 8 36 16,-4 4 328-16,-4 7 56 0,0 5-48 0,-12 8 128 31,-4 8 56-31,-4 1 156 0,0 5-16 0,-8 2-96 0,4-1-100 16,-4 3-48-16,0 1 0 0,0-5 12 0,5 4-12 15,-1-6 12-15,8-4 48 0,0-5 248 0,8-7-24 16,0-10 24-16,8-6-128 0,0-3-68 16,0-10-188-16,4-3-12 0,4-3-52 15,4-3 16-15,8-6 36 16,3-10 0-16,1-4-72 0,1-2-188 16,-1 0-84-16,0-4-16 0,-5 8 64 15,-2 4 84-15,-6 4 24 0,-3 7 4 0,-4 6 56 16,1 0 128-16,-2 3 0 0,-3 6 116 15,4 4 108-15,-4 6-112 0,0 4 12 0,0 4-16 0,4 3 92 0,0 5-88 16,0 3 0-16,5 3 24 0,-2 7 148 16,1 0-64-1,0 5-20-15,4 8 180 0,-4-1-136 0,0 4 64 16,-1 0-88-16,2 2-72 16,-9-3-148-16,4 1 0 0,-4-1-8 15,0-2-64-15,-4-4-24 0,-5 0-16 16,2-6-8-16,-5-1-64 0,-4-1-40 0,4-9-56 15,-4-1 8-15,4-2 12 0,-4-5 28 16,0-3-152 0,-4-1-236-16,1-2-176 0,-5-5-440 0,-4-1 160 15,0-4-236-15,-4 0-276 0,8-7-957 16,-24 4-2159-16</inkml:trace>
  <inkml:trace contextRef="#ctx0" brushRef="#br0" timeOffset="75523.103">8761 13341 3180 0,'0'0'6660'0,"0"0"-5900"16,0 0 1413-16,0 0-1105 0,0 0 324 0,0 0 32 0,76 54 28 0,-44-35-392 0,-1-3-264 15,13-3-344 1,4-1-136-16,4-9-48 0,8 1-24 15,0-4 0-15,4-7-68 16,-1-2-176-16,1-4-96 0,-8 1-160 0,-5-4-192 16,-7 6-200-16,-8 1-160 0,-4 2-336 0,-8 0-708 15,-12 7-1092-15,-9 0-2725 16</inkml:trace>
  <inkml:trace contextRef="#ctx0" brushRef="#br0" timeOffset="75698.991">9099 13747 9036 0,'0'0'4621'15,"0"0"-3253"-15,0 0-1068 0,0 0 240 16,0 0 900-16,0 0-384 0,80 25-368 0,-40-20-480 16,0-5-208-16,11 0-352 15,-2 0-312-15,3 0-180 0,-5 0-556 0,-11 0-2436 16,12 0-4057-16</inkml:trace>
  <inkml:trace contextRef="#ctx0" brushRef="#br0" timeOffset="80583.768">10821 12732 3100 0,'0'0'4496'15,"0"0"-2940"-15,0 0-728 0,0 0-336 0,12-83 101 16,-12 64 283-16,4-3 84 0,-4 3-224 31,0-4-88-31,0 4-128 0,0 0-40 0,0 3 36 16,0 1-48-16,0 2-80 0,0 0-92 16,-4 7 28-16,4-3 12 15,-4 2-100-15,-1 4 24 0,2-4-124 0,-1 4 72 0,0-3-132 16,-4 3 20-16,-4-1-84 15,4 2 28-15,0 2-40 0,-3 0-148 0,-2 0 0 16,1 0 0-16,0 2 36 0,0 8 12 0,1 3 20 16,-2 6 80-16,2 3 72 0,-2 10 100 15,-2 2-164-15,3 10 128 0,-1 2 40 16,2 4-44-16,-6 1 28 0,2 0 16 16,3 3-68-1,0 0 52-15,0-4 36 0,0 5 24 0,4-5-12 0,-3 1 24 0,-2 0-108 0,5 0-40 16,-3 0-84-16,2-7-108 0,1 1 60 15,1-7-40-15,3-6-44 0,4-10-4 0,0-7-84 16,0-5-76-16,4-7-120 16,3-3-52-16,1 0 72 0,1-3 12 0,2-3 12 31,-3-4 36-31,5 4 36 0,-6 0 88 16,1 2 212-16,0 4 36 0,0 0 252 15,0 4 172-15,4 8 88 0,-5 4-4 0,2 3-64 16,-1 3-84-16,-1 3-116 0,1 5-72 15,-3-3 0-15,3 3-84 0,-1 4-124 16,1 1 0-16,1 7 0 0,-1 5 128 0,-1 4-16 16,-3 3-40-16,5 3-8 0,-5 4 8 15,0-1-12-15,-4-3-52 0,3-4-8 16,-3-1-48-16,4-11-232 0,0-6-28 0,0-7-72 16,5-5-48-16,-5-8-164 0,7-2-160 15,-3-6-180-15,1-4-440 0,2-3-856 0,-3 0-1025 16,8-6-2143-16</inkml:trace>
  <inkml:trace contextRef="#ctx0" brushRef="#br0" timeOffset="87068.19">11187 13153 1512 0,'0'0'7732'16,"0"0"-5191"-16,0 0-713 0,0 0-624 0,0 0 80 0,0 0 4 0,0 0-360 15,0 0-324-15,0 0-260 0,0 0-36 16,0-6-40-16,0 12-24 0,-4 5-36 16,-3 1-12-16,-6 7 0 0,5 0 24 15,-7 10 60 1,6-1 12-16,-6 4 24 15,7 4-99-15,-4 1 15 0,4 3-12 0,4 2-40 0,0 6-60 16,0-1-24-16,4 2-88 16,0-2 64-16,8-2-72 0,0 2-48 15,8-9 40-15,3-3 8 0,5-3-112 0,4-7 28 16,4-6-72-16,0-3-40 0,0-6-80 16,0-4-213-16,0-6-95 0,0 0-24 0,-1-10-140 15,-3-3-308-15,-4-2-640 0,1-4-1052 16,-6 0-2981-16,-7 3-2355 0</inkml:trace>
  <inkml:trace contextRef="#ctx0" brushRef="#br0" timeOffset="87680.739">11490 12789 1408 0,'0'0'328'0,"0"0"7844"0,0 0-5943 16,0 0-429-16,0 0-460 0,0 0 128 0,0 0 36 16,0 0-116-16,0 0-228 0,52 73-27 0,-36-42-237 31,0 4-108-31,0 9-256 0,4 7-124 16,-5 4-32-16,2 6 56 0,3 4-132 15,-5 2-132-15,-2 3-120 0,2 0-48 16,-7 3-4-16,1-4-48 0,-5-1 40 0,3-5-72 15,-3-3 24-15,-4-9-48 0,8-10 24 0,-3-9-12 0,-1-10-96 16,-1-6-36-16,1-10 8 0,0-2 4 0,0-4-108 16,0-7-28-16,5-8-96 15,2-5 100-15,-3-8 152 0,4-4 136 0,0-5-156 32,0-1-4-32,-4-2 16 0,0 9 20 0,0-1 27 15,-4 4 21-15,-1 9 52 0,2 6 36 0,-1 3 44 16,4 8-4-16,-4-2 8 0,3 4 48 15,6 4 60-15,-2 2 28 0,6 7 9 0,-2-1-69 16,-3 4-72-16,4 0 80 16,1 3-36-16,-6 0-36 0,1 0-12 15,-3-4-72-15,-2 5-64 0,-3-4-169 0,0-4-215 0,-4 1-1128 16,0-3-140-16,0-3-604 0,0-5-500 16,0-2-2281-16,0 4-1315 0,0-4 5709 15</inkml:trace>
  <inkml:trace contextRef="#ctx0" brushRef="#br0" timeOffset="88035.669">12414 13646 1200 0,'0'0'10725'16,"0"0"-8465"-16,0 0-932 0,0 0-124 15,0 0 212-15,0 0-356 0,49 89-348 16,-42-60-284-16,-3 2-52 0,0 4-84 15,-4 0-156-15,0-6-136 0,0-1-48 0,-4-6-76 16,0-2-48-16,-3-1-204 0,-2-4-112 16,1-2-188-16,4-6-100 0,-3-4-348 0,3-3-920 15,-1-10-1804-15,5-6-381 16,0-13-983-16,0 10 5208 0</inkml:trace>
  <inkml:trace contextRef="#ctx0" brushRef="#br0" timeOffset="88549.474">12606 12862 1364 0,'0'0'2088'15,"0"0"5517"-15,0 0-5273 0,0 0-484 16,0 0-352-16,56 85-68 16,-40-43-296-16,-1 9-152 0,2 6-124 0,-2 4-200 15,2 2 13-15,-6 0-125 0,-3 6-196 16,1-1-164-16,-6 1-136 15,-3-1-48-15,0-5-108 0,0-7-76 0,-7-8 16 0,2-13 24 16,5-6 96-16,0-13-16 0,0-7 4 16,0-7-108-16,0-2-148 0,0 0-108 15,0-8 155-15,9-9 125 0,-2-2 32 16,1-9 4-16,0-4 24 0,4-3-64 0,0 1-8 0,4-4 68 16,-4 5 76-16,4 5-68 15,0 6 80-15,0 3 108 0,0 6 4 0,0 4-40 16,-1 3 40-16,2 2-16 0,-2 1 60 15,-2 3-20-15,-2 0-88 0,-3 3 0 0,1 3 12 16,-5 1 52-16,-1 2 45 0,-3 4-37 16,0 6-28-16,-12 0-92 0,-4 3-88 0,0 7-44 15,-7 3-77-15,3-1 53 32,-4 5 0-32,3-5-4 0,2 2 100 0,3-8 56 0,8-6 4 15,4-7-8-15,0 1-40 16,4-7-8-16,8 1 56 15,3 2 64-15,10-3-56 0,-1 1 88 0,4 2 0 16,-1-3-8-16,1 1-16 0,0 3 12 0,4-5-36 0,-8 2-48 16,4-1 0-16,-4-2-168 0,-4-1-284 15,0-3-220-15,4 0-132 0,-8-7-392 16,3-2-580-16,-6-4-896 0,3 0-1481 0,-5-9-1535 16,-3 10 2496-16</inkml:trace>
  <inkml:trace contextRef="#ctx0" brushRef="#br0" timeOffset="88805.507">13343 13221 9216 0,'0'0'2789'0,"0"0"-661"0,0 0-224 0,63 82-292 0,-42-51-252 15,-6 4-480-15,5 4-204 16,-7 2-116-16,-2-3-184 0,-3 7-184 15,0-5-140-15,-3 9-48 0,2-2 0 0,-3-3 0 16,-4 2 52-16,0-6-56 16,-4-2-256-16,-12-3-216 15,-3 0-16-15,-2-2-16 0,-3-6 176 0,-4 2-16 0,5-6-112 16,-5-5-232-16,0-8-728 16,4-4-1340-16,4-3-3021 0,-3-9-2323 15</inkml:trace>
  <inkml:trace contextRef="#ctx0" brushRef="#br0" timeOffset="90869.541">15657 8071 6524 0,'0'0'5109'0,"0"0"-2949"15,0 0-920-15,0 0-56 0,0 0-12 16,0 0-292-16,0 0-204 0,0 0-148 0,0 0 72 16,0 0 316-16,28 82-416 0,-15-57-172 15,2 1-71-15,2 6-41 0,-2-4-44 0,6 1-40 16,-6 0-68-16,5-4-64 0,-3-3-8 16,-2-3-4-16,1 0-48 0,-4-6-24 0,0-1-244 15,0-6-173-15,-4 1-155 16,-4-1-112-16,3-6-136 0,-7 0-216 0,5 0-756 0,-5-2-728 15,0-2-1309-15,0-5-507 16,0 2 468-16,0-2 3716 0,-5-4-388 0</inkml:trace>
  <inkml:trace contextRef="#ctx0" brushRef="#br0" timeOffset="91050.224">15857 8194 3436 0,'0'0'456'0,"0"0"4368"0,0 0-2744 0,0 0-483 16,0 0-449-16,0 0 44 0,0 0-144 15,0 0-380-15,0 0-196 0,0 0-48 16,-76 89 72-16,57-57 96 0,-5 6-148 0,-1-3-160 16,-3 3-140-16,-3 0-60 15,-1 1-84-15,-4-1-124 0,4 3-268 0,-4-3-448 16,1 4-488-16,-1-1-1152 0,4 0-3037 16,8-13-2163-16,-16 13 6988 0</inkml:trace>
  <inkml:trace contextRef="#ctx0" brushRef="#br0" timeOffset="92116.768">14235 12643 3148 0,'0'0'2788'0,"0"0"2341"0,0 0-3385 0,0 0-380 16,0 0 24-16,0 0 80 0,0 0-388 0,0 0-364 15,24 79-188-15,-20-48-4 16,0 5-20-16,0 5-104 15,5 7-120-15,-9 6-12 0,3 5-36 0,-3 8-148 16,0 7-40-16,0-2-44 0,0 5-4 16,-7 2-44-16,-2 1-60 15,1-1-100-15,1 0 40 0,-6 4-124 16,5 2 48-16,4 1 12 0,1 6-24 0,3-3-112 0,0 0-12 16,0-6 96-16,0-11 52 0,0-2 60 0,3-12-112 15,1-8 12-15,4-8 12 0,1-4-36 16,-2-7-400-16,1-6-524 0,5-5-292 15,-6-4-160-15,5-7-321 0,-4-2-1207 16,0-4-2120-16,-4-3 4840 0</inkml:trace>
  <inkml:trace contextRef="#ctx0" brushRef="#br0" timeOffset="93415.063">15160 12939 2460 0,'0'0'808'15,"0"0"4628"-15,0 0-3444 0,0 0-451 16,0 0-553-16,0 0 16 0,0 0 80 0,0 0-24 16,0 0-252-1,0 0-260-15,0 0-92 16,16 19 272-16,-8 2-148 0,-4 8-164 15,3 3-40-15,-2 6-8 0,-1 6-100 0,0 6-72 16,-4 5-40-16,4 2-32 0,-4 6 8 16,0 4-24-16,0 3-8 0,0 4-52 15,-4-2-48-15,0-3 0 0,0-2-12 16,-5-3-172-16,6-10 100 0,-1-10-24 0,4-8 32 16,0-9-32-16,0-10 96 0,0-7-84 0,0-5-124 15,4-1-36-15,-1-4 12 0,1-4 0 16,5-5 36-16,3-3 48 15,-1-4-72-15,2-6-40 0,-2-1 40 0,6-6-16 16,-6 4 64-16,2-4 72 0,-2 1 40 16,-3 3-28-16,5-1 100 0,-6 0-4 0,1 5 4 15,4 1-60 1,-4 5 52-16,0 5 8 0,4 0 0 16,-4 4 84-16,4 3-8 0,-1 0-28 15,6 3 40-15,-6 3-16 0,6 6 28 0,-2 4 12 16,-2 3-16-16,-2 3 64 0,-3 3 12 15,1 1-84-15,-5 5-76 0,-4 1 0 0,0-4-12 16,0 4-120-16,0-1-212 0,-4-2-84 16,-5-1-4-16,5-2-40 15,0-1-384-15,1-6-376 0,3-7-208 0,0 1-804 0,0-10-2265 0,3 0-955 16,10-7 4824-16</inkml:trace>
  <inkml:trace contextRef="#ctx0" brushRef="#br0" timeOffset="93711.776">15881 13539 7128 0,'0'0'6041'16,"0"0"-3925"-16,0 0-1352 0,0 0-396 0,0 0 368 0,0 0 392 15,0 0-376-15,0 0-248 16,72 69-176-16,-44-66-68 0,4 0-200 16,-5-3-60-16,5-3-244 0,0-6-136 15,-4-2-224-15,0 3-320 0,-9-3-268 0,2-1-984 16,-14 5-1909-16,2 5-2887 0,-9 2 4272 15</inkml:trace>
  <inkml:trace contextRef="#ctx0" brushRef="#br0" timeOffset="93874.348">15917 13687 6564 0,'0'0'3012'0,"0"0"53"0,0 0-1717 0,0 0-548 16,0 0 484-16,0 0-108 15,0 0-344-15,-20 71-264 16,40-65-104-16,4-4-132 0,4 2-136 15,4-4-196-15,0-4-220 0,0-9-236 16,-1 1-220-16,1-7-252 0,0 0-876 0,-4 0-2760 16,-9 3-3941-16,6-9 7801 0</inkml:trace>
  <inkml:trace contextRef="#ctx0" brushRef="#br0" timeOffset="94575.103">16606 12875 6188 0,'0'0'5065'0,"0"0"-2493"0,0 0-1080 0,0 0-496 0,-4 78 16 15,4-40 176-15,4 7-232 0,0 9-84 16,0 3-252 0,4 7-156-16,-4 3-39 0,4 6-145 0,-8-1-124 15,0 5-36-15,0 2-68 16,-4 0 8-16,0 4-60 0,-4-3-76 0,4-2-236 0,-4-5-41 15,4-9 85-15,0-13 172 16,0-13-136-16,0-12 48 0,4-13-84 0,0-11 48 16,4-2-48-16,4-13-24 0,4-5-100 0,0-8-124 0,4-6 136 31,4-5-64-31,-4-5-424 0,0-3-256 16,-5 4-184-16,-2-3 240 0,-1 3 484 0,-4 0 380 15,-1-1 148-15,1 4 56 16,0 3 64-16,1 4 92 0,-1 5 184 0,4 7 108 0,-1 3-132 15,2 7-76-15,3-1-24 0,-5 8-52 16,6 2 136-16,-2 0 268 0,1 2-124 16,0 4-144-16,0 4-140 0,-4 5 16 0,0 2-16 15,-4-2-8-15,0 5-4 0,-4 2-44 16,-4-3-104-16,-8 3-200 16,0 0 0-16,-4 3 16 0,-4-6-28 0,4 4 48 15,1-7 104-15,2-4 60 0,2-2 224 16,3-3-76-16,4-4-36 0,-1 0-48 0,5 0-60 31,0-3 44-31,0 3 40 0,5 3 72 0,3 4-8 0,3-1 8 16,2 4 88-16,-2 0 48 15,6 0 36-15,-2-1 4 0,2 1-80 0,2-3-96 16,-3 3-88-16,4-7-72 0,-4 1-184 16,-1-1-136-16,2-3-196 0,-2-3-176 0,2 0-104 15,-2 0-472-15,2-3-1012 0,-1-8-1729 16,-4 5-2171-16,3 0 4980 15</inkml:trace>
  <inkml:trace contextRef="#ctx0" brushRef="#br0" timeOffset="95399.867">17328 12903 2796 0,'0'0'9381'15,"0"0"-7377"-15,0 0-1180 0,0 0-412 0,0 0 460 16,0 0 212-16,0 0-512 0,0 0-352 0,86-64-168 16,-58 41-52-16,0 2-108 0,0 2-64 15,-3 3 96-15,-5-3 76 0,-1 6 0 0,1-3 12 16,1 4-12-16,-6-1 0 0,1 4-76 16,-4-4-84-16,0 4-36 0,-4-1-4 15,0 0 40-15,0 4 44 0,-8 3 72 16,4-1 44-1,-4 4 88-15,0 4 12 0,0 5 124 0,-8 7-52 0,0 6 40 16,-4 10-28-16,-4 9-8 0,-4 9 56 16,1 9 104-16,-2 1 68 0,-3 0-12 15,4 0-144-15,1-6 32 0,2-3-24 0,6-6-96 0,3-10-52 16,4-7-60-16,-1-6-48 16,5-9-12-16,0 0-48 15,5-4-60-15,3-9-128 0,0 0-80 0,3 0-76 0,2-6-16 16,2-4 76-16,2-5 36 0,3-2 36 15,-1-1-12-15,-3-1 60 0,4 2 88 0,-8 4 48 16,0 8 28-16,-8-2 60 16,3 4 60-16,-7 3 92 15,0 0 192-15,5 10-96 0,-5 2-24 0,0 1-64 16,0 6-72-16,0 3-88 0,0 7-148 16,4-1 148-16,0 4 0 15,4 3 56-15,-4 3 104 0,4 0 136 16,-4 3 60-16,0 5 0 0,4 1-36 0,-8 0-88 15,7 1-64-15,-3 3 4 0,1 6-12 16,-1-3-124-16,0 0-36 0,0 0-84 0,0-3 84 16,-1-7 0-16,-3 0-60 15,4-6-72-15,0 4-52 16,1-7 184-16,-5 3 124 0,4-7-16 0,-4 2 136 16,0-5-148-16,0-3-32 0,-4-6-64 15,-1 0-100-15,-3-3-44 16,1 0-52-16,-5-6-136 0,0-1 152 0,0-3-92 0,-4 1-180 0,-4-1 20 15,-4-3 24-15,-4 0-208 0,0 0 132 16,-7-3 108-16,-10 4 4 16,-2-4-132-16,-5 0-176 0,-8 0-532 0,-4 0-804 15,-3-7-2237-15,11 4-2299 0,-36-3 5888 0</inkml:trace>
  <inkml:trace contextRef="#ctx0" brushRef="#br0" timeOffset="100293.614">11423 15493 1084 0,'0'0'1148'16,"0"0"6544"-16,0 0-5375 15,0 0-581-15,0 0 72 0,0 0-196 0,0 0-336 0,0 0-308 32,0 0-356-32,43 68-184 0,-39-38-52 15,1 9 64-15,-1 10 21 0,-1 1-133 16,-3 4-36-16,0 6-52 0,0 1-8 15,0 2-136-15,0-3 0 0,-7 0-96 16,2-5-52-16,-3-1-20 0,0-13-132 0,1-4-220 16,3-7 84-16,-1-11 23 0,5-11-107 15,-4-4-224-15,4-4-256 0,0-6-472 0,0-7-1200 16,4-5-2012-16,1-6-749 0,-1 6-227 0,3-14 5149 16</inkml:trace>
  <inkml:trace contextRef="#ctx0" brushRef="#br0" timeOffset="100447.302">11502 15956 1684 0,'0'0'1200'16,"0"0"5324"-16,0 0-4395 0,0 0-657 0,84-14-36 15,-49 14 16-15,2 2-76 0,3 5-324 16,3 3-276-16,1-1-236 0,-4 1-280 16,-4-7-260-16,-1-3-84 0,-3 0-344 0,-4 0-396 15,-4-10-216-15,0-2-360 0,-8 2-1228 16,0-10-3585-16</inkml:trace>
  <inkml:trace contextRef="#ctx0" brushRef="#br0" timeOffset="100653.755">12012 15656 888 0,'0'0'6928'0,"0"0"-2615"0,0 0-2237 0,4 73-296 0,4-41-280 16,4 5-240-16,0 2-352 0,0 3-260 0,0-2-220 15,-4 2-184-15,4-1-120 0,-4 0-124 16,-4 0-392-16,-4-6-328 16,0 2-236-16,0-4-44 0,0-4-440 0,0-1-868 15,0-2-924-15,0-11-3629 0,0 2 4461 0</inkml:trace>
  <inkml:trace contextRef="#ctx0" brushRef="#br0" timeOffset="101102.726">12542 16306 3472 0,'0'0'132'15,"0"0"5248"-15,0 0-4008 0,0 0-599 16,0 0 127-16,0 0 60 0,0 0-208 15,0 0-268-15,0 0-484 0,0 0 428 16,0 0 116-16,-16-76-80 0,13 54-60 16,-2-6-76-16,1 2-180 15,0-5-72-15,-4-5-72 0,4-2 0 0,-3-3-4 16,2 0-48-16,5 0-188 0,0-4 108 16,0 7 36-16,5 3 4 0,2 4-32 15,5 2 120-15,1 7 124 0,2 2 40 16,1 1-48-16,0 4 60 0,0 2-76 0,0 3 60 15,4 4 4-15,-5 6-76 0,6 0-84 0,-1 3-4 0,-1 10 4 16,5 2 108-16,-7 9-36 0,2 1 8 16,1 3-32-16,-4 4-4 0,-4 3 16 0,0-1 84 15,0 5 64-15,-8 1-64 16,-4-1 48-16,0-1-120 0,0 0-4 16,0-5-72-16,-4-3 48 0,4-4-48 0,-4-5-4 15,0-4-264-15,4-1-168 16,0-3-96-16,0-7-80 15,0 1-168-15,0-7-468 0,0 0-920 16,0 0-2261-16,4 0-1739 0</inkml:trace>
  <inkml:trace contextRef="#ctx0" brushRef="#br0" timeOffset="101500.63">13156 15389 236 0,'0'0'744'0,"0"0"4200"0,0 0-932 0,0 0-2271 0,-4 66-381 15,4-34-52-15,4 7 44 0,3 5-348 0,2 4-196 0,-5 6-188 16,4 3-140-16,-1 3-124 0,-3-3-84 16,-4 3-88-16,0 1-84 0,0-7-100 15,-4 4-84-15,-3-8-224 0,3-6 124 16,0-2-24-16,4-8 72 0,0-9 40 0,0-8-336 15,4-8-140-15,3-9-224 16,6-2-424-16,2-12-868 0,2-11-2101 0,-2 6-3187 0,13-19 6148 0</inkml:trace>
  <inkml:trace contextRef="#ctx0" brushRef="#br0" timeOffset="101791.695">13610 15656 2812 0,'0'0'5696'15,"0"0"33"-15,0 0-4705 0,0 0-800 16,0 0 228-16,-92 63 152 16,64-47 156-16,0 5-448 0,4 0-304 0,-4 0 104 0,5 2-20 15,-5-1-92-15,4 3-48 0,4 0 48 16,0-2 224 0,4-1-112-16,4-4 0 0,5 3-28 0,2-6-8 0,5 1-64 15,0-3 48-15,16 3-52 0,0-4 104 0,4 4-52 16,8-2-44-16,0-2-12 0,4 1 116 15,0-5 52-15,-1 9-12 0,1-4-152 16,-4 6 68-16,4-3 60 0,-4-1-40 0,-4 1-88 16,-1 3-8-16,-6-3-40 15,3 3-404-15,-8 0-428 0,-1-2-484 16,-2-5 200 0,-5 1-56-16,-4-7-1892 0,0 3-4497 0</inkml:trace>
  <inkml:trace contextRef="#ctx0" brushRef="#br0" timeOffset="115670.14">10897 15529 1772 0,'0'0'1476'0,"0"0"4592"0,0 0-4299 0,0 0-445 16,0 0-288-16,0 0-236 0,0 0-116 15,0 0-120-15,0 0-60 0,0 0-60 0,-56 37 16 16,44-24 0-16,-4 4-52 16,0-2 112-16,-4 1 108 15,4 3-196-15,-4 0-4 0,0 0-96 0,0 6-176 16,1-3 16-16,-2 8-104 0,-3-2-64 16,1 4-4-16,-5 3 0 15,0 2 0-15,0 1 72 0,-4 1-68 16,-3 6 100-16,3-1-100 0,-4 3 4 15,-5 1 52-15,6 0-60 16,3-4 4-16,0 1-4 0,0-5-12 0,8-1-72 16,0-4 24-16,5-3 8 0,6-10 40 15,5-2-36-15,5-8 36 0,3-3-172 0,0-5 184 16,0-2 44-16,7-2-44 0,-3 0 0 0,5 0 0 16,2 0 60-16,-3 0 60 0,5 0 148 0,-2 0 100 15,1-2-148-15,0 2-64 0,0-4-84 16,4 2-24-16,4-5-44 15,0 3-4-15,4-2 64 0,4-1 20 0,8 1-72 16,-1-3 121-16,1-1-73 0,5 1-60 16,2-4 0-1,1 1 0-15,0 2 4 0,3-2 0 16,5-1 60-16,-3 0-64 0,-2 2 8 16,-3 3 0-16,-4-2 0 0,-1 3 40 15,-7 5-44-15,-8-1 0 0,0 0 44 16,-4-1-36-16,-8 4 72 0,0-3-36 0,-4 3 64 15,-5 0-28-15,2-4 12 0,-1 4 0 16,-4 0 12-16,4 0 16 0,-4-2 176 0,0 2-44 16,0 0-52-16,0 0-48 0,0 0 4 15,0-4-40-15,0 4-24 0,0 0-12 16,0-2-24-16,0 2 0 0,0 0-48 16,-4-4 0-16,0 2-4 0,-1-5-4 0,-2-3-4 0,-1-3-48 15,-4-6-12-15,0-6-36 0,0-1 48 16,0-2-24-16,0-4 24 0,1-2-24 15,-6-8-112 1,2 1 88-16,2-7-108 0,-2 1 36 0,2-7-100 16,2-3 16-16,-1-2-52 0,3 3 0 0,2-1-96 0,-1 10-61 15,4 2-51-15,4 6-232 16,-4 8-484-16,4 5-228 0,0 11-272 0,-5-1-840 31,5 6-1397-31,-7 1-1967 0</inkml:trace>
  <inkml:trace contextRef="#ctx0" brushRef="#br0" timeOffset="117516.444">14694 15856 4924 0,'0'0'7749'0,"0"0"-6181"0,0 0 84 0,0 0-488 16,0 0 124-16,0 0 140 0,0 0-268 0,0 0-187 15,0 0-501-15,0 0-264 0,99 42-112 16,-67-34-4-16,4-2-92 0,0-2-4 15,0-1-68-15,0 4 0 0,-1-4-160 16,-3-3-204-16,0 2-97 0,-4-2-199 0,-4 0-368 16,0-2-824-16,-8-1-1132 0,-9 0-2061 0,-2-1-2379 15</inkml:trace>
  <inkml:trace contextRef="#ctx0" brushRef="#br0" timeOffset="117703.857">14837 16079 220 0,'0'0'7648'0,"0"0"-5756"0,0 0-651 0,0 0-433 15,0 0 156-15,0 0 220 0,0 0-172 0,100 63-192 16,-68-54-240-16,-1 3-356 0,9-2-148 16,0-3-76-16,-4-1-252 15,4-3-540-15,-1 0-344 0,-2 1-784 0,2-4-3021 16,-11 0-2251-16,8 0 7184 0</inkml:trace>
  <inkml:trace contextRef="#ctx0" brushRef="#br0" timeOffset="118249.416">16562 15354 612 0,'0'0'248'16,"0"0"5364"-16,0 0-1528 15,0 0-2475-15,0 0-293 0,0-73-124 16,-3 66 208-16,-6 5-160 0,5-2-300 0,-7 1-200 15,-2 3-56-15,-2 0-132 0,-6 0-224 16,-2 9-108-16,-1 4 12 0,-8 12-232 0,0 7 60 0,0 7-60 16,1 11-4-16,-6 4-4 0,1 7-136 15,1-1-40-15,-1 4-60 0,4-1-12 16,0-2-24-16,12-11 108 16,4-9 172-16,8-9 108 15,8-9-40-15,0-9-68 0,0-3-296 0,8-5-84 0,4 1 48 16,1-7 64-16,2 0 96 15,5 0 120-15,0 0 52 0,-4-7-96 16,3 1 96-16,2 2 8 0,-5 4 4 0,-1 0 160 0,-2 4 72 0,2 12 52 16,-3 3-24-16,0 6-76 15,0 10-136-15,-3 1-60 0,-5 4-4 0,-1 5 4 16,1-1 0-16,-4 1 48 0,0-5 124 16,4 2-96-16,-4-3-72 15,0-8 44-15,0-3-48 0,4-1 0 16,-4-2-76-16,4-3-276 0,0-3-164 15,1-3-176-15,-5-7-24 16,0 1-204-16,3-7-1108 0,-3 0-2661 0,4-3-3839 16</inkml:trace>
  <inkml:trace contextRef="#ctx0" brushRef="#br0" timeOffset="119041.555">17132 15586 3520 0,'0'0'524'0,"0"0"5280"15,0 0-3807-15,0 0-589 0,0 0-292 0,0 0-40 16,0 0-144-16,0 0-296 0,0 0-16 16,0 0 232-16,0 0-308 0,-60 44-140 15,41-25 48-15,-2 6-84 0,1 5 12 16,9 4 20-16,-1 5-132 0,3 2-108 0,9 3-136 15,0 3-24-15,4 0-84 0,5-1-28 16,-1-8-288-16,3-4-172 0,2-4-92 16,-2-8-60-16,6-10-124 15,2-2-256-15,5-10-544 0,4 0-556 0,0-10-1881 16,-4 1-1639-16</inkml:trace>
  <inkml:trace contextRef="#ctx0" brushRef="#br0" timeOffset="119441.659">17554 15821 4160 0,'0'0'236'15,"0"0"5348"-15,0 0-2959 0,0 0-285 0,0 0-756 0,-28 66-500 16,21-34-256-16,-6 5-284 0,2 3-152 16,3-3-100-16,4-5-44 0,0-6-248 15,4-5-64-15,0-10-144 0,8-5-184 0,0-4-100 16,3-2 100-16,6-2 80 0,-6-8-44 0,6-3-4 15,-6-2 36-15,6-4 136 0,-6-4-36 16,2 1 24-16,-2-3 24 0,-3 3-4 16,0-4 108-16,-4 3-4 0,0 1-48 15,0 0 124-15,-4 3 76 0,0-3 0 0,0 3 24 16,0 3 144 0,0 1 68-16,-4 5 100 15,0 3 36-15,4 5-16 0,0 2-72 0,0 2 108 16,-4 8-12-16,4 3-88 0,0 3-100 15,0 6-48-15,0 0-24 0,0 3 0 16,4 0-12-16,0 1-76 0,4-1-100 0,0-2-8 16,-1-1-44-16,6-3-16 0,-1-3-100 15,0 3 0-15,4-7-108 0,-4 1-36 16,7-2-76-16,-2-3-40 0,2 2-60 0,5 0-88 16,0-5-128-16,0 2-304 15,4-3-664-15,-4 2-704 0,-4-6-1597 16,8 6-819-16</inkml:trace>
  <inkml:trace contextRef="#ctx0" brushRef="#br0" timeOffset="120068.915">18232 15986 716 0,'0'0'4124'0,"0"0"624"0,0 0-2851 0,0 0-421 0,0 0-80 16,0 0-96-16,0 0-180 0,43 79-240 15,-43-60-64-15,0 1-224 0,0-1-188 32,-4-4-96-32,0 3-88 0,-3 3-144 0,3-6-76 15,-4 1-60-15,-1-3-24 16,2-4-200-16,3 1-84 0,-4-7-172 16,3 3-200-16,1-6-216 0,4 0-484 0,0 0-1096 15,-3 0-2577-15,3-3-2383 16,0-6 7132-16</inkml:trace>
  <inkml:trace contextRef="#ctx0" brushRef="#br0" timeOffset="120725.32">18984 15665 208 0,'0'0'1200'0,"0"0"4472"0,0 0-3648 15,0 0-396-15,0 0-235 0,0 0 139 0,0 0-40 0,-87 9-256 16,75 8-412 0,-3 4-168-16,-6 11-52 0,6 3-84 15,-2 4-152-15,6 2-124 0,-6-2-108 16,10-2-52-16,3-5 4 0,4-10 44 16,0-3 4-16,4-3-136 0,7-7-76 15,6-5-80-15,-2-4 8 0,5 0-12 16,1-10-12-16,2-6 0 0,1-3-72 0,0-3-224 0,0 0-88 0,-1-3 72 15,-2 0 140-15,-5 1 120 16,-1 2 84-16,-2 7 92 0,-5-1 48 0,-4 6 8 16,-1 4 180-16,-3 6 220 15,0 0 64-15,4 0-40 0,-4 3 160 16,0 10-176-16,0-1-108 0,0 4-100 16,0 7-84-16,0 3 8 0,0-1-20 0,0 0 24 15,0-3-136-15,0-6-80 0,8-4-188 0,1-2-320 16,2-7-124-16,6-3-44 0,2 0 0 15,1-9-332-15,0-4-616 0,-4 1-860 0,4-11-2677 16</inkml:trace>
  <inkml:trace contextRef="#ctx0" brushRef="#br0" timeOffset="121008.526">19399 15566 248 0,'0'0'624'16,"0"0"8104"-16,0 0-6175 0,40 86-321 16,-24-54-352-16,3 3-264 0,2-3-236 15,-1 3-448-15,-5 0-420 0,6-4-208 0,-10 4-120 16,6-6-112-16,-10 3-64 16,1-3-8-16,-8-1-8 0,0 0-212 0,-4-2-156 15,-11 2-76-15,-5 1-12 0,-5 0 8 16,-6-4 52-16,-1 1 208 0,0-4 72 15,4-3-148-15,0-4-148 0,0-5-412 0,5-7-1316 32,-1-3-2825-32,3 0-3207 15</inkml:trace>
  <inkml:trace contextRef="#ctx0" brushRef="#br0" timeOffset="121526.815">20208 14846 4020 0,'0'0'224'16,"0"0"6036"-16,0 0-4111 0,0 0-329 0,0 0-284 0,0 0-84 16,0 0-376-16,76 83-288 0,-61-51-200 15,6 5-124-15,-6 8-28 0,-2 9 200 0,-2 12-139 0,-3 11-97 16,-8 9-60-16,0 9 24 0,0 0-64 16,-4 7-68-16,-4-1-136 0,-3 4-96 15,-2-3-24-15,2-7-180 0,-6-4 32 0,6-1-264 16,-2-8 76-1,5-5 68-15,1-8-61 16,7-1-123-16,-4-15 160 0,4-8 124 16,0-7-188-16,0-13-220 0,8-9-244 0,-1-4-352 15,6-8-540-15,-2-4-1132 0,6 0-1869 0,-9-7-1935 16,7-12 5368-16</inkml:trace>
  <inkml:trace contextRef="#ctx0" brushRef="#br0" timeOffset="122143.253">21639 15509 6504 0,'0'0'6141'16,"0"0"-4881"-16,0 0-524 0,0 0-232 16,0 0 488-16,0 0 48 0,-80-37-244 0,68 37-228 15,-1 7-124-15,-2 1-52 0,-1 12 12 0,-4 6-148 0,0 7 0 16,0 9-84-16,1 9 48 0,-6-1-60 16,9 2-100-16,4-8 24 0,1-9 0 15,6-3-44-15,5-13-40 0,0-4-88 16,5-9-20-16,6-6-136 0,5 0-108 0,8-6-40 15,4-13 36-15,8-6-72 0,-5-4-16 32,5-8 60-32,-3 2 64 0,-6 0 172 0,-3 7-12 0,-7 2 60 15,-2 6 100-15,-6 5 72 16,-5 2 204-16,-1 7 156 0,1 6 48 0,-4 0-40 16,0 3 100-16,0 6-112 0,0 7-160 15,4 6-144-15,-4 3-40 0,4 5-76 0,0 3 92 16,0 2 56-16,4-2-108 0,0-1-48 15,0-7-4-15,8-2-116 0,-4-8-220 16,4-3-296-16,0-1-200 0,4-9-136 16,-1-2-532-16,-2 0-1232 15,11-13-3137-15</inkml:trace>
  <inkml:trace contextRef="#ctx0" brushRef="#br0" timeOffset="122399.999">22348 15479 8564 0,'0'0'4985'16,"0"0"-2509"-16,0 0-1696 0,0 0-368 16,-73 75 800-16,58-43 80 0,-5 6-488 0,1 6-436 0,2 0-112 15,1 0 0-15,4 2-88 16,4-5-132-16,5-3-36 15,-1-7-60-15,4-5 60 0,4-3 0 0,7-11-40 16,1 1-68-16,0-7-76 0,9-2-60 16,-2-4-84-16,1-10-172 0,4-3-260 0,-5-6-200 15,2 0-552-15,-6-4-1320 0,-2 4-2161 0,-6-2-2355 0</inkml:trace>
  <inkml:trace contextRef="#ctx0" brushRef="#br0" timeOffset="122567.5">22216 15731 6128 0,'0'0'2232'0,"0"0"833"0,0 0 11 0,0 0-1688 16,0 0-336-16,0 0 64 0,0 0-348 16,0 0-240-16,0 0-16 15,0 0-120-15,12 35-112 0,20-35-280 0,0 0-12 0,0 0-292 16,0-3-64-16,-1-4-48 16,1 2-172-16,-8-2-436 0,1-2-420 15,-10 3-1236-15,9-4-2985 0</inkml:trace>
  <inkml:trace contextRef="#ctx0" brushRef="#br0" timeOffset="123082.587">22778 15107 1160 0,'0'0'1268'0,"0"0"5608"0,0 0-4527 0,0 0-293 0,0 0-308 16,0 0-4-1,72 65-260-15,-57-29-332 0,1 8-380 16,-8 11-212-16,0 1-112 0,-8 8-107 16,0 6-49-16,-4-1-36 0,-4 2-16 0,-3-4-104 15,-6-5-124-15,6-1-12 0,-6-7-148 16,-2-4-180-16,3-4-204 0,0-8-101 16,0-7-159-16,4-9-28 0,4-9-12 15,4-10-232-15,4-3-912 0,0-5-1964 0,0-6-1253 0,8-11-1442 16</inkml:trace>
  <inkml:trace contextRef="#ctx0" brushRef="#br0" timeOffset="123238.724">22861 15659 2836 0,'0'0'768'16,"0"0"6705"-16,0 0-5521 0,0 0-620 0,0 0 184 0,0 0-4 16,0 0-348-16,96 13-452 0,-68-6-332 15,7-5-208 1,2-2-172-16,3 0-40 0,-1-7-280 0,-3-2-144 15,1-7-216-15,-2 0-260 0,-3 1-260 16,-4-7-932-16,-9 9-2013 16,5-9-2315-16</inkml:trace>
  <inkml:trace contextRef="#ctx0" brushRef="#br0" timeOffset="123451.951">23359 15281 3192 0,'0'0'6672'0,"0"0"-4687"0,0 0-741 15,0 0-152-15,0 0 384 0,0 0-268 0,0 0-488 32,-4 98-276-32,4-56-148 0,0 5 28 0,0 4 8 15,0 7-100-15,0-2-60 0,0 2-72 0,0 2-96 0,-4-3-4 16,0 0-148-16,1-6-260 0,-1-6-208 16,4-4-164-16,-4-6-64 0,4-10-500 15,0-3-1004-15,4-8-2281 0,7-3-2635 0</inkml:trace>
  <inkml:trace contextRef="#ctx0" brushRef="#br0" timeOffset="123899.383">23754 16135 1316 0,'0'0'7292'0,"0"0"-4359"0,0 0-1381 0,0 0-536 0,0 0-80 15,0 0-408-15,12-79-500 0,0 50-28 0,-1-2-76 32,-2-11-88-32,3 0-216 0,-1-5 28 0,2 0 328 15,-6-5 24-15,1 5 364 0,-3 0 92 16,-5 5 68-16,0 1-168 0,4 3-80 0,-4-1 12 15,0 11 60-15,4-1 60 0,0 7 64 16,7 3-64-16,-2 7-64 0,2 1 24 16,-3 9 12-16,9 2 36 15,-6 0-12-15,6 0-76 0,-6 9-120 0,9 1-60 0,-4 3-16 16,0 6 28-16,0 0-40 0,4 6-36 16,-5 3 52-16,-2 4-128 0,-2 3 4 0,-3 7-12 15,-3-1-132-15,-1 1-24 16,-4 2-16-16,0-3-32 0,-4 0 44 0,-5-3-48 15,2-6-36-15,-1-3-72 16,4-7-200-16,-5-6-120 0,5 0-104 0,1-7-64 16,3-3-316-16,0-2-724 0,0-4-860 0,3 0-2005 15,6-4-2131-15</inkml:trace>
  <inkml:trace contextRef="#ctx0" brushRef="#br0" timeOffset="124198.845">24399 15243 1592 0,'0'0'7908'15,"0"0"-6007"-15,0 0-657 0,0 0 4 0,0 0 520 16,0 0-224-16,0 0-284 0,32 83-448 15,-23-43-124-15,-2 15-52 0,-3 3 44 0,-4 4 49 0,0 5-193 16,-7-1-172-16,-6-5-172 0,5 2-180 16,-3-5-12-16,2-5-68 0,1-6-28 0,1-5-208 15,3-13-192-15,4-10-209 0,0-9-147 16,4-10-508-16,11-7-604 16,9-9-952-16,-4 1-1689 15,16-23-2251 1</inkml:trace>
  <inkml:trace contextRef="#ctx0" brushRef="#br0" timeOffset="124450.722">24874 15427 7552 0,'0'0'5153'0,"0"0"-2489"0,0 0-1420 0,0 0-632 16,-96 54 316-16,65-28 256 0,-6 0-388 16,1 2-516-16,0 2-232 15,1 0 0-15,3-5-36 0,0 3-12 0,8-2-204 0,-4-3 20 16,8-2 36-16,4 1 64 0,0-2 84 15,12-4 128-15,0-3 8 0,4-1-64 16,0 1-24-16,13-1-36 0,-2 1 124 16,10 1-16-16,-2-6-20 0,5 5-4 15,0-4-48 1,0-2-48-16,-1 0-8 0,1-4-236 16,1 0-180-16,-1-1-200 0,4 2-16 0,-1 3-124 15,6-1 80-15,-2 0 12 16,1 1-748-16,-13-5-1360 0,9 5-4637 0</inkml:trace>
  <inkml:trace contextRef="#ctx0" brushRef="#br0" timeOffset="125448.979">25192 14925 3452 0,'0'0'8'0,"0"0"2676"0,0 0 1220 0,0 0-2279 16,0 0-753-16,88-44-208 0,-64 31-64 15,-4-3-388-15,4 1-212 0,-4 2-88 16,-1 0-4-16,-6 4-48 0,2 3 132 16,-6 6-120-16,-1 0 128 0,-5 6 248 15,-3 10 196-15,0 9 340 16,-7 6-292-16,-6 4-4 0,-6 7-132 16,-1 5 44-16,-5 1-400 0,1-1 0 0,-4 4-124 15,5 1 108-15,-5-2 8 16,4-6 8-16,9 1 176 0,2-10 384 15,5-3 196-15,5-7-224 0,3-6-176 0,0 0-148 16,7-5-12-16,1-6 0 16,1 2-88-16,6-7-108 0,2 1-52 0,-2-1-20 15,5-3-24-15,3 0-76 0,-2 2 12 16,-1 1 48-16,4 1 52 0,-5 6 48 16,-2 5 12-16,2 2 96 0,-6 4-8 0,2 8-4 0,-6 0 4 15,2 6 8-15,-7-1-48 0,0 4 16 16,0 1-64-16,0-1 12 15,-4 0-4-15,5 1-4 0,-5 1 4 0,3-1-8 0,5-1-8 16,-4 3 8-16,4-6 0 16,-3-3 24-16,-2-1-24 0,-3 1-468 0,0-3 248 15,0-1 220 1,0 1 0-16,-12-8-180 0,4 2-40 16,-8-1 32-16,4-4 116 0,-3-4 68 15,-2 2-268-15,-3-6-276 0,5-1-420 16,2-6-1404-16,-6-3-2965 0</inkml:trace>
  <inkml:trace contextRef="#ctx0" brushRef="#br0" timeOffset="135884.749">19913 6239 7200 0,'0'0'4829'0,"0"0"-3017"0,0 0-496 0,-27 72-424 15,18-36 264-15,-3 8 92 16,1 4-228-16,-6 5-332 0,2 8-236 16,-5 3-112-16,-8-1-48 0,-4 4-48 15,-4-1-124-15,0 1-120 0,1-4-64 0,3-6-92 0,8-8-4 16,7-14-60-16,10-13-376 0,7-11-224 15,0-6-40-15,11-10-536 0,9-13-788 16,8-4-664-16,-3-1-1901 0,18-18-2806 16</inkml:trace>
  <inkml:trace contextRef="#ctx0" brushRef="#br0" timeOffset="136053.285">20088 6407 4288 0,'0'0'728'0,"0"0"4120"0,0 0-2915 16,0 0-233-16,-15 70-428 0,2-32-104 0,-6 10-224 0,-5 2-136 16,0 4 8-16,-1 3-192 15,2 1-292-15,-1-5-280 0,0 1-52 0,4-7-136 0,1-1-112 16,-2-9-564-16,14-4-340 0,3-8-828 16,4-13-892-16,0-2-1757 0,7-10-1771 0</inkml:trace>
  <inkml:trace contextRef="#ctx0" brushRef="#br0" timeOffset="136895.679">19511 4242 7280 0,'0'0'832'15,"0"0"5109"-15,0 0-4513 16,0 0-456-16,0 0-88 0,0 0 156 0,0 0-328 15,0 0-196-15,-9 86-124 0,9-58-72 16,0 7-92-16,0 3-8 16,4 6 0-16,-4 4 0 0,5 3-12 0,-5 0-16 15,0-1-20-15,-5 5-39 0,-2-5-73 16,-1 1-52-16,-5-1-8 0,2-1 0 16,3-5-4-16,-5-3-68 0,6-3-25 0,-1-5 1 15,4-12-112-15,0-2-108 0,4-3 12 0,0-9-76 16,0-4-72-16,4-3-24 0,4 0 48 15,0-7 32-15,4-2-36 16,4-8-148-16,4-2-4 0,-5-2-140 16,2-8-68-16,3 4 200 0,-5-7 376 15,-3 0 116-15,4 1 88 0,-4-1 12 16,1 0 128-16,2 6 124 0,-6 8-164 16,-2 1-12-16,1 11 60 0,0 0 52 0,0 6 16 15,0 0 160-15,0 6-72 16,3 7-32-16,-2 0-36 0,-1 2 100 0,0 4-12 0,-5 3 8 0,1 2-12 15,1-3-84-15,-1 4-52 16,-4-2-160-16,0-1-12 0,0 0 0 16,0-3-208-16,0 0-424 0,0-3-300 0,0-2-548 15,4-2-1316-15,0-5-2113 0,3-1-1643 16</inkml:trace>
  <inkml:trace contextRef="#ctx0" brushRef="#br0" timeOffset="137536.623">20292 4140 7036 0,'0'0'1792'15,"0"0"2729"-15,4 70-3137 0,-4-29 116 16,0 3-140-16,-4 7-148 16,0 4-292-16,-5 1-296 15,1-2-224-15,-3 3-96 0,-2 1-108 0,2 0-140 0,-5-8-56 0,0 4-84 16,-4-7-100-16,4-5-156 0,4-5 24 31,0-11 84-31,4-5 108 0,8-7-36 0,0-4-204 16,0-7-68-16,0 0 88 0,0-3 124 15,0 0 32-15,0-3-56 0,8-7-104 0,-4-2 148 0,9-5 16 16,-2-1-116-16,1-4 152 0,4-3 8 16,4-5-32-16,-4 2 20 0,4-1 140 15,-1 4-124-15,-2 2 72 0,-2 8 0 0,2 2 64 16,-6 6 192 0,-2 4 156-16,-1 3 24 0,-1 0-84 0,1 6 8 15,-4 5-36-15,1-5-48 16,-1 2-52-16,-4-1-24 0,0 3-24 15,0-1-40-15,-4 1-60 0,-9 0-12 16,-2-1-72-16,-2 4-4 0,-7-3-132 0,5-1 8 0,-5 0 116 0,3 1 72 31,6-7 12-31,-1 3 0 0,8-2 0 0,0-4 8 0,4 0-8 16,4 0-52-16,0 0-32 0,0 3-16 16,0 0 12-16,0 3 88 0,8 0 144 15,0 11 44-15,-1-4-16 16,2 6 112-16,3 0-24 0,-1 0 36 15,2 0-4-15,-2-1-32 0,6-1-28 0,-6-2-60 16,2-2-88-16,2-4-84 16,-3 1 0-16,1-4-184 0,2-2-280 0,1-4-100 0,5 0-128 15,-6-4-176-15,5-5-596 0,0-4-1220 0,-8 4-2825 16</inkml:trace>
  <inkml:trace contextRef="#ctx0" brushRef="#br0" timeOffset="137756.281">20646 4438 7340 0,'0'0'6569'0,"0"0"-4625"0,0 0-876 0,0 0-76 16,0 0 340-16,0 0-436 15,88 39-468-15,-60-39-428 0,3 0-28 0,5-7-140 16,-4-3-200-16,-4-2-416 0,0-1-312 16,0 1-432-16,-8-4-1172 0,-8 3-2793 15,0-3-2347-15</inkml:trace>
  <inkml:trace contextRef="#ctx0" brushRef="#br0" timeOffset="137964.668">21033 4128 8908 0,'0'0'2737'0,"0"0"-1125"0,0 0-24 0,-8 63-4 0,4-31-176 0,-1-1-100 15,1 7-464-15,4 4-344 0,-3 2-208 16,-1 1-196-16,0-1-96 16,0 0-4-16,-4 1-84 0,-4-4-116 0,4-3-260 15,-5 0-148 1,-2-2-140-16,4-5-248 0,-2 1-888 15,1-10-2892-15,5 4-3601 0</inkml:trace>
  <inkml:trace contextRef="#ctx0" brushRef="#br0" timeOffset="138423.58">21503 4734 6128 0,'0'0'7337'15,"0"0"-5173"-15,0 0-784 0,0 0-436 16,0 0 92-16,0 0-56 0,0 0-284 0,0 0-184 16,99 2-304-16,-67 2-152 0,-4-2-56 0,4 3-60 15,-4-3-124-15,-4 2-340 16,-4-4-380-16,-5 0-388 0,-2 3-1272 16,-5-3-2773-16,-8 0-3827 0</inkml:trace>
  <inkml:trace contextRef="#ctx0" brushRef="#br0" timeOffset="138583.199">21463 4909 10016 0,'0'0'4677'0,"0"0"-3493"0,0 0-492 0,0 0 264 16,75 44 232-16,-43-36-400 0,9-3-716 0,2-3-72 15,9-2-296-15,-1 0-380 0,5 0-732 16,-15-2-1624-16,19-8-4473 0</inkml:trace>
  <inkml:trace contextRef="#ctx0" brushRef="#br0" timeOffset="139187.453">22690 4709 10184 0,'0'0'2341'0,"0"0"-1461"0,0 0-308 15,0 0 604-15,0 0 360 0,-20 79-380 16,20-64-676-16,4 2-292 0,5-5-180 0,6 1 0 16,5-7-8-16,0 0-148 0,4-2-52 15,4-4 40-15,0 0-88 0,0-4-100 0,0-5-172 16,0-1-4-16,0-2 4 0,-5-4 32 15,1 0-128-15,0-3-172 0,0 0-12 16,-5-1 56-16,-2 1 168 0,-6-2 332 0,2 2 244 16,-9-1 256-16,-4 5 400 0,0-1 60 15,-9 3 148-15,1 3-144 0,-3 4-100 16,-6 0-220-16,2 3-36 0,-9 3-36 16,4 0-52-1,-8 6 48-15,5 3 36 0,-9 4 48 16,0 3 12-16,0 3 36 0,-9 7-100 0,6 2 40 0,-5 3 44 15,1 5-12-15,-2-1-160 0,5 6-84 0,5-3 60 16,3-3 72-16,12-3 217 16,4-4-169-16,8-2-108 0,4-4-112 15,7-3-96-15,14-3-48 0,3-1-12 0,8-2-132 16,3 0-172-16,9-4-193 16,4-2-199-16,4-4-292 0,-1 1-644 0,-10-4-2384 15,14 0-3577-15</inkml:trace>
  <inkml:trace contextRef="#ctx0" brushRef="#br0" timeOffset="140029.588">19570 6169 9700 0,'0'0'4105'0,"0"0"-2297"0,0 0-392 0,0 0-28 0,0 0 84 32,0 0-592-32,0 0-296 0,0 0 13 0,0 0 191 0,0 0-316 0,33 28 24 15,-6-37-304 1,5-4 28-16,-1-6-76 0,1-3-144 0,1-1-4 16,-1-4-116-16,0 0-100 15,0-1 88-15,-4-1-48 0,3 4-88 0,-4 0-56 16,1-1-28-16,0 0 36 0,-3 8 88 15,-1-5 68-15,-9 8 76 16,2-1 39-16,-6 6 45 0,-2 1 73 16,-5 2-1-16,0 4 4 15,-1 0 8-15,-3 3 24 0,0 0 0 16,0 0 64-16,4 0-52 0,-4 3-48 0,4 7-24 16,4-1 36-16,1 4 16 0,2 3-40 0,1 3-56 0,-4 3 56 15,4 1-48-15,-4 4 60 16,-5 5 12-16,6 7-24 0,-5 2-48 0,0 7 48 15,0-1 4-15,0 4-52 0,-1 0-12 0,6-4 0 16,3 1-64 0,8-3-92-16,-1-4-96 0,5-6-596 0,4-4 419 15,-7-8-55-15,2-7-552 0,-11-6-1064 16,0-4-2444-16,-8 0-2185 0</inkml:trace>
  <inkml:trace contextRef="#ctx0" brushRef="#br0" timeOffset="140670.445">19248 6680 272 0,'0'0'10412'0,"0"0"-8039"0,0 0-861 0,0 0-112 0,75 76 60 16,-55-47-220-16,1 3-148 0,-2 3-384 16,-7 2-184-16,4 5-388 15,-8-7 8-15,0-1 52 0,0-2-100 0,-4-5-88 16,3-6 0-16,2-2-8 0,-1-1 0 0,3-1-60 15,-2-4-12-15,3-1-64 0,-1-2-68 16,6-1-52-16,-6 1 12 0,6-4 72 16,-6 4 164-16,2-4 8 0,-2-3 4 15,1 1 44-15,-3-2 88 0,2 3 72 0,-3-3-4 16,1-2-80-16,-2 0-124 0,1 0 0 31,0 0-48-31,0-2 48 0,4-3 0 0,-4 3 0 16,4-5 0-16,0 1 0 0,-1-4 4 15,6-2 0-15,-2-1 0 0,6 0 4 16,-1-2 64-16,-5 2 36 0,9-4-8 16,-3 2-16-16,2-1-84 0,5 0 0 0,4-3-124 15,4-2-128-15,8-6-224 0,8-1-76 16,3 0-156-16,13-2-140 0,4-1-404 0,8 3-424 16,-25 8-912-1,21-8-5245-15</inkml:trace>
  <inkml:trace contextRef="#ctx0" brushRef="#br0" timeOffset="142362.857">21555 3123 3676 0,'0'0'8461'16,"0"0"-6993"-16,0 0-464 15,0 0 4-15,0 0 384 0,0 0-16 16,0 0-220-16,0 0-192 0,15 90-340 0,-15-52-248 16,-8 6-168-16,1 5-27 15,-1 3-21-15,-1 0-28 0,2 2-36 16,-1-7-24-16,0-2-64 0,3-7-8 0,1-6-4 16,1-10-4-16,3-3-100 0,0-12-268 15,3-5-281-15,1-2-39 16,5-2-36-16,3-12-52 0,4-2-44 0,3-9-224 0,5-6-716 15,4-4-1064-15,-7 7-2217 0,14-21-1475 16</inkml:trace>
  <inkml:trace contextRef="#ctx0" brushRef="#br0" timeOffset="142547.294">21921 3117 8460 0,'0'0'4421'0,"0"0"-2765"0,0 0-672 0,0 0-116 0,0 0-32 31,-20 86-228-31,12-48-76 0,1 0-128 15,-2 6-156-15,-3 2-64 0,5-5 12 0,-6 3-84 16,5-3-4-16,-3 1-96 0,2-4-12 16,1-3-180-16,1-7-212 0,-1-2-64 15,4-11-60-15,4-2-68 0,0-7-12 0,0-6-460 16,0 0-1000-16,4-3-2309 0,0-10-1323 16</inkml:trace>
  <inkml:trace contextRef="#ctx0" brushRef="#br0" timeOffset="143021.425">21643 2739 3312 0,'0'0'1108'0,"0"0"-220"0,0 0-240 0,0 0-112 15,0 0 2512-15,0 0-1331 0,0 0-305 16,0 0-380-16,0 0-156 0,0 0-80 0,0 0-80 15,19-6-36-15,-14 6-36 0,-1 0-24 16,3 4-16-16,1-2-136 0,5 5-196 16,-2-4-112-16,-3 4-148 0,4 0-12 0,-4-5 0 15,4 4-12-15,-5 0 12 0,6 1 8 16,-2 0 64-16,2-2-68 0,-1 6 44 16,8-2 16-1,-1 3 20-15,-2-2-84 0,3 3-4 16,-1-1-92-16,-6 1-112 0,2-3-40 15,-3 2-96-15,-4-6-24 0,0 4-76 0,-4-3 24 16,0-1-4-16,-4-3-88 0,0 0-176 16,0-3-156-16,0 0-128 0,0 0-352 15,0-3-200-15,-4-6-129 0,0 2-487 0,0-9-1764 16</inkml:trace>
  <inkml:trace contextRef="#ctx0" brushRef="#br0" timeOffset="143296.988">21882 2717 5440 0,'0'0'3080'0,"0"0"-1176"0,0 0-447 0,0 0 27 0,0 0-256 16,0 0-320-16,0 0-268 0,0 0 64 0,-80 54-44 15,52-29 8-15,0 0-64 0,-8 8-48 16,0 2-80-16,1-1-36 15,-2 1-96-15,-3 1-76 0,9-4-52 0,-1-1-80 0,0-6-136 16,8-2-12-16,1-1-136 16,10-9-180-1,2-7-112-15,7-6-72 0,4 0-128 0,0 0-148 16,7-9-264-16,1-1-664 0,9-9-496 16,-2 0-961-16,1 3-1611 0,7-12-620 15</inkml:trace>
  <inkml:trace contextRef="#ctx0" brushRef="#br0" timeOffset="143450.407">21757 2876 7160 0,'0'0'2968'16,"0"0"-1203"-16,0 0-561 0,108 10 192 0,-68-4-184 15,1 6-332-15,2 1-284 16,0 0-124-16,-2 1 24 0,2-2-260 0,-7 1-236 16,0 0-196-16,-8-4-284 0,-4 3-216 15,-4-2-284-15,-12 3-364 0,-8 2-576 0,0-5-653 16,-21 12-2259-16</inkml:trace>
  <inkml:trace contextRef="#ctx0" brushRef="#br0" timeOffset="143748.803">21587 3451 11625 0,'0'0'1780'0,"0"0"-1256"16,15 72-108-16,-6-39 544 0,-2 2 76 16,1 3-328-16,0-3-372 0,4-1-12 0,-4-5 108 0,5-10 344 0,-2 0-332 15,1-7-248-15,0-5-12 32,4 0 12-32,0-2 36 0,0-5-12 0,0 0 0 0,3 0-76 15,2-2-32-15,3-8-100 0,0 1 96 16,4-10-24-16,4 0-84 15,0-9-72-15,3-4-72 0,1-10-296 0,7-5-172 16,6-11-160-16,-2-5-448 0,5-10-880 16,-8 16-2837-16,11-39-3735 0</inkml:trace>
  <inkml:trace contextRef="#ctx0" brushRef="#br0" timeOffset="144671.863">21478 1520 5824 0,'0'0'4284'0,"0"0"-2723"0,0 0-473 0,0 0 428 16,0 0-40-16,0 0-120 0,0 0-304 15,0 0-236-15,0 0-68 0,0 0-176 0,21 93-180 16,-21-49-40-16,0 7 4 0,0 6 285 16,0 6-277-16,-4 4-168 0,0 1-4 0,-4-3-108 15,0 2-72-15,-4-6 36 31,4-4-48-31,-4-7-4 0,4-9-72 0,0-6 28 16,5-5 40-16,-1-11-64 0,4-4 0 16,0-8-148-16,0-4-312 0,4-3-53 0,3 0 61 15,1-3 76-15,8-11-20 0,0-1-56 16,8-3 92-16,-4-6 76 0,3-1-28 0,1 0-72 16,1-1 108-16,-5-2 100 15,-1 2 112-15,-2 5 96 0,-2-2 40 0,-6 7 88 0,-2 4-76 16,1 5-12-16,-4 7 0 0,0 0 100 15,-4 9 212-15,4 8-28 0,1 4-12 16,2 5 60-16,-7 3-96 0,4-1 36 16,-4-2-40-16,4-1-96 0,0-3-136 0,0-9-184 15,-1-1-284-15,6-5-260 0,-1-7-156 32,3 0-1036-32,-2-2-992 0,10-17-2857 0</inkml:trace>
  <inkml:trace contextRef="#ctx0" brushRef="#br0" timeOffset="145166.786">22124 1683 10736 0,'0'0'2925'0,"5"79"-1269"0,-1-34-596 0,-4 8 308 0,0 8-108 16,0-1-328-16,-4-3-420 0,-9-3-304 31,2-7-148-31,-6 2-60 0,-2-9-8 0,-1-5-176 0,-1-6-180 0,10-4 80 16,-2-9 16-16,6-10-12 0,7-1-52 15,0-5-52-15,0 0 88 0,7-7 36 16,2-3 76-16,3-6 72 0,8-3-60 16,-1-3-16-16,1-3-48 0,8-4-48 0,0 4-92 15,0-1 164-15,-3 5 204 0,-2 4 8 16,1 11 184-1,-8-1 116-15,-4 7 36 16,-1 0 24-16,-6 10 0 0,-5-1-4 0,0 4 4 0,0-1-104 16,-5 1-132-16,-2 7-112 15,-5-8 100-15,-1 4-12 0,2-3-56 0,-4 0-44 16,2-4-52-16,-2-3-20 0,2 4-40 16,1-7-32-16,5 3 88 0,-2-6 56 15,5 0 88-15,4 3-88 0,0-3-72 0,0 4-64 16,0-1-24-16,0 3 36 0,8 3 124 15,1 4 0-15,2 0 8 0,9-4 52 0,0 4-52 16,4-2-12-16,0-3 4 0,4-2-296 16,-4 1-324-16,4-3-452 15,-5-1-676-15,1-3-928 0,-12 0-2365 16,8 0-1926-16</inkml:trace>
  <inkml:trace contextRef="#ctx0" brushRef="#br0" timeOffset="145595.933">21725 1958 7764 0,'0'0'2836'16,"0"0"-663"-16,0 0-761 0,0 0-36 0,0 0-356 15,0 0-188-15,0 0 84 0,0 0-64 16,0 0-352-16,0 0-204 0,97-2-136 0,-82 2-76 16,6-4-76-16,-2 1-8 0,1 3-48 15,1-5-124-15,-6 0-196 0,1 3-208 0,0-2-200 16,-4 1-228-16,-4-3-408 0,-4 3-980 15,0-1-2081-15,-4 4-2479 0</inkml:trace>
  <inkml:trace contextRef="#ctx0" brushRef="#br0" timeOffset="145782.75">21806 2028 7524 0,'0'0'5269'0,"0"0"-3401"0,0 0-1048 0,0 0 164 0,0 0 48 16,0 0-328-16,84 26-256 16,-56-23-316-16,3-3-132 0,1 0-468 0,0 0-300 15,-4 0-656-15,-5 0-2708 0,1 0-4509 16</inkml:trace>
  <inkml:trace contextRef="#ctx0" brushRef="#br0" timeOffset="157368.239">9207 15691 9772 0,'0'0'1989'15,"0"0"-1197"-15,0 0 1588 0,0 0-896 16,0 0-524-16,0 0-192 0,0 0 72 0,0 0-204 16,0 0 136-16,0 0-128 0,0 0 209 15,0 0-233-15,0 0-260 16,0 0-92-16,88 32-40 0,-60-24-32 0,0 2-136 0,4 3-60 16,7-4 0-16,1 1-4 0,4-4-80 0,4 1-24 15,0-4-52-15,3-3-20 0,-3 0-100 16,-4 0-84-16,0 0-144 0,-4-3-441 15,-5-4-175-15,-11 7-644 0,-3-2-844 16,-14-2-1896-16,-7 4-1941 0</inkml:trace>
  <inkml:trace contextRef="#ctx0" brushRef="#br0" timeOffset="157648.797">9251 15961 11445 0,'0'0'2380'15,"0"0"-1228"-15,0 0-272 0,0 0 400 16,0 0-116-16,0 0-276 0,0 0-276 0,0 0 132 16,0 0-156-16,0 0-284 0,91 28-160 15,-54-19-24-15,-5 1-68 16,4 3-52-16,-5-1-8 0,5-2-68 0,-4-1-44 0,4-2-196 15,-1-1-36-15,6 1-52 0,-2-5-120 16,1-2-76-16,0 0-508 16,4 0-1124-16,-16-2-1812 0,15-5-1833 0</inkml:trace>
  <inkml:trace contextRef="#ctx0" brushRef="#br0" timeOffset="160321.093">23785 10658 8188 0,'0'0'5129'15,"0"0"-2737"-15,0 0-640 0,0 0-356 0,0 0 64 0,17 76-352 16,-13-41-259-16,-4 7-205 0,0 5-176 15,0 4-200-15,-8-1-16 0,4-2-44 16,-1 3-100-16,-2-3-36 0,-1-1-68 0,-4-5-4 16,4-5-12-16,0-1-60 15,0-8-36-15,1-2-172 0,-2-7 4 16,1-7-52-16,4-1 40 0,0-6-332 0,4-5-277 16,0 0-239-16,0-3-692 15,0-6-1140-15,4-7-92 0,0 3-2093 0,8-9-503 16</inkml:trace>
  <inkml:trace contextRef="#ctx0" brushRef="#br0" timeOffset="160446.922">23813 11153 1528 0,'0'0'6108'0,"0"0"-3904"0,0 0-451 0,0 0 215 0,0 0-156 15,81-16-432-15,-53 20-236 0,3-1-256 0,5 0-212 0,0 0-208 16,3-3-200-16,-2 0-172 0,3-6-96 16,-5-7-340-16,1-3-336 0,-4 1-244 31,0-4-532-31,-12 3-1508 0,4-6-3397 0</inkml:trace>
  <inkml:trace contextRef="#ctx0" brushRef="#br0" timeOffset="160674.673">24367 10722 7160 0,'0'0'3224'0,"0"0"-1115"15,0 0-805-15,0 0 592 0,0 0-172 0,0 0-436 16,-7 96-332-1,3-56-292-15,-4 8 40 0,3 5 245 0,-3 2-293 16,5 2-172-16,-5-3-144 0,8-1-136 0,-4-1-96 16,0-4-104-16,4-7-4 15,0-3-228-15,0-6-292 0,0-10-48 0,0-3-40 16,4-3-25-16,0-7 25 0,7-6-128 0,6-3-476 0,2-3-548 16,9-9-604-16,-8-1-792 0,16-13-3441 15</inkml:trace>
  <inkml:trace contextRef="#ctx0" brushRef="#br0" timeOffset="161058.523">24618 11404 11025 0,'0'0'3084'16,"0"0"-1504"-16,0 0-628 16,0 0 292-16,0 0-232 0,0 0-520 0,0 0-492 15,0 0-432-15,0 0 200 0,28-89 144 16,-15 57-72-16,2-3-96 0,2-6-16 15,-2-2 60-15,-2-2 40 0,-2-3 120 0,1 1 52 0,0 1 0 16,0 5 64-16,-4 4 60 0,4 2-28 0,0 2 104 16,0 8-100-16,0 3 36 15,3 3 0-15,-2 10 12 0,-2-1-28 16,2 7 40-16,-2 3 40 0,1 0 56 0,1 3 4 16,-2 7-28-16,2 5-60 0,2 7-76 15,-7 4-48-15,4 3-36 16,-8 3 88-16,0 2-40 0,0-2-48 0,-4 3 48 15,0-3 88-15,0 0-52 0,0 3 28 16,0-4 48-16,-4-2 20 0,0-4 28 0,0 1-48 31,-3-4-88-31,2-4-84 0,1-2-8 0,0-6-164 16,0 0-180-16,4-7-196 0,0 0-88 16,0-3-40-16,0 0-172 0,0-3-368 0,8-3-1184 15,-4-1-1749-15,12-8-1603 0</inkml:trace>
  <inkml:trace contextRef="#ctx0" brushRef="#br0" timeOffset="161325.705">25236 10671 144 0,'0'0'9868'0,"0"0"-7923"0,0 70-793 0,0-39 256 15,0 15 280-15,0-2-324 0,-4 6-500 0,0 4-272 16,-4-2 20-16,4-2 0 16,-3-6-76-16,-2 1-228 0,1-5-116 0,4 2-184 15,-3 0-4-15,2-4 120 0,-3-4-124 32,4-9-344-32,0-8-448 0,4-8 156 15,0-9-184-15,12-3-292 0,4-6-724 0,-4-1-1396 16,12-15-3013-16</inkml:trace>
  <inkml:trace contextRef="#ctx0" brushRef="#br0" timeOffset="161574.731">25574 10957 9940 0,'0'0'2793'0,"0"0"-1253"0,0 0-200 0,0 0-36 16,-95 35-348-16,67-23-400 0,-4 4-272 15,4 1-272-15,-4-6 112 0,9 6-36 16,-1-1-80-16,4-4-16 0,0 4-44 0,0 0 40 15,9-4 12-15,-2 4 44 16,5-3 68-16,4-1 60 0,4 2-64 16,0-2-20-16,8 4-80 15,9-4-4-15,2 4 0 0,5-2-4 16,4-2 0-16,4 4-4 0,3 0-4 0,5 0 8 16,4-1 336-16,-8-2 108 0,0-3-444 15,-4-4-712 1,-1-3-172-16,1 0 80 0,0 1-1104 0,-8-4-2260 15,8 0-329-15</inkml:trace>
  <inkml:trace contextRef="#ctx0" brushRef="#br0" timeOffset="162801.917">26188 10957 6168 0,'0'0'2316'16,"0"0"-620"-16,0 0-651 0,0 0-121 16,0 0-120-16,0 0-76 0,0 0-92 15,0 0-56-15,0 0 164 0,0 0-180 16,0 0-124-16,20 9-16 0,-16-9-112 0,0 0 48 15,5 3-40-15,-2-3 16 16,1 3-52-16,0-3-64 0,4 4 0 0,-4-4-36 0,4 0-12 0,0 0-48 0,0 0-12 16,-1 0-64-16,2 0-36 15,7 0 84-15,-4 0-32 0,0 0-52 16,3 0-4-16,2 0 40 0,-1 0-44 0,-1-4-4 16,5 4 0-16,-3-3-8 0,2 3 0 15,1-3-52-15,4 3 56 16,-4 0 4-1,4 0-8-15,0 0 4 0,-5 0-72 0,9 0 76 0,-4 0-4 0,0 0-4 16,0 0-4-16,4-2 0 16,3 2-48-16,2 0-28 0,3-5-8 0,-1 5-52 0,6-2 24 15,2-2-48-15,1 4 52 16,-1-3-52-16,2 0 48 0,-6 0-36 0,1 0-12 16,-4-1 84-16,-8 1-36 0,-4 3 12 15,-4-3 4-15,-1 0 32 16,-7 0 68-16,0 3 4 0,-4-3-84 0,4-1-24 15,-4 4 40-15,0 0 68 0,0 0 0 16,-4 0-44-16,4 0 48 0,-4 0 8 16,0 0-4-16,0 0-4 0,0-3-184 0,-4 0-376 15,-1 3-396-15,-3-6-748 16,5 3-1440-16,-5-4-3597 16</inkml:trace>
  <inkml:trace contextRef="#ctx0" brushRef="#br0" timeOffset="163215.203">27391 10757 10616 0,'0'0'2085'0,"0"0"-1081"0,0 0-496 0,0 0 188 16,0 0 312-1,101 50-364-15,-73-33-332 0,3 2-152 16,1 0-160-16,0 0-88 0,-4 0 28 0,-1-1-64 16,1 1-104-16,-8 1 144 0,1-5-56 0,-10-2 136 31,-3 1-36-31,-4-2 40 0,-4-3 236 0,-8 3 40 0,-7-1-140 0,-6 1-88 0,-3 1 4 16,-11 0 8-16,-1-1-60 15,-4 1-196-15,-4 0-192 0,0-4-144 0,-4 0-108 16,5-2-308-16,-2-1-704 0,10-3-1101 0,-13-3-2599 15</inkml:trace>
  <inkml:trace contextRef="#ctx0" brushRef="#br0" timeOffset="163866.777">27248 10043 9200 0,'0'0'4457'16,"0"0"-3101"-16,0 0-588 0,0 0 124 15,0 0 252-15,0 0-196 0,0 0-260 16,0 0-404-16,0 0-64 0,0 0 72 0,0 0-72 0,-76 53-120 0,44-31-88 16,-3 0 108-16,-1 4 52 15,-4 2-76-15,0 2 12 0,-4-3-56 0,1 5-48 16,-1 3-4-16,0 0 12 0,4-3 60 15,8 1 24-15,4-8 16 16,5 0-40-16,6-6-24 0,10-6-36 0,3-4 48 16,4-3 64-16,4 1-124 0,3-1-8 15,1-3-52-15,5 0 60 0,2 0 52 16,1-3-4-16,0 0-36 0,8 0 49 0,0 0-13 16,0 0-36-16,8-3-4 15,4 0 40-15,-1-3-48 0,1 3-4 0,4-4-8 0,-4-2-48 16,4 3-25-16,-8-1 73 0,0-3-48 15,-4 1 8-15,-4 3 44 0,-5 0 8 16,-3-1 8 0,-4 1 68-16,1 0 69 0,-6-1 15 0,1 3 20 15,-4-2 0-15,0 0 112 0,1 4 384 0,-5-9-324 16,0 5-136 0,0-3-80-16,0-4-88 0,0 0 4 0,-5-3-52 0,-3 0-108 15,0-6-40-15,1 0-32 0,-2-4-84 16,-3 1-148-16,-4-3-144 0,-3-1 132 0,-6 4-77 15,-2-1-227-15,-1 4-532 0,-4 3-1108 16,4 5-2636-16,-12 0-5613 0</inkml:trace>
  <inkml:trace contextRef="#ctx0" brushRef="#br0" timeOffset="164710.42">28308 10353 2704 0,'0'0'8124'0,"0"0"-6043"0,-16 93-493 0,4-49-152 0,-4 10 52 16,-4 3 8-16,-4 4-528 16,5 2-416-16,-5-3-224 0,0 1-108 0,3-4 0 15,6-7-220-15,-2-2-60 0,6-10-112 32,3-3-132-32,4-9 36 0,4-11-160 15,0-2 0-15,0-7-112 0,0-6-64 16,8 0-152-16,0-3-588 0,4-6-828 15,0-1-2437-15,3-9-2479 0</inkml:trace>
  <inkml:trace contextRef="#ctx0" brushRef="#br0" timeOffset="164881.122">28396 10750 8896 0,'0'0'3113'16,"0"0"-1121"-16,0 0-504 0,0 0 92 0,99 28-252 15,-63-21-468-15,4-7-380 0,0 0-240 16,3 0-240-16,-2-9-344 0,-6-1-280 16,1-3-388-16,-8-3-592 0,-8 4-2196 15,4-4-2737-15</inkml:trace>
  <inkml:trace contextRef="#ctx0" brushRef="#br0" timeOffset="165125.226">28886 10388 4972 0,'0'0'6853'15,"0"0"-5129"-15,0 0-340 0,-8 77-128 0,4-42 180 16,4-1-264-16,0 8-324 16,0 6-272-16,0-1-64 0,4 4 84 0,0 3 13 15,0-4-305-15,-4 0-148 0,0 2-88 16,0-2-68-16,-4-2-52 0,-4-3-128 0,-4-4-233 15,0-3-171-15,0-3-24 0,0-6-88 16,4 0-212-16,0-10-624 16,8-3-1216-16,0-7-2785 0</inkml:trace>
  <inkml:trace contextRef="#ctx0" brushRef="#br0" timeOffset="165681.734">29252 10585 3192 0,'0'0'7576'0,"0"0"-5111"0,0 0-829 0,60 89 24 0,-36-51-144 0,0 3-88 16,-4 0-448-16,-5 1-332 0,2-4-212 16,-6 0-132-16,6-6-147 0,-6-7-149 0,2-2-8 31,-6-11-120-31,5-2-329 0,4-6-307 0,0-4-124 0,0-7-52 16,5-9-976-16,-2 3-2844 0,1-12-3261 15</inkml:trace>
  <inkml:trace contextRef="#ctx0" brushRef="#br0" timeOffset="165882.305">29707 10525 9080 0,'0'0'2429'16,"0"0"-777"-16,0 0-572 0,-84 41 208 0,56-13-172 0,-4 7-220 0,0 4-140 0,-3 5-200 15,3 3 168-15,4 1-112 0,-4 3-220 16,4-6-224-16,4-4-168 0,4-7-84 15,4-5-404-15,8-10-356 0,8-6 68 0,0-6 60 16,16-7-228-16,4-3-916 0,-1-3-1232 16,18-20-3985-1</inkml:trace>
  <inkml:trace contextRef="#ctx0" brushRef="#br0" timeOffset="166149.227">30216 10249 8112 0,'0'0'2845'0,"0"0"-1289"0,8 88-384 0,-8-40 624 0,0 10-64 16,-4 8-532-16,-3 1-316 0,-1 3-172 0,-5-1-88 15,2-2-124 1,-6 0-160-16,2-4-184 15,-5-3-84-15,-4-6-72 0,8-6-4 0,-4-3-56 0,8-7-96 16,4-6-488-16,5-14 424 0,3-5 24 16,0-7-416-16,3-6-296 0,13 0-588 0,0-6-1088 15,0 0-1769-15,12-16-2011 0</inkml:trace>
  <inkml:trace contextRef="#ctx0" brushRef="#br0" timeOffset="166457.365">30815 10582 1004 0,'0'0'10689'0,"0"0"-8289"0,0 0-1200 0,0 0 8 15,-84 47 84-15,56-30-56 0,-8 2-536 16,0-1-456-16,-4 2-232 16,0-1 0-16,4 0-12 0,1-1-12 15,-6-1-124-15,9 1 28 0,1 2-40 0,-1-4-24 16,9 0 48-16,2 0 40 0,9-7 84 15,4 3 120-15,8-2 76 0,0 0-136 16,0 2-60-16,8 1 0 0,4 3 24 0,9-3 76 16,-2 2-16-16,9 2-72 0,8-2 76 15,8 1 104-15,7 1 56 0,5-3 20 0,0 3-260 32,0-4 124-32,-5-1 4 0,-3 1-124 0,4 0-12 0,0 2-256 15,-8 1 84-15,-1 0 164 0,-7 3-408 16,-8-3-504-16,0 1-584 0,-12-9-2532 0,8 12-4529 15</inkml:trace>
  <inkml:trace contextRef="#ctx0" brushRef="#br0" timeOffset="168142.747">24822 12221 8536 0,'0'0'412'0,"0"0"2341"0,0 0-1677 0,0 0-96 15,43-74-16-15,-34 55 120 0,-5 3-392 16,0 4-292-16,-1-1-116 0,-3 0-8 15,0 4 20-15,0 2 76 0,0 5-4 0,-3-2-20 16,-5 4-28-16,-1 0-16 0,1 4 112 16,-7 8 40-16,-5 4 44 15,-8 6-88 1,0 4-180-16,-4 6 36 0,0-1-39 0,8 4 63 16,1-9 180-16,10-1-60 15,6-6-132-15,3-7-124 0,4 1-156 0,7-6 0 16,1 0-72-16,9-5-36 0,-2 1-16 15,5-3-68-15,1-3 0 0,2-6-112 0,1-1 0 16,4-6-24-16,0 3-121 0,-4-2 97 0,0-1 12 16,-1 0-4-16,-3 3-36 0,-4 1 16 15,0 2 44-15,-8 1 88 0,1 4 156 16,-2 5 72-16,-7 0 4 0,0 5 112 0,0 1 60 16,0 2 12-16,0 6-36 15,0 2-4-15,0 3 28 0,0 0 84 0,8 0 208 16,-4 3-132-16,9-3-4 0,-2 1-76 15,5-5-31-15,4 1-221 0,4-7 0 0,0-2-305 16,-1-4-243-16,9-3 12 0,0-3-232 16,1-4-1028-1,-10 0-3008-15,13-4-3069 0</inkml:trace>
  <inkml:trace contextRef="#ctx0" brushRef="#br0" timeOffset="168566.898">26184 12176 10997 0,'0'0'3844'0,"0"0"-2284"0,-15 70-588 0,-2-32 364 16,2 3 88-16,-2 3-364 16,2 1-271-16,3-1-217 0,0-5-284 0,8-2-176 15,4-5-48-15,0-7-64 0,0-5-184 0,4-8 16 16,4-5-160-16,-1-1-181 16,6-6-123-16,2 0 12 0,-2-3-116 0,6-7-724 15,1 1-932-15,-8 3-1728 0,4-11-1545 16</inkml:trace>
  <inkml:trace contextRef="#ctx0" brushRef="#br0" timeOffset="168769.892">26260 12446 6460 0,'0'0'5213'0,"0"0"-3229"0,0 0-732 0,0 0 212 0,0 0-120 16,0 0-332-16,88-67-16 15,-56 60-216-15,8 1-316 0,-1 0-196 0,9 3-96 16,4-1-76-16,4 1-36 0,3 0-52 0,5 3-8 15,4-3-56-15,4 3-28 0,-5-3-88 16,1-4-36-16,0 1-96 0,-5-3-172 16,1-1 0-16,-8-2-100 0,-8-4-100 0,-4-3-316 15,-4 0-556-15,-13-1-712 0,-7 8-997 16,1-14-2727-16</inkml:trace>
  <inkml:trace contextRef="#ctx0" brushRef="#br0" timeOffset="169055.915">27324 12100 6108 0,'0'0'3168'16,"0"0"-1459"-16,0 0-541 0,0 0 248 15,84 47-132 1,-53-37-252-16,1-1-204 0,0 4-228 16,4-3-56-16,-4 3-136 0,0-1-64 15,-1 1-172 1,-6 3-36-16,-1-3-52 0,-9-1-84 0,-2 4-100 0,-2-3-132 15,-7-1-4-15,-4 1 28 0,0 4-28 0,-8-6-60 16,-7 3 32-16,-5-2 168 0,-8 3 92 16,-8-2-48-16,4 4 44 0,-8-2 4 0,4 1-4 15,0 3-116-15,4-3-288 0,0 0-356 0,12 0-604 16,5-10-1472-16,7 3-3777 0</inkml:trace>
  <inkml:trace contextRef="#ctx0" brushRef="#br0" timeOffset="169717.033">28463 11966 9624 0,'0'0'2741'16,"0"0"-1017"-16,0 0-372 0,0 0 28 0,0 0-88 0,0 0-492 16,-32 90-284-16,25-62-136 0,-5 3-72 15,3 4-4-15,2 0 12 0,-1 1-84 16,-1-1-72-16,5-1-100 0,1 1-60 16,3 0-12-16,0-4-88 0,0-6-264 0,7 2-296 15,6-12-136-15,7-2-264 16,3-3-776-16,9-7-1380 0,-4 0-1925 15,20-6-2079-15</inkml:trace>
  <inkml:trace contextRef="#ctx0" brushRef="#br0" timeOffset="170088.043">28933 12227 6280 0,'0'0'5993'15,"0"0"-5533"-15,0 0 2080 16,0 0-748-16,0 0-500 0,0 0-296 0,-92 38-276 0,73-13-204 15,-1 0-56-15,4 1-8 16,8-3-136-16,-4-4-267 0,12-7-49 0,0-3-133 16,0 1-75-16,4-3-24 0,4-5 64 15,0-2 8-15,0 0-72 16,4 0-72-16,4-2 0 0,0-5-28 0,0-5 64 16,-1-1-112-16,6 0-88 0,-5-3-176 0,0 3-100 15,0 0 24-15,-4-2 100 0,-1 2 168 16,-2 0 264-16,-2 4 188 0,-3-4 276 15,0 4 164-15,-4 3 40 0,4-1-4 0,-4 7-92 16,0 0-100-16,0 0-96 16,0 0-28-16,0 9 100 0,-4 4 60 0,0 6 112 0,0 0 72 15,1 4-28-15,3-2 72 16,0 2 4-16,0-2-140 0,0-4-232 0,3-1-180 16,5-3 0-16,5 0-144 0,2-7-184 15,2 0-220-15,-2-3-112 0,1 0 12 16,4-3-16-16,-4 0-324 15,0 0-664-15,4 0-900 0,-12-3-1633 16,8 0-1519-16</inkml:trace>
  <inkml:trace contextRef="#ctx0" brushRef="#br0" timeOffset="170279.324">29391 12414 6624 0,'0'0'4112'0,"0"0"-2683"0,0 0-213 0,-3 67 708 0,-5-39-240 15,-4-3-432-15,-4 5-340 0,-4-3-360 16,4-2-212-16,-4-2-120 0,8-6-196 16,0-2-24-16,0-5-340 0,8-4-224 15,0-6-224-15,4 0-264 0,0 0-924 0,0-3-2933 16,8-13-2851-16</inkml:trace>
  <inkml:trace contextRef="#ctx0" brushRef="#br0" timeOffset="170820.05">29977 12328 8656 0,'0'0'3897'0,"0"0"-2365"15,0 0-80-15,0 0 104 0,0 0-268 16,0 0-380-16,0 0-356 0,0 0-232 16,0 0-100-16,0 0-148 0,-79 19 392 15,43 6-136-15,-4 7-48 0,0 3 24 16,4 4 25-16,1-5 107 0,11-2 72 15,3-7-232 1,10-3-128-16,3-9-148 0,8-6-44 16,0-4-152-16,12-3-104 0,8 0-112 0,3-6-36 0,5-7-77 15,4-3 1-15,0-3-36 0,4 0-244 0,-4 3-168 16,0-3 60-16,-4 0 180 0,-1 3 56 16,-3 1 196-16,-4-2 304 0,-4 1 176 0,-4 7 264 31,0-1 192-31,-4 1 32 0,-3 5-16 0,-5 4-128 15,0 0-108-15,0 4-48 0,0 5 44 16,-5 8 272-16,1-2 0 0,-4 7 0 16,0 1 20-16,5-1 12 0,-1 0 24 15,-1-6-219-15,5 0-245 0,0-7-96 0,0 1-4 16,0-3-56-16,0-4-133 0,5-3-223 16,-1 0-92-16,-1 0-104 0,5-7 112 0,4 0-248 0,0-1-712 15,0 1-1652-15,4-9-3369 0</inkml:trace>
  <inkml:trace contextRef="#ctx0" brushRef="#br0" timeOffset="171037.515">30727 12389 8944 0,'0'0'4413'0,"0"0"-2437"0,0 0-468 0,-9 82-56 0,1-56-232 0,-3 2-352 16,-6-3-416-16,2 1-296 16,-1 0-156-16,-4-5-84 0,-4 2-88 0,-4-4-292 0,-4 0-196 0,-3 0-212 15,-10-3-464-15,-2-1-1260 0,11-2-2561 16,-24 0-2523-16</inkml:trace>
  <inkml:trace contextRef="#ctx0" brushRef="#br1" timeOffset="187207.322">2912 969 12897 0,'0'0'2636'16,"0"0"-1744"-16,0 0-712 0,0 0-172 15,0 0 248-15,0 0 464 0,0 0 428 0,-76-64-152 0,61 64-180 16,-2-4-304-16,-3 4-292 0,-3 0-72 16,-5 7-16-16,-4 2-72 15,-4 7-60-15,0 9-12 0,-8 7-72 0,1 10 0 16,-9 9 36-16,4 5 44 0,-4 7-12 0,-4 8 12 16,1 2-56-16,-1 2-48 15,0 6 24-15,1 1 20 0,3 7-32 16,-4 3 36-16,7 3 12 0,2 3-52 0,4 1 52 15,6 2-36-15,5-2 76 0,4 2-80 16,9 1 16-16,2 3-12 0,6 3 8 16,3 0 4-16,3 3 64 0,5 0-40 15,0-9-16 1,9-4 16-16,6-3-12 0,2-5 56 0,11 1-56 16,0-5 8-16,7 3-68 0,5-1 108 0,0 2-64 15,4-1 28-15,-1-3 44 0,10 2-44 16,-6-1-52-16,1-2-8 15,4 1-100-15,-1-4 96 0,1 0-36 0,0 2 88 0,0-6-16 16,-4 2-84-16,4-4 112 16,3 0-4-16,-3 1 52 0,0-4 8 0,-1-3 0 15,1-4 88-15,4-2-28 0,0-1-68 16,0-6-12-16,-1 0-52 0,5 1-20 16,4-4 72-16,4-4-88 0,-4 1 24 0,0 1 16 15,3-5-16-15,-3-3 76 0,3 4-8 16,-3-1 12-16,5 0-4 0,-6 2 0 15,1-2 4-15,4 1 96 16,-5 0-96-16,1-1 116 0,3 0-20 16,-3 1-28-16,4 4 0 15,0-5-72-15,4-3 0 0,-5 4-4 0,9-4-72 16,0-2 72-16,0-1 4 0,3 0-60 16,5 0 60-16,0-2-44 0,-1 2 44 15,5 0 8-15,-4 0 4 0,3 0 40 0,1 3 32 16,-1-2 40-16,1 3-60 0,-4 0-16 15,7-2-36-15,-3 6 72 0,4-5-20 16,0 0 8-16,3 1-60 16,4-4 40-16,-3-3 20 0,3-3-60 0,6 1-12 0,-2-6 4 15,0-2-4-15,5 1 4 0,-1-4 0 0,5 2 8 16,-4 1 76-16,3-2-28 0,1 0 40 16,-1-5-88-16,-3 4 56 0,4-3-68 15,-5 1-96-15,5-1 20 0,-5-3 16 0,5-3-28 16,-1 3 40-16,5-5 40 15,0-2 8-15,3-3 4 0,1 3 44 0,0-5-44 16,-2 3-4-16,2-4-48 0,-1 0-12 16,5-3 48-16,-1 1-52 0,5-4 64 15,0 0 0 1,3 0 0-16,4 0 8 0,2-7 0 0,1 1 0 16,2 0-8-16,-1-7-8 0,5 4 0 15,4-7-4-15,3 4 8 0,5-5 4 16,3-2 12-16,0 3 0 0,4-3-12 0,1 0 0 15,3-4-56-15,5 5 56 16,-2-4 48-16,6 0-36 0,-5-3 64 0,8 2-76 16,-7-3-112-16,3-2-72 0,-4 3 72 0,1-5 104 15,3 2-4-15,-3 0-28 0,-2-4 36 16,2 0 4-16,-5-4-88 0,1 6 76 0,-5-5-32 16,0-1 44-16,1 1 0 15,-9 1 60-15,-3-4-56 0,-5-1-4 0,-7-1 16 16,-2-2-12-16,-5-2-4 15,-2-8-8-15,0 5 8 16,-4-7 4-16,-3-3 68 0,-1-4-72 16,-3-2-44-16,0-3-20 0,-8-1 52 0,0-3-100 15,-5-3 104-15,-4-3 4 0,1-4-80 16,-4-2 84-16,-5-4 4 16,1 0 0-16,-9 0 64 0,1-3-68 0,-4-2-12 15,-5-1 0-15,-3-1-48 0,0-2 48 0,-5 1 0 16,-2-6-64-16,2 0-60 0,-3-6-24 15,3-2 24-15,-3-3-112 0,0-3 12 16,-4 3 112-16,-4 0 28 0,-8 0 96 16,-9 3 112-16,-3 2-48 0,-9-1 144 0,-3 2 4 15,-7-4 0-15,-10 5-52 0,-3-4-60 16,-3-3 20-16,-5 3-92 16,0-3-28-16,-13 3-136 0,-2-3-224 0,-9-1 24 0,-4 2 116 15,-4-1 20-15,-12 3 36 0,-4 3 116 0,-8 0 48 16,-7 3 136-16,-9 4-48 0,-4 6 24 15,-16 0-112-15,1 0 76 16,-13 3 96 0,-8-3-172-16,-2 3-48 0,-10 0 36 0,-12 1-96 15,-3 4-16-15,-5-1 12 16,-11 6 112-16,-4 3-88 0,-9 2 76 0,-3 1-168 0,-4 7 180 16,-9-1 88-16,-3 6 96 0,-8-2-124 15,-5 9-60-15,-6-4-4 0,-2 8-456 16,-3-1 460-16,-4 4 200 0,-4 2-152 15,-4 7 28-15,-1 0-76 0,-2 6 48 16,-5 0-40-16,-1 4-8 0,2 3-40 16,-6 3-56-16,1 3 96 0,0-1 8 0,0 4-4 0,0 4 192 15,0-1-148-15,0 3 40 0,8 1 60 16,-5 3 16-16,6-4-92 0,3 4-72 0,4 0 8 16,-1-1-20-16,1 1-36 15,3 0 36-15,1 2-124 0,4 1-100 16,1-1 136-16,2 4 92 0,5-3-68 0,0 3-24 15,7-2 96 1,1 2-220-16,4-3 224 0,8-4 0 16,0 4 0-16,7-4-4 0,-4-1-296 15,10 1 236-15,-2 0-64 0,1 4 128 0,3-1 52 16,5 4 72-16,4 0-124 16,4 0-228-16,-9 0 224 0,8 0-164 0,-3 0 164 15,0 0-48-15,4 0 52 0,-5 0 144 16,5 0-72-16,0 11 148 0,-1 4 16 0,5 5-224 15,3-1 152-15,1 2-40 0,4 5-12 16,3-4 60-16,0 4 28 0,5 0 24 16,0-1-124-16,3 0-100 0,0 0 8 15,9 0-8-15,3 1 48 0,4-1-48 0,6-2 88 16,5 3-40-16,6-1 88 0,7 0-100 16,4-3-36-16,5 4 0 0,3-4 76 0,9 0-64 15,-1 0-12-15,8 0 124 0,9 0-120 16,-1-2-4-16,8 2 0 0,4-3 0 0,9 0-88 15,3 0 40-15,8-3 36 16,7-3-52-16,6-4-8 0,3-3 24 16,8 1-128-16,0-4-156 15,0 3-280-15,4-3 112 0,7 4 172 16,2-1 88-16,-1 4 28 0,3-8-256 16,5 5-388-16,0-3-240 0,0-4-144 15,0 2-25-15,-4-2-1063 0,0 4-2852 0</inkml:trace>
  <inkml:trace contextRef="#ctx0" brushRef="#br1" timeOffset="188520.452">6940 7782 4924 0,'0'0'1876'15,"0"0"-980"-15,0 0 1408 0,0 0-267 16,0 0-629-16,0 0-584 0,0 0-228 0,0 0-132 16,0 0 116-16,0 0 76 15,0 0-160-15,28 63-136 16,-28-40-112-16,-8 2 16 0,0 7 32 15,-8 3-40-15,1 6-20 0,-2 1-40 16,-2 5-12-16,-1-1-48 0,-5 6 12 0,5-2-100 0,-3 5-48 16,3 5 0-16,-4 0-48 0,-1 7 36 15,6 3-64-15,-5 6-120 0,-4 4-48 16,0 2-64-16,-4 1 24 16,0 2-32-16,1 4 316 0,-5 7 0 0,4-1-200 15,-4 7-36-15,5-1 164 0,-1 4 72 16,0-3 44-16,0 2-44 0,-5 1 0 15,5-1-8-15,-3 8 8 0,-1-4 0 16,0 6 48-16,-3 0-48 0,-6 4-4 0,6 0-56 16,-9 3-40-16,4-4 12 15,1 3 80-15,-5-2 0 0,-1 2-204 0,6 1 204 16,0-3-4-16,-6-1 4 0,6 0 8 16,-2-3 12-16,-2 1-12 0,7-4 8 0,-4-3 128 15,1-3 16-15,-2-4-80 0,6 1-8 0,3-4-52 16,-4-6 36-16,8-6-48 0,0-3 0 15,4-7-44-15,5-7-68 0,-1-5 48 16,7-10 60 0,2-3-44-16,7-9 40 0,-1-11-4 0,6-2-52 15,3-10 16-15,0-3-16 16,0-7 60-16,0-3-108 0,0-6-88 0,0 0-84 16,0 0-148-16,0 0 108 0,0 0 324 15,0 0 160-15,0 0 56 0,0 0-64 16,-4 0-152-16,-4 4-88 0,4-4 16 15,-5 0 20-15,6 3 52 0,-1 0 12 0,-4 0 52 16,4 0 12-16,0 0 0 0,4-3-76 16,0 4-12-16,-5-4-80 0,5 0-208 0,-3 0-228 15,-1-4-380-15,0-2-1052 0,0 3-2257 16,-4-7-2987-16</inkml:trace>
  <inkml:trace contextRef="#ctx0" brushRef="#br1" timeOffset="188802.325">4872 12953 4180 0,'0'0'6785'0,"0"0"-5677"0,0 0-888 16,0 0-212-16,0 0 548 16,-11 68 464-16,11-40-184 0,3 7-256 0,1 3-104 15,4 0-20-15,5 0 156 0,-6-6-276 16,10 0-212-16,-6-7-48 15,9-3 36-15,0-6 136 0,0-7 236 0,-1-2-276 0,5-4-72 16,-3-3-64-16,3 0 176 16,-1-10 36-16,1 1-88 0,-4-4-100 15,8-2-84-15,0-7-12 0,0-7-72 16,8-6-112-16,4-7-196 0,-1-2-300 16,6-3-696-16,-2 5-840 0,-11 8-1785 15,8 1-2255-15</inkml:trace>
  <inkml:trace contextRef="#ctx0" brushRef="#br1" timeOffset="191441.362">980 14353 5004 0,'0'0'4756'0,"0"0"-3115"0,0 0-617 0,0 0-40 16,0 0 324-16,0 0 112 0,0 0-144 0,0 0-260 15,0 0-300-15,0 0-140 16,15-2-112-16,-15 4-24 0,4 5 96 16,1-1 36-16,-1 11-99 0,4 2-193 0,-1 9-148 15,1 7-72-15,-3 3-56 0,2 6-4 0,-3 7-4 0,0 3-4 16,0 8-4-16,-4-4-96 0,0 10 24 31,0-1 20-31,0 3 16 0,0-4-72 0,-4-2-36 0,-4-1-76 0,1-6-1 16,-2-5-35-16,1-5 28 0,5-10 20 15,-5-4 72-15,4-11-204 16,4-3-4-16,-5-10 64 0,5-3-100 16,0-3-88-16,0-3-248 0,0 0-776 0,0-6-624 15,5-6-484-15,-1-7 55 0,0 3 365 16,3-23-1088-16</inkml:trace>
  <inkml:trace contextRef="#ctx0" brushRef="#br1" timeOffset="191756.707">1311 14595 10484 0,'0'0'1981'16,"0"0"-1293"-16,0 0-264 0,11 79 488 0,-11-49 336 0,4 5-216 15,0 3-360-15,0 6-376 0,-4 0-112 16,4 0 28-16,-4 8-28 16,0-5-48-16,0 4-72 0,0 2-64 0,0-4-48 15,-8-2-24-15,4-3-52 0,-4-6-24 16,5-5-36-16,-1-8-52 15,-1-10 84-15,1-5-132 0,4-6-100 0,0-4-384 0,0-7-336 16,0-5-1068-16,9-9-437 16,-5 3-567-16,7-20-1812 0</inkml:trace>
  <inkml:trace contextRef="#ctx0" brushRef="#br1" timeOffset="191899.837">1454 14986 10736 0,'0'0'2605'0,"0"0"-1549"0,0 0-564 0,0 0 604 15,0 0 132-15,0 0-376 16,84 60-444-16,-64-51-260 0,3 1-148 0,1-3-8 0,0-7-88 16,0 0 8-16,-4 0-504 0,4-10 44 15,-4-3-100 1,-1-3-256-16,2-3-548 0,-10 7-1200 16,2-13-2729-16</inkml:trace>
  <inkml:trace contextRef="#ctx0" brushRef="#br1" timeOffset="192133.568">1777 14707 10076 0,'0'0'2305'0,"0"0"-1133"0,0 0-776 0,0 0 416 15,0 0 244-15,0 89-200 0,4-55-420 0,0 1-140 16,-1 7 16-16,1 2-16 0,0 1-72 16,0 2-116-16,-4 0-44 0,0 7 16 15,0-2-80-15,-8-2-84 16,1-3-16-16,-1-5-120 0,-1-7-128 15,1-7-72-15,5-8 68 0,3-8 16 16,0-5-92-16,0-7-312 0,0-4-944 16,0-8-1221-16,7-1-1407 15,2-18-828-15</inkml:trace>
  <inkml:trace contextRef="#ctx0" brushRef="#br1" timeOffset="192374.471">2052 14572 8748 0,'0'0'3925'16,"0"0"-2661"-16,0 0-656 15,0 77 148-15,0-36 252 0,0 4 88 0,0 6-388 16,-5 0-240-16,5 2-124 0,-4 1-84 16,0-2-104-16,-3-2-156 0,-1 1-12 15,-5-1-88-15,2 1-48 0,-6 0-24 16,6-3-60-16,-6-8-28 0,2 0-100 15,3-9 4-15,4-9-80 0,0-6-112 16,4-7-156-16,4-9-328 0,0 0-856 0,8-15-797 16,-1-1-515-16,14-19-2272 0</inkml:trace>
  <inkml:trace contextRef="#ctx0" brushRef="#br1" timeOffset="192731.66">2505 14754 9924 0,'0'0'2765'0,"0"0"-1249"0,0 0-880 0,0 0 332 0,0 0 360 16,-35 67-608-16,15-45-348 0,4 0-276 15,-4 0-96-15,0 0-164 0,-4 4-208 16,0 0-136-16,0-4-12 0,1 0-36 0,3-3-32 0,-1-3 260 16,10-4 284-16,-1-5 44 15,3-1 152-15,6-6-100 16,-1 0-52-16,4 0 4 0,0 0 108 0,0 0 116 15,0 0-68-15,4 0-60 0,-4 0 108 16,3 3-72-16,6 3-48 0,-1 4 12 16,3-4 24-16,-3 8 152 0,5-6-28 0,-2 5-76 15,2-1-96-15,2 2-16 0,-2-2-56 16,2 2 4-16,-3-2-8 0,-4-3 0 16,4 1-124-1,-4 0-148-15,0-4-76 0,-4 0-164 0,0-3-120 16,0 1-148-16,0-4-460 15,-4 0-732-15,4 0-817 0,-4 0-1547 16</inkml:trace>
  <inkml:trace contextRef="#ctx0" brushRef="#br1" timeOffset="193032.355">2717 14443 10164 0,'0'0'3045'0,"0"0"-1305"0,0 0-1024 0,0 0-160 16,0 0 320-16,16 69-268 0,-8-37-176 0,-1 10-172 15,2 2-40-15,-1 10 4 0,0 1-128 16,-1 2 16-16,2 2-100 0,-5 2 60 15,0-5-72-15,0 2 0 16,-4-1-268-16,0-7 8 0,-4 4-160 16,0-2-124-16,0-5-100 0,-5-2-412 0,5-1-772 15,1-9-776-15,-1-12-1565 16,0-5 37-16</inkml:trace>
  <inkml:trace contextRef="#ctx0" brushRef="#br1" timeOffset="194043.968">3231 14938 5916 0,'0'0'2156'0,"0"0"-1196"0,0 0 1865 0,0 0-1173 15,0 0-308 1,0 0-652-16,0 0-176 0,95 39 0 16,-70-37-80-16,-1 5-112 0,3-2-140 0,-3 0-172 15,0-5 0-15,0 2-8 16,0-2 36-16,-5 0-40 0,2 0-112 0,-6-2-324 16,2-5-224-16,-10 4-312 0,1-4-620 15,-3 5-1341-15,-5-5-4023 0</inkml:trace>
  <inkml:trace contextRef="#ctx0" brushRef="#br1" timeOffset="194249.153">3298 15172 7384 0,'0'0'3044'0,"0"0"-831"0,0 0-901 0,0 0-36 15,0 0-204-15,0 0-312 0,0 0-384 0,0 0-268 16,0 0-56-16,80 39 36 15,-48-36-76-15,0 4-12 0,0-7-164 16,0 0-320-16,0 0-340 0,-4 0-1004 0,-9 0-2117 16,9-7-3559-16</inkml:trace>
  <inkml:trace contextRef="#ctx0" brushRef="#br1" timeOffset="198187.085">4307 13697 496 0,'0'0'6508'0,"0"0"-4200"0,0 0-447 15,0 0-949-15,0 0 672 0,0 0-52 0,0 82-136 0,0-56-352 16,0 5-128-16,0 1-204 16,0 3-208-1,0 1-64-15,0-3-36 16,0 3-88-16,0 2-108 0,-4 0-124 0,4 3-36 15,-4-2-48-15,-1 2-8 0,-3 0-40 0,5 0-12 16,-1 0-76 0,-8-3 40-16,7 4-64 0,-2-7-144 0,-5 3 24 15,3-7-76-15,5-4-12 0,1-6-24 0,-1-9-100 16,4-1-200-16,0-11-424 0,0 0-696 0,0 0-616 0,4-6 87 16,3-5-1855-16,6-8-1236 15</inkml:trace>
  <inkml:trace contextRef="#ctx0" brushRef="#br1" timeOffset="198606.479">4805 13862 6188 0,'0'0'2764'15,"0"0"-836"-15,0 0-103 0,0 0-413 16,0 0-36-16,0 0-256 0,0 0-324 0,0 0-100 15,0 0-68-15,16 79-112 0,-16-50-112 16,0 3-72-16,0 2-100 0,0 1-36 0,0 6-36 0,0 5-100 16,0-2-48-16,0 0 0 15,0 0-12-15,-5 5-12 0,1-5-112 16,0 0 16-16,-3-3-76 0,-1-2-108 0,3-5-52 16,-3-3 24-16,5-8 100 0,-1-4 24 15,4-9 0-15,0-4-128 0,0-6-96 16,0 0-312-16,0-6-496 15,0-7-560-15,4-9-280 16,3-7-57-16,-3 4-963 0,5-20-3040 0</inkml:trace>
  <inkml:trace contextRef="#ctx0" brushRef="#br1" timeOffset="198792.052">4848 14259 9320 0,'0'0'2669'0,"0"0"-1389"0,0 0-464 0,0 0 332 16,0 0-88-16,0 0-88 0,0 0-328 15,0 0-148-15,84 12-104 0,-60-12-32 0,0 0-164 16,-1 0-124-16,-2 0-64 16,-1-3-8-16,-1-6-160 0,1 2-404 0,-3-2-152 15,-2-4-104-15,2 1-320 0,-10-4-460 16,5 3-1064-16,-3-4-2489 16</inkml:trace>
  <inkml:trace contextRef="#ctx0" brushRef="#br1" timeOffset="198988.46">5195 14011 7020 0,'0'0'3280'0,"0"0"-1695"0,0 0-1393 0,0 0 344 0,0 0 676 0,0 0 92 16,0 83-488 0,0-55-308-16,4 3-184 0,-4 5-52 15,0-1 28-15,0 0-40 0,0 0-100 16,0-1-72-16,-4-2 12 0,-4 3-100 15,4-3-108-15,-4-4-164 0,4-2-188 16,0-7-40-16,1-10-192 0,3-6-88 0,0-3-752 0,3-9-1585 0,9-13-2487 16</inkml:trace>
  <inkml:trace contextRef="#ctx0" brushRef="#br1" timeOffset="199227.308">5525 14094 312 0,'0'0'11237'0,"0"0"-9317"0,0 0-1260 0,0 0-140 0,45 66 364 15,-30-40 120 1,5-1-228-16,5 4-368 0,3 2-248 16,0 1 76-16,3-3 208 0,-8-3 0 0,2-7-444 15,-1-7-320-15,-4-3-448 0,-1-2-76 16,2-4 60-16,-1-3 264 0,-1-10-624 0,-6 1-2977 0,2-14-3091 15</inkml:trace>
  <inkml:trace contextRef="#ctx0" brushRef="#br1" timeOffset="199404.647">5832 14036 9460 0,'0'0'3269'16,"0"0"-2225"-16,0 0-700 0,-43 70 112 15,31-41 540-15,3 6 24 0,2 3-296 0,-1 0-380 16,0 3-56-16,0 0-128 0,-4 1-160 16,-1-4-12-16,2 0-200 0,-4-7-232 15,-2 1-216-15,2-6-220 0,-2-8-228 0,10-5-352 16,3-9-192-16,0-4-877 0,4-12-2051 16</inkml:trace>
  <inkml:trace contextRef="#ctx0" brushRef="#br1" timeOffset="199638.74">6075 13843 8644 0,'0'0'4553'16,"0"0"-3637"-16,0 0-648 0,9 82 260 16,-5-47 984-16,0 10-304 0,-4 2-368 15,0 4-372-15,0-3-148 0,0 3-84 0,0-7-56 16,-4-3-180-1,0-3-72-15,-5-5-196 0,5-8-200 16,1-10-160-16,3-5-56 0,0-7-224 16,11-3-196-16,2-3-160 0,2-14-1020 0,-2 3-2225 15,10-19-1983-15</inkml:trace>
  <inkml:trace contextRef="#ctx0" brushRef="#br1" timeOffset="199909.46">6382 14018 3372 0,'0'0'5724'0,"0"0"-1255"0,0 0-3693 16,0 0-344-16,-71 79-28 0,50-60-16 0,-3 0-148 16,5-1-240-16,-1-1 0 0,4-1-112 15,-4 0-92-15,5-4-136 0,2 4 0 16,2-6-12-16,2-1 160 0,1-3 192 0,4 4 68 0,4-4 160 16,0 0 88-16,0 4 88 31,8 3 60-31,1-1 44 0,2 4-72 0,6-3-88 15,-6 4-60-15,9-5-4 0,-4 1-48 0,0-5-40 0,0 3-84 16,-5-5-100-16,2-3-12 0,-2 0-332 16,6-3-240-16,-2 0-200 15,6 0 80-15,-1-9 552 0,-5-5-1388 0,-2 2-3565 16,6-16-3583-16</inkml:trace>
  <inkml:trace contextRef="#ctx0" brushRef="#br1" timeOffset="200106.523">6765 13764 12821 0,'0'0'2352'16,"0"0"-1524"-16,0 0-360 0,-4 72 724 0,4-37 80 16,4 6-400-16,-4 5-332 0,4 1-200 15,-4 0-120-15,0 7-64 0,0-2-156 16,0 4-12-16,0-2-36 0,-8 3-60 15,-4-10-236-15,0 2-228 16,-4-5-276-16,-3-6-508 0,2-2-1144 0,6-15-2177 0,-10 10-2475 16</inkml:trace>
  <inkml:trace contextRef="#ctx0" brushRef="#br1" timeOffset="200918.682">4490 14947 5792 0,'0'0'2472'0,"0"0"-1192"0,0 0-712 0,0 0 144 16,0 0 393-1,0 0 63-15,0 0-204 0,0 0-188 0,0 0-96 16,0 0 276-16,0 0-36 16,-4 7-236-16,8-3-8 0,0-1 12 15,0-3-184-15,3 5-112 0,2-1-64 0,-1 3-24 16,7-5-60-16,2 5-36 0,3-4-76 0,12-3-36 16,0 2-20-16,7-2-16 15,5 0 13-15,4-2-61 0,4-1 36 0,3 0 0 0,1-1-48 16,4-3-68-16,0 1-17 15,3 3 13-15,1-2-100 16,7 1 16-16,6-3 156 0,3 1 0 16,3 0 60-16,1-4-60 0,0 1-68 0,3 0-8 15,5-5 64-15,-5 5-72 0,4-1-24 16,-3 1 8-16,-4 3-44 16,-5-4-28-16,-6 7-48 0,-10-3-12 0,-7 3 60 15,-5-1 112-15,-2 1 12 0,-2 0 48 16,-6 0 0-16,-2-3 72 0,-3 2-68 15,-4 1 44-15,-4 0-48 0,0 0 8 0,-4 0 0 16,0-1-8-16,-1 2-116 16,-3-3 116-16,1 3-136 0,-6-1-8 0,-2 0-88 15,-6-1-140-15,1 2-20 0,-8 2 36 0,4 0-92 0,-4 0-244 16,-4-5-488-16,-4 5-1168 0,-4 0-2541 16,-11 5-3922-1</inkml:trace>
  <inkml:trace contextRef="#ctx0" brushRef="#br1" timeOffset="201692.61">4502 15348 1708 0,'0'0'6380'16,"0"0"-4192"-16,0 0-575 0,0 0-501 0,0 0 188 16,0 0-76-16,0 0-132 0,0 0-344 0,0 0-104 15,12 70-64-15,-8-42-24 16,0 10-80-16,-4 4-96 0,4 2-112 0,-4 1-48 15,0 5-12-15,0-3-24 0,4 2-76 16,-4-2-108-16,3 1 0 16,-3 0-60-16,0-4-88 0,0-3 40 0,0-3-88 15,0-3 0-15,0-4-120 0,0-5 32 16,0 0-108-16,0-8-72 0,0-1-80 16,0-5-160-16,4-6-332 0,0-2-636 0,5-4-848 15,-5 0-1685-15,7-4-1931 0</inkml:trace>
  <inkml:trace contextRef="#ctx0" brushRef="#br1" timeOffset="202529.604">5407 15370 8400 0,'0'0'2484'16,"0"0"-1187"-16,0 0-641 0,0 0 412 0,0 0 288 15,0 0-260 1,0 0-236-16,0 0-156 0,0 0-120 16,0 0-304-16,0 0-68 0,-65 48-104 15,46-20-32-15,-2 5 20 0,2 0-32 16,-1 6-16-16,0-1 24 0,4-3-20 0,4 0-52 15,4-7-4-15,0-3-4 0,8-8-44 0,0-2 4 16,0-3-100-16,4-2-72 16,8-3-52-16,0-1 52 0,4 4 108 15,4-3 56-15,0 2 56 0,3 1 0 0,1-1 4 16,1 4-4-16,-1-4 8 0,-5 4-8 16,1 0 8-16,-4-1 40 0,-4 2 0 15,0-6 64-15,-8 5-48 0,-1-3-52 16,2-1-12-16,-5 1-12 0,0-2-88 0,0 3 0 15,-5-1-96-15,-2-1 12 0,-5 3-52 16,0-2 48 0,0-3-184-16,1-1 36 0,-2 0-124 15,5-6-68-15,1 0-176 0,-1-9-472 16,3-7-292-16,1-6-793 0,4 3-955 0,0-19-1828 16</inkml:trace>
  <inkml:trace contextRef="#ctx0" brushRef="#br1" timeOffset="202782.002">5765 15377 2644 0,'0'0'8681'15,"0"0"-6961"-15,0 0-1248 0,0 0 36 0,3 85 680 16,-3-50-244-16,0 1-368 0,-3 4-324 16,-1-2-4-16,0 7-136 0,0-3-52 15,0-2-60-15,4 1-12 0,0-2-60 0,0-1 56 0,0-7 4 16,0-2-100-16,4-7 64 15,0-4-40-15,4-4-84 0,-5-4 44 0,1-4-32 16,5-6-76-16,-1 0-44 0,-1 0-160 16,1-13-100-16,1 1-144 0,-1-7-308 15,-5 0-748-15,1 2-1373 0,-4-5-2459 0</inkml:trace>
  <inkml:trace contextRef="#ctx0" brushRef="#br1" timeOffset="202951.563">5609 15709 4912 0,'0'0'4684'16,"0"0"-3572"-16,0 0-287 0,0 0 343 0,0 0 168 16,0 0 56-16,0 0-248 0,0 0-572 15,0 0-360-15,-20 70-212 0,40-58-116 0,8-1-44 0,0-5-4 16,0 1 100-16,4-7-232 0,0-4-436 16,-4-5-324-16,0-4-544 0,-9 3-1409 0,5-8-3495 15</inkml:trace>
  <inkml:trace contextRef="#ctx0" brushRef="#br1" timeOffset="203260.41">6099 15748 11781 0,'0'0'2716'0,"0"0"-1944"0,0 0 836 0,0 0-308 0,-48 73-376 0,40-54-580 0,1 0-336 15,-1-6-8-15,4-1-64 0,-1-5-96 16,5 0-84-16,0-5 72 15,0-2 36-15,0 0-24 0,0 0-164 0,0 0-20 16,0 0-4-16,9-2 300 0,-1-9 48 16,-1 3 0-16,6-6-8 15,-1 5-80-15,-5-1 24 0,2 4 52 0,-1 3 12 16,-4-1 272-16,-1 4 152 0,-3 0 108 0,4 4-64 16,0 5-124-16,-4 1-136 0,4-1-100 15,-4 7-32-15,5-4-72 0,-5-1-4 16,0-6-112-1,0 2-48-15,0-7-184 0,4 0-344 16,-4-4-252-16,7-8 268 16,-3-7-120-16,8-6-568 0,0-4-1072 0,-4 4-2257 0,9-14-1483 15</inkml:trace>
  <inkml:trace contextRef="#ctx0" brushRef="#br1" timeOffset="203609.169">6299 15373 7200 0,'0'0'2284'0,"0"0"-451"0,0 0 115 0,0 0 28 15,0 0-452-15,0 0-756 0,0 0-308 16,0 0-76-16,8 92-52 0,-12-60-88 0,0 4 88 16,-5-3-96-16,2 3 20 15,-1-5-108-15,-1 1-76 0,2-6-72 0,3-8 60 0,0-1 16 0,0-8-76 16,4-3 0-16,0-3-112 16,0 1-72-16,0-4-144 0,8 0 56 0,3 0 40 15,2 0 8-15,-2 0 76 0,6 0 28 16,-6 0 44-16,-3 0 76 0,5 0 44 15,-2 6 32-15,-3 3-16 0,1 1 4 16,2 6 32 0,2-3 16-16,2 6-100 0,6-3 380 0,-10-4-244 15,1 1-148-15,-7-1-72 0,-2-2-272 16,1-1-24-16,-4 4 368 0,0 0 12 16,-7-3 72-16,-2 3-84 0,-3-7 0 15,1 2 0-15,-2-3-132 0,-2 1-188 0,-2-6 0 16,2 0-88-16,-2-6-164 15,-3-7-368-15,1 0-636 0,2-3-1152 0,-11-5-3409 0</inkml:trace>
  <inkml:trace contextRef="#ctx0" brushRef="#br1" timeOffset="204401.105">6944 15563 8308 0,'0'0'1892'15,"0"0"-667"-15,0 0 135 0,0 0 408 16,0 0-220-16,0 0-508 0,0 0-532 16,84 28-184-16,-64-28-76 0,4-5-28 0,-5-4 16 15,2-2-108-15,3-4-124 0,-5-1-8 0,1-3-8 16,1 0-72-16,-6 1-300 15,1-6-48-15,-4 9 100 0,-4-1-4 16,-5 3 172-16,-3 4 88 0,0-2 76 0,0 3 124 16,0 2 36-16,-7-1 40 0,-5 3 72 0,0 1-124 15,0 1 12-15,-3 2-48 16,-6 0-100-16,5 2 64 0,-3 8 8 0,-2 6-76 16,1 3 112-16,1 3-116 0,-5 3 4 0,3 7 44 15,6 0 8-15,-1 3-60 0,4-3-4 0,4 0-68 16,5-4 8-16,3-2 52 15,3-7-100-15,9 2-72 0,4-4-76 16,7-5 112-16,5 1-64 16,8-6-36-16,-4-5-300 0,5-2-672 0,-2-2-868 15,-7-5-1145-15,4-3-3531 0</inkml:trace>
  <inkml:trace contextRef="#ctx0" brushRef="#br1" timeOffset="204779.714">6777 16005 2704 0,'0'0'5940'16,"0"0"-3860"-16,0 0-1063 0,0 0-29 0,0 0-8 16,0 0-204-16,0 0-308 15,0 0-140-15,0 0-76 0,11 63-128 0,-11-38 116 0,0 5-76 0,0-2 52 0,0 1 32 16,-4-1-84-16,1 1-164 15,-1-7-8-15,0-2-44 0,4-8-36 0,-4-3-84 32,4-5-72-32,0-2-220 0,-4-2-392 15,4 0-388-15,0-2-480 0,0-4-521 16,0-1-1027-16,0-3-2260 0</inkml:trace>
  <inkml:trace contextRef="#ctx0" brushRef="#br1" timeOffset="204915.525">6816 16180 6492 0,'0'0'4292'15,"0"0"-2555"-15,0 0-769 0,0 0 440 16,0 0-224-16,0 0-320 0,84 9-256 16,-67-9-308-16,2 0-300 0,-3-3-88 0,4-6-444 15,-4-5-204-15,-1 2-232 0,-2-1-408 16,-5 1-1064-16,-1-5-2741 0</inkml:trace>
  <inkml:trace contextRef="#ctx0" brushRef="#br1" timeOffset="205080.759">7012 15992 3332 0,'0'0'5584'0,"0"0"-3980"0,0 0-1075 0,0 0 47 0,0 0 924 15,0 0-432-15,-9 87-548 0,9-60-216 16,-3 2 24-16,3-1-4 0,0 1-96 16,0-3-156-16,-4-4-72 0,4 0-116 15,-4-5-372-15,4-3-420 0,-4-3-404 16,4-3-660-16,-4-1-1093 0,4-3-1843 15</inkml:trace>
  <inkml:trace contextRef="#ctx0" brushRef="#br1" timeOffset="205285.18">7155 16093 10092 0,'0'0'1677'16,"0"0"-1365"-16,0 0-304 15,0 0 636-15,48 84 276 0,-36-59-288 0,4-3-188 16,-4 0-116-16,0-3-148 0,4-5-180 16,-5-2-176-16,2-5-276 0,-5-7-196 15,4 0-360-15,0-5-592 0,-5-1-997 0,1-9-2671 16</inkml:trace>
  <inkml:trace contextRef="#ctx0" brushRef="#br1" timeOffset="205461.716">7398 16068 10981 0,'0'0'2396'0,"0"0"-1164"0,0 0-36 0,0 0 44 0,-51 67-332 0,35-46-392 15,4 6-232-15,-4-2-160 0,0-3-120 16,4 4-8-16,-4-3-116 0,0-4-124 16,0-1-40-16,4-5-100 0,-4 0-200 0,4-7-236 15,0 0-468-15,5-6-716 0,-2 0-1013 0,5-9-2943 16</inkml:trace>
  <inkml:trace contextRef="#ctx0" brushRef="#br1" timeOffset="205680.974">7446 15872 8884 0,'0'0'1912'16,"0"0"-971"-16,0 0-121 0,0 0 432 15,20 95-112-15,-15-57-348 0,-5 3-284 0,0 0-24 0,0 1 40 16,0-4-152-16,0 0-188 16,0-3-184-16,0-7-100 0,0-3-200 0,0-6-296 0,0-5 36 15,0-9-60-15,0-5-200 16,7-2-408-16,1-11-436 0,3-5-357 0,2 1-951 16,6-15-3959-16</inkml:trace>
  <inkml:trace contextRef="#ctx0" brushRef="#br1" timeOffset="205880.938">7669 15992 5044 0,'0'0'6385'0,"0"0"-4909"0,0 0-624 0,0 0-116 15,0 0 124-15,-84 82-296 0,69-63-196 0,-2 0-292 16,6 0-72 0,3 1-4-16,-1-4-192 0,6-3 40 15,-1 3 152-15,4-7 0 0,0 1 64 0,4-4 64 16,-1 0-16-16,10-3 4 15,-5-3 20-15,8 0-48 0,-4 0-32 0,8-6-56 0,-5-7-288 16,2-2-316-16,2-4-316 16,-2-4-548-16,-6 4-1317 0,6-7-2987 15</inkml:trace>
  <inkml:trace contextRef="#ctx0" brushRef="#br1" timeOffset="206202.714">7804 15252 11057 0,'0'0'1976'0,"0"0"-1416"0,0 0-280 15,0 0 820-15,0 0 600 0,0 0-472 16,0 0-548-16,52 83-164 0,-40-41-60 0,1 8-28 15,-6 7-48-15,-3 7-40 0,-4 6-12 0,0 3-96 16,-4-3-148-16,-3-1-84 0,-1-1-120 0,-5-3-100 16,6-7-96-16,-5 0-12 15,-1-11-16-15,2-3-168 0,3-12 32 0,-1-4 12 16,6-9 36-16,-1-9-40 16,4-4-124-16,0-3-268 0,0-3-556 15,0-3-588-15,0-6-745 16,0 2-99-16,0-15-2668 0</inkml:trace>
  <inkml:trace contextRef="#ctx0" brushRef="#br1" timeOffset="206998.224">6765 14818 4256 0,'0'0'2148'0,"0"0"-628"0,0 0-208 0,0 0-8 16,0 0-171-16,0 0 19 0,0 0-16 0,0 0-72 15,0 0-20-15,0 0-56 0,16-10-168 16,-9 10 44-16,-2 0-188 0,3 0-100 16,-4 0-88-16,7 0 12 0,2 0-24 0,-2 0-160 15,6 0-159-15,2 0-81 16,5 0-76-16,4 0 0 0,8 0-4 16,8 0 0-16,4-3-4 0,4 0-52 0,8-8 52 0,-1 6-52 15,1-4-113-15,4-2 5 16,-4 3 36-16,3 1-52 0,-3-3-144 0,0 1 60 15,0-1 84-15,-1 4 24 0,0-3-24 16,-3 2-24-16,-3 0-48 0,-6 1 24 16,-3 0-16-16,0 2 128 15,-9-1-28-15,2 1 48 0,-1-2 92 0,-4 3 8 0,-4-1 64 0,0-2-60 16,-5 0 0-16,1-1 36 0,-8 1-40 0,0 0-60 16,-4 0 8-16,0-1-96 15,-5 1-148-15,1-1-360 16,-3 0-264-16,-1 5-172 0,-4 2 32 15,0-3 72-15,0 3-44 16,0 0-188-16,-4 0-277 0,-5 3-423 0,2 3 48 16,3 1-172-16,-8 2-852 0</inkml:trace>
  <inkml:trace contextRef="#ctx0" brushRef="#br1" timeOffset="211433.2">2557 17335 11765 0,'0'0'2004'16,"0"0"-1268"-16,0 0-356 0,0 0 264 0,0 0 188 0,0 0-432 16,92 23-400-16,-72-23-192 0,0 0-224 15,-4-4-252 1,3-2-404-16,-6 3-364 0,-5 0-348 0,-1 3-761 0,-7-4-1507 16,0 4-543-16</inkml:trace>
  <inkml:trace contextRef="#ctx0" brushRef="#br1" timeOffset="211587.953">2537 17468 496 0,'0'0'6264'0,"0"0"-3864"0,0 0-784 0,0 0-367 0,0 0-73 15,0 0-108-15,0 0-384 0,0 0-28 0,0 0-268 16,5 70-120-16,10-60-108 0,-3-4-72 16,8 1 4-16,0-1-92 0,0-3-188 15,4-3 52-15,0 0-472 0,-4-3-840 16,0 0-1184-16,0-7-3037 0</inkml:trace>
  <inkml:trace contextRef="#ctx0" brushRef="#br1" timeOffset="212066.548">2999 16598 8036 0,'0'0'1400'31,"0"0"-908"-31,0 0 324 16,0 0 993-16,0 0-25 0,0 0-320 0,0 0-360 0,0 0-112 16,0 0-52-16,0 0-168 0,0 0-136 15,49 83-256-15,-42-45 44 0,-3 4-120 16,0 2-24-16,-4 0-108 0,0 7-136 15,0-3-36-15,0-1-60 0,0 5-52 16,0-8-92-16,-4 3-64 0,0-5-60 16,0-7-28-16,1-3 16 0,-1-7 168 15,0-6 12-15,4-4 0 0,0-4-20 0,0-9-192 16,0-2-280-16,0 0-572 0,0 0-480 0,4-7-220 16,0-5-508-16,3 3-737 0,1-10-1983 0</inkml:trace>
  <inkml:trace contextRef="#ctx0" brushRef="#br1" timeOffset="212353.415">3334 16789 1552 0,'0'0'9417'16,"0"0"-7285"-16,0 0-1180 0,0 0-52 16,0 0 308-16,0 0-220 0,0 0-204 0,0 0-268 15,24 67-280-15,-24-32-88 0,0 5-52 16,0 2-20-16,-4 0-68 0,1-1 4 16,-1 1-12-16,-5-9-24 0,5 0-112 0,0-5-136 0,0-3-96 15,1-2-80-15,-1-7 52 0,4-4-112 16,0-5-92-16,0-7-436 0,0 0-824 15,0-7-1017-15,0 1-1115 0,4-9-1084 32</inkml:trace>
  <inkml:trace contextRef="#ctx0" brushRef="#br1" timeOffset="212550.532">3358 17056 7264 0,'0'0'2216'0,"0"0"-1132"0,0 0-231 0,0 0 543 16,0 0 248-16,0 0-196 0,0 0-420 0,0 0-332 0,0 0-176 15,0 0-88-15,80 23-12 16,-68-21-128-16,4-2-108 0,-4 0-60 0,-1 0-64 16,2 0-60-16,-1-2-8 0,-1-5-200 15,2-3-344-15,-2 4-52 16,2-7-40-16,2 0-236 0,2 1-808 0,2-4-636 16,1 3-2601-16,-3 0-571 15,2-2 3165-15</inkml:trace>
  <inkml:trace contextRef="#ctx0" brushRef="#br1" timeOffset="212769.669">3785 16783 8856 0,'0'0'1524'15,"0"0"-851"-15,0 0 303 0,0 0 1192 16,0 0-20-16,0 0-1040 0,4 66-392 16,-8-36-260-16,0 3-96 0,0 3-56 15,-5 5-68-15,5-3 32 0,-3-3-132 0,-1 1-76 16,-1-3-60-16,2 3-160 0,-5-4-36 0,4-4-84 0,0-3-140 15,0-5-208-15,4-8 12 16,0-3-32-16,4-4-380 0,0-5-964 16,0 0-808-16,0-5-2085 0,4-7-771 0</inkml:trace>
  <inkml:trace contextRef="#ctx0" brushRef="#br1" timeOffset="213068.663">4116 16679 4700 0,'0'0'5984'0,"0"0"-4711"0,0 0-877 0,0 0 448 0,0 0 920 15,0 0-204-15,0 0-552 0,0 0-424 16,0 0-140-1,28 88-52-15,-28-56-60 0,0 3-120 0,0 3-128 16,0 2-72-16,-9 2-12 16,5-3-48-16,-4-2-52 0,5 1-60 0,-5-2-12 0,-1-2-60 0,1 1-112 15,1-3-100-15,-2 0-52 16,1-4-100-16,1 0-152 0,3-4-400 0,0-6-56 16,4-2 160-16,-4-6-468 0,4-7-933 15,0-3-711-15,0 0-2548 0</inkml:trace>
  <inkml:trace contextRef="#ctx0" brushRef="#br1" timeOffset="214089.917">4645 16630 3768 0,'0'0'6036'0,"0"0"-4383"0,0 0-909 0,0 0 164 0,0 0 236 15,0 0-96-15,4 74-180 0,-4-47-276 16,0 9-132-16,4 5-128 0,0 0-20 16,-4 3-28-16,4 1-36 0,-4 0-76 0,0-4-136 0,0-3-36 15,0-2 0-15,0-5-72 0,0-6-4 16,-4-3 16-16,0-3-112 0,4-3 60 16,0-3-124-16,0-7-224 0,0 1-136 0,0-7-208 15,0 0-376-15,8 0-396 0,0-7-1041 16,4-8-1879-16</inkml:trace>
  <inkml:trace contextRef="#ctx0" brushRef="#br1" timeOffset="214341.39">5036 16675 2540 0,'0'0'6860'0,"0"0"-5131"0,0 0-713 0,0 0 108 16,0 0 336-16,0 0-100 0,19 86-484 0,-19-58-328 15,0 4-164-15,0-1-60 0,-7 1-80 16,-1 1-96-16,-1-2-136 0,2 1 64 16,-5-4-76-16,-1 1-52 0,2-1-112 15,-1-2-256-15,0-7-224 16,4 0-364-16,0-10-24 0,8-2 20 15,0-7-524-15,0-3-1477 0,16-13-2323 0</inkml:trace>
  <inkml:trace contextRef="#ctx0" brushRef="#br1" timeOffset="214636.838">5287 16726 9684 0,'0'0'2549'0,"0"0"-1321"0,0 0-796 15,0 0 112-15,0 0 304 0,0 0-332 0,0 0-328 16,-88 73-188-16,68-57-100 16,5-1-52-16,-2-2-136 0,6 3 172 0,2-3 116 0,1-4 104 0,4 1 84 0,0-3-24 31,4-1-92-31,0 0 68 0,0 1 140 16,8-1 308-16,0 0-156 0,1 0-232 15,-2 4-76-15,5-4-12 0,0 4-36 16,0-4-4-16,4 3-64 0,-4 1 56 0,4-3-52 15,-4 2-12-15,3-3 0 0,-2-3-76 16,-2 1-284-16,2-4-160 0,-1 0-80 0,-1 0-156 16,-2-4-392-16,2-2-528 0,-3-4-689 15,-4 4-1871-15,5-3-1988 0</inkml:trace>
  <inkml:trace contextRef="#ctx0" brushRef="#br1" timeOffset="-214633.522">5521 16586 9488 0,'0'0'1913'16,"0"0"-953"-16,0 0-116 0,-7 73 568 0,-1-41-4 16,0 3-580-1,0 0-464-15,0 3-68 0,0 0-72 16,-4 0-224-16,4-1-12 0,0-1-188 15,0-4-120-15,0-1-144 0,0-5-76 0,0-7-264 16,1 0-648-16,2-10-1172 0,-7 5-2849 16</inkml:trace>
  <inkml:trace contextRef="#ctx0" brushRef="#br1" timeOffset="-214049.688">4426 16986 10452 0,'0'0'1613'16,"0"0"-949"-16,0 0-320 0,0 0 676 0,0 0 684 16,0 0-700-16,0 0-468 0,0 0-352 15,0 0 140-15,0 0 316 0,36-6-132 16,-28 6-216-16,-1 3-180 0,-2 0-112 0,3 0 0 16,-4-3-284-16,0 6-392 0,0-2-340 15,-4-1-1504-15,0 3-5509 0</inkml:trace>
  <inkml:trace contextRef="#ctx0" brushRef="#br1" timeOffset="-204097.095">3128 17723 6716 0,'0'0'0'0,"0"0"4729"0,0 0-3893 0,0 0 72 0,0 0-68 15,0 0-28-15,0 0-32 0,0 0-148 0,0 0-120 16,0 0-140-16,19-11 24 0,-15 11 40 0,4-2 108 16,0 2 56-16,4 0-108 0,4-4-148 15,0 4-112-15,8-2 24 16,4-1-12-16,4 0-84 0,-1-1-40 16,5-3-72-16,4 4-44 0,4-2 0 0,-1-2-4 15,6-3 0-15,3 2 0 16,-1-3 0-16,9 2-12 15,-4-1-120-15,0 0 32 0,0 4 28 0,-1 0 0 0,4 6-16 16,1-3 84-16,0 3 0 0,0 0 0 0,4 0 0 16,-1 0 0-16,1 3-8 15,4-3 4-15,0 0-52 0,0 0 48 16,3 0-32-16,1 0 40 0,0-3 8 16,-1-1-4-16,1-2 8 0,4 0-8 0,-9 0-60 15,6-1-4-15,-6-2 56 0,1 2 0 16,-1-2 0-16,1 0 8 0,4-1 0 15,-4-4 0-15,3 6-48 0,-3-5 36 16,-4 1 4-16,-5-2-68 0,-7 3 4 16,-3 0 60-16,-10 2 0 0,-7-1-124 0,-4 1-72 15,-8 2-24-15,-4 1-48 0,-9 3 168 0,2-1 52 16,-5 4 60-16,0 0 8 16,0 0 40-1,-4 0 0-15,0 0-40 0,0 0 4 0,3 0 0 16,-3 0 40-16,0 0-52 0,4-3-4 15,0 0-4-15,1 0-228 16,-1 0 16-16,4-4-64 0,-5 4-224 0,1-3-284 16,0-3-312-16,0 2-268 0,1 1-332 0,-5-1-633 15,0 0-2403-15,-45 71-1116 0</inkml:trace>
  <inkml:trace contextRef="#ctx0" brushRef="#br1" timeOffset="-202394.563">4135 17710 3024 0,'0'0'6632'15,"0"0"-4875"-15,0 0-1037 0,0 0-260 0,0 0 88 0,0 0 432 0,0 76-372 16,4-54-328 0,1 4-92-16,-2 2-64 0,1 8-72 0,0 2 12 15,0 6-56-15,4 0-8 0,-4 4-60 0,0-1-52 16,-4 1-16-16,0-7 40 0,0 0-112 0,0-3-128 16,0-2-28-16,-4-4 140 0,4-7-40 31,0-6-240-31,0-4-656 15,8-8-1089-15,0-1-1939 0,4-6-1372 0</inkml:trace>
  <inkml:trace contextRef="#ctx0" brushRef="#br1" timeOffset="-201833.978">4780 17862 4972 0,'0'0'2744'0,"0"0"-836"16,0 0-708-16,0 0-79 0,0 0-253 0,0 0-292 16,0 0-156-16,0 0-64 0,0 0-4 15,0 0 16-15,0 0-28 0,0 0-64 16,0 6-24-16,0 1-12 0,0 2-116 0,0 5 92 16,-3 0 212-16,3 5-156 0,-4 8 40 15,0-2 8-15,0 6-56 0,0 4-168 16,-1 0-44-16,1 0 48 0,1 0-100 0,-1 3-8 0,-4-3-88 15,0-3-68-15,3 0-132 0,-2-4-52 16,-1-5-76 0,4-4 112-16,4-10-16 0,-4-2-124 0,4-7-592 15,0 0-864-15,4-7-1077 16,0 1-1123-16,4-16-652 0</inkml:trace>
  <inkml:trace contextRef="#ctx0" brushRef="#br1" timeOffset="-201640.794">4793 18066 9428 0,'0'0'2373'0,"0"0"-1233"0,0 0-488 0,0 0 172 0,0 0 312 15,0 0-404-15,0 0-232 0,0 0-76 16,0 0-152-16,0 0-124 0,92 32-48 16,-69-26-52-16,5-4 16 0,-8 2-64 15,8-4 0-15,-4 0 0 16,-1-6-160-16,-2 0-352 0,-1-5-172 0,-1-1-96 0,1-1-432 15,-4 0-696-15,-7 1-989 16,2-4-2395-16</inkml:trace>
  <inkml:trace contextRef="#ctx0" brushRef="#br1" timeOffset="-201383.098">5155 17780 4880 0,'0'0'6237'15,"0"0"-4441"-15,0 0-956 0,0 0-192 16,-8 76 248-16,8-48 200 0,0 0-396 16,0 8-168-16,0-4-60 0,4 2-212 15,0 1-88-15,1-3-136 0,-1 4-36 16,-4-5-76-16,3 4 28 0,-3-4 0 0,0 2-112 0,0 1-52 16,0-5 4-16,0 3-28 0,0-4-100 15,-3-3-112-15,3-1-64 0,-4-10-32 16,4 0 4-16,0-7-256 15,7-5-872-15,-3-2-801 0,12-9-2363 0</inkml:trace>
  <inkml:trace contextRef="#ctx0" brushRef="#br1" timeOffset="-197352.092">5905 18164 664 0,'0'0'2960'16,"0"0"-1552"-16,0 0-728 0,0 0-96 15,0 0 16-15,0 0-160 0,0 0-168 0,0 0-64 16,0 0-196-16,0 0 300 16,-4-3 12-16,4 3 68 0,0 0-200 0,0 0 132 0,0-3 52 31,0 3-144-31,0 0-76 0,0 0-156 0,0-4-84 0,0-2 8 16,-5 0-16-16,5 0 92 0,-4-4-76 0,0 1 68 0,4-2 8 15,0 3 200-15,-4-3 112 16,4 3-28-16,0-3-76 0,0-1-172 15,0-1-36-15,0 0 0 16,0 1 0-16,0-4-52 0,0 0 52 0,4 0-12 16,0 0-232-16,0 4-68 15,-4-1 108-15,5 1 188 0,-1-1-124 0,-1 3 12 0,-3 3 128 16,4 1 48-16,0 0 104 0,-4-1 56 16,8 1 12-16,-8 0-28 15,9-3-36-15,-6 2-152 0,1-3-4 0,4 1 0 16,-4 2 24-16,0 1-8 15,0 0-16-15,0-1 4 0,0 4-4 16,0 0 0-16,0 0-12 0,0 3-80 0,-4-3 0 16,4 3 4-16,-1 0 8 0,2-3 4 15,-1 3-52-15,0 0 64 0,0 0 12 16,0 0 52-16,0 0 0 0,-1 0 4 16,1 0 48-16,1 6-40 0,3-3 296 0,-8 3-192 15,4 4 4-15,0-1-8 0,-4 1-96 16,3 3 36-16,1-1-52 0,0 1-16 15,1 4-84-15,-1-5 100 16,0 3 0-16,3 2 0 0,1-2 12 0,1 5 157 16,-1-1 63-16,-1 3-92 15,6-3 80-15,-2 6-68 0,-3-2 4 0,5 2-40 0,-2 3-28 16,1-2-80-16,-3-1 44 0,-2 0-44 16,1-2-4-16,0-4 60 0,-4 0 52 15,0-7-12-15,0 4-40 0,0-6-12 0,0 0-52 16,0-1-48-16,-4-3-28 15,4-2-68-15,-1-1-60 0,-3-3-40 16,5 0-12-16,-5 0 24 16,0 0-245-16,4 0-195 0,-4-7-92 0,0-2-712 0,0 3-852 15,0-7-2404 1</inkml:trace>
  <inkml:trace contextRef="#ctx0" brushRef="#br1" timeOffset="-196975.949">6427 17526 196 0,'0'0'10016'0,"0"0"-7803"0,0 0-757 15,0 0-508-15,0 0 212 16,0 73-144-16,3-45 52 0,1 4-476 0,-4 7-112 16,8-1-224-16,-4-1-36 0,0 4-172 15,1 4-48-15,-2 0-52 0,1-1-56 16,-4 0-40-16,4-2 60 0,-4-1-20 0,0 1-40 15,0-8 60-15,0-2-20 16,0-7-28-16,0-6-36 0,0-6-40 0,0-6-132 16,0-5-276-16,4-2-304 15,4-6-724-15,4-6-668 0,0-1-285 0,8-25-1687 16</inkml:trace>
  <inkml:trace contextRef="#ctx0" brushRef="#br1" timeOffset="-196692.392">6773 17704 328 0,'0'0'11129'0,"0"0"-9197"0,0 0-904 16,0 0-548-16,0 0 228 0,0 0 136 0,0 0-284 15,0 0-264-15,-92 60-208 16,76-47 0-16,-3 5-88 0,2-1-124 0,-2 1 124 0,2-1-76 16,2 1 68-16,-5 1-152 0,3 1 60 15,2 2-12-15,-2-3-40 0,2 0 40 16,2 0 112-16,6 0 40 0,-1-3-32 0,4 0 140 15,4-3-136-15,0-1-8 16,4-3 72-16,8 2 72 0,4 1 116 0,3-2 96 16,2-1-164-16,3 0-84 0,4-5-112 0,0 2-84 15,0-6-52-15,0 2-532 0,-1-2 32 16,1 0-20-16,-4 0-124 0,-4 0-284 0,-1-2-604 16,-6-1-613-16,-2 3-2035 0</inkml:trace>
  <inkml:trace contextRef="#ctx0" brushRef="#br1" timeOffset="-196333.674">7196 17494 7796 0,'0'0'4609'0,"0"0"-2761"0,0 0-612 0,3 95 72 16,5-54-176-16,-4 8-136 0,0 3-272 15,0 3-244-15,4 6-188 0,-4-2-60 0,4 2-220 0,-4-1-12 16,0-6-84-16,4-4-160 0,-4-4 8 31,-4-9-276-31,4-4-176 0,0-5 24 0,4-9 120 0,-5-3-788 16,1-9-852-16,1-5-2685 0,-5-2-4231 0</inkml:trace>
  <inkml:trace contextRef="#ctx0" brushRef="#br1" timeOffset="-195522.364">5940 17412 3404 0,'0'0'2216'16,"0"0"-992"-16,0 0-744 0,0 0-176 15,0 0-304-15,0 0 0 0,0 0 40 0,0 0 64 16,0 0 300-16,0 0 284 16,0 0 284-16,-11-10 213 0,11 10-41 0,0 0-144 15,0 0 16-15,0 0-168 0,0 0-56 0,0 0-160 16,0 0-208-16,4 0-64 0,-4 0 60 15,3 0-24-15,1 0 12 16,4-3-36-16,0 3-68 0,0-4-56 0,4 1 60 16,-1 0-52-16,6 0 24 0,-6-3 88 0,10 2-52 0,-6-2-24 15,9 3-60-15,0-3-16 0,4-1-32 0,0-2 37 16,12 2-65-16,-4-2-48 0,12-3-12 31,4-1 40-31,3-4-64 0,9 2-64 0,-1 2-8 0,6-3-4 0,2 0-8 16,-3 4-108-16,4-1-88 0,-4 3-8 15,3 1-4 1,-3-1 11-16,4 7 29 0,-8 0-40 16,-1 0 36-16,-3 3 88 0,-9-3 48 0,1 3-88 15,-8 0-20-15,-4 0 8 0,-4-3 40 16,-4-1-40-16,-8 1 12 0,0 0-20 16,-8 0 32-16,0-4 40 0,-8 4 20 15,3-1-68-15,-3-1-104 0,1 2-8 16,-5-3-112-16,-1-5-188 0,-3 5-188 0,0-3-364 0,0 2-540 15,0 2-592-15,-3 1-1045 16,-14 1-2359-16</inkml:trace>
  <inkml:trace contextRef="#ctx0" brushRef="#br1" timeOffset="-185814.484">629 1733 4516 0,'0'0'1980'0,"0"0"-1968"0,0 0 496 0,-48 63 1724 15,36-50-616-15,0-3-395 0,8-3-301 16,-3-5 12-16,3 2 368 0,4-4-368 16,0 0-4-16,0-4-148 0,0-3-64 15,4-1-52-15,3-5-196 0,5-10-152 0,0-2-120 16,4-13 72-16,4-3 12 0,0-13 12 15,0-7-132-15,0-5-52 0,-1-10-8 0,-2-3-28 16,3-7-24-16,-5-3 84 16,6-7-44-1,-2-5-84-15,1-4-4 0,4 0-280 0,0 1 72 0,4 2-108 0,4 13 48 16,-4 10 12-16,4 15 36 0,-5 14 124 16,1 11 84-16,-8 11 12 0,-3 9 72 15,-2 7-24-15,-3 5-40 16,0 3 56-16,4 4-8 0,4 0-56 15,0 6-48-15,3 7-16 0,5 7-20 0,4 8-124 16,5 7 24-16,-5 10 24 0,7 5 88 0,-3 14-52 16,0 6 28-16,-1 3-200 0,-3 3-480 15,-4 0 20-15,-4-2 236 16,-7-8 308-16,-2-3 204 0,-7-6-120 0,-4-6-84 16,-4-3-192-16,-4-7-72 0,-8-3 124 15,-4-2 136-15,-3-8 104 16,-2-3 48-16,-7-3 64 0,-3-2 76 0,-5-1 12 15,-4-4 176-15,-4 1-48 16,-7-3 36-16,-5-4 12 0,-8 1 40 0,-3-4 56 16,-6-3 64-16,-6 0-64 0,-1-3-348 0,-8 0 64 15,4 0 48-15,5 0 88 0,-1-3-88 0,16-2 172 16,8-6-48-16,13 5-52 0,11 0 112 16,12-1 72-16,12 1-124 0,4 0 16 0,4-4-272 15,12-2-148-15,12-10-48 0,8-4 136 31,16-10 60-31,12-1-8 0,11-8-68 16,17-2-60-16,8-1 76 0,11-2-24 16,9-2-64-16,3 2-24 0,-3 0 24 0,-5-2-88 0,-7 8-24 15,-16 3 40-15,-9 3 20 0,-15 9-24 16,-12 4 16-16,-13 8-16 16,-11 9-64-16,-11 3 40 0,-9 5 248 0,-8 0 284 15,-4 5 304-15,-9 3-32 0,-6 9-260 16,-5 5-84-16,-8 10-64 0,-4 6-28 15,-3 9 128-15,-6 10-212 0,-7 10-36 0,-8 6-84 16,-3 6 20-16,-9 7-96 0,-8 7 52 16,-7 5-4-16,-4 6 112 0,-10 7 0 0,2 7-176 15,0-4 40-15,3 1 24 0,8-11-48 16,8-8 60-16,13-7-596 0,11-13-468 16,16-10-868-16,12-18 104 0,9 0-2777 0</inkml:trace>
  <inkml:trace contextRef="#ctx0" brushRef="#br1" timeOffset="-181201.508">9885 1524 5216 0,'0'0'352'16,"0"0"5305"-16,0 0-3673 0,0 0-44 16,48-67-292-16,-40 58-148 0,-5 2-440 0,1 4-252 15,0 3 20-15,-4 0-268 16,4 0-99-16,-4 0 27 0,0 6-64 0,0 4 108 16,4 3-196-16,1 6-228 15,2 6-108-15,-3 3 0 0,0 10-60 16,-4 1 48-16,0 8 0 0,-8 4 0 0,-4 4-36 15,-7 2 0-15,-2 0-24 0,-3 4 12 16,-4-5 52-16,5-2-64 16,-1-6-12-16,4-6 8 0,4-12 64 0,4-1-92 0,8-11 104 0,4-4 0 15,0-8-48-15,0 1 36 0,8-7 8 16,4 0-104 0,0 0 12-16,8-7 84 0,0-2-100 0,-1-7 64 15,2-4-84-15,3 1-48 0,-5 0-16 16,-2-2-72-16,-2 1 63 0,1 1 45 15,0 1-108-15,0 1 88 0,0 5-64 16,4 2 0-16,-4 1 160 0,0 5 72 16,0 2-40-16,-4 2 40 0,-5 0 4 15,1 2-236-15,1 8 92 0,-9-4 152 0,0 7 108 0,0 0 76 32,0 2 36-32,-9 2 0 0,-2-2-28 0,3-2-32 0,-5 3-64 0,2-4 28 0,3-1-64 15,-4-3 36-15,0-1-36 0,4 0-48 16,-4-2 0-16,4-1 0 15,-4-1 4 1,0-3-16-16,0 0-4 0,1 0-192 0,-2 0 0 16,2-7-84-16,3 2-12 0,-1-9 0 15,1 2-196-15,5-4-284 0,-1-3-1008 16,4-3-640-16,0 3-672 0,11-3-1997 16,-3 9-595-16,12-6 5408 0</inkml:trace>
  <inkml:trace contextRef="#ctx0" brushRef="#br1" timeOffset="-181039.94">10358 2016 4396 0,'0'0'844'0,"0"0"4985"0,0 0-4313 15,0 0 52-15,-39 66-144 0,27-46-192 0,-4 2-388 16,4 0-484-16,0-3-360 0,4 0 0 0,4-3-124 16,4-3-372-16,0-5-164 15,0-1-220-15,0-3-404 0,0-4-1096 16,4 0-2829-16,0-6-375 0,0-7 4189 0</inkml:trace>
  <inkml:trace contextRef="#ctx0" brushRef="#br1" timeOffset="-180900.649">10410 1892 1696 0,'0'0'2908'0,"0"0"4337"0,0 0-5493 0,0 0-472 15,0 0-212-15,0 0 36 0,0 0-456 0,88-7-648 0,-64 11-152 16,4 2-704-1,-1 4-504-15,-6-4-1176 0,10 7-4253 0</inkml:trace>
  <inkml:trace contextRef="#ctx0" brushRef="#br1" timeOffset="-180636.628">10976 2169 7856 0,'0'0'6053'16,"0"0"-5341"-16,0 0-56 15,-51 72 352 1,38-40 124-16,2-1-536 0,3 2-312 0,-1 1-276 16,-2-2-8-16,3 3-4 15,-5-6-96-15,2 2-8 0,-6 1 100 0,2-4-116 16,-5 2 120-16,4-5 4 0,-4-3 72 16,5-9 16-16,2-1-4 0,1-5-8 0,0-4-76 15,4-3-172-15,4 0-288 0,-3-10-248 16,-1-5-108-16,8-9-212 0,0-3-328 15,0-4-1012-15,0-11-2029 0,0-3-1015 16,4 10 4944-16,7-25-368 0</inkml:trace>
  <inkml:trace contextRef="#ctx0" brushRef="#br1" timeOffset="-180501.246">10992 1762 912 0,'0'0'9708'0,"0"0"-7955"16,0 0-161-16,0 0 176 0,92 3-388 15,-64 1-724-15,-4 1-616 0,3-2-40 16,1 4-496-16,0 3-1048 0,-8-2-1444 16,-4-1-5125-16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/>
              <a:t>4. Sylow Theorem, Applications</a:t>
            </a:r>
          </a:p>
          <a:p>
            <a:endParaRPr lang="en-US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计算机生成了可选文字:&#10;37.6 Theorem For a prime number p, every group G of order p2 is abelian. ">
            <a:extLst>
              <a:ext uri="{FF2B5EF4-FFF2-40B4-BE49-F238E27FC236}">
                <a16:creationId xmlns:a16="http://schemas.microsoft.com/office/drawing/2014/main" id="{12D6ABDA-EF9E-4B6B-98F1-0B55D75C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93" y="275208"/>
            <a:ext cx="10370049" cy="71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47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9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37.7 Theorem If p and q are distinct primes with p &lt; q , then every group G of order pq has a single &#10;subgroup Of order q and this subgroup is normal in G. Hence G is not simple. If q is not &#10;Congruent to I modulo p, then G is atwlian and cyclic. ">
            <a:extLst>
              <a:ext uri="{FF2B5EF4-FFF2-40B4-BE49-F238E27FC236}">
                <a16:creationId xmlns:a16="http://schemas.microsoft.com/office/drawing/2014/main" id="{FC2F2F28-D82D-471A-9DAC-CC820AA4A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01" y="461638"/>
            <a:ext cx="10719797" cy="102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计算机生成了可选文字:&#10;37.10 Example Every group of order 15 is cyclic &#10;">
            <a:extLst>
              <a:ext uri="{FF2B5EF4-FFF2-40B4-BE49-F238E27FC236}">
                <a16:creationId xmlns:a16="http://schemas.microsoft.com/office/drawing/2014/main" id="{CA39A8B8-E902-467B-926F-481E1B506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01" y="2636668"/>
            <a:ext cx="5611962" cy="44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4C57DA-6A62-4FAF-A011-81DA8F3B0030}"/>
                  </a:ext>
                </a:extLst>
              </p14:cNvPr>
              <p14:cNvContentPartPr/>
              <p14:nvPr/>
            </p14:nvContentPartPr>
            <p14:xfrm>
              <a:off x="544680" y="1138680"/>
              <a:ext cx="10824120" cy="543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4C57DA-6A62-4FAF-A011-81DA8F3B00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320" y="1129320"/>
                <a:ext cx="10842840" cy="54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462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2A1431-E88F-4630-9C8B-22CBF29CB0E4}"/>
                  </a:ext>
                </a:extLst>
              </p14:cNvPr>
              <p14:cNvContentPartPr/>
              <p14:nvPr/>
            </p14:nvContentPartPr>
            <p14:xfrm>
              <a:off x="820440" y="1100520"/>
              <a:ext cx="10472400" cy="4304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2A1431-E88F-4630-9C8B-22CBF29CB0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1080" y="1091160"/>
                <a:ext cx="10491120" cy="43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82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7DF00D-F81A-42C5-99A1-3780212A2217}"/>
                  </a:ext>
                </a:extLst>
              </p14:cNvPr>
              <p14:cNvContentPartPr/>
              <p14:nvPr/>
            </p14:nvContentPartPr>
            <p14:xfrm>
              <a:off x="322560" y="396720"/>
              <a:ext cx="11869920" cy="641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7DF00D-F81A-42C5-99A1-3780212A22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200" y="387360"/>
                <a:ext cx="11888640" cy="643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585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计算机生成了可选文字:&#10;37.14 Example No group of order 36 is simple. &#10;">
            <a:extLst>
              <a:ext uri="{FF2B5EF4-FFF2-40B4-BE49-F238E27FC236}">
                <a16:creationId xmlns:a16="http://schemas.microsoft.com/office/drawing/2014/main" id="{ACE27255-B399-4AF5-955F-B4DF8C53B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0"/>
          <a:stretch/>
        </p:blipFill>
        <p:spPr bwMode="auto">
          <a:xfrm>
            <a:off x="834501" y="346228"/>
            <a:ext cx="6178858" cy="50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BAC997-C0BE-456F-888C-8C8B3C7AE0E8}"/>
                  </a:ext>
                </a:extLst>
              </p14:cNvPr>
              <p14:cNvContentPartPr/>
              <p14:nvPr/>
            </p14:nvContentPartPr>
            <p14:xfrm>
              <a:off x="7282080" y="2010600"/>
              <a:ext cx="103680" cy="17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BAC997-C0BE-456F-888C-8C8B3C7AE0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2720" y="2001240"/>
                <a:ext cx="12240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F6F800-E533-4432-8AC7-167766C1799A}"/>
                  </a:ext>
                </a:extLst>
              </p14:cNvPr>
              <p14:cNvContentPartPr/>
              <p14:nvPr/>
            </p14:nvContentPartPr>
            <p14:xfrm>
              <a:off x="288000" y="320040"/>
              <a:ext cx="11633040" cy="5662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F6F800-E533-4432-8AC7-167766C179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8640" y="310680"/>
                <a:ext cx="11651760" cy="56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43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65BEF5-F781-4787-9C2B-145E1C30AADE}"/>
                  </a:ext>
                </a:extLst>
              </p:cNvPr>
              <p:cNvSpPr txBox="1"/>
              <p:nvPr/>
            </p:nvSpPr>
            <p:spPr>
              <a:xfrm>
                <a:off x="941033" y="435006"/>
                <a:ext cx="70577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Proof: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≔{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𝑆𝑦𝑙𝑜𝑤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3</m:t>
                    </m:r>
                    <m:r>
                      <m:rPr>
                        <m:nor/>
                      </m:rPr>
                      <a:rPr lang="en-US" sz="2400" dirty="0"/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𝑠𝑢𝑏𝑔𝑟𝑜𝑢𝑝𝑠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MY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65BEF5-F781-4787-9C2B-145E1C30A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033" y="435006"/>
                <a:ext cx="7057748" cy="461665"/>
              </a:xfrm>
              <a:prstGeom prst="rect">
                <a:avLst/>
              </a:prstGeom>
              <a:blipFill>
                <a:blip r:embed="rId2"/>
                <a:stretch>
                  <a:fillRect l="-1295" t="-10526" b="-2894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7A279E-4F4F-4414-9D09-497553D3A81C}"/>
                  </a:ext>
                </a:extLst>
              </p14:cNvPr>
              <p14:cNvContentPartPr/>
              <p14:nvPr/>
            </p14:nvContentPartPr>
            <p14:xfrm>
              <a:off x="7767000" y="124560"/>
              <a:ext cx="4132440" cy="620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7A279E-4F4F-4414-9D09-497553D3A8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7640" y="115200"/>
                <a:ext cx="4151160" cy="62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DAD1CD-4FAD-43C5-A573-9D0554519350}"/>
                  </a:ext>
                </a:extLst>
              </p14:cNvPr>
              <p14:cNvContentPartPr/>
              <p14:nvPr/>
            </p14:nvContentPartPr>
            <p14:xfrm>
              <a:off x="394560" y="1290240"/>
              <a:ext cx="7407360" cy="519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DAD1CD-4FAD-43C5-A573-9D05545193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200" y="1280880"/>
                <a:ext cx="7426080" cy="52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6617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E8850B-63B9-441E-AEBB-07B1DAAE7D11}"/>
                  </a:ext>
                </a:extLst>
              </p14:cNvPr>
              <p14:cNvContentPartPr/>
              <p14:nvPr/>
            </p14:nvContentPartPr>
            <p14:xfrm>
              <a:off x="401400" y="226080"/>
              <a:ext cx="11611440" cy="623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E8850B-63B9-441E-AEBB-07B1DAAE7D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040" y="216720"/>
                <a:ext cx="11630160" cy="625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08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A67F45-3AB3-49FF-A63D-7295C1E49E58}"/>
                  </a:ext>
                </a:extLst>
              </p14:cNvPr>
              <p14:cNvContentPartPr/>
              <p14:nvPr/>
            </p14:nvContentPartPr>
            <p14:xfrm>
              <a:off x="178920" y="330120"/>
              <a:ext cx="10703880" cy="560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A67F45-3AB3-49FF-A63D-7295C1E49E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560" y="320760"/>
                <a:ext cx="10722600" cy="56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55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IYI_JHI &#10;• О dnk_Mi е јо sdnmiqns ацид ал у рив Н &#10;ешшал Lf ">
            <a:extLst>
              <a:ext uri="{FF2B5EF4-FFF2-40B4-BE49-F238E27FC236}">
                <a16:creationId xmlns:a16="http://schemas.microsoft.com/office/drawing/2014/main" id="{1D4AF7DC-F60C-4189-BE2B-D72208544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076" y="648070"/>
            <a:ext cx="7827936" cy="139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7B83DA-2EAE-4DA1-8ABA-8DD9CD3EFB9D}"/>
                  </a:ext>
                </a:extLst>
              </p14:cNvPr>
              <p14:cNvContentPartPr/>
              <p14:nvPr/>
            </p14:nvContentPartPr>
            <p14:xfrm>
              <a:off x="638280" y="992160"/>
              <a:ext cx="10679040" cy="554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7B83DA-2EAE-4DA1-8ABA-8DD9CD3EFB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920" y="982800"/>
                <a:ext cx="10697760" cy="55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1126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C84587-D5E9-4367-9F6A-C8B3DE9487BD}"/>
                  </a:ext>
                </a:extLst>
              </p14:cNvPr>
              <p14:cNvContentPartPr/>
              <p14:nvPr/>
            </p14:nvContentPartPr>
            <p14:xfrm>
              <a:off x="106200" y="720"/>
              <a:ext cx="11086200" cy="664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C84587-D5E9-4367-9F6A-C8B3DE9487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840" y="-8640"/>
                <a:ext cx="11104920" cy="666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593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6af921c6-6f3c-4d56-a22a-8f189f1aa58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4648</TotalTime>
  <Words>27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Calibri Light</vt:lpstr>
      <vt:lpstr>Cambria Math</vt:lpstr>
      <vt:lpstr>Office Theme</vt:lpstr>
      <vt:lpstr>MAT205: Abstract Algebra II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319</cp:revision>
  <dcterms:created xsi:type="dcterms:W3CDTF">2021-09-19T05:52:48Z</dcterms:created>
  <dcterms:modified xsi:type="dcterms:W3CDTF">2024-05-01T17:00:20Z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