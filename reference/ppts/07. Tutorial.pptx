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97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02T07:02:42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1928 9268 4940 0,'0'0'6597'0,"0"0"-5301"15,0 0-176-15,0 0 320 0,0 0 156 0,0 0-36 16,0 0-356-16,0 0-288 0,0 0-136 16,-24-23-111-16,24 23-317 15,8 0-316-15,8 6 12 0,7 5 84 0,9 1 292 16,9 4-172 0,6 0-140-16,5 3-40 0,4-4-68 0,0-2 4 0,-1 0-4 0,1-7-8 15,0-3-4-15,-4 1-52 0,-1-4-184 0,-2-7-116 0,-6-5-380 16,-3 2-405-1,-12-2-539-15,-4-1-244 0,-12 3 64 0,-8 7-904 0,-8-6-4857 16</inkml:trace>
  <inkml:trace contextRef="#ctx0" brushRef="#br0" timeOffset="196.599">2374 9363 4148 0,'0'0'896'0,"0"0"3352"0,0 0-3020 0,0 0-303 16,-4 94 15-16,8-52 244 15,0 3-140-15,4 5-148 0,-4 5-208 0,0-5-208 16,0 1-308-16,-4 0-72 0,4-3-100 16,-4-4-52-16,4-3-60 0,-4-3-240 15,0-3-288-15,-4-3-484 0,-8 0-988 0,4-10-2209 16,-12 3-1755-16</inkml:trace>
  <inkml:trace contextRef="#ctx0" brushRef="#br0" timeOffset="357.753">2047 10185 560 0,'0'0'7628'0,"0"0"-5840"0,0 0-1220 15,0 0 425-15,0 0 327 0,0 0-48 16,84 28-144-16,-52-17-212 0,3 1-88 0,2-2-132 16,3-1-204-16,-1 0-196 0,-3-2-160 15,0-4-136-15,0-1-96 16,-4-2-40-16,4 0-284 0,-4-8-388 0,0-5-280 0,-4 4-880 15,7-17-3249-15</inkml:trace>
  <inkml:trace contextRef="#ctx0" brushRef="#br0" timeOffset="520.912">2896 9963 1800 0,'0'0'9985'0,"0"0"-8053"0,0 0-1516 0,0 0 320 0,88 50 988 15,-64-39-644-15,4-6-620 0,-1-2-400 0,6-3-52 16,-1-3-8-16,3-9-220 0,1-6-216 0,-4-9-360 16,0-5-408-16,-4-2-1380 15,-13 9-3917-15</inkml:trace>
  <inkml:trace contextRef="#ctx0" brushRef="#br0" timeOffset="810.618">3191 9522 1760 0,'0'0'10029'0,"0"0"-8657"0,0 0-1208 16,-28 70 396-16,24-38 428 0,-4 1-80 16,4 9-192-16,0-1-156 0,4 1-136 15,4 2 24-15,8 4-104 0,-4 3 0 0,8 6-96 0,-4-3-40 16,4 6-72-16,-4 1-96 0,0 2-40 0,-5 0-12 16,-3 1 12-16,1 0 0 15,-5-7-8-15,0-7 8 0,0-5 8 0,-5-7 4 0,-2-3 36 16,-1-6 52-16,-4-7-92 15,-4-3 92-15,4-7 8 16,-8-5 4-16,0-4-112 16,-3-3-12-16,-5-3-184 0,-4-13-148 0,-5-10-284 0,1-6-152 31,-3-6-552-31,3-9-684 0,0-4-920 0,8-2-1109 16,8 15-1199-16,5-20 3312 0</inkml:trace>
  <inkml:trace contextRef="#ctx0" brushRef="#br0" timeOffset="1170.131">4163 9388 4304 0,'0'0'9085'0,"0"0"-7565"16,0 0-776-16,0 0 500 0,88 4-388 15,-56-11-448-15,-1 1-196 0,9-1-28 0,4-2-84 16,0 3-100-16,8 2-112 16,0 4 112-16,-5 0 308 0,-2 7-260 15,-6 8-48-15,-3 9 0 0,-8 6 84 0,0 9 232 16,-4 8 384-16,-9 7-332 16,-2 3-224-16,-9 10-32 0,-4 3 8 0,0 6 88 0,-9 0 60 15,-2 3 0-15,-1-9 48 16,-1-3 13-16,-2-10-77 0,6-13-140 15,2-5-108-15,3-10-4 0,-4-4-48 0,8-6-52 16,-4-10-140-16,4 1-161 0,-4-7-111 16,-1-3-120-16,2 0-248 15,-5-3-288-15,-9-7-904 16,2-9-1980-16,-1 3-2337 0</inkml:trace>
  <inkml:trace contextRef="#ctx0" brushRef="#br0" timeOffset="1342.469">4326 10046 12089 0,'0'0'2976'0,"0"0"-2584"0,0 0-304 16,0 0 564-16,0 0 600 0,96-22-388 0,-69 22-420 15,10-7-296-15,-5 7-68 0,8-6-80 16,-5 2-4-16,-3 1-72 0,0 0-392 16,-8 1-548-16,0 2-272 0,-8 0-804 0,-8 5-1097 15,-4 8-1891-15,-4-1-380 16,-16 14 5200-16</inkml:trace>
  <inkml:trace contextRef="#ctx0" brushRef="#br0" timeOffset="1459.757">4474 10293 3972 0,'0'0'392'16,"0"0"6741"-16,0 0-5325 0,-52 73-692 0,44-54 84 0,8-3 16 0,4 1-284 31,4-6-228-31,12 3-124 0,4-6 192 0,4-1-160 16,7-3-196-16,1-4-200 0,1 0-88 0,2-4-128 15,-3-8-160-15,0 2-532 0,-1-2-288 0,1-1-600 31,-8 3-1008-31,13-3-2873 0</inkml:trace>
  <inkml:trace contextRef="#ctx0" brushRef="#br0" timeOffset="2620.847">6565 10057 808 0,'0'0'808'16,"0"0"-156"-16,0 0 5956 0,-31 90-4748 0,27-68-315 15,0-6-101-15,0 0-28 0,4-10-360 0,0-2-340 16,0-2-208-16,8-2-24 0,-1 0 272 15,10-6-120-15,2-7-8 0,5-9-200 16,4-13-124-16,4-6-156 16,0-9-148-16,0-8-72 0,0-5-48 15,-4 0-52-15,-4 0-24 0,0-2-36 16,-9 5-60-16,2-1 60 0,-2 5 168 0,-2 5-72 16,-2 0-120-16,-3 9 60 0,1 8 60 15,-2 5 72-15,-3 10 64 16,0 9 84-16,-4 4-24 0,4 3 40 0,-4 3-64 0,0 0-36 15,0 0-132-15,0 0 132 0,4 0 4 16,5 6 0-16,-2 7 316 0,5 3-72 16,0 6-4-16,0 8-60 0,4 7-112 15,-4 8 40-15,-1 2-64 0,2 10 24 0,-1 4-64 16,-5 2-8-16,6 3-96 0,-5 2 92 16,3-5-8-16,-2-3 8 0,-1-2 4 15,-1-11 4 1,1-6 44-16,1-6 40 0,-2-6-44 0,5-6-40 0,-3-4-4 15,-5-5 0-15,3-3 0 16,-3-5 0-16,0-4 48 0,-4 2 76 0,4-4 44 16,-4 0 16-16,0 0-36 0,5-6-40 15,-1-11-24-15,3-11 148 0,1-10-48 16,0-10-28-16,0-8-144 16,4-12-12-16,-4-1-120 0,4-1 12 0,4-3-100 0,4 0-36 15,0 0-108-15,3 9-100 16,1 4-52-16,1 10 28 0,-1 8-56 0,-5 10 40 15,1 10-92-15,-4 6-272 0,0 4-564 16,-4 5-276-16,0 4-340 0,-4 3-793 16,3 0-1983-16</inkml:trace>
  <inkml:trace contextRef="#ctx0" brushRef="#br0" timeOffset="3180.286">7677 10172 2704 0,'0'0'548'0,"0"0"-416"0,0 0 3020 0,0 0-1048 0,0 0-836 15,0 0-31-15,0 0 87 0,0 0-240 16,88-47-244-16,-76 47-220 0,4 0 8 16,-5 6 4-16,6 7-60 0,-6 0-112 15,-2 2-48-15,-5 1 8 0,0 3-100 16,0 3-60-16,-4-2-16 0,0-1-96 15,0 0-84-15,0 0-52 0,-4-3-4 0,4-1 40 0,-4-2-48 16,0-4-12-16,4 1-88 0,-5-3 52 16,5-4-12-16,0-3-52 0,0 0-268 15,-4 0-164-15,4-3-188 0,-4-7-240 0,1-6-780 16,3 0-2369-16,-8-9-2091 0</inkml:trace>
  <inkml:trace contextRef="#ctx0" brushRef="#br0" timeOffset="3437.945">7797 9934 132 0,'0'0'9896'0,"0"0"-8271"0,0 0-1101 0,0 0 308 0,0 0 756 15,0 0-564-15,0 0-624 0,0 0-336 0,0 0-64 16,0 0-96-16,0 0-232 0,63-38-628 16,-55 35-912-16,-3 0-3161 0</inkml:trace>
  <inkml:trace contextRef="#ctx0" brushRef="#br0" timeOffset="4294.135">9196 9607 3860 0,'0'0'260'15,"0"0"3596"-15,0 0-1900 0,0 0-99 0,0 0-613 16,0 0-12-16,0 0 208 0,0 0-360 0,0 0-560 15,0 0-84-15,-45-35-248 0,21 35-152 16,1 3-32-16,-5 7-4 0,-8 6 12 16,0 3 72-16,0 4-32 0,-4 5 8 15,1 7 16-15,-2-4 84 0,2 4-88 0,7-3-20 16,4 0-48-16,8-6-4 0,4-5-72 16,9-1 0-16,7-5-28 0,0 1 60 31,7 0 40-31,14 0 124 0,6 3 60 0,4 0-36 15,10-6-48-15,2-1-4 0,2-2-92 16,-2-3 8-16,2-2-12 0,-6-5-104 16,-3 4 100-16,-4-4-180 15,-1 0-272-15,-3 0-200 0,-3-4-328 0,-10 2-424 0,1-1-824 16,-8 0-2845-16</inkml:trace>
  <inkml:trace contextRef="#ctx0" brushRef="#br0" timeOffset="4482.247">8956 10172 3604 0,'0'0'2252'0,"0"0"2953"0,0 0-3869 0,0 0-836 0,0 0 376 15,0 0 392-15,0 0-188 0,80 48-212 16,-53-36-336-16,9-1-184 16,1-3-252-16,-1-1-96 0,3 3-8 0,1-4-116 15,0 1-112 1,0-1-412-16,-1-3-304 0,2 0-536 15,-9-3-1240-15,19 0-4441 0</inkml:trace>
  <inkml:trace contextRef="#ctx0" brushRef="#br0" timeOffset="5237.63">9750 10500 5804 0,'0'0'1252'0,"0"0"2993"0,0 0-2845 32,0 0-76-32,0 0 52 0,0 0-68 0,0 0-324 0,0 0-268 0,0 0-200 15,0 0 76-15,0 0-140 0,43 6-136 16,-15-38-108-16,4-3-96 0,0-10-52 16,7-2-60-16,-3-7-48 0,1-7-16 15,2-5-128-15,1-10-104 16,-1-7-108-16,2-2-172 0,-6-5 24 0,1 5 8 15,-4 9-52-15,-8 6 112 0,0 13 124 0,-4 12 172 0,-4 8 48 32,-5 11 76-32,2 7 64 0,-9 6 40 0,0 8 128 15,-4 0 44-15,0 5 12 0,4 0 24 0,-4 0-36 0,0 7-88 16,0 9 0-16,0 3-36 16,0 9 12-16,0 4-88 0,0 3-12 0,0 3 0 15,0 0-12-15,0 1 8 16,0 5-24-16,0 0 28 0,-4 10 4 0,4 1 0 0,-4 1 108 31,0 4-48-31,-5-2 36 0,5 1 24 0,1-1-4 0,-1-4-44 0,4-10-16 16,0 0-48-16,7-8 188 0,1-4 204 31,5-4-180-31,-2-8-92 0,2-8-116 0,-2-5 168 16,1-7 60-16,4 0-84 0,0-12-88 0,4-8-24 0,4-9-48 15,-3-6 0-15,6-6-60 0,-3-7 0 16,0-2-28-16,0-11 16 0,0-3-52 15,3-8-168-15,-3-4-152 16,0-3 0-16,-3 5 124 0,2 5 96 0,-3 8 40 16,0 7-88-16,-4 10-64 0,4 3 24 15,0 3 12 1,-4 5 88-16,4 5-44 0,-5 3 56 0,-2 6 100 0,-2 6-12 16,1 3 24-16,1 7 12 15,-6-3-176-15,1 6-1000 0,1 0 348 0,-2 0-352 0,1 0-57 0,0 0-471 16,-4 6-584-16,-4-3-912 0,0 10 1168 15</inkml:trace>
  <inkml:trace contextRef="#ctx0" brushRef="#br0" timeOffset="5948.504">10884 10388 3180 0,'0'0'0'16,"0"0"76"-16,0 0 5456 16,0 0-3319-16,0 0-645 0,0 0-408 0,0 0-172 0,0 0-168 15,0 0-28-15,0 0-92 16,5-3-228-16,-1 6-76 0,4 3-48 0,-1 1 84 15,6 5-164-15,-9 4 28 0,3 4-36 0,-3-1 8 0,-4 0-48 16,0 3-112-16,0-6-92 0,-4 0-16 16,1 0-16-16,-1-7-128 0,0-3-224 0,-1-2-124 15,5-4-72-15,-4 0-104 16,4 0-176-16,-4-7-436 0,0-3-1048 0,1-5-1813 16,-1-4-1427-16,4 3 2504 0</inkml:trace>
  <inkml:trace contextRef="#ctx0" brushRef="#br0" timeOffset="6101.849">10944 10201 1136 0,'0'0'4456'31,"0"0"-304"-31,0 0-2707 0,0 0-249 0,0 0 284 16,0 0-392-16,0 0-384 0,0 0-228 16,0 0-144-16,0 0-244 0,88 19-88 0,-72-13-88 0,0 0-404 0,0-2-364 15,3 3-640 1,2-1-1517-16,-5-4-4735 0,-1 9 4889 15</inkml:trace>
  <inkml:trace contextRef="#ctx0" brushRef="#br0" timeOffset="6316.317">11243 10537 8084 0,'0'0'1260'15,"0"0"-512"-15,0 0 441 16,0 0 427-16,76 13-292 0,-52-13-468 0,4 0-164 16,-1 0-108-16,1-3-48 0,4-3-264 15,0-4-196-15,0 1-76 0,-4-4-436 16,0 0-280-16,-4 0-176 0,-5 1-412 0,-2-1-700 16,-2 1-941-16,-6-2-2335 0,-5 8 2516 0</inkml:trace>
  <inkml:trace contextRef="#ctx0" brushRef="#br0" timeOffset="6586.742">11423 10290 1688 0,'0'0'832'0,"0"0"5884"0,0 0-5256 0,0 0-791 16,0 0-25-16,0 0 608 16,0 0 4-16,-25 89-244 0,22-61-308 0,3 1-152 15,0 3-44-15,0 0-96 0,3-4-152 16,1 3-140-16,5-2-120 16,-1-4-52-16,-1-2-8 0,5-4-64 0,-3-3-224 15,6-11-324-15,2-5-180 0,6 0-256 0,1-14-836 16,4-5-2417-16,-8 2-2287 0,8-15 5136 15</inkml:trace>
  <inkml:trace contextRef="#ctx0" brushRef="#br0" timeOffset="6778.344">11909 10229 536 0,'0'0'7948'0,"0"0"-2727"0,0 0-4345 0,0 0-560 16,0 71 176-16,0-46 652 0,0 3 4 15,0 7-432-15,0-3-336 0,4-1-120 16,0 1-176-16,3-3-84 0,1-4 0 0,-3-3-244 16,3 1-496-16,-5-11-200 0,1 5-340 15,0-10-1476-15,0 1-4197 0</inkml:trace>
  <inkml:trace contextRef="#ctx0" brushRef="#br0" timeOffset="7405.031">14383 9883 1160 0,'0'0'1084'16,"0"0"5112"-16,0 0-4412 0,0 0-55 0,71-70-477 0,-62 64 20 31,-9 0-164-31,0 6-300 0,0 0-372 0,-5 0 348 16,-14 3-300-16,-1 10-376 0,-16 2-96 15,-4 10 0-15,-4 8 84 0,0 2 28 0,0 3 36 16,5 0 12-16,3-3-96 0,12-7-28 15,8-2-48-15,4-10-8 0,8-4-140 16,4 1 12-16,4-4 0 0,8 1 16 16,8 3-116-16,4-4 88 0,8 1-40 0,3 0 96 15,1-1 88-15,4 3-132 0,-8 1 132 16,0-3-8-16,-4 5 12 0,-9-2-8 0,-2-1 8 16,-2 2 188-16,-6 2 96 0,-5-4-24 15,-4 4-64-15,0 0-60 0,-8 0-128 16,-4 3 44-16,0-3-52 0,-4-4-188 31,4-1-220-31,-1-6-172 0,10-5-204 16,-5 0-132-16,8-3-448 0,0-5-444 0,4-9-973 0,3-5-1427 0,10-4-660 15</inkml:trace>
  <inkml:trace contextRef="#ctx0" brushRef="#br0" timeOffset="7729.851">14789 10057 5016 0,'0'0'76'15,"0"0"4636"-15,0 0-3007 0,0 0 11 16,0 0-196-16,0 0-148 0,60 77-280 0,-60-54-152 16,0 2-248-1,0-3-80-15,0-2-220 0,0-5-316 0,0-5-76 0,0-1-100 16,8-5 20-16,0-4 80 0,4 0 12 16,4-4-12-16,4-5-112 0,4-11-256 0,4 2-84 0,-4-8-68 0,4-2 28 15,-5 2 80-15,1 1 76 16,0-5 112-16,-4 5 0 0,-4-6-152 0,0 3 36 31,-4-1 52-31,-4 6 148 0,-1 8 140 0,-2 5 64 16,-1 10 224-16,-4 0 244 15,0 13 28-15,0 3 12 0,0 6-176 0,0 4-124 16,0 6 100-16,0 1 44 0,0-3-72 16,0 1-36-16,0-5-160 0,4-1-148 15,0-6-96-15,3-3-24 0,2-2-152 0,3-6-328 16,-1-2-104-16,2-6-280 0,2 0-520 15,-2 0-1172-15,2-8-3129 0</inkml:trace>
  <inkml:trace contextRef="#ctx0" brushRef="#br0" timeOffset="8557.891">15674 9896 3456 0,'0'0'312'16,"0"0"2424"-16,0 0 328 0,0 0-975 0,0 0-733 16,0 0-296-16,0 0-440 15,0 0 8-15,0 0 16 0,-88 48-216 0,68-13-28 16,4 10 60-16,0 2 160 0,4 7-124 0,5-3-128 15,-1-3-108-15,3-8-88 0,5-4-124 16,0-11-48-16,13-9-196 0,2-10 12 16,9-6-16-16,4 0 68 0,4-16-216 0,4-6-244 15,3-11-392-15,2-4-652 16,-2-3-768-16,1-2-777 0,0-3-1551 0,-12 9 105 16</inkml:trace>
  <inkml:trace contextRef="#ctx0" brushRef="#br0" timeOffset="8870.928">16112 9503 5412 0,'0'0'1012'0,"0"0"4145"15,0 0-3801-15,-40 91-336 0,28-42 256 0,-8 1 148 16,4 7-96-16,1 4-208 0,-2-1-296 16,6-3-252-16,-6 0-240 0,10-10-200 0,-1-3-48 15,4-5-84-15,4-10-92 0,0-4-128 16,0-6-12-16,12-3-36 0,0-7 48 0,0-4 60 15,8-5-120-15,-1 0 120 16,5-14-160-16,4 2-12 0,-4-8 76 0,4 1 120 16,-4 3 84-16,-4 4-56 0,-5 2-16 15,6 4-12 1,-5 6 136-16,-4 0 96 0,4 3-20 16,-4 7 132-16,-1 5-8 0,-2 1-28 0,-2 7 136 15,1 0-172-15,-4-2-76 0,5 2 0 16,-5 2-52-16,-1-6 100 0,5 0-108 15,-4 0-76-15,9 0-20 0,-6-6-16 16,5-1-440-16,0-5-424 0,0-4-1316 16,0-3-748-16,4 0-3177 0</inkml:trace>
  <inkml:trace contextRef="#ctx0" brushRef="#br0" timeOffset="9270.206">17188 10046 2964 0,'0'0'8921'0,"0"0"-7629"0,0 0-848 0,0 0-12 16,0 0 756-16,116-33-76 15,-64 31-128-15,3-2-292 0,4 4-136 0,5 0-4 0,5 6-96 16,-2 1-88-1,-3-3-228-15,0 1-140 0,-1-5-60 16,-7 0 12-16,0-5-64 0,-5-8-216 0,-6-4-496 0,-6-5-312 0,1 0-792 16,-16 3-2436-16,0-16-3345 0</inkml:trace>
  <inkml:trace contextRef="#ctx0" brushRef="#br0" timeOffset="9489.367">17869 9747 5616 0,'0'0'6093'0,"-32"85"-4621"0,13-24 128 0,-5 5 324 16,3 1-152-16,6-3-640 0,2-10-532 0,6-10-320 15,7-8-280-15,4-9-80 0,12-10-128 16,3-11 48-16,5-4 16 0,8-2 92 16,0-14-204-16,8-9-200 0,0-5-184 15,0-11-300-15,-5-2-216 16,-3-3-572-16,0-4-368 0,0 1-465 15,-8-8-71-15,0-6-364 0,-5-2-52 0,-2-6 2472 16,-6 18 448 0</inkml:trace>
  <inkml:trace contextRef="#ctx0" brushRef="#br0" timeOffset="10269.975">18264 9303 880 0,'0'0'1708'16,"0"0"-992"-16,0 0-128 0,0 0 4992 0,0 0-3411 16,0 0-301-16,0 0-564 15,0 0-144-15,24 104-72 0,-24-49 40 0,-8 8 8 16,-1 4-160-16,2 3-108 0,-9-1-163 15,4 1-185-15,-4-3-252 0,4-7-180 16,4-9-88-16,-4-6-60 0,7-7-36 16,5-10-24-16,0-6-28 0,0-6-8 0,5-4-64 15,3-8-157-15,4-4-71 0,8-4 92 16,4-11 136-16,4-7-60 0,4-7-112 16,0-2-72-16,-4-1 120 0,-1 0 124 0,-3 10 120 15,-8 5 16-15,0 11 84 0,-4 6 48 16,-4 6 332-16,0 13 172 0,-5 7-160 0,-3 6-208 15,0 0-60-15,0 0-76 16,0-1 60-16,0-3 52 0,0-5-76 0,4-4-72 0,9-7-4 16,-2-5 0-16,10-4-8 0,3-3-144 15,8-10-136-15,3-5-344 16,5-7-212 0,-1-4-696-16,6 1-324 0,-6-5 252 0,-3 5 368 15,-4 3-252-15,-4 0 131 0,-4 0-299 16,-9 6 316-16,2 4 1340 0,-9 8 1340 0,-8 1 732 15,0 3 345-15,0 9-293 0,-8 4-588 16,-4 3-524-16,0 7-344 0,0-2-112 16,0 2 48-16,4-2-4 0,0-1-172 0,4-4-184 15,4-6-168-15,0-7-68 16,0-3-16-16,8 0 68 0,8-3-60 0,4-13 88 0,8-3-88 16,4-11-292-16,3-3-64 0,2-3 88 15,-1-2 36-15,-1-3 44 0,1 3 4 16,0-7-72-16,-1 1-52 0,1-4 60 15,-3-3 52-15,-6 0 48 0,1 4 24 16,-8 2 48-16,4 11 20 0,-8 11 56 16,-4 11 208-16,0 9-72 0,-4 6 124 15,0 9 184-15,0 11 172 16,0 8-296-16,-1 4-248 0,-3 6-12 16,1 3-52-16,-1 2 140 0,0 1 48 15,0 2-100-15,3 1-88 0,10 0 300 0,-6-2 68 16,2-1-228-16,-1-2-144 15,-1-8-4-15,-2-1-4 0,-1-1 0 0,-5-6-8 16,-3-4-40-16,0-6-8 0,0-7-60 16,-3-1-284-16,-10-8-120 0,-6 0 96 0,-2-3-4 0,-3-6-12 15,-4-8 64 1,1-4 196-16,-1-1 168 0,4-7 16 0,4-6 16 16,5-3 36-16,6-2-52 0,5-1 0 15,4-4-4-15,4 7-8 0,12 0-52 0,4 6-32 16,8 3 96-16,4 5 60 0,4 2 4 0,0 3-20 15,3 0-44-15,6 3-76 0,-2 1-96 16,-3-1-460-16,4 0-984 0,-16 4-1160 16,15-4-3133-1</inkml:trace>
  <inkml:trace contextRef="#ctx0" brushRef="#br0" timeOffset="10791.983">22105 9481 5764 0,'0'0'2340'0,"0"0"1593"0,0 0-2577 0,-28 66-340 16,4-25-20-16,-4 10-88 16,-12 13-96-16,-4 2-80 0,-4 4-104 0,0 0-12 15,1 0-76-15,2-6-100 0,6-1-96 16,-1-10-112-16,9-1-60 0,3-12-172 0,3-8-76 15,14-9-144-15,2-7-120 0,5-10-52 16,4-6-24-16,0 0-40 0,9-3-308 16,6-13-276-16,13-10-76 0,4-6-660 0,12-12-444 15,0-10-685-15,-8 13-2115 0</inkml:trace>
  <inkml:trace contextRef="#ctx0" brushRef="#br0" timeOffset="11068.587">22228 9471 2916 0,'0'0'796'0,"0"0"4968"0,0 0-3903 0,0 0-389 15,0 0-732-15,0 0 60 16,0 0 212-16,75-58-116 0,-67 71-148 16,1 12 32-16,-5 5-148 0,3 11 20 15,-7 9-136-15,4 4-172 0,-4 3-40 16,0 0 0-16,0 2-108 0,0-7-36 16,4-4-64-16,-4-3-92 0,0-7-4 0,0-9-60 15,0-8 48-15,0-4-36 0,0-9 40 16,0-3 8-16,5-5 52 0,-5 0 32 0,4-7-84 15,7-5-104-15,1-14 44 16,12-12 48-16,4-10-64 0,4-9 4 0,0-6 68 0,3-8-92 16,6 2-112-16,-1 2-172 0,-5 7-160 15,5 9-72-15,-3 9-80 0,-6 17-136 32,1 9-600-32,-9 7-808 0,-2 7-909 15,3 2-2607-15</inkml:trace>
  <inkml:trace contextRef="#ctx0" brushRef="#br0" timeOffset="11284.478">22865 9876 1540 0,'0'0'9100'15,"0"0"-8031"-15,0 0-697 0,0 0-104 0,0 0 576 16,0 0 236-16,0 0-396 0,76 74-244 16,-68-61-24-16,0 6 40 15,-3 0-84-15,-5 6-84 16,0 4-40-16,-5-1-60 0,1 4-64 0,-4-3-48 15,4-4-64-15,-3-6-8 0,7-3-4 16,-4-7-52-16,4-2-84 0,0-7-648 0,0 0-132 16,4-13-184-16,3-2-716 0,1-11-2505 0,-4 7-2843 15,5-19 7112-15</inkml:trace>
  <inkml:trace contextRef="#ctx0" brushRef="#br0" timeOffset="11404.711">23020 9620 7536 0,'0'0'2564'16,"0"0"-927"-16,0 0-1365 0,0 0-28 0,0 0 636 16,0 0 88-16,0 0-336 0,0 0-392 0,92 0-240 15,-68 0 0-15,4-3-808 0,0-1-940 16,-8-2-2681-16,8 0-3558 0</inkml:trace>
  <inkml:trace contextRef="#ctx0" brushRef="#br0" timeOffset="12061.496">24882 9763 2720 0,'0'0'80'16,"0"0"5160"-1,0 0-3152-15,0 0-579 0,0 0-677 0,0 0-180 0,0 0-80 16,0 0 76-16,0 0-28 16,0 0-228-16,-28 48-228 0,-4-27-76 0,-4 4-80 0,-8 5 40 15,4-2 180-15,-7 4 20 0,-1 0 96 32,-1-4 116-32,10 1 40 0,-1-3-128 0,5-5-188 15,7-1-108-15,7-8-68 0,6-2-8 16,6-4 0-16,1-3-52 0,8 0-44 15,0-3-16-15,0 0-40 0,8 3 16 0,5 1 136 16,6-1 132-16,9 0-20 0,0 0 0 0,8 1-104 0,0-2-8 16,4 5-48-16,3-4-28 0,2 4 68 31,-2-1 8-31,5 4 0 0,4-3 92 0,-4 1-4 16,-1 3 8-16,-3-5-44 0,0-1 44 0,-4-2 16 15,0 1-48-15,-12-4-64 0,0 3 60 16,-9-3 40-16,1 0-4 0,-8 0 16 15,-3 0 24-15,-5-3 48 0,-1-1 88 0,1 1 316 16,0-6 72-16,0-7-344 0,5-3-184 0,-5-9-84 16,-1-4 16-16,1-10-4 0,-4-5-60 15,0-7-140-15,-4-10-372 0,-8-3-220 16,4-2-336-16,-7-1-688 0,2 4-1152 0,5 19-1857 16,-8-8-1899-16</inkml:trace>
  <inkml:trace contextRef="#ctx0" brushRef="#br0" timeOffset="13820.736">25164 9585 1472 0,'0'0'1920'0,"0"0"-1920"15,0 0-248-15,0 0 248 0,0 0 3164 16,0 0-1356-16,0 0-848 0,0 0-132 16,0 0 176-16,0 0-539 0,0 0 35 0,-20 0-48 15,12 3-248-15,-3 8-64 16,-2-3 116-16,-2 2-52 15,-2-1 88-15,2 1 28 0,-1 3-104 16,-4 2-24-16,-4-3-68 0,4 8-120 0,-8-1-4 0,5 3-100 16,-5 1 48-16,0-1-72 0,0 0-16 15,0 0 36-15,4 1-136 0,4-8-104 0,0 2-4 0,4-2-240 16,4-5-192-16,1 2-641 16,-2-5-691-16,9 2-1008 0,0-6-1052 0,0 4 3608 0</inkml:trace>
  <inkml:trace contextRef="#ctx0" brushRef="#br0" timeOffset="14308.445">26336 9503 940 0,'0'0'6672'0,"0"0"-4324"0,0 0-1211 0,0 0-457 0,0 0 548 32,0 0 72-32,0 0-216 0,0 0-212 0,0 0-260 15,0 0-104-15,-84 72 52 0,57-34-80 16,-6 13-60-16,-3 10-100 0,-3 8 84 0,-1 1 24 15,-4 6-148-15,0 1-84 0,0-4-36 16,4-4 8-16,8-4-168 0,5-6-4 16,2-8-252-16,10-6-36 0,3-11-24 15,8-11-16-15,0-4-108 0,4-9-92 0,0-7-132 16,4-3-192 0,4-3-260-16,4-11 60 0,8-8-876 15,8-8-2049-15,0-10-1499 0,-5 6 2624 0</inkml:trace>
  <inkml:trace contextRef="#ctx0" brushRef="#br0" timeOffset="14665.782">26328 9547 2584 0,'0'0'4240'0,"0"0"-1204"0,0 0-1307 0,0 0-677 0,0 0-236 31,0 0 300-31,0 0-4 0,4 89-384 0,4-49-164 16,-5 9-68-16,6 5-64 0,3-1 112 15,-5 5-40-15,2-4-292 0,-5-4-40 0,4-1-100 0,-1-9-24 16,-3-5-48-16,0-6 64 0,5-7-52 16,-2-6-12-16,-3-2-8 0,0-6 4 0,0-4-64 15,1-2 68-15,3-2 124 0,-1-6-40 16,5-7 88-16,8-5-172 0,4-11-44 16,0-6-28-16,3-6-100 0,1-10-12 15,0-6 48-15,0-7-172 0,0-6-60 31,0-2-176-31,-4-4 84 0,1 5 28 0,-6 5-44 0,1 9 104 16,0 9-96-16,0 10-212 0,-4 9-128 0,0 7-20 16,0 6-268-16,-8 10-577 0,-1 3-331 15,2 3-1000-15,-5 6-1284 0,0 3 3440 16,-4 11 281-16</inkml:trace>
  <inkml:trace contextRef="#ctx0" brushRef="#br0" timeOffset="14926.774">26746 10090 3392 0,'0'0'5992'16,"0"0"-5084"-16,0 0-624 0,0 0 193 0,0 0 947 16,0 0-248-16,0 0-468 0,0 0-276 15,0 0-28-15,0 0-116 0,60 82-60 16,-56-60-52-16,0 4 60 0,0 0-80 15,-4 2-44-15,0-2-12 0,0-1-88 16,0-3 100-16,0-3-108 0,0-3 48 16,-4-6-52-16,4-3-76 0,0-5-48 0,0-2-220 15,0 0-344-15,0-7-360 16,4-5-492-16,4-4-1057 0,3-9-2539 16,-6 6 17-16</inkml:trace>
  <inkml:trace contextRef="#ctx0" brushRef="#br0" timeOffset="15071.648">26858 9846 1344 0,'0'0'4244'15,"0"0"408"-15,0 0-3031 0,0 0-581 0,0 0 220 0,0 0-48 0,91-3-408 16,-67 6-464-16,4 0-340 0,-3-3-52 16,2 2-316-16,1-2-724 0,0 4-812 0,-4-2-2653 15,-8 3-3986 1,-1 4 8543-16</inkml:trace>
  <inkml:trace contextRef="#ctx0" brushRef="#br0" timeOffset="15241.043">27189 10153 1252 0,'0'0'260'0,"0"0"7180"0,0 0-5808 0,0 0 437 0,0 0 79 15,95-3-412-15,-63-7-700 0,4-2-420 0,3-1-320 0,-2-3-296 0,2 0-72 0,-3-3-360 31,-4 1-348-31,-4 1-288 0,-4-1-656 16,-5 1-1124-16,-6 2-2013 0,-5 2-1755 0</inkml:trace>
  <inkml:trace contextRef="#ctx0" brushRef="#br0" timeOffset="15435.265">27387 9883 3856 0,'0'0'612'0,"0"0"1952"15,0 0-8-15,-39 96-247 0,27-58-305 0,4 0-296 16,4 0-340-16,-4 0-476 0,4-3-396 16,4-2-276-16,0-6-108 0,0-2-112 15,0-5 0-15,12-1-112 0,0-6-136 16,8-4-456-16,0-6-180 0,8-3-420 16,0-6-1120-16,-5 0-3041 0,10-14-903 0</inkml:trace>
  <inkml:trace contextRef="#ctx0" brushRef="#br0" timeOffset="15616.533">27798 9881 364 0,'0'0'6812'0,"0"0"-5164"16,0 0-56-16,0 0 105 0,0 0 39 16,-4 88-268-16,0-53-196 0,0 0-376 15,0 0-216-15,0 0-224 0,4 0-148 0,0 0-208 0,0 4-100 0,0-6-88 16,4 9-268-16,4-1-28 0,-4 1 28 15,-4-7-740-15,0 0-840 0,0-13-2961 0,0 16-3267 32</inkml:trace>
  <inkml:trace contextRef="#ctx0" brushRef="#br0" timeOffset="16900.711">1856 12312 4912 0,'0'0'6433'16,"0"0"-5165"-16,0 0-476 16,0 0-116-16,0 0 736 0,0 0-380 0,0 0 152 15,92 32-244-15,-57-19-192 0,6-1-380 16,6 5-100-16,1-6-208 0,0 3-60 15,8-4-100-15,-4-1 96 0,0-3-40 0,3-3-32 32,-3 1 64-32,-4-4-108 0,-1 0-236 0,-2 0-284 15,-6 0-372-15,-7 0-320 0,-12 0-876 16,-4 0-836-16,-16 6-2857 0</inkml:trace>
  <inkml:trace contextRef="#ctx0" brushRef="#br0" timeOffset="17107.258">2235 12649 3856 0,'0'0'64'16,"0"0"264"0,0 0 1572-16,0 0 308 0,0 0-704 15,0 0-472-15,0 0 89 0,0 0-161 16,47 70-68-16,-11-57-68 0,8-4-156 16,4 1-140-16,4-4-124 0,-5-3-216 0,1-3-188 15,1 0 0-15,-10-3 0 0,1-3-112 16,-1-4-132-16,-6-3-724 0,-6-3-640 15,-7 4-1365-15,1-10-4275 0</inkml:trace>
  <inkml:trace contextRef="#ctx0" brushRef="#br0" timeOffset="17372.563">2390 12153 1436 0,'0'0'2136'15,"0"0"120"-15,0 0 640 0,0 0-1680 0,0 0 1 0,0 0 487 16,87 23-368-16,-50-10-376 0,3 2-152 0,3 8-328 16,-3 2-196-16,0 4-208 0,0 2-64 15,-5 7-4 1,-7 3 72-16,0 7-80 16,-7 0-12-16,-10 4 0 0,2 0 12 0,-13 3 0 15,0-4-4-15,-9-1-104 0,-3 0 8 16,-4-4 96-16,-3-2-4 0,-5-3-80 15,3-3-36-15,-2-2-120 0,-5-5-80 16,4-6-168-16,-4-2-352 0,0-7-544 0,0-1-828 0,4-5-1897 16,-12-4-1115-16</inkml:trace>
  <inkml:trace contextRef="#ctx0" brushRef="#br0" timeOffset="19551.951">5278 12416 4204 0,'0'0'600'0,"0"0"2916"16,17-69-2208-16,-13 44-148 0,-1-4-323 16,1-2 87-16,-4-1 276 0,0-1-32 0,0 5-128 15,0 0-272-15,-7 6 92 16,-1 0-168-1,-5 3-200-15,-2 3-172 0,-2 3-36 0,-2 1-224 0,-5 5 120 16,0 0-180-16,0 4-12 0,-4 3-48 0,-8 3-124 16,4 7 12-16,-7 13 36 0,3 2 36 0,-4 9-32 15,0 15 68-15,0 3-8 0,5 13 60 0,3 4 12 16,4 8-4 0,4 2 0-16,8 4-60 0,4-1-20 0,4-6 84 15,8-2 80-15,0-8 32 0,8-6-28 0,12-9 16 16,4-3 36-16,3-10-52 0,6-6-76 0,-1-4 4 15,4-6 32 1,-1-5-44-16,1-5 0 0,-4-5-88 16,0-7 88-16,-1 0 4 0,1-7-4 0,-4-5-172 0,-4-7-196 0,-3-4-164 31,-6-6-284-31,1-2-968 0,-8-4-1456 16,-4 10-2857-16</inkml:trace>
  <inkml:trace contextRef="#ctx0" brushRef="#br0" timeOffset="19869.356">4936 12776 8564 0,'0'0'5121'16,"0"0"-4309"-16,0 0-544 0,0 0 248 0,0 0 556 15,0 0-200-15,95 63-440 0,-74-59-144 0,7-1-188 16,-4-3-100-16,-1 0-48 0,1-3-100 16,-4-4-248-16,4 1-264 0,-8-1-20 15,0 0-288-15,-4 2-436 0,-5-2-396 16,-3 5-253-16,1-5 85 0,-5 7 500 0,0 0 48 15,-9 0 1420-15,2 0 756 0,-1 2 416 16,0 9 280-16,0-3 64 0,4 9 21 16,0 6-193-16,0 2-120 0,4 3-336 15,0 7-296 1,4 0-128-16,4 2-172 0,-5 5-68 16,6-3 124-16,-1-4 16 0,0 2-56 15,-1-4-200-15,2 1-108 0,-1-5-112 0,-1-7-84 16,6 0-168-16,-5-6-220 0,3-7-376 0,2-2-504 15,2-7-800-15,-2 0-1733 16,2-7-2447-16</inkml:trace>
  <inkml:trace contextRef="#ctx0" brushRef="#br0" timeOffset="20529.598">7275 12176 3068 0,'0'0'9261'16,"0"0"-8037"0,0 0-576-16,0 0 188 0,0 0 460 15,0 0-200-15,0 0-436 0,0 0-376 16,-12 98-28-16,12-38 64 0,4 17 284 0,-4 9-40 16,0 6-212-16,0-3-36 15,0-3-36-15,0-11-108 0,-4-5-172 0,0-10-72 16,0-13-76-16,-1-11 16 0,5-10 8 15,0-11-84-15,0-8-120 0,0-4-124 16,0-3 208-16,5 0-52 0,3-6 92 0,4-7 200 16,0-6-80-16,4-3-160 0,-4-5-164 15,4 2 0-15,-9 3 24 0,6 4 100 0,-5 1 196 16,3 11-24-16,-2 3-100 0,-1 3 100 16,7 7 112-16,-2 5 360 0,-2 8 52 0,6 5-188 15,-2 2-64-15,-2 6-112 16,2-1 100-16,-4-4-12 0,-2-3 88 0,3-1-200 15,-5-10-24-15,6 0-100 0,-1-5-84 32,4-6 12-32,-1 1-300 0,13-4-348 0,0-11-956 15,4-4-2625-15,-4 3-2283 0,12-11 4900 0</inkml:trace>
  <inkml:trace contextRef="#ctx0" brushRef="#br0" timeOffset="20857.365">8128 12884 8624 0,'0'0'4973'16,"0"0"-4225"-16,0 0-480 16,-92 38 424-16,52-13 640 0,4 4 0 0,0 9-348 0,4 3-368 15,4-3-76-15,9 1 128 16,6-7-228-16,6-10-256 0,3-6-136 16,4-4-48-16,0-5-184 0,0-5-12 0,4-2-20 0,7 0 68 0,2-7 148 15,2-5-160-15,9-3-20 0,-3-10-92 0,3-5-44 16,-1 2-76-16,-3 0 24 0,-3 2 96 15,-2 7 12-15,-4 7 88 0,2 2-12 16,-9 7 60-16,4 3 124 0,-8 0 308 16,3 6 212-16,1 7-44 0,-4 3-132 15,9-1-124 1,-9 5-72-16,4-1-60 0,0 0 16 0,0-3-104 16,3-4 0-16,-3-3-148 0,9 2 28 15,-6-9 8-15,10 1-352 0,-6-3-40 16,10-3-260-16,-6-5-676 0,-2-6-1412 0,10-8-3369 15</inkml:trace>
  <inkml:trace contextRef="#ctx0" brushRef="#br0" timeOffset="21121.324">8678 12821 9128 0,'0'0'6521'0,"0"0"-5189"15,0 0-984-15,0 0-16 0,0 0 536 0,-45 82 212 16,26-53-332-16,-5 3-324 0,3-5-116 15,6-2-104-15,-1 2-80 16,8-8-112-16,0 0 84 0,4-3-84 0,4-1-12 0,0-2 0 0,8 1-84 31,0 0-40-31,8-1 52 0,0 4 12 0,4-2 48 16,-5-2-36-16,6 3 40 0,-1 0-44 16,-9-1 48-16,1-2-8 0,-3 0-48 15,-5 0 52-15,-1-1-40 0,-3 1 36 16,-3-3-196-16,-5 2-268 0,-9-3-24 0,1 2 96 0,-3-9 96 15,-5 1-72-15,-1-3-252 0,1 0-336 16,1-3-676-16,-5-5-956 16,0-6-2717-16,4 4-2135 0,-15-12 7409 0</inkml:trace>
  <inkml:trace contextRef="#ctx0" brushRef="#br0" timeOffset="22274.743">10893 12633 2784 0,'0'0'9653'16,"0"0"-8633"-16,0 0-844 0,0 0 80 0,0 0 240 0,-100-10-56 16,68 20 116-16,0 6 96 0,4 6 152 15,-4 7-144-15,0 5-164 0,4 8-16 16,1 5 172-16,7 5-112 0,0 1-172 16,4-2-36-16,4 0-4 0,8-6-72 15,0-8-244-15,4-8-12 0,4-6-196 0,5-8-120 16,10-5-232-16,5-8-16 0,8-2-152 15,3-15-84 1,10-3-396-16,-2-12-452 0,1-1-268 0,0-1-537 16,-4 0-655-16,-1 1-144 15,-7 1 1284-15,-8 9 1968 0,-4 2 168 0,-4 6 1996 0,-4 6 360 16,-4 7-472-16,0 0-552 0,1 10 69 16,2 2-117-16,1 12-460 0,4-3-312 15,0 4-204-15,0 1 8 0,-1-4 24 16,2-3 52-16,-2-6-148 0,-2-4-80 15,2-5-72-15,5-4 0 0,-3-4-28 16,2-5 0-16,1-10-64 0,0-3-168 0,-4-5-120 16,4 2-236-16,-4-2-88 15,-4-3 12-15,0 5-16 0,-4 3 52 0,-1 3 132 16,-7 0 156-16,0 3 108 0,-7 4 112 16,-5-1 88-16,-4 7 88 0,0 1 44 0,-8 5 4 15,4 0-88-15,-3 14-100 16,-1 2-48-16,-1 3-16 0,1 3 28 0,5-3-52 15,3 3-60-15,4-6-136 0,0-2-24 16,4-2-84-16,4-3-316 0,0-3-284 0,4-3-312 16,0 0-804-16,8-3-1933 15,0-6-1887-15,4-2 1856 16</inkml:trace>
  <inkml:trace contextRef="#ctx0" brushRef="#br0" timeOffset="22719.946">11498 12783 4256 0,'0'0'7009'0,"0"0"-4613"0,0 0-1660 0,24 73-520 16,-24-48 440-16,0 6 740 0,-4 1-328 16,0-4-216-16,-3 2-212 0,2-9-112 15,5-1-224-15,0-8-224 0,0-5-80 0,0-1-100 16,0-6-108-16,5 0-148 0,2 0 4 16,5-10 348-16,8-2-76 0,0-7-180 15,0 0-172-15,4-3 28 0,0 0 92 16,-5 2 76-16,5 4 40 0,-7 7 20 0,-2 2 28 15,-7 7 20 1,-3 0 128-16,-1 7 428 16,-1 2 156-16,-3 7-88 0,0 4-176 15,4-1-136-15,-4-4 12 0,0-2 16 0,0-3-52 16,4-4-160-16,0-3 0 0,5-3-52 0,2 0 44 16,1-7 8-16,0-5 0 0,4-4-36 15,4-3-112-15,-1-4-60 0,2 4 60 16,-1 1 12-16,-1 5 36 0,1 0 16 15,1 7-12-15,-6 0 96 0,-2 6 12 0,2 0 76 16,-7 3 220-16,4 9 196 0,-4 4-148 16,0 3-172-16,-4 0-48 15,4 6-88-15,-4-2-36 0,0-2 44 0,-4-1-56 16,4-1 0-16,0-3-8 0,0-3-64 16,-4-7-64-16,4 1-600 0,-4-4-288 0,0-3-192 15,4 0-1200-15,-4-3-2733 0,0-4-2427 16,8-5 7028-16</inkml:trace>
  <inkml:trace contextRef="#ctx0" brushRef="#br0" timeOffset="22957.635">12287 12852 7340 0,'0'0'5185'0,"0"0"-3553"0,0 0-1228 16,0 0-200-16,4 89 524 0,-4-47 456 15,4 5-276-15,5 13 168 0,-2 3 236 16,5 7-616-16,4 7-28 0,0 6 341 15,4 2-489-15,-5 5-120 0,2-5-144 0,-2-3-76 16,-6-5-84-16,-1-5-96 0,-5-7-72 16,1-9-268-16,-4-2-140 0,0-6 32 0,0-10-16 0,0-7 15 15,-4-11-219-15,4-8-260 16,0-12-264 0,0-12-476-16,0-14-596 0,0-15-124 0,0-13 287 0,0-13 57 0,4-9-804 15,-4 12-1624-15,0-41 3940 0</inkml:trace>
  <inkml:trace contextRef="#ctx0" brushRef="#br0" timeOffset="23191.442">12459 12928 860 0,'0'0'10341'0,"0"0"-8813"0,0 0-712 0,0 0-116 0,0 0 576 16,0 0-232-16,0 0-372 0,0 0-224 0,87-35-16 16,-67 35-76-16,4 4-108 0,4 2-100 15,-9 3-36-15,6 4-28 16,-9 1 28-16,-1 0-16 0,-7 5 40 0,-3 4-48 15,-5 3-4-15,0-1-72 0,-13 4-12 16,-6 2 0-16,-1-3-196 0,-4 2-136 0,0-8-60 16,4 0-116-16,0-7-112 0,5-8-224 15,-2-4-336-15,9-3-452 0,5-17-476 16,3-4-345-16,0-10-767 0,7 6-1288 16,5-24 3544-16</inkml:trace>
  <inkml:trace contextRef="#ctx0" brushRef="#br0" timeOffset="23469.96">12853 12884 2720 0,'0'0'9969'0,"0"0"-8325"0,0 0-812 0,3 88-100 15,-6-56 668-15,-1-3-160 0,4-7-452 16,0-2-384-16,0-11-248 0,4-3-92 0,8-3 20 16,4-3-84-1,0-6 0-15,8-10-148 0,-1-6-108 0,5-4-48 16,-4-6-40-16,0 5-64 0,-4-3 12 15,-4 5 164-15,0 0 56 0,-8 3 64 16,-4 3-36-16,-4 3 112 0,-4 3 36 0,-8 1 100 16,-8 7 172-16,0 3-12 0,0 2-112 0,-3 7-12 15,2 2 0-15,1 3-52 0,5 4-72 16,-5-3-12-16,8 3-48 0,-4-6-52 0,8-1-8 16,0 1-152-16,4-7-236 0,-1 0-188 15,5 0-420-15,0-3-612 0,0 0-2369 16,0 3-2423-16,13-3 3560 0</inkml:trace>
  <inkml:trace contextRef="#ctx0" brushRef="#br0" timeOffset="24709.262">13387 12627 4408 0,'0'0'636'0,"0"0"3760"0,0 0-3052 0,0 0-171 15,0 0-61-15,0 0 324 0,0 0-88 0,0 0-304 16,0 0-412-16,0 0-332 0,4 3-80 15,-8 6-108-15,-8 4-60 16,0 3-48-16,-1 3 56 16,-2 0 88-16,3 3-28 0,0 1-120 15,0-2-8-15,-4 4-92 0,4-1 100 0,5-2-60 16,-2-3-52-16,5-3-12 0,4-4-48 16,0 1-40-16,9-7 76 0,6 4-64 15,5-4 128-15,0-3 20 0,8 1 4 0,4-2-52 16,-4 5 52-16,0-1-28 0,-1 0-24 15,1 7 12-15,-7 4 88 0,-6-5 184 0,-3 4 88 16,-4 3-12-16,-4-6-8 0,-4 2 44 31,0 5-88-31,-7-8-60 0,-2 7-48 0,1-6-52 16,-3-1 16-16,-2 1-52 0,5-7-4 16,-3 1-8-16,2-3-184 0,5-4-412 15,0 0-220-15,0-4-364 0,4-9-548 0,0-6-1288 16,8-3-2449-16,1 3-43 15</inkml:trace>
  <inkml:trace contextRef="#ctx0" brushRef="#br0" timeOffset="24872.568">13773 12852 7400 0,'0'0'4405'0,"0"0"-2461"0,0 0-1260 0,0 0-304 0,0 0 276 16,0 0 464-16,4 82-136 15,-8-58-380-15,-4-6-208 0,4 1-212 0,-3-3-172 16,2-4-12-16,1-5-160 0,0-1-368 0,4-6-204 15,0 0-252-15,-4 0-768 0,0-9-2729 16,1 3-3407-16</inkml:trace>
  <inkml:trace contextRef="#ctx0" brushRef="#br0" timeOffset="25023.747">13841 12602 3284 0,'0'0'9985'16,"0"0"-8081"-1,0 0-1504-15,0 0-48 0,0 0 192 0,0 0 40 16,0 0-148-16,0 0-400 0,0 0-36 16,100-26-472-16,-72 7-468 0,4-6-644 0,-4 2-1248 15,11-15-3825-15</inkml:trace>
  <inkml:trace contextRef="#ctx0" brushRef="#br0" timeOffset="25258.187">14530 12132 8688 0,'0'0'4789'0,"0"0"-3977"0,-20 89-176 0,12-39 644 0,1 4 256 15,-2 7-204-15,5 2-132 0,0 0-344 0,4-3-224 16,0 1-195-16,0-4-181 0,8-3-232 0,-3-3-24 16,6-7-196-1,-3-5-72-15,0-8-61 0,1-8 13 0,-2-4-12 16,1-10 12-16,-4 0-184 15,5-6-172-15,-9-3-152 0,0 0-16 16,0 0-228-16,0-6-704 0,-13-2-1204 0,1-6-1173 0,-4-2-239 16,1-6 1948-16,-2 6 2180 15</inkml:trace>
  <inkml:trace contextRef="#ctx0" brushRef="#br0" timeOffset="25436.154">14259 12643 4192 0,'0'0'156'15,"0"0"6228"-15,0 0-5019 0,0 0-457 0,0 0-244 0,0 0 72 16,0 0 184-16,0 0-12 0,0 0 116 15,0 0-168-15,0 0-240 0,107-10-272 16,-62 0-136-16,2-5-132 0,5-4-76 0,-4-1-40 16,0 1-60-16,-4-3-244 0,0 3-236 15,-9 0-472-15,1 0-516 0,-8 6-1436 32,4 1-2633-32,-8 2-495 0,0 1 5376 0</inkml:trace>
  <inkml:trace contextRef="#ctx0" brushRef="#br0" timeOffset="25588.628">15049 12566 6732 0,'0'0'6405'0,"0"0"-4793"16,-4 67-956-16,-1-42-240 0,-3 10 528 15,4 0 432-15,-3-3 40 0,3-1-488 0,-1-6-428 0,1-5-232 16,4 0-196-16,0-8-72 0,0-2-72 0,-4-4-148 16,4-3-192-16,0-3-360 15,-4 0-256-15,-3 0-456 0,-6-6-1508 16,5-4-3517-16,-11-9-323 0</inkml:trace>
  <inkml:trace contextRef="#ctx0" brushRef="#br0" timeOffset="25742.745">14881 12414 7292 0,'0'0'4605'0,"0"0"-3133"0,0 0-788 0,0 0-152 16,0 0 140-1,80 19-196-15,-61-9-364 0,9-4-112 16,-4 3-60-16,0 1-280 15,4 0-644-15,-8-1-748 0,4 4-1473 0,-8-7-4187 0,12 7 5852 16</inkml:trace>
  <inkml:trace contextRef="#ctx0" brushRef="#br0" timeOffset="26269.343">15359 12804 6064 0,'0'0'5401'0,"0"0"-3737"16,-4 74-1000-1,4-55-284-15,-4 0 292 0,4-7 660 0,0-6-380 16,0 1-492-16,4-7-128 0,4 0 88 15,8-9-84-15,4-7-336 0,4-7-136 16,4-5-372-16,0-1-160 0,-5-3 108 16,1 4 100-16,-7-1 180 0,-2 4 280 15,-7 0 0-15,-3 2 216 0,-5 1 72 16,-5 6 96-16,-3 3 88 0,-4 4 148 0,0 6 48 0,0 3-288 16,-3 3-96-16,-1 10-188 0,-1-1-44 15,2 7 144-15,-6 1 84 0,10-5 40 0,-1 1-28 16,4-3-184-16,4-1-108 0,0-5-68 0,0-1-152 15,4-6-220 1,0 0-208-16,0 0-28 0,4-3-128 16,4-2-88-16,4-9-240 0,4 1-724 0,0 1-724 0,3-1-5 0,-2 4 885 15,3 2 828-15,-1 4 872 32,1 3 80-32,-4 0 1840 15,0 3 628-15,0 7-43 0,-4 2-305 0,4 1-72 0,0 3-808 16,-4 1-620-16,-5-5-24 0,6-3 284 0,-1 3-203 15,0 2-213-15,0-5-240 0,3-2 20 16,2-1 160-16,-6-3-344 0,2-3-140 0,-2 0-4 16,6 0 0-16,-2-9-128 0,1 2-108 15,0-5 20-15,0 1 28 0,-4 3 36 0,0 1-16 16,0 3 64-16,-4 2 12 16,-4 2 36-16,4 0-4 15,-4 0 64-15,0 2 48 0,4 5 172 0,-4 2-88 0,-1 5-132 16,1-2-84-16,1 1-120 0,-1 2 44 15,0-5-300-15,4 0-537 0,-5-1-459 0,6 1-628 16,3-1-908-16,-1-2-1177 16,2-1-5199-16</inkml:trace>
  <inkml:trace contextRef="#ctx0" brushRef="#br0" timeOffset="27619.4">17519 12341 9168 0,'0'0'1372'15,"0"0"-123"1,0 0-57-16,0 0 396 0,0 0 76 15,0 0-120-15,0 0-444 0,0 0-352 0,0 0-308 16,0 0-384-16,-36-2-56 0,12 16-52 16,-8 5-8-16,0 6 60 0,-4 8 0 15,1 2 0-15,2 3 0 0,-3 3 8 16,8-2-8-16,5-1-40 0,3-7 40 0,8 1 0 16,7-10-112-16,5-3 4 0,9-3-40 15,3-4 100-15,12 1-88 0,0-7 40 16,4 1 8-16,4 0-8 0,-4-4 44 15,4-1 40-15,-5 2-36 0,-3 3 40 0,0-1-92 16,-9 2 100-16,-2 3 0 0,-5-2 0 16,-5 4 172-16,-3 0 88 0,0 0-64 15,-3 2-48-15,-9 1-40 0,-1-3-8 0,2 2-28 16,-1-2 24-16,0 0-20 0,0-7-64 0,0 0 60 16,4-2-72-16,0-4-36 15,0 0-268-15,5-7-288 16,-2-2-68-16,-3-7-132 0,8-3-164 0,0-3-476 0,0 0-1016 31,13-3-1909-31,-6 8-2203 0,5-8 5048 0</inkml:trace>
  <inkml:trace contextRef="#ctx0" brushRef="#br0" timeOffset="29352.902">9259 10134 3332 0,'0'0'5312'0,"0"0"-2755"0,0 0-913 0,0 0-512 0,0 0 248 16,0 0 88-16,0 0-28 15,0 0-480-15,0 0-396 0,0 0-220 0,0 3-100 16,0-3-12-16,0 0-28 0,0 3-56 16,4 4-40-16,0 5 40 0,0 8 72 15,4 5 132-15,-4 10 181 0,4 2-277 0,0 5-256 16,0 3-12-16,-1-1 4 0,2-2-100 0,-1-1-4 31,3-3-44-31,2-3-136 16,-5-6-353-16,3-8-295 0,2 2-208 0,-2-8-880 15,-3-1-2064-15,5-3-2845 0</inkml:trace>
  <inkml:trace contextRef="#ctx0" brushRef="#br0" timeOffset="30986.571">17749 12656 2824 0,'0'0'16'15,"0"0"-16"-15,0 0 5496 0,0 0-3424 0,0 0-671 0,0 0-337 16,0 0 32-16,-7-4 120 16,7 4-324-16,0 4-140 0,0-4-156 15,0 0-84-15,0 0-108 0,0 0-132 0,0 2-124 16,0-2-48-16,0 0-88 0,0 0-4 16,0 0-4-16,0 0-4 0,7 0 136 15,6 0-52-15,-2 0 76 0,6 0-72 0,-2-9-88 0,6-1 0 16,-2-2-124-16,1-7-84 0,0 2-52 15,0-5-36-15,0 0 0 0,-4-3-100 16,4 3 0-16,-8 0 60 0,0 2 136 16,-5 5-48-16,-3 2 248 0,-4 6 24 0,0 0 152 15,0 2-128-15,-7 5 28 0,-5-3-76 16,-4 3 136 0,0 0-60-16,0 3-68 0,-5 2 4 15,2 6-4-15,-1-2 80 16,1 4 0-16,-5 0 8 0,3 3 4 0,6 3 0 15,-5 3 24-15,3 3 12 0,2 3-48 16,3 8 12-16,0 5-40 0,4-3 40 0,4 7-28 0,0-5 64 16,4 2-24-16,0-7 12 0,8-3-64 15,0-7 16-15,-1-6 20 0,10-3 4 16,-6-4-96-16,6-1 4 0,-2-9-8 16,9-2-100-16,-3 0 40 0,6-6-136 0,-3-7-188 15,0-2-260-15,0-5-200 0,0-2-288 0,-5-3-1272 16,2 3-2617-16,-5 0-3218 0,3-8 8239 15</inkml:trace>
  <inkml:trace contextRef="#ctx0" brushRef="#br0" timeOffset="31250.448">18399 12446 2520 0,'0'0'5760'0,"0"0"-4272"0,0 0-171 0,0 0 315 0,0 0-80 15,16 86-152-15,-16-54-456 0,0 1-320 16,0 9-92-16,-4-3 148 0,0-2-88 16,0 1-336-16,0-2-56 0,-4-4-92 0,-4 3-100 15,5-7 44-15,-2-3-44 0,1-2-8 16,1-8 76-16,3-4-4 16,4-5-60-16,0-6 100 0,0 0-4 0,0 0-28 0,0-11-80 15,11-8-160-15,6-6 100 16,6-13-124-16,5-3-36 15,0 0-372-15,0-4-172 0,0 4-204 0,-4 6-172 0,-1 6-584 16,5 4-1484-16,-8 6-2741 0</inkml:trace>
  <inkml:trace contextRef="#ctx0" brushRef="#br0" timeOffset="31429.352">18885 12630 496 0,'0'0'8264'16,"0"0"-7008"-16,0 0-432 0,0 0 553 0,12 82 347 15,-12-60-132-15,0 4-436 0,0-3-520 16,0-2-180-16,0 2-132 0,0-4-200 0,0 0-124 16,-4-3-40-16,0-7-144 15,4 1-360-15,-4-7-280 0,4-3-280 0,0 0-704 16,0-6-2045-16,0-4-3883 0,0-12 5601 0</inkml:trace>
  <inkml:trace contextRef="#ctx0" brushRef="#br0" timeOffset="31583.9">18905 12379 1264 0,'0'0'10605'0,"0"0"-8749"0,0 0-1272 16,0 0-128-16,0 0 248 0,0 0 0 16,0 0-704-16,0 0 0 0,100-15-276 0,-72 15-492 15,3 0-512-15,1 5-608 0,0 5-1053 16,-12-3-2023-16,8 9 909 0</inkml:trace>
  <inkml:trace contextRef="#ctx0" brushRef="#br0" timeOffset="31857.695">19272 12703 3556 0,'0'0'7501'0,"0"0"-4877"0,0 0-1736 0,0 0-660 16,0 0 340-16,0 0 172 0,0 0-60 16,0 0-320-16,79-6-360 0,-55-17-160 15,0-5-228-15,0 3-240 0,-4 1 60 0,-4 6 116 16,-4-1 96-16,-9 3 192 15,-3 4 164-15,0 2 0 16,-3 0 64-16,-9 4 204 0,-1 6 160 16,2 0 36-16,-5 9-124 0,-4 8-36 0,4 4-28 0,0 9 84 0,4-2-36 0,-4 0-12 15,9 4 60-15,-2 0-28 32,1-3-24-32,4-4-136 0,4-3-184 0,0-6-48 15,0-3-124-15,12-7-172 0,1 1 108 16,2-7-36-16,9-7 0 0,0-5-200 0,8-7-408 15,4-7-720-15,3-3-1488 0,-11 7-2797 0</inkml:trace>
  <inkml:trace contextRef="#ctx0" brushRef="#br0" timeOffset="32138.303">19945 12458 8068 0,'0'0'5853'0,"0"0"-4773"15,0 0-440-15,0 0 540 0,-72 76 224 0,49-50-260 0,-5 3-372 16,0-2-224-16,8 0 72 15,4-5-120-15,4 0-255 0,8-6-161 16,4 3-84-16,0-7 4 0,11 7 8 0,2-6 36 0,6 4-48 16,1-3-8-16,1 0 4 0,3-2-44 15,-1 1 40-15,-3 0 4 0,0 0-8 0,0 0 0 16,0-1-48-16,-5 1 44 0,-2-4-80 31,-1 4 48-31,-5-7-1 0,-2 0 1 16,-5 1 0-16,0-1-52 0,-5 0-116 0,-6 5-140 15,-5-6 16-15,-4 5 60 0,0-3-36 16,-4-2-112-16,-3-1-164 0,3-4-664 0,-4 0-1220 16,11 0-3041-16,-11 0-4247 0</inkml:trace>
  <inkml:trace contextRef="#ctx0" brushRef="#br0" timeOffset="32303.41">20563 13097 12585 0,'0'0'6920'16,"0"0"-5908"-16,0 0-352 0,0 0-480 0,0 0-180 0,0 0-484 15,0 0-372-15,0 0-320 0,-64-76-1332 16,55 59-5761-16</inkml:trace>
  <inkml:trace contextRef="#ctx0" brushRef="#br0" timeOffset="75594.044">3669 15761 4576 0,'0'0'5624'0,"0"0"-4851"0,0 0-257 0,0 0 176 0,0 0 448 16,0 0 52-16,0 0-268 0,0 0-360 15,0 0-184-15,0 0-80 0,0 0 36 0,0 0 48 32,0 0-48-32,0 0-40 0,0 0 112 15,56-42-64-15,-32 39-132 0,4-1-16 0,8 1-88 16,-1 3 128-16,5 0-104 0,8 0 128 0,-1 0-116 15,9 0 4-15,4 0-148 0,0 0-72 16,4-3 48-16,-1 1 24 0,1-4 0 16,8-1-72-16,-8 0 0 0,4 2 60 0,-8-2-88 15,-5 3 88-15,-7 1 12 0,-9 3 0 16,-2 0-48-16,-9 0-28 0,-9 3 68 31,-2 1 8-31,-10 3-148 0,1 1 148 0,-8 3 0 0,0-3 136 0,0 5-40 0,-8 6-36 16,-3-3 16-16,-9 7-76 15,-5-2 0-15,-3 5 8 0,-3-1-4 0,-5 5 0 16,-8 0 0-16,-4 5-4 0,-8 4-76 16,-4 2-68-1,-3 3 136-15,-9 0 8 16,1 5-64-16,-1-2 64 0,4 1 0 0,1 0 16 0,3-1 44 16,4-2-60-16,4-1 60 15,13-5-56-15,-2-2-4 0,13-5-60 16,4-4 48-16,4-2-76 0,13-7 16 0,-1-3-12 15,8-4-140-15,4-2 40 0,0-1-12 16,0-2 36-16,8-1 88 0,0 0 72 16,-1 0-100-16,6 1 100 0,-1-3 12 0,-1 2 88 0,6-4 48 15,-1 3 84-15,3-5-84 16,5 2 60-16,4-2 12 0,0 4-84 0,8-4 48 16,4 0-52-16,4 0 104 0,7-4-152 15,5-3 36-15,0 1-120 0,8 0 8 16,-1-1 56-16,-3 1 20 0,4 0-84 15,0 0-16-15,-8-1 8 16,0 1-88-16,-5 3 88 16,1 0-44-16,-13-1 48 0,6 4-104 0,-13-3 96 0,-1 3-112 0,-6 0 40 0,-6 0-88 31,-3 0 88-31,-8 0-152 0,0 0-156 16,-4 0-100-16,-4 0-36 0,0 0-152 0,4 0-440 15,-4-3-620-15,0-3-512 16,0 0-957-16,4-13-1735 0</inkml:trace>
  <inkml:trace contextRef="#ctx0" brushRef="#br0" timeOffset="75978.647">5187 15935 3024 0,'0'0'4576'0,"0"0"-2632"0,0 0-652 16,0 0-19-16,0 0 199 16,0 0-216-16,0 0-352 0,0 0-324 0,0 0-192 15,0 0 456-15,12-35-12 0,-20 39-192 16,-4-2-100-16,-3 4-124 0,-6 8-184 0,-7-2-84 15,0 4-4 1,-7 10-56-16,-1-1-88 0,-4 3-72 0,-8 4 72 0,0 3-8 16,-3 3 4-16,-5 7-128 0,-8-1 32 0,0 8-20 15,1-5 72-15,-5 3 48 16,3-2 48-16,2 0-48 0,8-4-12 0,3-6-64 16,12-3-32-1,8-6-76-15,8-10-208 0,8-4-76 16,8-5-160-16,4-7-412 0,4-3-352 0,0 0-412 0,4 0-624 0,0 0-2117 15,8-6-1979 1</inkml:trace>
  <inkml:trace contextRef="#ctx0" brushRef="#br0" timeOffset="79411.83">6116 16030 8520 0,'0'0'1556'0,"0"0"-1400"0,0 0 2413 0,0 0-1157 16,0 0-184-16,0 0-396 0,0 0-84 16,0 0-176-16,0 0-104 15,51-19 28-15,-19 16-40 0,8 0-188 0,0 3-84 16,7-3-108-16,1 3 72 15,1 0-136-15,2 3-12 0,5 3 64 0,0 4-64 0,0-1-60 16,-1 4-40-16,-7 0 40 0,-5 3-124 16,-2-1 52-16,-13 2 128 0,-5-2-4 15,-3 1-52-15,-8 3-112 0,-7 0 168 16,-5-3-48-16,0 3 44 0,-13 0 8 0,-2-3 100 16,-9 3-16-16,-4 0 28 15,0-2-112-15,-8-3-88 0,-4 0 4 0,4-5 84 16,-4 1 0-16,4-7-184 0,1 0 24 15,3-3-12-15,4 0-16 0,8-3-56 32,0 0-128-32,12-4-148 0,0 4-116 0,8-1-284 15,0 2-696-15,0-1-900 0,8 0-2349 0,12-1-1786 16</inkml:trace>
  <inkml:trace contextRef="#ctx0" brushRef="#br0" timeOffset="79641.094">7155 16472 5804 0,'0'0'6193'15,"0"0"-4837"-15,0 0-768 0,-88 63 236 16,52-44 508-16,1-3-280 0,-5 0-504 16,5-4-164-16,-6-5-88 0,1-1-64 0,5-6-72 15,-5 0 44-15,0 0-204 0,4-3 0 16,-4-3-248-16,1 0 100 0,-2-1-260 15,-2-2 24-15,3 5-60 0,0-2-256 16,0 3-180-16,8 3-328 0,1 0-764 16,6 0-821-16,6 0-1115 0</inkml:trace>
  <inkml:trace contextRef="#ctx0" brushRef="#br0" timeOffset="80937.685">7901 15977 4376 0,'0'0'1992'16,"0"0"-832"-16,0 0-680 0,0 0 544 0,0 0 232 0,0 0 33 16,0 0-265-16,0 0-296 0,0 0-168 15,0 0 88-15,0 0 84 0,11-23-68 16,14 30 28-16,3-1-132 0,3 4-260 16,-3 2-140-16,8 1-160 15,-8 3 260-15,4-1-260 0,-4 1-116 16,-5 0 104-16,1 0-112 0,-7-4 76 0,-2 4-20 15,-7 4 60-15,-3-1-56 0,-5 3-84 16,0 4-264-16,-9-1-36 0,-7 0 40 0,0 3 32 16,-8-2 140-16,1 3 60 15,-9-7 160-15,4 3 12 0,-4-3-96 0,-4 1 36 16,0-1 64-16,0-3 88 0,0 0-72 16,4-2 32-16,4-5 116 0,4-3-100 0,5-2 36 0,6-2 52 15,6-1 36-15,3-1-112 31,4-3-76-31,0 0-128 0,0 0-8 0,4 0-16 16,3 0 152-16,10 0 100 0,7 0 200 16,3 0-236-16,6 0 112 0,-1-3-48 0,0-1-128 15,3 2 116-15,-3-1 20 0,0 0-136 16,0-1-152-16,-4 1-112 0,4-3-64 16,-4 0-248-16,3 0-400 0,1-1-960 15,-8-3-2177-15,20 1-1919 0</inkml:trace>
  <inkml:trace contextRef="#ctx0" brushRef="#br0" timeOffset="81438.385">9032 15761 11237 0,'0'0'1500'16,"0"0"-696"-16,0 0-424 0,0 0 536 16,0 0 352-16,0 0-464 0,0 0-284 15,80 5-20-15,-41 2-120 0,10 3-72 16,-2-2-172-16,5 3 48 0,0-2-176 15,-5 1 32-15,2-1-40 0,-6 1-76 0,-3 2-60 16,-12 1 76-16,-4 3-52 0,-8 1-84 16,-8 4-64-16,-8 4 24 0,-12 4 88 15,-8 3 60-15,-8 6-8 0,-12 3 96 32,0 4-64-32,-4 3 152 0,1-1-76 0,-5 1 48 15,4-1 128-15,4-3-76 0,8-2 72 0,0-4 52 16,13-7-28-16,2-1 16 0,10-8-92 15,7-3-132-15,0-3-88 0,7-1 88 16,14 2 60-16,2-5 76 0,9 1-124 0,4-1 172 16,4-5 16-16,7-1-200 0,1-3 0 15,5-3 0-15,-2 0 4 0,5-3-4 0,-8-3-132 16,3-7-104-16,-3 0-232 16,1-2-24-16,-6-8-188 0,-4 1-660 0,2-3-1008 0,-18 5-2589 15,5-12-2199-15</inkml:trace>
  <inkml:trace contextRef="#ctx0" brushRef="#br0" timeOffset="81665.963">9853 16091 11881 0,'0'0'1356'0,"0"0"-1028"0,0 0-200 16,-64 95 332-16,40-60 636 0,-4 3 52 0,-4 1-524 15,0 1-300-15,0 2-276 0,-3-4-48 16,3 0-128-16,-4-1-120 0,4-1-228 16,1-4-152-16,3 0-228 0,0-10-16 15,7-3-248-15,6-7-352 0,2-9-437 0,6 0-919 16,3-9-1884-16</inkml:trace>
  <inkml:trace contextRef="#ctx0" brushRef="#br0" timeOffset="82152.097">10837 15916 9760 0,'0'0'2193'15,"0"0"-801"-15,0 0-528 0,0 0 440 16,0 0 36-16,0 0-184 0,103 61-428 0,-67-49-188 16,8 1-224-16,4-4-316 0,0 7-48 15,-1-3 48-15,-3-1 100 0,-4 1-100 0,1 3-268 16,-10-6 8-16,-7 3 16 16,-8-5-224-16,-4 3 444 0,-12 1 24 0,0 4 124 0,-16 3-124 15,-8 3-88-15,-8 1-32 31,-12-1 120-31,0 0 0 0,-4-2-72 0,-3-1-264 0,-1-5-196 16,5 0-64-16,2-5-24 16,9-2 44-16,12-1-64 0,9-6-20 0,6 0-804 15,5 0-1197-15,4-3-2323 0</inkml:trace>
  <inkml:trace contextRef="#ctx0" brushRef="#br0" timeOffset="82368.327">11662 16456 3816 0,'0'0'11493'16,"0"0"-10197"-16,0 0-1084 0,-96 60-48 0,56-45 156 31,-4 2 140-31,-4-2-76 0,1-2-284 16,3-3-92-16,-4-3 104 0,4-2-112 0,4 2 0 15,-3-1-76-15,-2 1-24 0,6-1-84 16,3 0 0-16,4-2-252 0,4-1-136 0,8-3-120 15,5 0-352-15,11 0-884 0,-1-3-2277 0,5-4-3175 16</inkml:trace>
  <inkml:trace contextRef="#ctx0" brushRef="#br0" timeOffset="82798.484">12546 16183 8612 0,'0'0'1772'0,"0"0"-47"15,84-6-457-15,-45 6-24 16,9-4-324-16,-4 4-344 0,4 0-72 0,-8 7-152 0,-1 2-92 16,-11 0-160-16,-8 8-88 15,-3 1-4-15,-9 1 128 0,-8 8-12 0,-4 0-64 16,-9 5-60-16,-10 0-48 0,-1 0-40 16,-4 3 40-16,-4-4 44 0,0 1-72 15,-3-1 72-15,3-1 0 0,4-2-8 0,7-9 0 0,1 0-36 16,9-6 48-16,7-7 0 0,0-3-8 15,4-3-68-15,4 0-96 16,7 0 172-16,13-3 224 0,8-3-52 0,4-7-172 16,8-6-312-16,0 0-172 0,-1-7-236 15,5 1-260-15,-4-1-680 0,-7 5-1589 16,6-8-4719 0</inkml:trace>
  <inkml:trace contextRef="#ctx0" brushRef="#br0" timeOffset="83166.157">13283 15633 6764 0,'0'0'2208'16,"0"0"-888"-16,0 0-355 0,95-9 219 0,-67 9-152 0,4-3-156 16,0 3-204-16,-4 0-180 0,-4 0-156 15,-4 3-32-15,-8 3-192 0,-4 4-108 0,-8-1 52 16,0 7-48-16,-4 3-8 0,-12 3-36 16,-4 3-80-1,-4 5 64-15,-4-2 48 0,0 1 4 16,5-7 8-16,7-3 4 0,4-6 40 15,4-6 16-15,8-5-68 0,0 1-88 16,0-3-12-16,4 3 100 0,12-3 292 16,4 0-104-16,8-3-188 15,4-2-316-15,3-9-276 0,5 1-88 0,0-2-344 0,4-1-624 16,-8 6-2645-16,12-10-2991 0</inkml:trace>
  <inkml:trace contextRef="#ctx0" brushRef="#br0" timeOffset="83624.007">14188 15789 13193 0,'0'0'1352'16,"0"0"-1352"-16,0 0 0 0,99 0 48 15,-51-3 296-15,8-6-4 0,3 2-128 16,5-2-8-16,8 2-68 0,0 4-48 16,-5 3-88-16,1 0 12 0,-12 10 140 15,-8 2-152-15,-12 4-4 0,-12 0-96 0,-12 9 100 16,-12 1 64-16,-12 9-52 15,-16 5-12-15,-8 6-152 0,-12 4 32 0,-8 4 120 0,-4 3 48 32,-3 1 16-32,-5 2-52 0,4-4 88 15,1 2-12-15,3-7 128 0,8-4 160 0,12-5 444 0,12-7-348 0,13-7-264 16,6-3-208 0,9-5 4-16,9-4 24 0,14-1 120 15,9-5-88-15,12 3 0 0,7-6-8 16,9-2 0-16,9-2-52 0,-2-3-12 0,1-6-196 15,-1-7-424-15,-7-6-88 0,-4 0-120 0,0-6-344 16,-13 0-808-16,-11 6-797 0,4-16-2743 16</inkml:trace>
  <inkml:trace contextRef="#ctx0" brushRef="#br0" timeOffset="83847.862">15068 16135 7704 0,'0'0'4061'16,"0"0"-3205"-1,-68 86-560-15,37-51-40 0,-5 2 404 16,-4 5 316-16,-4-4-320 0,0 0-380 0,0 0-184 16,5-3-92-16,-5 0-100 15,0-3-288-15,4-3-268 0,1-4-144 0,7-6-412 16,0-6-777-16,12-4-2063 0,-4-9-1472 0</inkml:trace>
  <inkml:trace contextRef="#ctx0" brushRef="#br0" timeOffset="84389.354">16196 16116 8748 0,'0'0'1228'16,"0"0"-300"-16,0 0 181 0,91-4 91 0,-47 4-120 0,8 4-368 16,4-4-476-16,4 3-8 0,0 4-40 15,7-2 0-15,-7 6-60 16,0-2-116-16,-4 3-12 0,-13 2-4 0,-11-2-8 16,-8 1 12-16,-12 0 4 0,-12 2 184 15,-4 4 64-15,-16 6-28 16,-12 5-48-1,-12-3-176-15,-4 5-4 0,-7 1-60 0,-1-5 4 0,4-6-28 16,5 0-212-16,6-6-168 0,9-2-172 0,8-8-120 16,13-4-180-16,7-2-16 0,4 0-765 0,8 0-2451 15,23 0-2140-15</inkml:trace>
  <inkml:trace contextRef="#ctx0" brushRef="#br0" timeOffset="84609.012">17240 16573 132 0,'0'0'11837'0,"0"0"-9745"0,0 0-1016 0,0 0-284 32,0 0 324-32,-73 70-124 0,42-57-276 0,-9 3-308 0,-3-4-224 15,-6 2-112-15,-3-2-72 16,-3-3-96-16,-1 1 84 0,0-1 0 0,0 1-36 16,0 0 0-16,1-5-28 0,3 2-108 15,0-1-244-15,9 1 8 0,7-4 36 16,8 0-164-16,8 1-348 0,12-4-936 0,4 0-2037 15,4-4-2751-15</inkml:trace>
  <inkml:trace contextRef="#ctx0" brushRef="#br0" timeOffset="85141.346">17762 16119 6260 0,'0'0'2028'0,"0"0"-292"0,0 0-367 0,99 0 399 16,-55 0-132-16,8 0-492 0,8 4-352 0,-1 2-304 16,5 0-80-16,0 4-48 15,-4-4 12-15,-4 4-64 0,-4-4-136 0,-13 4-168 16,-3-1-4-16,-16 1-12 0,-4-1-76 15,-13 7 76-15,-3 3-196 0,-11 6 120 0,-13 3-160 16,-8 5-96 0,-8 4 120-16,-4-2 136 0,-3 4 76 15,-2-2-60-15,-2 1 72 16,7 1 48-16,0-4-36 0,9 3 76 0,3-6-16 16,8-1 4-16,4-6-12 0,12 1-24 0,4-10-40 15,4 0-84-15,12-3 84 0,12 0 124 16,8-7-24-16,3-6-56 15,10 0-44-15,6-9-236 0,1-11 28 0,0 1-228 0,3-9-148 16,-7 0-260-16,-4-2-644 16,0 2-760-16,-16 3-1881 0,8-7-1571 0</inkml:trace>
  <inkml:trace contextRef="#ctx0" brushRef="#br0" timeOffset="86004.12">19873 15919 3464 0,'0'0'7112'16,"0"0"-5363"-16,0 0-637 0,92 19-264 0,-48-15 88 16,7-2-168-16,5-2-264 0,0 4-228 15,4-4-140-15,0 3-136 0,-4 0-48 0,-9 6 0 16,-7 5-16-1,-8 1-8-15,-9 1-40 0,-14 6-28 0,-9 0-20 16,-9 7-72-16,-14 2-144 0,-13 11-116 0,-8 0 180 16,-12 5 224-16,-4 3 84 15,-3 5 4-15,-9 2 8 0,5 3 104 0,-6 1 152 0,6-4 76 16,7 0 88-16,4-6 128 16,17 3 28-16,11-6-148 0,7-4-176 0,17-2-124 0,8-2-60 15,17-5 72-15,10-3 24 0,18-3-48 16,2-10-40-16,12-10-84 0,14-3 0 15,-2-6-368-15,5-12-64 0,4-7-264 16,-9-6-260 0,2-4-352-16,-10-4-868 0,-20 8-2097 0,9-16-3647 0</inkml:trace>
  <inkml:trace contextRef="#ctx0" brushRef="#br0" timeOffset="86227.641">20599 16304 11609 0,'0'0'1908'0,"0"0"-1096"15,-60 82-596-15,28-44-104 0,-4 10 480 16,-4-1 420-16,0 7-340 0,-3-3-300 0,-2 4-220 0,2-5-152 16,3-3-136-16,-4-2-200 0,4-1-252 15,5-3-192-15,-1-5-244 0,3-8-536 0,10-5-725 0,3-11-2119 31,-4-2-1312-31</inkml:trace>
  <inkml:trace contextRef="#ctx0" brushRef="#br0" timeOffset="86556.289">21555 16605 352 0,'0'0'12953'16,"0"0"-11433"-16,0 0-1520 16,0 0-48-16,0 0 48 0,95 0 176 15,-59-3-176-15,-4 3 0 0,0-4-64 0,-1 4-176 16,5 0-204-16,-4 0-456 16,-4-2-816-16,9-1-2801 0</inkml:trace>
  <inkml:trace contextRef="#ctx0" brushRef="#br0" timeOffset="86691.348">22408 16548 5136 0,'0'0'7449'16,"0"0"-6021"-16,0 0-872 0,0 0 88 0,0 0 284 0,0 0-348 16,0 0-580-16,79-19-716 0,-55 0-796 0,-4 0-1052 15,12-7-2613-15</inkml:trace>
  <inkml:trace contextRef="#ctx0" brushRef="#br0" timeOffset="86874.981">23451 16380 4348 0,'0'0'3160'16,"0"0"-1720"-16,87 3-1128 0,-55-3-260 0,0 0-52 0,0 0 52 15,5 0 272-15,-5 0-80 0,-1 3 340 16,5-3 61-16,0 0-29 0,-4 0-384 15,7-3-232-15,-3 0-436 0,4-1-1037 0,4 1-807 16,-16 0-920-16</inkml:trace>
  <inkml:trace contextRef="#ctx0" brushRef="#br0" timeOffset="87023.841">24655 16415 9412 0,'0'0'2809'0,"0"0"-1225"0,0 0-936 0,0 0-284 0,0 0 64 0,0 0-100 15,0 0-112-15,0 0-216 0,0 0-488 16,0 0-28-16,0 0-448 16,75-42-412-16,-47 25-877 0,0 6-1895 15,12-5-1160-15</inkml:trace>
  <inkml:trace contextRef="#ctx0" brushRef="#br0" timeOffset="87198.272">25989 16291 6776 0,'0'0'3152'16,"107"0"-2119"-16,-55 0-749 0,8 0 152 0,12-4 308 16,-4 1 380-16,4 3-172 0,-1-3-92 15,0 1-20-15,9 2-148 0,1-7-296 0,-2 3-184 16,8 1-164-16,1-3-48 0,4-1-780 0,0 1-968 16,-21 0-2365-16,37-4-3431 0</inkml:trace>
  <inkml:trace contextRef="#ctx0" brushRef="#br0" timeOffset="97035.598">18591 15437 1696 0,'0'0'9777'16,"0"0"-8789"-16,0 0-988 0,0 0 0 15,0 0 164-15,0 0 908 0,0 0-348 0,0 0-228 16,86 12-208-16,-61-6-76 16,-5 4-20-16,0-1-16 0,-4 1-28 0,-5-3-8 0,2 2-52 15,-9-2 4-15,-1 2 8 16,-3 1 24-16,0 1 88 0,-7 6-112 0,-10-1 0 0,-6 5-40 16,-5-1-56-16,0-1-4 15,4 0-12-15,0-3-88 0,8-7 92 0,4-2-64 0,8-4-56 16,4 0-8-16,0-3 24 0,0 0 36 15,0 4-40-15,0-4-88 0,8 7 204 16,8-1 252-16,0-1-64 0,4 5-100 0,0 2 24 31,-1-2-60-31,2 3 20 0,3-1 28 16,-9 5 28-16,6-2 144 0,-10 2-72 16,2-5 20-16,-6 1 44 0,-3-1 140 0,0-2 4 15,0 2 0-15,-4-2-64 16,0-1-148-16,-4 4-64 0,0-3 4 0,-3 3-40 0,-10 0 40 15,2 1-48-15,-6 0-88 0,2 2-72 0,-5-4-52 16,0 1-96 0,-4 0-488-16,0 0-256 0,-4-4-236 0,0 1-396 0,8-1-1004 15,-19 0-2657 1</inkml:trace>
  <inkml:trace contextRef="#ctx0" brushRef="#br0" timeOffset="97815.825">16726 16640 10452 0,'0'0'1893'15,"0"0"-669"-15,0 0-320 0,0 0 556 16,0 0-8-16,0 0-140 0,0 0-564 15,0 0-292-15,0 0-200 0,0 0-84 0,0 16-88 16,3 7 124-16,1 4-52 0,5 5-84 16,-1 6-72-16,3 1-76 0,2-2-20 15,-2-5-12-15,10 1-136 0,-2-8-40 0,1-3-340 16,4-6-236-16,0-1-364 0,-4 1-1124 16,-4-6-2245-16,-4-4-4007 0</inkml:trace>
  <inkml:trace contextRef="#ctx0" brushRef="#br0" timeOffset="98732.919">11239 16298 508 0,'0'0'6992'0,"0"0"-5072"0,0 0-1236 0,0 0-348 15,0 0 465-15,0 0 635 0,0 0 32 0,0 0-408 0,0 0-268 0,0 0-224 16,0 0 4 0,0 8 12-16,0 9 168 0,0 5 172 0,0 6-360 15,4 7-236-15,-4 6-72 0,4 8 64 16,-4-2-220-16,4-3-100 0,0 1-96 16,4-4 20-16,0 1-68 0,4-8 32 0,0-2-180 15,4 0-344-15,0-10-188 16,0 0-436-16,4-2-1080 0,-9-12-2881 0,-2 3-4359 15</inkml:trace>
  <inkml:trace contextRef="#ctx0" brushRef="#br0" timeOffset="99518.182">6844 16523 1632 0,'0'0'872'15,"0"0"888"-15,0 0-236 0,0 0-340 0,0 0 100 16,0 0-40-16,0 0-52 0,0 0-87 0,0 0-169 16,0 0-80-16,0 0-8 0,-11-32-100 15,11 32 4-15,0 0-48 0,0 0-28 16,0 0-108-16,0 0-220 0,0 0-140 16,0 2-72-16,0 9-76 0,4 1 88 15,3 10 52-15,2 7 20 0,3 6-96 0,-5 3-112 16,6 3 12-1,-5 1-24-15,3-2-8 0,2 2-56 0,-2-1-44 16,1-6-4-16,0 1 0 0,0-8-72 16,4 0-420-16,0-8-536 0,4-2-680 15,-8-5-2212-15,8-3-2841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02T07:06:48.8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8981 1098 9336 0,'0'0'636'0,"0"0"-132"15,-81 10 837-15,50-4 67 0,-5 0-468 16,0 4-168-16,0-3-208 0,4 0-84 15,0-2-200-15,0 1 132 0,4 1 136 0,1-4-288 0,3 3-88 16,0-3 76-16,3 0 12 0,6 4-124 16,-5-3 24-16,1-2 28 0,-2 2-188 0,1-2 4 15,-8 4-4-15,0 5-16 16,1-5 8-16,-1 3-40 0,-9 4 0 31,2-3-64-31,-1 2 104 0,0 1-4 0,-3 0-52 0,7 3 16 16,0-4 36-16,0 4 12 15,4 0 100-15,0 4-4 0,4 1-96 0,-4-2-4 16,4 4-4-16,1 2 0 0,-5 1-40 16,4 2 36-16,3-2-124 0,-3 2 48 0,9 1-72 15,-2-2 0-15,2 6 0 0,-1-2-28 16,4 4 76-16,1 1 0 0,2-1 112 0,5 2 64 16,4 2-64-16,0-4 48 0,4 0 16 15,5 2-12-15,6-2-52 0,5 0-8 0,4 3-80 16,8-3 40-16,4 4 36 15,7-1 12-15,9 3 36 0,4 0-36 0,8-3-60 0,7 0 52 16,6 1 0-16,9-4 8 16,10-4 0-16,12-2 8 0,4-7 0 0,12 0-8 15,7-6-4-15,8 1-120 0,4-5-40 32,5-6 52-32,4 1-24 0,3-7 24 0,-7 3 0 0,-2-3 72 0,-14-3 40 15,-8-4 124 1,-13-5 28-16,-7-8-16 0,-12-2-60 15,-9-7-76-15,-3-2-8 0,-5-4-80 16,-11-6 24-16,-4-6 64 0,-8-8 48 0,-4-6 76 16,-9-4 52-16,-3-9 120 0,-4-6 300 15,-12-8-264-15,-12-12-172 16,-8-1-160-16,-24-3-124 0,-16-1 64 0,-20 3-40 0,-23 7-72 16,-21 2-76-16,-23 11-36 0,-21 13-64 0,-11 8 88 15,-17 14 60-15,-15 12-24 16,-12 9-180-16,-8 11-148 0,-16 8 272 15,-4 7-136-15,-4 7 240 0,-1 15-12 0,6 3-40 16,-2 11-728-16,9 4-360 0,8 5-577 16,60-7-115-16,-57 25-1112 0</inkml:trace>
  <inkml:trace contextRef="#ctx0" brushRef="#br0" timeOffset="5139.265">6733 9804 3696 0,'0'0'0'16,"0"0"2228"-16,0 0-88 0,0 0-600 15,0 0-300-15,0 0-491 0,0 0-29 16,0 0 96-16,0 0-12 0,-8-3-236 0,8 3-100 16,0-2-52-16,0 2 36 15,3 0-20-15,6-5-32 0,7 5 24 16,0 0-116-16,3-2-72 0,5 2-124 0,4-4-36 15,0 1-76-15,0 3-164 0,0-3 164 16,0 3-124-16,4 0-24 0,-4 0-48 16,0 3-16-16,-5 4 136 0,1 2 68 15,-7 1 8-15,2 5 0 0,-6 5 52 0,-2 2-52 16,1 6 0-16,-3 4 80 0,-6 3-80 0,-3 3 88 16,0 7-88-16,0 2-24 0,-3 0 12 15,-6 1 12-15,1 3 8 0,-3-7 64 16,3 4-60-16,-5-7 88 0,2-2-100 15,-2-1-4-15,2-11-68 0,3 3-4 16,-1-11-60-16,1-3 8 0,1-4-232 0,3-2-208 16,-4-4-300-16,-1 1-472 0,2-7-1068 0,-5 0-1897 15,3 0-1187-15,-10-10 5044 0</inkml:trace>
  <inkml:trace contextRef="#ctx0" brushRef="#br0" timeOffset="5280.863">6812 10334 1316 0,'0'0'7492'0,"0"0"-5540"16,0 0-539-16,0 0-273 0,0 0 92 0,0 0-148 0,0 0-532 0,88-25-300 16,-67 22-252-16,-6-3-12 0,-2 6-148 15,-2-4-160-15,-3 4-244 0,-4 0-420 16,-4 4-556-16,0 8-1381 0,-8 4-1307 16,-4-3-820-16</inkml:trace>
  <inkml:trace contextRef="#ctx0" brushRef="#br0" timeOffset="5436.177">6702 10592 1800 0,'0'0'912'16,"0"0"1748"-16,0 0 472 16,0 0-1128-16,0 0-663 0,0 0-585 0,0 0-156 15,0 0 468-15,0 0-8 0,0 0 64 16,99-4-488-16,-63-2-328 0,-5 0-208 16,9-4-100-16,-4 1-148 15,4-4 36-15,0-3-136 0,-1-6-416 0,6-1-672 0,-13 5-900 16,11-18-2941-16</inkml:trace>
  <inkml:trace contextRef="#ctx0" brushRef="#br0" timeOffset="5641.286">7729 9794 8612 0,'0'0'3101'0,"0"0"-1641"0,0 0-940 0,0 0-24 0,0 0 404 0,-24 68 244 15,16-40-444-15,8 7-328 0,-4 3-260 16,4 0-112-16,-3 4-100 0,3 2-64 16,-9 3-84-16,5 4-352 0,-8 0-296 0,1 6-644 15,-2-16-1653-15,-2 19-3987 0</inkml:trace>
  <inkml:trace contextRef="#ctx0" brushRef="#br0" timeOffset="5808.861">7602 10741 7112 0,'0'0'5293'16,"0"0"-4181"-16,0 0-784 0,0 0 560 0,0 0 508 15,0 0-80-15,0 0-452 16,0 0-396-16,0 0-244 0,0 0-224 16,0 0-24-16,88 9-148 0,-73-12-768 0,5-3-364 15,1 2-816-15,-2-2-2469 16,5 0-3199-16</inkml:trace>
  <inkml:trace contextRef="#ctx0" brushRef="#br0" timeOffset="6598.958">8761 9846 3268 0,'0'0'16'0,"0"0"2548"0,0 0-352 0,0 0-424 16,0 0-279-16,0 0-161 0,0 0-48 15,0 0-188-15,0 0-272 0,0 0-208 16,0-3-372-16,-12 15-172 0,-3 1 0 16,-6 2 24-16,1 5 112 0,-3-5 72 0,3 4 88 15,-5-3-112-15,5 3-172 16,1 1-100-1,-5-5-8-15,7 4-56 0,2 1-32 16,-1-2 20-16,8-1 68 0,0-5-76 16,8 4 20-16,0-3-60 0,0-4 40 0,0 4 84 15,12-4 0-15,0 1 124 0,0-1-116 16,-1-2 104-16,2-1-48 16,-2 1-28-16,2-5-36 0,-9 3-4 0,4-5 4 0,-5 2 48 15,1-2-44-15,0 3-4 0,1-3-4 0,-1 3-44 16,0 1-4-16,0-2 52 0,3 3 0 15,6 1-4-15,-5-1 0 16,3 2 4-16,6 3-52 0,-6-1 28 0,2 0 24 16,-6 1-12-16,5 3 12 0,-4 0 60 15,-3-1 152-15,-2 4-88 0,-3 0-52 16,0-1-20-16,0-2-40 0,-3 3 36 0,-6-3-40 16,5-1-8-16,-8-1-108 0,5-6-236 15,-6 2-100 1,2 0-116-16,-2-4-176 0,-2-3-232 0,7 0-196 0,-5 0-440 15,6-3-593-15,-1-11-771 16,4 3-2044-16,-5-3 2533 0</inkml:trace>
  <inkml:trace contextRef="#ctx0" brushRef="#br0" timeOffset="7027.322">8908 10232 2888 0,'0'0'900'16,"0"0"4512"-1,0 0-3411-15,13 80-241 0,-9-48-84 16,-4 3-24-16,0-1-308 0,0 4-208 0,0-2-544 16,0-1-212-16,0-4-208 0,3-8-172 0,5 0-52 15,-4-11-32-15,5-3 0 0,-2-5-52 16,5-2-148-16,1-2-156 16,2-6-140-16,1-7 24 0,0-2-104 0,0-5 24 15,0-2-108-15,-4 0 240 0,0 0-12 16,-5-1 200-16,1 2-16 0,-3 2 168 0,-1 2 164 0,-4 2 76 15,0 5 128-15,0 8 24 0,0-3 64 16,0 5 160-16,0 0 192 16,0 0-244-1,0 5-96-15,0 7-104 0,-4 3-60 16,4 8 8-16,-5 9 140 0,1 5 144 0,0 8 124 16,1 5-72-16,-1 8 152 0,-4 2-280 15,-1 1-220-15,-2 2-36 0,-5-3-4 0,0-3 0 16,1-3-80-16,-2-2-12 0,1-11-4 0,4-3-4 15,1-6-8-15,-2-7-36 0,5-7 36 16,1-2-48 0,-1-9-40-16,8-4-20 0,-9-3-148 0,5-7-140 0,0-12-280 0,-3-6 44 15,3-13-164 1,4-12-356-16,0-18-680 0,0-5-1321 0,0 13-2923 16,8-38 2620-16</inkml:trace>
  <inkml:trace contextRef="#ctx0" brushRef="#br0" timeOffset="7266.202">9394 9944 5732 0,'0'0'3312'0,"0"0"-1271"0,0 0-753 0,0 0-180 0,0 0 400 0,0 0-108 16,0 0-44-16,0 0-268 0,17 102-292 16,-13-61-208-16,-4 3-136 0,0 4-76 0,0 2-48 15,0 4-156-15,0 0-172 0,-4-3-24 31,-5 0-36-31,5-7-88 0,-3-5-56 0,3-8-200 16,4-8-244-16,0-5-84 0,0-8-228 0,4-3-568 16,7-7-696-16,6-4-904 0,2-9-2193 15,-7 1-842-15,13-7 6163 0</inkml:trace>
  <inkml:trace contextRef="#ctx0" brushRef="#br0" timeOffset="7813.349">9613 10515 3788 0,'0'0'1912'0,"0"0"4105"0,0 0-4393 0,0 0-416 0,8 77-236 16,-8-58 384-16,0-6-140 0,0-5-428 15,0-1-432-15,0-3-184 0,5-4 0 0,3 0 0 16,3-4 24-16,2-6-96 16,6-1-100-16,-2-6-292 0,2-2-4 0,1-4-20 15,-3 5-16-15,-6-5 48 0,1 8-40 16,-4-1 68-16,-4 5 84 16,-4 0 172-1,0 4 284-15,-4 4-132 0,-4 3 168 0,-4 0-184 16,-4 13-136-16,4 2-12 0,-8 8 12 15,1-1 56-15,2 7 56 0,6-8-112 16,-2 2-100-16,9-6-120 0,0-6-252 16,4-4-220-16,0-7-56 0,8 0 292 15,8-4 244-15,5-8-76 0,-2-4-76 16,9-3-332-16,0 0 52 0,0-3 272 0,4 0 260 0,-4 6-4 16,0 0 116-16,0 2 0 0,-4 6 536 0,-5 8 184 15,-6 0 24-15,-2 6 24 0,-3 7 160 16,0 9-48-16,-3 3-236 0,-5 4-152 15,0 0-36-15,0-3 8 0,0-1 36 0,0-10-244 16,0-2-256-16,0-3-96 16,3-4 36-1,1-3 8-15,0-3 52 0,4 0-60 16,4-3-12-16,0-8-52 0,4 3-36 0,0-9-132 16,4 2-52-16,-5 3 12 0,2-5-12 15,-6 9-36-15,1 3 48 0,-3 3 44 16,-2 2 68-16,1 7 220 0,-4 5 272 0,1 1 36 0,-1 6 12 15,0-4-148-15,-1-2-84 16,-3-1 36-16,8-2 108 0,-4-3-84 0,0-4-12 0,5-3 84 31,-2 0 72-31,5-3 88 0,4-10-136 16,0-3-108-16,0-4-124 0,8-2-12 0,-4 0-112 0,4-3-144 16,0 0-304-16,4-4-116 15,-4 4-296-15,-1-4-964 0,-3 6-1952 16,8-8-3217-16</inkml:trace>
  <inkml:trace contextRef="#ctx0" brushRef="#br0" timeOffset="8153.69">11068 10451 9896 0,'0'0'5369'16,"0"0"-4717"-16,12 74-500 0,-4-36 464 0,3 12 812 0,2 5 24 15,2 8-316-15,-2 5-404 0,2 1-39 16,-2 7 55-16,-2 0-348 0,-7-3-168 16,0-2-72-16,0-5-160 0,-4-9-4 15,0-3-8-15,0-10 0 0,0-6-48 16,0-10-24-16,0-5-124 0,0-7-252 0,0-6-72 15,0-10-49-15,0 0-127 0,0-7-60 0,5-8-100 32,3-12-216-32,-1-6-68 0,5-9-116 15,0-6-496-15,-4-6-908 0,0-6-469 16,-4-7 269-16,-4-2 212 0,0-2 612 0,0-2 1996 16</inkml:trace>
  <inkml:trace contextRef="#ctx0" brushRef="#br0" timeOffset="8353.562">11255 10703 1868 0,'0'0'1044'0,"0"0"3320"0,12-74-1460 0,-8 63-975 0,4 4-625 31,1 0 68-31,2 4-40 0,1-4-204 0,0 5-396 16,0-2-252-16,4 4-72 0,0 0-52 0,0 0-100 16,3 0-60-16,-2 6-60 0,-2 1-48 15,2-1-40-15,-6 5-48 16,-3-5 0-16,1-1-48 16,-6 5-40-16,1-3-48 0,-4 2-168 15,-4 4 8-15,-8 0-72 0,-7-1 60 16,-6 4-212-16,-3 0-200 0,-3 0-128 15,-1-4-172-15,0-1-244 0,4-3-612 0,0-4-1089 16,9-4-2803-16,-5 0 3108 0</inkml:trace>
  <inkml:trace contextRef="#ctx0" brushRef="#br0" timeOffset="8846.158">11952 10594 4716 0,'0'0'288'15,"0"0"5556"-15,0 0-4043 16,0 0-781-16,0 0-32 0,0 0 148 0,0 0-132 0,0 0-24 16,0 0-152-16,0 0-28 0,0 0-116 15,77 7-280-15,-58-4-268 0,1-3-136 16,-1 3-88-16,2-3 16 15,-1 0-100-15,-1 0-500 0,1-6-324 0,8-1-524 16,-7 1-1476-16,7-13-3537 0</inkml:trace>
  <inkml:trace contextRef="#ctx0" brushRef="#br0" timeOffset="9151.439">12618 10312 4956 0,'0'0'8165'16,"0"0"-6097"-16,0 0-1276 0,0 0-340 0,0 0 560 15,-84 41 396-15,56-18-304 16,0 2-480-16,-4-2-236 0,4 2-24 0,4-3 16 16,5 0-91-16,3-3-153 0,4-3-136 0,4 0-52 0,8-1-12 0,0 2 52 15,0-1-60-15,0 3 0 16,8-1 68-16,0 2-8 0,4-4-1 16,0 2-83-16,-1-1 44 0,2-5 40 15,-5 4 8-15,-1-3 4 0,-3-4 4 0,-4 0 48 16,0 1 8-1,0-3 13-15,-4 2-25 0,-7-2-48 0,-2-5-389 16,2 3-135-16,-1-5-84 0,3 0-40 16,6-5-200-16,-1 0-548 15,4-8-468-15,0-4-760 0,7-1-409 0,6-5-919 16,2-2 812-16,-2 6 636 0,10-16 2125 16</inkml:trace>
  <inkml:trace contextRef="#ctx0" brushRef="#br0" timeOffset="9457.969">12654 10468 1580 0,'0'0'5700'15,"0"0"-1623"-15,0 0-2473 0,0 0-4 0,0 0 180 0,0 0-204 16,75 76-316-16,-71-51-316 0,1 0-276 16,-5 5-108-16,4-8-208 0,-1-3-312 15,-3-3-40-15,4-4-88 0,0-2 28 16,4-4 48-16,1 0-60 0,-2-6 0 16,5 0-452-16,4-3 24 0,0-3 0 0,0-7-28 15,3 1-64-15,-2-4-108 0,-2 0-68 16,2-1 96-1,-1 3 180-15,-1-5 152 0,-7 2 116 16,5 1 224-16,-6 3 24 0,-7 7 340 0,4 6 304 16,-4 0 76-16,0 3-100 15,0 4-172-15,0 8-56 0,0 1-48 16,0 3-60-16,0 3 12 0,-4-5 144 0,4-5-124 16,0-2-340-16,0-4-48 0,0-4-136 15,0-2-144-15,4 0-308 0,4 0 96 0,5-8-104 16,2-9-680-16,1 2-1824 0,4-10-4193 0</inkml:trace>
  <inkml:trace contextRef="#ctx0" brushRef="#br0" timeOffset="9899.835">13378 10064 2612 0,'0'0'3272'16,"0"0"2413"-16,-35 93-3461 16,15-49-280-16,-4 6-204 0,-4 5-260 0,0-2-484 0,4 1-348 0,0-5-260 15,1-2-168-15,3-3-112 0,4-5-108 16,8-7-4-16,0-5-56 0,4-4-60 15,4-4 8-15,12-3-20 0,0-3-16 16,7-1 4-16,2 1 32 0,-1-1 16 0,3 1-4 16,1 0-32-16,0 1 56 0,-3-2-8 15,-2 1 12-15,1-5-4 0,-4 3 64 16,0-3 0-16,-4-1 0 0,-4 0 0 16,0-1 0-16,-4-3-36 15,-4-3 40-15,0 0 8 16,0 2 8-16,0-2 40 0,0 0-12 15,0 0-36-15,-12 0-60 0,-4 0 48 0,-1-2-36 16,-6-1 48-16,-1-3-8 0,0-1-56 0,0-5-44 16,8-2-324-16,0 2-196 0,8-4-224 15,4 4-648-15,4-4-1256 0,4 4-2581 16,0 1-1915-16,16-5 6485 0</inkml:trace>
  <inkml:trace contextRef="#ctx0" brushRef="#br0" timeOffset="10301.092">13992 10588 8264 0,'0'0'7353'16,"0"0"-6061"-16,0 0-1104 16,0 0-28-16,-92-10 164 0,61 24 528 0,-9 1 340 0,4 7-276 15,4 4-100-15,1 0-83 16,6-1-409-16,10-6-140 0,3-3-88 15,4-4-36-15,4-1-12 0,4-3-48 0,0-4-64 16,4 2-116-16,4-3 20 0,4 1-20 16,3-4-16-16,2 0-9 0,-2-4-99 15,-3-3-12-15,8 5 36 0,-8-2 0 0,4 1 60 16,1 3 24-16,-6 3 60 0,1 3 28 16,-4 5 48-16,0-1 60 0,4 5 48 0,-8 1 84 15,-1 3 4-15,2 3 72 0,-5 0 96 16,0 3-60-16,0-6-24 0,-5 3 0 15,2-5-28-15,-9-1-44 0,4-1-76 0,0 2-23 16,-4-4-41-16,4-4 40 0,1 0-40 16,-2-2 0-16,5-4 4 0,0-3-12 0,0 0-277 15,4 0-255-15,0-10-16 16,0-2-212-16,8-7-160 0,8-10-836 0,0-2-1008 16,4 4-2385-16,8-14-2807 0</inkml:trace>
  <inkml:trace contextRef="#ctx0" brushRef="#br0" timeOffset="10550.145">14207 10744 6624 0,'0'0'2712'16,"0"0"381"-16,0 0-2121 0,0 0-388 0,0 0 204 15,0 0 192-15,48 67 88 0,-48-39-196 0,0 9-180 16,-3 9 120-16,-6 4 156 0,1 8-236 16,-3 5-184-16,-2 4-51 0,2 3 63 15,-5 6-248-15,0-4-164 0,0 5-140 0,-4-1 0 16,4-3-8-16,-4-6 0 0,8-6-96 15,0-8-172-15,4-8-108 0,5-10 60 0,-2-10 71 16,5-6 5-16,0-6-88 0,0-10-160 16,5-3-136-16,2-6 0 15,1-10-100-15,8-9-144 0,4-14-336 0,4-3-444 0,0-11-860 32,0-4-1361-32,-8 9-959 0,11-38 1105 15</inkml:trace>
  <inkml:trace contextRef="#ctx0" brushRef="#br0" timeOffset="10772.264">14339 10900 4164 0,'0'0'52'16,"12"-70"6116"-16,-8 47-4659 0,7 1 11 0,2-4-492 0,2 4-144 16,2 7-92-16,-2-1-64 15,2 6-168-15,3 4-112 0,-1 3-40 0,-2 3 24 16,-2 0-52-16,5 3 12 0,-8 7-120 0,4 2-64 16,-8 7-88-16,0 0-56 15,-4 0-64-15,-4 4 0 0,0-1-124 0,-4-4-168 16,-8 5 96-16,1-4-28 0,-10 0-32 15,1 0-16-15,-3-3 28 16,-5-3 108-16,4-1 0 0,-4-1 0 0,4-9-248 0,0-2-488 16,8 0-708-16,0-2-1268 0,8-5-2869 31,4-9-499-31</inkml:trace>
  <inkml:trace contextRef="#ctx0" brushRef="#br0" timeOffset="11158.277">16164 10449 2480 0,'0'0'7492'0,"0"0"-6471"16,0 0-557-16,0 0-144 0,0 0 360 0,0 0 316 15,0 0 312-15,0 0 12 16,0 0-156-16,88 32-184 0,-45-23-292 0,9 1-160 15,8-1-136-15,8-3-172 0,3-3-132 0,9 1-88 0,4-4-4 16,-1 0-48-16,5-4-8 0,-4-2-12 16,-9-3-160-16,-3-1-284 15,-12-2-248-15,-5 2-52 0,-10 1-240 16,-10 2-544-16,-14 3-968 0,-14 4-1677 0,-7 0-1879 16</inkml:trace>
  <inkml:trace contextRef="#ctx0" brushRef="#br0" timeOffset="11325.83">16510 10725 704 0,'0'0'6688'16,"0"0"-819"-16,0 0-4941 0,0 0-736 15,-67 82 188-15,78-65 552 0,14-2 220 16,6-3-56-16,18-5-332 0,6 0-224 16,13-7-292-16,0-3-248 0,7-10 0 15,-7-4-420-15,0-1-232 0,-8-2-216 16,-13-5-224-16,-3 3-596 0,-12 3-1000 0,-9-9-2581 15</inkml:trace>
  <inkml:trace contextRef="#ctx0" brushRef="#br0" timeOffset="11667.063">16454 10188 5412 0,'0'0'8317'15,"0"0"-6913"-15,0 0-836 0,0 0 60 16,-56 88 508-16,33-58-124 0,-5-2-344 16,0 4-252-16,-7 1-60 0,-1 0-16 0,-1 6 4 15,-2 2-76-15,-5 4-64 16,0 2-80-16,0 0-40 16,5-2-72-16,2 0-8 0,14-8 56 15,3-1 16-15,8-4-68 0,7-4-8 16,5-2-60-16,0-1 8 0,9 0 40 15,7-3-44-15,4 5 56 0,12-6 12 0,7 5-8 16,9-4 0-16,12-3 4 0,4-3 32 16,11 0-40-16,5-7-84 15,4-6-48-15,-1-3-320 0,1 0-244 0,-4-6-4 0,-4-10-284 16,-1 0-416-16,-11-6-688 0,-12 2-1817 0,7-13-2759 16</inkml:trace>
  <inkml:trace contextRef="#ctx0" brushRef="#br0" timeOffset="11919.033">17387 10172 2672 0,'0'0'9269'16,"0"0"-7165"-16,0 0-1344 0,0 0-216 0,0 0 452 16,0 0 36-16,83 64-92 0,-62-36-88 0,-1 4-216 15,-1 6-172-15,5 0-196 0,-3 3-108 16,-6 4-100-16,-2 0-60 15,-2 2-48-15,-3 4 0 0,-8-1-12 0,0 5 48 0,0 3-64 16,-12-4-8-16,0-1-24 0,-7 1-152 0,-6-7-300 16,-6-1-56-1,-1-6-24-15,-8-2-28 0,3-3-240 0,-2-6-300 0,-1 0-132 16,1-4 132-16,2-7 68 0,-2-2-537 16,-1-2-1395-16,8-5-2112 0,-7-9 3800 0</inkml:trace>
  <inkml:trace contextRef="#ctx0" brushRef="#br0" timeOffset="14794.211">19355 10331 1356 0,'0'0'8620'0,"0"0"-7728"0,0 0-519 0,0 0-53 16,-27-67-88-16,22 49 588 0,-3 1 100 0,1 1-284 15,3 4-256-15,-4 5-64 0,3 1 288 16,-3 6 192-16,5 0-148 16,-9 13-324-16,-4 6-112 0,-5 12 8 0,2 14 44 15,-5 9 92-15,0 7 176 16,4-1-164-16,0-3-196 0,9-7-52 0,6-8-32 15,5-11-80-15,5-8-8 0,6-7-56 0,5-10-20 16,12-2 76-16,0-4-72 16,3-10-52-16,1-6-96 0,9-7-100 0,-9-2-52 15,0-2-72-15,-1-3 184 0,-3 2 100 16,-5-1-16-16,-2 4 164 0,-5 3-60 0,-4 0 72 0,-5 5 136 16,2 4 112-16,-5 4-76 15,-4 4 140-15,4 0-104 0,-4 5 28 16,0 5-52-16,0 3 0 0,0 5 48 0,0 10-8 15,-4 2 56-15,-5 3-108 16,5-2-24-16,1-1-88 16,3-3-60-16,0-3-72 0,0-3-88 15,7-2 0-15,6-8 24 0,6-1-180 16,1-5-140-16,5 0-236 0,3-5-400 0,-9-1-1576 16,17-13-2969-16</inkml:trace>
  <inkml:trace contextRef="#ctx0" brushRef="#br0" timeOffset="20536.341">21224 9592 1552 0,'0'0'992'0,"0"0"7405"0,0 0-6985 0,0 0-720 0,0 0 148 15,0 0 576-15,0 0-468 16,-84-64-512-16,57 67-164 0,-1 13-84 0,-4 3 320 0,-9 9 260 15,6 10-300-15,-5 1-112 16,5 5 60-16,-1 1 112 0,8-1-212 16,4 1-168-16,3-7-140 0,10-7 40 0,7 1-48 0,4-3-4 0,8-1 0 15,7 4 4-15,5-3 0 0,5 2-48 32,3 4 36-32,0 0-100 0,-5-3 112 0,1-1 60 15,-4 1-56-15,-5-6-4 0,2 2 0 16,-9-2 48-16,-1-4-44 0,-2 4 0 0,-5-5 4 15,0 2 4-15,-9-1 60 0,-2-4-72 0,-1 2-4 16,-4-4-180-16,-4-3 4 0,-3-4-16 16,-2 1-48-16,1-4-88 0,0-3-60 0,-4-3-28 15,5 0-48-15,3-3-200 0,-4-6-612 32,3-1-460-32,10-3-488 0,-1-2-969 0,3 2-2111 0</inkml:trace>
  <inkml:trace contextRef="#ctx0" brushRef="#br0" timeOffset="21017.559">21208 10331 4136 0,'0'0'140'0,"0"0"4944"0,-24 68-3716 0,12-38 21 31,-8 9 119-31,4-1-52 0,-3-3-320 0,6 0-524 0,5-10-436 0,5-2-176 16,3-8-160-16,7-3 60 0,6-8 52 31,6-4-76-31,1 0 36 0,8-9-256 0,4-11-268 16,0-2-308-16,0-4-96 0,0-2 160 0,-4 0 192 0,-4-1 176 15,-1 1 180 1,-7 2 76-16,-4 5 232 0,-3 4 164 0,-2 4 84 16,-3 7 252-16,-4 6 128 0,0 0-168 15,0 0-40-15,0 3-216 0,0 11 204 16,0 0 124-16,0 5 36 0,0 7-92 15,4 3-76-15,-4 6 144 0,0 6 80 0,0 3 32 16,0 4 48-16,-8 6-100 0,1 3-116 16,-6 3-192-16,2 4-224 0,-6 3-72 15,2 0-48-15,-2-4 0 0,2-3 40 16,-2-3-4-16,6-6 8 0,-2-10-72 16,2-3 76-16,3-6 8 0,-1-6 60 0,2-7-60 15,-1-7-8-15,0-2 84 0,-1-4 24 16,-2-2-108-16,-6-4-124 0,2-4-24 0,-5-5 4 15,1-7-176-15,-2-9-172 0,6-4 0 0,-5-12-64 16,7-7-164-16,1-5-140 16,5-5-188-16,3-2-648 0,4-1-608 15,4 0-841-15,7 17-1975 16</inkml:trace>
  <inkml:trace contextRef="#ctx0" brushRef="#br0" timeOffset="21289.745">22025 9862 1068 0,'0'0'8564'16,"0"0"-6695"-16,0 0-165 0,-8 66-152 0,0-35-196 15,-1 4-92-15,6 7-384 0,-9 3-204 31,4 5 36-31,0 4-12 0,-4 7-32 0,-4-1-204 16,4 6-208-16,-8-2-256 0,4 0-68 16,0-7-40-16,1-7-112 0,7-8 100 0,-1-8-184 0,1-8-220 0,8-10 8 15,0-4-280-15,4-8-80 0,9-4-336 16,2-4-824-16,6-8-2017 0,-6-1-1847 16,9-12 952-16</inkml:trace>
  <inkml:trace contextRef="#ctx0" brushRef="#br0" timeOffset="21547.521">22060 10534 2568 0,'0'0'992'16,"0"0"636"-16,0 0 4305 0,0 0-4241 16,0 0-328-16,-19 84-164 0,15-66 32 0,-1-3-148 15,1-1-392-15,4-5-324 0,9-7-24 16,-1-2-48-16,11 0 96 0,1-5-112 0,5-11-280 16,3-3-124-16,-4-6-148 15,-1 2 4-15,-3 1 48 0,-3 0-4 0,-6 6 80 16,-7-3 20-16,-4 6 12 0,0-7 112 0,-8 9 188 15,-4-5-188-15,-4 3 76 0,-4 3 144 16,1 8-132-16,-2 2-84 0,1 5-4 0,1 9-188 16,-1 5 116-16,3 0-12 0,2 6 68 15,3-3-80-15,0-3-212 16,4 0-300-16,4-3-284 0,4-4-628 0,0 1-724 0,0-7-2313 31,12-1-1575-31</inkml:trace>
  <inkml:trace contextRef="#ctx0" brushRef="#br0" timeOffset="21865.98">22408 10455 4196 0,'0'0'376'15,"0"0"4284"-15,0 0-2775 0,7 67-589 16,-10-45-364-16,-1 0 72 0,4 0 132 16,-5-3-176-16,5-2-364 15,0-5-284-15,0-5-152 0,5-1 16 0,6-4-28 16,5-2 36-16,0 0 64 0,4-5-64 15,3-5-184-15,2-2-72 0,-1-1-188 16,0 3 12-16,0 1-36 0,-9 5-52 16,2 4 36-16,-6 0 128 0,1 6 60 0,-8 7 112 0,5 4 184 15,-6-5 104-15,1 3 24 0,-4-1-16 16,4-3-124-16,0 0-48 16,-4-2 0-16,4-2-48 0,1-4 72 0,2 0 48 15,1-3 12-15,4-3 124 0,4-7-84 16,0-5-188-16,4-1-60 0,0-6-84 15,-5 3-112-15,6-6-188 0,-6-2-184 16,5-1-124-16,-3-4-340 0,2 1-808 16,-6 5-2417-16,6-5-3139 0</inkml:trace>
  <inkml:trace contextRef="#ctx0" brushRef="#br0" timeOffset="22474.002">24280 10334 2520 0,'0'0'7392'15,"0"0"-5575"-15,0 0-269 0,0 0-60 16,-12 90 136-16,4-46-204 0,0 10-248 15,0 6-388 1,-8 9-232-16,0 8 104 0,-3 2 24 16,-2 4-251-16,1-4-17 0,1-2-76 15,-1-4-104-15,3-7-232 0,6-5-56 0,3-11-116 16,4-9-92-16,4-9-16 0,0-6 40 16,4-10 92-16,4-7-21 0,3-3-87 15,2-6-108-15,2-3-100 0,5-12-320 0,1-8-504 16,-2-5-248-1,-3-4-68-15,0-6-308 0,-4-1-432 0,-4 9-877 16,4-24-1915-16</inkml:trace>
  <inkml:trace contextRef="#ctx0" brushRef="#br0" timeOffset="22696.686">24316 10566 1956 0,'0'0'900'0,"0"0"-380"0,32-83 4312 0,-20 62-3136 0,-1 5 261 31,-2 6-321-31,2 3-264 16,1 7-228-16,-3 0-216 0,6 0-168 0,-2 3-180 0,2 8-160 15,-3 4-76-15,0 1-112 0,0 3 28 16,-3 3-100-16,-2 0-112 16,-7 4 0-16,4-1-48 0,-4 0-68 0,-4-2 16 15,-8 3 48-15,0-1-176 0,-8 0 44 0,-3-3-36 16,-5 3-52-16,0-6-44 0,4-3-188 16,-1-3-228-16,6-2-112 0,-1-9-168 15,7-2-564-15,6-2-844 0,-1-5-2305 0,8-3-1903 16,0-9 6240-16</inkml:trace>
  <inkml:trace contextRef="#ctx0" brushRef="#br0" timeOffset="22867.525">24698 10569 3304 0,'0'0'848'16,"0"0"5096"-16,0 0-4371 15,0 0-637-15,80-6 224 0,-56 2-132 16,0 2-876-16,4-2-152 0,0-2-392 0,3 0-496 16,-3 2-724-16,-3 1-2565 0,6 0-2739 15</inkml:trace>
  <inkml:trace contextRef="#ctx0" brushRef="#br0" timeOffset="23245.566">25591 10401 5184 0,'0'0'7149'0,"0"0"-5301"0,0 0-964 15,0 0-252-15,0 0-184 0,0 0-40 0,-80 6-124 16,57 7-120-16,-9 3 20 0,0 3 92 0,4 2 44 15,4 3-60-15,0-2-188 16,8-3-72-16,4-1-88 0,0-1 4 0,8-5-116 0,4 1-12 16,0-3 88-16,4-1 64 0,8 0-52 15,0 1 0-15,4 0 0 0,0-1 36 16,-1 1 72-16,2-2-96 0,-6 6 96 16,-3 2 4-16,-4-4 276 0,1 7 120 15,-5-3-24-15,-5 0-176 0,-3-3 52 16,-3 4-124-16,-2-5 12 0,-2 1-136 0,-2-7-4 15,2 3-204-15,-1-5-240 0,4-1-284 0,4-3-292 16,0 0-336-16,8-10-840 0,0 0-1985 16,0 2-811-16</inkml:trace>
  <inkml:trace contextRef="#ctx0" brushRef="#br0" timeOffset="23587.736">25790 10503 3452 0,'0'0'1784'16,"0"0"5017"-16,0 0-4849 0,0 0-408 0,0 82 60 16,-4-63 4-16,0 1-440 15,0-8-424-15,4 1-464 0,-4-4-212 0,4-2-68 16,0-4-96-16,0 0 52 0,8-3 40 16,4 0-272-16,4-3-92 0,8-7-144 0,0-2-56 0,4-2-180 15,-5 0-108-15,5-3 24 0,-8 1 76 16,-4 0 368-16,-4 0 24 15,0 4 60-15,-8 2 304 0,0 4 188 0,-4 3 444 16,0 3 124-16,0 3-172 0,0 3-236 16,-4 10 124-16,0 0-4 0,-4 3-48 15,-3 3 0-15,2 0 108 0,1 1-28 16,1-4-96 0,-2-4-172-16,5-2-232 0,0-3-88 0,0-4-56 15,4-3-16-15,0-3-144 0,0 0-176 16,0-3-328-16,8-3-464 0,5-7-832 15,-2 3-2204-15,9-11-2309 0</inkml:trace>
  <inkml:trace contextRef="#ctx0" brushRef="#br0" timeOffset="23971.752">26375 10026 1316 0,'0'0'7596'16,"0"0"-5579"-16,0 0-57 0,0 0 100 0,0 0-376 15,-4 83-240-15,-3-52-276 0,-9 11-164 16,-4 5-136-16,4 5-188 0,-8-2-123 16,0 4-277-1,-4 0-244-15,0-3-36 0,4-7-48 16,-4 0-36-16,9-4-88 0,2-12 40 0,6-6 24 16,7-7 24-16,4-5 20 0,4-7-217 15,7 1 185-15,6-4 88 0,2-7-4 16,9-3-96-16,0 1-40 0,0-3 52 15,0 1-36-15,-4 3-28 0,-4 4 12 16,-4 4-32-16,-1 0 8 0,-2 0 160 0,-1 4-88 16,-5 2 100-16,-2 0 12 0,3 1 48 15,-1 2-12-15,-3-4 12 0,-4 6 4 0,4-2-52 16,-4-2 0-16,0-4-12 16,0 3-12-16,0-3 0 0,-4-3-172 0,-3 3-12 15,-10 1 60-15,6-1-192 0,-10-3-164 16,2 3-148-16,-5-3-64 0,4 3-252 15,-3-3-360-15,-5 0-684 0,3-3-909 0,5 0-2711 0</inkml:trace>
  <inkml:trace contextRef="#ctx0" brushRef="#br0" timeOffset="24665.808">26921 10674 1420 0,'0'0'484'16,"0"0"232"-16,0 0-668 0,0 0-44 0,0 0 4872 0,0 0-3072 15,24-67-460-15,-20 54-123 0,-4 1 123 16,0 2-72-16,0 1 12 15,0-1-316-15,-4 4-224 0,-3 3-60 16,-2 3-56-16,-3 0-296 0,-8 9-136 0,-3 14-36 16,-5 2 108-16,-4 10 88 0,4 0-64 0,0 3-108 0,8-10-184 15,8-1-88-15,9-9-20 0,-1-6-208 16,4-2-4-16,7-7 260 0,9-3-16 16,8 0-20-16,4-6-148 0,4-10-152 15,4-3-48-15,-1-3-260 0,2 3-28 0,-5-3-28 31,-9 2 240-31,1 5 4 0,-4 2 88 0,-4-3 64 0,-8 6 272 16,0 1 92-16,-4 7 136 0,-4-3 168 0,0 5 76 16,0 5-16-16,0 1-164 0,-4 6 164 15,-4 10 64-15,0 1-76 0,-4 5 72 16,4 0-104-16,-4 1-20 0,0 4-44 16,0-6 4-16,4-2 24 15,-4 0-160-15,5 2-28 0,-2-5-8 16,1-3-16-16,-3 3-20 0,-2-3 44 0,2 0-96 15,-6 1-160-15,6-1 76 0,-6 0-4 16,6-7-144-16,-1 1-324 0,3-7-100 0,2 1-128 16,3-7-8-16,0 0-12 15,4 0-324-15,-4-7-504 0,4 1-401 16,-4-3-375-16,4-4-1860 0,-4-4 1308 0,4 6 2592 16</inkml:trace>
  <inkml:trace contextRef="#ctx0" brushRef="#br0" timeOffset="25181.578">27443 10559 1160 0,'0'0'732'0,"0"0"6452"0,0 0-5079 0,0 0-477 15,-20 92-36-15,12-53-56 0,-11 2-308 16,3 4-188-16,-5 3-312 15,-2 2-172-15,-1 1-44 0,4 2 64 0,1-1-28 0,-6-8-308 0,9 1-224 16,-3-4-16-16,2-6 0 0,10-4-136 16,-6 1 16-16,5-7-16 0,4-5-72 0,4-4-96 31,-3-7-256-31,3-3-68 0,0-6-156 0,3 0-404 0,5-3-404 16,5-9-316-16,2-4-664 0,5-9-533 15,-4 5-1875-15</inkml:trace>
  <inkml:trace contextRef="#ctx0" brushRef="#br0" timeOffset="25408.663">27492 10620 1384 0,'0'0'964'0,"0"0"-600"0,0 0 6344 16,0 0-4887-16,0 0-437 0,0 0-324 0,0 0-132 16,0 0-236-16,0 0-140 0,0 0-96 0,0 0-144 15,0 0-100-15,67-28 0 16,-55 40-148-16,-5 2-20 0,2 0-44 0,-1 3-100 15,-4-1 88-15,-4 2-248 0,0 2-16 16,-4-1-64-16,-13-4 216 0,-2 5 120 0,-9-1-104 16,0-1-140-16,-8-1-120 0,1-4-8 15,-1-1-16-15,4-2-128 0,4-5-396 16,4-1-684-16,8-4-1233 0,0 0-2723 0</inkml:trace>
  <inkml:trace contextRef="#ctx0" brushRef="#br0" timeOffset="25893.869">28483 10518 1632 0,'0'0'9297'0,"0"0"-7145"0,0 0-728 0,4 81-264 15,-8-51 160-15,-3-1-180 0,-6 3-264 16,2-4-484-16,-6-2-244 0,10-6-148 0,-5-2-112 0,3-6-12 16,5-2-60-16,1-7-320 0,-1 1-324 15,4-4-464-15,0-7-812 0,-4 2-2549 0,4-16-3939 16</inkml:trace>
  <inkml:trace contextRef="#ctx0" brushRef="#br0" timeOffset="26055.36">28563 10201 6232 0,'0'0'5109'0,"0"0"-3049"15,0 0-1004-15,0 0-440 16,96 3 128-16,-60 4-744 0,3-5 0 0,5-2-592 16,0 5-420-16,0-3-336 0,0 2-588 15,-4-2-2105-15,-5 8-1399 0,-11-3 3993 0</inkml:trace>
  <inkml:trace contextRef="#ctx0" brushRef="#br0" timeOffset="26289.815">28993 10420 1828 0,'0'0'3940'0,"0"0"720"0,0 0-3267 16,-75 61 15-16,51-42 52 0,4-4-52 0,8 4-192 15,-4 0-328-15,8 0-296 0,0 1-196 0,4-1-88 16,4-1-100-16,4 2 24 0,4 2-88 16,4-3 92-16,0 0-32 0,4 3 28 0,3 0 24 15,-2 1 12-15,2 0 24 0,-2-2-60 16,-1 2-87-1,-1-4-45-15,2 0-64 16,-10 0-36-16,5-1-136 0,-4-2 27 0,-3 0 1 16,-5 0-52-16,0-4-108 0,-5 5-132 15,-11-5-76-15,0 1-88 0,-7-1-36 0,-1-1-100 16,-4-6-264-16,-4 2-332 0,0-4-636 16,-4 1-888-16,8-4-3257 0</inkml:trace>
  <inkml:trace contextRef="#ctx0" brushRef="#br0" timeOffset="27056.811">29949 10544 5000 0,'0'0'7057'0,"0"0"-4961"0,0 0-972 0,76 9 160 15,-55 1-16-15,-10 5-468 0,-3 6-108 16,-4 4-56-16,-4 6-148 0,-8 4-196 16,-4 0-144-16,-8 4-136 0,0-2-12 15,-3-2-8-15,3-6-80 0,3-4-92 0,6-3 32 16,3-9-8-16,4-4-40 15,0-6-64-15,4 1-104 0,0-4 44 0,4 0 24 0,4-7 0 16,12-2 136-16,-1-7 36 16,9-6-124-1,4-7 100-15,0 1-24 0,4-8 160 0,0-1-104 0,0-2 116 16,-4 4 124-16,4-2-48 0,-9 4 108 16,-2 8 24-16,-6 6 88 0,-3 7 52 0,-8 5-40 15,0 4-64-15,-4 3-96 0,0 6-88 16,0 7 184-16,-4 9 112 15,0 3-4-15,0 8-108 16,-8 4-48-16,0-2-48 0,-8 4-52 0,4-4 12 0,0-3-108 16,0-5-76-16,0-4-32 0,4-4-88 0,5-6 36 15,-1-1-240-15,-1-8-284 0,5-1-116 32,0 0-184-32,9-3-360 0,-2-3-824 0,9-7-1849 15,0 1-1911-15,8-14 1449 0</inkml:trace>
  <inkml:trace contextRef="#ctx0" brushRef="#br0" timeOffset="27346.456">30591 10674 2568 0,'0'0'2828'0,"0"0"1868"0,0 0-3523 0,-51 83-169 16,38-55 424 0,-2-2 132-16,6-5-352 0,5-2-636 15,4-5-396-15,0-8-104 0,0 4 28 0,13-8 148 16,-2-2-72-16,6 0-176 0,2-7-88 15,9-1-212-15,-4-9-60 16,4-2 100-16,-4 5-76 0,-1-5 136 0,-2 2-68 0,-5-1 192 16,-8 1-12-16,-1 1 52 15,-3 0 24-15,-4 1 24 0,-4-2 88 0,-3-1 136 16,-6 2-56-16,-2 3 84 0,3 1-40 16,-4 6 212-16,-1 1-212 0,2 5-152 15,-5 5-68-15,-4 6 48 0,0 3-4 0,4 1-48 16,1-2-96-16,2-1-164 0,10 1-300 15,-2-3-244-15,1-1-392 0,4-2-1068 0,4-1-2605 16</inkml:trace>
  <inkml:trace contextRef="#ctx0" brushRef="#br0" timeOffset="27636.541">31025 10487 3904 0,'0'0'340'0,"0"0"4676"15,0 0-3452-15,0 0-395 0,0 0 151 16,37 79-24-16,-34-51-376 0,-3 2-332 0,0-3 68 0,-3 3-308 0,-6-2-136 16,-3 0-28-16,1-1-108 15,-2-2-76-15,6-3-116 0,-1-3 4 0,4-6 24 32,-1-7-36-32,5 0 112 0,-4-6-192 0,4 0 204 0,0 0 212 15,0 0 24-15,0-9-24 0,9-5-124 16,3-4-88-16,-1-7-124 0,9-5 72 0,4-4 4 15,0-1 36-15,4-4-236 16,0-1-188-16,0-2-232 0,0 7-248 16,-4 1-680-16,-4 8-928 0,-8 10-2485 0</inkml:trace>
  <inkml:trace contextRef="#ctx0" brushRef="#br0" timeOffset="28566.649">31556 10582 5776 0,'0'0'76'16,"0"0"5609"-16,0 0-3929 0,-49 67-500 0,34-42 68 16,-5 4-48-16,3-4-308 0,2 0-488 0,2-2-268 0,6 0-208 31,3-8-4-31,0-3-112 0,4-2 112 0,0-3-196 16,4-1-64-16,7-4-24 0,2-2-4 0,7-2-208 15,-1-4-140-15,6-7 84 0,-1 1-88 16,-1-2 60-16,1 2-192 15,-4-4-8-15,0 4 360 0,0-2 100 16,-4 5 320-16,-4-1 76 0,-1 4 308 16,-6 3 396-16,-1 3-60 0,-4 0-100 0,0 0-164 15,0 3-108-15,-4 3 248 0,-5 4-88 16,6-1-108-16,-5 0-288 0,0-2-112 0,4-1-40 16,-1 0-100-16,5-2-44 0,0-4 8 15,0 3-208-15,5-3 156 0,7 0 140 16,8-3-116-16,3-7-248 0,5 2-316 0,0-6-4 0,0 1 224 15,0 4 92-15,-4-1 160 32,-4 4 92-32,-4 0 76 0,-1 3-24 0,-6 3 8 15,-1 0 144-15,-4 0 392 0,0 3 52 16,-4 3 272-16,0 7-44 0,0-1-28 16,0 1 0-16,0 3 0 0,0 0-72 0,-4-4 52 0,0 1-44 0,4 0-220 15,-4-3-176-15,4-1-172 16,0-2-4-16,4-2 4 0,0-5 112 0,8 4-124 15,4-4-24-15,4 0-332 0,-1-6-140 16,5-4-160-16,4 1 8 0,0-3 28 0,-4 1 144 31,-4 5 188-31,-4-1 48 0,-4 5 120 0,-8-1 120 0,-1 3 104 0,-3 0 372 16,0 0 116-16,0 3-36 0,-3-1-184 16,-1 5-112-16,-4-4 4 0,4 4-4 15,0-4-36-15,4-3-140 0,0 4-84 0,0-4 88 16,4 0 244-16,8-7-24 0,4-3-196 15,3-2-112 1,9-8-480-16,0 1-212 0,4-3 180 0,0 0 188 0,0-1-24 16,4-2 236-1,0-4-12-15,4-6 44 0,-1 0-8 0,2-6 88 16,-1-3 4-16,-5-1 124 16,1-2 12-16,0-1 60 0,-8 4 0 0,-4 5-64 15,0 8 100-15,-9 10 112 0,-6 4 12 0,-1 11 84 16,-8 6-112-16,0 0-108 15,0 0-104-15,0 0-24 16,0 6-92-16,0 11 252 0,-8 2 440 0,-1 6-244 16,-2 6-136-16,-6 7-72 0,2 0-36 15,-2 4-112-15,-2 2-92 16,-5 3 0-16,0 1-4 0,0-3 0 0,1-1-120 16,-1-2-52-16,3-4-120 0,2-4-536 0,-1-2-56 15,-1-4-536-15,6 2-1236 0,-1-11-2269 16,0 3-2707-16</inkml:trace>
  <inkml:trace contextRef="#ctx0" brushRef="#br0" timeOffset="28749.513">32690 10849 10152 0,'0'0'5069'0,"0"0"-5069"0,0 0-1544 0,0 0-772 16,0 0 1387-16,0 0-1091 0,-75-73-5360 16,51 61 6349-16</inkml:trace>
  <inkml:trace contextRef="#ctx0" brushRef="#br0" timeOffset="29617.072">24045 14560 3220 0,'0'0'11957'15,"0"0"-10349"-15,0 0-1224 0,-4-95-376 0,8 51 156 16,4-7 280-16,3-10 88 16,6-8-260-16,3-7-172 0,3-7-52 0,1-9-12 0,8-7-36 15,0-5-72-15,4-5-52 16,4-2-48-16,0 3 84 0,-1 8 88 0,6 4 0 0,-6 6 0 16,1 11-156-16,0 9-116 15,0 7-124-15,-1 6-52 0,1 3 88 16,1 7 8-16,-2 5 0 0,-7 1-276 15,0 6-284-15,-4 3-408 16,-8 7-604-16,-1 6-557 0,-6 2-1919 16,-2 9 576-16,-7 1 3524 0</inkml:trace>
  <inkml:trace contextRef="#ctx0" brushRef="#br0" timeOffset="29954.335">24579 13998 5852 0,'0'0'3108'15,"0"0"-927"-15,0 0-1345 0,0 0-196 16,-32 70 76-16,32-64 528 15,0-6 92-15,0 0-168 0,16-6-328 0,0-10-184 16,8-9-212-16,11-11-52 0,1-11-184 16,9-3-72-16,-2-11-88 15,0-6-48-15,2-2-56 0,-6-12-32 0,1-1-44 0,0-6 56 16,-4-5-156-16,0 2-28 16,-1 1-8-16,-7 8 44 0,0 8 40 0,0 5-88 0,-7 12-60 0,-6 3-68 15,2 7 40-15,-6 5-152 0,1 4-632 16,-4 3-428-16,0 4-744 15,-4 9-1729-15,-4-8-2127 16</inkml:trace>
  <inkml:trace contextRef="#ctx0" brushRef="#br0" timeOffset="30226.273">25351 12478 3056 0,'0'0'0'0,"0"0"-92"0,0 0 92 0,0 0 248 16,0 0 3904-16,-95 6-2028 0,63 7-599 15,0 5-433-15,-11 8-132 0,-2 2 248 0,-10 7-132 16,-5 4-156-16,-8 2-296 16,-7 3-264-16,-5-3-12 0,-4 1-64 15,5-4-92-15,7-3-192 0,8-10-164 0,9-9-84 16,10-7-12-16,10-4-100 0,10-10-412 15,14-7-604-15,11-7-912 0,0-9-2245 16,8 2-2807-16</inkml:trace>
  <inkml:trace contextRef="#ctx0" brushRef="#br0" timeOffset="30393.158">24854 12411 7656 0,'0'0'3108'16,"0"0"-1039"-16,75 32-633 0,-38-13-196 0,10 3 340 15,5 3 16-15,0 5-652 0,3-3-368 16,1 4-284-16,4-1-244 0,-4 1-48 16,0-2-180-16,0-1-324 0,-5-2-328 15,1-1-180-15,-5 4-440 16,-10-13-1184-16,10 9-3341 0</inkml:trace>
  <inkml:trace contextRef="#ctx0" brushRef="#br0" timeOffset="31172.962">21076 15704 6748 0,'0'0'1024'0,"0"0"2189"16,0 0-1713-16,0 0-388 0,17-83-188 16,-14 60 64-16,1 2-412 0,0 2-348 15,-4-2-16-15,0 7-160 0,0 3 172 16,0 3 608-16,0 8 72 0,-4 0-252 0,-3 0-224 15,-6 12-428-15,-6 7 0 0,-2 9-12 0,6 7 0 0,-5 7 12 32,8-1 60-32,0-3-8 0,4-3-52 0,8-10 0 0,0-6-136 15,4-9-72-15,8-3 208 0,0-4 12 16,8-3 72-16,3-10-72 16,1-2-12-16,1-7-172 0,3-4-160 0,0-2 88 15,-5 2-88-15,1 1 24 0,0 3-52 0,0 6 136 16,-9 4 12-1,2 3 52-15,-2 2-64 0,-2 4 36 16,-5 4 72-16,-1 5 116 0,2 1 312 16,-1 2-52-16,-4 1-36 0,-1-1-48 15,-3 1-176-15,8 0 0 0,-4-3-76 0,1-4-36 16,-1 0-24-16,0-3-264 0,-1-3-352 16,5 0-456-16,-4-3-556 0,5-3-545 0,-2-6-1927 0,1 1-1692 0</inkml:trace>
  <inkml:trace contextRef="#ctx0" brushRef="#br0" timeOffset="31405.696">21702 14887 456 0,'0'0'9864'15,"0"0"-7483"-15,0 67-701 0,-8-25-544 0,0 11 108 16,0 10-104-16,-3 4-200 0,2 0-352 15,1-1-160-15,-3-1-144 0,2-5-108 0,5-6-176 16,-4-8-160 0,8-4-320-16,0-6-96 0,0-11-176 15,0-9-160-15,4-7-136 0,8-9-264 16,0 0-80-16,0-9-692 0,4-10-1093 0,0 3-1823 16</inkml:trace>
  <inkml:trace contextRef="#ctx0" brushRef="#br0" timeOffset="31595.346">22000 15030 912 0,'0'0'8764'0,"0"0"-7231"0,0 0-605 0,-23 67 68 15,11-27 644-15,-7 9-344 0,6 5-256 16,-2 3-296-16,-2 7-28 16,6 2-28-16,3 0-88 0,-1 2-184 0,1-5-108 15,5 0-164 1,3-6-144-16,0-3-84 0,3-9-380 15,9-7-408-15,4-7-208 0,5-8-624 0,-6-4-1200 16,9-10-3825-16</inkml:trace>
  <inkml:trace contextRef="#ctx0" brushRef="#br0" timeOffset="32371.415">23890 15408 8220 0,'0'0'1876'0,"0"0"-907"0,0 0-713 16,0 0 132-16,-105-12 776 0,74 14 324 0,-1 8-336 16,-4 6-296-16,0 3-144 0,1 3 56 15,-1 0-52-15,4 3-260 0,4 0-224 0,4-1-184 16,13-6-48-16,2 1-132 0,5-2 8 15,4 1 24-15,8 1-32 0,8 1 80 16,4-1 52-16,0-1 44 0,4 4 28 0,0-2-64 16,-5 2 52-16,1-4-8 0,-3 2 8 15,-6-4 52-15,-3 0-28 0,-4 0-20 32,0-1 8-32,1 2 0 0,-5-4 4 0,0-5 8 0,0 6-8 15,-9-2 8-15,1 1 24 0,-7-1-36 0,-2-2-72 16,-3 3-100-1,-3-1-180-15,3-5-64 0,3-1-136 0,2-6-112 16,3 0-188-16,4 0-140 0,0-9-480 0,8-7-476 16,0-3-1209-16,8-6-2307 0,0 2 681 15</inkml:trace>
  <inkml:trace contextRef="#ctx0" brushRef="#br0" timeOffset="32723.888">23961 15649 3252 0,'0'0'6520'0,"0"0"-4159"15,0 0-869-15,-15 77-96 0,2-47-48 16,5 5-116-16,1 1-504 0,-2-4-308 0,5-4-272 31,4-3-148-31,0-6-80 0,0-6-8 16,8-6-148-16,4-4 40 0,0-3 84 0,4-6-96 16,0-7-116-16,4-10-160 0,0-2 0 15,4-6 32-15,0-1 72 16,-4-1 56-16,4-2-28 0,-5 5-52 0,-2-3-116 15,-2 2 36-15,-6 2 232 0,-5 4 252 16,0 6 204-16,-4 7 456 0,0 5 184 0,0 7-88 16,0 3-216-16,-8 13-116 0,3 3-64 15,-3 6-48-15,-3 7 36 0,2 7 48 16,1-2-40-16,-3 5-24 0,7-4 36 0,-5-3-112 16,9-4-248-16,-4-6-8 0,4-6-168 15,0-6-460-15,0-3 36 0,4-10 24 16,5-3 60-16,2-10-252 0,6-9-464 0,2-3-1124 15,1-10-1513-15,5-6-751 0</inkml:trace>
  <inkml:trace contextRef="#ctx0" brushRef="#br0" timeOffset="33068.36">24423 15230 4364 0,'0'0'220'0,"0"0"5208"0,0 0-3535 0,0 0-497 15,0 0-560-15,0 0 188 16,0 0-28-16,28 86-132 0,-28-44-132 15,-4 5-64-15,-3 3 268 0,-6 4-152 16,-2 0-164-16,-2 1-204 0,-3-5-208 0,1-2-112 16,2-8-96-16,6 0-96 0,-1-12-76 15,3-6-120-15,6-6 24 0,3-6-24 0,0-3-88 16,7-7 12-16,6 0 320 16,2 0 48-16,2-5 0 0,-2-1-44 0,-2 3-68 15,2 0-36-15,2 3-24 0,-2 0-12 0,-2 0 48 16,2 6 88-16,1 5 48 0,-4-6 136 15,1 4-12-15,-2 2 20 0,1-3-32 0,-4-1-40 16,0 3-8-16,-4-1 8 0,-4 1 28 31,0 3-4-31,-8-1-8 0,-4 1-40 0,0 3-36 16,-8-3 36-16,-4-1-48 0,4-2-48 16,-4-4-196-16,0 0-124 0,0-3-160 0,5-3-276 15,2 0-844-15,2-9-1208 0,-2-4-2193 16,6-2-2395-16,-2-11 6597 0</inkml:trace>
  <inkml:trace contextRef="#ctx0" brushRef="#br0" timeOffset="33709.145">25312 15611 3356 0,'0'0'1448'16,"0"0"3612"-16,0 0-3291 0,0 0-337 0,0 0-324 15,0 0-224-15,-92-13-492 0,72 30-216 16,-8 8-100-16,-4 9 136 0,-4 11 180 16,1 9 244-16,3 3-112 0,4-3-128 15,4-3 12-15,16-13-160 0,4-9-248 0,4-10-312 16,12-7-68-16,12-12 104 0,8-3 152 16,3-12 0-16,10-14-184 0,2-3-128 15,-2-10 44-15,-2 4 52 0,-7 1 100 0,-4 2-148 16,-5 3-116-16,-2 6-16 15,-5 1 76-15,-5 6 12 16,-7 3 200-16,1 6 232 0,-5 4 232 0,-1 3 300 16,-3 3 256-16,0 3-260 0,0 8-236 15,0 1-28-15,-3 9 60 0,-1 8-148 0,0 7 104 0,-5 2-68 16,1 6-24-16,-3 1-28 0,-2-1-84 31,2 0 12-31,-2 1 72 0,2-3-72 0,-1 2-4 16,0-4-84-16,0 5 8 0,-4 3 116 0,0-4 52 15,0 1 44-15,-4-1-8 16,0 0-28-16,-4 2-132 0,5-6-40 0,-2-3 0 16,-3 0-12-16,5-6 0 0,-1-9 0 15,-1-3-4-15,6-5-4 0,-5-9-68 16,4-2-244-16,-4-3 36 0,4-8 24 0,0-12 12 16,0-2-88-16,4-13-88 0,8-6-244 0,1-8 16 15,3-7-44-15,7-4-232 0,10-1-1052 16,6-2-201-16,9 6-595 0,3 3-2656 0,-2 16 4440 15</inkml:trace>
  <inkml:trace contextRef="#ctx0" brushRef="#br0" timeOffset="33927.615">25690 15646 1864 0,'0'0'1344'0,"0"0"-952"0,0 0 4252 15,0 0-3788-15,0 0-416 0,64 80-64 0,-55-45 360 16,-6 6-3-16,1 9 143 15,-4 4 4-15,0 3 36 0,0 7 172 16,-7 2-80-16,-2 8-280 0,-3-1-256 0,0 3-200 0,0-3-224 16,1 0-48-16,-6-6-136 0,9-3-384 15,5-11-204-15,3-6 268 0,3-5 56 16,5-14-460-16,9-8-484 0,-6-14-412 0,6-6-557 16,-2-3-451-16,1-16 316 0,-4-10-804 15</inkml:trace>
  <inkml:trace contextRef="#ctx0" brushRef="#br0" timeOffset="34173.651">25778 15754 2824 0,'0'0'6284'0,"0"0"-3123"0,0 0-1273 0,28-67-864 16,-16 54-296-16,4 4-60 0,3 3-72 0,1 3-112 15,-3 3-208-15,2 0-180 0,-2 6-84 16,-2 4 88-16,1 5-52 0,-8 7 88 15,0 0-60-15,1 8-72 0,-9-2-4 0,0 4 0 16,-9-1-148-16,-7 4-52 0,-8 1-60 16,-4-3-172-1,-4 7-52-15,-3-9-68 0,-1 4-104 0,0-4-84 0,5-5-84 0,-1-3-16 0,4-4-324 16,0-7-753-16,7-5-2263 0,6-4-928 16,-5-9 4209-16</inkml:trace>
  <inkml:trace contextRef="#ctx0" brushRef="#br0" timeOffset="34571.962">27045 15821 6200 0,'0'0'1676'15,"0"0"2741"-15,0 0-2821 0,0 0-292 0,0 79-56 0,4-53-4 16,-4-4-392-16,0 0-384 16,0-3-456-16,0-3-12 0,0-6-248 15,0-7-440-15,4 0 44 0,-4-3 84 0,0-3-92 16,0-7-596-16,0-6-1356 0,0 4-3193 15</inkml:trace>
  <inkml:trace contextRef="#ctx0" brushRef="#br0" timeOffset="34733.534">27005 15472 3420 0,'0'0'8057'0,"0"0"-6825"16,0 0-660-16,0 0-24 0,0 0-368 15,100 12-180-15,-76-9-1124 0,0 1-941 0,4-2-2095 0,-13 5-1372 16,13 5 4736-16</inkml:trace>
  <inkml:trace contextRef="#ctx0" brushRef="#br0" timeOffset="34938.125">27380 15944 4592 0,'0'0'2368'16,"0"0"3357"-16,0 0-4829 15,-24 71-476-15,20-59-28 0,4-6 176 16,0-2-140-16,12-4 0 0,4-4-312 0,12-8-116 0,0-4-8 0,7-6-68 15,1 0-188-15,0-1-48 0,-1 8 136 32,-7 4 60-32,0 5 116 0,-7 6 64 15,-10 3 200-15,2 7-36 0,-6 6 96 0,-3 3 32 16,-4 4 84-16,0 2 20 0,0 0-324 16,0 4-136-16,-4-4-84 0,1 0-188 15,3 0-376-15,0-2-424 0,0 0-512 0,0-11-876 16,0 10-3125-16</inkml:trace>
  <inkml:trace contextRef="#ctx0" brushRef="#br0" timeOffset="35530.591">29069 16002 3392 0,'0'0'104'0,"0"0"3940"0,0 0-1364 0,0 0-875 0,0 0-565 16,0 0-184-16,0 0-72 15,0 0 12-15,-52-67-124 0,52 63-376 0,-4 4-184 16,4 0-28-16,-4 4 24 0,-3 9-36 16,-10 2-88-16,2 14-12 0,-9 6-24 15,-4 3 72-15,0 1 60 0,0-1 124 0,7-3-124 31,6-10-212-31,7-6-68 0,4-7-100 0,4-5 16 16,4-7-136-16,8 0-136 0,8-3 296 0,12-7-40 16,4-6 92-1,3-6-160-15,2 0 20 0,-2 0 84 0,1 3 64 16,-4-1-60-16,-1 7-52 0,-7 4-32 16,0 4 44-16,-8 5 40 0,-4 0-48 15,-7 0 108-15,-2 2 100 0,-3 4 72 16,0 0 60-16,-4 1-36 0,0-1-36 0,0 0-52 0,0 1 4 15,0-3-100-15,-4-4-8 0,4 3-4 0,0-3-124 16,0 0-192-16,0-3-200 0,0-1-64 16,0-6-100-16,0-1-352 0,4-3-708 31,9-2-536-31,-6-3-673 0,1 3-1431 0,0-2-264 0,0 5 4308 0</inkml:trace>
  <inkml:trace contextRef="#ctx0" brushRef="#br0" timeOffset="35961.837">29655 15211 4880 0,'0'0'2732'16,"0"0"-280"-16,0 0-1139 0,0 0-285 0,0 0 288 15,0 0-188-15,0 0-372 0,0 0 136 0,0 0-56 16,-8 108-156-16,-8-54-36 0,-5 10 44 15,-2-1-64-15,-1 7-172 0,4-7-148 16,1 2-108-16,-2-9-112 0,10-2-84 16,2-6 0-16,1-6-72 0,4-5-64 0,1-2-144 15,3-7 12-15,0-5 0 0,0-4 72 16,7-7-60-16,5-2 32 0,4-4 220 0,5-2 4 16,-2-2 76-16,5-2-64 0,4 0-4 15,0 0-4-15,-4 0-4 16,4 0-48-1,-5 0-16-15,1 5 4 0,-3-3 56 16,-2 1-84-16,-3 4-20 0,-4 0-16 0,-3-1 0 16,-6-1 124-16,1 5 28 0,-4 0 44 0,-4 3 64 15,-4-1 12-15,-12 4 12 16,-4 0-76-16,0 0-80 0,-4 0 4 0,-4-4 4 16,4 1 0-16,-3-4-12 0,3-2-4 15,1-1-216-15,2-6-184 0,5 0-240 0,9 0-544 16,-2-6-836-16,1 3-1212 0,9-4-2737 15,3 4 1185-15</inkml:trace>
  <inkml:trace contextRef="#ctx0" brushRef="#br0" timeOffset="36118.009">30129 16338 13833 0,'0'0'4304'16,"0"0"-3896"-16,0 0-308 0,0 0 60 15,0 0 340-15,0 0-192 0,0 0-308 16,0 0-528-16,0 0-480 0,0 0-508 0,0 0-1248 16,-72-19-3565-16</inkml:trace>
  <inkml:trace contextRef="#ctx0" brushRef="#br0" timeOffset="36901.225">30901 15884 3132 0,'0'0'208'16,"0"0"-116"-16,0 0 6156 0,0 0-4303 0,0 0-393 15,0 0-560-15,0 0-120 0,-23-69-80 16,15 62-212-16,4 4-68 0,-4 3-188 0,0 6-124 31,-8 7-28-31,0 12 52 0,-8 7 96 0,0 10 52 0,0 5 8 16,1-2 12-16,-1-4-120 15,7-6-100-15,6-7-172 0,3-12-56 0,8-6-44 16,0-7-256-16,4-3-36 16,4 0 120-16,12-3 264 0,-1-11-80 0,9-5 16 15,0-2-4-15,4-8-84 0,0 0 76 0,-4 4 76 16,-4 0-192-16,-4 3 100 0,-4 5 16 0,-5 8 32 16,-2 3-20-16,-5 3-40 15,0 3 112-15,-4 0 60 0,0 9 52 0,0 4 172 16,0 6-60-16,0 3 12 0,0 4-4 15,-4-4-48-15,4 3-24 0,-4-3-24 0,4 3-24 32,0-3-100-32,0 3 36 0,0-1-40 0,-4 1 4 0,-1 0-12 15,5 1-4-15,-4 2-44 0,-3-2 48 16,3 2-48-16,-8-3 48 0,-4 5-12 16,-8-2-88-16,0 0-36 0,-8 4 52 15,0-3 72-15,0-1 0 0,-4-3 12 16,8-2 0-16,-3-7-64 0,6 0-44 15,2-7-176-15,7-6-188 0,8-3-48 16,4-9-4-16,4-7-316 16,4-9-16-16,12-7-944 0,4-6-673 15,4 0-1503-15,4-4 1320 0,0 1-1188 0,-5 13 3664 16,18-10 180-16</inkml:trace>
  <inkml:trace contextRef="#ctx0" brushRef="#br0" timeOffset="37150.031">31500 15874 4348 0,'0'0'508'0,"0"0"3796"0,0 0-2944 0,0 0-47 15,0 0 83-15,0 0 124 32,7 93-472-32,-10-55-332 0,-5 6-128 0,-5 5 256 0,2 1-92 15,3 7-188-15,-5 0-48 0,10 4-100 16,-5-1-124-16,8-3-292 0,-4 1 0 15,-5-5-60-15,5-6-24 0,1 1-16 16,-1-10-316-16,0-3-404 0,4-9 32 0,0-8 68 0,0-5 100 16,0-6-196-16,0-7-344 15,8 0-360-15,-5-13-156 0,10-9-545 16,-1-7-723-16,-5-6-12 0,6-6-536 16</inkml:trace>
  <inkml:trace contextRef="#ctx0" brushRef="#br0" timeOffset="37371.151">31384 15827 5080 0,'0'0'924'0,"0"0"4417"0,0 0-3345 0,0 0-612 0,0 0-352 16,0 0-336-16,0 0-312 0,0 0-96 15,0 0 24-15,0 0 8 0,99-38 40 0,-63 51 24 32,-4 3 8-32,1 6-96 0,-6 0-160 0,-3 3-136 0,-8 0-148 15,-4 5-148 1,-8 1 48-16,-4-2 4 0,-8 2-80 15,-12 1 4-15,-8 1 24 0,-8 0-176 16,-11 6-292-16,-5-4-320 0,-8 0-144 0,-4-3-124 16,-4 0-885-16,1-5-2503 0,11-7 468 0</inkml:trace>
  <inkml:trace contextRef="#ctx0" brushRef="#br0" timeOffset="38109.563">21068 17272 8764 0,'0'0'6473'0,"0"0"-5025"0,0 0-664 0,0 0-660 0,0 0-64 15,0 0 252-15,0 0-16 0,0 0-48 32,28 82-140-32,-20-53-96 0,-4 0 112 15,-4-1-12-15,0-3-112 0,0-3-8 0,0-5-80 16,0-4-60-16,0-11-84 0,0 2-336 15,0-4-164-15,0-4-92 0,-8-9-212 0,1-2-700 0,-10-4-1185 16,6 1-2275-16,-6-19-36 0</inkml:trace>
  <inkml:trace contextRef="#ctx0" brushRef="#br0" timeOffset="38500.436">21080 16856 8352 0,'0'0'5345'0,"0"0"-3889"15,0 0-1064-15,0 0 96 0,0 0 268 0,76-4-396 0,-55 4-360 16,2 4-124-16,-3-4-276 0,4 0-216 16,0 0-200-16,3 0-196 0,1 3-160 0,0-3-80 0,8 3-37 15,-3 3-499 1,2 1-264-16,1 2-328 0,-4 0 1324 0,0 4 1056 0,-8 0 764 31,-5-1 840-31,-6 2 632 0,-9-1-136 16,-4-1-451-16,0 4-213 0,-13 3-240 0,-6 0-312 15,-2 0-292-15,1 6-152 16,-3-2 16-16,-1 3-32 0,4-5-52 0,4 5-52 0,4-7-20 16,4 3-116-16,8-6-136 0,0 0-40 0,4-1 0 15,8 1 40-15,4 0 36 0,4 0 28 0,-1-4-24 16,5 7-48-16,-3-5-40 0,3 2-84 16,-9 3 8-16,2-4 16 15,-6 2-4 1,-3-2 60-16,-8 5-56 0,0-2-4 0,0 1-120 0,-12 1 12 15,1-1-40-15,-6 0-72 16,2-3-104-16,-1-4-96 16,-1 1-436-16,-2-4-396 0,2-6-556 0,2 4-1273 0,2-7-2667 0</inkml:trace>
  <inkml:trace contextRef="#ctx0" brushRef="#br0" timeOffset="39403.412">22687 17104 12 0,'0'0'1372'0,"0"0"4432"16,0 0-3340-16,0 0-671 0,0 0-661 15,0 0-100-15,79 31 20 0,-63-5-408 16,-4 8-204-16,-5 1-152 0,-2 10-176 0,-5 3 68 16,0 2-64-16,-9 1 20 15,-2-3 76-15,-2-3-40 0,6-8-72 0,-1-5-60 0,0-10-40 16,4-3-88-16,0-9-48 0,4-7-76 15,0-3-216-15,8-3-300 0,8-13 224 0,4-3 224 16,4-13 92-16,4-2 72 16,4-8 12-16,-5 2 104 0,6 1 216 0,-1 4-80 0,-5 0 44 15,4 7-4-15,-3 2-64 16,-7 7 40 0,-1 3-28-16,-9 7 140 0,-3 2 112 0,1 7-8 15,-9 3-44-15,4 6-12 0,-4 7 200 16,0 7-56-16,0 3-220 15,-9 2-52-15,5 3-120 0,-7 1-8 0,7-3-56 0,-4-4-48 16,3-3-52-16,1-6-12 0,0 1-136 16,4-8-356-16,0-6-292 15,0-3-416-15,0 0-804 0,8-10-929 16,1-5-1455-16,6-5-48 0,-2 4 4116 0</inkml:trace>
  <inkml:trace contextRef="#ctx0" brushRef="#br0" timeOffset="39683.058">23236 17300 2644 0,'0'0'640'0,"0"0"-224"15,0 0 4580-15,0 0-2451 0,0 0-685 0,0 0-680 0,0 0-256 0,0 0-220 16,4 86-148-16,-8-60-172 16,4-1-84-16,-4-3-100 0,4-2 96 15,4-5-60-15,4-5-124 16,8-4-12-16,0-4 96 0,8-2-48 16,-1-2-148-16,1-10-36 0,4-5-28 15,0-8-44-15,0 3-80 0,-3-4-72 16,-2 4 40-16,-3 0 8 0,-4 0 88 0,-4 6 24 15,-4 0-24-15,-8-1 124 16,0 5 0-16,-12 3 0 0,-8-1-28 0,-8 7 20 16,0 3 8-16,-4 0-4 0,-4 6-8 15,4 8-200-15,1 0-72 0,3 5-84 0,8 0-272 16,0-2-320-16,4-1-516 0,4-7-564 16,8 1-1117-16,0-4-2787 0,4-3 5008 0</inkml:trace>
  <inkml:trace contextRef="#ctx0" brushRef="#br0" timeOffset="39916.686">23570 17176 2916 0,'0'0'692'0,"0"0"3244"16,0 0-2780-16,0 0-612 0,77 45 100 0,-66-19 120 16,-3 6-119-16,1-1-169 0,-6 4-116 15,-3 3 112-15,0 0 192 0,-7 0 188 16,-2-6-40-16,1 0-284 0,4-4-128 15,1-9-124-15,-1-3-108 0,4-7-56 0,0-2-112 16,0-7 0-16,0 0 4 0,7-7 84 16,1-5 48-16,9-10-136 0,-2-8-132 0,1-3-308 15,4-6-124-15,4-3-92 16,-4 1 24-16,4 7-80 0,-1 2-632 0,-2 9-1465 0,3 1-2775 16</inkml:trace>
  <inkml:trace contextRef="#ctx0" brushRef="#br0" timeOffset="41188.546">23978 17284 4420 0,'0'0'900'16,"0"0"3856"-16,0 0-2951 15,0 0-169-15,0 0-192 16,0 0-212-16,0 0-304 0,82 3-296 0,-69 10-224 0,-1 4-172 15,-5 1-152-15,2 1-32 16,-5 0-52-16,0 0-4 0,-4-3-60 0,0-3-32 16,0-4-16-16,0 1-36 0,0-7-176 15,4 1-220-15,-1-4-128 0,5-4-96 16,5-9 288-16,6-2 168 0,5-5 72 0,0-5-140 16,4-3-52-16,0-2 192 0,0 5 224 15,-5 0 8 1,5 3 8-16,-4 3 0 0,-3 3 4 0,-6 6-4 0,-6 7 232 0,-1 3 20 15,-5 0 104-15,-3 3 60 0,0 10 252 16,-7 6-168-16,-2 1-208 16,-3 5-128-16,1 1-16 0,-2 2 4 0,2-6-4 15,3-3-84 1,-1 0-64-16,5-6-72 16,4-4-28-16,0-5-100 0,4-1 140 0,5-3 60 0,3-3 0 15,3-7 0-15,9-6 0 0,0-3-140 16,0-3-160-16,4 0-16 0,-3 3 76 15,-2 2-12-15,1 9 88 16,0-3 52-16,-5 8 52 0,1 3 60 0,1 3 368 16,-6 4-28-16,-2 5 60 0,-2 5-20 15,-3 2-168-15,1 0-40 0,-2 0-48 0,1 0-24 0,0 0 24 16,4-3-60-16,-4-1-64 0,4-2-24 16,0-2-28-16,0-3-20 0,4 2-228 0,0-7-360 15,4 1-136-15,4-4-352 0,4-7-752 16,-1-3-1065-16,5-3-1127 0,1 1 2036 15,2-1 792-15,-7 1 1264 0,4-1 156 16,-9 0 1028-16,1 0 276 0,-7 4 324 0,-6 3 48 16,-7-1-112-16,0 7-31 0,-4 0-89 31,0 0-268-31,0 0-364 0,-4 0-424 0,-7 0-156 16,3 3-116-16,-5 4 4 15,-2 5-16-15,-1 4 36 0,-5 3 76 0,6 3 284 16,-1 2-128-16,0-6-236 0,8-6-212 0,0-2-80 15,4-4-12 1,4-6 0-16,0 0-4 0,0-2-204 0,9-5-124 16,6-9 160-16,5-5 76 0,0-6-52 0,7-1-100 15,-2-1-112-15,-1 1-24 16,0 5 24-16,-5 2 48 0,-2 7 12 0,-10 5 52 16,1 2 108-16,-4 4 152 0,-4 3 0 0,0 0 276 15,0 3-16-15,0 4-32 0,-4 2-92 0,4-2-92 16,-4 2-44-16,4 1-136 0,0-8-40 0,4-2-184 15,5 0-284 1,2-6-60 0,5-7 100-16,0-5-196 0,4-1-476 0,0-7-228 0,0 4 95 0,0 0 709 0,-4 0 224 15,4-4-84 1,-5 5 28-16,2-5 220 0,2-3 312 31,-6 4 144-31,2-4 492 0,-6 4 376 0,-2 6 192 0,1 3-83 0,-4 6-245 16,4 7-288-1,-3 3-128-15,2 0 292 0,-3 3-144 0,0 7-212 0,0 6 20 0,0 0-64 0,-4 6 48 0,0 6 192 16,0 4 120-16,0 4-4 16,-4-3 80-16,0 9-124 0,0 2-212 15,0 1-144-15,4-1-164 0,-4 1-144 16,1-4-156-16,-2-3-164 0,1 0-552 16,4-6-124-16,-4-1 40 0,4-1-212 0,0-8-572 15,0-3-728-15,0 0-2713 16</inkml:trace>
  <inkml:trace contextRef="#ctx0" brushRef="#br0" timeOffset="41357.815">25766 17618 8536 0,'0'0'8049'0,"0"0"-6805"0,0 0-800 16,0 0 112-16,0 0 460 0,0 0-404 15,0 0-364-15,0 0-248 0,0 0-560 16,0 0-728-16,0 0-496 0,-59 19-2428 0,50-32-3869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02T07:08:00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3159 4978 5944 0,'0'0'848'0,"0"0"-276"0,0 0-16 15,0 0 960-15,0 0 461 0,0 0-401 0,0 0-404 16,0 0-364-16,0 0 84 0,0 0-112 15,0 0-104-15,0 0-268 0,36 23-36 16,-24-21-76 0,0 5-52-16,0-4 40 0,3 4-48 0,2-1-16 15,-2 3-48-15,5 1 48 0,1 2-72 0,11 4-4 0,-1 3-20 0,13 3-16 16,8 0-100-16,8 3 92 16,15 5-88-16,9 2 84 0,11-1-20 15,17 1-28 1,4-1-36-16,11-1 24 0,5 1-36 15,3 1-108-15,5 0-16 0,-5-1 52 0,-3 1-64 16,-5-3 16-16,-7-2-4 0,-9 3-108 16,-7-5 108-16,-8-2-48 0,-13-5 28 15,-7-2 8-15,-12-3-112 0,-8-3-120 16,-9-3-52-16,-3-5-100 0,-12-2-136 0,-4 0-348 0,-5-7-584 16,-6-2-1284-16,-2-13-2981 0</inkml:trace>
  <inkml:trace contextRef="#ctx0" brushRef="#br0" timeOffset="331.839">5717 5292 8280 0,'0'0'5733'0,"0"0"-5201"0,-87 13-520 16,55-7 216-16,-13 0 276 15,-2 5 492-15,-13-3 212 0,-3 3-340 16,-18 3-376-16,-6 0-236 0,-13 2-96 0,-16 6 24 16,-15 0 36-16,-13 4 4 0,-11 2-20 15,-12 4 140-15,-5 3-112 0,2 3 12 0,2-3-60 16,5 3-76-16,11-2-100 0,17-3-8 16,8-3-4-16,19-2-56 0,16-6-40 15,17-3 28-15,19-3-100 0,16-6-44 16,12-4 32-16,12-3-12 0,8 0-48 0,8-3-12 15,0 0-420 1,4 0-556-16,4-3-288 0,8-6-348 16,8-1-260-16,-1 1-1133 15,18-17-3235-15</inkml:trace>
  <inkml:trace contextRef="#ctx0" brushRef="#br0" timeOffset="3385.308">5566 1895 3952 0,'0'0'288'15,"0"0"-276"-15,0 0 3072 0,0 0-1372 16,0 0-484-16,0 0-207 0,0 0 223 15,0 0-224-15,92 13-180 0,-73-7-120 0,-3-3-128 16,3 1-36-16,2-1-120 0,-5 0-112 16,3 3-64-16,2-2-60 0,-1 3-76 0,-1-5-36 0,5 4-76 31,1 0-12-31,3 1-12 0,3-1-40 0,9 0 44 0,3-2-52 16,6 3-16-16,10-1 16 0,1-4-28 15,4 2-36-15,3-2-112 0,-3 3-40 16,4-3-24-16,-5 2 60 0,6-1 88 0,-5 2-36 15,3-5-48 1,1 7-44-16,-5-3 56 0,1-1-16 16,0 0 36-16,-5-3 92 15,1 3-4-15,0 0 52 0,4-3-12 0,-1 0 64 0,6 0-64 16,2 0 12-16,-3 0-24 0,-4 0 12 16,-1 0 0-16,-3-3 0 0,-4 0-204 15,-4 3-164-15,-8-3-376 0,-9 3-709 16,-7-3-827-16,-4 3-2196 0</inkml:trace>
  <inkml:trace contextRef="#ctx0" brushRef="#br0" timeOffset="3720.727">8494 2076 3604 0,'0'0'1876'15,"0"0"-628"-15,0 0-296 0,0 0 368 16,79 6-52-16,-58-6-211 0,3 0-297 0,4 0-272 16,-4 3-172-16,3 1-160 0,1-1-16 0,4-3-136 15,0 3-4-15,-1 0-76 0,1 1 12 16,5-4 0-16,-5 3-76 0,3-3-192 15,5 0-412-15,-4 0-157 0,4 0 9 0,0 0 0 16,-5 0-224-16,5 0-92 16,-4 0 152-16,4 0 408 0,-4 0 388 0,3 3 24 0,-3-3-248 15,-12 0-232-15,12 3-1304 0</inkml:trace>
  <inkml:trace contextRef="#ctx0" brushRef="#br0" timeOffset="5082.885">10964 2144 1472 0,'0'0'5552'16,"0"0"-3836"-16,0 0-632 0,0 0-268 15,0 0 113-15,0 0-57 0,0 0 32 16,0 0 52-16,0 0-188 0,0 0-452 15,0 0-188-15,64 0 8 0,-28 2 4 16,8-2 60-16,-4 3 116 0,3 0-64 16,1 3-68-16,0-1-32 0,8 1-52 0,0-1-40 0,8 5-60 31,4 0 0-31,3-1-88 0,1 1 4 0,3-2-16 0,1 3-24 16,0-2 48-16,8 1 24 0,-1-1-16 15,5 1 64-15,0-1-4 0,3-2 8 16,4 2 4-16,1 0 36 0,-4-2-40 0,-4-1-64 15,-4-2-48-15,-5-4 12 16,-7 0-16 0,-5 0 28-16,-3 0-136 0,0 0-40 0,-8-4-16 0,4 1 180 15,-9 0 64-15,2-4 32 16,-6 5 4-16,-3-5 0 0,0 4 68 16,-4-3-60-16,-4 2 40 0,-1 1 4 15,-3-3-40-15,-3 0-12 0,3 2-44 0,-5-2 32 16,1 3-124-16,0 0-68 0,0-3 200 0,-1 2 4 0,5 1-64 15,-4 0 8-15,4 0 52 0,-4 3-4 16,1-4-4-16,-2 2 4 0,1 2-92 0,0-5 48 16,0 5 40-16,-5 0 4 0,2 0 4 31,-1 0 4-31,-5 0-128 0,2 0 116 16,-2 0 4-16,-7 0 4 0,1 5-60 0,-2-5 52 15,-3 2-40-15,0-2-8 0,0 4-4 0,-4-4-12 16,5 3-28-16,-5-3 16 0,0 3 76 0,0-3-64 15,0 0-12-15,0 0-92 0,0 0-216 16,0 0-420-16,-5 0-316 0,1 3 99 0,-8 1-91 16,9-1-1044-16,-14 0-448 0</inkml:trace>
  <inkml:trace contextRef="#ctx0" brushRef="#br0" timeOffset="7263.507">16710 2044 3192 0,'0'0'1668'0,"79"0"-756"0,-39 4-472 0,8-1 80 16,8-3-364-16,4 6-12 0,0-6 1052 15,3 0-368-15,1 3-620 0,4-3-116 0,8 0 88 16,-5 0 168-16,4 3-36 0,-7-3-16 15,-8 0-88-15,-4 4-132 0,-8-1-76 0,-1 0-116 16,-2 0-12-16,2 1-80 16,1 1-24-16,4 2-144 0,-1-4-64 0,5 4 116 15,-4-1-24-15,0-3 48 0,0 3 68 32,0-2 72-32,-1-1 160 0,-3 0 52 15,0 0 24-15,0 0-76 0,-4 1 0 0,3-2 0 16,2 5 16-16,-2-4-16 15,5 4 0-15,-5 0-28 0,9-1-24 0,-4-1 52 16,0 5-12-16,3 2 12 0,1-1-8 16,0-2-108-16,0 3-4 0,4-2-152 0,0 3-28 15,-4-4 236-15,-5 4 52 16,1-7-156-16,-5 4-40 0,6-1 64 0,-5 1 0 0,-1-1 28 16,1 1-92-16,0 0 104 0,4-1-40 0,0 1-168 15,-5-1-860-15,5-3-184 0,-5 4 1356 16,6-3 652-16,-5-1-444 0,3 0-208 15,1 1 0-15,-4-1-52 0,3 0-12 16,-2 3-132-16,-2 1-912 0,-3-3 1108 16,4-1 156-16,0 3 12 0,0-2-168 31,7-1-300-31,1 3 300 0,0 1 12 0,4 0-12 0,0-1-208 16,-4 1 208-16,-1-4 1332 0,1 0 268 15,0 0-1000-15,0 1-548 0,0-1 432 16,-2 0 88-16,2-1-572 0,0 1 8 15,0 0-8-15,4-4 468 0,4 5-272 16,-4 0-40-16,0-4 400 0,3 3 172 16,1-3-496-16,0-3-76 0,-5 0 140 15,1 0 156-15,0 0-208 0,0-7-36 0,-4 2-64 0,-1-2-28 0,1-2 65 16,0 3 151 0,-4-5-240-16,-1 5-4 0,-3-2-88 0,1-3 144 15,-2 2 228-15,1-1-180 16,-1 0-112-16,-2 1-80 0,-2-4 0 0,5 4 124 15,-4-4-48-15,4 1 332 0,-5-4-408 0,1 3-36 16,0-3 36-16,0 4 0 0,0-5 64 16,-1 6-56-16,2-6 4 0,-2 4 40 0,-3 1 164 15,0-1 256-15,-4 3-4 0,-4-2-200 16,0 2-192-16,-8 1 112 0,3-4 28 0,-3 4-28 16,4-1-12-16,-4 1-168 0,4-4 56 15,0 3 76-15,0-2 12 0,0-2-84 16,-5 6-68-16,5-5-12 0,-4 3-36 15,4-3 48 1,-4 4 0-16,-4 2 8 0,0-2 68 0,-5 3-28 16,2-1 40-16,-6 1-36 15,2-1 36-15,-5 5-88 0,-1-5-100 0,2 4 28 16,-5 0 8-16,0-1-124 0,-4-2-100 16,0 6-156-16,0-3-392 0,-4 0-576 0,-5 3-541 15,1 0-1143-15,-12-3-2088 0</inkml:trace>
  <inkml:trace contextRef="#ctx0" brushRef="#br0" timeOffset="24832.653">3418 7782 1084 0,'0'0'964'0,"0"0"-220"0,0 0-80 0,0 0-104 16,0 0 16-16,0 0-576 0,0 0-524 0,0 0 524 15,0 0 1328-15,0 0-820 0,0 0-324 16,0 0-80-16,0 0 248 0,-64-64 76 0,64 57 260 16,-3 2 196-16,-1-2 60 15,4 1 0-15,0-1-3 0,0 4-65 0,0-2-32 16,0 1-108-16,0 1 116 15,0 0 4-15,0-1-12 0,0 4-160 16,0 0-160-16,4 0-192 0,-1 0-32 0,1 4 204 16,8 6 208-16,0 5-24 0,0 7-116 15,0 6 160-15,4 11-295 0,-5 3-157 16,2 8-112-16,-5 4-60 0,-1 3-96 0,-7 3 52 16,0 1-8-1,0 5-56-15,-3 0-8 0,-5 2 8 0,0-8-4 0,4-2-96 0,-4-11 96 31,0-10-128-31,4-7 24 0,4-8-48 0,-4-13-125 0,4-3-159 16,0-6-96-16,4 0-120 0,0-12-340 16,7-4-484-16,-2-13-596 15,7-2-532-15,-4-11-1933 0,-4 7-1279 16</inkml:trace>
  <inkml:trace contextRef="#ctx0" brushRef="#br0" timeOffset="25017.084">3534 8134 928 0,'0'0'3088'0,"0"0"4409"0,0 0-6065 0,0 0-388 15,0 0-104-15,0 0 384 0,91-9-216 16,-66 9 16-16,2 0-152 0,1 3-272 0,3 0-284 16,1 0-176-16,0-1-128 0,0-2-112 15,5 5 0-15,-9-5-172 0,-1 0-24 16,1-5-292-16,-4 0-368 0,0-1-8 0,0-1-112 16,-9 0-476-16,2-3-668 0,-2 5-801 15,-7-5-1343-15,1-2-132 0</inkml:trace>
  <inkml:trace contextRef="#ctx0" brushRef="#br0" timeOffset="25233.002">4092 7810 144 0,'0'0'2152'31,"0"0"4604"-31,0 0-5048 0,0 0-587 16,0 0-213-16,0 0 252 0,0 0 484 0,0 0-4 15,0 0-352-15,-13 79-332 0,13-40-356 0,5 2-108 16,-1 9 128-16,-4 5-72 15,0 5-183-15,0 3-197 0,0 4-84 16,0-3-84-16,0-4-72 0,-9-5-60 0,5-5-4 16,4-9-141-16,0-6-187 0,0-10-24 15,0-9-84-15,13-2-164 0,-6-12-208 16,10-2-828-16,-2-6-876 0,9-13-1721 0,-8 6-1395 0,16-19 3440 16</inkml:trace>
  <inkml:trace contextRef="#ctx0" brushRef="#br0" timeOffset="25680.909">5246 7908 6624 0,'0'0'8405'16,"0"0"-6733"-16,0 0-964 0,0 0-644 0,0 0 60 15,0 0 172-15,-39 70 136 16,19-54 52-16,0 3-68 0,-4 4-308 0,-4 2-108 16,-4 4-76-16,1-1 64 0,-9 4 8 0,4 3 0 15,-4-3-4-15,0 0 8 0,1-1-8 16,-2-3-4-16,5 2 12 0,1-8 0 16,3 3 60-16,4-6-52 0,4 1 56 0,8-8 8 15,9 1 16-15,2-7 8 16,5-4-24-1,0 3-60-15,9-3-12 0,2 2 0 0,9-1 60 16,3 0 148-16,2-1-112 0,-1-2-8 16,4 4-16-16,-4-1 24 0,4 1-8 15,0 2 20-15,4-2 40 0,-4 5-64 0,-1-3 28 16,4 4 32-16,-3-1-8 16,4 3 44-16,-4 5-44 0,0-2 8 15,0-2-60-15,0 3-84 0,-4-3-4 0,-4-1-44 16,0-3 36-16,-4 2-144 15,-4-5 32-15,-4 1-144 0,-1-5-96 0,-2 2-248 0,-1-4-332 16,-4 0-524-16,0 0-1224 16,-4 0-3093-16</inkml:trace>
  <inkml:trace contextRef="#ctx0" brushRef="#br0" timeOffset="26535.557">6255 7852 7988 0,'0'0'5785'0,"0"0"-4481"16,0 0-1052-16,16-86-124 0,-12 56 136 0,0 5 252 15,-4 3 496-15,0 11 116 0,-4 4-392 16,0 0-220-16,-5 7-136 15,2 0 0-15,-1 0 144 16,-5 10-208-16,-2 2-144 0,-5 10-88 0,1 6-36 16,-6 11-40-16,1 3 112 0,0 12 40 15,-4 3-15-15,0 9-21 0,1 4-4 16,-1 2 48-16,0 2 52 0,8-8 312 16,1-8-204-16,10-10-100 0,5-10-72 15,4-9-56-15,17-10-100 0,6-4-48 0,5-1 48 16,7-5 40-16,10-3 108 0,2-3-4 0,1-3-72 15,4 0-72 1,-4-3-96-16,0-3 48 0,-5-3-36 0,-7-1-76 0,1-1-116 16,-14-1-88-16,-3 3-36 15,-5-8-48-15,-2 3-84 0,-5-3-113 0,-8-2-147 16,0 0-188 0,-4 0-224-16,-8 3-324 0,-4-3 32 0,1 1 4 0,-10-3 356 0,5 0 100 15,-4 2-73-15,1-4 125 0,-1 4 764 0,0 3 220 16,-1 7 700-16,6 0 124 0,7 5 129 15,4 1 215-15,0 3 192 0,4 3 216 16,4 1-48-16,0 5-144 0,8 0-304 31,4 1-88-31,4-1-216 0,8 1-47 0,-1-4-133 0,5-2-188 16,4-4-152-16,0 0-92 16,0-10-164-16,-4 0-168 0,0 1-220 15,-4-4-108-15,-4 1-196 0,-1-1-157 16,-2 4-151-16,-6-1-472 0,-3 4-448 0,-4 3-348 15,1 3-292-15,-5 0-97 16,0 0 97-16,-5 0 660 0,-3 0 1224 16,4 6 676-16,-3 0 1148 0,-1 7 476 0,-1 3-168 15,5 6-136-15,-3 6 241 0,7 4-97 16,-4 3-240-16,4 7 52 0,0-1-140 16,0 6-252-16,0 0-152 0,0 4-92 15,4 1-184-15,-4-5-456 0,4-3-148 16,-4-5-480-16,3-4-300 0,-3-7-560 0,4-6-1516 15,-4 10-2825-15</inkml:trace>
  <inkml:trace contextRef="#ctx0" brushRef="#br0" timeOffset="27707.053">9849 7883 4272 0,'0'0'5880'0,"0"0"-3843"0,0 0-289 0,0 0-420 16,0 0-196-16,0 0 236 15,19 89 64-15,-19-48-404 0,0 10-344 0,0 7-160 16,-11 5-172-16,3 7-71 0,-9 0-29 16,6 2 4-16,-9 2 156 15,4-11-232-15,0-3-180 0,4-5-96 0,0-8-60 16,4-9-64-16,4-9-48 0,4-4-80 15,-4-9-117-15,4-3-83 0,0-6-280 16,0-5-852-16,0-2-304 0,0-2-908 0,8-12-1897 16,0-2-1555-16,0-3 3984 0</inkml:trace>
  <inkml:trace contextRef="#ctx0" brushRef="#br0" timeOffset="28029.757">9905 8118 2604 0,'0'0'0'0,"0"0"0"0,0 0 4380 0,0 0-2484 16,0 0-252-16,0 0-343 0,0 0-61 0,0 0 44 16,0 0-248-16,0 0 120 0,87-12 128 15,-67 40-656-15,-4 7-96 16,-4 6 56-16,0 4 132 0,-4 1-328 0,0 6-148 16,-8-4-84-16,4 2-16 0,-4-2-132 15,0-4 0-15,0-2 36 0,0-1-36 16,0-10 52-16,0 2 20 0,0-11 84 0,0-6 161 15,0-6 231-15,4-4-284 0,-4-6-164 16,4 0-64-16,4 0 24 0,0-13 72 0,7-6 12 16,2-10-32-16,2-9-124 0,1-10-4 15,4-2-84-15,1-7-152 0,-2-4 36 16,-3-2-76-16,4-4-156 0,0 4-13 0,-4 5-147 16,0 2-88-16,-5 8-292 31,-2 10-392-31,-2 9-296 0,-2 4-228 0,-5 9-644 0,0 6-1461 15,-4 7-1471-15,0 0 3824 0</inkml:trace>
  <inkml:trace contextRef="#ctx0" brushRef="#br0" timeOffset="29904.834">10769 8794 3360 0,'0'0'80'0,"0"0"-80"16,0 0 404-16,0 0 1928 0,0 0-1020 0,-8-66-120 16,4 50 92-16,-4 3-199 0,0 1-201 0,1-4-140 15,-2 7 24-15,-3-2-132 0,0 5 20 0,0-1-64 16,-3 5 0 0,2 2-112-16,-2 0-80 0,-2 0-40 0,2 9-36 15,-1 3-176-15,4 5-144 0,-4 2 96 16,4 3-88-16,-4 4-8 15,8 8-4-15,-4 1 0 0,4 6 8 0,4 1 0 16,0-1 68-16,0 0 24 0,4-6 60 16,0 0 24-16,0-4 260 15,4-4-112-15,0-9-100 0,5-1-48 0,2-5 28 0,1-5 92 0,4-4-96 16,0-3-160-16,4 0-48 0,0-7-92 16,-1-2-152-16,2-7-184 0,-6 0-224 15,-2-3-300-15,-6 2-264 0,1-4-520 16,-4 4-644-16,-4-1-217 0,0 5-687 0,-8-6-1628 15</inkml:trace>
  <inkml:trace contextRef="#ctx0" brushRef="#br0" timeOffset="30084.305">10558 8947 3392 0,'0'0'1120'0,"0"0"4424"0,0 0-4031 0,0 0-117 16,0 0 0-1,0 0-132-15,0 0-260 0,0 0-356 0,84 54-252 16,-65-54-208-16,5-7-120 0,1-2-68 15,-6-1-448-15,1-2-472 0,-3-1-240 0,-6 1-332 16,1 2-652-16,-4 0-725 16,-4 4-1467-16,0 3 228 0</inkml:trace>
  <inkml:trace contextRef="#ctx0" brushRef="#br0" timeOffset="30200.191">10793 8918 508 0,'0'0'2844'0,"0"0"-1932"0,0 0 2356 0,0 0-1584 0,-16 76-456 0,12-60-235 15,0 3-41-15,1 1-96 16,3-1-156-16,-5 0-208 15,5-3-224-15,0-3-268 0,0-1-52 0,0-6-188 0,8-2-560 0,4-1 124 16,0-3-232-16,4-7-701 0,-4 1-1071 16,12-13-2532-16</inkml:trace>
  <inkml:trace contextRef="#ctx0" brushRef="#br0" timeOffset="30471.988">10953 8029 5916 0,'0'0'2064'0,"0"0"-120"0,0 0-719 15,0 0 803-15,83 9-544 0,-55-4-300 0,0-3-628 16,0-2-352-16,3 0-204 16,-3 0-112-16,0 0-152 0,-3-7-616 15,-2 1-524-15,-3 0-1104 0,0-3-2933 16</inkml:trace>
  <inkml:trace contextRef="#ctx0" brushRef="#br0" timeOffset="30696.62">11144 8122 3420 0,'0'0'860'0,"0"0"4376"0,0 0-3007 15,-36 66-285-15,27-37-564 0,2-1-232 16,3 7-224-16,-4 0-240 0,4 6-204 0,-1 0-148 16,2 5-144-16,-1-2-128 0,0 0 40 0,0-3-40 15,4-6-48 1,0-4 148-16,0-7 24 0,8-6-60 0,4-2 20 0,0-6-80 15,8-4-60-15,3-6 20 0,5 0-24 0,4-6-244 16,0-4-284-16,5-3-288 16,-2-2-224-16,-7-2-276 0,4 2-680 15,-13 3-1221-15,9-11-3071 0</inkml:trace>
  <inkml:trace contextRef="#ctx0" brushRef="#br0" timeOffset="30965.53">11590 8049 2720 0,'0'0'8713'16,"0"0"-7329"-1,0 0-808-15,0 0 188 0,0 0 876 0,0 66-236 0,0-28-228 0,3 6-268 16,-3 8-160-16,0 5-148 0,0 3 216 31,0 0-195-31,0-3-261 0,-7-2-284 16,-1-5-76-16,-4-2-112 0,4-8-32 0,0-4-148 15,0-7-109-15,8-10-135 0,-4-7-168 16,4-5-80-16,0-4-324 0,0-3-528 0,4 0-376 16,0-7-444-16,4-8-249 15,4-4-399-15,-4 3-192 0</inkml:trace>
  <inkml:trace contextRef="#ctx0" brushRef="#br0" timeOffset="31098.227">11618 8538 1332 0,'0'0'1564'16,"0"0"3100"-16,0 0-2924 0,0-67 133 15,0 60-269-15,3 0-64 0,1 7-140 0,1 0-396 16,7 0-32-16,4 0-172 0,-1 0-132 15,6 5-92-15,2-3-260 16,5 2-120-16,0-4-160 0,4 0-36 0,3-6-108 0,2-7-284 16,-1-4-456-16,-4-5-324 31,-1 0-400-31,-6 6-1244 0,3-13-2961 0</inkml:trace>
  <inkml:trace contextRef="#ctx0" brushRef="#br0" timeOffset="31291.357">12012 8054 3220 0,'0'0'916'0,"0"0"4256"0,0 0-3427 16,-32 80 203-16,25-39-344 0,3 3-96 15,-1 8-144-15,1 5-240 0,4 3-176 16,-4-3-216-16,0 4-168 0,-3-4-164 16,3-3-192-16,-5-3-208 0,1-7-36 15,4-3-88-15,1-12-144 0,3-7-208 16,3-6-132-16,5-7-80 0,9-6-36 15,2-3-628-15,5-12-768 0,-4-1-884 16,16-19-2749-16</inkml:trace>
  <inkml:trace contextRef="#ctx0" brushRef="#br0" timeOffset="31724.544">12482 8108 7352 0,'0'0'2904'16,"0"0"-63"-16,0 0-801 15,0 0-604-15,0 0-192 0,0 0-380 0,0 0-288 16,0 0-368-16,0 0-196 0,0 0-12 16,0 0-80-16,76-37-44 0,-60 34 4 0,0 3-80 15,-4 0 40-15,4 6 112 0,-4 6 48 16,4 1 76-16,-8 3 108 0,3 3-36 0,-2 0 24 16,-5 3-28-16,0 7 16 0,-4-1 24 15,0 4 0-15,0 3 0 0,0 4 0 16,-4 2 60-16,0 0 0 0,4 3-52 15,-5-2-92-15,1 2-60 0,4-3-40 16,-3 0-4-16,-1 1 0 0,4-4-8 0,-4-3 8 16,-4-3 0-16,3-1 4 15,1-5 0-15,4-5 4 0,-3-4 0 0,-1-1-4 16,4-3 8-16,0-4-4 0,0 0 4 0,-4-2 40 16,4-1-40-16,0-6 40 15,0 4-36-15,0-4 60 0,-4 3 16 16,-4-3-24-16,0 3-64 0,-8 0-108 15,0-3 8-15,0 3-8 16,-8-3-40-16,4 0-156 0,-8 0-184 0,1-6-48 16,-10 3 8-16,2-4-24 0,-5 4-104 0,0-3-312 15,-4 2-460-15,4-2-840 0,9 3-2373 16,-14-3-2255-16</inkml:trace>
  <inkml:trace contextRef="#ctx0" brushRef="#br0" timeOffset="32879.167">12933 8426 3920 0,'0'0'208'0,"0"0"4888"0,0 0-3788 0,0 0-227 15,0 0-257-15,0 0 184 0,0 0-44 16,0 0-344-16,0 0-216 0,0 0-152 0,0 0-140 16,0 0-108-16,0 0 0 0,0 0 68 15,0 0-72-15,0 0 0 0,0 0 0 16,0 0 0-16,0 0 4 0,0 0 84 0,0 0-16 15,0 0 44-15,0 0 76 16,0 0-44-16,0 0-12 0,0 0-8 16,0 0-32-16,0 0 4 0,0 0 0 0,0 0-12 15,0 0-36-15,0 0-44 0,0 0 40 16,0 0-36-16,0 0 40 0,0 0-40 16,0 0 48-16,0 0-8 0,0 0 8 0,0 0 28 15,0 0-16-15,0 0 40 0,0 0-36 0,0 0 12 16,0 0-16-16,0 0 40 0,3 0 12 15,5 0 0-15,5 0-28 0,6 0-44 16,5 0 84-16,4 0 36 0,4 0-88 0,4 0 4 16,4 0-28-16,-4 0-56 0,3-2-4 31,1-2-112-31,1 1 64 0,-2-1-48 16,-3-2-176-16,-4 0-308 0,-8-1-288 0,0 1-364 0,-5 0-800 15,-6 3-2253-15,-2-1-2711 16,-11 1 5560-16</inkml:trace>
  <inkml:trace contextRef="#ctx0" brushRef="#br0" timeOffset="33092.478">13064 8560 4412 0,'0'0'288'0,"0"0"4520"15,0 0-3335-15,0 0-305 0,0 0-476 16,0 0 644-16,0 0-212 0,32 66-332 15,-8-54-28-15,4 1-252 16,0-2-216-16,7-5-184 0,-3-6-112 16,4 0-4-16,4 0-132 0,0-11-472 15,4-1-408-15,-5-4-608 0,-6 4-1456 0,18-11-4081 16</inkml:trace>
  <inkml:trace contextRef="#ctx0" brushRef="#br0" timeOffset="33511.653">14383 7956 1644 0,'0'0'6396'16,"0"0"-5512"-1,0 0 188-15,0 0 813 0,0 0-213 0,-40-70-540 0,40 70-452 16,-4 0-528-16,4 0-152 15,-4 7-216-15,-8 8 104 0,4 11 112 0,-12 12 152 16,1 7 200-16,-5 6 84 0,-4-1-56 16,-4 7-180-16,4-3-100 0,-4-7-100 0,8 2-4 15,4-14-120-15,4-4 112 16,8-9-52-16,8-9 60 0,0-3-184 16,8-3-216-16,8-5-224 0,4-2 252 0,4 0-120 15,8 0-136-15,-4-2-4 0,0-3 20 16,-5 5 68-16,-3 11 228 0,-3 2 188 0,-10 8 132 15,5 8 204-15,-8 2 412 16,1 5 224-16,-2 2 40 16,-3 2-96-16,0-1-68 0,0-4-96 0,0-3-184 0,0-1-148 0,-3-5-276 15,-2-1 0-15,1-2-12 0,4-4-60 16,-4-3-92-16,4-7-476 0,0 0-580 16,4-2-760-16,0-4-2165 0,4-3-2079 15</inkml:trace>
  <inkml:trace contextRef="#ctx0" brushRef="#br0" timeOffset="34107.264">14989 8424 1396 0,'0'0'2844'16,"0"0"448"0,0 0-392-16,0 0-343 0,-88-11-701 15,64 30-500-15,-4 11-380 0,0 7-80 16,0 5-144-16,5 2-188 0,-1-3 48 0,7-5-124 16,6-8-280-16,3-6-112 0,8-9-96 0,4-4-80 0,7-2 20 15,6-7 12-15,6 0-28 0,5-7-204 16,4-9 12-16,0-6 0 0,-1 0-40 15,-3-3 124-15,0 2 24 0,-7 1 48 0,-6 3 52 32,1 0-12-32,-4 6-40 0,1 1 100 15,-10 5 12-15,5 7-112 0,-4 0 104 16,0 0 8-16,5 13 248 0,-2 3 68 0,1 9-68 0,5 7-124 16,-6 3-40-16,1 9 16 15,-4 7 32-15,4 3 112 0,-8 6 52 16,0 4-52-16,0 0-184 0,-12 1-48 0,0 3 60 15,-4-5-64-15,4 4 40 16,-8-7 8-16,5-3-56 0,-6-3-52 0,1-6 48 16,-3-4 0-16,3-5 4 0,0-8-4 0,0-6 4 15,-4-6 0-15,8-2 52 0,0-11 8 16,0-6 72-16,0 0-32 0,4-12-100 0,-4-5 0 16,0-8 116-16,4-7 8 0,-4-6-80 15,8-3-44-15,5-6-136 0,3-2-20 0,0 5-88 16,3-3 60-16,10-1 40 0,2 3-272 31,2 1-232-31,2 3 104 16,1 3-8-16,1 2-80 0,-2 9-348 0,1 4 12 0,4 7-192 15,-4 3 172-15,-4 7-264 16,3 0-729-16,2 2-971 0,-10 4-3492 16,9-3 5896-16</inkml:trace>
  <inkml:trace contextRef="#ctx0" brushRef="#br0" timeOffset="34682.255">16040 8197 1420 0,'0'0'392'16,"0"0"7808"-16,0 0-6231 0,0 0-649 0,0 0-636 15,0 0 180-15,-87-31 128 16,55 34-212-16,0 6-244 0,0 10-88 16,-4 10 24-16,5 6 108 0,-5 12-16 0,8 5-112 15,-4 5-156-15,8 6-52 0,8-2-120 16,0-5-16-16,12-2-40 16,4-9-68-16,0-7-12 0,12-6-60 0,4-7-36 15,0-6-28-15,8-5-24 0,0-9 0 16,4-2-232-16,-1-3-124 0,1-6-48 0,4-7-156 15,-8-3-396-15,0 1-800 0,-9-4-1144 16,-2 3-1957-16,-1-3-899 0</inkml:trace>
  <inkml:trace contextRef="#ctx0" brushRef="#br0" timeOffset="34828.474">15801 8579 1696 0,'0'0'964'16,"0"0"6288"-16,0 0-4779 15,0 0-577-15,0 0-168 0,0 0-424 0,0 0-192 16,0 0-400-16,0 0-184 15,0 0 0-15,32 18-100 0,4-11-160 0,4-7-244 16,4 0-24-16,4-10-440 0,7-5-172 16,-3-4-456-16,4-7-1060 0,-13 7-3176 0,17-9-4293 15</inkml:trace>
  <inkml:trace contextRef="#ctx0" brushRef="#br0" timeOffset="35247.974">16989 7943 3724 0,'0'0'10021'16,"0"0"-8489"-16,0 0-892 0,0 0 624 16,0 0 100-16,-100 13-284 0,73 9-504 0,-1 10-308 0,3 7-36 15,-2 11-12-15,2 4 12 0,-3 10 24 16,4 2 60-16,1 4-123 0,-1 1-45 16,4-5-40-16,4-3-48 0,0-6-56 15,4-5 4-15,8-8-8 0,4-6-4 16,0-10-68-16,0-3 24 0,8-2-12 31,0-7-4-31,4-3-32 0,-4-7-13 0,4 1 9 0,0-7-44 0,0 0-220 16,4-7 24-16,4-5-100 0,-4-7-112 0,-1-8-96 15,2-1-140-15,-9-3-80 0,-1-1-76 16,-7-3-12-16,0 0 328 0,-11 6 248 16,3 4 176-16,-5 3 204 0,6 9 632 15,-5 7 200-15,7 3-76 16,5-1-24-16,-4 4-88 0,4 0-160 15,0 0-128-15,9 0-148 0,3 4 76 0,3-1 20 16,5-3-8-16,5 0-112 16,2 0-136-16,-7-7-48 0,4 1-96 15,-4-4-332-15,0 0-284 0,-4 1-160 0,-5 3-284 16,6-4-740-16,-9 1-1972 0,-5 3-1141 16,1 2-79-16,-4-3 4776 15,0 7-447-15</inkml:trace>
  <inkml:trace contextRef="#ctx0" brushRef="#br0" timeOffset="35401.62">16937 8476 3588 0,'0'0'4'0,"0"0"6424"0,0 0-4623 0,0 0-257 15,0 0-392 1,-44 84 104-16,36-59-44 0,0 7-164 0,4 0-272 16,0 6 40-16,4-4-60 15,0 1-164-15,0 0-204 0,0-2-140 16,8-2-192-16,0-3-60 0,0 1-100 0,-4 0-104 16,4-7-176-16,0 3-288 0,-4-3-252 0,4 0-112 15,4-3-480 1,-1-6-1020-16,2-1-2241 0,6-12-1767 0</inkml:trace>
  <inkml:trace contextRef="#ctx0" brushRef="#br0" timeOffset="35695.193">17881 7594 1108 0,'0'0'11373'16,"0"0"-8365"-16,0 0-1004 0,0 0-484 16,0 0-456-16,-8 95-160 0,8-50-100 0,-8 6-199 15,4 7-57-15,4 5-16 0,-4 6 24 16,0 10-64-16,4 3-68 0,-8 6-160 0,0 3-120 16,0 1-144-16,-3 0 0 0,-6-6-108 15,6-3-48-15,-6-4-84 16,6 0-28-16,-6 1 28 0,2-1 36 0,-1-7-64 0,4-8 40 15,8-10-172-15,4-9-192 16,0-8-317-16,12-7-395 16,4-11-424-16,7-4-528 0,-6-5-856 0,15-10-2633 15</inkml:trace>
  <inkml:trace contextRef="#ctx0" brushRef="#br0" timeOffset="36709.039">19315 8251 4800 0,'0'0'324'15,"0"0"5244"-15,0 0-4295 0,0 0 427 0,-39-63-144 0,26 50 28 0,-2 7-280 16,-2 0-256-16,2 3-192 16,-5 3-184-16,-4 9-160 0,0 10-64 0,-4 6-43 15,-3 11 7-15,3 5-16 0,0 3-8 16,3 1-24-16,10-7-136 0,2-6-192 0,10-10-36 15,3-6-192-15,0-6-112 0,3-8 100 16,10 5 48-16,2-7 8 16,6 0 140-16,3-9-124 0,-1-5-144 0,5-5-40 0,0-2 11 31,-4-5 13-31,4 3-24 0,-8-2 36 16,3 3 12-16,2 0 48 0,-9 5 24 15,-1 2 88-15,-2 9 32 0,-5-1 16 0,-4 7-76 16,-1 0-108-16,5 10 244 0,-4 6 88 15,5 9 288-15,-5 7-20 0,-1 6-124 16,1 6-24-16,0 4 36 0,0 2-28 0,-4 4-56 16,0 4 36-16,0-1-100 0,-4-3-35 15,-4 0-53-15,1-6 64 16,-6-1 0-16,2-9 28 0,-6 1-16 16,2-7-24-16,-2-7 0 0,2-3 24 0,-5-3 28 15,0-10-64-15,0-2 60 0,-8-7-48 0,0 0-48 16,-4-13-12-16,0-4-36 0,1-4-96 15,3-10-316 1,3-5-101-16,6-5-47 0,3-7-36 16,8-8-288-16,4-5-408 0,4-3-1296 0,8 3-1852 15,3 14-2053-15,14-16 2465 0</inkml:trace>
  <inkml:trace contextRef="#ctx0" brushRef="#br0" timeOffset="36933.411">19858 7874 6128 0,'0'0'1220'0,"0"0"2965"0,0 0-1781 0,0 0-700 15,67 67-124-15,-52-30-428 0,6 9-180 16,-9 4-152-16,0 7-4 0,-8 3-172 0,-4 0-191 16,0 1-177-16,-4-4-152 0,-8-2-124 15,4-11-76-15,0-4-80 0,-4-5-112 0,4-9-205 16,0-7-195-16,4-6-140 0,0-10-100 15,4-3-684-15,0 0-1368 0,0-10-2425 0,0 1-1815 16,4-10 6808-16</inkml:trace>
  <inkml:trace contextRef="#ctx0" brushRef="#br0" timeOffset="37102.682">20017 8217 4788 0,'0'0'7125'15,"0"0"-5261"-15,0 0-1100 0,0 0 520 16,0 0 440-16,0 0-20 0,0 0-456 15,84 38-396-15,-56-32-243 0,4 1-281 16,3-7-272-16,5 0-56 16,-5-7-108-16,6-3-196 0,-5-5-229 0,-4-4-247 0,-4-1-112 15,-1-2-460-15,-3 3-1292 0,-8 4-2669 16,-1-11-2591-16</inkml:trace>
  <inkml:trace contextRef="#ctx0" brushRef="#br0" timeOffset="37278.316">20443 7899 96 0,'0'0'9688'0,"0"0"-7883"16,0 0-665-16,0 0-120 0,0 0 384 0,0 0-68 0,-52 67-204 0,41-29-404 16,7 3-72-16,-5 7 56 15,1 6 20-15,1 0-12 0,-1 2-148 16,-5-1-255-16,2 2-197 0,3-9-120 0,-1-1-92 16,5-8-116-16,1-8-289 15,3-5-175-15,0-4-148 0,11-7-196 0,6-2-804 0,3-3-1352 16,-1-6-3141-16,13-4-787 0</inkml:trace>
  <inkml:trace contextRef="#ctx0" brushRef="#br0" timeOffset="37737.124">20941 8280 2996 0,'0'0'12989'16,"0"0"-10745"-16,-95 89-1360 0,63-61-416 0,4 4 156 15,0-6 716 1,11-10-503-16,6 0-413 0,3-10-240 16,4 0-100-16,4-6-84 0,0 0-280 0,8 0-240 0,7-2 71 15,6-8 313-15,3-6-152 0,4-4-28 16,-4-2-76-16,4-6 76 0,-9 2 120 0,5 1 60 16,-3 0 96-16,-6 1 40 15,-4 10 0-15,2 1-72 0,-5 7-28 16,-4 6 92-16,4 3 8 0,-4 6 124 0,8 10 316 15,-5 7-28 1,2 5-168-16,-1 7-96 0,-4 6-100 16,3 5 12-16,-3 5-12 0,0 6-40 0,-4 3 44 15,0 4-40-15,0-1 72 0,-4-1-24 0,-7-2-48 0,-1-6 0 16,0-3 0-16,0-3 0 16,-4-7 0-16,4-9 0 0,-1-4 0 15,2-8 64 1,3-7-64-16,1-7 109 0,2-3-49 0,1-6-60 0,-4 0-12 15,0-8-305-15,-4-9 113 0,4-2-4 16,-7-9 76-16,2-7-76 0,2-10 24 0,-6-3-96 16,6-2 0-16,-6-7 24 0,6 0-112 15,-1-1-256-15,8 4-104 16,-1 0-972-16,5 7-948 0,5-1-1645 0,3 13-2059 16,16-15 3848-16</inkml:trace>
  <inkml:trace contextRef="#ctx0" brushRef="#br0" timeOffset="37885.754">21383 8210 7916 0,'0'0'6657'15,"0"0"-5357"-15,0 0-296 0,0 0 296 16,80 14-388-16,-56-14-396 0,4-5-456 16,-1-4-60-16,6-4-624 0,-6-2-684 0,1-1-1144 15,-4 0-3329-15,0-6-3499 0</inkml:trace>
  <inkml:trace contextRef="#ctx0" brushRef="#br0" timeOffset="38062.715">21778 7849 5416 0,'0'0'1208'0,"0"0"3301"0,0 0-3149 0,0 0 108 0,-28 87 224 16,20-48 84-16,0 3-96 0,-1 2-284 0,2 3-336 15,3-2-259-15,0-4-425 0,-4 1-328 16,5-7-48-16,-6-5-216 0,-3 0-332 0,5-5-325 15,-6 1-383 1,5-7-912-16,1-3-2552 16,-2-1-3369-16</inkml:trace>
  <inkml:trace contextRef="#ctx0" brushRef="#br0" timeOffset="38234.099">22004 8436 8068 0,'0'0'7537'16,"0"0"-6085"-16,0 0-484 0,0 0 448 0,105 7-304 0,-74-7-136 0,1 0-271 16,-4-5-365-16,4 3-340 0,-4-5-400 15,0 2-681-15,-5-2-79 0,-6 0-428 0,-10 1-1380 16,-3 6-3213-16,-8 0-2635 0</inkml:trace>
  <inkml:trace contextRef="#ctx0" brushRef="#br0" timeOffset="38362.832">21965 8588 5532 0,'0'0'8553'0,"0"0"-6409"0,0 0-872 0,0 0-468 0,0 0 428 16,0 0 88-1,0 0 89-15,0 0-513 0,0 0-508 16,91 48-388-16,-59-48-96 0,4-4-292 0,-4-2-280 16,0 0-193-16,-4-1-371 0,-4 1-1324 15,0-4-3748-15</inkml:trace>
  <inkml:trace contextRef="#ctx0" brushRef="#br0" timeOffset="39055.201">22833 7819 6080 0,'0'0'6309'16,"0"0"-5085"-16,0 0 524 0,0 0-580 0,60 96 312 0,-47-45-248 16,-6 7-168-1,-7 11-172-15,0 4-308 0,-7 4-195 16,-2-5-149-16,-3 1 40 0,-3-6 24 0,6-10-148 16,-2-3-156-16,3-13-84 0,4-5-112 15,4-11-128-15,-5-3-64 0,5-9-101 16,0-4-155-16,0-6-208 0,0-3-276 0,0 0-552 15,0-3-892-15,0-10-2405 0,0 1-2335 16,0-13 7144-16</inkml:trace>
  <inkml:trace contextRef="#ctx0" brushRef="#br0" timeOffset="39181.362">22870 8449 732 0,'0'0'1380'0,"0"0"6632"0,0 0-5787 0,0 0 3 0,0 0-512 16,0 0-24-16,103-6-388 0,-71 6-288 15,0 0-404-15,3 0-320 0,5-7-192 16,1-5-100-16,2-5-180 0,5-5-540 0,-4 0-356 15,-5-3-540-15,-7 5-2224 0,1-8-3413 16</inkml:trace>
  <inkml:trace contextRef="#ctx0" brushRef="#br0" timeOffset="39371.429">23407 8049 7080 0,'0'0'2156'0,"0"0"821"0,0 0-1737 15,0 0-100-15,-4 62 372 0,4-20-24 0,0 6-216 0,0 6-72 16,0-1-404-16,0 5 4 0,0-4-95 16,-3 0-269-16,-1-3-216 0,-5-1-220 15,1-5-12-15,-3-1-84 0,2-5-40 0,-3-4-176 16,1-7-296-16,2-3-37 0,5-6-75 16,4-5-296-16,0-9-732 0,4-5-2316 0,13-3-3557 15</inkml:trace>
  <inkml:trace contextRef="#ctx0" brushRef="#br0" timeOffset="40121.714">24642 8810 10888 0,'0'0'9369'15,"0"0"-8161"-15,0 0-1208 0,0 0-720 0,0 0 36 16,-84 0 36-16,73 0-804 0,-25 0-3888 16</inkml:trace>
  <inkml:trace contextRef="#ctx0" brushRef="#br0" timeOffset="45291.528">24304 7715 6280 0,'0'0'2052'16,"0"0"-240"-16,0 0-1296 0,0 0-324 0,99-47 569 15,-79 36 203-15,-3 6-212 0,-2-2-320 16,-3 5-164-16,-7-3 24 0,-2 5-92 16,1 0-96-16,-4 5-56 0,0 4 120 15,0 3 748-15,-7 7-436 0,-6 6-4 0,-6 3 12 16,-5 11-44-16,-4 3-84 0,-4 2-124 16,-4 3 172-16,-1 5 8 0,6-5-196 0,4-5-48 15,6-5 356-15,5-5 8 0,4-7-228 31,8-5-188-31,4-5-48 0,0-5 24 0,0-1-96 16,12-5-52-16,4-4-104 0,4 0-64 0,8-7 72 16,7-5-84-16,2-7-96 0,3-3-16 15,-1-4 64-15,2 1-16 16,-6-1 100-16,-3-2-176 0,-4 2-84 0,-5 4 124 0,-6-3-4 16,-6 5 124-16,-2 5 0 15,-9 5 212-15,0 3-4 16,0 4-92-16,0 3-164 0,-5 0-420 0,-3 3 12 0,-3 14 356 15,-2-2 312-15,2 8 188 0,-5 5 140 0,0 4 48 16,-4 3-24-16,4 3-24 0,-4-1 220 16,5 5 236-16,-6 6 176 0,6 0-320 15,-2 0-356-15,6-1-200 0,2 4 160 16,1-3-120-16,5 2-16 0,-1 1-108 0,0 4-72 16,4-3 68-16,0 0-4 0,0-1-104 15,0-6-32-15,4-1 144 0,3-3 0 16,-3-6 8-1,4-4-8-15,-3-2 8 0,-1-4-4 16,0-5 0-16,-4-5 0 0,0 1 40 16,0-3 40-16,-8-3-8 0,3-4-4 0,-3 1-12 15,-3-2 40-15,3-1 72 16,-5-1-28-16,2-3-8 0,-2 0-52 16,-2-7-84-16,-5-2-84 0,0-7-28 0,-4-4-216 0,0-1-200 15,-4-5-32-15,0-2-32 0,-4 2-136 16,0 1-388-16,-3 3-872 0,-1 6-504 15,8 7-1681-15,-24 5-1751 0</inkml:trace>
  <inkml:trace contextRef="#ctx0" brushRef="#br0" timeOffset="46730.034">9251 9957 4760 0,'0'0'9033'16,"0"0"-6901"-16,0 0-580 0,0 0-340 15,-20 98-12-15,17-54-28 0,-2 7-331 16,1 12-221-16,0 5-124 0,0 4 84 16,0 1-24-16,0 7-184 0,-3-4-120 0,2-7-116 15,5-5-136-15,0-3-100 0,0-13-48 16,0-7 16-16,5-6 0 0,2-10-36 15,1-6-36-15,-4-6-148 0,4-4-156 0,-3-6-268 16,-2-3-401-16,1 0 41 0,0-10-508 16,4 1-392-16,-4-10 20 0,4-3 52 0,-4-4 75 15,0-6-1115-15,-4 1-884 0,0-7 1592 0,0 0 1436 16,0-3 860-16,0 0 1876 0,-4-1 928 16,0 4-124-16,4 6-620 15,0 7 13 1,0 6-181-16,4 9-364 0,4 4-256 15,8 3-240-15,4-1 40 0,4 4-16 16,4 0-260-16,4 4-164 0,-1-1-156 0,1 3-135 16,0-2-161-16,0-1-136 0,0 0-44 15,-4-3-72-15,0 0-196 0,0-3-301 0,-4-4-311 16,-5-2-208-16,1-4-612 0,-4 4-2320 0,-7-10-3341 16</inkml:trace>
  <inkml:trace contextRef="#ctx0" brushRef="#br0" timeOffset="46937.532">9750 10093 980 0,'0'0'7564'0,"0"0"-4427"15,0 0-1129-15,0 0-412 0,0 0-188 16,-9 70-180-16,9-34-204 0,0 1-200 16,0 8-80-1,0 2 136-15,0 1-299 0,0 5-277 16,0-1-148-16,0 1-156 0,-4 1-64 0,-4-6-92 15,1 3-124-15,-2-4-353 0,1-5-183 0,0-4-332 16,5-6-656-16,-1-7-1320 16,4-9-2809-16</inkml:trace>
  <inkml:trace contextRef="#ctx0" brushRef="#br0" timeOffset="47710.257">11044 10232 236 0,'0'0'12405'16,"0"0"-10269"-16,0 0-852 0,0 0-568 0,0 0 68 16,0 0 192-16,0 0 8 0,0 0-560 0,0 0-424 0,-87 23-100 15,42-10-32-15,-2 6 44 16,-5 3 88-16,0 3-12 16,1 0-36-16,-5 1 36 0,3 0 8 0,2-1 0 15,3 1 0-15,5-1 8 0,6-3 0 16,5-3 60-16,4 0-64 0,9-3-48 15,3-3 48-15,8-4 0 0,0 0 124 0,8-2-52 16,0 3-24-16,0-3-36 16,0 1 136-16,8 2 12 0,0-3 36 0,4 1-16 15,3-1 28-15,-2 3 24 0,2-2 36 16,2 3 60-16,-2 2 1 0,6-1-85 0,-2 4-64 16,1 3-20-16,4 0-88 0,0 4 84 15,4-1-96-15,-4-3-60 0,3 2 0 31,1-1-108-31,0-1 0 0,0-3 8 16,-3-4-140-16,-1 1-52 0,-1 0-169 0,-7-4-199 16,0 2-180-16,-4-6-304 0,-8 2-1036 15,0-5-3020-15,-4 5-5961 0</inkml:trace>
  <inkml:trace contextRef="#ctx0" brushRef="#br0" timeOffset="48693.977">11048 10229 1332 0,'0'0'520'0,"0"0"196"0,0 0 4572 0,0 0-2868 15,0 0-771-15,0 0-357 0,0 0-32 16,0 0-252-16,0 0-24 0,0 0-236 0,0 0-4 16,0 0-68-16,-8 58-156 15,4-33-164-15,0 0-100 0,0 4-24 0,-4 4 24 16,1-3-60-16,2 6 12 0,-3 2-132 15,-4 3-76-15,5 3-60 0,-2 7 48 0,-3 3-36 16,5 0 0-16,-2-2-76 16,1-2 28-16,1-6 8 0,7-3 40 0,0-9 36 15,0 1 0 1,0-12 12-16,3-2 0 16,1-7-8-16,0-1-4 0,0-5 0 0,-4-3-52 15,0 0 16-15,0-3-96 0,0 0-92 16,0 0 140-16,0 0 88 0,5-3-128 15,-5 0-48-15,0-7-124 0,4 0-108 0,0 1-276 16,-4-6-52-16,3 2-500 0,1-3-1260 16,0-1-2213-16,0 5-3363 0,0-4 7740 0</inkml:trace>
  <inkml:trace contextRef="#ctx0" brushRef="#br0" timeOffset="49760.02">11913 10083 6444 0,'0'0'1780'0,"0"0"989"15,0 0-1293-15,0 0 116 0,0 0-188 0,15 76 64 16,-15-36-340-16,0 7-176 0,-11 7-264 15,-1 5-128-15,-4 8-120 0,-5 0-64 0,-2 3-8 16,-1-1-16-16,0-1-107 0,-4-2-53 16,4-6-192-16,5-5-60 0,-2-8-72 15,6-6-28-15,6-9 15 0,5-9-27 32,0-8-192-32,4-6-100 0,0-6-208 15,4 1-24-15,-4-4 68 0,8 0-308 0,-3-9-448 16,3-5-64-16,3 0 4 0,2-12-384 0,2 0-573 15,2-9-639-15,-2 0 44 0,1-10 544 0,0 1 1892 0,4-6 548 16,-1-7 16-16,2 0-4 0,3-8 156 16,0 5 1176-1,-5 4-592-15,-2 1-48 0,2 11-80 0,-7 6 3548 16,0 13-2368-16,-3 8 181 0,-5 8-185 0,-4 3-380 16,0 6-72-16,0 0-224 15,0 0-220-15,0 0-288 0,0 0-140 0,0 0-96 16,3 3 12-16,1 7 96 0,4 2-364 15,0 7 288-15,4 10-108 0,-4 6-24 0,4 9-11 16,-4 1-125-16,-4 2 40 0,0 4-112 16,-4-1-48-1,0-5-12-15,0 0 4 0,-8-4-4 16,4-7 0-16,0-5 0 0,0-4 4 0,4-8-4 16,0-4 8-16,0-4 28 0,0-6-36 15,0-3 4-15,0 0 40 16,8 0 104-16,4-6-64 0,3-7 24 0,2-6-104 15,7-6-4-15,0-8-120 0,-1-4-4 16,1-4 112-16,0-8-156 0,-3-3-24 0,2-6 20 16,-7-2-181-16,5 3 25 0,-6-1-36 15,1 7-4-15,-4 7-72 0,0 5-148 0,0 11-64 16,-4 3-208-16,3 3-648 0,-2 5-496 16,-1 2-648-16,-1 5-2029 0,-3 1-1823 15</inkml:trace>
  <inkml:trace contextRef="#ctx0" brushRef="#br0" timeOffset="50531.803">12606 10706 6560 0,'0'0'4'16,"0"0"5249"-16,0 0-3769 0,0 0-100 15,0 0-316-15,0 0-76 0,0 0-168 16,0 0-416-16,-80-3-200 0,60 25-72 16,-4 10 112-16,1 10 72 0,-1 8 12 0,-4 4 120 15,0 7-36-15,4-1-48 0,0-3-40 16,4-4-60-16,4-5-48 0,8-10-84 15,8-7-40-15,0-4 160 0,4-9 169 16,4-2-1-16,8-3-232 0,4-7-100 16,0-3-92-16,8-3-88 0,-4 0-44 0,8-9-136 15,-4-10-132-15,0 0-169 0,-9-6-295 16,1 0-176-16,-8 2-548 0,-4-2-688 16,-4 2-688-16,-4-2-1689 0,-7 3-163 0,-10-1 1920 15,-3 5 2892-15,4-2-168 16,-4 10 172-16,1 1 52 0,6 9 2324 0,-7 0-1828 15,8 0 4948-15,1 4-2911 0,-2-1-589 0,10-1-572 16,-1 1-88-16,4 1 40 0,0-4-92 16,0 3-276-16,7 1-248 0,6 2-212 31,2-3-160-31,6 0-240 0,3-3-148 0,-5 0-364 16,1 0-260-16,4-3-120 15,-8-3-68-15,0-1-76 0,-8 0-388 0,0 2-584 0,0 2-340 16,-4-1 39-16,-4 2 377 0,0-3 240 15,0 5 792-15,0 0 752 0,-4 0 296 16,-4 7 1120-16,4 2 48 0,0 8 189 16,-4 1-189-16,4 5-256 0,1 2-168 0,-2 1-200 15,1-1-20-15,-4 0-100 0,8 0-36 16,-4 1-192-16,0-6-136 0,4 2-212 0,0-7-144 16,0-2-12-16,0-4-148 0,4-2-420 0,4-4-448 15,0-3-184-15,8 0-1124 0,-8-3-3221 16,12-10-1763-16</inkml:trace>
  <inkml:trace contextRef="#ctx0" brushRef="#br0" timeOffset="50972.181">12989 10074 196 0,'0'0'11941'16,"0"0"-9649"-16,0 0-1056 0,0 0-316 15,0 0 176-15,0 0-184 0,0 0-28 16,0 0-12-16,0 0-348 0,87 19-184 15,-63-13-156-15,-4-2-64 16,4-4-60-16,-5 0-48 0,5 0-12 0,-7 0-168 0,2-4-344 16,-3-2-380-16,-4 3-284 15,-3-6-556-15,-5 2-2052 16,-1 1-1617-16,-3-5-2522 0</inkml:trace>
  <inkml:trace contextRef="#ctx0" brushRef="#br0" timeOffset="51257.668">13040 10096 1552 0,'0'0'8164'0,"0"0"-5843"0,0 0-877 15,0 0-340-15,-36 86 296 16,28-55-36-16,1 5-40 0,-2 2-452 0,1 0-212 0,0 0-124 16,1 3-12-16,3 1-12 0,-5-1-111 0,5 0-73 15,-3 3-148-15,-1-3-84 16,4 1-48-16,-5-4 64 0,6-3 8 0,-1-6-36 15,0-1-84-15,4-9 0 0,0 1-8 16,8-8-4-16,-1 1 12 0,2-4 116 16,10-2-20-16,1-7-84 0,5 0-12 15,6-3-104-15,5-8-76 0,4-8-148 16,0-2-216-16,0-5-185 0,-1 0-135 0,-3 1-80 16,0-3-308-16,-4 3-824 0,-4-5-2112 15,-8 11-2145 1</inkml:trace>
  <inkml:trace contextRef="#ctx0" brushRef="#br0" timeOffset="51487.636">13574 10163 928 0,'0'0'10597'0,"0"0"-8753"0,0 0-1032 0,0 0 236 15,0 0 548-15,-24 76-84 16,20-41-196-16,-3 6-384 0,-2 7-204 0,5 0 41 15,0 3-201-15,0-4-228 16,0 1-124-16,-3-4-96 0,2-2-120 16,1-9-120-16,4-3-72 0,-4-5-304 0,0-6-293 15,4-3-187-15,0-6-148 0,0-8-400 16,4-2-872-16,0-2-2449 0,0-2-2415 16,1-15 4560-16</inkml:trace>
  <inkml:trace contextRef="#ctx0" brushRef="#br0" timeOffset="51650.983">13518 10534 3552 0,'0'0'324'0,"0"0"6853"0,0 0-4857 0,0 0-572 0,0 0-288 16,0 0-104-16,0 0 8 0,0 0-272 15,0 0-448 1,96-6-132-16,-72 12-75 0,4-6-205 0,0 3-228 16,0-3-4-16,-1 0-232 15,1-6-313-15,0 0-307 0,-4-4-176 0,0 1-512 16,-5-4-1484-16,-2 3-3473 0,-2-2-1955 0</inkml:trace>
  <inkml:trace contextRef="#ctx0" brushRef="#br0" timeOffset="51848.481">13928 10264 784 0,'0'0'3104'16,"0"0"3456"-16,0 0-4603 0,0 0-629 0,0 0 340 15,-24 73-260-15,17-38-80 0,-1 4 52 0,-4 1-256 16,4 5-152-16,-4 0-71 0,0 2-309 15,-4-6-192-15,4 1-184 0,-4-4-108 0,4-6-108 32,0-4-84-32,4-3-36 0,4-5-24 15,4-8-160-15,0-6-324 0,8-6-225 0,12 0-203 16,4-12-696-16,0 3-2488 16,20-24-2777-16</inkml:trace>
  <inkml:trace contextRef="#ctx0" brushRef="#br0" timeOffset="52329.539">14399 10236 4296 0,'0'0'872'15,"0"0"6537"-15,0 0-4477 0,0 0-980 16,0 0-472-16,0 0-548 0,0 0-428 16,0 0-164-16,0 0-156 0,0 0-104 0,79-42-80 0,-62 36-60 15,-2 3-88-15,-2 0 40 16,-2 0-4-16,-3 3-56 0,-4 0-4 15,5 3 72-15,-6 3 100 0,5 5 60 0,-8-3 48 16,4 5 64-16,-4-1-24 16,0 5 44-16,0 2-20 0,0 3-12 0,0 0-112 31,-4 3-36-31,4 1 48 0,-4-1 24 0,0 0 112 16,1 5 12-16,-6-2 69 0,5 1 439 15,-4-1-196-15,1 1-180 0,-6-1-76 0,5 0 4 0,-3 2 44 0,2-2 36 31,1-3-164-31,5 4-52 0,-1-1-24 16,-4-3 48-16,3 4-88 0,1-4-68 0,0 1-12 16,1 3 4-16,-1-4 8 0,0 0 64 0,-4 2-56 15,3-6-4-15,1-2-4 0,4 1-4 16,-3-1 4-16,-1-4 4 0,4-5 8 0,-4 0-12 16,4-5 0-16,0-1-12 0,0-1-48 15,0 0-24-15,-4-3-12 0,4 0 0 16,-4 0 48-16,0 0-36 0,-4 0 12 0,0 0 0 31,-4-6-136-31,-4 2-68 0,-4-1-24 0,0-2-76 0,-8 1-132 0,-4-4-72 0,-3-2-124 31,-6 6-121-31,-6-5-555 16,-9 5-668-16,16 0-1780 0,-32 3-2833 0</inkml:trace>
  <inkml:trace contextRef="#ctx0" brushRef="#br0" timeOffset="55367.562">2151 12732 6128 0,'0'0'7841'15,"0"0"-6097"-15,0 0-916 0,0 0-352 0,0 0 368 16,0 0 328-16,0 0-328 0,0 0-256 15,0 0-76-15,120-13-108 16,-64 6-76-16,-1 1-147 0,1-3-145 16,-4-1-36-16,0 1-48 0,-5-4-97 15,1 0 9-15,-4-3-228 0,-1 3-208 0,-10-2-184 16,-6 4-152-16,-7 5-216 0,-8 4-612 16,-7 2-940-16,-5 0-1785 0,-9 6-1731 15</inkml:trace>
  <inkml:trace contextRef="#ctx0" brushRef="#br0" timeOffset="55562.105">2526 12760 392 0,'0'0'7344'16,"0"0"-5788"-16,0 0-716 0,0 0 461 0,-36 73 339 15,32-41-204-15,0 0-300 0,-1 5-392 0,5 8-172 32,0-1-12-32,0 4-40 0,0 0-24 15,5-3-116-15,-5 2-236 0,0-6-144 0,0-3-84 0,0-6-52 16,0-1 0-16,0-1-248 0,0-8-396 15,0-4-464-15,-5 2-536 0,-2-1-1116 0,-5-4-2513 16,4-5 129-16,-16 6 4508 0</inkml:trace>
  <inkml:trace contextRef="#ctx0" brushRef="#br0" timeOffset="55740.969">2203 13490 836 0,'0'0'912'15,"0"0"7672"-15,0 0-6343 0,0 0-737 16,0 0-368-16,0 0 36 0,0 0-312 15,0 0-152-15,0 0-68 0,0 0-60 16,92-19 116-16,-56 19-228 0,3-3-236 0,5 3-232 16,-4-6-68-16,0-1-128 0,-1-2-304 31,2-1-248-31,-6-3-64 0,-3 4-352 0,-4-3-808 16,-8 1-1224-16,0 6-3513 0</inkml:trace>
  <inkml:trace contextRef="#ctx0" brushRef="#br0" timeOffset="56103.409">2939 13125 5244 0,'0'0'6861'0,"0"0"-5669"0,0 0-772 0,0 0 528 0,0 0 564 0,9 73-448 0,-9-44-420 15,-4-1-360-15,-1 1-152 0,2-1-132 0,-1 1-4 16,0-6-120-16,4-4 12 16,0-4-108-16,0-5-316 0,0-7-160 15,8-3 16-15,0 0 104 16,4-6 160-16,-1-10-192 0,6-1 140 0,-2-2 136 16,-2 0-24-16,2 1 216 15,-2-1 140-15,-5 6 164 0,3 0 4 16,-2 4 60-16,-1 2 240 0,-1 1-48 15,-3 6-28-15,5 0 60 0,-2 0-60 0,1 6-156 16,0 4-108-16,4 3 40 0,-4-1-108 0,4 4 80 16,-4 0-40-16,0 1-100 0,0-3 0 0,0 2-128 31,4 1-664-31,-4-1-408 0,3-2-736 0,-2-3-2609 0,-5 2-3071 0</inkml:trace>
  <inkml:trace contextRef="#ctx0" brushRef="#br0" timeOffset="56877.329">4279 13023 1632 0,'0'0'336'15,"0"0"240"1,0 0 2344-16,0 0-60 0,0 0-660 16,0 0-475-16,0 0-297 0,0 0-260 15,0 0-340-15,0 0 28 0,0 0-96 16,-12-63-100-16,7 69-144 0,-2 11-252 0,3 2-264 16,-8 15-52-16,0 8 52 15,-4 2 8-15,4 6 176 0,-4-1-12 0,4-5-76 16,0-12-84-16,4-7-12 0,8-8 0 15,-4-9 12-15,4-4 24 0,0-4-36 16,4 0-196-16,4-4-76 0,8-9 64 16,4-5 84-16,0-8 24 0,4-2-84 15,4-7-64-15,-9 3-36 0,6-3-40 0,-5 7 0 16,-5-1-60-16,2 10 56 0,-6 0 76 16,1 9 88-16,-3 4-12 0,-6 6 24 0,1 0 152 15,4 6 76-15,0 10 264 0,0 3-104 16,0 10 20-16,4 5-8 0,-4 4 4 15,0 4 20-15,0 3 28 0,-4-1-104 16,-4 3 16-16,0 0 120 0,0 2-48 16,-4 2 0-16,-4 3-72 15,-5-1 68-15,6-2 40 0,-9 0 132 0,4-6-72 0,-4-4-112 16,0-6-36-16,1-7-76 0,-2-3-44 16,6-5-16-16,-6-7 16 0,2-1-16 15,-6-3-12-15,6-4 36 0,-5-3-44 0,-1-2-76 16,-2 0-88-16,-1-7-152 0,0-5 44 15,0-1-232-15,-4-3 308 16,9-2-172-16,-2-2 72 16,10 1 36-16,-2-3-48 0,9 0-36 15,4 0-16-15,0-3-24 16,4-4-136-16,5 0-48 0,6-3-204 0,6 1-152 0,3-4-372 16,3-1-616-16,5-2-845 15,-8 13-2423-15</inkml:trace>
  <inkml:trace contextRef="#ctx0" brushRef="#br0" timeOffset="57296.235">4784 13078 1344 0,'0'0'952'15,"0"0"-248"-15,0 0 4144 0,0 0-2516 0,0 0-735 16,0 0-673-16,0 0-376 0,17 63-116 16,-10-57-24-16,1-2-16 0,5-2 36 15,-2-2 4-15,6-2-384 0,-2-8-48 16,5-6-300-16,1 0-16 0,-2-3-168 0,-3-3-160 0,4 3-136 16,-8 0 116-16,-4 0 148 15,0 6 260-15,-8 1-128 0,0 5 111 0,0 0 41 0,-4 4 232 16,-8 0 204-16,-4 3 373 15,0-2-409-15,-4 2-116 0,0 0 296 16,1 5 48-16,-6 9-88 0,5 1 112 0,1 10 28 31,-5 1 148-31,3 9 104 0,2 3 92 0,-1 4 140 16,3 2-136-16,2-3-100 0,2 0-128 16,6-3-136-16,3-6-260 0,4-9-88 0,0-4-84 15,8-10-148-15,4-4-36 0,4 0-24 0,8-5 8 0,4-16-120 16,4-3-124-16,-1-7-52 15,5-9-252-15,-4 0-688 16,-4-3-1016-16,-4 2-2549 0,-9 9-1747 0</inkml:trace>
  <inkml:trace contextRef="#ctx0" brushRef="#br0" timeOffset="57668.688">5104 12909 6688 0,'0'0'4849'15,"0"0"-3157"-15,0 0-1132 16,0 0 388-16,0 0 728 0,7 89-84 0,-7-54-432 0,0 0-424 0,-3 3-260 15,3 0-24-15,0-3 144 0,0-3-268 16,0 0-328-16,0-7-12 0,3 0-136 0,-3-6-8 31,4-6-40-31,0-4-84 0,-4-2-160 16,8-7-72-16,-3 0 144 0,2-9 52 0,1-4 144 16,9-6 108-16,-6-3 16 0,5-10-12 15,-4 0-128-15,0 1 56 0,0-1 20 16,0-3 12-16,-5 6-12 0,2 4 112 15,-5 6 0-15,0 9 100 0,0 4 148 16,-4 2 32-16,0 4 52 0,0 0-84 16,4 10-140-16,-4 3 52 0,3 3 244 0,-3 6 12 0,0 6-172 15,0-1 24-15,0-2 36 0,0 0-76 16,0-3-112-16,0-3-116 0,0-3-72 16,0-4-52-16,0-2-44 0,0 0-112 0,0-7-220 15,0 0-308-15,0-3-208 16,0 0-308-16,0 0-804 0,4-3-676 0,5-7-1533 15,-1-3-67-15</inkml:trace>
  <inkml:trace contextRef="#ctx0" brushRef="#br0" timeOffset="58189.74">5379 13160 2348 0,'0'0'1200'0,"0"0"3068"0,0 0-119 0,0 0-2589 16,0 0-672-16,0 0 60 16,75 48 232-16,-59-42-256 0,0 3-220 0,0-9-272 0,3 0-76 15,2 0 4-15,7-9-92 0,-4-7-116 16,4-6-152-16,-1-3-184 15,1-1-36-15,-8 1-4 0,0 0 16 16,-4 2 84-16,-9 1-60 0,2 6-36 0,-5 4 72 16,-4-1 48-16,0 0 52 15,-8 6 48-15,0-2 84 0,-8 2 100 0,4 5 16 16,0 2-28-16,1 2-12 0,-6 11-36 0,6 4-52 16,-6 8 40-16,2 3 36 15,-2 7 84-15,2 0 60 0,-2 3 28 16,6-3 84-16,-6-3-136 0,10-3-208 0,3-4-60 15,0-9-136-15,4-7-32 0,0-2-188 0,8-4-84 16,-1-3 0-16,6-3 48 0,6-10-188 16,2-6-264-16,-1-3-528 0,-1-5-672 15,5 2-264-15,0 0-105 0,-1 0 169 16,2 3 668 0,-1 0 444-16,-4 0 572 15,-1 2 560-15,-2 5 1316 0,-6 2 832 0,6 2-76 0,-6 6-443 16,6 2-281-16,-2 3-120 15,2 0-392-15,-6 8-156 0,6 6-112 0,-2 2-104 16,-3 3 28-16,-4 3-56 0,0 3-16 16,0 2-8-16,-5-2-20 0,-3-3 28 15,0 0-100-15,0-3-148 0,0-3-36 0,0-1-24 16,0-8 32-16,0-1-8 0,0-6-24 0,0 0-4 16,0 0 40-16,0 0 24 15,0-6 56-15,9-4-176 0,-1-5-52 0,7-4-280 16,2-4 72-16,-2-3-40 0,5 1-352 0,5-3-200 15,-1-1-276-15,4 1-536 0,4-4-652 16,-1-3-2573-16,-8 9-2543 0,14-11 6876 16</inkml:trace>
  <inkml:trace contextRef="#ctx0" brushRef="#br0" timeOffset="58560.926">6455 12849 1668 0,'0'0'9056'0,"0"0"-5991"0,-25 76-1537 15,5-37-684-15,-4 8 308 0,5-3 132 16,-2 1 116-16,1-6-352 0,12-9-304 0,1-8-295 15,3-9-121-15,4-6-112 0,4-4-44 16,3-3-76-16,6-3 292 0,6-10-184 16,5-6-204-16,8-9-228 0,0-11-232 15,4-2-52-15,-4-7 64 0,-1 4-13 0,-3-7 37 16,0 1-76-16,0-5-64 0,0-2-184 16,-3-3-148-16,-2-7 364 15,-3 0 320-15,0 4-36 0,-4 3 64 0,0 13 172 0,-4 9 12 16,0 13 224-16,-4 8 148 0,0 7 20 15,-8 7-20-15,3 3-16 0,-3 0-120 16,0 10-92-16,4 5 152 0,-4 8 36 31,4 6-4-31,-4 1 16 0,5 12 20 0,-1 0 0 16,-4 5-24-16,0 3-95 0,0 5 11 0,0 2-184 0,0 3-72 16,0 4-64-16,-4 0 60 15,-5-1-56-15,5-2-160 0,-3-4-193 0,3-3-259 0,-4-3-132 16,8-7-80-16,0 0-408 15,0-9-1728-15,0-9-3161 0,4 0-1827 0</inkml:trace>
  <inkml:trace contextRef="#ctx0" brushRef="#br0" timeOffset="59462.673">9406 12309 12 0,'0'0'11793'0,"0"0"-9733"0,0 0-972 0,-19 105-320 0,11-51 400 16,-5 12-112-16,2 8-304 15,-6 2-260-15,2 6-76 0,-1 1-12 0,-8 2-12 16,4 2-100-16,-4-2-36 15,0-8-160-15,5-8-96 0,2-15-4 0,6-13-140 16,7-16-28-16,-1-8-204 0,5-11-224 0,9-6-420 16,2-6 108-16,6-11-260 0,6-4-576 0,1-14-628 15,4-6-833-15,0-4-2027 0</inkml:trace>
  <inkml:trace contextRef="#ctx0" brushRef="#br0" timeOffset="59729.32">9450 12630 3240 0,'0'0'404'0,"0"0"4724"0,0 0-2763 15,4-73-225-15,0 66-640 0,-4 4-480 0,0 3-280 0,4 0-264 16,5 3-52 0,-2 13 380-16,9 7-140 0,4 9-260 15,-4 9-156-15,4 9-4 0,-4 2-60 0,-4 0 60 16,-5 7-48-16,2-9-104 0,-5 1-92 0,0-6-4 16,0-11-40-16,0-5 44 0,-1-13 72 15,5-4 16-15,-3-5-80 0,3-4 4 16,3-3 96-16,2-10-100 0,2-9 44 0,6-9-52 15,7-7-168-15,-5-12-88 0,5-8-136 16,4 2 12-16,-5-8-84 0,1-2-92 31,0-4-84-31,-3-1-304 0,-5 5-400 0,-1 7-792 16,-2 8-905-16,-6 20-1739 0,-3 4-935 0</inkml:trace>
  <inkml:trace contextRef="#ctx0" brushRef="#br0" timeOffset="60154.583">10255 12958 8764 0,'0'0'4209'0,"0"0"-3305"0,0 0-548 15,-92 8-256-15,64 9 496 0,0 2 764 0,1 9-240 16,7 7-436-16,-4 6-144 0,4 4 64 15,8 6 60-15,0-1-116 0,0 1-108 16,8-1-28-16,0-5 4 0,4-7-15 16,0-3-125-16,4-6-20 0,8-7-88 15,0-5-44-15,4-5-76 0,4-3-4 16,4-5-44-16,-1-4-84 0,5-4-76 0,0-9-104 0,0-2-160 31,-4-5-221-31,-3-2-195 16,-6 0-336-16,-7 0-784 0,-4 3-1844 0,-4 0-1329 0,-4 6-1779 15</inkml:trace>
  <inkml:trace contextRef="#ctx0" brushRef="#br0" timeOffset="60427.421">10012 13332 6200 0,'0'0'6873'0,"0"0"-3973"0,0 0-1340 0,0 0-928 16,0 0-88-16,0 0 440 0,0 0 16 0,0 0-280 16,0 0-404-16,0 0-316 0,88 34 0 15,-56-40-280-15,-4-3-172 16,0-1-144-16,0-3-236 0,-5 1-200 0,-3 2-368 15,-7-3-572-15,-2 7-476 0,-7-3-357 16,-4 2-399-16,0 4 1292 0,0 3 1912 0,-4 0 296 0,0 0 1708 16,-3 10 192-16,-2-1-155 15,5 7-301-15,0 3-200 0,4 3-208 16,-4 3-240-16,4 4-320 0,0 0-316 0,0-1-124 16,4 1-84-16,0-4-4 0,0 0-36 15,5-1-208-15,-2-6-4 0,1-3-240 16,4-1-432-1,0-5-192-15,0 0 84 0,0-5-360 16,0-4-776-16,-5 0-2249 0,6-11-3527 0</inkml:trace>
  <inkml:trace contextRef="#ctx0" brushRef="#br0" timeOffset="60794.196">10498 12452 364 0,'0'0'1216'0,"0"0"4040"0,0 0-3344 0,0 0-272 16,0 0-479-16,0 0-45 0,0 0 324 15,0 0 64-15,0 0-88 16,103 54-188-16,-67-38-208 0,1-4-212 0,2-2-196 16,5-4-272-16,-4-3-168 0,0-3-52 15,-1-3-120-15,-7-6-140 0,0 0-312 0,-4-4-268 16,-4 0-272-16,-3-3-256 0,-6 4-876 15,-7 2-1808-15,-4 0-1949 0</inkml:trace>
  <inkml:trace contextRef="#ctx0" brushRef="#br0" timeOffset="61041.015">10833 12519 5188 0,'0'0'576'15,"0"0"3336"-15,0 0-2932 0,-44 72-39 16,32-40 415-16,-4 3 196 0,4 7-240 15,-3-1-368-15,6 4-152 0,1-1-60 16,4 1-28-16,1-1-164 0,-1-3-76 0,4-3-36 16,0 0 24-16,4-6 20 0,-1-7-144 15,5-2-95-15,5-5-49 0,-6 1-76 16,5-6-96-16,1 0-12 0,-2-3-12 0,1-1-108 16,4-3-88-16,0-2-37 0,4-4-59 15,4 0-36-15,4-6-60 0,4-7-152 16,0-4-232-16,3-2-484 0,1-2-1168 15,-12 1-1932-15,8-8-2157 0</inkml:trace>
  <inkml:trace contextRef="#ctx0" brushRef="#br0" timeOffset="61418.775">11419 12443 12165 0,'0'0'3016'0,"0"0"-1856"0,-21 66-800 16,14-31 400-16,-6 10 856 0,2-1-220 15,-1 4-480-15,3-1-419 0,-2-3-145 0,-1 5-36 16,0-5-76-16,4 0-240 0,-4-6-12 16,4-2-168-16,0-8-292 15,4-3-113-15,0-6-171 0,4-6-292 0,-4-6-404 16,4-4-448-16,0-3-436 0,0 0 152 15,0-7-173-15,0-2-383 0,4-7 148 0,0-3 456 0,0-4 1600 16,0 2 536 0,0-2 1136-16,1 2 1524 0,2 4 148 0,-3 4-324 0,0 4-543 15,4 6-333-15,0-1-184 0,4 1-68 16,3 3-64-16,6 0-248 0,3-3-260 16,4 0-160-16,4 0-160 0,7-7-184 15,-3-3-232 1,4 1-48-16,0-7-124 0,-1 0-116 0,-3-3-260 15,0-4-356-15,-3 0-300 0,-6-2-616 0,-7 9-1444 16,0-10-3345-16</inkml:trace>
  <inkml:trace contextRef="#ctx0" brushRef="#br0" timeOffset="61607.521">11840 12503 860 0,'0'0'4228'15,"0"0"3057"-15,0 0-6025 0,0 0-672 16,-23 83 156-16,15-46 616 0,0 2 0 0,4 5-236 15,-4 3-316-15,4 2-60 0,1 1-16 0,-2-2-248 16,1-1-240-16,-4-5-244 0,4-4-60 16,0-7-64-16,1-2-396 0,-1-10-260 15,4-6-188-15,0-7-472 0,4-6-972 0,3-3-2305 0,5-19-1451 16</inkml:trace>
  <inkml:trace contextRef="#ctx0" brushRef="#br0" timeOffset="61976.694">12207 12509 3332 0,'0'0'6912'15,"0"0"-3731"-15,0 0-1961 0,0 0-564 16,0 0 248-16,0 0 148 0,84-12-504 0,-64 8-364 16,4-2-112-16,0 3 92 0,-4 3-56 15,0 0-44-15,-1 0-4 0,-6 9 88 0,-2 4 100 16,-3 3-76-16,-4 6 12 0,1 6-12 15,-5 2-60-15,0 4-40 0,-9 1-12 16,1 6 52-16,-3 0 20 0,-2 3-56 0,-2 2-4 16,-1 1-64-16,0 2 80 0,-4-5-4 15,8 0 0 1,0-6 28-16,4-3-52 0,4-7-60 16,0-3-8-16,4-2-88 0,0-8 32 0,0 2 4 15,0-9 0-15,0 3-76 16,0-8 4-16,0 3-28 0,0-6-12 0,-4 4-36 15,4-4 12-15,-3 0-40 0,-2 0 4 16,1 0 96-16,-4 0 24 16,0 3 28-16,-4-3-216 0,0 0-68 0,-4 0-180 15,-3-7-236-15,-2-2-680 0,1-4-1220 16,-3-3-2825-16,3 1 609 0,-12-15 3097 0</inkml:trace>
  <inkml:trace contextRef="#ctx0" brushRef="#br0" timeOffset="63240.926">14061 12284 28 0,'0'0'10184'15,"0"0"-8163"-15,0 0-629 16,0 0-552-16,0 0-8 0,0 0 428 15,0 0-252-15,0 0-576 0,0 0-224 0,0 0-132 16,0 0-76-16,-88 69-4 16,56-43-84-16,-5 3 80 0,-2 2 4 15,-1-2 4-15,-8 3 12 0,1 0 0 0,-5 5-8 16,-1-2-4-16,-2 0 0 0,3 0-68 16,0 0 20-16,1-3 4 0,-1-1 36 0,8-6-32 15,0 1 28-15,12-3-64 0,0-7 64 16,12-3-36-16,5-4-40 0,7-6 40 15,3 0-4-15,5 0-8 0,0-3-4 0,0 0 64 16,0 0 132-16,0 0-44 0,0 0 12 16,0 0 0-16,0 0 36 15,0 0-12 1,0 0-40-16,0 0-36 0,0 0-36 0,0 0-12 16,0 0 0-16,0 0 0 15,0 0 4-15,0 0-4 0,0 0 0 0,0 0 0 16,0 0 60-16,0 0 28 0,0 0-80 15,0 0 64-15,0 0 4 0,0 0 20 0,0 0 4 16,0 0 12-16,0 0-16 16,0 0 16-16,0 0-52 0,0 0 28 0,5 0-40 0,-1 4 24 15,0-4 16-15,4 3-4 0,-5-3-20 16,1 0 8-16,0 3 12 0,1-3 76 16,-1 0-48-16,3 0-64 0,-7 0 12 15,4 3-12-15,0-3 28 0,0 0-4 0,5 0 0 0,2 3 4 16,1 0-4-16,4 1-64 15,0-1 52-15,4 3-48 0,8 1 36 0,0-5-48 16,4 5 0-16,7-1-56 0,2 5 56 0,6-5 60 31,5-1 16-31,8 2 8 0,0 0-36 16,0-1 12-16,0 0-48 0,-9 1-12 16,-3-5-8-16,-5 5 8 0,-3-4 52 15,-7 4-4-15,-6-5 36 0,-3 2 0 16,-4-1 4-16,-4 0 8 0,-8-3 24 0,0 3 4 0,-8-3 9 15,4 0-1-15,-4 0-20 0,0 0-40 16,0 0-12-16,0 0-12 0,0 0-40 16,0 0-8-16,0 0-44 0,0 0-172 15,0 0-101-15,-4 0-147 0,4-6-96 0,-8-1-392 16,0-2-192-16,-4-3-700 16,4 5-1184-16,-8-9-3285 0</inkml:trace>
  <inkml:trace contextRef="#ctx0" brushRef="#br0" timeOffset="64360.044">14144 12344 2764 0,'0'0'92'0,"0"0"1224"0,0 0 1888 0,0 0-1660 15,0 0-780-15,0 0-324 0,0 0 100 16,0 0 285-16,0 0-553 0,0 0 136 16,0 53 196-16,0-27 120 0,0 7-24 15,0 1-28-15,-4 1-16 0,4 4-132 0,0 1-68 16,-4-1-108-16,0 2-36 15,0-3-64-15,0 4 12 0,-4-4-148 0,4-4 20 0,-4 1-132 16,4-3-72-16,0-7-76 0,4 0-4 16,0-9-20-16,0 1-112 0,0-8-204 15,0-6-180-15,0 1-36 0,4-4-356 16,-4 0-532-16,4-4-829 16,-4-3-1651-16,0 2-1268 15,0-9 5196-15</inkml:trace>
  <inkml:trace contextRef="#ctx0" brushRef="#br0" timeOffset="64914.069">13594 12128 4096 0,'0'0'1212'16,"0"0"3204"-16,0 0-2687 0,0 0-193 0,0 0-328 15,0 0 44-15,0 0 80 0,0 0-476 16,0 0 220-16,0 0-252 0,104 99-212 15,-65-52-112-15,-7 7-136 0,4 7-108 0,-8 6-60 32,-4 2-112-32,0 1-12 0,-5 0-72 0,2 4 8 15,-5-5-8-15,0 1-36 0,0-4-96 16,-5-2 44-16,5-10 16 0,0-7-48 16,1-5-64-16,2-10 28 0,1-11-100 15,0-2-112-15,-4-9-108 0,-1 0-128 0,2-7-72 16,-9-3-152-16,0 0-140 0,0 0-52 0,-4-6-204 15,4-4-288-15,-5-6-505 0,1-3-947 16,-4 3-1288-16</inkml:trace>
  <inkml:trace contextRef="#ctx0" brushRef="#br0" timeOffset="65364.51">14578 11997 380 0,'0'0'1264'15,"0"0"-340"-15,0 0 748 0,0 0 2876 0,0 0-2492 0,0 0-819 16,0 0-277-16,0 0 148 0,-100 42-100 15,69-16-216-15,-1 2-212 0,-8 11-92 16,0 1 60-16,-4 11-4 16,-4 7-124-16,1 2-112 0,-9 10-16 0,-4 3-44 15,0 3-4-15,-4 0-96 16,-3 0 0-16,3 3-16 0,0-5 16 0,-3 2-92 16,7-6-52-16,-4-3 0 15,5-1 0-15,6-6-4 0,1 1-8 0,9-10-4 0,3-1 0 16,4-5 12-16,9-7 52 0,6-3-52 15,5 0-96-15,8-7-148 0,4-3-52 0,4-2-48 16,0-7-688-16,8-4 452 0,5-2-16 16,-2 0 60-16,1-10 132 0,4 3-160 15,-4-3-332-15,4-3 60 0,-4-7-516 32,4-2-228-32,-4-4-605 0,-1-3-1103 0,2 3-1720 0,2-10 5004 15</inkml:trace>
  <inkml:trace contextRef="#ctx0" brushRef="#br0" timeOffset="66218.234">15809 12391 5460 0,'0'0'3132'0,"0"0"957"16,0 0-2789-16,-16-69-360 0,0 53-160 0,1 0-52 0,-2 7 72 15,2 2-168-15,-5 4-16 0,-1 3-416 16,-2 0 96-16,3 7-40 0,-4 8-36 15,0 7-84-15,0 7-12 0,-7 13 84 0,3 2 144 16,-8 13 380-16,-1 6-380 0,2 8-132 16,-5 1-48-16,4 1-15 15,4 0 27 1,8-3-28-16,0-3-96 0,9-7-52 0,6-6 52 16,9-10-12-16,0-2 52 0,17-10 20 0,-2-4 12 15,9-6-60-15,4-2-68 0,4-5-4 0,7-5-108 16,2-1-24-16,-1-5-40 15,4-4-56-15,-5 0-28 0,1-4-61 16,-8-2-107-16,-8 0-196 0,-4-1-164 0,-8-2-124 16,-4 0-340-16,-5-4-764 0,-3 0-828 15,0 7-1389-15,-7-10-399 0</inkml:trace>
  <inkml:trace contextRef="#ctx0" brushRef="#br0" timeOffset="66564.975">15491 13106 3116 0,'0'0'316'16,"0"0"5796"-16,0 0-4215 0,0 0-281 0,0 0-520 0,0 0 180 15,0 0-72-15,0 0-84 0,0 0-180 0,0 0-300 16,0 0-176-16,-12-35-96 0,44 32-28 16,7-3-48-16,5-4-168 0,0 1-28 0,0-7-96 31,-5 0-48-31,-2 0-48 0,-2 0-392 16,-3 1-184-16,-4-2-40 0,-4 2-64 0,-4 2-180 15,-4 3-508-15,0 1-468 16,-9 2-240-16,-2 4-281 0,-1 3-131 0,0-3 644 15,-4 3 952-15,0 0 988 0,0 0 168 16,-8 10 1212-16,3-1 248 0,-2 4 216 16,-1 2-472-16,0 9-275 0,4-3-85 0,-4 8 52 15,4-1 40-15,-4 7-32 0,8 0-228 16,-4 6-56-16,0 1-108 0,0-1 40 0,0 4-44 16,4-1-88-1,-4-3-88-15,4 1-132 0,0-1-200 0,0-7-168 0,4-2-4 16,4-2-104-16,0-3-40 0,4-4-252 0,0-1-260 15,4 3-116-15,0-3-288 0,3 1-508 32,-6-5-1224-32,6 8-3069 0</inkml:trace>
  <inkml:trace contextRef="#ctx0" brushRef="#br0" timeOffset="66747.46">16690 13802 2704 0,'0'0'13437'0,"0"0"-9677"0,0 0-2552 0,0 0-564 0,0 0 277 0,0 0-85 15,0 0-380-15,0 0-456 0,0 0-180 0,0 0-400 16,0 0-84-16,8 0-149 16,-12-7-455-16,-4 3-1040 0,0 2-3332 0,-12 2-3849 15</inkml:trace>
  <inkml:trace contextRef="#ctx0" brushRef="#br0" timeOffset="71782.214">6562 12868 312 0,'0'0'9252'0,"0"0"-7511"0,0 0-609 0,0 0-152 0,0 0 264 16,0 0-220-16,0 0-308 0,0 0-340 15,11-35-228-15,-11 32 28 0,0 3 8 0,0-3 28 16,0-1-88-16,0 2 48 16,0 2-156-16,0-5 80 15,-4 3-20-15,0-1-68 0,4 0 40 0,-3-1-48 16,3 2 0-16,-4 2-84 0,4-5 36 15,-4 3 48-15,4 2 0 0,-4-4-4 16,0 4-8-16,-1-2-88 16,1-1-24-16,1 0 124 0,-1-1 0 15,0 4-12-15,-4-3 12 0,-1 3 4 0,6 0 84 16,-1 0 0-16,0 0-4 16,0 0 4-16,0 0 48 0,4 0-12 0,0 0 24 15,0 0 0-15,0 0 48 0,0 0-36 16,0-4 0-16,0 4-160 0,0 0-12 0,0 7-24 15,4 3 36-15,4 3 72 16,-4 1 124-16,3 6-132 0,-2 2-64 16,7 1 0-16,-5-1 84 0,2 3 16 0,3 5-100 0,-5-5 0 15,1 3 48-15,1-3-48 0,-1 4-84 0,-1-1-16 0,1-5-36 16,1 2 16-16,-5-8-188 31,3-3 12-31,6-3-100 0,-5-3-248 0,3-1-64 0,2-7-108 0,-2 4-116 0,-3-4-284 31,5 0-456-31,-6 0-401 0,5-4-1831 16,0-5-2104-16</inkml:trace>
  <inkml:trace contextRef="#ctx0" brushRef="#br0" timeOffset="75796.765">7765 13141 9096 0,'0'0'4'16,"0"0"2785"-16,0 0-1893 0,0 0-284 0,0 0 644 0,0 0-20 15,0 0-308-15,0 0-156 0,0 0-204 16,0 0-332-16,0 0-28 0,24 50-204 16,-24-43 108-16,4 3-112 0,-4-4-184 0,0 1-52 15,0 2-132-15,0-3-280 0,0 4-312 16,-4 2-704-16,0 1-728 0,-4 0-1785 15,0 3-1155 1</inkml:trace>
  <inkml:trace contextRef="#ctx0" brushRef="#br0" timeOffset="117927.229">20490 11966 4668 0,'0'0'7825'15,"0"0"-6661"-15,0 0-380 0,0 0-300 0,-31-73 456 16,23 61 528-16,-4-1-156 0,4 3-296 0,-4-2-232 31,1 5-176-31,-2-2-84 0,1 5 49 16,-4-2-89-16,1 2-72 0,-2 2 60 15,-2 2-208-15,-1 0-120 0,-8 0-20 0,3 2-112 16,-3 8-4-16,0 3 4 0,-3 6-12 16,-1 7-44-16,5 5 40 0,-5 4-60 0,-1 4 52 15,1 2-96-15,9 0 0 0,-1-3-28 16,4 0 136-16,8-2 52 0,4-8-44 15,8-2-4-15,0-5 44 0,4 2 12 0,8-4-52 16,-1 3 40-16,14-3 0 0,-5 4 12 0,8 2 52 16,-4-6-112-16,4 3 4 0,4 0 0 15,0 0 8-15,3 1 72 0,1-1-84 16,0-2 0-16,-1-2-60 0,-3-3 60 16,0 4 8-16,-4-2-4 0,0-2 8 0,-8 1 0 15,0 1-4-15,0-2 4 16,-9 1 48-16,2 0-4 0,-9 0-52 15,0-1-4-15,-4 4 0 0,0 0-40 0,-4-2 40 32,-4 2 48-32,-1-4-36 0,-6 1-4 15,-1 1-8-15,0-5 8 0,-4 1-8 0,1-4-4 16,-5 1-56-16,-4-4-48 0,0 0-100 16,0-2 4-16,0-1-36 0,0-3 44 15,3 0-44-15,2 0-88 0,-1-7 0 0,4-2-84 16,1-4-25-16,6 1-307 0,-2-4-352 0,7-3-432 15,-1-1-640-15,5 5-448 0,4-2-1573 16,0-2-1139-16</inkml:trace>
  <inkml:trace contextRef="#ctx0" brushRef="#br0" timeOffset="118696.15">20861 12665 1160 0,'0'0'11445'0,"0"0"-9749"0,0 0-888 0,0 0-256 0,84-26 752 16,-56 20-48-16,0 0-272 0,0 2-336 0,-4 2-196 15,-1 2-156-15,1 0 8 0,-7 2-24 16,-2 8 60-16,-2-4-84 15,-9 4-123-15,-4 3-121 0,0-1 84 16,-4 4 160-16,-13 3 84 0,-3 0-124 16,-3 6-164-16,-5-6-52 0,0 6-4 15,4-6-4-15,0 4-32 0,-1-4 36 16,6-2-4-16,3-2-64 0,4-2 64 0,1 0-4 16,6-4-36-16,1 5-24 0,4-6 0 15,0 5 72 1,0-1 56-16,9 5-8 0,2-4-44 0,1-4-4 15,0 3 4-15,4 1 4 16,0-3-4-16,0 2 0 0,0-2 92 0,-4 3-84 0,0-4 60 0,0 1-20 16,-5 2 92-16,-3-2-36 0,0 0 24 31,1 2-72-31,-5-3-12 0,0 2-36 0,-5-3 4 16,-3 3 56-16,1-3-64 0,-1 3 40 0,-8-2-40 15,4-4-8-15,-8 6-12 0,-1-5-108 16,2 1-52-16,-5-4-32 0,0 0-40 15,-4 0-80-15,0-3-76 0,1 0-77 16,-1 0-95-16,0-6-244 0,0 3-420 16,0-4-932-16,12 1-1784 0,-7 0-2137 0</inkml:trace>
  <inkml:trace contextRef="#ctx0" brushRef="#br0" timeOffset="119749.935">19749 11251 7916 0,'0'0'4129'16,"0"0"-2697"-16,0 0-604 0,0 0-552 0,-87 23 608 15,64-10 636-15,-5 3-292 16,0 3-564-16,0 6-356 0,-4 6-188 0,4 11 4 15,-8 6-48-15,0 9-72 0,1 10 152 16,2 12-152-16,-3 10 4 0,0 6 44 16,1 10-52-16,3 6-8 0,4 7 8 15,4-1 8-15,4 7 88 0,8-1 52 0,0 5 96 16,9-5-36-16,3 1 0 16,0-3-208-16,15-6 0 0,5-8-76 0,12-6 28 15,8-5-96-15,8-11 80 16,3-5-20-16,14-7-100 0,2-7 144 0,12-2 32 15,9-10-120-15,4-9-16 0,11-10-76 16,-3-10-28-16,7-9 64 0,2-13 36 16,1-3 52-16,2-16-188 0,0-10 36 15,-1-5 88-15,5-11 156 0,-4-2-44 16,3-3 48-16,1-8-16 0,-1-4-44 16,1-8-176-16,-5-2 236 0,-3-8-60 0,-1-9 48 0,-2 0-264 15,-2-7 68 1,-8-1 208-16,-3-1 100 0,-8 0 136 0,-1-1 52 0,-11 4 132 0,0 0 0 31,-9 4 8-31,-7-5 52 0,-7 1-28 16,-6 0-48-16,-7-4-12 0,-8 2-164 15,0-6-204-15,-13 6-24 0,-2-5 0 16,-13 1-12-16,-4 0-96 0,-20-4-40 16,-12 4-8-16,-9 2-16 0,-18 2-168 0,-9 7-28 0,-15 7 36 15,-17 7 184-15,-15 13-48 0,-12 7 124 16,-17 12-64-16,-7 9 76 0,-13 9-76 15,-7 13 132-15,-8 8-60 0,-9 2 16 16,-7 12 48-16,0 11 144 0,-1 5-20 0,6 7 84 16,1 6 76-16,2 7-164 0,4 7-8 0,0 4-100 15,8 8-12-15,12 5-196 0,8 9 36 16,15 1-148-16,20 6-296 0,12 5-1120 16,33-26-2740-16,-16 37-2397 0</inkml:trace>
  <inkml:trace contextRef="#ctx0" brushRef="#br0" timeOffset="122419.378">24412 11839 4484 0,'0'0'5248'16,"0"0"-3147"-16,0 0-501 0,0 0-484 0,0 0 144 0,0 0 116 15,0 0-172-15,0 0-332 0,0 0-296 16,0 0-148-16,0 0-72 0,11-16 80 16,-11 19 28-16,4 1-27 0,4 3-145 0,-3 2-84 15,6 3-64-15,-3 1 0 16,0-3-48-16,4-1 4 16,-4 1-28-16,0-1 24 0,-3-3-84 0,2 1 0 15,-3-1 72-15,0-2-72 0,0-2-8 16,-4 1-4-16,0 1-72 0,4-4 12 15,-4 0 12-15,0 0 0 0,0 0-12 0,0 0-16 16,4 0-32-16,-4 0 0 16,0 0 12-16,0 0-12 0,4 0-28 0,-4 0-68 15,0 0-65-15,0 0 1 0,0 0 48 0,0 0-20 16,0 0-40-16,0-4-100 0,4 1-60 16,-4-3-48-16,0-3-92 0,0-1-368 15,0 1-568-15,0-1-512 0,0 1-292 0,-4 2-465 16,-4 4-1751-16,0 0 308 0,-4 0 3692 15,40 79 488 1</inkml:trace>
  <inkml:trace contextRef="#ctx0" brushRef="#br0" timeOffset="123063.025">24523 11706 2316 0,'0'0'940'15,"0"0"-940"-15,0 0 4588 0,0 0-2840 0,0 0-263 16,0 0-353-16,0 0-8 0,0 0-4 16,0 0-100-16,0 0-224 0,8-3 100 15,-8 3-124-15,0 3-328 0,4 0-88 16,0 3-36-16,0 4 380 0,0 2-224 15,0 4-132 1,-4 3-52-16,0 6 84 0,0 8-36 0,0 2 13 16,-4 9-169-16,-4 7-40 0,0 5-12 15,0 12-56-15,0 5-72 0,-4 3-4 16,0 0 0-16,4 1-12 0,0-7-52 0,0-7 4 16,0-3 12-16,4-9 36 15,0-3 12-15,4-7 12 0,0-9-12 0,0-7-60 0,0-6-12 16,8-10-36-16,0 1-209 0,0-10-99 0,0 0-96 15,4 0 0-15,0-6-136 0,0-7-160 16,4-3-576 0,-4-3-508-16,-1 0-1216 0,-2-10-2761 15</inkml:trace>
  <inkml:trace contextRef="#ctx0" brushRef="#br0" timeOffset="123297.212">24614 12153 1212 0,'0'0'9060'0,"0"0"-7155"0,0 0-193 0,0 0-472 0,0 0 168 31,0 0 24-31,0 0-104 0,0 0-140 0,96 7-468 16,-76-7-284-16,8 0-83 0,0 0-13 16,4-3-84-16,0-7-112 0,3 4-144 15,-3-3-124-15,0 2-84 0,-4-6-92 16,0 4-249-16,-4-1-231 0,-1-2-220 0,-2 2-452 15,-9-3-900-15,0 4-2248 0,-8-7-2941 16</inkml:trace>
  <inkml:trace contextRef="#ctx0" brushRef="#br0" timeOffset="123531.248">25093 11741 4808 0,'0'0'116'0,"0"0"6293"15,0 0-4845-15,0 0-268 0,0 0-20 0,0 0 156 16,0 0-20-16,0 0-388 0,11 75-352 16,-11-40-48-16,0 7 156 0,0 6-295 0,-3 2-133 15,-5 8-60-15,-9 2-208 0,2 3-84 16,-1 8-96-16,-4-2-40 16,0 2 76-16,0-5-180 0,8-6-41 0,1-9-183 15,6-9-32-15,5-11-4 0,9-12-112 16,6-6-272-16,5-7-576 0,8-6-996 0,4-6-1585 15,-4-3-1087-15,12-17-56 16</inkml:trace>
  <inkml:trace contextRef="#ctx0" brushRef="#br0" timeOffset="123726.652">25463 12195 1172 0,'0'0'10669'0,"0"0"-8193"0,0 0-752 0,0 0-224 16,0 0 156-16,0 0-420 0,96-12-640 15,-64 5-448-15,0 3-148 0,3-2-160 16,1-3-84-16,-4 2-316 0,0-2-396 16,-4 2-348-16,-12 5-668 0,-4-2-1864 0,-12 4-1505 15,0 0-591 1,-20 0 5660-16</inkml:trace>
  <inkml:trace contextRef="#ctx0" brushRef="#br0" timeOffset="123863.519">25396 12322 952 0,'0'0'7856'0,"0"0"-5155"0,0 0-1049 0,0 0-584 16,0 0 520-16,0 0-320 0,95 22-264 15,-59-22-500-15,0 0-504 0,7-3-124 16,2-6-368-16,2 2-464 0,-3 1-612 16,-12-1-2728-16,15-2-4849 0</inkml:trace>
  <inkml:trace contextRef="#ctx0" brushRef="#br0" timeOffset="124481.091">26925 11789 7384 0,'0'0'4973'15,"0"0"-3365"-15,0 0-216 0,0 0-716 16,0 0 40-16,0 0 640 0,0 0-544 16,0 0-196-16,0 0-164 0,0 0-136 0,-56 54-16 0,24-26-300 15,-3 7-160-15,-9 3 0 0,0 1 76 16,0 1 76-16,-4-1 4 0,5-1 0 31,3-4 4-31,5 1 8 0,3-7 100 0,8-2 64 16,7-3-12-16,9-7-76 0,8 0 12 15,0-1 28-15,8 4 204 0,12 1-132 0,5 1-100 16,6 5 0-16,5 3-84 0,8-1-4 16,4-2 4-16,-1 2-8 15,5 1 4-15,-4-1-8 0,4-3-4 0,-8 0-104 0,3-1-48 16,-6-6-236-16,-2-5-496 0,-3 0-1164 0,-12-4-2924 16,0-5-5273-16</inkml:trace>
  <inkml:trace contextRef="#ctx0" brushRef="#br0" timeOffset="125505.902">27507 11823 2844 0,'0'0'76'16,"0"0"5016"-16,0 0-3356 0,0 0-291 0,-4 77-313 16,0-52-316-16,-3 7-64 0,3 0-16 0,-5-1-268 15,5 1-344-15,-4 0-124 0,5-4-88 16,-1-1-100-16,4-2-356 16,-5-6-524-16,5 0-468 0,0-5-1433 0,0 0-3071 0</inkml:trace>
  <inkml:trace contextRef="#ctx0" brushRef="#br0" timeOffset="125944.549">27280 11725 900 0,'0'0'820'16,"0"0"4276"-16,0 0-3188 0,0 0-792 0,0 0-176 0,0 0 321 15,0 0-337-15,0 0-276 0,0 0-140 0,0 0-24 16,-63 79 44-16,50-57-60 0,5 3 172 16,1 8-52-1,-1-5-64-15,8 7-52 0,0 1-64 16,0-3-28-16,4 7 4 0,7-3-188 16,1 2-92-16,0-5-104 0,4 2-4 15,4-5-56-15,0-2-76 0,0-4 64 16,0-3-28-16,4-3-180 0,0 0-44 0,-1-6-68 15,1-4-180-15,4 1-212 0,0-3-196 16,0-7-552-16,4 0-944 0,-8 0-2101 0,12-10-1795 16</inkml:trace>
  <inkml:trace contextRef="#ctx0" brushRef="#br0" timeOffset="126762.832">28100 11795 10664 0,'0'0'2301'15,"0"0"-625"1,0 0-456-16,0 0 296 0,0 0-416 0,88-3-372 0,-71 6-264 0,2 3-120 15,-3 4-100-15,1-5-72 16,-6 5-160-16,1 3-8 0,0-1-4 0,-4 2 0 16,-4-1-96-16,4 2-76 0,-8 1-124 15,0 3-20-15,-12 3-40 16,-4 0 12-16,-7 7 12 0,-9-4 108 0,4 5 100 16,-4-2 28-16,0-3 84 15,4-2 12-15,0-2 48 0,8-2 12 16,4-6-48-16,0-1 64 0,8-1-64 0,4-5-12 15,4-4-12-15,0 3-36 16,0-3 48-16,4 2 180 0,4-1 104 16,5 0 84-16,-2 1-96 0,9-2-64 0,0 2-24 15,0-4-112-15,4 0-72 0,-1 0-40 16,1-4-60-16,0-2-268 0,-3 3-244 0,2-4-144 16,1-2-212-16,-4-1-624 0,-4 1-1152 15,12-3-2789-15</inkml:trace>
  <inkml:trace contextRef="#ctx0" brushRef="#br0" timeOffset="127045.545">28686 11826 4576 0,'0'0'16'15,"0"0"3080"-15,0 0-1372 0,0 0-163 16,0 0-353-16,0 0-172 0,80 42-168 0,-63-29-172 16,-2 2-144-16,5 4-72 0,-4 0-52 15,0 4 100-15,0-2-168 0,-8 2-352 16,-4-4 0-16,-4 4-8 0,-4-1-12 0,-8 3-312 16,-9 0-112-16,-2 4-172 0,-1-4-184 0,0 1-168 15,0-5-404-15,5 0-861 0,2-6-1679 16,6-5-248-16,7-4 1928 0,0-3 2081 15,4-3 143-15</inkml:trace>
  <inkml:trace contextRef="#ctx0" brushRef="#br0" timeOffset="127495.938">29368 11601 3816 0,'0'0'2656'15,"0"0"3397"-15,0 0-4537 0,0 0-416 0,0 0 496 16,0 0-192-16,0 0-504 15,0 0-224-15,0 0-248 0,68 73-172 0,-57-60-24 16,6-4 0-16,-2 4 0 0,5 0-88 16,1-1-36-16,2 4-96 15,1 1 0-15,4-6-4 0,0 8-8 16,4-2-12-16,-4-1-60 0,4 3 0 16,-4-3 12-16,0 3-28 0,0 0 28 15,-5-3 12-15,-3 2 0 0,0-2-48 0,-8-3-16 16,-1 4 100-16,-6-5 4 0,-1 4 0 15,-4-1-64-15,-9 2 60 0,-10 5 12 0,-1 0 8 16,-12 3-8-16,0 4 0 0,-11-1-64 16,-2 5-8-16,-2 2 24 0,-5-1-100 15,-4-2-48-15,0 6-192 0,5-3-300 0,-1 0-300 16,4-3-440-16,0 3-868 0,9-7-2057 16,11-6-1407-16,-8 0 3108 0</inkml:trace>
  <inkml:trace contextRef="#ctx0" brushRef="#br0" timeOffset="129648.278">19415 14560 6732 0,'0'0'1508'15,"0"0"1649"-15,-27 89-1633 0,18-41-416 16,-3 9 80-16,9 10 232 0,-6 5-100 15,5 14-360-15,-4 7-184 0,1 5-92 16,-1 6 120-16,-5 5-356 0,6-5-324 16,-5 0-124-16,3-4-136 0,-2-18 64 0,7-9 72 15,0-21 72-15,4-19-72 0,4-13-280 16,4-10-132-16,3-8-272 0,6-4 48 16,7-15-4-16,-1-8-308 0,5-13-480 15,0-13-436-15,0-9-452 0,0-10-505 0,-12 16-1439 16,3-34-1067-16</inkml:trace>
  <inkml:trace contextRef="#ctx0" brushRef="#br0" timeOffset="129965.656">19538 14798 3816 0,'0'0'276'0,"0"0"3668"0,0 0-2296 0,0 0-191 16,0 0-429-16,0 0 36 0,0 0-12 0,0 0-368 31,0 0-356-31,0 0-76 0,0 0 212 16,20 7 140-16,1 31 192 0,-2 9-384 0,9 10-228 15,-4 10 124-15,-4 9-36 0,3 4-88 16,-2 5-36-16,-1-3-136 0,-8-1 100 16,4-8 12-16,-4-10-4 0,4-9-8 15,-4-6-12-15,-5-13 44 0,6-7-44 16,-2-9-28-16,1-3-24 0,-3-7 12 16,2-6-56-16,1-3 0 0,0 0 56 0,0-10 564 15,4-8-296-15,0-4-156 0,-4-13-52 16,4-6-112-16,-4-8-8 0,0-7 0 15,-4-7-4-15,-5-11-140 0,-3-5-88 16,0-3-100-16,0-8-120 0,0-2-160 0,4 3-100 16,1 7-388-16,3 6-536 0,3 7-432 15,2 11-336-15,-1 20-1609 0,4-3-1763 0</inkml:trace>
  <inkml:trace contextRef="#ctx0" brushRef="#br0" timeOffset="132869.402">20602 15608 3452 0,'0'0'5572'16,"0"0"-2527"-16,0 0-1181 0,0 0-828 15,0 0-268-15,0 0 64 0,0 0 40 0,0 0-268 16,-95 22-220-16,75-9-160 0,0 0-28 16,0 3-72-16,-4 3-16 0,5 2-44 15,-5-2 4-15,3 6-64 0,1 2 0 0,-3-2-4 0,6-3-8 0,2-3-40 16,2-3 36-16,6 0-4 0,3-10-32 15,4 0-24-15,0 1 60 0,4 2-100 16,7 1-36-16,6 0 136 0,7 3-60 31,4-1 68-31,-1-3-48 0,6 1 40 0,-6 0-36 16,4-4-16-16,-3 3 52 0,0 1 4 16,-3-3-40-16,-1 2 36 0,-9 0-52 0,2-2 16 15,-6 2 40-15,-3-2 0 16,-3-1 8-16,2 4 8 0,-7-3 80 0,4-2-80 0,0 2 64 15,-4-5 4-15,0 5-4 16,0-1-64-16,0-3-8 0,-4 4-4 0,-3 0-120 0,-6-1-48 0,1 0-76 16,-4-3-160-16,1 1-200 15,-2-4-192-15,2 0-168 0,-2 0-372 16,6-4-436-16,-1-3-737 0,3 5-1455 16,2-4-1540-16</inkml:trace>
  <inkml:trace contextRef="#ctx0" brushRef="#br0" timeOffset="133201.987">20853 15948 4028 0,'0'0'7149'0,"0"0"-5381"0,0 0-532 0,0 0-212 15,0 0 336-15,0 0-588 0,0 0-500 16,0 0-260-16,0 0-12 0,0 0-92 0,0 0-304 15,0 0 148-15,72 44 136 0,-80-31-64 16,0 3 28-16,-3-4 132 0,2 1-32 16,1-3-28-16,1-1 64 0,3-2 0 0,4-5-132 15,0 5-68-15,0-4 36 0,4 0 176 16,7 3 76-16,-3 1 136 16,4-1-96-16,4-3-104 0,-4 4 68 0,-4-4-20 15,4 4 4-15,-4-2-4 0,-4 6 16 0,-4 1 76 0,0-3-4 16,0 8-24-16,-9-1-60 0,2-4-64 15,-1 1-124-15,-3-4-64 16,2-2-100-16,5-4-256 0,-4 0-336 0,1-3-412 16,-2-6-780-16,5-1-2505 0,-4-18-2447 15</inkml:trace>
  <inkml:trace contextRef="#ctx0" brushRef="#br0" timeOffset="133567.655">21093 14560 9864 0,'0'0'2409'0,"0"0"-737"0,0 0-912 0,0 0-144 0,0 0 344 16,0 0-88-16,0 0-436 16,0 0-40-16,99 31-160 0,-71-27-40 0,-4 3-72 0,0-4 60 15,-5 0-172-15,2-3-4 16,-1 3-8-16,-1-3-88 0,-2 0-48 0,-6 0-336 0,1 0-368 15,-7-3-240-15,2 0-288 16,-7 3-784-16,0-3-1093 0,0 3-2535 16</inkml:trace>
  <inkml:trace contextRef="#ctx0" brushRef="#br0" timeOffset="133911.347">21180 14709 8052 0,'0'0'1968'16,"0"0"-319"0,0 0-497-16,0 0 224 0,0 0 40 0,-8 74-276 15,8-52-404-15,5-3-240 0,-2 6-28 16,1-2 0-16,0 2-48 0,0 3-80 16,-4 1-116-16,0 3-116 0,0 3-48 15,0-1-60 1,-4 4 0-16,-4 4-4 0,5-5-92 0,-6 5 36 0,1-4 8 15,0-3 40 1,8-3-36-16,0-7-36 0,0-3 8 0,0-2 64 0,8-4 8 16,0 0 4-16,1-4 76 0,2-2 20 15,4-4-12-15,2 0 4 0,-1 1-28 0,4-4-48 0,0 0-12 0,4 0-12 16,4 1-84 0,-1-4-52-16,-3 0-108 0,4 0-112 15,0 0-164-15,-4 0-208 0,0 0-116 16,-1-4-208-16,-2 1-716 0,-6 3-1416 0,5-3-3485 15</inkml:trace>
  <inkml:trace contextRef="#ctx0" brushRef="#br0" timeOffset="134724.306">22120 14621 6292 0,'0'0'364'0,"0"0"4337"0,0 0-3329 0,0 0-8 15,0 0-176-15,0 0 568 0,0 0-564 16,0 0-440-16,0 0-164 0,0 0-76 0,0 0-48 15,-19 28-108-15,2-12-100 0,-3 3-148 0,1 6-96 16,-5-2-8-16,7-1-4 16,-2-4-4-16,7 6-68 0,0-6-24 15,4 1 8-15,1 0 4 0,2 1-12 0,1-2-4 16,4 1-32-16,0 1 8 0,0-2 52 16,0 1 60-16,9 1-36 0,2-4 40 15,-3 3-44-15,8 0 44 0,-4-4-4 0,4 4 0 16,0 0-72-16,0 0 36 0,-1 1 36 15,6-1-100 1,-6-4-12-16,5 2-20 0,1-2-28 0,-6 1-160 0,5-3-220 16,0-3-104-16,-4 2-284 15,-4 1-692-15,0-3-852 0,0-3-2421 16,-5 1-2511-16</inkml:trace>
  <inkml:trace contextRef="#ctx0" brushRef="#br0" timeOffset="135433.547">22715 14544 4012 0,'0'0'8481'0,"0"0"-6785"0,0 0-584 0,0 0-164 0,0 0 12 16,0 0-44-16,-65 83-396 16,61-61-312-16,0 3-48 0,4 5-64 0,0 5 52 31,0-2-140-31,4 6-8 0,5 2 0 0,2 0-68 16,-3-2 64-16,5-1-72 0,-2-6-32 15,1-1-4-15,4-5-72 0,0-6-148 16,0-6-236-16,4-3-104 0,3-6-140 0,-2-5-208 15,3 0-472-15,0-9-452 16,-5-1-1125-16,1-12-3155 0</inkml:trace>
  <inkml:trace contextRef="#ctx0" brushRef="#br0" timeOffset="135648.693">23112 14512 5956 0,'0'0'260'16,"0"0"5345"-16,0 0-4289 0,0 0 132 0,0 0-60 0,13 67-160 0,-10-41-252 15,1-1-344-15,0 4-364 16,-4 2-96 0,0-3-124-16,0 1-48 0,0-4-60 15,0 1-88-15,0 0-196 0,-8-4-360 0,5 0-224 16,-5-3-400-16,3-6-964 0,1 0-3205 0</inkml:trace>
  <inkml:trace contextRef="#ctx0" brushRef="#br0" timeOffset="135998.511">23392 14583 3524 0,'0'0'7032'0,"0"0"-5139"0,0 0-529 0,0 0-412 0,95 0-20 0,-75 0-188 0,-4 3-360 15,-1 0-196-15,-2-1-188 16,-5 2-36-16,-1 3-80 0,-7 2 32 0,0 4-140 0,-7 6 136 0,-10 3-204 16,-2 3-48-16,-13 7 128 0,0 4 48 15,1-3 76 1,-5 0 88-16,8-2 36 0,0-2 80 15,8-6 308-15,4-5 84 0,11-2-36 0,1-6-196 16,4 0-140-16,4-5-52 0,5 1 92 16,6 1-4-16,6-7-8 15,-2 4-56-15,5-4-108 0,0-4-88 0,0-3-172 16,-4 1-152-16,4 1-160 0,-4-9-168 0,4 5-468 16,-12-4-1124-16,8-3-3733 0</inkml:trace>
  <inkml:trace contextRef="#ctx0" brushRef="#br0" timeOffset="136278.447">23789 14589 7492 0,'0'0'4017'0,"0"0"-3069"0,0 0 188 0,0 0-224 16,77 38 436-16,-49-25-44 0,-4 2-532 15,4 2-368-15,-5-2-228 0,-3 5 20 16,0-5-60-16,0 4-16 16,-8 0-68-16,-4 0-48 0,0 0 0 0,-8 4 120 15,0-1-16-15,-8 3-32 16,-5 0-4-16,-2 1-72 0,-5-1-4 0,0 1-180 0,-4 0-196 16,0-4-188-16,0 0-224 0,1-7-304 15,3 2-304-15,-1-5-824 0,10-3-2277 16,-6-2-1315-16</inkml:trace>
  <inkml:trace contextRef="#ctx0" brushRef="#br0" timeOffset="137012.29">24335 14418 11581 0,'0'0'2492'0,"0"0"-740"0,0 0-496 0,0 0 168 16,0 0-344-16,0 0-248 0,0 0-320 0,0 0-172 15,88 72-24-15,-71-55 61 0,-6-2 159 16,5 2-124-16,-4-5-184 15,4 3-36-15,-4 2-32 0,0-5-40 0,-4 4-24 0,4 0 12 16,-4 0-48-16,3-4 24 16,-6 5-8-16,3-2-28 0,-4 2 0 0,3-5-44 15,-3 4 4-15,0-7 0 0,1 4 40 16,-1-3-48-16,0 3 4 16,-4-1 4-16,4 1 0 0,-1-1 4 0,-3 4-4 0,0 0 0 15,0 0-8-15,0 1-48 16,0-3 36-16,0 0 4 0,0 1-40 0,0-5 44 15,0 2 4-15,0-5 0 0,0 0-8 16,0-4-4-16,0-3 0 16,0 2 0-16,0-2-48 0,0 0 52 0,0 0 8 15,0 0-4-15,0 0-4 0,0 0-44 16,0 0-20-16,0 0 0 0,0 0 0 16,0 0 60-16,0 0-36 0,0 0 0 15,0 0 36-15,0 0 0 16,0 0 12-16,0 0 0 0,0 0 4 0,0 0-4 15,0 0 4-15,0 0-4 0,0 0-12 16,0 0-144-16,0 0-100 0,0 0 28 16,-3 0 56-16,-5 3 52 0,-5 3-112 15,-6 8 88-15,-9 2 12 0,-8 6 60 16,-8 9 60-16,-12 11-112 0,-4 5-21 16,-7 7-27-16,-1 3-8 0,4-3-224 0,1 3 16 15,11-9-64-15,8 0-124 0,9-13-628 0,14-9-1788 0,1-1-4489 16</inkml:trace>
  <inkml:trace contextRef="#ctx0" brushRef="#br0" timeOffset="141085.88">24889 14183 6048 0,'0'0'8717'0,"0"0"-6605"0,0 0-1356 16,0 0-296-16,0 0 216 0,0 0 624 15,0 0-492-15,0 0-480 0,0 0 12 0,52 22-72 16,-24-19 13-16,4 0-29 0,4-3 64 15,3 0-136-15,-3 0 4 0,1-6-124 16,2-1-48-16,-7 4-12 0,-4-3-60 16,0 6-36-16,-8-3-112 0,-4 0-44 0,-4 3 32 15,-4 0-132-15,0 0 35 0,-8 0 37 0,4 0 100 16,-4 0 56-16,0 0 28 16,0 6-8-16,0 3 104 0,0 4 136 0,-4 6-136 0,0 3-56 15,0 7-68-15,-4-1-56 16,0 2-28-1,4 3-60-15,0 3 72 0,0-1 0 16,4 6 0-16,-5 3 196 0,5 7 0 16,0 0 0-16,0 3 0 0,0 1 84 15,0-3-36-15,0 6-36 0,-3 0 88 0,3-4 8 0,0-4 16 0,0-2 0 16,0 0-28 0,0-8-24-16,0 2 16 0,0-7-84 15,0-4 36-15,3-5-32 0,2-3 52 0,-1-4-60 16,0-5 0-16,0 3 8 0,0-5-8 0,0-1-4 15,-1-5 0-15,-3 2 4 0,0-3 4 16,0 1 72 0,0 0 56-16,0-3-24 0,0 0-20 0,0 1-28 0,0-1 36 15,0-3-8-15,0 3 8 0,0-3 12 16,0 0 4-16,0 0-4 0,0 0 0 0,-3 0-108 16,-5 3-72-1,-4-3 64-15,0 3-52 16,-4-3 48-16,0 3-60 0,0 1-88 0,0-4 16 15,-3 0 32-15,-2 0-56 0,1 0-52 16,-4 0-220-16,5-7 0 0,-5 1-64 16,3 0-272-16,-2-7-832 0,-5 4-240 0,4-4-236 15,4 3-1053-15,-8-2-1759 0</inkml:trace>
  <inkml:trace contextRef="#ctx0" brushRef="#br0" timeOffset="141479.88">26033 14608 7808 0,'0'0'6205'0,"0"0"-4365"0,0 0-536 0,0 0-400 0,0 0 368 15,0 0-136-15,0 0-392 0,0 0-440 16,0 0-256-16,0 0 269 0,60 0-85 15,-36 3-16-15,0-3-80 16,4 3-124-16,4-3 48 0,-1 0-60 0,1 0-100 16,-4 0-92-16,4-3 0 15,-8-3-41-15,-1 3-363 0,-2-1-392 0,-10 1-372 16,-2 3-920-16,-5 0-2352 0,-13 0-2309 0</inkml:trace>
  <inkml:trace contextRef="#ctx0" brushRef="#br0" timeOffset="141700.33">25877 14884 11249 0,'0'0'2496'0,"0"0"-828"0,0 0-508 0,0 0 492 0,0 0-204 0,0 0-384 16,0 0-540-1,0 0-328-15,0 0-88 0,0 0 197 16,0 0 239-16,0 0-192 0,88 20-144 0,-56-20-148 0,0 0-60 15,4 0-196-15,-1 0-312 16,-2 0-197-16,-1 0-219 0,-5 3-300 16,1 3-984-16,-8-3-2568 0,-3 6-3553 0</inkml:trace>
  <inkml:trace contextRef="#ctx0" brushRef="#br0" timeOffset="146106.212">27073 14214 2800 0,'0'0'1488'16,"0"0"3580"-16,0 0-3544 0,0 0-31 0,0 0-141 15,0 0-112 1,0 0 172-16,0 0-192 0,11-19-132 16,-11 19-156-16,0 0-160 0,0 0-140 15,0 0-180-15,0 0-88 0,0 0-59 0,5 7-41 16,-1 9-44-16,4 6 72 0,0 12-16 0,-1 10-132 16,2 15-32-16,-5 4-16 0,4 9-36 15,-8 2-52-15,0 5 4 16,0 0-12-16,0 1 0 0,0-7-72 0,0-4 24 0,0-2-36 15,0-13-52-15,0-9 16 0,0-5-36 16,0-10-64-16,3-5-20 0,-3-3-76 0,4-9 0 16,-4-3-133-16,0-8-247 0,5-2-156 31,-1 0-316-31,0-2-976 0,3-11-820 0,1 3-1465 0,1-18-1547 0</inkml:trace>
  <inkml:trace contextRef="#ctx0" brushRef="#br0" timeOffset="146320.823">27204 14874 340 0,'0'0'5628'16,"0"0"729"-16,0 0-5081 0,0 0-704 0,0 0-40 15,0 0 640-15,0 0 192 0,0 0-372 16,0 0-328-16,0 0-184 0,92-44-16 16,-64 41-108-16,4 0-16 0,3 0-20 0,2 0-52 15,6 3-64-15,-3-4-68 16,4 1-136-16,-4 0-8 0,-1 0-116 0,2-4 40 15,-5-2-208-15,-1-1-340 0,-3-3-228 16,0-2-296-16,-4-1-556 0,-4-3-1012 0,-5 7-2181 16,-6-8-2383-16</inkml:trace>
  <inkml:trace contextRef="#ctx0" brushRef="#br0" timeOffset="146596.316">27965 14147 3704 0,'0'0'704'0,"0"0"4492"15,0 0-3543-15,0 0-229 0,0 0-388 0,0 0 280 0,0 0 144 0,0 0-464 16,32 67-168-16,-24-38-456 16,1 9-116-16,-2-1-20 0,-3 5-64 15,0 3-24-15,-4 5-52 0,4 4 28 0,-4 7-52 16,4 2 64-16,-4 8-128 15,0-3-8-15,0 3-100 0,0 2 28 0,0 0-28 16,0-7-96 0,0-2-84-16,0-6-164 0,5-8-84 15,-2-5-240-15,5-10-304 0,4-1-1276 0,-4-12-2445 16,4 1-91-16</inkml:trace>
  <inkml:trace contextRef="#ctx0" brushRef="#br0" timeOffset="170955.042">29447 5038 3556 0,'0'0'1408'16,"0"0"880"-16,40-79-1144 0,-24 48 24 0,1-8 201 15,-2 4-125-15,-3 4 36 0,-4-1-24 0,-4 7-200 31,-4 1 88-31,0 3-224 0,0 5-156 0,-4 3 96 16,-4 5-64-16,-4 1-160 0,1 0-40 16,-6 4-183-16,2 3-241 0,-6 0-76 15,-6 10-12-15,-1 5-24 0,-12 7-52 0,0 11 76 16,-4 8-76-16,1 9-8 0,-2 10-64 16,2 1 64-16,11 3 12 0,4-1 48 15,8-6 0-15,8-9-56 0,12-7 76 0,0-6 76 16,8-4-152-16,8-5-4 0,7 0-60 15,2-1 52-15,6-3-64 0,1 1 68 0,4-5 8 16,4 1-8-16,0-3 8 0,0 3-4 16,0-6 0-16,-4 3-12 15,-8-3-36-15,-9 3 36 0,1-5 12 0,-12 6 12 0,1-4-12 32,-9 3 4-32,0-3 56 0,-5-1-60 0,-3 4 156 15,-3-3 124-15,-6-1-112 0,-2 1-160 16,-1-1-8-16,-4-1 0 0,-1-5-108 15,2 1-184-15,3-7-96 0,0 0-84 0,4 0-161 16,0 0-195-16,0-11-544 16,0 3-852-16,8-6-1696 0,1 5-2289 0,7-14-542 15</inkml:trace>
  <inkml:trace contextRef="#ctx0" brushRef="#br0" timeOffset="171258.13">29990 5416 3148 0,'0'0'7276'16,"0"0"-5923"-16,0 0 423 16,0 0 336-16,0 0-408 0,0 0-428 0,0 0-320 15,0 0-332-15,0 0-88 0,0 0 48 16,0 0-292-16,24 73-168 0,-33-59-76 16,1-2-40-16,1 1 0 0,3-7-8 0,0 3-4 15,-1 1-104 1,5-2-16-16,0 3 28 0,0 2 24 15,9 0-4-15,2 2-8 0,1 4 72 16,4 0 12-16,0 0 12 0,4 3 112 16,-4 1-28-16,0 2 196 0,-4-2-183 15,-4-1-25-15,-8 0-72 0,0-3-12 0,-8 0-60 16,0 0-25-16,-8 1-51 0,-4 1 40 16,-4-4-388-16,-4-3-384 0,-12 3-356 15,-3-7-1280-15,7-1-2652 0,-32 4-2825 16</inkml:trace>
  <inkml:trace contextRef="#ctx0" brushRef="#br0" timeOffset="171809.869">28523 6563 1332 0,'0'0'156'16,"0"0"8932"-16,0 0-7019 0,0 0-565 15,0 0-40-15,0 0 100 0,0 0-360 0,-75 34-468 16,51-14-304-16,-4-2 288 0,-8 11-120 0,0 3-212 16,1 6-216-16,-10 0 144 15,2 7 13-15,-2-3 19 0,6-2-20 16,-1-3 508-16,0 5-620 0,8-3-212 16,0-4-4-16,4-1-12 0,5-5-48 0,-1 3-36 0,4-4-72 15,-5 1-40-15,10-1-140 0,-1-6-100 16,0 1-281-16,8-8-539 0,0-1-544 0,-4-5-212 15,8-2-444-15,0-1-652 0,-4-6-2437 16</inkml:trace>
  <inkml:trace contextRef="#ctx0" brushRef="#br0" timeOffset="172501.342">29391 6499 3420 0,'0'0'2008'0,"0"0"4745"16,0 0-4913-16,0 0-552 0,0 0 208 16,0 0 92-16,-39 89-140 0,39-60-348 31,0 2-320-31,0 7-3 0,4 4-293 15,0-4-388-15,4 3 544 0,-4-3-360 0,4 6-272 16,-4-2-8-16,0 2 0 0,-1-2-8 16,1 0-80-16,-4-9 28 0,5 3-36 15,-1-8-48-15,0 1-88 0,0-7-56 0,-4 0-52 16,4-2-741-16,-1-8-195 0,1 1-788 0,-4-7-956 16,5-3-1713-16,-1-3-919 0,4-3 860 15</inkml:trace>
  <inkml:trace contextRef="#ctx0" brushRef="#br0" timeOffset="172997.377">30188 6464 3788 0,'0'0'9809'16,"0"0"-8341"-16,0 0-788 0,0 0 128 15,0 0 656-15,68 70-316 0,-44-41-192 16,0-1-300-16,4 7-228 0,-4 3-160 15,4 1-24-15,-5 1-99 0,5 2-85 0,-7-4 16 16,3 3-76-16,-5 1-96 16,1-7 23-16,1 2-11 0,-6-2-28 15,-2-3 64-15,2-3-156 0,-3-4-224 0,-4-2-84 16,0-9-136-16,-4 0-100 0,0-5-224 16,0-5-924-16,-4-1-1316 0,3-3-3513 0</inkml:trace>
  <inkml:trace contextRef="#ctx0" brushRef="#br0" timeOffset="173628.426">31037 6340 8960 0,'0'0'4265'0,"0"0"-3413"16,0 0-664-16,0 0 1176 0,0 0-8 15,60 77 92-15,-28-49-376 16,4 7-84-16,11 0-208 0,5 6-207 0,4-3-101 0,4 7-12 16,4 0-72-16,3-1-84 0,1 0-124 0,0 1-84 15,4 2 0-15,8-2 12 0,3-1-20 16,1-3-32-16,0 3-56 0,-1-5 0 15,-7-5-48-15,-9 2-28 0,-3-8-140 0,-8 1-60 16,-4-7-100-16,-12-3 72 0,-8 0 28 16,-4-6-64-16,-9-1-61 0,1-2-87 0,-7-3-84 15,-6-2-76-15,1-1-468 16,-8-2-1100 0,0-2-2112-16,-8 0-2285 0</inkml:trace>
  <inkml:trace contextRef="#ctx0" brushRef="#br0" timeOffset="174993.225">27300 7585 6492 0,'0'0'740'0,"0"0"2368"0,0 0-1639 0,0 0-533 31,0 0-184-31,-87 44 64 0,66-28-48 16,-3 3-188-16,5 0-152 0,-5 1-124 0,4 2-92 15,-1 0-12-15,2 0-24 16,3 0 96-16,-4-3 12 0,4 3-48 0,4-2-116 16,-4-1-120-16,4-4 0 0,5 5-48 0,-2-4-52 15,5-2-48-15,0 3 0 0,4-1 136 16,0 3 12-16,0-3-16 0,4 4-80 15,4-6 84-15,4 2-4 0,0 1-56 0,4-2 60 16,-4-2 8-16,4-1-4 16,0-1-68-16,0 1 64 0,0-5-76 0,0 2 12 15,3-3 64-15,-2 1-160 0,-2-1-192 16,5-3-128-16,-3 0-136 0,-2 4-256 16,2-7-552-16,-6 3-1121 0,-3-3-2867 0,1 0 1292 15</inkml:trace>
  <inkml:trace contextRef="#ctx0" brushRef="#br0" timeOffset="175430.438">27507 7804 1540 0,'0'0'2464'16,"0"0"-1136"-16,0 0 2884 0,0 0-3100 15,0 0-247-15,0 0 135 0,0 0-16 0,0 0-464 16,0 0-52-16,-84 32-52 0,72-11-12 16,-3 5 0-16,3-1 128 0,0 8-60 15,4-2-72-15,0 1-188 16,4 0-88-16,-4-4-112 16,8-2 88-16,0-5 12 0,0-1-40 0,8-4-72 15,-1 0-8-15,2-4-68 0,3-5-172 16,-5 2-112-16,6-3-48 0,-2 1-184 15,1-4-164-15,1-3-216 0,-2 0-632 16,2-3-1057-16,-6-4-2387 0,5-8 328 0</inkml:trace>
  <inkml:trace contextRef="#ctx0" brushRef="#br0" timeOffset="175676.831">27587 7868 4100 0,'0'0'2032'16,"0"0"2524"-16,0 0-3539 0,0 0-45 0,0 0 60 0,32 85 60 0,-28-66-124 15,0 3-272-15,0 1-248 32,-4-2-248-32,0 2-140 0,0-1-60 15,-8 1-68-15,-4-1-120 0,4 0-324 0,-4 0-396 0,4-6-516 16,0 0-1004-16,4-10-2421 0,4-3-311 15,0-3 4220-15,0-6 245 0</inkml:trace>
  <inkml:trace contextRef="#ctx0" brushRef="#br0" timeOffset="175950.608">27853 7934 456 0,'0'0'2556'16,"0"0"-912"-16,0 0 4188 0,0 0-4055 15,0 0-553-15,0 0-80 0,88 7-300 16,-71-5-392-16,-10 2-224 0,1 2-136 0,-4 1-92 16,1-1 0-16,-5 3 0 15,-5 7 0-15,-7 0-56 0,-3 6-120 0,-5 0-36 16,-1 1 72-16,2-1 140 0,3-3 0 16,4-3 76-16,0-4 12 15,8-2 24-15,-4-3 76 0,8-1-56 0,0 0-60 16,0 0 4-16,0 1 48 0,8-4 40 15,-4 3-88-15,4-3-64 16,0 1 0-16,0-4-12 0,-1 0-116 0,6 0-464 0,-5 0-424 16,-1-7-748-16,6-2-2709 0</inkml:trace>
  <inkml:trace contextRef="#ctx0" brushRef="#br0" timeOffset="176280.712">28053 7861 612 0,'0'0'3104'0,"0"0"-980"16,0 0 2584-16,0 0-3843 0,0 0 303 16,0 0 56-16,0 0-60 0,0 0-220 0,0 0-76 15,75 35-196-15,-66-28-92 16,-1 1-108-16,0-1-20 0,-1 3-32 15,-2 3-64-15,3-4-52 0,-1 4-48 16,-3 2-60-16,0 1-48 0,0 3-64 16,1 0-36-16,-1 3 0 0,-4 0-4 0,0 1-40 15,0 0-8-15,0-2-44 0,0 5-12 16,-9-7 12-16,5 3-60 0,-4-3-52 0,1 1-120 16,-1-5-124-16,-1 1-64 0,-2-3-48 15,-2-5-100-15,2 3-436 0,-5-5-792 0,4-2-1248 16,0-1-2721-16,0-3 453 0</inkml:trace>
  <inkml:trace contextRef="#ctx0" brushRef="#br0" timeOffset="176931.794">28236 7824 5564 0,'0'0'1404'16,"0"0"3365"-16,0 0-3781 0,0 0 464 16,0 0-404-16,0 0 124 0,0 0-164 0,92 69-188 15,-73-54-120-15,6 2-120 0,-5 1-80 16,4-1-144-16,-1-2-124 0,5 4-64 0,-4-6-80 15,0 4-76-15,-3-5-4 0,2 1-8 32,-7-5 0-32,0 3-8 0,-4-3-44 0,0-1 44 15,-5 0 8-15,-2-1 0 0,-5-1 64 16,0 2-64-16,0 0 4 0,-5 6 8 16,-10 2 0-16,-1 2-8 0,-8 5-4 0,0 0-112 15,0 3-44-15,-4-3-176 0,0 3-84 16,0-2-72-16,0-4-100 0,0 4-104 15,5-8-164-15,7 1-332 0,0-3-1160 16,4-4-2545-16,4-6-2627 0,-4 4 7128 0</inkml:trace>
  <inkml:trace contextRef="#ctx0" brushRef="#br0" timeOffset="177679.005">29316 7743 4272 0,'0'0'5144'16,"0"0"-2911"-1,0 0-709-15,0 0-88 0,0 0 72 16,0 0-96-16,0 0-484 0,0 0-408 0,-11 86-288 16,-10-61-96-16,1 4-64 0,-4-1-64 15,1 2-8-15,-1 1-8 0,0 1-4 0,-1 2-36 16,2 2 36-16,3-2-40 0,0-1 4 15,0-5-12-15,8-3 52 16,4-6 8-16,4-6 52 0,4-1 48 16,0 1-28-16,0-3 64 0,4 0 84 0,8 2 0 15,4 2 48-15,4-3 356 0,0 3-296 16,0-2-132-16,4-3-64 0,-5 4 12 16,6-3-44-16,-5 3-100 0,-1-7-44 0,-3 3-44 15,4 1 4-15,-4-4-36 0,1 1-64 16,-6 0-96-16,1-2-244 0,-4 2-124 0,0-5-124 15,0-2-192-15,-4 5-436 0,0-3-640 16,-1-2-1152-16,2 0-3493 0</inkml:trace>
  <inkml:trace contextRef="#ctx0" brushRef="#br0" timeOffset="178266.078">29555 7982 1032 0,'0'0'9917'16,"0"0"-7837"-1,0 0-912-15,0 0 32 0,0 0 20 16,96-13-100-16,-72 13-292 0,-5 0-248 0,2 0-104 15,-2 0-108-15,-3 3-52 16,1 3-44-16,-6 1-152 0,1-1-24 0,-8 4 4 16,1-1 32-16,-2 5-124 0,-3-2-8 15,0 6 0-15,-8-1-40 0,-8 5-32 16,0 0-64-16,-3 4-96 0,-2-4-36 16,-3 3 12-16,1-3 36 0,3 0 24 0,0-5 76 15,4-2 32-15,4-3 84 0,4-1-4 16,0-8 4-16,4 4 4 0,4-7-4 0,0 0-4 15,0 0 8-15,0 0 4 0,0 2 168 16,0-2-24-16,4 0 132 0,4 2-36 0,3 3-36 16,-2 1 60-16,3-3-96 0,0 0-104 15,4 1-68-15,-5-1 0 16,6-3-48-16,-2 3-40 0,2-3-264 0,3 0-260 16,-5 0-344-1,5 0-340-15,0 0-744 0,0-3-2164 16,-8 0-2441-16</inkml:trace>
  <inkml:trace contextRef="#ctx0" brushRef="#br0" timeOffset="179011.975">30196 7880 10941 0,'0'0'1784'0,"0"0"-688"0,0 0-120 0,0 0 368 15,0 0-328-15,0 0-320 0,0 0-228 16,0 0-160-16,0 0 0 0,72 80-60 16,-84-58-64-16,0 0-48 0,-3 3-52 0,-5 0-76 31,3-5-8-31,2-1 4 0,2-4 0 0,2-1-4 0,7-5-48 16,0 1-28-16,4-4 28 0,0 3-12 15,0 1-28-15,0-1-8 0,8 1 92 16,-1 2-72-16,6 1 64 0,-5 1-36 15,3 0 44-15,-2-1-44 0,-1 4 48 0,-4-5 12 16,-4 5 108-16,0-8 40 0,0 3 112 16,0-2-40-16,-4 0-36 0,-4-5-100 0,-5 5-96 15,2-3-176-15,-6-4-340 0,-2 0-248 16,-1 0-224-16,-8-3-344 0,-4 0-748 16,-4-6-744-16,8 3-2181 0,-20-7-859 15</inkml:trace>
  <inkml:trace contextRef="#ctx0" brushRef="#br0" timeOffset="179365.019">29464 7936 4120 0,'0'0'680'31,"0"0"-292"-31,0 0 2476 0,0 0-664 0,-64 83-795 0,48-59-445 0,-5-3-64 0,2 1-136 31,3 3-24-31,0 5-172 0,4-5-160 0,0 3-152 0,8 2-100 16,4-3 36-16,0 5-76 0,4-3 12 0,8 0-76 31,0-1-48-31,0 0-52 0,0-5 44 0,4 0-116 0,0-9-128 0,4 3-504 16,0-8-416-16,4-5-72 0,-1-4-680 15,9-4-1957-15,-8-3-2319 16,17-12 5940-16</inkml:trace>
  <inkml:trace contextRef="#ctx0" brushRef="#br0" timeOffset="179600.216">30352 7960 1240 0,'0'0'2048'0,"0"0"4400"0,0 0-4387 0,0 0-333 0,0 0-436 0,36 72-284 15,-28-50-140-15,0 0-172 16,-1 1-148-16,2 3-192 0,-5-1-72 0,-4 0-48 0,0 1-92 15,0-1-8 1,-4-2-84-16,-5 2-52 0,-2-2-112 16,-5-2-268-16,0 2-152 0,0-1-224 0,-4-3-292 15,4-4-424-15,-4 1-1024 0,8-5-2861 16,0-9-887-16</inkml:trace>
  <inkml:trace contextRef="#ctx0" brushRef="#br0" timeOffset="179976.811">30587 7911 4332 0,'0'0'380'0,"0"0"2676"0,0 0 245 15,0 0-1069-15,0 0-636 16,0 0-132-16,48 71-160 16,-36-56-300-16,-1 1-292 0,2 3-296 0,2-2-84 15,2-2-40-15,-2 1-36 0,2-3-96 16,3 0-28-16,-1-1-48 0,-3-2-76 0,0-2-4 0,0 3-4 16,-4-5-8-16,-4 1 0 0,0 2 0 15,0-3 8 1,-8 7 12-16,0 0 100 15,0 3-112-15,-12-1 0 0,0 4-4 0,-7 4-168 16,-6 2-192-16,1-2-248 0,-4 2-160 0,-3-3-112 0,3 0-20 16,-4 0-220-16,0-3-412 0,4 0-408 0,-4-2-989 0,4-2-2251 15,9-5 1356-15,-5 0 2925 16</inkml:trace>
  <inkml:trace contextRef="#ctx0" brushRef="#br0" timeOffset="181277.745">30540 6941 184 0,'0'0'2164'0,"0"0"-432"0,0 0-400 0,0 0-304 16,0 0-444-16,0 0-348 0,0 0-44 0,0 0 132 16,0 0 1248-16,0 0-680 0,0 0-300 15,-28 12-179-15,28-12 115 16,0 0 140-16,0 0-68 0,0 0-80 0,0 0-36 0,0 0-16 0,0 0 12 15,0 0-112-15,0 0-156 16,0 0-96-16,0 0-8 16,0 0-104-16,0 0 0 0,0 3-4 0,0 0 88 15,0 7 24-15,0-4-48 0,0 7 60 16,3-4 56-16,5 7 80 0,5-3 104 16,-6 3-16-16,9-4-52 0,-4 5-96 15,4-2-52-15,4 5-12 0,-4-4 24 0,4-2-148 16,-5 6 52-16,6-1-56 0,3 0 0 0,-4 0 88 15,-1 3-84-15,5 1 52 0,0-1-16 32,4 4 64-32,-4-1-28 0,0 0-20 0,0 1-4 0,-4-4-52 15,-1 0 44-15,-2-3-40 0,-2 0 60 16,-2-3 40-16,-5 0-108 0,-1-4-4 0,2 2-44 16,-5-2-4-16,0-3 0 15,0-2-148-15,-4-1-300 0,0-2-60 0,0-1-260 16,0 3-292-16,0-6-756 0,0 3-2073 15,-4 0-2615-15</inkml:trace>
  <inkml:trace contextRef="#ctx0" brushRef="#br0" timeOffset="181818.933">31524 7813 5592 0,'0'0'5449'15,"0"0"-2749"-15,0 0-1460 0,0 0-648 0,0 0 180 16,0 0 384-16,0 0-240 0,0 0-376 0,0 0-316 16,0 0-104-16,-60 80-56 0,44-62-60 0,-5 7-4 15,2 2-100-15,-1-2 40 0,-4 4 56 16,4-1-84-16,0-2 76 0,0-1 12 0,4 1 124 15,0-5 0-15,8 2 36 0,1-4 8 16,-1 0-56-16,8-4-40 0,0 2 16 31,0-4-76-31,0 2 36 0,8-3-36 0,-1 5 48 0,6-4-60 0,-2-1 8 32,5 1 56-32,0-3-52 0,1-1-8 0,-2-3 4 0,1 1-8 15,0-1-4-15,0-3-56 0,0 0-16 16,0-3-144-16,3 0-244 0,-2 0-164 15,-6 0-136-15,6 0-116 0,-2-6-312 0,-2 3-564 16,-2 0-680-16,-3-4-2125 16,0 4-1307-16</inkml:trace>
  <inkml:trace contextRef="#ctx0" brushRef="#br0" timeOffset="182178.614">31702 7906 5612 0,'0'0'296'0,"0"0"5597"16,0 0-4817-16,0 0-500 15,0 0 108-15,0 69 504 0,0-47-152 16,0 7-176-16,0-1-328 0,0 4-224 0,0-3-36 16,0 3 12-16,0-4-36 15,0 4-76-15,0-7-116 0,0 0-56 0,5 1-72 16,-5-8-4-16,4-1-144 0,-4-4-432 0,4-3-192 15,0-4-184-15,0-3-492 0,-1-3-1132 16,1 0-3133-16,5-9 1185 0</inkml:trace>
  <inkml:trace contextRef="#ctx0" brushRef="#br0" timeOffset="182557.743">32121 7915 716 0,'0'0'10213'16,"0"0"-7981"-16,0 0-684 0,0 0 40 0,0 0-232 15,0 0-392-15,0 0-472 0,0 0-320 16,0 0-168-16,0 0-4 0,60 0-72 0,-56 3 60 0,-4 7 12 16,0-4 60-16,0 7 76 0,-4 0-64 15,0 2-20 1,0-2-48-16,0 3-4 0,-1-7-52 0,5 4-44 15,0-3-28-15,0 3 16 0,9-1-4 16,-1-2-148-16,0 2 16 0,4-2 108 0,-4 3 72 16,0-1 64-16,-1-2 4 15,-3 3-4-15,1-1 4 16,-1-2 96-16,-4 2 172 0,0 1 72 0,-4 0 0 0,-1-4-88 16,-6 5-60-16,-1-2-24 15,-1-3-24-15,-2 1-64 0,-1-4-84 0,-9 4-68 16,6-7-176-16,-5-1-236 0,-4-2-184 15,0 0-196-15,0 0-260 0,-4-5-464 16,0 2-1032-16,4-4-2189 0,5 1-2095 0,-13-6 6560 16</inkml:trace>
  <inkml:trace contextRef="#ctx0" brushRef="#br0" timeOffset="182841.318">31667 7925 28 0,'0'0'988'15,"0"0"500"-15,0 0 5088 0,0 0-4599 16,0 0-885-16,0 0-208 0,0 0-44 0,-60 76 48 16,56-51-84-16,-8 3-188 0,8 4-164 0,-4 4-88 15,4-5-16-15,-4 4 24 0,4 1-28 16,0-3-108-16,1 0-148 0,3-5-88 15,0-3 0-15,0-2-76 0,0-4-20 0,0-3-116 16,3-4-396-16,9 1-112 0,1-7-24 0,2-2-300 16,5-4-568-16,3-7-720 0,2-5-2449 31,-5-1-391-31,12-12 4185 0</inkml:trace>
  <inkml:trace contextRef="#ctx0" brushRef="#br0" timeOffset="183109.732">32460 7883 848 0,'0'0'4884'0,"0"0"-56"0,0 0-3319 0,0 0-525 16,0 0 36-16,63 64 4 0,-55-45-96 15,5 0-260-15,-9 0-184 0,3 1-148 0,1 1-100 16,-4 2-12-16,-4-5-64 0,0 7 12 15,-4-2 12-15,-8 6 16 16,-4 2-52-16,-3-1-148 0,-9 3-92 0,0 0-168 16,-4-5-196-16,0 4-312 0,-4-3-296 0,1-4-156 15,3 0-504-15,0-3-997 0,-1-5-2655 16,14-9 880-16</inkml:trace>
  <inkml:trace contextRef="#ctx0" brushRef="#br0" timeOffset="183805.037">32615 7807 10020 0,'0'0'2189'0,"0"0"-417"0,0 0-368 0,0 0 40 15,0 0-252-15,64 79-216 0,-48-59-252 0,0-1-296 31,0-3-148-31,-1 3-84 0,6-4-52 16,-6 1-32-16,2 0-104 0,-2-4 40 0,1 5-44 16,0-4 0-16,-4-5-4 0,0 3-8 15,-4-5-52-15,-4 3 52 0,4-2-36 16,-4-1 44-16,0-1 4 0,-4 5 44 0,0 1-48 16,-4 3-12-16,-12 6 4 15,0 6-4-15,-4-1-76 0,-8 6-120 0,0 2-204 16,5-3 8-16,-5 3-136 0,4-4-212 15,0-7-324-15,8-3-776 0,4-6-1948 16,4-6-2841-16</inkml:trace>
  <inkml:trace contextRef="#ctx0" brushRef="#br0" timeOffset="184771.915">33070 7042 1812 0,'0'0'2544'15,"0"0"-1684"-15,0 0-248 0,0 0 232 0,0 0 1920 16,0 0-1043-16,0 0-697 0,0 0-268 15,0 0 176-15,0 0 244 0,0 0-196 16,-4-7-424-16,-5 14-296 0,-3 3-148 16,-4 5 128-16,-3 4-44 0,-2 6 4 0,2 0-4 15,-5 5-132 1,0-2 24-16,0 4-4 0,-4 3-48 16,5 3-36-16,-5-3-96 0,0 0-16 15,7-7 12-15,1 1 0 0,5-6-36 16,7-8 88-16,4-1 36 0,-1-10 8 15,5 3 4-15,0 0 60 0,0-4 40 16,5 4 100-16,3-2-28 0,0 2 76 0,-1-1-100 0,6 1 48 16,-2 3-84-16,10-4-16 0,-6 0 16 15,2 1-20-15,2-1-92 0,1-3-12 16,0 3-76-16,0-3-72 0,0 1 88 16,0-1-152-16,-4 0-392 0,4 0-216 15,-5 0-300-15,-2 0-456 0,-2 1-1104 0,1-1-2509 16,-3-3-1166-16</inkml:trace>
  <inkml:trace contextRef="#ctx0" brushRef="#br0" timeOffset="185482.529">33221 7115 4924 0,'0'0'364'16,"0"0"4560"-1,0 0-3479-15,0 0-649 0,0 0 404 16,0 0-24-16,0 0-40 0,8 85-108 15,-8-53-496-15,-4 3-184 0,-4 4 0 0,3-4-4 0,-2-1-124 16,3-2-108-16,-4-3-112 0,4-4-112 0,0-4-84 16,-1-4-212-16,5-1-184 15,-3-7-228-15,3-2-364 16,0-2-852-16,0 0-2193 0,0-5-2647 0,0-5 4724 16</inkml:trace>
  <inkml:trace contextRef="#ctx0" brushRef="#br0" timeOffset="185779.216">33416 7315 3800 0,'0'0'860'0,"0"0"3736"0,0 0-2415 0,0 0-437 0,0 0-600 0,0 0-360 15,0 0-320 1,80 9-188-16,-72-5-100 0,-4 2-124 0,-1 1-52 15,-3 2-12-15,0 4-64 0,-7-1-24 16,-10 7 48-16,2 0-84 16,-5 0-52-16,0 1-64 0,4-1 48 0,4-8 92 0,4 3 60 15,0-2 44-15,8-5 0 0,0 2 8 16,0-2 4-16,4-2 260 0,0 2 16 16,8-3-120-16,-4-1-44 0,8 0-116 15,0-3-304-15,0 0-200 0,0 0-292 0,0 0-208 16,-1-3-676-16,2 0-1385 0,-9-1-2643 15,3-5 3069-15</inkml:trace>
  <inkml:trace contextRef="#ctx0" brushRef="#br0" timeOffset="188043.695">33751 7299 5156 0,'0'0'4180'0,"0"0"-1843"0,0 0-1029 0,0 0-520 16,0 0 36-16,0 0 436 15,0 0-180-15,0 0-260 0,0 0-376 0,0 0-172 16,0-3-60-16,0 3 8 0,0 3-36 0,0 4-24 15,0-2-60-15,0 1-52 0,0 5 0 16,0-3-48-16,0 3-48 16,0-5 44-16,0 4-156 0,0-4 12 0,0 0 100 15,0 1 40-15,0-1-92 0,0 0-48 16,0 4 16 0,0-4-4-16,-4 1-88 0,4-5-48 15,0 3 24-15,0 0-12 0,0-2-12 16,0 1 60-16,0 2 12 0,0 1 112 15,4-2-60-15,-4 2 12 0,4-1-4 16,-4 1 104-16,3-1 36 0,-3 0 76 16,4 0-76-16,-4 1-4 0,0 0-36 0,4-2 40 15,-4 2 12-15,0-1 116 0,0 1-44 0,0 3 92 16,-8-4 12-16,1 3-88 0,-1 4 84 0,-8-4-60 16,4 4 28-16,-4-3-28 0,4-1-124 0,-8 0-76 15,8-2-136-15,-8-1-520 16,4-2-580-16,0-4-880 0,-8 0-753 15,1 0-2235-15,3-4 1740 0</inkml:trace>
  <inkml:trace contextRef="#ctx0" brushRef="#br0" timeOffset="188426.132">33105 7128 1840 0,'0'0'248'15,"0"0"116"-15,0 0-36 16,0 0 24-16,0 0 2212 0,0 0-1352 0,0 0-420 0,-71 76 40 31,62-56 292-31,5 1-272 16,0 5-255-16,4-1-121 0,-3 3 100 0,-1 1 88 16,0 0-152-16,0-4-92 0,-1 4-204 15,-3-1-152-15,1 0-52 0,3 2-12 16,-4-2-100-16,-1-3 48 0,6-3 44 0,-1 0-184 15,4-3-12-15,0-3-304 0,0-2-312 16,0-4-633-16,4-5-1383 0,8-2-1888 16</inkml:trace>
  <inkml:trace contextRef="#ctx0" brushRef="#br0" timeOffset="191910.127">27611 8915 5532 0,'0'0'1016'0,"0"0"-524"0,0 0-268 0,0 0 244 16,0 0 100-16,0 0-308 0,0 0 2865 15,0 0-1729 1,0 0-288-16,12-9-412 0,-12 9-140 0,4 0 32 15,3 0 380-15,6 3-236 16,2 6-212-16,6 1-4 0,-1 9 100 0,3 6-176 16,5 10 88-16,-4 7-152 0,4 2-168 15,0 10-136-15,0 3-24 0,-5 3-44 0,5 4-4 16,0 0-132-16,-4 1-28 16,4-4-20-16,4-4-248 0,0-3-64 0,4-2-168 0,3-8-228 15,2-6-316-15,2-2-604 16,2-9-736-16,-14-7-1761 0,17-4-1055 15</inkml:trace>
  <inkml:trace contextRef="#ctx0" brushRef="#br0" timeOffset="192214.328">29767 8893 12117 0,'0'0'1100'15,"0"0"-1100"-15,0 0-24 0,0 0 24 16,0 0 648-16,0 0 720 0,0 95 40 15,0-51-524-15,0 7-300 0,-5 4-240 0,-3 4-148 0,0 6-96 16,-8 1 0-16,1 0-100 0,-2-3-84 0,-2 2-40 16,6-8-232-16,2-7-312 15,3-5-228-15,8-4-536 0,0-9-852 16,0-10-2017-16,12-3-707 0</inkml:trace>
  <inkml:trace contextRef="#ctx0" brushRef="#br0" timeOffset="192674.231">31838 8668 4104 0,'0'0'6632'0,"0"0"-6359"0,0 0-273 0,0 0 0 0,0 0 128 16,0 0 928 0,0 0 360-16,0 0-148 0,0 0-248 15,-87 73-192-15,59-29-268 0,-4 7-160 0,0 6 252 16,-4 3 296-16,0 4-480 0,-4-1-112 16,-3 1-216-16,3 2-140 0,3-2-160 15,5-4-32-15,1-6-200 0,7-6-200 16,8-8-172-16,1-4-552 0,10-8-592 15,5-5-240-15,8-11-269 0,4-8-395 0,16-4-480 0</inkml:trace>
  <inkml:trace contextRef="#ctx0" brushRef="#br0" timeOffset="193003.274">33129 8651 9792 0,'0'0'1369'16,"0"0"-689"-16,-91 96-220 0,50-52 284 0,-10 8 388 16,-5 1 192-16,-4 4-404 0,-7 7-420 15,-1-1-336-15,-8 7-164 0,1-3-212 16,-5-1-400-16,-4 4-172 0,5-10-376 16,-5 1-740-16,28-20-1297 0,-27 10-3783 15</inkml:trace>
  <inkml:trace contextRef="#ctx0" brushRef="#br0" timeOffset="202135.5">30021 9969 1032 0,'0'0'12477'15,"0"0"-10301"-15,0 0-1248 0,0 0 44 0,0 0 556 0,0 0-204 32,0 0-360-32,0 0-503 0,0 0-305 15,0 0 28-15,0 0 8 0,-24 67 16 0,32-39 84 16,1 11-4-16,-5 2-56 15,-1 3-28-15,-3 4-12 0,0 6-96 16,-3 0-24-16,-6 3 28 0,-7 7 20 0,5-1-64 0,-5-3-52 16,-1 1-8-16,2-4-88 0,-2-10-16 15,6-1-16-15,-1-9-32 16,8-8 0-16,4-7-64 0,0-3-104 0,0-10-112 16,0-2-120-16,8-4-237 0,0-3-255 15,-4 0-608-15,3-7-616 0,2 4-1512 16,-1-12-2721-16</inkml:trace>
  <inkml:trace contextRef="#ctx0" brushRef="#br0" timeOffset="-212453.556">26921 2394 7796 0,'0'0'4281'15,"0"0"-3157"-15,0 0-500 0,0 0-332 0,0 0 188 16,0 0 608-16,0 0 116 16,0 0-200-16,0 0-212 0,0 0-204 15,0 0-196-15,0 0-72 0,0 0 24 0,0 0-16 16,0 0 12-16,-52-42-24 0,45 53-36 15,-5 0-120-15,-4 9-148 0,4 5 0 16,-4 4 0-16,0 5 0 0,5 5 109 16,-6 9-121-16,9-1-56 0,-4 7 48 15,4 0-57-15,8-1 17 16,-4-2 36-16,4-6 12 0,8-4-112 0,5-9 28 16,2-3 12-16,9-10-112 0,0-3-168 0,8-7-100 15,0-5-184-15,4-4-408 0,-1 0-600 16,1-13-944-16,-8 3-2785 0,0-8-2707 15</inkml:trace>
  <inkml:trace contextRef="#ctx0" brushRef="#br0" timeOffset="-212229.476">27288 2489 12417 0,'0'0'1772'16,"0"0"-1176"-16,0 0-280 0,0 0 424 0,16 86 864 16,-12-61-260-16,-4 7-336 15,4-4-468-15,-4 1-336 0,4-1-204 0,-4 1 0 16,0 0-256-16,0-1 72 0,0-5-216 16,0-1-424-16,0-7-324 0,0-2-332 15,8-7-580-15,-4-6-1873 0,8 0-2511 16</inkml:trace>
  <inkml:trace contextRef="#ctx0" brushRef="#br0" timeOffset="-211979.667">27670 2549 64 0,'0'0'9264'0,"0"0"-6351"0,0 0-1965 0,0 0-476 15,0 0 416-15,80 3 396 0,-68 3-380 16,-7-1-328-16,-2 1-256 0,1 2-320 0,-4 3 12 15,0 1-12-15,-7 7 420 16,-10 3-36-16,2 4-224 0,-6 2-160 0,1-2 0 16,9 2 0-16,-2-2 0 0,9-5 160 15,4-1 88-15,0-1-88 0,4-3 48 0,12-4 84 16,-4 1-32-16,8-3-28 0,1-4-124 16,2-3-52-16,1 0-56 0,0-3-112 15,0-3-232 1,4-3-388-16,-9-4-328 0,6 1-620 0,-9-1-1340 0,3-9-4381 15</inkml:trace>
  <inkml:trace contextRef="#ctx0" brushRef="#br0" timeOffset="-211722.698">28208 2400 9500 0,'0'0'4037'0,"0"0"-3273"0,0 0-160 0,0 0 580 0,53 73 140 16,-38-51-36-16,-2 4-380 16,2 2-356-16,-3 4-88 0,-4 0-136 0,0 0-192 15,-8 2-136-15,0 4-16 0,-12-3-56 0,-8 4-60 0,-4-2-76 16,-8 2-24-16,-4-2-84 0,-3-1-176 16,-5-1-36-16,4 0-136 0,-3-4-240 15,-2-2-420-15,2-7-592 0,11-3-1188 0,-20 3-3373 16</inkml:trace>
  <inkml:trace contextRef="#ctx0" brushRef="#br0" timeOffset="-208119.711">24691 2504 1148 0,'0'0'1412'16,"0"0"-1404"-16,0 0 288 15,0 0-288-15,0 0 1680 0,0 0 928 0,0 0-772 16,0 0-616-16,0 0-159 0,0 0-41 0,0 0-20 16,7-37-192-16,-11 37-8 0,1 0 124 15,-6 0-388-15,1 0-208 16,0 0-136-16,-3 3-40 0,-2 3-24 16,-2 4 0-16,-2 2 28 15,2 4 8-15,2 9-48 0,-2 1 36 0,3 5 40 16,0 5-4-16,4 2 40 0,0 3 32 0,4-3-192 15,0 4 108-15,4-5-36 16,0 2-40-16,0-4-108 0,0 0 0 16,8-3-8-16,0-5-88 0,0 0-28 0,7-5 116 15,2-7-164-15,3 1 24 0,3-6-220 0,1-1-212 0,4-6-152 16,0-3-180-16,-4 0-372 0,4 0-532 31,-4-6-1449-31,-8-4-2083 0</inkml:trace>
  <inkml:trace contextRef="#ctx0" brushRef="#br0" timeOffset="-207818.547">25009 2588 7232 0,'0'0'4005'15,"0"0"-2669"-15,0 0-484 0,0 0-532 0,0 0 492 16,0 0 496-16,0 66-164 0,-4-38-348 16,4 7-268-16,0 0-56 0,0 1-116 15,0 2-112-15,0-4-128 0,0-2-116 0,4-3-172 0,0-4 72 0,0-2-60 16,0-4-60-16,0-7-284 15,4 1-252-15,-4-7-428 0,4-2-996 0,4-4-3669 16</inkml:trace>
  <inkml:trace contextRef="#ctx0" brushRef="#br0" timeOffset="-207437.003">25519 2584 7036 0,'0'0'6265'0,"0"0"-4933"0,0 0-700 0,0 0 536 0,0 0 40 16,0 0-404-16,0 0-384 15,0 0-200-15,0 0-144 0,0 0-76 0,40 16-112 0,-40-6-96 16,0 1 36-16,0 6 24 0,-4-1 60 16,-4 0 76-16,4-4-28 0,-4 4 36 15,4-3 8-15,0 0 88 0,0 2-88 16,4 2-4-16,0 2 0 0,0 0 12 15,12 0 0-15,4 0 36 0,4 0 12 0,0 0-60 16,0 0 0 0,3-4 8-16,-3 2 140 0,-3-1-136 15,-2 3 88-15,-3-4 0 0,-3 2-64 0,-2-2-36 16,-7 1-8-16,0 0 4 0,-7 0-68 16,-6-3 72-16,-2 2 0 0,-6-5-52 0,-3-1-96 15,1-2-220-15,-5-1-152 0,4-3-76 16,0-3-152-16,0 0-196 0,1-9-648 15,-2-4-696-15,1-6-1589 0,9 0-1611 16,-9-19 3181-16</inkml:trace>
  <inkml:trace contextRef="#ctx0" brushRef="#br0" timeOffset="-207200.395">25926 2514 484 0,'0'0'8852'0,"0"0"-6863"0,0 0-333 0,0 0-120 0,71 70 76 16,-58-51-460-16,2 6-284 0,-3-2-200 16,0 5-288-16,0 1-172 31,-8 2-136-31,-1 1-72 0,-3 0-60 0,-7 3 56 0,-5 0 0 16,-8-4-76-16,1 2-92 0,-6-5 96 15,-3 1-108-15,0-4-224 0,0-6-144 16,0 0-96-16,1-3-236 0,2-7-576 0,-2 1-916 15,-1-4-2493-15,8-2-2031 0</inkml:trace>
  <inkml:trace contextRef="#ctx0" brushRef="#br0" timeOffset="-206443.693">28615 2407 2448 0,'0'0'640'0,"0"0"-640"0,0 0 5616 0,0 0-3536 16,0 0-483-16,0 0-285 0,0 0-4 15,0 0 140-15,0 0-452 0,24 79-328 0,-36-48-88 16,0 10 32 0,-4 1 76-16,0 9-140 0,4-4-228 15,0 4-76-15,4 0-76 0,0-3-56 0,8-7-108 16,0-3-4-16,0-9 0 0,8-3-8 16,8-5 0-16,4-1-4 15,4-8 0-15,0-2-120 0,8-4 120 0,0-3-280 16,-1-3-184-16,9-3-136 0,-4-10-272 15,-1-6-388-15,-2 0-1444 0,-10 3-2225 0,9-12-2055 16</inkml:trace>
  <inkml:trace contextRef="#ctx0" brushRef="#br0" timeOffset="-206229.633">29058 2426 5580 0,'0'0'7229'0,"0"0"-6069"16,0 0-932-16,0 0 356 0,0 0 940 0,0 66-16 16,0-37-472-16,0 6-396 15,0 3-164-15,0 3-84 0,3-3-16 0,-3 3-152 0,0 1-224 16,0-4-96-16,0 3-100 16,-3-3-72-16,3-7-456 0,0-2-256 15,0-6-432-15,0-10-1200 0,3-7-2741 0</inkml:trace>
  <inkml:trace contextRef="#ctx0" brushRef="#br0" timeOffset="-205867.598">29368 2546 7628 0,'0'0'6237'0,"0"0"-5009"0,0 0-828 0,0 0 192 0,0 0 1068 16,0 0-412-16,0 0-452 15,87-32-428-15,-67 32-244 0,-3-3-124 0,-2 3-144 16,2 0 8-16,-10 3-84 0,1 4-24 16,-4 2 80-16,-4 5 164 0,0-2 44 15,0 7-40-15,-8 0 52 0,0-3 8 16,1 2 44-16,-2-1-96 0,1-5-12 16,4 1-88-16,4-1 4 0,0-2-40 0,0 0-12 15,4 2 36-15,8-2 88 0,4-1 12 0,5 2 0 16,-6 1 0-16,5-3 76 0,0 1-28 15,-8 3-40-15,4-5-4 0,-8 6 96 16,4-3 72-16,-8 3-16 0,0-1-80 0,-4-1-16 16,0 4 12-16,-4 0-20 15,-8-4 8-15,0 7-60 0,-4-5-8 0,0 1-4 16,-4-4-356-16,0-3-196 0,0-4-52 16,1-2-324-16,-6-2-612 15,5-6-1104-15,9 0-2257 16,-10-13-3127-16</inkml:trace>
  <inkml:trace contextRef="#ctx0" brushRef="#br0" timeOffset="-205612.919">29846 2394 5564 0,'0'0'4872'15,"0"0"-4071"-15,0 0 355 0,0 0 588 16,0 0 100-16,84 76-380 0,-69-54-512 0,6 0-388 15,-1 10-60-15,-5-1-196 0,5 8-4 0,-8-1-84 16,1 3-108-16,-10 3-100 16,-3 1-12-16,-8 3-4 0,-8-1-168 15,-8-3 52-15,-8 2-76 0,1-8-64 0,-1-4-20 16,4-5-136-16,0-10-104 0,4-3-60 0,0-7-240 31,8-2-508-31,1-7-1000 0,2 0-2949 0</inkml:trace>
  <inkml:trace contextRef="#ctx0" brushRef="#br0" timeOffset="-205427.4">30196 2733 4940 0,'0'0'8001'16,"0"0"-6841"-16,0 0-200 0,0 0 1000 15,97 0-352-15,-74 0-524 0,1 0-524 16,4 4-352-16,0-2-208 0,0 3-220 15,0-5-268-15,-4 5-444 0,-5-5-268 0,-2 7-976 16,-10-5-2300-16,-7 5-3009 0</inkml:trace>
  <inkml:trace contextRef="#ctx0" brushRef="#br0" timeOffset="-205269.612">30220 2917 5412 0,'0'0'1912'0,"0"0"2493"0,0 0-3893 0,0 0 476 0,0 0 1188 15,0 0-480-15,0 0-532 0,0 0-264 0,0 0-288 32,84 35-280-32,-52-29-332 0,0-6-160 0,4 0-280 0,4 0-300 15,0 0-420-15,-5-2-916 0,-7-2-2565 16,12-4-2983-16</inkml:trace>
  <inkml:trace contextRef="#ctx0" brushRef="#br0" timeOffset="-204968.765">30989 2428 444 0,'0'0'8444'0,"0"0"-6528"0,0 0-799 0,0 0 407 15,0 0 224-15,0 0-404 0,0 0-396 0,-75 93-292 16,55-58-212 0,-1 5-12-16,2 5 280 15,-1 6 44-15,4 6-328 0,0-3-148 0,4-3-100 0,5-1 16 16,2 2-36-16,5-12-39 16,0 2-13-16,9-7 4 0,2-6-112 15,9-4-4-15,8-6-156 0,-1-2-97 0,14-5-227 16,-1-3-76-16,8-5-308 0,-5-4-388 15,1-11-1396-15,-4-1-3381 0,-12-1-3731 0</inkml:trace>
  <inkml:trace contextRef="#ctx0" brushRef="#br0" timeOffset="-203955.589">32535 2616 3040 0,'0'0'9017'16,"0"0"-7189"-16,0 0 192 0,0 0 164 16,0 0-364-16,84 60-432 0,-72-44-535 0,4 9-381 15,-5 2-232-15,6 0-8 0,-9 5-176 16,-1 3-56-16,-2 0 0 0,-5 0-60 16,-5 3-60-16,-6 7-52 0,-17-4 40 15,-4 6-148-15,-12-5-325 0,-8 2-271 16,-4 1-296-16,-7-7-1012 0,15-7-2984 0,-32 11-3485 0</inkml:trace>
  <inkml:trace contextRef="#ctx0" brushRef="#br0" timeOffset="-190352.609">24610 3163 2888 0,'0'0'728'0,"0"0"3856"0,0 0-2744 0,0 0-383 16,0 0-533-16,0 0-40 0,0 0-60 0,0 0-140 15,0 0-64-15,0 0-56 0,-11-5-120 16,11 5-148-16,0 0 152 0,0 0 12 0,8 5-88 16,-1-5 96-16,10 2 224 0,-2 2-216 15,2-2-204-15,7 2-116 0,-1 3-92 16,1-5 8-16,8 2-24 0,4 2-36 15,8-4 52-15,3 2-64 0,5 3-56 0,4-4-40 32,0 0-4-32,4 0-8 0,-1 0-40 15,1 4-12-15,0-1 4 0,-5-3-68 0,1 3 28 16,-3 1-48-16,-6-4-116 0,1 3 52 16,-5-3-72-16,-3 1-56 15,1-1-100-15,-10 0-216 0,1 0-632 0,0-3-1036 16,-4 0-1633-16,-9 0-1643 0</inkml:trace>
  <inkml:trace contextRef="#ctx0" brushRef="#br0" timeOffset="-189247.931">28523 3346 104 0,'0'0'1136'0,"0"0"4792"0,0 0-3128 0,0 0-971 15,0 0-725-15,0 0-60 16,0 0-8-16,0 0-140 0,0 0-168 0,0 0-216 16,0 0-176-16,8-16-52 0,0 13 0 15,0 3 12-15,8 0 12 0,-4-4 272 0,7 4-200 16,-2 0-208-16,3 0-88 15,-1-2-36-15,6 2-36 0,2 0 48 0,1 0-48 16,8 0 48 0,4 0 0-16,0 0 40 0,8 0-52 15,4 0-48-15,0 0 8 0,3 0-8 16,5 0-8-16,-1 0-76 0,5 0 72 16,5 0-100-16,-2 2 16 0,-3-2 84 0,3 4 4 15,1-4 4-15,-4 0 0 16,3 0 4-16,-2 0-64 0,-2 0 20 0,-8 0 40 15,1 0 4-15,-7 0-12 16,-10 0-36-16,1 0-28 0,-4 0-24 0,-9 0 92 16,-2 0-44-16,-9 0 40 0,-4 0-52 15,-5 0-8-15,-7 0-40 0,4 0-120 0,-4 0-76 16,0 0-88-16,0 0-184 0,-4 0-240 0,-3-4-460 16,-1 2-1216-16,-9-5-3073 0</inkml:trace>
  <inkml:trace contextRef="#ctx0" brushRef="#br0" timeOffset="-156300.78">31400 2581 3804 0,'0'0'1744'0,"0"0"1672"0,0 0-2704 0,0 0-108 16,0 0 109-16,0 0 263 0,0 0 280 0,0 0-128 16,0 0-128-16,0 0-324 0,0 0-132 15,0 0-8-15,0 0-4 0,-36-51 0 0,36 51-148 16,4-3-152-16,4 3-120 16,4 0 12-1,0 0 36-15,8 0 36 0,4 3 124 16,0 4-212-16,0 0-104 0,-5 1-4 15,2 3-84-15,-10 1-76 0,-3 1 160 0,-3 2 12 16,-5-2 84-16,0 3-96 0,-5-3-8 0,-7 2-272 16,-3 1 280-16,-9 3-12 15,-4-3 12-15,4 0-172 0,-4-4 24 0,3 1 148 16,10-7 60-16,-1 1 0 0,4-3-60 16,4 2-52-16,4-4-56 0,1 2-76 15,3 3-16-15,0-1 28 0,0 3 48 0,0 1 124 16,3-2 4-16,5 6 84 0,0 2 0 0,0-4-4 15,0 7 52 1,0-3-132-16,0 3 44 16,-4-3 88-16,4 0-48 0,-8 0-4 0,0-4 52 15,0 2-76-15,0-5 52 0,-5 1-40 16,2-1 100-16,-5 0-60 0,-4 1-4 16,0-3-44-16,-4-1-16 0,0 3-48 0,0-5-48 15,0-1-16-15,-3 0-44 0,6 0-28 16,-2-3-36-16,2 0-244 0,6 0-40 15,-1-6-112-15,-1-1-512 0,5-2-72 0,4-4-492 16,0-2-716-16,4 5-725 16,16-12-3647-16</inkml:trace>
  <inkml:trace contextRef="#ctx0" brushRef="#br0" timeOffset="-155898.687">31970 2873 1668 0,'0'0'9553'16,"0"0"-8425"-16,0 0-540 0,0 0 392 0,0 0 348 16,0 0-256-16,80 6-272 0,-61-3-304 0,-3 1-236 15,4 2-136-15,0 0-36 0,0 0 8 32,-4 1-44-32,-4-1-52 0,-4 4-136 0,0 0 36 15,-5-1 12-15,-3 1 76 0,0-1-56 16,-3 3 68-16,-9 5 136 0,-8-1-24 0,-1 2-28 15,-2-1-80-15,-5 2 8 16,4-4 100-16,0-2-112 0,0 0 0 16,9-1 76-16,-6-2-28 0,10-4 76 0,3-2 12 15,4-1 0-15,-1-3-28 0,5 0-28 16,0 0-80-16,0 0 0 0,0 0 52 0,0 4 120 16,9-2 36-16,-1-2 172 15,-1 6 60-15,10-2-48 0,-2 3-112 0,6-1-136 0,-1-4-20 16,7 2 32-16,5 3 64 0,-1-7-88 15,10 2-56-15,-1-2-68 0,-5 0-8 0,1 0-48 16,-4 0-112-16,-8 0-32 16,0 0-28-1,-8 0-160-15,-4 0-472 0,-4 0-304 0,-8 0-836 16,0 0-3204-16,-12-2-5873 0</inkml:trace>
  <inkml:trace contextRef="#ctx0" brushRef="#br0" timeOffset="-148580.037">28455 7508 2864 0,'0'0'92'0,"0"0"-184"0,0 0 80 16,0 0-328-16,0 0 56 0,0 0 284 0,0 0 64 15,0 0 104-15,0 0-168 0,0 0-24 16,0 0-184-16,0 0-80 0,-7 0 168 0,7 0 112 16,0 0 4-16,0 0 4 0,0 0 0 0,0 0 64 15,0 0 16-15,0 0-68 0,0 0-12 16,-4 0-260-16,4 3-576 15,-5 1 80-15</inkml:trace>
  <inkml:trace contextRef="#ctx0" brushRef="#br0" timeOffset="-148490.421">28455 7508 572 0,'-20'14'836'15,"20"-14"-184"-15,0 0-324 0,0 0-132 0,0 0-92 16,0 0-12-16,0 0-84 0,0 0-8 16,0 0-144-16,0 0-184 0,0 0-360 15,0 0-280-15,0 0 309 16</inkml:trace>
  <inkml:trace contextRef="#ctx0" brushRef="#br0" timeOffset="-147980.567">28368 7550 132 0,'0'0'1172'16,"0"0"-336"-16,0 0-588 0,0 0-144 15,0 0 12-15,0 0 144 0,0 0 2360 16,0 0-1228-16,0 0-740 0,0 0-444 16,4-3-144-16,-4 3 104 0,3-4 196 15,1 2 24-15,1-3-152 0,3 0-108 16,0-2-128-16,4 1 0 0,-4 3 0 15,3-4 76-15,2 5 40 0,-2-5 16 16,5 4-4-16,0-1-24 0,1 1-40 0,-2 0-64 16,5-1-116-16,0 4 104 0,0-2 4 0,4 0-56 15,0-2 56-15,-1 4-4 0,2 0-116 0,-5 0 76 16,4 0 40-16,-5 4-40 16,1 0 40-16,0 6 12 0,-4 1 44 15,4 1 112-15,0 4 104 16,-4 0-68-16,3 3-44 0,2-3-140 0,-1 3-4 15,-1-3 8-15,-2-1 56 16,-2-2 60-16,1-1 40 0,-4-1 76 16,1-1 53-16,-6-5-13 0,1 1-104 0,0-2 28 15,-8-1-80-15,5 0-16 0,-5-3-44 0,0 0-68 16,0 0-8-16,0 0-4 0,0 0-64 16,0 0-256-16,0 4-377 0,0-4-171 15,0 0-312-15,-5 0-612 0,5-4-356 16,-8-2-616-16</inkml:trace>
  <inkml:trace contextRef="#ctx0" brushRef="#br0" timeOffset="-147646.506">28957 7543 456 0,'0'0'1592'15,"0"0"-1108"1,0 0-356-16,0 0 108 0,0 0 12 0,0 0 2216 15,0 0-1488-15,0 0-560 0,0 0-260 16,0 0 204-16,84 10 148 0,-76 0-28 16,4-1 104-16,-4 7-80 0,0 0-40 0,0-3-152 15,0 6-40-15,0-3-28 16,-4 3-127-16,0-4 11 0,-4-2-64 16,4 3 12-16,-4-3 16 0,0-5-28 0,3 3-64 0,-3-2-4 15,0-2-48-15,0-4 52 16,0 0 8-16,0-3 72 0,0 0 100 0,-3 0 128 15,-9 0 140-15,0 0-332 0,-8 3-80 0,-8-3-36 16,0 0-204-16,0 0-116 16,-4 0 12-16,1 3-388 0,-1-3-285 0,4 3-755 15,-4-3-864-15,8 0-2144 0,-8 0 3984 16</inkml:trace>
  <inkml:trace contextRef="#ctx0" brushRef="#br0" timeOffset="-107566.939">13223 15144 5832 0,'0'0'688'16,"0"0"4385"0,0 0-3089-16,0 0-480 0,0 0-180 15,0 0 208-15,0 0-140 0,0 0-388 0,0 0-288 16,-12-37-180-16,-4 37-23 16,-7 5-137-16,-5 8-148 0,-4-1-72 0,-8 9-20 15,-4 0-40-15,-4 8-88 0,1 3-4 0,-9 7-4 16,-4 5 0-16,4 3-60 0,-4 4 12 15,0 7 40-15,9 0-4 0,-1 10-136 16,5-5 144-16,10 0 4 0,5-3 12 16,9-5 88-16,11-8-96 0,4-9 44 15,8-6-48-15,15-6 0 0,9-7-84 16,8-3 76-16,9-7-92 0,10 1 88 0,5-4-36 16,4-3 24-16,7 1-24 15,-3-4 44-15,3 3 0 0,2 0-8 0,-9 7 12 0,3-1 116 16,-11 8-32-16,-4 1-76 0,-9 1 0 15,-7 0-4-15,-8 4 44 0,-7-4-36 0,-6 3 48 16,-3 0-12 0,-8 0 24-16,0 0-12 0,-4-2 12 15,-7-1 24-15,-6 0-88 0,2 0 0 16,-9 0-8-16,-4-1-12 0,0-1-72 16,-4-2 0-16,0-2-96 15,0-4 44-15,-4-2-68 0,1-4-64 16,3-3-56-16,-5 0-57 0,5-3 5 0,1-4 36 15,3-2-148-15,8-4-184 16,4-2-260-16,4 2-736 0,1 0-492 0,6 0-1048 16,5-2-1985-16</inkml:trace>
  <inkml:trace contextRef="#ctx0" brushRef="#br0" timeOffset="-107085.217">13730 16040 4892 0,'0'0'3268'15,"0"0"1145"-15,0 0-2797 0,0 0-592 0,0 0 36 16,0 0-200-16,0 0-228 0,7 83-260 16,-7-58-100-16,0 0-24 0,0 7-76 15,0 3-64-15,0-1 16 0,0 2-64 16,0 2 40-16,0-3 0 0,0 0-4 0,4-4-88 0,4-6 164 15,4 1-24-15,4-7-16 0,0-7 64 16,5-1 76-16,2-8-104 0,9-3 16 0,-1 0 60 31,10-10 156-31,2-6-168 0,2 1-116 16,2-5-116-16,-4 1-8 0,-2 0-184 16,-5-3-184-16,-5 0-76 0,-3 0-160 0,0-4-208 15,-8 3-252-15,-4 2-516 0,-4-2-908 16,-4 1-1577-16,-8 3-619 0,0 6-615 15,0-2 5307-15</inkml:trace>
  <inkml:trace contextRef="#ctx0" brushRef="#br0" timeOffset="-106888.444">14061 16037 2192 0,'0'0'8040'16,"0"0"-6471"-16,0 0-493 0,0 0-284 0,0 0-56 0,0 0 236 16,0 0 60-16,-53 72-220 15,53-43-228-15,0 6-216 0,0 3-132 0,4 7-100 16,0 3-24-16,0 2-52 0,-4 4 8 15,4 0-68-15,-4 3-84 0,0-3-76 16,0 0-100-16,-8 0-248 0,4-6 136 16,-3-4-76-16,-2-6-76 15,1-3-44-15,4-6-400 16,0-4-440-16,1-6-768 0,-1-9-941 16,4-1-2243-16</inkml:trace>
  <inkml:trace contextRef="#ctx0" brushRef="#br0" timeOffset="-106080.715">9960 15421 7188 0,'0'0'1688'0,"0"0"-924"0,0 0 2157 0,0 0-933 16,0 0-36-16,0 0-584 15,0 0-492-15,-75 102-124 0,47-46-44 16,0 11-124-16,4 18-120 0,0 14-136 16,4 9-59-16,0 10-161 0,1 3-108 15,2 0 0-15,2-4-133 0,2-6-27 0,5-10 64 0,1-9-24 16,3-15-88-16,4-17-96 16,0-12-76-16,0-17 16 0,8-8-40 15,-1-14-88-15,5-9-208 0,0-3-312 0,4-19-84 16,4-10-680-16,-3-13-632 0,-2 10-1521 15,1-34-703-15</inkml:trace>
  <inkml:trace contextRef="#ctx0" brushRef="#br0" timeOffset="-105828.724">9813 15777 5336 0,'0'0'2484'15,"0"0"-540"-15,0 0-343 0,0 0-189 0,0 0 152 16,0 0-164-16,0 0-244 0,92-16-288 15,-73 32-88-15,9 5-376 0,0 11-96 16,0 6-12-16,4 13-40 0,0 3-12 16,0 6-24-16,-4 11-84 0,0 2-76 15,-4 2-60-15,4 4 4 0,-5-2 64 16,1-1 56-16,0-9-124 0,-4-7-44 16,0-6-4-16,-4-7-64 0,-1-5-20 0,-2-10-16 15,-1-3-60-15,-5-7 12 16,2-3-60-16,-5-7-100 0,0-1-136 0,-4-6-200 0,-4-2-452 15,-5-3-1184-15,-2 0-3361 16,-17-3-1479-16</inkml:trace>
  <inkml:trace contextRef="#ctx0" brushRef="#br0" timeOffset="-105661.799">9956 16630 756 0,'0'0'5128'15,"0"0"-4076"-15,0 0 2924 16,0 0-2919-16,0 0 351 0,0 0-128 15,0 0-460-15,92-3-168 0,-64 0-220 0,0 0-184 16,3-7-248-16,5 1 0 16,-4 0-300-16,4-4-404 0,-3 0-316 0,-2 2-440 15,-7 3-1221-15,11-5-3103 0</inkml:trace>
  <inkml:trace contextRef="#ctx0" brushRef="#br0" timeOffset="-105428.995">10805 16243 10008 0,'0'0'2045'0,"0"0"-945"16,0 0 96-16,-12 67-32 0,4-39 16 0,-4 4-112 15,0 0-352-15,4-1-248 0,-4 4-84 16,9 1-80-16,-1-5-84 0,4 4-60 0,0-3 12 0,7-4-100 16,5-2 64-16,1-1-28 0,6-2-64 15,5-8-40-15,4 1-8 0,0-9-76 16,4-4-116-16,3-3-280 0,-3-7-188 15,4-8-84-15,-4-8-268 0,-4-5-300 32,0-4-724-32,-8 10-2201 0,-5-16-1639 0</inkml:trace>
  <inkml:trace contextRef="#ctx0" brushRef="#br0" timeOffset="-105261.705">10908 16272 8836 0,'0'0'2805'0,"0"0"-1425"0,0 0-692 0,0 0 252 0,-56 95 144 15,53-57-216-15,-1 9-256 0,4 5-140 16,4 7 84-16,8 2 60 0,0 6-124 16,8 0-260-16,-5-1-184 0,2 1-48 0,2-7-344 15,1-6-404-15,1-3-516 16,-2-14-740-16,-3-7-1036 0,8-2-2861 0</inkml:trace>
  <inkml:trace contextRef="#ctx0" brushRef="#br0" timeOffset="-105062.868">11662 16849 7352 0,'0'0'6097'0,"-4"74"-4653"0,-5-43-764 16,2 4-352-16,-5 6-40 0,-4-3-160 15,4-2-128-15,-4-5-628 0,4 1-432 0,-4-7-300 16,4-2-1257-16,-4 2-3743 0</inkml:trace>
  <inkml:trace contextRef="#ctx0" brushRef="#br0" timeOffset="-104546.557">8944 17894 9080 0,'0'0'880'0,"0"0"1641"0,92-3-1309 0,-52-1 32 0,11 4-400 16,5-3-204-16,4 3-104 15,0 0-172-15,3 0-92 0,5 0-100 0,4 0-160 16,4 0 76-16,11 0 48 0,5 7-24 0,7-7 136 31,10 3 196-31,2-3-128 0,0 0-308 16,5 0-8-16,8-3 0 0,-1-1 4 15,8 1 48-15,8-2-40 0,5 1 320 0,0 1-52 16,4-4-280-16,-2 4-72 0,2-3-44 16,3-3 116-16,1 2 88 0,7 1-80 0,9-4 0 15,-1 0 136-15,5 1-132 0,-2-4 16 16,2 1-28-16,-1-4-8 0,1 0 8 16,-2-1-52-16,-6 3-8 0,-1-2 48 15,-11-1-60-15,-4 1 20 0,-13 2-204 0,-12-3 132 16,-11 1-36-16,-12 3-144 0,-17 0-56 15,-15 4-120-15,-12 3-204 0,-20 3-212 16,-12-1-652-16,-13 4-488 0,-11 4-613 16,0 2 5-16,-20 6-1320 0</inkml:trace>
  <inkml:trace contextRef="#ctx0" brushRef="#br0" timeOffset="-103012.679">6294 15881 6472 0,'0'0'2068'0,"0"0"5013"0,17 86-5453 15,-10-32-564-15,1 16-264 0,5 16 376 0,-2 9-332 16,2 9 5-16,-5 7-157 15,-1 0-184-15,1 1-240 0,1-11-184 0,-5-8-84 16,-1-14-92-16,5-19-92 0,0-12-20 16,-3-16-136-16,2-13-84 0,-3-13-185 0,0-3-375 15,0-6-928-15,0-10-2064 0,0 1-2189 16,-4-24-1967-16</inkml:trace>
  <inkml:trace contextRef="#ctx0" brushRef="#br0" timeOffset="-102727.903">6343 15996 9216 0,'0'0'1576'0,"0"0"621"0,0 0-241 16,0 0-60-16,99-16-664 16,-63 19-272-16,12 10-40 0,-1-1-260 0,5 7-212 15,4 3-116-15,4 8-92 0,0-3-19 0,-4 5-89 16,-5 7 4-16,-7 2-40 0,-4 6-12 15,-8 4-84-15,-8 6-4 0,-13 7-8 16,-11 5-72-16,-3 5 0 0,-18 5-16 0,-2 0-81 16,-9 1 61-16,-4-5 32 0,-4-4 4 15,1-5 24-15,-6-5-76 0,6-7-156 0,-5-7-72 16,9-9 60-16,-2-6-64 0,10-7-144 31,3-8-204-31,3-11-220 0,1-4-468 16,9-2-576-16,3-6-868 0,4-9-2377 0</inkml:trace>
  <inkml:trace contextRef="#ctx0" brushRef="#br0" timeOffset="-102428.043">7574 16770 8564 0,'0'0'4361'0,"0"0"-3101"0,0 0-376 0,0 0 640 15,0 0 28-15,56 73-320 0,-52-48-460 16,-4 5-320-16,-4 1-28 0,-5 4-20 0,-3 3-112 16,-3 3-172-16,-1 7-35 0,-5-1 39 15,6 1-64-15,-2 0-48 16,6-1 0-16,7-5 96 0,4-7 24 16,0-7-44-16,12-2-16 0,8-4-72 0,4-2-36 0,12-2 36 31,-1-6 60-31,9-2-60 0,0-10-40 0,3 0-288 15,2-15-109-15,-10-8-159 0,2-3-40 16,-5-5 40-16,-8-1-152 0,-5-4-660 16,-7 3-840-16,-4 7-1732 0,-4-12-1537 0</inkml:trace>
  <inkml:trace contextRef="#ctx0" brushRef="#br0" timeOffset="-102217.367">7721 16954 12913 0,'0'0'1992'0,"0"0"-1312"0,-20 64-376 16,16-26 276-16,4 4 600 0,0 2-140 16,8 9-364-16,5 8-248 0,-2 2-96 0,1 4-52 15,0 3-148-15,0 0-132 0,-5-1-156 16,6 4-88-16,-9-3-236 0,0-3 52 16,0-4-248-16,-4-2-252 0,0-4-92 0,0-6-540 15,0-1-712-15,0-14-1849 16,-4 11-1147-1</inkml:trace>
  <inkml:trace contextRef="#ctx0" brushRef="#br0" timeOffset="-96955.033">3661 16183 9972 0,'0'0'1777'16,"0"0"-853"-16,0 0 1328 0,0 0-280 0,0 0-348 0,0 0-420 0,0 0-400 16,-36 66-240-16,28-34-44 15,0 6-91-15,4 6-165 16,-3 11-80-16,3 6-64 0,-5 2-120 16,9 3-12-16,-4-2-36 0,4-5 44 0,0-4-240 15,0-11-72-15,4-12-61 0,1-10-71 16,-1-6-164-16,0-10-280 0,-1-6-868 0,5 0-464 15,-4 0-472-15,5-2-533 16,-9-18-1743-16</inkml:trace>
  <inkml:trace contextRef="#ctx0" brushRef="#br0" timeOffset="-96636.718">3558 16218 4832 0,'0'0'5048'0,"0"0"-3691"0,0 0-357 0,0 0 240 0,43-70 496 15,-27 64-264-15,4-5-368 16,0 9-276-16,8-1-360 16,0 0-112-16,-1 3-24 0,5 0-64 0,1 8-140 15,3 6-128-15,-4 2-48 0,3 3 44 16,-7 3-60-16,0 6-44 0,-5 7 60 16,-2 0-64-16,-5 3-60 0,-4 7 52 0,-5-1 32 15,-7 3-36-15,0 2 116 0,0-5 0 16,-7 4-40-16,-5-4 48 0,-4 1 0 15,-5-1 8-15,-6-3 64 0,-1-3-72 0,0-3 0 16,-7-4-132-16,-2-1-16 0,1-8-172 16,1-6 124-1,-5-4-104-15,4-2-144 0,-4-4-164 0,4-6-444 0,4 0-92 0,4-3-632 16,4-3-781-16,9-10-1979 0</inkml:trace>
  <inkml:trace contextRef="#ctx0" brushRef="#br0" timeOffset="-94802.405">4271 16726 8308 0,'0'0'1660'16,"0"0"-720"-16,0 0-463 0,0 0 79 15,0 0 736-15,0 0-12 0,0 0-220 16,0 0-352-16,0 0-332 0,92-42-140 0,-81 39-48 16,1 1-4-16,-3-2-48 0,-2 4-12 15,1 0-36-15,-4 0-12 0,4 4-16 16,-8 8 28-16,4 1 12 0,-4 9-100 16,0 6-88-16,0 1-72 0,-12 3-4 0,4-1 156 0,-3-2-40 15,-2-4-40-15,5-2 28 16,1-8 56-16,-1 1 0 0,3-6-12 0,1-4-32 15,4 0-100-15,0 1-188 0,4-1 84 16,12 0 104-16,0 1 72 0,4-1 68 16,4 1 8-16,-5-4 4 0,6 0 4 0,-9 0 156 31,3 0 36-31,-6 0 12 0,-2 4 24 16,-3 3-88-16,-3-1 12 0,3 3-8 0,-8 4-56 0,0-2-32 0,0 5-64 15,0-5-108 1,-8 3 20-16,-5-1-12 0,2-4-60 15,-6-2-12-15,2-4-152 0,-1 1-88 16,-4-4-220-16,-4 0-300 0,-4-3-424 0,4 0-1337 16,-19-6-3151-16</inkml:trace>
  <inkml:trace contextRef="#ctx0" brushRef="#br0" timeOffset="-94395.04">2904 16567 10436 0,'0'0'1277'16,"0"0"-445"-16,0 0-344 16,0 0 300-16,0 0 552 0,0 0-92 0,0 0-424 0,0 0-180 15,0 0-308-15,0 0-276 0,0 0 64 0,48-4 48 16,-20 2-108-16,0 2-64 15,4-7-8-15,-4 4-40 0,-5 3-52 0,1-3 52 16,-4 0-124-16,-4 3-164 0,0-3-220 16,-4-1-152-16,-5 4-388 0,-2 0-484 15,-5 0-860-15,0 4-1697 16,-16 5-1363-16</inkml:trace>
  <inkml:trace contextRef="#ctx0" brushRef="#br0" timeOffset="-94217.073">2741 16945 5896 0,'0'0'2224'0,"0"0"-152"0,0 0-335 0,0 0-393 0,99 0-148 0,-71-3-576 16,0-4-332-16,0 1-184 15,0 0-104-15,0 0-136 0,0-1-220 0,-5 1-376 16,1 0-232-16,0-5-344 0,-3 8-1269 15,2 0-2275-15</inkml:trace>
  <inkml:trace contextRef="#ctx0" brushRef="#br0" timeOffset="-93200.568">2198 16202 9488 0,'0'0'2825'16,"0"0"-1765"-16,0 0-756 0,0 0 152 0,-103 6 168 15,68 4 68 1,-5 2-176-16,-1 7-344 0,-2 4-120 0,-1 3-52 0,0 5 52 0,1 7 24 15,2 0 188-15,6 6-28 16,3-2 0-16,4-2 28 0,12 2 8 16,0-4 48-16,12-3-48 0,0-6-84 0,4-4-140 15,8-2-48 1,4-4-60-16,4-3-16 0,8-1 28 16,4 5 48-16,4-5 0 0,4-2-44 0,-1 3 36 15,5-1-64-15,4 1 72 0,-4 3-88 16,-1 4 88-16,-2-2 60 0,-5 6-56 15,0-2-4-15,-4 0 60 0,-5-3-48 16,-3-3 88-16,-5 4 60 0,-2-8-48 0,-1 2-4 16,-4-4-92-1,-4-1 92-15,-4-3-32 0,0 1 20 0,0 0 28 16,0-1 24-16,-12 4-64 0,-4-1-84 16,0 1 0-16,-8-1-160 0,0 5-120 15,-4-2-128-15,1 1 0 0,-5 0-76 0,-4 3 16 16,4 0-232-16,0 4-20 0,0 2-148 0,4 3-172 15,4-2-312-15,8 2-889 0,4-9-555 0,1 7-2952 0</inkml:trace>
  <inkml:trace contextRef="#ctx0" brushRef="#br0" timeOffset="-92802.87">2561 17268 7976 0,'0'0'1840'16,"0"0"-279"-16,0 0 159 0,0 0-56 0,0 0-344 0,0 0-480 0,0 0-368 16,0 0-184-16,0 0-68 0,0 0 4 15,28 30-40-15,-28-9-12 0,-4 5-116 16,-3 5-56-16,-2 1-64 0,-3-3 60 0,5-1 4 16,-1-6 4-1,-1-3-4-15,5-6-4 0,1-1-44 0,3-5-52 16,0-3-84-16,0-1-112 0,7 3-52 0,6-3 156 15,2 4 192-15,9 2 60 16,0-2-56-16,4-1-4 0,-4 0 236 16,-4 0-228-16,0-2 92 0,-4 2 12 0,-4 1 48 31,-4-5 24-31,3 5-24 0,-7-1 40 0,5 1 8 16,-9 2-48-16,4-3 12 0,-4 7-12 15,0 0 0-15,-4 3-36 16,-9-1-76-16,-2 5-48 0,-1-1-124 0,-4 0-156 0,-4 0-224 15,0-3-52-15,-8-1-224 0,4 1-132 0,-7-3-120 16,-1-2-640-16,0-3-952 0,8-2-521 16,-9 1-2431-16</inkml:trace>
  <inkml:trace contextRef="#ctx0" brushRef="#br0" timeOffset="-90751.911">5083 14704 1716 0,'0'0'2112'0,"0"0"-872"0,0 0-500 0,0 0-152 0,0 0 204 15,0 0-104-15,0 0-192 0,0 0-108 16,0 0 24-16,0 0 288 0,0 0-40 0,0-11-143 16,0 11-5-16,0 0 16 15,0 0 72 1,0 0 4-16,0 0-72 0,0 0-76 0,0 0-112 16,0 0-52-16,0 0-56 0,0 4-32 15,0-1-40-15,8 6 36 0,5 4 52 0,-2 9 100 16,6 11-100-16,2 4-116 0,1 4-36 15,0 11 0-15,0 2 60 16,-4-1-60-16,0 5-88 0,0-1 56 0,-8 0-68 0,3-6 0 16,-6-4 64-16,3-8 184 0,-4-14-248 15,0-7-52-15,-1-5-132 16,-3-9-504-16,0-4-340 0,0 0-196 0,0 0-596 16,-7-6-741-16,3 2-1591 15,-9-15-820-15</inkml:trace>
  <inkml:trace contextRef="#ctx0" brushRef="#br0" timeOffset="-90433.026">5036 14830 220 0,'0'0'7904'0,"0"0"-5664"0,0 0-1055 0,0 0-133 15,0 0 452-15,0 0-380 0,83-34-380 16,-55 34-204-16,0 0-116 0,4 0-112 15,0 2-64-15,3 5-60 0,1 2 20 0,1 1-8 16,-5 3 20-16,-4 2-8 16,-1 5-28-16,-3 1-72 0,-8 5-100 0,-4 2-8 15,-5 8 4-15,-2 2-8 0,-5 3-4 16,-5 4-84-16,-2-1 80 0,-5 1 8 0,-4-4 8 16,4-4 44-16,-4 1-44 0,0-9-8 15,0 0-16-15,-3-8-92 0,-2-1-276 31,5-4-136-31,-3-6 52 0,2-4-108 0,2-3-376 16,-2 0-132-16,2-3-44 0,2 0-524 16,6-3-797-16,-1 0-1491 0,0-3-1595 15</inkml:trace>
  <inkml:trace contextRef="#ctx0" brushRef="#br0" timeOffset="-90121.958">5745 15125 10424 0,'0'0'1393'16,"0"0"-845"-16,0 0-148 0,0 0 884 0,8 89 132 15,-16-60-472-15,3 0-432 0,2-4-188 0,-1 1-112 16,0-8-116-16,4 2-96 0,0-4-8 16,0-4-76-16,0 1 32 0,8 3-20 15,0-1 72-15,0 4 0 0,4-3-4 16,0 3-4-16,0 1 4 0,-1-1-12 15,2-1 4 1,-2-1 12-16,-3-1 8 0,1-2-8 0,-5 0 0 16,-4-1 0-16,0-1 16 0,0-2 8 15,-4 2-24-15,-9-2-324 0,2-4-188 16,-6-2-168-16,2-2-164 0,-5-2-204 16,0-2-368-16,0-8-785 0,4 0-843 0,-7-12-2276 15</inkml:trace>
  <inkml:trace contextRef="#ctx0" brushRef="#br0" timeOffset="-89983.108">5665 15281 11053 0,'0'0'1640'16,"0"0"-1036"-16,0 0 132 0,0 0 768 0,0 0-596 0,92-38-484 16,-72 28-288-16,3 1-136 0,5-4-176 15,-4 0-576-15,4 1-468 0,0-2-608 0,-3 8-2369 16,2-6-1175-16</inkml:trace>
  <inkml:trace contextRef="#ctx0" brushRef="#br0" timeOffset="-89568.983">6657 14300 13461 0,'0'0'2076'16,"0"0"-2052"-16,0 0 264 0,0 0-236 15,0 0 1052-15,28 72 84 0,-16-26-472 16,0 7-272-16,4 8-140 0,0 9-44 0,-1 0 104 16,2 2 188-16,-6-2-212 15,2-5-196-15,-1-12-144 0,-5-6-52 0,2-12-168 0,-1-6-120 16,-4-13-64-16,-1-10-156 15,1-3-312-15,0-3-748 0,1-9-524 16,-5-1-912-16,0-15-2589 0</inkml:trace>
  <inkml:trace contextRef="#ctx0" brushRef="#br0" timeOffset="-89312.086">6788 14259 11057 0,'0'0'2140'0,"0"0"-1400"15,0 0-692-15,77-23 332 0,-46 23 368 16,1 0 256-16,4 0-136 0,0 4-248 0,4 5-124 16,-4 4-88-16,0 2-40 15,-1 5-112-15,-7 1-8 0,0 8-76 0,-4 7-100 16,-4 5-24-16,-8 6-44 16,-4 0 8-16,-4 7-12 0,-4 4-52 0,-12-1-8 15,-4 0-12-15,-8 1-64 0,-8-1-184 16,-4 0-136-16,-3-3-48 0,-1-6 156 15,-1-7 148-15,2-7 16 0,3-8-200 0,8-10-140 16,0-10-208-16,8-6-340 0,1 0-1064 16,6-9-2157-16,2-7-1571 0</inkml:trace>
  <inkml:trace contextRef="#ctx0" brushRef="#br0" timeOffset="-88971.834">7510 14764 8624 0,'0'0'3229'0,"0"0"-2089"0,0 0-656 0,92-20 380 0,-64 15 676 16,-4-2-188-16,-1-3-400 0,5-3-348 0,-4 4-260 16,4-7-172-16,0 0-96 0,0 0-76 15,-5 0 0-15,1 1-4 0,0 2 0 31,-7 3-60-31,-2 3 56 0,2 7 0 0,-6 0 4 16,1 4 4-16,-3 6 52 0,-2 6 8 16,1 6 12-16,0 3 16 0,-3 11-76 15,-2-1 48-15,5 5-52 0,0 8-8 0,-4-1 0 16,4 4 0-16,4 3-8 16,-4 4-64-16,-1-5-64 0,2 1 0 15,-5-7-244-15,4 2-148 0,-1-10-228 0,-3-2-200 16,5-9-556-16,-5-6-744 0,0-2-3001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02T07:14:31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5482 9194 7736 0,'0'0'1724'0,"0"0"341"0,0 0-1425 0,0 0-192 0,0 0 548 16,0 0 524-16,0 0-308 16,0 0 44-16,71-53-192 0,-71 53 148 15,-4 3-320-15,1 0-100 0,-1 3-243 0,0-2-225 16,-4 5-128-16,-1 4-40 16,-2 5-56-16,-9 5-52 15,-5 8-40-15,-2 1 52 0,-4 10 36 0,-10-1-84 0,2 3-12 16,-5 1 4-16,0 3 160 15,0-1-164-15,0 2-36 0,1-2-36 0,7-6-72 16,0-3 60-16,8-6 76 0,8-7 8 0,3-3-12 16,6-6-40-16,3-7 40 15,8 1 0-15,-4 0 0 0,4-2-36 0,4 3-24 16,8 2 20-16,0-1 44 0,8 4 4 16,4 3 4-16,8 0 36 0,-1 3-36 15,9 1-12-15,1 2 12 16,2 4 0-16,0 1-4 0,2 0-8 0,-6-2 0 0,2 4-72 15,-2-6 80-15,-3 2-44 0,-4-5-52 16,0-2 40 0,-4-4 12-16,-4-5-12 0,-5-2 56 15,-2-4-116-15,-2-3-4 0,-2-3-93 16,-6 0-123-16,5-6-160 0,-3-7-380 0,2-4-528 16,-3-4-952-16,-4-5-728 15,1 4-2053-15,-5-16-2914 0</inkml:trace>
  <inkml:trace contextRef="#ctx0" brushRef="#br0" timeOffset="253.182">5896 9429 12685 0,'0'0'2452'0,"0"0"-2340"0,0 0 216 0,0 0-240 0,0 0 732 0,0 0 572 0,76 89-320 16,-52-47-260-16,8 2-128 15,4 9-172-15,-4 2-268 0,3 2-196 16,-3-2-48-16,4-8-96 0,-4 0-88 0,-4-8 12 16,3-8-56-16,-3-2-32 0,4-14-44 15,-8-1-248-15,4-9-308 0,0-5-400 16,-3-12-796 0,-2-7-996-16,-7-2-2821 0</inkml:trace>
  <inkml:trace contextRef="#ctx0" brushRef="#br0" timeOffset="469.612">6474 9471 144 0,'0'0'11909'15,"0"0"-10489"-15,0 0-1140 16,-68 76 228-16,40-41 580 0,0 7 432 0,-4-2-316 16,-3 8-292-16,3 3-164 0,-4-1-272 0,1 8-208 15,-6-1-72-15,5 0-196 0,-3 1-36 0,3-8-172 16,4-3-36-16,4-8-148 15,8-7-100-15,1-11 16 0,6-4 44 0,9-11-188 0,0-6-272 16,4-4-492 0,4-11-896-16,4-14-2153 15,1 7-815-15</inkml:trace>
  <inkml:trace contextRef="#ctx0" brushRef="#br0" timeOffset="800.881">6944 9407 7052 0,'0'0'7049'0,"0"0"-5825"0,0 0-720 0,0 0 252 0,59 83 448 0,-42-61-56 16,-2 0-128-16,2 1-288 0,7-1-196 0,4-2-64 16,4-2-115-16,0 1-69 0,11-4-44 15,-4 2-76-15,10-4-60 0,3-1-20 16,-1 1-24-16,-3-4-64 0,-1 1-8 0,2-1 8 0,-10 4-160 31,-3-3 28-31,-3 2 48 16,-14 1-48-16,-2-1 124 0,-6 5 4 0,-7 1 4 15,-4 8 72-15,-15 2 36 0,-10 1-24 16,-6 6-84-16,-9 3 0 16,-8-3-12-16,-4 0-84 0,-8 0-84 0,-4-3-272 0,-3-1-205 0,-1 1-59 0,1 1-32 15,3-8-24 1,8-4-176-16,11-2-340 0,14-9-964 15,3-3-2005-15,12-7-3067 0,0-4 4560 0</inkml:trace>
  <inkml:trace contextRef="#ctx0" brushRef="#br0" timeOffset="6452.67">8917 9575 716 0,'0'0'7660'0,"0"0"-5616"0,0 0-703 0,0 0-725 16,0 0-92-16,0 0 240 16,0 0 352-16,0 0-136 0,0 0-172 0,0 0-224 15,0 0-224-15,8 4-148 0,-1-4-64 16,5 0 124-16,8 0-76 0,0 0-8 16,8-4-28-16,0 1 0 0,4 0-84 0,4-3-76 15,0 0-12-15,3-4-48 0,1 0-52 16,-4 1 100-16,4-4-148 0,-8 1-36 0,3 2-52 15,-7-2-336-15,0-1-60 16,0 2-172-16,-7 3-228 0,-6 2-604 0,-3 2-993 0,-7 1-2323 16</inkml:trace>
  <inkml:trace contextRef="#ctx0" brushRef="#br0" timeOffset="6679.727">8976 9849 7552 0,'0'0'2784'16,"0"0"-1379"-16,0 0-1057 16,0 0-272-16,0 0-76 0,0 0 500 0,0 0 380 0,0 0 400 15,0 0-196-15,0 0-328 0,96 8-320 16,-56-10-128-16,3-4-300 16,5-4-8-16,5-3-96 0,-2-2-80 0,5-2-236 15,3-2-392-15,-3 1-200 16,4-2-264-16,-4 1-420 15,-12 4-2641-15,15-12-3047 0</inkml:trace>
  <inkml:trace contextRef="#ctx0" brushRef="#br0" timeOffset="7033.253">10717 8969 7672 0,'0'0'5953'0,"0"0"-4989"15,0 0-520-15,0 0-304 0,0 0 476 16,0 0 724-16,0 0-248 0,0 0-440 0,0 0-332 16,0 0-88-16,-63 0-232 0,38 19-68 15,1 3 56-15,-4 11 12 0,1 7 0 16,-4 8 48-16,3 3-40 0,-4 5 40 16,4 5 16-16,0 6 32 0,4-4 52 0,3-2 12 15,6-4 72-15,7-10 132 0,3 2 172 16,2-11-280-16,3-4-132 0,3-2-28 15,10-7 24-15,-5-5-44 16,8-1 57-16,3-6-25 0,2-1 16 0,3-2-40 0,4-5-24 16,4-1-56-16,3-4-4 0,1 0 0 0,3-9-12 15,-3-5-156-15,1 2-357 0,-10-7-71 0,1 3 108 16,-8 0-24-16,-8-3-200 0,0 3-448 16,-8 0-516-16,-4 1-800 0,0-1-388 31,-4 0-333-31,-12 2-875 0</inkml:trace>
  <inkml:trace contextRef="#ctx0" brushRef="#br0" timeOffset="7325.128">10577 9594 2764 0,'0'0'576'16,"0"0"3524"-16,0 0-812 15,0 0-1511-15,0 0-797 0,0 0-76 0,0 0 192 0,0 0-100 16,0 0-52-16,0 0-148 16,0 0-192-16,17-15-212 0,7-7-220 0,0-1-172 15,-1-5-172-15,1-2-160 0,0 3-332 16,-3 2-168-16,-2 2 12 0,-6 7-148 15,-2 3-180-15,-3 4 4 0,-4 6-112 0,0 3 164 16,-4 0 319-16,0 6 693 0,0 3 80 16,-4 4 324-16,0 3 140 0,-4 4 105 15,4-1 19-15,0 2-8 0,1 5-20 16,3-1 76-16,-5 4 48 0,5 2 76 0,0 4-32 16,0 4-136-16,5-1-92 0,-5 6-56 15,7 0-84 1,5 5-52-16,0 1 300 0,0-2 60 15,3-7-668-15,-2-3-292 0,2-10-212 0,2 0-128 0,3-4-696 0,-1-2-924 0,-2-3-916 16,-2-7-1957-16</inkml:trace>
  <inkml:trace contextRef="#ctx0" brushRef="#br0" timeOffset="14832.257">6582 11874 7128 0,'0'0'2748'0,"0"0"-1792"0,0 0 997 16,0 0-501-16,0 0-340 0,0 0-436 15,-92-54-120-15,68 54 316 16,0 0-132-16,-4 10-368 0,5 3-64 0,-5 9-12 0,-4 3 156 16,0 7 100-16,-1 3-200 15,-2 5-84-15,-1 2-36 16,0 0-72-16,1-1-40 0,3 1 4 0,0-9 8 0,8 0-48 0,3-5-72 0,14-5 44 16,3-4-56-16,4-4-112 0,8-2-56 15,12 3 20-15,4 0 16 0,12 0 124 16,7-1 8-16,5 5 4 0,8-4-4 15,-5 0-12-15,5-1-80 0,-3 1 92 0,-6 0 4 16,-7 3 4 0,-4 0 44-16,-4 3-52 0,-13 0 0 0,-2 1-52 31,-10 3 52-31,-3-4 76 0,-4 3-64 0,0-3 132 0,-4 0-44 16,-3 0-4-16,-10 1 12 15,2-1-48-15,-9-4-48 0,-1-1-12 0,-6-4 0 16,-5-1-96-16,-4-5-84 0,1-1-100 15,-6-2-40-15,2-2-152 0,-5-2-140 16,4-2 96-16,0-8-64 0,4 0-396 0,9-3-268 16,10 1-192-16,6-2-724 0,7 6-681 15,8-9-2119-15</inkml:trace>
  <inkml:trace contextRef="#ctx0" brushRef="#br0" timeOffset="15265.729">7928 12087 7476 0,'0'0'6281'0,"0"0"-5557"0,0 0-560 16,0 0-164-16,0 0 744 0,0 0 476 15,0 0 0-15,0 0-356 0,12-73-104 16,-24 63-184-16,-4 1-296 0,-8 3-280 0,-8 2 0 16,-3 4-156-16,-14 0-16 0,-2 6-12 15,-8 7 12-15,-1 6 40 0,0 4 8 16,0 5-12-16,4 4 24 0,0 6 112 0,5 1 64 16,3-1-60-16,4-1 104 15,13 2-20-15,3-4-80 0,7-10 60 16,10-3-68-16,7-10-108 0,4-1-4 0,15-5 112 15,13 0 100-15,12-4 156 0,8-2-96 16,12 0 108-16,0 0-120 0,3 0-16 0,1 0-84 16,-4 0-48-16,-4 0-196 0,-1 0 184 15,-7 5-124-15,-5-3-180 16,-2 2-164-16,-13-1-184 0,-5 0-104 0,-6 0-324 16,-10 4-1100-16,-7-1-2469 0,-4 3-3231 15</inkml:trace>
  <inkml:trace contextRef="#ctx0" brushRef="#br0" timeOffset="15462.019">7355 12690 5228 0,'0'0'1068'16,"0"0"-468"-16,0 0 2344 0,0 0-523 16,0 0-661-16,0 0-332 0,0 63-160 0,24-47-76 15,3-2-316-15,6-2-136 16,2-3 300-16,1-2-492 0,7-4-308 0,2-3-20 0,2 0-12 0,-2 0-51 15,2-3-157-15,-7 0-68 0,0-3-53 16,-8-1-75-16,-4 3-264 16,-4 2-248-16,-1-4-728 0,-7 2-1140 0,0-3-3237 0</inkml:trace>
  <inkml:trace contextRef="#ctx0" brushRef="#br0" timeOffset="16058.5">8502 11578 7416 0,'0'0'5077'16,"0"0"-3709"-16,0 0 488 15,0 0-616-15,88 19-232 0,-53-12-168 0,1 0-92 16,5-4-64-16,2 1-96 0,4-4-236 16,2 0-196-16,3 0-152 0,-5-7-4 15,5-3-120-15,-4-2-136 0,-4-1-220 0,-1-3-280 16,-2 3-204-16,-9 0-388 15,-4 1-1460-15,-13 5-2729 0,-7 4-3107 0</inkml:trace>
  <inkml:trace contextRef="#ctx0" brushRef="#br0" timeOffset="16248.364">8976 11737 340 0,'0'0'208'0,"0"0"7072"0,0 0-6188 15,-48 74-212-15,37-42 705 16,2 3 211-16,5 2-552 0,4 8-372 15,0-1-120-15,4 8 28 0,5 1-220 16,-1 2-136-16,3 4-128 0,2 2-64 0,-2-1 16 16,5-2-136-16,-4-4-112 15,0-4-120-15,0-3-176 0,0-9-60 0,0 1-216 16,0-7-352-16,-4-4-600 0,-1-6-468 16,-3-2-1081-16,-4-5-1763 0</inkml:trace>
  <inkml:trace contextRef="#ctx0" brushRef="#br0" timeOffset="18330.469">10845 12071 3816 0,'0'0'6264'0,"0"0"-4319"15,0 0-413-15,0 0-704 0,0 0-196 16,0 0 904-16,0 0-528 0,115 7-120 0,-71-1-184 16,4 3-216-16,4-2-228 0,-5-1-128 15,6-3-44-15,-2 0-4 0,5-3-48 16,7 0-36-16,-3-9-120 0,0-4-4 0,0-3-132 15,-12 0-284-15,-8 4-188 0,-12 3-88 16,-8 2-400-16,-16 7-1156 0,0 0-2321 16,-21 7-2823-16</inkml:trace>
  <inkml:trace contextRef="#ctx0" brushRef="#br0" timeOffset="18517.281">11004 12339 1252 0,'0'0'10025'15,"0"0"-7877"-15,0 0-1548 16,0 0-208-16,0 0 516 0,0 0 176 0,0 0-48 16,92 8-196-16,-44-8-272 15,4-3-152-15,-1-7-168 0,5-5-200 0,-4-1-48 16,-1-3-196-16,1 0-148 0,-8 0-308 0,0 0-276 16,0 3-244-1,-9-4-772-15,-11 12-2169 0,-3-9-2907 0</inkml:trace>
  <inkml:trace contextRef="#ctx0" brushRef="#br0" timeOffset="18834.673">11232 11620 1644 0,'0'0'2204'15,"0"0"4280"-15,0 0-4243 0,0 0-737 0,0 0-392 16,0 0 868-16,0 0-964 0,99 51-412 0,-56-29-196 15,9 0-16-15,8 0-232 0,4 8-12 32,4-2-52-32,-1 0 148 0,5 4-108 0,-4 3-136 15,-4 0-160-15,-8 4 48 0,-4-2-20 0,-9 5-28 16,-11-4-120 0,-8 3 44-16,-8 1-96 0,-13 2 40 0,-3-3 208 0,-15 7 84 15,-13-1 48-15,-8 0 40 16,-8 5-84-16,-3-5 8 0,-6-3-12 0,1-6-80 15,1-2-84-15,3-11-216 0,1-6-192 16,2-6-348-16,2-10-640 0,7-3-1200 0,4 0-1505 16,12-6-1079-16,4-13 4352 0</inkml:trace>
  <inkml:trace contextRef="#ctx0" brushRef="#br0" timeOffset="19447.803">14499 11369 692 0,'0'0'8520'0,"0"0"-6467"0,0 0-485 0,0 0 32 0,0 0-236 31,0 0-324-31,0 0 56 0,0 0-296 0,0 0-380 16,-60 96-224-16,24-58-100 0,-1 6-92 16,-2 1-4-16,-1 0 0 0,1-1 48 15,2 0 72-15,1 3 64 0,8-3-24 0,5 2-52 16,3-5-32-16,4 0-4 0,8-2-12 15,4-2-60-15,4-1-56 0,0-2 56 16,12-2 100-16,4-1-28 0,12 1 24 0,0-1 52 16,8-1 60-16,3-2 72 0,-3-2 132 15,4-4-108 1,0-3-111-16,0 0-69 0,-5-3-120 0,2-3-4 16,-5-5-8-16,0 3-76 0,-9-3-76 15,-3-3 51-15,0-3-123 0,0 5-120 16,-8-7-88-16,4 0-292 0,-4 0-88 15,0 0-140-15,-1 0-456 0,-2-7-516 16,3 0-524-16,-5-1-1489 0,2-11-1811 0</inkml:trace>
  <inkml:trace contextRef="#ctx0" brushRef="#br0" timeOffset="19864.398">15391 11655 548 0,'0'0'11873'16,"0"0"-9897"-16,0 0-992 0,0 0-140 0,0 0 788 0,0 0 20 16,0 0-920-16,0 0-208 0,-84 23-48 15,56-11-40-15,0 4-107 0,0 3-169 16,0 0-100-16,0 4-52 0,1-1-4 16,3 0-4-16,8-3 4 0,0-3-8 0,9 0 4 15,-2 0-8-15,9-4-52 0,0 1 4 16,0 6 56-16,9 0 8 0,2 0 4 15,5 6 48-15,0-2 12 0,8-1-68 16,-1 4 0-16,5-8 4 0,0 5-8 16,4-5 0-16,0-1-60 15,0-2 12-15,-4 2 0 16,-4-5 0-16,0 1-16 0,-4 0 16 0,-4 1 36 16,-5 0 0-16,-2-1-40 0,-5 0 52 15,-4 2 8-15,-4 1-8 0,-9 3 0 16,-2 0-40-16,-9 3 40 0,-8-5 60 15,4 2 0-15,-8-7 4 0,4-3-64 16,-7-2-16-16,-2-7-140 0,2 0-293 16,-1-3-75-16,-4-8-172 0,4 0-148 0,1-6-276 15,3-5-924-15,8 0-888 0,4-6-1757 16,11 5-2051-16</inkml:trace>
  <inkml:trace contextRef="#ctx0" brushRef="#br0" timeOffset="20288.797">16343 11649 11117 0,'0'0'4780'15,"0"0"-4176"-15,0 0-600 0,0 0 556 0,0 0 408 16,0 0 264-16,28 66-472 0,-20-49-320 0,4-5-36 0,8 4 44 0,0 2 76 16,3 1-195-16,5-2-125 0,4 2-80 15,0-3-112-15,0 0 48 0,0 0-56 0,-4-1-4 16,0-2 0-16,-8 3-4 0,-1-4 0 31,-2 4-4-31,-10-3 16 0,1 6-8 16,-3-3 48-16,-5 6 24 0,0 1-60 15,-9 5 60-15,-6 1-64 0,-9 2 4 0,-4 1 0 0,-8 4-12 16,-4-1-72-16,-4 2-132 0,-3 1-160 16,2 0-101-16,-2-2 5 0,7-6-4 15,8 0-72-15,5-5-196 0,3-3-428 16,7-3-688-16,6-3-864 0,7-3-2137 0,-5-10-2803 0</inkml:trace>
  <inkml:trace contextRef="#ctx0" brushRef="#br0" timeOffset="21352.828">18399 11696 3064 0,'0'0'52'16,"0"0"328"-16,0 0 5128 0,0 0-3271 0,0 0-329 15,0 0-460-15,0 0-88 0,0 0-580 16,0 0 4-16,0 0-16 15,0 0-224-15,-100-50-152 0,68 50-244 0,1 0 48 16,-9 3-112-16,-4 6 72 0,-4 7-156 0,-4 3-48 16,0 3 48-16,5 4 8 15,-5 0 4-15,8-1-4 0,9-1 0 0,3-1 36 0,8 0-44 16,3-1-172-16,10-3 52 0,-2 0-4 16,9 0 76-16,4 0 40 0,4-1-68 15,9 1-4-15,6 0 80 0,5-2 148 16,8 2 36-16,9-6 24 0,2 0-76 0,5-4-32 15,3-6 8-15,2 0-32 0,-1-3-32 16,-1 0-44 0,1-3-84-16,-4-3-76 0,-4-4-160 0,-9 1-180 0,-3 0-156 15,-12 2-156-15,-4 1-236 0,-8 6-448 16,-8 0-1056-16,0 0-1345 0,-24 0-1235 0</inkml:trace>
  <inkml:trace contextRef="#ctx0" brushRef="#br0" timeOffset="21575.432">17694 12369 1292 0,'0'0'924'0,"0"0"368"15,0 0 3716-15,0 0-2884 0,0 0-491 16,0 0-253-16,0 0-216 0,0 0 184 16,0 0-124-16,96 67-244 0,-53-64-280 15,5-3-208-15,4 0-88 0,0 0 0 0,0-3-112 16,3-3-108-16,-3-1-184 0,0 0-108 0,-5-1-304 0,2 2-396 15,-6-5-164-15,1 6-228 16,-4 2-844-16,-12-4-2048 0,4 7-2157 0</inkml:trace>
  <inkml:trace contextRef="#ctx0" brushRef="#br0" timeOffset="22433.738">20220 11347 9484 0,'0'0'1925'0,"0"0"-425"0,0 0-456 0,0 0 396 16,0 0-56-16,0 0-452 0,0 0-180 15,0 0-540-15,0 0-136 0,-108 83-76 0,69-51-4 16,-6 2 4-16,2-2 124 16,3 4 0-16,0-8-28 0,0 3 52 15,5-3-48-15,-1 2-40 0,0-2-12 0,8-3-48 16,0 5 8-1,4-2-4-15,8 0 8 0,4 1 88 0,8 6 8 0,4 0 28 16,4 3 12-16,8 2 24 0,12 6-4 0,0-5 88 16,8 3 88-16,7-3 168 0,2-2-248 31,-2-8-67-31,1 1-77 0,4-6 64 0,-4-4-88 16,-1-2-12-16,-7-6-76 0,4-1-8 0,-8-3-60 15,0-3-180-15,-4-4-113 0,-4 0-75 0,0-3-60 16,0 0-24-16,-5-3-48 15,2-7-32-15,-6 0-232 0,2-3-328 16,-2-1-552-16,2-13-796 0,-1 5-2009 0,-1-19-3075 0</inkml:trace>
  <inkml:trace contextRef="#ctx0" brushRef="#br0" timeOffset="22696.079">20774 11344 6504 0,'0'0'2948'0,"0"0"-63"16,0 0-1165-16,0 0-428 0,0 0 324 0,0 0-240 15,0 0-256-15,0 0-164 0,92 60-272 16,-56-46-140-16,3-2 17 16,9 1-89-16,0-8-192 0,8-5-136 0,-4 0-144 15,3 0-8-15,1-9-112 0,-4-4-124 16,-5 1-180-16,-3-5-97 0,-8 5-99 15,-4-4-208-15,-8 7-240 0,-5-4-560 16,-10 7-776-16,-1-1-1460 0,-12 4-777 0</inkml:trace>
  <inkml:trace contextRef="#ctx0" brushRef="#br0" timeOffset="22916.771">21184 11437 4208 0,'0'0'156'15,"0"0"2968"-15,0 0-1284 0,-12 66-288 16,12-38 93-16,0 5-53 0,0 0-304 0,0 3-192 15,5 5-176-15,2 4-152 16,-3 3-4-16,0 5-76 16,0 5-332-16,0 1-172 0,-4 1-136 0,0 1-36 15,0-7 64-15,0-2-64 0,0-8-12 0,0-6-332 16,3-6 40-16,2-10 84 0,3-3-64 16,0-10-368-16,4-5-360 0,0-4-160 15,3-10-348-15,6-9-908 0,-1-6-873 0,-5 3-1643 16,9-23 704-16</inkml:trace>
  <inkml:trace contextRef="#ctx0" brushRef="#br0" timeOffset="23300.517">22084 11423 7536 0,'0'0'5389'15,"0"0"-4381"-15,0 0-580 0,0 0 648 16,0 0 340-16,0 0-136 0,40 77-208 16,-27-65-240-16,6 1-148 0,5 3-196 0,0-4-196 15,8 2-124-15,0 2-68 16,3-4-40-16,6 1-48 0,2 2 121 0,5-1-45 15,-4-2-84-15,3 4-4 0,-2-3 0 16,-10-4 0-16,1 4 0 0,-8-4-4 16,-4 1 0-16,-3-1-8 0,-6-3-52 0,-3 1 56 15,-8-4-4-15,0 3-24 0,-4 4 36 0,-12 2 244 16,-8 8-88-16,-11 4-156 0,-10 9-40 16,-10 5-68-16,-9 3-88 0,-4 3-33 15,-8 4-151-15,1 0-216 16,-1 3-160-16,0-4-112 0,8 1-168 0,4-4-568 15,21-12-1416-15,-9 6-3829 0</inkml:trace>
  <inkml:trace contextRef="#ctx0" brushRef="#br0" timeOffset="30312.277">13410 15008 680 0,'0'0'560'15,"0"0"-336"-15,0 0-224 0,0 0-404 0,0 0-655 0</inkml:trace>
  <inkml:trace contextRef="#ctx0" brushRef="#br0" timeOffset="30962.428">13602 14643 1668 0,'0'0'92'0,"0"0"876"16,0 0 3272-16,0 0-3292 0,60-71 260 0,-44 57 4 0,-4-3 117 31,-4 4 43-31,3 3-240 0,-7 4-160 0,0 3-68 16,-4 1-12-16,5 2-48 0,-5 0-40 0,0 0-80 0,0 0-36 15,0 0-88-15,-5 0-128 0,-3 5-156 16,-11 5-316-16,-5 7-208 0,-8 4 12 0,-8 8 40 16,0 6 44-16,-3 6 52 15,-2 1-40-15,2 2 4 16,3 3-52-16,-4-2 76 0,4-1 60 0,1-2-48 16,7-5 52-16,4-5 0 15,4-3-48-15,7-10 56 0,6-3 112 16,7-6-88-16,0-3-24 0,4-5-96 0,0 4-28 15,4 0 80-15,4 5 44 0,3-3 8 16,2 5 64-16,2 3-64 0,2-3 40 16,3-1 88-16,-5 8-36 0,6-4-88 0,-2 6-4 0,5-3-8 15,0 6 4-15,-5 0-4 0,6 1 8 16,-5-1-8-16,4-3-36 0,-5 3 32 16,1-5 0-16,1-1-4 15,-2-3-44-15,-3 0 40 0,0-6-96 0,0-1 100 0,0 1-116 16,-4-4-36-16,0 1-256 0,0-4-124 15,0-1-460 1,0 1-316-16,0-3-156 0,-4 0-200 0,3 0-340 0,2-5-209 16,-1-5-843-16,-5-6-1892 0</inkml:trace>
  <inkml:trace contextRef="#ctx0" brushRef="#br0" timeOffset="31234.12">14080 14833 4332 0,'0'0'7161'15,"0"0"-6133"1,0 0-836-16,0 0-28 0,0 0 780 0,0 0 208 16,0 0-220-16,0 0 8 0,0 0-192 15,92 86-128-15,-64-47-164 16,-4 5-148-16,4 0-88 0,-4 3-72 0,-1 1-76 15,-3-3-24-15,0-4-48 0,0 0-12 16,0-5-108-16,-5-5 20 0,2-5-72 16,-2-1 12-16,-2-9-248 0,2 0-172 0,2-10-176 15,-6-3-360-15,6-3-848 0,-10-6-836 16,5-19-2085-16</inkml:trace>
  <inkml:trace contextRef="#ctx0" brushRef="#br0" timeOffset="31466.503">14626 14821 10888 0,'0'0'1605'0,"0"0"-1105"0,0 0-208 16,-88 66 396-16,56-34 680 0,-3 10-300 0,-10 2-332 16,2 3-228-16,-5 8-232 15,0 1-44-15,0-1 16 0,5 1-40 16,-1-4-20-16,0-5-148 0,8-2-40 0,0-8-100 15,8-8-36-15,4-6-36 0,9-11-76 16,-1 2-148-16,8-12-236 0,4-2-356 0,4-2-396 16,0-15-524-16,12-8-1061 15,-5 2-1623-15</inkml:trace>
  <inkml:trace contextRef="#ctx0" brushRef="#br0" timeOffset="31824.16">15124 14739 9520 0,'0'0'4981'0,"0"0"-4185"0,0 0-380 16,0 0-152-16,0 0 540 0,60 79 636 15,-44-64-420-15,0 1-432 0,0 7-268 16,7-5-88-16,1 8 120 0,4-1 356 15,4 0-332-15,0-2-251 0,-4-1-125 0,4-3 0 16,-4 3 44-16,-4-2 80 0,-5-5-124 16,1 5 0-16,-3-5-8 0,-6 0 4 15,-3-1 0-15,0-2 4 0,-3 2 0 16,-2-2 0-16,-3 1 12 0,0-1-4 0,0 7 40 16,-12 0-36-16,-4 3 48 0,-4 8-60 0,-8-2-72 15,-4 3-76-15,-3 4-93 0,-5 0-99 16,0-3-100-1,-4 0-24-15,5-3-24 0,-6-4-160 0,6-3-200 16,3-4-764-16,4-4-880 0,0-4-648 16,12-7-2061-16</inkml:trace>
  <inkml:trace contextRef="#ctx0" brushRef="#br0" timeOffset="32614.311">17049 14840 5516 0,'0'0'428'0,"0"0"4396"0,0 0-3343 0,0 0-729 0,0 0-12 15,0 0 376-15,0 0-124 0,0 0-172 0,0 0-324 16,-56-70-196-16,43 66-128 15,-2 4-120-15,-5-2 180 0,-5 2-56 16,-2 2-176-16,-1 9-40 0,-3 3-8 0,-10 6-52 16,5 2 16-16,-7 7 8 15,2 2 0-15,-2 1 68 0,3 4-40 0,-4-6 48 16,8 6 0-16,8-8 0 0,4 1 40 16,13-6 60-16,3-8 16 0,8 0-116 15,4 2-172 1,11 1 172-16,9-1 0 0,4-1 68 0,12-3 8 0,4-4 60 15,4 1-24-15,4-7-104 0,0-3-8 0,-1 0-88 16,-3 0-72-16,0 0-112 0,-4-3-88 16,-8 3-140-16,-5 0-392 0,-6 0-228 15,-5 0-776-15,-9 3-1293 0,-11 3-3139 16</inkml:trace>
  <inkml:trace contextRef="#ctx0" brushRef="#br0" timeOffset="32797.406">16686 15440 7948 0,'0'0'1552'0,"0"0"297"16,0 0-733-16,0 0-696 0,0 0 488 0,0 0 472 16,0 0-284-16,0 0-460 15,0 0 232-15,0 0-40 16,0 0-188-16,51 72-136 0,-14-61-224 0,-2-1-120 16,5-8-160-16,0 4 0 0,4-3-88 15,-1 4-68-15,2-4-384 0,-2-3-208 16,-3 4-392-16,0-1-684 0,-12-1-2080 0,4 8-3325 15</inkml:trace>
  <inkml:trace contextRef="#ctx0" brushRef="#br0" timeOffset="33460.913">18670 14786 5144 0,'0'0'860'16,"0"0"3540"-16,0 0-2663 16,0 0-397-16,0 0 68 0,0 0-44 0,0 0-592 0,0 0-436 15,0 0-164-15,-111 57-84 16,66-28 12-16,-11 3 0 0,1-1 84 0,0 6 64 15,-5 2 48-15,0 2-52 0,4 0-120 16,4-2-76-16,5 1-48 0,2-4-4 16,17-1 4-16,5-4 16 0,10-1 56 15,10-2-72-15,3 3-64 0,12 2 64 16,11-2 108-16,5 4 4 0,8-4-52 16,4 2 40-16,4-1 24 0,4-4 168 15,-1-3 172-15,2 1-248 0,-6-7-216 0,1 4-4 0,-4-9-68 16,-4-1-28-16,-1 0 28 0,-7-1-12 15,4 1-260-15,-4-3-244 0,-4-3-152 16,0 2-708-16,0-2-548 0,-4-5-344 16,-9 2-773-16,6-4-2167 0</inkml:trace>
  <inkml:trace contextRef="#ctx0" brushRef="#br0" timeOffset="34303.179">19276 14690 220 0,'0'0'8920'16,"0"0"-6415"-16,0 0-449 0,0 0-824 15,0 0-264-15,0 0 36 0,0 0-308 16,0 0-152-16,0 0 256 0,35 87 84 0,-14-59-516 16,-6 0-208-16,2-2-108 0,-2-4-52 15,-3-3-112-15,4-3-84 0,4-3-216 16,-1-7-560-16,6-3-440 0,3-3-844 0,-4-3-1672 15,4-13-1901-15</inkml:trace>
  <inkml:trace contextRef="#ctx0" brushRef="#br0" timeOffset="34592.598">19766 14700 4612 0,'0'0'404'16,"0"0"2080"-16,0 0-148 0,0 0-763 15,0 0-545-15,0 0-136 0,0 0-104 16,-80 41-40-16,60-24-356 0,-4 2-204 15,4 2-104-15,1 2-84 0,-1-1-100 0,3 3 96 16,2 0-124-16,-6 1-60 0,10-1 24 16,-6 1 64-16,10-5 24 0,-5 2-4 0,3 0 80 31,6-1 88-31,-1 3-88 16,4 0 176-16,0 7 0 0,0 4 76 0,4 1 136 0,3 4 320 15,2 1-184-15,-1 2-164 16,-1 4 12-16,2 0-88 0,-1-4-136 0,0 1-48 15,-5-5-100-15,5-4 0 0,1-5-224 16,-1-5-256-16,-1-6-180 0,6-8-44 0,-2-5-528 16,1-7 16-16,4-7-420 0,5-5-321 15,-10-2-2055-15,5-14-1860 0</inkml:trace>
  <inkml:trace contextRef="#ctx0" brushRef="#br0" timeOffset="35143.267">20595 14805 5988 0,'0'0'7681'16,"0"0"-6061"-16,0 0-1256 0,0 0-64 0,0 0 368 16,0 0 228-16,0 0-152 0,0 0-152 15,0 0-4-15,63 74-196 0,-39-56-148 0,3-2 4 16,5 0-44-16,1-1-80 16,-1 2-76-16,0-6-48 0,-4 0-4 0,-1 2-56 15,-3-4 48-15,0 0-48 0,-4 4 48 0,0-3-60 0,-4-1 64 16,-4-3-76-16,0 7 84 0,-8-4-8 15,0 4 8-15,0 0 0 0,-4 3 12 16,-4 3-4-16,-9 4-4 0,-2 2-4 31,-9 3 0-31,-4 1-84 0,-8 5-76 0,0 1-60 16,-8 4-136-16,-3-1-100 0,-5 0-168 16,0-7-108-16,4 1-260 0,0-7-492 0,5-2-912 15,11-7-2149-15,-8-4-2339 0</inkml:trace>
  <inkml:trace contextRef="#ctx0" brushRef="#br0" timeOffset="36570.39">13004 14983 7628 0,'0'0'5521'0,"0"0"-4337"0,0 0-1184 0,0 0-64 0,0 0 64 16,-95-45 368-16,63 32 72 0,0 4-72 16,-4 0 32-16,-7 2-20 0,-6 4-140 0,-3-1-40 15,-4 4 24-15,-7 7-40 0,-5 6-120 16,-3 3-64-16,-1 6-24 15,-4-1 20-15,5 9 4 0,7 1 212 0,4 1-28 16,12 0-60-16,5 3-12 0,11-1-48 16,8-2-16-16,7 0-48 15,9-3-24-15,8-4-76 0,4-2-48 0,9-1 108 0,10 0 40 16,5-3 264-16,4 0-116 16,8 0-140-1,4-6 4-15,4-4-8 0,3-2 4 0,1-4 4 16,4-3-12-16,-4 0-52 15,-4 0-196-15,0-3-28 0,-9-4-120 0,-3 1-240 0,-8 3-196 0,-4-4-468 16,-12 4-728-16,0 0-1157 0,-12 3-2671 16</inkml:trace>
  <inkml:trace contextRef="#ctx0" brushRef="#br0" timeOffset="36775.888">12124 15618 5368 0,'0'0'5597'0,"0"0"-4337"0,0 0-644 15,0 0 188-15,0 0 776 0,0 0-244 16,0 0-492-16,0 0-444 0,0 0 316 16,0 0 56-16,79 38-232 0,-31-42-256 0,0-2-176 31,4 0-104-31,-4-4-4 0,-5 1-148 16,-3 3-364-16,-4-1-140 0,-3 1-200 15,-6 2-464-15,-3 2-568 0,-8-3-892 16,-4 5-2385-16</inkml:trace>
  <inkml:trace contextRef="#ctx0" brushRef="#br0" timeOffset="37364.663">11120 14808 1448 0,'0'0'1644'16,"0"0"3900"-16,0 0-4004 0,-4-67-559 0,-8 48-33 15,0 4 216-15,-4-2-312 0,-4 4-368 16,0 1-20-16,-8 2-108 0,-4 4-68 0,0 3 36 15,-8 3-120-15,1 3 72 16,-2 13-112-16,-2 6-40 0,0 9 112 0,2 15-60 16,1 4-16-16,1 15 76 0,3 7-64 15,8 7-164-15,0 3-8 0,8 8-88 32,5-2 88-32,11-5 8 0,4-7 128 0,4-6 0 0,15-10 60 15,1-6-108-15,4-8 0 0,8-9-4 16,4-5 40-16,3-7-36 0,1-7 32 0,8-4 4 15,0-4 12-15,0-7-52 16,4-3-72-16,-9-7-4 0,5-6-8 16,-8-2-44-16,-8-2-128 0,0-1-308 0,-4-4-148 0,-8 2-80 15,-1-2-196-15,-6 0-592 16,-9 6-1116-16,-8-3-3081 0</inkml:trace>
  <inkml:trace contextRef="#ctx0" brushRef="#br0" timeOffset="37506.672">10753 15561 4116 0,'0'0'1888'16,"0"0"2152"-16,0 0-2595 16,0 0-661-16,0 0-260 0,0 0 456 0,0 0 540 0,0 0-616 15,104 0-524-15,-64-7-344 16,-1-6-36-16,1 1-148 0,0-5-560 0,-4 2-312 16,-4 2-412-16,-4 1-1201 0,-4-1-3347 0</inkml:trace>
  <inkml:trace contextRef="#ctx0" brushRef="#br0" timeOffset="37664.056">11127 15621 888 0,'0'0'6068'0,"0"0"-3628"0,0 0-1264 0,-11 85 33 15,11-56 315-15,0-1-128 0,0 5-312 16,4 1-356-16,-1-2-228 0,5 6-28 16,1-3-112-16,-5 3-360 0,3-3-24 0,1 3-448 15,-4-3-276-15,5-4-256 0,-5 2-972 16,-1-8-2189-16,5 1-3395 0</inkml:trace>
  <inkml:trace contextRef="#ctx0" brushRef="#br0" timeOffset="39467.24">22638 15011 692 0,'0'0'796'15,"0"0"-236"-15,0 0-248 0,0 0-300 0,0 0 132 0,80-15-76 16,-64 10-64-16,-4 3 4 0,0-1-4 16,3 0 0-16,-2-1-4 0,-2 2 52 0,2-3-48 15,-1 5 48-15,-1-2 40 0,2 2 92 16,-2-4-108-16,-3 4-60 0,1 0 60 0,-2-3 4 31,1 3 636-31,-4-2 236 0,0 2 64 0,1-3 64 16,-1-1 128-16,-4 4 60 0,0-3-92 0,3-4-19 0,-3 1-29 31,4 0-208-31,-4-1-48 0,0-5 48 16,0 3-152-16,-4-5-120 0,1 3-112 0,-6-3-176 0,1 1-128 15,-3 4 16-15,-2-4-64 0,-2 4-36 16,-6-1-36-16,2 4 0 15,-5 6 20-15,-4 0-8 0,-4 0 12 0,-4 9-52 0,1 7-80 16,-2 6-4-16,1 5-48 16,-3 1-36-16,7 6 20 0,0 2-20 15,8-2-4-15,0 1-44 0,12-2 8 0,1-5 0 0,11-3-60 16,0 1 48-16,11-5 132 0,5 2-120 16,4-4 124-16,4 0 120 15,8-4 28-15,0-2-36 0,3-2-4 16,1-3-32-16,5-5-76 0,-2 0 0 0,-3-3-100 15,3 0 52-15,-2-3-100 0,-5-3-112 0,-5 3-396 16,-3-4-64-16,-4 1-108 0,-8 3-672 16,-8 0-892-16,1 0-1665 31,-10 3-363-31</inkml:trace>
  <inkml:trace contextRef="#ctx0" brushRef="#br0" timeOffset="39680.67">22494 15430 2552 0,'0'0'392'0,"0"0"4636"15,-91 38-3160-15,64-27-179 0,-1 1-317 0,4-3 28 16,7 0-100-16,6-6-196 16,7 1-332-16,4-4-412 0,4 3-188 0,11 4 24 15,9 0 264-15,12-3 336 0,8 3-328 16,9 0-260-16,-2-4-124 0,5 1-24 16,-4-4-60-16,-1 3-56 0,1-1-28 0,-4 5-100 15,-4-4-124-15,-1 3-416 0,1-2-224 0,-4 2-8 16,4 3-612-16,-17-2-1136 15,14 3-3129-15</inkml:trace>
  <inkml:trace contextRef="#ctx0" brushRef="#br0" timeOffset="40149.017">24483 14693 4156 0,'0'0'1224'15,"0"0"-236"-15,0 0 328 0,0 0 420 0,0 0-7 16,0 0 271-16,0 0-512 0,-84-28-480 0,65 28-440 16,-5 0-116-16,-8 7-80 0,0 5 52 31,-4 4-104-31,-4 6-72 0,-4 10-60 16,-4 10 8-16,1 8 12 0,-1 8 100 15,-3 8 124-15,2 4 56 0,6 2-180 16,2-1-188-16,6-5 52 0,10-6 24 0,6-8 12 0,11-5 24 15,8-12 32-15,0 1-32 16,12-8-84-16,7-2-52 0,2-8 13 0,10-3 3 16,5 2-52-16,5-9-56 0,2-3 8 15,1-5-12-15,0 0-148 0,-1-10-181 16,-2-3-47-16,-2-2-88 0,-7-6-156 0,-8 7-164 16,-4-5-236-16,-4 2-756 0,-12 2-1000 15,0 2-1493-15,-8-3-843 0</inkml:trace>
  <inkml:trace contextRef="#ctx0" brushRef="#br0" timeOffset="40452.529">23950 15358 1580 0,'0'0'1524'0,"0"0"484"15,0 0 2404-15,0 0-2979 0,0 0-325 16,0 0 104-16,0 0 160 0,0 0-264 16,0 0-476-16,0 0-184 0,-32 25 224 0,60-22 168 15,4-3-248-15,7-3-284 0,1-7-220 0,4 0-88 16,-1-5-76-16,1-4-168 15,0 2-288-15,-8-2-120 0,0 5-132 16,-8 0-168-16,-8 4-192 0,-1 1-136 0,-10 3-36 16,-1 3 72-16,-5 3 147 0,-3 0 629 0,0 0 468 15,-3 3 740-15,-5 3-292 0,-1 3 173 0,1 4-29 16,1 6 84-16,-6 3-136 16,5 6 4-16,1 5-148 0,-1 5-28 0,-1 3-76 15,2 7 136-15,3-1 12 0,-4 5-116 16,4 4-160-1,-4-2-48-15,4 6-116 0,-4 1-324 0,4-1-152 0,0-3-280 0,4-3-784 32,-4-6-1425-32,0-15-1763 0,0 7 136 0</inkml:trace>
  <inkml:trace contextRef="#ctx0" brushRef="#br0" timeOffset="44948.394">10239 17583 2824 0,'0'0'8501'31,"0"0"-6973"-31,0 0-460 0,0 0-356 0,0 0 232 16,0 0 324-16,0 0-212 0,0 0-264 15,0 0-376-15,0 19-280 0,24-13 356 16,8 7 288-16,8-4-316 0,0 1-196 16,7-3-108-16,5-5-160 0,0 3 12 0,-4-5-12 15,7-5-60-15,-2-1-36 0,-6-10-60 16,5 1-124-16,-9-2-64 15,-2-1-60-15,-5 2-84 0,-8 0-64 0,0 2-288 16,-9 9-472-16,-10-2-1116 0,-2 7-2193 0,-11 0-2451 16</inkml:trace>
  <inkml:trace contextRef="#ctx0" brushRef="#br0" timeOffset="45140.719">10379 17868 8884 0,'0'0'5589'15,"0"0"-4793"-15,0 0-796 0,0 0 0 16,0 0 156-16,0 0 420 0,0 0 152 16,84 30-240-16,-37-27-228 0,5-3-76 15,4-3 64-15,0-4-60 0,4-5-188 0,-5-5-72 16,1 2-300-16,-4-5-296 0,0-2-288 16,-9 0-164-1,-3 0-208-15,-8-3-616 0,-8 8-2041 0,-8-11-2427 0</inkml:trace>
  <inkml:trace contextRef="#ctx0" brushRef="#br0" timeOffset="45416.865">10701 17262 8340 0,'0'0'2705'0,"0"0"-1177"0,0 0-1260 0,0 0-168 16,0 0 16-16,0 0 560 0,0 0 288 15,0 0-248-15,88 22-224 0,-53-2-76 0,6 2 60 16,-2 0-52-16,6 3-140 0,-6-3-96 15,1 4-52 1,0 2-36-16,-4 2-92 0,-9-5 0 0,1 7-8 16,-4-1 0-16,-7 1-8 0,-6-1-44 15,-7 7 44-15,-4-2-40 0,0 2-52 16,-11 3-76-16,-2-3-20 0,-10 3 36 16,-1 1 20-16,-4-1-132 15,4-3-116-15,-8-3-104 0,4-4-148 0,-4-1-80 16,-4-8-424-16,-3-4-660 0,11-8-2209 15,-20-10-2327-15</inkml:trace>
  <inkml:trace contextRef="#ctx0" brushRef="#br0" timeOffset="46169.985">13355 16684 6444 0,'0'0'792'15,"0"0"-400"-15,0 0 2728 0,0 0-1271 16,0 0-433-16,0 0-304 0,0 0-56 0,0 0 220 0,40 70-276 31,-20-31-212-31,-1 5-236 0,2 0-100 16,3 1-120-16,-5-4-140 0,1-6-192 0,1 0-60 16,-2-10-112-16,1-6-60 15,0-2-132-15,4-9-384 0,0-4-76 0,0-4-268 16,8 0-672-16,-1-12-480 0,-10 1-1625 15,2-14-2007-15</inkml:trace>
  <inkml:trace contextRef="#ctx0" brushRef="#br0" timeOffset="46495.009">13969 16745 6320 0,'0'0'5917'15,"0"0"-5057"-15,0 0-632 0,-60 63 40 0,32-31 520 16,-4 7 308-16,0 1-568 15,-4-1-528-15,4-2-152 0,5-2-260 0,3-3-132 0,7-10 28 16,2-2-464-16,6-7 228 16,5-4-224-16,1-4-105 0,3-1 113 0,0-1 72 15,0-3 404-15,7 4 400 0,-2-1 92 0,7 3 196 16,-5 4 244-16,2 2 300 0,3 7 216 16,-1 4-171-16,-2 5 27 0,-1 8-108 15,-1 2 72-15,1 6 380 16,-4-3-348-16,1 4-308 0,2-5-220 0,-3 2-92 0,0-4 12 15,0 0-76-15,-4 0-120 16,4-2-4-16,-4 2-52 0,4-7-112 0,-4 1-36 0,5-7-228 16,-5-3-64-16,3-6-276 15,1-10-388-15,0 1-968 0,0-7-2405 0,-4-7-2223 16</inkml:trace>
  <inkml:trace contextRef="#ctx0" brushRef="#br0" timeOffset="46928.986">13108 17047 3952 0,'0'0'6140'16,"0"0"-4503"-16,0 0-625 15,0 0-44-15,0 0 312 0,0 0-56 16,0 0-312-16,0 0-340 0,-28 72-264 16,8-43-220-16,-12 3-80 0,0 3-8 0,-3-3 0 15,3 0-4-15,0-5-60 16,4-2 64-16,4 2 12 0,0-5-12 15,8 0-60-15,0-3-64 0,4 3-12 0,8-6 12 16,-3 0 24-16,7-4 24 16,0 1 16-16,0-1-64 0,11 5 124 0,5-4 8 15,8 6 276-15,0-3-108 0,4 2-116 16,4 1 52-16,0-3-100 0,-1 3-12 16,1-3 0-16,-4 0-8 0,4 1-152 0,-4-3 36 15,4 0-76-15,-4 2-84 0,4-4-328 0,-4 4 96 16,0-3-140-16,-5-1-136 0,-3-2-1016 15,0-3-2177-15,0-5-647 0</inkml:trace>
  <inkml:trace contextRef="#ctx0" brushRef="#br0" timeOffset="47430.497">14753 16849 8824 0,'0'0'1912'16,"0"0"-943"-16,0 0-173 0,0 0 616 0,0 0 4 16,24 89-256-16,-8-60-336 0,8-1-344 15,4-2-120-15,8 0-40 0,8-5-24 16,3-2-48-1,5 0-28-15,1-6-84 0,-6-1-76 16,5-1-36-16,-5-2-24 0,-2 1-48 0,-6-4 48 16,-3 0 0-16,-4 4 0 15,-8-4 0-15,-4 4-124 0,-12-1 12 0,-4 7 112 0,-8 7 64 16,-13 2-64-16,-6 9-208 16,-9 2 0-16,-4 2 108 0,-4-1 12 15,-3 2-20-15,-2-1-116 0,-2-3-60 0,-1-3-64 16,4-4-96-16,0-5-116 0,5-8-260 0,3-5-364 15,4-10-480-15,12 0-1369 0,-4-3-2259 16</inkml:trace>
  <inkml:trace contextRef="#ctx0" brushRef="#br0" timeOffset="48274.55">16048 17158 6460 0,'0'0'2156'0,"0"0"-668"0,0 0-427 0,0 0 119 31,0 0 32-31,0 0 72 0,0 0-240 0,0 0-352 15,0 0-132-15,0 0 136 0,0 0 120 0,68 25-180 0,-40-16-204 16,4 1-104-16,3-1-32 0,6 1-28 16,2-7-64-16,-3 3-128 0,4-6-68 0,-4 0-8 15,-1 0-160-15,2-3-48 16,-9-3-292-16,-1-4-136 0,-3 1-128 0,-8-1-248 16,-4 4-676-16,-4 0-1108 0,-8 2-1861 31,-4 1-1451-31</inkml:trace>
  <inkml:trace contextRef="#ctx0" brushRef="#br0" timeOffset="48464.324">16144 17443 11417 0,'0'0'1792'15,"0"0"-1204"-15,0 0-476 0,0 0 144 0,0 0 604 0,0 0 108 0,0 0-316 16,0 0-324-16,112 61-132 0,-77-61-84 15,5 0-112-15,0 0-48 0,-4-4-16 16,4-2-160-16,-5-4-388 0,-3 5-396 0,0-6-584 16,-8 5-1457-16,8 0-3407 0</inkml:trace>
  <inkml:trace contextRef="#ctx0" brushRef="#br0" timeOffset="48947.186">17861 16767 7704 0,'0'0'5505'16,"0"0"-4349"0,0 0-788-16,0 0-176 0,0 0 372 15,0 0 544-15,-91-32-448 0,66 32-400 0,1 7-12 16,1 5-112-16,-5 7-12 0,4 7 12 15,-4 5 36-15,0 11 76 0,0 5 160 16,0 10 108-16,9 7-176 0,-1 6-56 0,4 0-40 16,4 2-48-16,8 2-136 0,4-8 24 15,0 1-24-15,7-7-56 0,10-9-4 0,-6-9-8 16,14-7-52-16,-1-10 60 0,8-13 4 16,3-2-4-16,9-10 0 0,4 0-120 15,-5-15-112-15,6-10-64 0,-10-5-80 0,-3-5 32 16,-4 4-24-16,-8-1 20 15,-4 0-56-15,-8 10-216 0,-5-1-264 0,-7 8-1016 16,0 2-1972-16,-15 4-1485 0</inkml:trace>
  <inkml:trace contextRef="#ctx0" brushRef="#br0" timeOffset="49114.339">17630 17424 4680 0,'0'0'3072'0,"0"0"189"0,0 0-2129 0,0 0-544 15,84 44 228-15,-56-37 136 0,3-3-104 16,1-4-360-16,4-7-224 0,0-9-164 0,0-3-100 16,4-1-424-16,-4-2-572 15,-1 0 312-15,-3 0-512 0,-8 2-780 16,-7 8-1173-16,-10 3-1983 0</inkml:trace>
  <inkml:trace contextRef="#ctx0" brushRef="#br0" timeOffset="49263.291">17961 17484 9532 0,'0'0'2461'0,"0"0"-965"0,-20 83-784 0,20-48-128 0,0 3 172 0,0 1 124 0,0 1-328 16,0-5-256-16,8 3-108 0,0 0-188 31,-1-3-100-31,2 6-536 0,-1-2-468 16,0 2-856-16,-5-9-2209 0,-3 16-2231 0</inkml:trace>
  <inkml:trace contextRef="#ctx0" brushRef="#br0" timeOffset="65069.821">8949 1991 744 0,'0'0'364'0,"0"0"-364"0,0 0-4 0,0 0-100 0,0 0-92 15,0 0-116-15,0 0-179 16</inkml:trace>
  <inkml:trace contextRef="#ctx0" brushRef="#br0" timeOffset="66530.95">8949 1991 460 0,'51'-3'1188'0,"-51"3"232"0,0 0-232 0,0 0-80 16,0 0-236-1,0 0-872-15,0 0-300 0,0 0 300 0,0 0 144 16,0 0 868-16,0 0-464 0,0 0-184 15,0 0-92-15,0 0 116 0,0-4 196 0,0 4 36 16,0 0-52-16,0 0-39 16,0 0-65-16,0-3 12 0,0 3 12 15,0 0 48-15,0-4 52 0,0 4 8 0,0 0-40 16,0 0-64-16,0 0-12 0,0 0-116 16,0 0-108-16,0 0-44 15,4 0 36-15,-4 0 40 0,5 0-100 0,2 0 20 16,1 0 28-16,-4-3 76 0,4 3 8 0,4 0-12 0,-4 0-60 0,3-3-40 15,2 3 0-15,-5 0-60 16,8-2-12-16,-4 2-28 16,8-4-20-16,-5 2-4 0,6 2 52 0,3-5-64 15,3 3 64-15,-3-5-52 0,4 2-36 16,0 0 4-16,0-1 32 0,0 3-36 16,-4-3 24-16,4 3-8 0,-5-4 20 0,-3 4-76 15,1 0 88-15,-2 3-84 0,1 0 0 16,-4-3 4-16,0 3-12 0,-1 0 80 0,2 0-84 31,-1 0 0-31,0 0-72 0,0 0 64 16,-1 0 8-16,2 0 8 0,-6 0 0 15,5 0 76-15,0 0-72 0,1 3 0 0,-2-3-8 16,2 0 8-16,-2 3 0 0,-3 0-12 16,4 0 0-16,-1 1-4 0,6-1-44 15,-1 0-48-15,-1 0 88 0,5 0-56 0,-3-3 52 16,7 4 0-16,-9-4-84 0,5 0 92 15,-4 0-4-15,0 2-92 0,0-2 40 0,-4 0 12 16,4 5 48-16,-4-5 56 16,3 0-56-16,1 0 0 0,1 0 60 0,-2 0-52 15,1 0 0-15,1 0-4 0,-2 0 0 16,1 0-8-16,0 0-8 0,0 0 4 0,-4 0 8 16,3 0 16-16,-2 0 32 0,-2 0-48 0,2 0-40 15,-1 0 40-15,-1 0 60 0,6 0-60 16,-6 0-12-16,2 0 0 15,2 0 0-15,-3 0 4 0,0 0 4 0,0 0 4 16,0 0 0-16,-4 0 0 0,0 0-64 16,0 0 4-1,0 0-12-15,-1 0 64 16,2 0 4-16,2 0-4 0,2 0-4 0,-6 0-88 16,6 0 96-16,-2 2-128 0,2-2 124 15,-6 3-56-15,6 0 52 0,-6 1 0 0,6 3 12 16,-2-5 0-16,5 4 88 15,-4-3 68-15,0 0-156 0,0 1-60 0,0-1-24 16,3 4 72-16,-2-7-100 0,3 3 40 0,8-1 72 16,-5 4 108-16,1-6 28 0,0 5-136 15,-4-3-136-15,0 2 128 0,-4-1 8 0,4 0 84 16,0-1-12-16,-5 3-72 0,-2-3-4 16,2-2-56-16,-2 4-4 15,-2-1 52-15,6 0-96 0,-2 0 84 16,2-3 24-1,-2 3 96-15,5-3 28 0,-4 0-124 0,0 0-8 16,-4 0 8-16,4 0 12 0,0 0 48 0,-4 0 0 0,4 0 4 0,-4-3-60 16,0 0-4-16,-1 3-16 0,-2 0 8 0,6-3 8 31,-2 3 0-31,2-3-4 0,2 3-4 16,2 0-4-16,1-4 12 0,-4 4 72 0,8 0-68 15,-8 0 8-15,0-2-12 0,0 2 0 16,0 0-4-16,0 0-8 0,-5 0-40 0,6 0 48 15,-2 0 4-15,-2 0 0 0,6 0 8 0,-2 0-8 16,-2-5 8-16,1 5-8 16,0 0 0-16,4 0 48 0,-4 0-44 15,0 0-4-15,-1-2-8 0,2-1-56 0,-1 3 4 16,0 0 52-16,4-3-76 0,-1-1-40 0,-2 2-36 16,-2-3 28-16,1 5 68 15,0-2 16-15,4-2 40 0,-3 2-28 0,-2-1 36 16,-3 3 8-16,0-3 100 0,0-1-8 0,0 4-16 15,-4 0-32-15,0-3-52 0,-1 3-60 16,2-4 12-16,-5 4 0 0,0-3-52 16,0 3 4-1,0 0-16-15,-4 0-20 0,3 0 8 16,-3 0 76-16,0 0 44 0,0 0-4 0,0 0-4 16,0 0 0-16,0 0-36 15,0 0 0-15,0 0 40 0,0 0-68 16,0 0 72-16,0 0 4 0,4 0 76 0,-4 0-16 15,0 0 40-15,0 0-28 0,0 0-12 16,0 0-56-16,0 0 48 0,0 0-4 0,0 0 0 0,0 0 4 16,0 0-4-16,0 0-36 0,0 0 36 15,0 0-36-15,0 0 0 0,0 0-4 16,0 0 0-16,0 0 4 0,0 0 40 16,0 0-4-16,0 0 0 0,0 0 40 15,0 0 8-15,0 0 12 0,0 0 16 0,0 0 48 16,-4 0-64-1,4 0-8-15,0 0-16 16,0 0-72-16,0 0-8 0,-3 0 4 0,3 0-4 16,0 0 0-16,-4 0 44 0,4 0 160 15,0 0-136-15,0 0-64 0,-4 0-4 16,4 0-4-16,-4 0-12 0,-4 0-84 16,3 0-76-16,-6 0-264 0,-1 0-312 15,-4-3-272-15,-8 1-764 0,8-2-3052 0,-28-5-4977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02T07:17:04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7609 8938 8988 0,'0'0'4889'0,"0"0"-3069"0,0 0-928 0,0 0-408 0,0 0-84 32,0 0 208-32,0 0 240 0,0 0-280 0,36 15-116 15,-8-5 120-15,8-1-72 0,8 1-160 16,0 2-96-16,8-5-12 0,-5-1-23 16,5 0-89-16,0-2-36 0,-5-4-40 15,2 0-44-15,-2 0-12 0,-6 0-48 0,-6 0 0 16,-3 0 60-16,-4 0-60 0,-9 0-16 15,-2 0-20-15,-10 0-25 0,-3 0-3 0,-4 3-20 16,0 3-36-16,-4 6 180 0,-7 5 0 16,-9 4-60-16,-8 9-132 0,-4 2 92 0,-8 2 28 15,-3 1 64-15,-9 7 4 0,0-1 4 16,-4 0 0-16,-4 3 0 0,5-2 8 16,-1-2 52-16,4 2-48 0,5-1 96 15,6-6-104-15,9-3-8 0,8-3-4 0,5-1-4 16,11-5-76-16,3-4 28 0,5-7 48 31,9 4 12-31,6-6 8 0,9-1 212 0,8-2 60 0,8 2 12 16,4-6-51-16,7 0 15 0,-2 1-88 0,7-4 232 15,-5 0-96-15,1 0-160 16,-4 0-48-16,-1 0-96 0,2 0 0 16,-6-4-48-16,-7-2-12 0,4 3 0 0,-8-3-24 15,0-1-12-15,-4-2-184 0,-5-1-132 16,5 1-49-16,-4-4-207 0,-4 0-344 15,0-3-572 1,0 1-980-16,-4 2-1824 0,4-13-2221 0</inkml:trace>
  <inkml:trace contextRef="#ctx0" brushRef="#br0" timeOffset="245.699">8844 9128 3816 0,'0'0'9353'16,"0"0"-7829"-16,0 0-1196 0,0 0 212 15,0 0 1004-15,0 0-24 16,-91 29-352-16,67-17-508 16,-3 4-268-16,-1 0-136 0,-4 7-28 15,-5 4-92-15,-6 2-28 0,-1 6-48 16,-4 7-48-16,-4 2 32 0,-3 4-44 0,-1-1-4 16,4-3 0-16,0 4-116 0,5-7-48 15,7-2-76-15,-4-4-60 0,12-4-52 16,0-5-72-16,8-4-60 0,5-3-176 0,2-3-460 15,6-7-560-15,7-6-612 0,-1 0-765 0,5-3-2543 16</inkml:trace>
  <inkml:trace contextRef="#ctx0" brushRef="#br0" timeOffset="1389.149">9969 9388 5928 0,'0'0'5561'0,"0"0"-4329"0,0 0-428 0,0 0-16 0,0 0 196 16,0 0 76-16,99 11-200 0,-71-6-328 16,4 1-236-16,0 1-120 0,-4 0-140 15,3-5-36-15,-6 4-52 16,3-2-32-16,-5-4 20 0,-3 3-180 15,0-3-292-15,-4 4-272 0,-5-4-300 16,-6 2-740-16,-1 2-2309 0,-4 2-3067 0</inkml:trace>
  <inkml:trace contextRef="#ctx0" brushRef="#br0" timeOffset="1565.288">10004 9657 7688 0,'0'0'324'15,"0"0"3881"-15,0 0-3169 16,0 0-144-16,0 0 180 0,0 0 236 0,0 0-224 16,0 0-144-16,84 33-252 0,-57-27-272 15,1-6-208-15,0 0-208 0,0 0-8 16,0 0-164-16,4-3-256 0,0-3-320 0,0 0-356 16,-1-1-648-16,-6 4-1264 15,10-4-2957-15</inkml:trace>
  <inkml:trace contextRef="#ctx0" brushRef="#br0" timeOffset="2016.432">11789 9439 6492 0,'0'0'5781'16,"0"0"-4249"-16,0 0-520 0,92 16-456 0,-56-9 208 0,3 2 80 15,-7-4-288-15,4 0-244 0,-4 1-188 16,-1-6-120-16,2 0-4 0,-1 0-64 15,0-6-32-15,-4-7-400 0,4-6-744 0,-5-4-640 16,-7 7-2505-16,4-19-2803 0</inkml:trace>
  <inkml:trace contextRef="#ctx0" brushRef="#br0" timeOffset="2311.44">12080 8988 4956 0,'0'0'5828'0,"0"0"-4079"16,0 0-753-16,0 0-20 0,-16 83 248 0,16-48 32 16,0 6-352-16,0 9-260 0,8 4-152 0,0 10 0 15,-1 3-40-15,2 2-72 0,-1 8-136 16,0-1-112-16,0 3-132 0,-4 1-12 16,0 0 4-16,-4-1-64 0,4-7 72 0,-4-2 0 15,0-9 12-15,4-7-12 16,-4-9 4-16,0-18-4 0,0-4-12 0,0-10-100 0,4-7 28 15,-4-3-24-15,0-3-140 16,0-6-348-16,0-10 16 0,-8-12-148 16,0-7 148-16,-1-17-340 0,-2-8-352 0,-1-13-448 15,4-3-1097-15,4 19-1995 0,-4-29-1240 16</inkml:trace>
  <inkml:trace contextRef="#ctx0" brushRef="#br0" timeOffset="2588.453">12467 9283 6372 0,'0'0'3156'16,"0"0"-1659"-16,0 0-313 0,99 45 232 0,-67-29-120 15,-4 0-252-15,-4 3-328 16,0-4-316-16,-5 8-68 0,-2-4 16 16,-6 2 84-1,-3 3-12-15,-4 1-124 0,-4 0-136 0,0 4-84 16,-4-1-76-16,0 1-12 0,-4-7-36 15,1-4 40-15,-2-4 8 0,5-4 100 0,4-8 48 16,0-2 84-16,0 0 0 0,0-2-108 16,-4-5 44-16,4-5-168 15,0-7-64-15,0-4-56 0,0-3-40 0,4-5 48 16,9 2-48-16,-2 4-24 0,6-1 0 16,-2 0-108-16,5 5-240 15,0-2-312-15,0 2-352 0,0 1-848 0,-4 5-2645 0,12-4-2775 16</inkml:trace>
  <inkml:trace contextRef="#ctx0" brushRef="#br0" timeOffset="2931.697">13176 9506 11145 0,'0'0'1784'0,"0"0"-1032"0,0 0 100 0,0 0 744 31,0 0-84-31,0 0-708 0,0 0-472 0,0 0-60 16,0 0-64-16,99 28-72 15,-71-47-136-15,4-3-180 0,4-7-212 0,-4-3-176 0,-1-1-124 0,-3 0 20 16,-7 1-32-16,-6 4-36 0,-2 2 172 16,-6 8 60-16,-7-1 80 0,0 5 172 15,-11 5 256-15,-2-1 24 0,-6 4 460 0,-5 6 112 32,4 0-180-32,-5 13 124 0,2 2 16 0,3 10 56 0,0 8-52 15,4 8-76-15,-4 0-40 16,5 7 36-16,2-4 108 0,1 1-108 15,5-7-236-15,2-10-244 0,5-2-60 16,0-10-88-16,0-7-196 0,9-6-144 0,6-3 20 0,1 0-188 16,4-9-248-16,8-7-624 0,-4-3-460 15,4-6-444-15,-4 2-749 16,-5 4-1439-16,9 0 1388 0</inkml:trace>
  <inkml:trace contextRef="#ctx0" brushRef="#br0" timeOffset="3180.125">13582 9490 2688 0,'0'0'4148'0,"0"0"-1304"0,0 0-359 16,48 70-329-16,-28-48-468 0,-4-3-548 0,3-10-432 15,1 1-240-15,5-6-36 0,-1-4-88 16,-1-7-344-16,5-6-48 0,0-9-100 0,0-3 36 16,0-7-132-16,-4-3-104 0,0 2 128 31,-8 2 20-31,-5 4 200 0,-2 7 12 16,-9 1 88-16,0 9-24 0,-9 4 60 0,-2 2 124 15,-10 4-76-15,2 7-176 0,-1 9 116 16,-4 6-16-16,0 10 92 0,0 2-4 0,0 8-24 15,4-1 72-15,4 0-24 16,0-3-220-16,8-2-60 0,4-4-124 0,1-7-136 16,3-3-196-16,3-10-100 0,5 1-92 0,9-6-260 15,2-4-344-15,9-3-244 16,4 0-504-16,-4 0-965 0,11-6-2899 0</inkml:trace>
  <inkml:trace contextRef="#ctx0" brushRef="#br0" timeOffset="11391.289">15303 9293 7596 0,'0'0'1596'0,"0"0"-628"0,0 0-11 0,0 0 19 0,-4-76 520 15,1 56 176-15,-6 8-676 0,5-1-148 16,-4 4 20-16,1 3-188 0,-2 2-152 15,-3 1 96-15,1 3-220 0,-2 0-64 16,2 7 272-16,-6 8-212 0,6 7 25 0,-1 10 123 31,3 6-308-31,6 10-144 0,-1 3-20 0,4 3-76 16,0 0-36-16,4-7-52 0,3-5-68 16,2-10 24-16,6-11-28 15,-2-8 64-15,2-7-108 0,2-6-53 0,2-6 185 16,5-10-196-16,0-6-60 0,0-9-220 15,0-4-236-15,-4-6-172 16,0-1-20-16,-4 4 284 0,-4 3 80 0,-4 0 232 0,-4 7 28 16,-4 1 0-16,0 8 128 15,0 5 224-15,0 7 60 0,0 3 208 16,-4 4-268-16,4 6 100 0,0 11-100 0,0 4 324 16,0 9-236-16,4-2 280 0,-4 4 192 15,4-4-484-15,-1-5-76 0,1-1-236 16,1-10-252-16,3-1-244 0,0-9-48 15,3-2 84-15,-2-15 24 0,2-8-196 16,-3 1-1473-16,5-29-3071 0</inkml:trace>
  <inkml:trace contextRef="#ctx0" brushRef="#br0" timeOffset="11768.466">15805 8251 3452 0,'0'0'5372'16,"0"0"-3896"-16,0 0 597 0,0 0-301 0,16 74-348 16,-12-36-44-16,-4 12-484 0,0 8-268 15,0 12-184-15,-4 13-224 0,-4 5-220 16,0 7 0-16,0 4 160 0,1-8 124 0,-2-8-64 0,9-16 24 16,0-17 76-16,0-9-28 0,0-15-196 0,9-7-96 15,-6-6-156-15,5-10-40 0,0 4 36 16,4-7 100-16,4 0 56 15,4 0-72-15,8-3-8 0,-4 3 72 16,8 0 12-16,-4 0 60 0,-1 6-56 16,1 3 0-1,-4 4 0-15,0 0 0 0,-8 3-4 0,-4-1 100 0,-4 4 36 16,-4 4 32-16,0-4-8 0,-4 2 8 0,0 5 4 16,-12-3-88-16,1 2-32 15,-2-3 8-15,-2 0-60 16,-2-5-72-16,2-5-248 0,2-3-8 0,6-2-64 15,-1-3 40-15,4-4-68 0,-5-7-244 0,5-6-384 16,-3-6-840-16,7-6-316 0,-4 2-641 0,4-15-1955 16</inkml:trace>
  <inkml:trace contextRef="#ctx0" brushRef="#br0" timeOffset="12099.395">16387 9243 1812 0,'0'0'8284'16,"0"0"-6659"-1,0 0-445-15,32 69 484 0,-25-50 28 0,-2-10-412 0,3 1-696 16,0-7-412 0,-1-3-124-16,6 0 164 0,-1-6 48 0,8-10-4 15,-5-3-256-15,6-10-12 0,-6-3-260 16,1 1-244-16,-4-1-28 0,-3 4-4 16,-6 2 140-16,-3 8 44 0,-8-2-116 0,-4 7 80 15,-8 1-68-15,-3 3-60 0,-1 2 196 0,-4 7 332 16,0 9 496-16,0 10-132 0,7 10 152 15,2 6 64-15,7 6 36 0,0 7-120 0,4-1 12 16,8 8 36-16,0-1 112 0,0-1-44 0,0-2-196 16,12-10-320-16,4-6-96 0,0-8-192 31,4-13-104-31,4-7 152 0,-5-3 140 0,6-8-52 0,-1-9-140 0,0-9-160 16,4-10-260-1,-5-6-192-15,1-3-300 16,0-9-316-16,-5-2-544 0,6-5-757 0,-9 13-1407 0,8-33-612 15</inkml:trace>
  <inkml:trace contextRef="#ctx0" brushRef="#br0" timeOffset="12320.617">16806 8525 7504 0,'0'0'2800'0,"0"0"-1395"0,0 0-597 16,0 0 468-16,0 0 328 15,0 0-160-15,3 72-388 0,1-37-116 0,-4 7 64 0,4 12 0 16,-4 3-252-16,0 7-191 15,0 8-221-15,0 4-280 0,0 7-60 0,-8 0-96 16,5 3-172-16,-1-7-72 0,4-8 11 16,0-19-83-16,0-7 8 0,4-16 76 0,3-17-124 15,5-9-88-15,4-3-508 16,0-12 184-16,4-13-664 0,0-7-1012 0,-4 4-2233 0,8-16-679 16</inkml:trace>
  <inkml:trace contextRef="#ctx0" brushRef="#br0" timeOffset="12447.277">17040 9224 4940 0,'0'0'2488'0,"0"0"684"16,0 0-935-16,0 0-533 0,28 91-444 0,-24-56-404 16,0 0-172-16,-4 0-28 0,0 2 12 15,0-1-80-15,0-4-208 0,0-4-192 0,0-2-188 16,0-6-220-16,-4-9-148 16,4-1-520-16,-4-6-164 0,0-4-488 0,-3 0-1092 0,-1-14-4077 15</inkml:trace>
  <inkml:trace contextRef="#ctx0" brushRef="#br0" timeOffset="12610.773">16929 9064 13509 0,'0'0'2176'0,"0"0"-1572"0,0 0-356 16,0 0 16-16,0 0 284 0,0 0 320 0,0 0-316 15,92-2-304-15,-64-3-248 0,-1 5-148 16,9-2-208-16,-4 2-16 0,4 0-332 15,-4 0-860-15,-4 0-1452 0,4 7-4865 16</inkml:trace>
  <inkml:trace contextRef="#ctx0" brushRef="#br0" timeOffset="13148.598">17694 9121 1604 0,'0'0'6912'0,"0"0"-5124"0,0 0-539 0,0 0 291 15,0 0 124-15,0 0-496 0,0 0-352 0,-64 73-116 16,48-24 216-16,5 4 56 0,-6 4-288 16,2 0-48-16,2-5-100 0,6-11-304 15,3-10-232-15,4-8-112 0,0-11-92 16,4-6 192-16,3-2-124 0,10-4 128 15,2-7-88-15,1-8-28 0,8-8-108 0,0-8-172 16,0-8-72 0,0 1-4-16,-1-3 64 0,-3 0 180 15,0 6 4-15,-7 2-76 0,-2 8 108 0,-3 10 140 16,-7 3 60-16,-2 8 8 16,-3 4 188-16,4 0 384 0,-4 9-100 15,0 7 48-15,4 3-112 0,-4 7-72 16,0 2-76-16,0 1-96 0,0-1-84 0,0-4-88 15,0-3-96 1,0-2-136-16,0-7-136 0,0-1-416 0,0-5-260 16,0-6-620-16,0 0-896 0,0-6-1437 0,8-11-1215 0</inkml:trace>
  <inkml:trace contextRef="#ctx0" brushRef="#br0" timeOffset="13410.659">17989 9318 1436 0,'0'0'9192'0,"0"0"-6679"15,0 0-1277-15,0 0-340 0,44 64-68 0,-36-42 0 16,-1 0-180-16,1-3-152 15,1-2-188-15,2-5-168 0,-3 1-132 0,8-7-16 16,-4-6 8-16,4 0-12 0,0-6-112 16,0-10 116-16,0 0-104 0,4-3-48 0,-5-4 12 15,6 2-16-15,-5-2 4 0,3 7 24 16,2 1-12-16,-2 5 36 0,-3 3 0 16,0 4 12-16,0 3 100 0,1 0 160 15,-6 7 200-15,1 2 100 0,0 7-176 0,0 0-160 31,-4 0 12-31,0 1-124 0,0 1 60 16,-4 1-72-16,-4 2-4 0,4-2-80 0,-4 1-152 16,0 2-556-16,0-3-568 0,0-3-952 15,-4 3-4149-15</inkml:trace>
  <inkml:trace contextRef="#ctx0" brushRef="#br0" timeOffset="14013.372">19749 9131 10676 0,'0'0'481'16,"0"0"-317"-16,-83 29-112 0,52-10 412 0,-1 3 444 16,4 9 280-16,0 1-112 0,8 7-396 15,8-2-140-15,-1 2-152 0,10-5-336 16,3-4-52-16,0-5-312 0,0-6-168 0,7-3 76 15,2-7 204-15,-5-3 200 0,4-2 24 16,3-4 40-16,2 0 100 0,2-10-28 16,2-6-44-16,3-4-92 0,-1 1-88 0,-2-2 52 31,2 2 36-31,-3 1 12 0,0 4 36 16,0 4-48-16,-1 7-88 0,6 3 88 15,-5 3 100-15,3 16 164 0,-2 7 28 0,2 9-144 16,1 6-72-16,-3 3 24 15,-2 4-52-15,-3 3-40 0,-3 0 56 0,-6 3 0 0,-3 1 48 16,0 1 48-16,-7 7 4 16,-14 1 44-16,1 0 52 0,-8 2-96 0,-4 1-4 15,-3 0-24-15,3-7 12 0,-4 0 24 16,-3-8 12-16,7-8-108 0,0-10 8 0,4-8 52 16,0-14 12-16,4-9 36 0,3-3-184 15,6-19 0-15,-1-9-196 0,4-11-112 16,4-18-12-16,4-12-76 0,4-13-124 0,4-14-512 15,8-5-568-15,12-1-968 0,-9 22-1833 16,26-24-415-16</inkml:trace>
  <inkml:trace contextRef="#ctx0" brushRef="#br0" timeOffset="14546.421">20247 9074 11385 0,'0'0'1388'0,"0"0"-840"0,0 0-152 0,0 0 340 16,88 60 184-16,-75-34-12 0,-9 2-336 15,-4 8-36-15,0 2-28 0,0 3-76 16,-13 6-160-16,-2 2 84 0,-2-3-120 16,-2 2-16-16,-1-4-12 0,4-2-36 15,4-14-108-15,4-6-64 0,0-8 0 16,8-11 12-16,0-3-12 0,0-10-120 16,8-6-64-16,7-12 172 0,2-7-112 15,7-10-12-15,0-10-220 0,-1 2-208 0,5-1-4 16,4 3 20-16,-4 1-24 15,4 2-144-15,0 7-240 0,-1 9-452 0,-3 7-448 16,-3 5-257-16,-5 11 193 0,-9 6 532 0,1 6 1388 0,1 6 272 16,-6 14 1844-16,-3 2-368 0,0 4-411 15,-4 5-105-15,0 8-64 32,0 2-68-32,-4 4-128 0,0-4-124 0,4-3-104 15,-4-5-200-15,4-9-200 0,0-4-244 16,8-10-92-16,0-3 4 0,1-4-12 0,2-6-100 15,5 0-36-15,0-6 28 0,4-7-216 16,-1-9-68-16,2-3-68 0,-1-5 112 16,-1 2 60-16,-2-1 88 0,-2-2 52 15,-6 2 88-15,-1 1 60 0,-8 3 12 0,0-1 76 0,-8 3 52 16,-1 4 20-16,-6 7 104 16,2 5 208-16,-2 4 120 0,-2 3-256 15,6 13-152-15,-10 3-112 0,10 7-64 0,-6 4 140 16,2 5 76-16,3-3-4 0,4-1-72 0,4-5-148 15,0-7-192-15,4-3-288 16,4-6-260-16,8-5-92 0,0-2-308 16,8 0-232-1,7-13-640-15,6-9-845 0,-10 6-1675 0,22-19-687 0</inkml:trace>
  <inkml:trace contextRef="#ctx0" brushRef="#br0" timeOffset="14799.413">21080 9197 8376 0,'0'0'3101'0,"0"0"-661"16,0 0-408-16,5 67-664 0,-5-35-268 0,0-3-264 15,0 3-212-15,-5-4 12 16,5-6 48-16,0-3-260 0,0-2-228 0,0-9-184 0,5-4 85 16,6-2-97-16,1-2-72 15,4 0-25-15,0-8-3 0,4-5-80 0,0-6 8 0,3-4-72 16,2 1-72-16,-5-3 108 0,4-1 28 0,-5 4-4 16,-2-1 24-16,-2 4 24 15,-2 7 40-15,-6-1 24 0,1 10-52 0,-4 3 124 16,-4 0 136-16,5 7 292 0,-1 6 12 15,-4 2-88-15,0 4-144 0,0 1-124 0,4 2-12 16,-4-3-72-16,0-3-48 0,0-4-120 16,3-2-52-16,5-4-344 0,-4-2-400 15,5-4-392-15,2 0-840 16,-3-7-1896 0,5-9-2565-16</inkml:trace>
  <inkml:trace contextRef="#ctx0" brushRef="#br0" timeOffset="15261.055">21686 9192 11101 0,'0'0'2764'0,"0"0"-1956"15,0 0-616-15,8 72 336 0,-8-37 856 0,0 0 16 16,0 10-268-16,-4 5 8 0,0 4 381 0,0 3-249 0,-7 7-460 16,-2 3-224-16,1 2-68 0,-4 4-64 15,-3 4-164-15,2-4-112 0,2 3 24 0,-2-9-204 16,6-4-84-16,2-12-268 0,5-9-80 15,4-14-24-15,0-9 20 0,0-13-120 16,0-6-348-16,4-3 116 0,1-16 352 0,3-6 239 16,-1-14-43-16,1-8 8 15,1-10-428-15,-5-11-292 0,-4-4-56 0,0-7-280 32,-4-7 328-32,-5 0-260 0,-2-5-316 0,3 5-408 15,-1 3 579-15,9 10 1105 0,0 12 260 16,13 11 648-16,2 11 113 0,5 8 215 0,1 5 84 15,-2 7-60-15,-3 4 48 0,5 5-16 16,-2 1-172-16,5-1-264 0,0 4-128 16,-1-1-84-16,1 5-52 0,4 2 12 0,-3 0-52 15,3 5-12-15,-4 8-48 0,-1 3-180 16,-3 6-4-16,-3 3 0 0,-2 7-48 0,-11 3-8 16,0 0-112-16,-4 4-200 15,-8-2-120-15,-7 1 8 0,-6 0 4 0,-3 1-68 16,-4-7-20-16,0-1-32 0,-4-2 24 15,0-10-80-15,4-3-176 0,0-7-280 0,2-6-944 16,9-3-2261-16,-11-5-3638 16</inkml:trace>
  <inkml:trace contextRef="#ctx0" brushRef="#br0" timeOffset="15711.366">22698 9353 9880 0,'0'0'1461'0,"0"0"-705"16,0 0 140-16,0 0 604 0,-75 92-24 0,62-54-264 16,2 4-392-16,3-1-164 0,3-3-68 0,1-6-160 15,4-6-256-15,4-14-172 16,9-3 0 0,6-9-60-16,5-2 52 0,4-11 4 0,4-12-80 15,4-5-76-15,4-4-76 0,-4-5 116 16,-4 5 44-16,0 2 68 0,-4 3 8 15,-9 4 4-15,-3 6 48 0,-8 0-40 0,-4 3 60 0,-4 3-72 16,0 4-124-16,-8-1 124 0,-7 4-232 16,2 6-40-16,2 0 40 0,2 0-64 15,1 0 8-15,4 3-120 0,4 0-200 16,4-3-664-16,4 4-688 0,12-4-176 0,0 0-489 16,0-4-1559-16,16-5-320 15</inkml:trace>
  <inkml:trace contextRef="#ctx0" brushRef="#br0" timeOffset="15814.497">23149 9299 3788 0,'0'0'3044'15,"0"0"-448"-15,83 0-339 0,-47 7-325 0,4-1-172 0,-1 0-476 16,6-6-428-16,2 0-508 0,1-9-268 0,-4-4-80 0,-1-7-164 16,2-5-268-16,-6-2-204 15,-3-9-168-15,-4 1-492 0,-4 0-1396 0,-8 7-2045 16,-5-7-1207 0</inkml:trace>
  <inkml:trace contextRef="#ctx0" brushRef="#br0" timeOffset="16053.27">23587 8838 380 0,'0'0'9984'0,"0"0"-7427"0,0 0-789 0,-96 13-472 0,80 7-368 16,4 2-232-16,0 6-188 16,4 4-152-16,4 7 88 0,0 1 316 15,4 11-160-15,4 4-160 0,8 1-60 0,0 12-76 16,4-2-160-16,0 7-60 0,-4 0-84 16,0 3-4-16,0 0-80 0,-5 4-88 0,2 2-180 15,-5-2-24-15,0-4 32 0,-4-3 52 16,4-3-100-16,0-4 172 0,-4-6-124 31,0-2-160-31,0-4 220 0,-4-10-12 0,0-2 148 0,-4-10 48 16,8-10-212-16,-5-11-644 15,5-4-204-15,-4-7-4 0,1-7-148 0,-5-7-432 0,4 1-429 0,-8-25-2375 0</inkml:trace>
  <inkml:trace contextRef="#ctx0" brushRef="#br0" timeOffset="16500.878">24339 9525 8504 0,'0'0'2148'16,"0"0"-335"-16,0 0-701 0,80-3 156 15,-48 3-200-15,-4 3-252 16,4 0-316-16,-4 3-140 0,0 4 48 0,-9-1-148 15,2 7-12-15,-5 3-28 0,-8 6-24 0,-1 1 12 16,-7 3-48-16,0-1-152 0,-11 4 56 16,-2-3-60-16,2-4 44 0,-6-3-40 0,6-6 4 15,3-7 76-15,-1-2 32 16,6-7-120-16,-1 0-80 0,0-7-56 0,4-9-292 16,0-5 120-16,0-11 0 0,8-10 24 15,4-5 36-15,7 0-24 0,9-8-128 0,0 8-120 16,8-1-324-16,8 3-456 0,0 4-1004 15,-8 13-2145-15,23-11-1739 0</inkml:trace>
  <inkml:trace contextRef="#ctx0" brushRef="#br0" timeOffset="16832.938">25276 9328 12985 0,'0'0'1992'0,"0"0"-1112"0,-76 96-412 0,36-52 928 16,-3 13 316-16,-1 3 24 0,0 1-463 15,4-4-413-15,8-3-208 0,13-10-276 0,6-9-376 16,9-9-36-16,4-7-340 0,8-7 52 16,4-9 80-16,4-3 232 0,8-3-96 15,4-16-24-15,8-6-100 0,4-13-152 16,-4-1 20-16,3-5-185 0,-7 6 49 16,0 3 64-16,-8 0 104 0,0 7-44 0,-8 2-324 15,0 0-12-15,-8 11 192 0,-4 2 288 16,0 10 232-16,0 3 284 0,-4 0 236 0,0 6-64 15,0 7-136-15,0 6 96 16,0 0-12 0,0 7-16-16,0-1-44 0,0 1-28 0,0-5-212 15,0-2-104-15,0-3-144 16,0-6-112-16,3-4-256 0,2-3-224 16,-1-3-120-16,0 0-332 0,4-9-1392 0,-5-4-2313 15,10-9-2719-15</inkml:trace>
  <inkml:trace contextRef="#ctx0" brushRef="#br0" timeOffset="17135.048">25499 9443 10664 0,'0'0'2633'0,"0"0"-1453"0,0 0-472 0,0 0 364 0,0 0 60 15,0 0-16-15,28 72-320 16,-28-47-280-16,0 1 96 0,0 0 228 0,0-5-364 0,0-2-327 16,0-5-149-16,0-5-133 15,0-2 9-15,4-5-180 0,4-2-156 16,0 0-4-16,4-2 256 0,3-11 24 0,6-4-160 15,3-5-8-15,0 0-68 0,-1 0 28 16,1-4 156-16,0 8 124 0,-8 2-12 16,0 6 0-16,-4 1 28 0,-4 5 8 15,0 4 88-15,-4 4 372 0,0 8 316 0,-4 1-108 32,8 6-212-32,-4 3-248 0,-4 0-116 0,4 2 48 15,0-6 44-15,-4 1 64 0,4 0-64 16,-4-6-96-16,0-5-72 0,4-1-100 15,0-3-540-15,0-4-408 0,8-11-432 0,-4-3-828 16,3 1-2349-16,2-23-4798 0</inkml:trace>
  <inkml:trace contextRef="#ctx0" brushRef="#br0" timeOffset="17514.671">26124 8975 12297 0,'0'0'1684'0,"0"0"-1200"16,4 93-192-16,-4-45 688 0,0 11 796 16,0 4-84-16,-4 5-432 0,0 1-408 15,4-5-352-15,0-4-367 0,0-9-133 16,0-7-353-16,13-9-475 0,2-13-100 16,6-5-100-16,7-14-160 0,7-3 316 15,5-16-800-15,3-7-996 0,2-5-345 0,-2-4-91 16,-6-3 888-16,-10 4 1148 15,-3-1 340-15,-8 1 348 0,-4 1 380 0,-12 5 1436 0,0 6 752 0,0 7 684 16,-12 5 217-16,-4 4-317 0,-3 3-844 31,-2 6-828-31,-3 7-552 0,-4 0-192 0,0 7 16 0,5-2 20 16,3 4-84-16,4 1-100 16,4-2-60-16,4 2 60 0,4-1-12 15,0-3-60-15,4 0-28 0,0 3-100 0,4-6 4 0,4 4 76 0,0-5-76 16,3 1-12-16,6 0-12 0,3-4-76 0,-1-2-204 15,9-4-64-15,0 1-108 0,4-4-152 16,0 0-52-16,4-3-376 16,-1 0-1028-16,-7 0-2093 0,17 3-1423 0</inkml:trace>
  <inkml:trace contextRef="#ctx0" brushRef="#br0" timeOffset="17952.509">27168 9303 17097 0,'0'0'2848'0,"0"0"-2164"0,0 0-684 0,0 0 0 0,0 0 60 15,0 0 292-15,84-83-132 0,-44 45-220 16,-1-6-56-16,10-4 56 0,-1 1 8 16,-1-2 40-16,1 5 24 15,-4 3-8-15,0-4-4 0,0 7 36 0,-9 3-88 16,-7 7 0-16,-4 9-8 0,-8 6-4 0,-7 7-68 16,-6 6 72-16,-3 0 84 15,0 3 124-15,0 7-3 0,0 8-105 0,-3 11 32 0,-6 15-24 16,-3 10-96-16,5 10 36 15,-6 6-40-15,1 6 68 0,5 0 56 16,-6 6-12-16,5-2-36 0,1-4-36 0,-2-7-48 16,5-8 0-16,4-10-84 0,0-10-60 15,0-8-136-15,0-5-377 0,4-6-131 16,1-6-32-16,-5-7-160 0,0 1-848 16,-9-7-1328-16,-2 0-1865 0,-17 1-987 0</inkml:trace>
  <inkml:trace contextRef="#ctx0" brushRef="#br0" timeOffset="18115.787">27304 9757 3828 0,'0'0'11805'0,"0"0"-9373"0,0 0-1764 0,0 0-384 0,0 0 60 15,0 0 144-15,107 54 100 0,-63-48-112 32,8-6-172-32,4 0-12 0,0-4-112 0,4-5-180 0,-9-1-116 15,1-2-284-15,-4-1-124 0,0 4-136 16,-9-4 12-16,2 3-128 0,-6 4-560 15,-11 0-1632-15,4 3-4077 0</inkml:trace>
  <inkml:trace contextRef="#ctx0" brushRef="#br0" timeOffset="22670.139">3952 12821 468 0,'0'0'952'0,"0"0"-180"0,0 0 140 0,0 0 156 15,0 0 52-15,0 0-220 0,0 0-496 0,0 0-276 16,56-70 132-16,-49 53 2556 0,2 2-1179 15,-1-1-621-15,-1-3-200 0,-3 3 240 16,5-3-120-16,-5 0-32 0,0 3-40 0,-4-3-108 16,0 7-36-16,0-5 4 15,-8 8 60-15,-5-4-160 0,-2 1-212 0,-1 2-108 16,-5 0-96-16,-2 4-88 0,-1-3-92 31,4 2-28-31,-3 4 0 0,2 0 0 0,1 3-52 0,-4 0 52 16,5 0-120-16,-5 9-12 15,-1 7-100-15,-3 3 48 0,5 13 0 0,3 3 52 16,-4 13-28-16,8 6 16 16,0 6-52-16,4 6 72 0,0 1 16 0,4 3-16 0,1 0 40 0,7-3-4 15,0-4-20-15,0-2 108 0,11-4-12 16,5-7 12-16,0-6 0 16,4-2 36-1,0-10-32-15,0-3-4 0,0-11 72 0,4-5-72 16,-1-3 8-16,-2-4 4 0,3-3 64 15,-5-3-4-15,1 0-60 0,1-6 88 16,-6-4-40-16,1 1-60 0,-8-7-296 0,0-3-228 16,-4 0-144-16,0-4-408 0,-4-2-824 15,-4-4-996-15,-4 11-2089 16,-8-8-1019-16</inkml:trace>
  <inkml:trace contextRef="#ctx0" brushRef="#br0" timeOffset="22982.238">3689 13211 6472 0,'0'0'2924'15,"0"0"-1416"-15,0 0-735 0,0 0 419 16,0 0 196-16,0 0-100 0,0 0-356 16,0 0-236-16,92 35-200 0,-68-29-72 0,-1 0-152 0,5-2-156 15,-4-1-116-15,0-3-108 0,0 0 8 16,0 0-36-16,0-7-296 0,0 1-400 0,0-3-148 16,-5 2 288-16,2 1-688 15,-10-1-576-15,2 0-105 0,-9 5 417 0,-4 2 264 16,0 0 392-16,0 2 728 0,0 5 260 15,0 0 1212-15,-8 3 112 0,3-1 12 0,1 7-56 32,-4 3-251-32,5 0-185 0,-1 3-204 15,0 4-208-15,0-1-60 0,4 4 32 16,-5-1 164-16,5 4 112 0,-4 0-304 0,0-4-200 16,1 5-160-16,3-5-16 0,0 0-148 0,0-6-40 15,0-3-152-15,0-3-656 16,7-6-260-16,2-7-848 0,-1 0-1973 0,-1-6-755 0</inkml:trace>
  <inkml:trace contextRef="#ctx0" brushRef="#br0" timeOffset="23386.787">4705 13477 364 0,'0'0'7268'16,"0"0"-6336"0,0 0-336-16,0 0 608 15,0 87 481-15,0-62-317 0,0 0-492 0,-4-6-392 0,-1 0-196 16,2-6-176-16,3-4-112 0,0-2-204 15,0-7-60-15,0 0-444 16,0 0-352-16,0-4-488 0,0-2-1337 0,8-13-3419 16</inkml:trace>
  <inkml:trace contextRef="#ctx0" brushRef="#br0" timeOffset="23597.635">5199 13112 10496 0,'0'0'1945'16,"0"0"-1257"-16,0 0 432 0,0 0 656 0,79 54-28 15,-55-41-268-15,4-3-500 0,4-1-504 16,0-3-316-16,4-6-160 0,-1 0 0 16,-2-2-88-16,3-9-116 0,0-4-188 15,-1-3-344-15,-3-1-384 0,-4-8-592 16,-7 12-2232-16,-2-11-3045 0</inkml:trace>
  <inkml:trace contextRef="#ctx0" brushRef="#br0" timeOffset="23873.117">5358 12823 9440 0,'0'0'1565'16,"0"0"-1177"-16,0 0 392 0,0 0 768 15,0 0-220-15,0 0-472 0,0 0-276 0,0 0-8 16,-35 89 176-16,35-50-84 0,4 5-156 15,3 10-32-15,6 6-96 0,-2 3-148 16,-3 8-84-16,5 2-52 0,-9 6-20 16,-4 1-64-1,0 3-12-15,0-5 0 0,-4 2-60 0,-5-7 48 16,1-7 4-16,1-5-44 0,-1-11 4 16,-1-5-60-16,1-13 8 15,5-7-8-15,-1-9-64 0,4-10-124 0,0-6-208 0,0 0-236 16,0-13 72-16,0-9-476 0,0-6-80 15,0-13-524-15,4 8-765 16,3-30-2283-16</inkml:trace>
  <inkml:trace contextRef="#ctx0" brushRef="#br0" timeOffset="24163.732">5796 13103 10997 0,'0'0'1808'0,"0"0"-1436"16,0 0-144-16,88 22 280 0,-67-6 240 31,-2 3 72-31,-3 7 124 0,-4-4-280 0,0 6-256 16,-4 1-72-16,-4-1-128 0,0 4 64 15,-4 1-112-15,-4 0-12 0,-4 3-72 16,-4-8-16-16,4 1 16 0,-4-7-28 0,0-3 24 16,4-10 16-16,8-2 48 15,-4-7 108-15,4 0 52 0,0-2-28 0,0-15-268 16,0-5-136-16,4-10-96 0,4-9 36 15,4-7 100-15,0-3-140 0,4 1-44 0,-4 2-152 16,4 7-136-16,4 3-40 0,-4 6-292 0,-1 3-880 0,-2 7-2113 16,2-6-3231-16</inkml:trace>
  <inkml:trace contextRef="#ctx0" brushRef="#br0" timeOffset="24466.975">6339 13271 13001 0,'0'0'1652'16,"0"0"-1296"-16,0 0-168 16,0 0 552-16,28 76 600 0,-24-70-276 0,3-1-692 0,1-3-152 0,8-2 176 15,0-7-104-15,8-5-244 0,0-10-48 16,0-4-232-16,4-5-184 0,-5-4-116 0,1-1-72 16,-3 9-16-16,-10 2 136 0,-3 2 196 31,-3 4 12-31,-5 6-128 0,0 4 116 15,-9-1 160-15,-6 0 128 0,-6 4 304 0,6 6 212 16,-5 0 72-16,3 3-152 0,2 10-164 16,3 6-84-16,-4 6-76 0,4 7 24 0,0 3 120 0,4 0 80 0,-3 6 8 15,2-3-60-15,5-3-124 0,-4 0-124 16,8-6-36-16,-4-10-160 16,4-4-60-16,4-5-112 0,4-3-264 15,1-7-20-15,2 0-208 0,10-7-548 16,-10 1-1548-16,9-19-3289 0</inkml:trace>
  <inkml:trace contextRef="#ctx0" brushRef="#br0" timeOffset="24779.091">6665 13290 1564 0,'0'0'11721'0,"0"0"-9477"16,0 0-1780-16,0 0-224 0,0 0 348 0,0 0 184 0,88 38 32 15,-68-41-240-15,4-10-180 16,-1-6-92-16,10-6-132 0,-6 0-108 0,1-7-52 15,-4 4-220-15,-4 3 0 0,-4 1 60 16,-7 9 88-16,-6 2 72 0,-3 7-112 16,0 3 64-16,-8-1-88 0,-4 4 128 0,-8 0 8 15,-3 7 0-15,-1 5 4 0,-1 8-4 16,1 6 0-16,0 5 80 0,5 3 92 0,-1 1-60 16,0 4-36-16,4-2-64 0,4 1-12 15,4-5 0-15,0-5-112 0,8-3-72 16,0-8-76-16,4-5-292 0,8-2 144 15,8-7-52-15,4 0 200 0,4-3 196 0,4 0-584 16,-1-6-1600-16,-10-1-2649 0,14-6-2439 16</inkml:trace>
  <inkml:trace contextRef="#ctx0" brushRef="#br0" timeOffset="25329.998">7725 13189 6900 0,'0'0'1584'15,"0"0"-304"-15,0 0-220 0,0 0-31 0,0 0-5 16,0 0-116-16,0 0-112 16,0 0-152-16,0 0 172 15,0 0-196-15,-80-25-172 0,69 52 24 0,-2 9-28 0,-2 8 40 0,3 4-44 16,-1-1-8-1,6 1-40-15,3-10 0 0,0-6-148 16,4-7-236-16,0-9-8 0,0-9-208 0,0-5 24 16,8-2-120-16,3 0 8 0,6-9 148 0,7-10-48 15,-1-6-100-15,9-10-108 0,-4-3-40 16,0-4 44-16,0 4 180 0,0 3 204 0,-8 7-44 16,-1 3-16-16,2 1-72 15,-6 12 84-15,-2 6-60 0,-2 3 124 0,-2 3 176 0,-1 13 520 16,-1 2-56-16,5 8-72 0,-3 2-124 15,-6 4-200-15,5 3-24 16,-4-4-12-16,4-2-24 0,-8-7-184 0,5-8-8 16,-2 0-236-16,5-11 24 0,0 0 36 0,1-6-64 15,6-13-228-15,-4-11-316 16,10-3-648 0,-1-9-1196-16,-1-6-1645 0,2 13-527 15,7-19 716-15</inkml:trace>
  <inkml:trace contextRef="#ctx0" brushRef="#br0" timeOffset="25615.084">8263 12658 10676 0,'0'0'2593'16,"0"0"-1701"-16,0 0-628 0,0 0 556 0,0 0 304 15,0 0-4-15,16 81-440 0,-16-44-248 16,0 8 112-16,0 5 336 0,-4 4-244 16,0 4-76-16,-4 2-88 0,0 0-191 15,0-5-233-15,4-9-48 0,4-4-132 0,0-10-37 16,0-7-3-16,12-9 4 0,0-3-4 15,4-4 36-15,4-3 16 0,3-2-76 0,5-4 28 16,0 0-16-16,4 0-48 0,-4 0 60 16,0 0 36-16,4-4 28 0,-8 4 20 0,4 0-44 15,-4 4 32-15,-5-2-20 0,-2 5 68 16,-6-1 52 0,1 4 120-16,-7 3 136 15,-5-4 52-15,0 7 32 0,0-3-56 0,-13 0-28 16,-2 2-40-16,-5 5-80 0,-5-5-136 0,1 1-48 15,-3-6-464-15,3-1-528 16,4-2-1068-16,-4-7-4941 0</inkml:trace>
  <inkml:trace contextRef="#ctx0" brushRef="#br0" timeOffset="25780.514">8956 13366 7688 0,'0'0'8453'0,"0"0"-6261"15,0 0-1132-15,0 0-1000 0,0 0-60 16,0 0-724-16,0 0-452 0,-95-15-560 0,71 15-1256 16,-12 0-4493-16</inkml:trace>
  <inkml:trace contextRef="#ctx0" brushRef="#br0" timeOffset="26573.197">1681 12843 6412 0,'0'0'2364'0,"0"0"-1520"0,0 0-624 16,0 0 296-16,0 0 65 0,0 0-157 15,0 0-232-15,0 0-24 0,0 0-16 0,0 0 80 16,0 0 40-16,60-39-68 16,-60 39-52-16,0 0-28 0,0 0-124 15,0 0-152-15,0 0-156 0,0 0-320 0,0 0-156 16,0 0-561-16,0 0-1315 0,0 0-2372 16</inkml:trace>
  <inkml:trace contextRef="#ctx0" brushRef="#br0" timeOffset="27282.047">3542 12306 7748 0,'0'0'2216'0,"0"0"-1171"0,-25-90-581 15,14 59 368-15,-2-1 396 0,2 4-12 0,-1 6 8 16,0 3-296-16,0 3-232 0,4 10-128 15,0 0 36-15,0 6 184 16,0 0-212-16,-4 6-308 0,-8 6-268 0,0 11-184 0,-8 8 12 16,0 17 132-16,-8 6 40 0,5 9 60 15,3 8 88-15,0 1 24 32,4-2-64-32,4-4-104 0,4-2-4 0,4-13-60 15,8-6 12-15,0-11 36 0,4-9-76 0,0-8-168 0,4-2-208 0,4-5-16 0,8 0 212 16,0-4 132-16,0 3 124 15,4-2-28-15,0-1 40 0,0 4 4 0,-4-1 12 16,0 4-12 0,-1 3 0-16,-2-1 144 15,-5 9 316-15,-1 1-60 0,-7 6-72 0,0 7-76 16,0 3-164-16,0 7-92 0,0 2 0 0,-7 8 48 16,3 2 84-16,-5 7-44 0,1 3-88 15,1 6-100-15,-1-3-68 0,-1-6-104 0,5-7-104 16,4-12-56-16,0-7-96 0,0-9-28 15,0-7 88-15,9-6-228 16,-5 0-696-16,4-6-732 0,-1-7-2109 16,1 4-1243-16</inkml:trace>
  <inkml:trace contextRef="#ctx0" brushRef="#br0" timeOffset="29680.89">10024 13090 9500 0,'0'0'1873'0,"0"0"-601"15,8 93-164-15,-8-53 324 0,0 5-76 0,-12-1-296 16,4 4-208-16,-7-6-212 0,-2-1-148 16,2-7-112-16,-6-2-88 15,1-2-60-15,-8-5-132 0,0 0-92 0,1-9-8 16,-9 0-4-16,0-7-168 0,0-6-132 15,-7 0-124-15,-6-3 72 0,6 0 84 0,-1-3 272 16,4-3 24-16,1-5-24 0,7 0-332 16,0-3 48-16,4-1-36 0,0-8 124 15,0 2 48-15,4-8-76 0,4-6 112 0,8 0-12 16,0-3 24-16,12-4 100 16,0 8 36-16,16-1-36 0,4 9-12 15,8 4 12-15,4 2 72 0,7 12 40 0,5 4 0 16,4 4 24-16,-4 0 136 0,0 4-76 0,-1 2-24 15,-2-4-108-15,-2 5 20 16,1-7-68-16,0 0 32 0,0-9-48 16,-4-3-76-16,-4-7-72 0,-1-6-320 0,-3-8-228 15,0-2-380-15,-8-6-396 0,0-4-808 16,0 1-737-16,-8-4-243 0,-4 17 604 0,0-23 596 16</inkml:trace>
  <inkml:trace contextRef="#ctx0" brushRef="#br0" timeOffset="29901.963">9769 12128 6168 0,'0'0'2096'16,"0"0"-464"-16,0 0-808 0,0 0-383 15,0 0-261-15,0 0 564 0,-19 102 472 16,19-51 168-16,0 9-140 0,11 10-464 16,-3 12-280-16,4 14-216 0,0 5 28 15,0 11-104-15,0 2-72 0,3-3-60 0,2-4-68 16,7-5-4-16,-1-6-4 15,5-12-92-15,4-10-316 0,0-11-152 0,4-8 152 16,0-17-412-16,4-13 4 0,-1-6-740 0,2-12-428 16,-9-7-1285-16,7-3-2927 0</inkml:trace>
  <inkml:trace contextRef="#ctx0" brushRef="#br0" timeOffset="31281.968">9737 12191 5004 0,'0'0'2872'15,"0"0"-1200"-15,0 0-584 0,0 0-227 0,0 0 587 0,0 0-324 16,0 0-416-16,0 0-332 31,0 0-72-31,0 0-28 0,0-12-64 0,8 12-36 0,0 4 116 16,4-2-40-16,4 2-4 0,4 2 0 0,0 3 620 16,0 1-520-16,3-1-264 0,-2 1-72 0,-1 3 76 15,-1-1 96-15,-2 4-96 0,2 3-88 16,-7 3-24-16,4 4 24 0,-12-1-12 15,4 6 8-15,-8 5-56 0,0 2-64 0,0 0-84 16,-3 0 72-16,-6 1 136 16,-3-4-4-1,1-4-4-15,-2 1-80 0,-2-1 4 0,2-2-40 16,-2-4-12-16,-2 1 0 0,2 0-52 0,2-4-36 16,-2-3-60-16,2-3 8 0,2-1-36 15,3-5-16-15,-1-1-60 0,2-2-28 0,3-1-28 16,0-3-48-16,0 1-144 0,0-2-216 15,4 5-188-15,-4-4-129 0,4 0-47 0,-4 3-16 16,4-1-380-16,-4-3-184 0,4 4 636 16,0-6-196-16,0 3-468 0</inkml:trace>
  <inkml:trace contextRef="#ctx0" brushRef="#br0" timeOffset="31976.613">9845 12836 3220 0,'0'0'1684'16,"0"0"-280"-1,0 0-272-15,0 0 100 0,0 0-52 16,0 0-212-16,0 0-119 0,0 0-105 16,0 0-208-16,0 0-252 0,0 0-132 0,-13 32-144 15,6-16 144-15,-1 3-144 0,-1 0-8 16,-2 0 0-16,-1 4-48 0,0-4-56 0,0 2-72 0,-4-2-16 16,4 4-308-16,4-4-348 15,-4-3-309-15,8 0-511 0,-4-7-1164 16,4 4-1700-16</inkml:trace>
  <inkml:trace contextRef="#ctx0" brushRef="#br0" timeOffset="35414.612">11757 12764 8220 0,'0'0'828'0,"0"0"-348"0,0 0 2045 0,0 0-1309 16,-12-71-48-16,4 59-408 0,-3-4 32 15,-2 3-52-15,-2 4-68 0,2-1-64 16,-2 4-188-16,-6 2 96 0,2 4-144 0,-1 0-152 15,-8 7-88-15,0 9-120 16,-4 9-12-16,4 7 0 0,-4 9 96 0,4 10 52 16,5 3-52-16,-1 9-24 0,4 8-68 15,4-2-8-15,0 4 4 0,8 0-12 16,4-6 0 0,0-4 12-16,4-8 0 0,4-11 124 0,8-13-40 15,4-2-32-15,0-10-48 0,4-3 8 16,4-6 72-16,-1-3-24 0,5-7 16 15,0 0-72-15,0-5-4 0,0-4-52 16,-4-4-32-16,-1-2-112 0,-2-1-208 16,-1-3-196-16,-5-3-52 0,-2 3-248 0,-5-4-348 15,-1 4-956-15,-7 4-2285 16,0-8-543-16</inkml:trace>
  <inkml:trace contextRef="#ctx0" brushRef="#br0" timeOffset="35716.737">11475 13211 11265 0,'0'0'1872'15,"0"0"-1120"1,0 0-208-16,0 0 292 0,0 0 120 16,0 0-68-16,0 0-208 0,0 0-108 15,0 0-228-15,0 0-208 0,83-9-84 0,-63 2-52 16,0-5-100-16,-4 1-192 0,4-1-240 16,-5-1-100-16,2-2-92 0,-2 5-92 15,-2-3-116-15,-2 7-68 0,-3 0-20 16,-4 6 148-16,-4 0 128 0,5 0 215 15,-5 6 529-15,0 7 473 0,0 3 271 0,0 5-64 0,0 9-40 0,0-2 32 16,4 7 28-16,-1 0-84 16,1 3-88-1,0 3-164-15,4 1-120 0,-3-1-8 0,6 0-60 16,-3-6-32-16,5-7-144 0,-2-5-160 16,9-10-140-16,4-7-92 0,0-6-60 15,7-10-268-15,1-11-572 0,-4 4-1036 0,8-27-3481 0</inkml:trace>
  <inkml:trace contextRef="#ctx0" brushRef="#br0" timeOffset="36099.851">12514 12589 11509 0,'0'0'1944'0,"0"0"-1940"0,0 0 416 0,0 0 932 31,0 0 520-31,28 85-548 0,-19-47-452 0,-2 14-268 16,-3 0-68-16,4 10 24 16,-8 4-184-16,0 4-132 0,0 3-172 0,-8 4-72 15,0-5 0-15,-4-2-48 0,0-4-48 16,5-11-24-16,-2-7-124 0,5-11-48 0,4-10 96 16,0-13 24-16,0-3 4 0,8-9-64 15,4-2-4-15,0-6 104 0,4-7-52 0,4-6 12 16,4-6-24-16,0-7-24 15,0 1-4-15,0-1 52 0,-1 7 12 16,-3 2 24-16,-4 7 24 16,4 11 40-16,-3 0-64 0,-6 5 136 0,6 5 332 15,-6 7 88-15,-3 3-200 0,0 2-36 0,0 2 0 16,0 0-84-16,-4-4-28 0,0 4-56 16,3-3 32-16,-2 3-48 15,-1-6-88-15,0 0-8 0,4-4-76 0,-4 0-344 0,3-2-324 16,2-4-820-16,-1-3-1284 15,8 0-2673-15</inkml:trace>
  <inkml:trace contextRef="#ctx0" brushRef="#br0" timeOffset="36507.118">13451 13293 14353 0,'0'0'2356'0,"0"0"-1608"16,0 0-340-16,0 0 468 0,-80-25 500 0,59 25-512 16,-2 3-376-16,3 7-124 0,-4 9-23 15,5 6 23-15,2 3-88 0,2 5 28 0,2-3 12 32,5 0-52-32,5-5-144 0,-1-6-120 15,4-9-12-15,0-4-96 0,4-3-72 16,3 0-28-16,6-3-68 0,2-3-64 15,9-6 24-15,1-10-96 0,2-4 35 0,4-2 1 0,-3 0-40 16,0 0 88-16,-3 2 84 0,-5 7 48 0,-5 4 36 16,-2 2 16-16,-6 7 56 0,-3 3 88 15,-4 0 176-15,0 3 388 0,0 3-100 16,0 7 32-16,0-1-144 0,0 7-119 0,0-2-97 31,-4-1 8-31,4-5-144 0,0 0 0 0,0-5-132 0,0-3-249 16,4 1-383-16,8-4-40 0,8-10-192 0,4-6-956 15,-3 0-2288-15,14-16-2957 0</inkml:trace>
  <inkml:trace contextRef="#ctx0" brushRef="#br0" timeOffset="36767.521">13913 13144 10496 0,'0'0'5297'0,"0"0"-4081"0,0 0-932 15,0 0 264-15,0 0 980 16,-28 70 72-16,15-48-591 0,2-3-485 0,-1 1-188 15,4-5-116-15,4 1-100 0,0-3-108 16,0 0 36-16,4-4-48 0,0 3 8 16,4 1-8-16,4-3 0 0,-4 3-4 0,4 0-4 15,0-1-4-15,0 1-48 0,0-4 0 16,0 4 12-16,0-4 0 0,-4 1 36 0,3-1-72 16,-2-2-52-16,-5 2-140 0,4-2-52 15,-4 2-49-15,0 1-75 0,-4-1-44 16,-5 2-4-16,2-6-52 0,-5 4-136 15,0-2-372-15,-4-1-604 0,0 0-620 0,-4 1-748 0,0-3-1777 32,-12 2-1363-32</inkml:trace>
  <inkml:trace contextRef="#ctx0" brushRef="#br0" timeOffset="39208.313">15160 13176 8824 0,'0'0'2609'0,"0"0"-713"16,0 0-324-16,0 0 116 0,0 0-296 15,0 0-468-15,0 0-332 0,0 0-128 16,0 0 60-16,76 32-132 0,-48-29-88 0,0 0-96 16,-1-3-112-16,5 0-28 0,-4 0-68 15,3-6-84-15,-3 0 0 0,4-7-248 0,-4 0-276 16,4 1-176-16,-8-8-196 0,4 4-432 0,-4-3-872 31,-8 3-1873-31,0-6-1735 0</inkml:trace>
  <inkml:trace contextRef="#ctx0" brushRef="#br0" timeOffset="39570.703">15442 12856 5736 0,'0'0'2420'0,"0"0"-672"0,0 0-535 15,0 0-121-15,0 0-84 0,-39 69-64 0,35-47-148 16,4 3-116-16,0 5-76 0,4 1-92 15,3 4-60-15,-2 6-192 0,3 1-24 0,0 2 0 16,-4 4-88-16,-1-1 96 16,6 4-32-16,-5-1 8 0,4-1-60 15,-4-2-84-15,3 0 20 0,2-2-44 0,-1-3 8 16,-1-1 0-16,1 0-56 0,-3-5 48 0,3-3-40 16,-8-3-4-16,3-5 40 0,-3-3 76 15,0 0-28-15,0-6 16 16,-3 0-52-16,-1-3-12 15,0-4-36-15,-1-2 64 0,1 0-4 16,0-5 24-16,-3-2 16 0,-6 0-112 0,2 0-100 16,-1-6-192-16,-4-4-52 15,-4 1 52-15,4-8 44 0,-1 2-144 0,6-1-52 16,-1-3-128-16,0 0-60 0,4 0-200 16,4-3-272-16,4-1-456 0,0 1-720 0,0 3-1849 0,12-9-703 15</inkml:trace>
  <inkml:trace contextRef="#ctx0" brushRef="#br0" timeOffset="40568.898">15877 13164 9368 0,'0'0'2309'16,"0"0"-837"-16,0 0-924 0,0 0 228 15,0 0 520 1,0 0 48-16,0 0-168 0,0 0-252 0,0 0-396 15,0 0-188-15,32 66 52 0,-28-44-52 0,-4 1-44 16,0-1-128-16,0 0-108 0,0-7-24 16,0 2-36-16,0-4-84 15,0-8-24-15,0 2-184 0,0-4-196 0,0-3-184 0,0 0-224 16,0-3-280-16,-4-4-660 16,4 2-2064-16,-8-12-1565 0</inkml:trace>
  <inkml:trace contextRef="#ctx0" brushRef="#br0" timeOffset="40717.741">15904 12922 7856 0,'0'0'4937'0,"0"0"-3701"16,0 0-972-16,0 0 360 0,0 0 848 0,0 0-300 0,0 0-708 0,0 0-464 16,0 0-72-16,0 0-104 0,0 0-308 0,88-44-616 15,-71 41-372-15,-2-1-896 16,-2 4-2561-16</inkml:trace>
  <inkml:trace contextRef="#ctx0" brushRef="#br0" timeOffset="41037.579">16132 13112 912 0,'0'0'11153'16,"0"0"-9889"-16,0 0-1008 0,0 71 124 16,0-52 784-16,-4-5 644 0,4 0-456 15,-4-4-552-15,4-7-468 0,0 0-220 0,0-3-112 0,0 0 0 16,0 0-100-16,8 0-156 0,4-6 108 15,0-4 0-15,8 1-100 16,-4-8-144-16,8 4 44 0,-5-2-36 0,2 5 136 16,-2 2 88-16,-3 3 36 0,1 3 60 15,-2 2 64-15,-3 0 24 0,-4 2 312 16,0 9 48-16,0-3 124 0,0 6-12 31,-4-2-164-31,-4 4-64 0,4 0-8 0,-4 0-28 16,0 0-36-16,0 0 0 0,0-1-64 0,0-2-68 15,0-3-64-15,0-4-4 0,0 0-144 16,0-2-208-16,0-4-292 0,4 0-152 16,4-7-140-16,3-6-56 0,6-2-692 15,-6 2-1104-15,14-16-2885 0</inkml:trace>
  <inkml:trace contextRef="#ctx0" brushRef="#br0" timeOffset="41196.066">16694 13128 10316 0,'0'0'3017'15,"0"0"-1685"-15,0 0-964 0,0 0 248 0,0 0 888 0,-4 76-68 0,-4-64-452 16,-1 2-432-16,6-1-224 0,-5-4-196 16,4 1-132-16,-4-4-136 0,3-3-352 15,2-3-200 1,-1 0-148-16,-4-3-588 0,4-10-1168 0,4 4-2705 16,0-16-2115-16</inkml:trace>
  <inkml:trace contextRef="#ctx0" brushRef="#br0" timeOffset="41773.903">16877 12525 10544 0,'0'0'1725'15,"0"0"-869"-15,0 0-156 0,0 0 404 0,0 0 204 16,0 0 324-16,0 0-412 0,75 70-276 16,-62-29-64-16,-5 7-296 0,-1 2-147 15,-3 5-13-15,1 2 136 0,-1-3-188 0,4 4-320 16,-5-5-52-16,5-6-8 15,5-2-52-15,-2-7-24 0,2-13-12 0,2-2-124 32,5-8-32-32,0-5-148 0,4-1-97 0,0-9-39 0,0 0-12 0,-5 0 60 15,2 0 96-15,-10-7-64 0,2 2-72 16,-9 2 124-16,0-3 156 0,-4 2 200 0,-8-3-224 16,-9-1 20-16,-2-3 20 0,-1-1 32 15,-4 3 200 1,4 2 36-16,0 4 288 0,9 1 148 15,-2 2-16-15,9 0 48 0,4 0-84 0,0 0-140 0,0 2-132 16,0 1 12-16,4 4 20 16,4-5-92-16,4-2-24 0,4 0-64 0,4-2-12 0,0-10-36 15,7-8-64-15,-3-2-108 16,4 0-12-16,-7-4-88 0,-2 7 28 0,-3-3 44 16,-4 5 128-16,-3 5 120 0,-6 2-4 15,-3 5 8-15,0 1 40 16,0 2 128-16,-3 2-24 0,-6 0 12 0,1 0 0 0,-3 0-64 15,2 6 4 1,-3 6-52-16,5 7-40 0,-10 7 116 0,6 5 84 16,-6 7 96-16,6 4 52 0,-1-5-40 0,3-2-36 15,2-6-100 1,7-4-68-16,0-5-28 0,0-5 0 16,4-5 16-16,3-1-100 0,10-9-172 15,-1 4 40-15,7-4 20 0,1-4-8 0,4-2-76 16,0-7-12-16,4 4 16 15,4-4-52-15,-4 0-88 0,0 4-60 0,-1 0-60 16,-3-1-52-16,4 3-176 0,-4 0-624 0,-4 2-964 16,-4 2-1601-16,4-3-1491 0</inkml:trace>
  <inkml:trace contextRef="#ctx0" brushRef="#br0" timeOffset="42505.705">17964 13125 1720 0,'0'0'5552'0,"0"0"-3232"0,0 0-411 0,0 0-25 15,0 0-48-15,0 0-328 16,96-22-340-16,-64 6-280 0,4-3-88 0,4-6-176 0,3-2-184 16,2 0-196-16,2-2-244 15,1-3-12-15,0 1-112 0,-4 2-68 0,-4 0-200 16,-5 6-268-16,-3 2-228 0,-8 5 12 15,-7 3-580-15,-10 7-880 0,-7 6-1613 0,0 0-1327 16</inkml:trace>
  <inkml:trace contextRef="#ctx0" brushRef="#br0" timeOffset="42675.817">18192 13116 5136 0,'0'0'2784'16,"-60"75"-956"-16,44-43-407 0,0-3 195 0,4 3 64 15,4-7-120-15,8-9-420 0,4-7-420 16,16-2-16-16,4-7 280 0,8-7-152 0,4-8-284 15,7-11-232-15,6-9-268 0,-6-2-48 16,1-8-72-16,0-3-220 0,-5 1-124 16,-2-1-304-16,-5 4-312 0,-9-1-364 15,-3 4-1000-15,-8 13-2213 0,-3-11-1935 16</inkml:trace>
  <inkml:trace contextRef="#ctx0" brushRef="#br0" timeOffset="42898.148">18215 12611 7020 0,'0'0'2256'16,"-4"82"81"-16,4-31-9 0,0 9 84 0,0 14-240 15,0 1-576-15,-3 2-304 0,-1-4-419 16,0-7-437-16,0-5-300 0,4-7-136 0,-4-13-156 16,4-6-220-16,0-12-24 0,8-11-133 15,0-2 45-15,-1-7-112 0,6-3-328 16,-2-10-56-16,10-9-156 0,-6-9-176 0,5-7-664 31,1-6 232-31,-2-7-157 0,1-3-219 16,0-3-204-16,-8 10-4 0,4-26-484 15</inkml:trace>
  <inkml:trace contextRef="#ctx0" brushRef="#br0" timeOffset="43100.704">18415 12408 3952 0,'0'0'3916'15,"0"0"-1776"-15,0 0-927 0,0 0-213 0,0 0 736 0,0 0-308 16,0 0-44-16,0 0-392 15,24 85-140-15,-16-39-4 0,3 6-308 0,-2 9-112 16,-1 2-76-16,0 8-44 0,-5 1-104 16,6 2-124-16,-9 5-80 0,4 0-12 15,-4 0-72-15,0-2-12 0,0-1-124 0,4-3-132 0,0-3-40 16,3-7-120-16,6-2-68 16,2-14-316-16,2-12-508 15,2-7-1024-15,-2-15-1725 0,7-6-2303 0</inkml:trace>
  <inkml:trace contextRef="#ctx0" brushRef="#br0" timeOffset="43980.535">19822 12436 7080 0,'0'0'3240'16,"0"0"-899"-16,0 0-485 0,0 0-112 0,0 0-76 0,0 0-264 15,32 103-364-15,-32-51-284 0,0 19-148 16,-4 6-135-16,-9 5-133 0,2 3-112 0,-6-5-104 15,6-4-28-15,-6-10-96 0,10-5-60 16,3-14-160-16,0-5 28 0,4-14-16 16,0-2 112-16,0-14 12 0,4-3-12 31,0-2-125-31,3-7-23 0,6 0 24 0,-2-2 64 16,10-9 48-16,-2-4-40 0,5-5 12 15,0 1-20-15,0 1 8 0,4-2 40 16,0 8-4-16,-5-1 4 0,5 6-4 0,-3 7-8 15,-5 0 32-15,-5 0 88 0,-2 7 0 16,-5 6 184-16,-1 2 24 0,-3 2 24 16,-4 1-84-16,0 1 32 0,-8 3 4 0,-3 2 0 15,-6-3 24-15,2 2-16 0,-5-4-72 16,-4 0-8-16,3-4-112 0,6-2-8 0,-2-6-40 16,6-1-208-16,-1-3-184 0,7-3-84 15,5 0-172-15,0-7-580 16,13-5-1124-16,-1-1-2076 0,23-16-1689 0</inkml:trace>
  <inkml:trace contextRef="#ctx0" brushRef="#br0" timeOffset="44318.058">20595 13068 9820 0,'0'0'2229'0,"0"0"-693"0,0 0-332 0,0 0 544 0,0 0-528 16,0 0-232-16,-73 92-176 15,45-44 152-15,1 2 256 16,3 4-179-16,4-6-181 0,1-6-292 0,10-8-280 15,1-12-192-15,4-5-96 0,4-8-12 16,0-6-156-16,8 0-12 0,0-3 0 16,4 0-40-16,4-3-56 0,8-7-52 0,0-12-8 15,0 0-28-15,-1-9-96 16,1-2-17-16,4 3 53 0,-7-3 20 0,2 5 40 16,-7-1-4-16,1-4 28 0,-2 8 20 15,-7 0 12-15,0 6 124 0,-4 6 184 16,0 7 12-16,-4 6 48 0,0 0 444 0,4 6-148 15,-4 7 172-15,4 6-56 16,0 6-80-16,-4 5 20 0,4-2 17 0,-4 1-165 0,0-4-168 16,0-6-96-16,3-2-132 0,-3-5-208 31,9-3-193-31,-1-5-103 0,0-4-192 0,8 0-364 16,-1-11-1480-16,-2 2-2573 0,15-16-4127 15</inkml:trace>
  <inkml:trace contextRef="#ctx0" brushRef="#br0" timeOffset="44640.238">21224 12991 9924 0,'0'0'5253'0,"0"0"-4157"0,0 0-636 16,-64 67 200-16,40-38 752 0,1 0-40 16,-5-1-456-16,8-3-468 0,3 1-107 15,6-7-109-15,7-3-124 0,0 0-108 0,4-4-40 16,0-2-80-16,8 0 56 0,3-1-93 15,2 1 49 1,2-1 20-16,5 1-8 0,-3-1-24 16,2 0 8-16,1 4 40 0,-8-2-12 15,4 0 72-15,-4 3 0 0,-8-2 8 0,3 1 4 16,-7 2 48-16,0-2 24 16,0 3 12-16,0 0-32 0,-7 0-48 15,-1 0-4-15,-3-4-8 0,-2 1-140 0,-2-4 4 16,-2 1-124-16,2-1-88 0,-2-4-60 0,2-5-132 15,2 0-116-15,2 0-248 0,-2-11-568 0,5-2-664 16,1 1-1741-16,3-17-1979 0</inkml:trace>
  <inkml:trace contextRef="#ctx0" brushRef="#br0" timeOffset="45581.653">21475 13319 4680 0,'0'0'1200'0,"0"0"-1200"0,0 0-2580 0,0 0 272 16,0 0 2308-16,0 0 1564 0,0 0-196 0,0 0-508 0,0 0-584 0,0 0-224 15,0 0 12-15,3-7 300 0,-3 7 468 16,0 0 364-16,0 0 156 31,0 0-200-31,0 0-340 0,0 0-295 0,0 0-313 0,-3 0-48 16,3-3 8-16,0 0-36 15,0 3 68-15,0-3-20 0,0 3-32 16,0 0-32-16,0-3 28 0,0 3 132 0,0 0 44 0,0 0 104 16,3-3 76-16,10-1-92 0,-5-2 12 15,3 0-124-15,6-4-56 0,-2-3-84 16,2-2-40-16,3-1-36 0,3-7 36 0,-3 2-100 15,1-4-12-15,-2-1-60 16,1-3 48-16,0 4-4 0,-4-1 4 0,0 4 8 16,-8 3 4-16,0 3 52 0,-5 4 76 0,1-2-28 15,-4 11 76-15,0 1 36 0,-4 2 12 16,1 0 88-16,-9 0 172 0,-1 2-236 16,-2 8-188-16,-1 3-52 15,-4 2 56-15,0 8 168 0,0 5 28 0,1 4 0 16,2 6-16-16,-2 3 16 0,-1 4 8 15,3 2-24-15,2-2 28 16,3-4-88-16,3-2-116 0,6-8-68 16,-1-9-8-16,4-3-4 0,7-6-112 15,6-10-180-15,2 1-100 0,10-4-52 16,6-13-24-16,1-9-336 0,8-4-540 16,4-9-1028-16,-8 3-2365 0,16-12-3163 0</inkml:trace>
  <inkml:trace contextRef="#ctx0" brushRef="#br0" timeOffset="45867.981">22292 12900 12805 0,'0'0'2628'0,"0"0"-1760"15,0 0-268-15,0 0 492 0,0 0 152 16,-76 89-92-16,53-64-444 0,2 4-200 0,1-7-143 16,5 0-205-16,7-3-148 0,-1 0-12 0,5-3-8 0,0 1 4 15,4-6 0-15,0 3 0 0,8-2-108 31,1 1-57-31,2-5-51 0,5 6 64 0,4-4 8 0,0-1 4 0,0 0-4 16,0 4 16-16,4-3-16 0,-9-1 16 16,6 4 20-16,-6-4 40 0,-2 4 64 15,-6 3-104-15,1-4 4 16,-3 4 36-16,-5 1 8 0,0-1-32 16,-9 3 8-16,-2 0-8 0,-6-1 96 15,-2-1 8-15,-5-2-8 0,0-2-84 0,-8 0-200 16,0-4-168-16,-4-2-300 0,-3-5-700 0,7 3-1320 15,-20-5-2585-15</inkml:trace>
  <inkml:trace contextRef="#ctx0" brushRef="#br0" timeOffset="46506.549">22957 12383 10104 0,'0'0'1509'31,"0"0"-1201"-31,0 0-216 0,96-51 636 0,-60 34 688 16,0 2-180-16,3-1-352 0,-3 3-272 15,4 4-40-15,-4-1 8 0,-4 4-148 0,-4 6-112 16,-5 0-48-16,-7 16 24 0,-8 6 256 16,-4 13 216-16,-4 10-392 15,-15 12-168-15,-6 6-72 0,-7 3-64 0,-7 7 0 0,-1-6-60 16,4 0 72-16,4-10-72 0,4-6 64 16,9-7-76-1,7-9 121-15,-1-7-25 0,9-5-96 0,0-2-4 0,9-1-44 16,6-4 40-16,2 3-53 0,6-3-47 0,5 0-112 15,4 3-12-15,-1 0 0 0,5 4 28 16,1 2-4-16,-1 0 0 16,-1 4 12-16,-3 3 100 0,-4-1-8 15,-4 4 104-15,-5 3 48 0,-6-3 196 0,-5 3 28 16,-8 3-44-16,0-2-56 0,0 1-88 16,-8 2-76-16,-8-1-8 0,0-2-108 15,-4 2-160-15,-4 1 24 0,-4-5 60 0,-4-2 76 16,0 0 20-16,-7-7-180 0,-1-1-196 15,-8-6-276-15,-4 2-448 16,8-8-1620-16,-31 5-4473 0</inkml:trace>
  <inkml:trace contextRef="#ctx0" brushRef="#br0" timeOffset="48185.502">2247 15300 9760 0,'0'0'2949'15,"0"0"-2237"-15,0 0-508 0,0 0 40 0,0 0 932 16,0 0 284-16,0 0-464 16,0 0 240-16,71-7-180 0,-30 7-468 0,10 0-308 15,9 4-60-15,3-4 12 0,10 3 84 16,2-3-124-16,1 0-192 0,-1 0 0 15,1 0-12-15,0 0-84 0,-1-7-24 0,-3 4-16 16,-4 0-132-16,-4-3-108 0,-8 4-212 16,-9-3-48-16,-11 3-52 0,-8 2-364 15,-12 0-572-15,-12 0-1044 0,-4 7-2469 16,-17 4-1791-16</inkml:trace>
  <inkml:trace contextRef="#ctx0" brushRef="#br0" timeOffset="48377.521">2390 15624 12705 0,'0'0'1196'0,"0"0"-1196"15,0 0 152-15,0 0-152 0,0 0 672 16,0 0-408-16,0 0-12 0,0 0 140 0,111 25 108 0,-55-9-168 16,4 3-208-16,4-3 24 0,3 0-148 15,-7-3-36-15,0-4-64 16,0-6 36-16,-4-3-400 0,-4 0-328 0,-9-6-372 0,1-3-376 15,-16 2-841-15,-4-8-3119 0</inkml:trace>
  <inkml:trace contextRef="#ctx0" brushRef="#br0" timeOffset="48740.79">2230 14852 7856 0,'0'0'2240'0,"0"0"-911"0,0 0 183 0,0 0 256 31,0 0-360-31,0 0-556 0,-43 92-404 0,23-47-124 16,-4 6 24-16,4 2-92 0,-4 8-8 0,5 3-24 15,2 2-40-15,-3 8 36 0,5-2-60 0,-2 2-64 16,6-1-44-16,-1-4-52 0,3-6-4 15,9-6-156-15,0-8 72 0,0-8 28 0,13-6 52 16,6-10-84-16,5-3 92 0,8-4 4 16,8-1 96-16,12-1 108 0,8 3-48 15,7-6 36-15,6 3-60 0,2-4-112 16,-4 1-24 0,6-1-160-16,-10-2 36 0,1-3 40 15,-1 0 36-15,-7-7-52 0,0 0 4 16,-8 0-104-16,-9-11-512 0,2-4-140 0,-13-1-560 15,-8 0-936-15,-5-19-3329 0</inkml:trace>
  <inkml:trace contextRef="#ctx0" brushRef="#br0" timeOffset="49008.557">2992 14897 14085 0,'0'0'2080'0,"0"0"-1588"0,0 0-196 0,0 0 300 0,108 92 508 16,-73-57-100-16,13 3-304 0,-4 7-312 0,7-5-84 16,5 4-192-1,-4 5-104-15,4-5-8 0,-5 4-184 16,1-1 124-16,-7 7-36 0,-6 0 32 16,-3 7-56-16,-4-1-100 0,-12 4-72 15,-4-1-52-15,-9 0-12 0,-7 1-96 16,0 0-140-16,-15-4-336 0,-5 0-108 0,-4-2 296 15,-7-6-68-15,-6 0-484 0,-3-11-564 16,5-11-749-16,-29 3-1975 0</inkml:trace>
  <inkml:trace contextRef="#ctx0" brushRef="#br0" timeOffset="49567.522">5768 15240 5448 0,'0'0'2536'15,"0"0"-644"-15,0 0-499 16,0 0-5-16,0 0 52 0,0 0-176 16,0 0-108-16,-82-54-468 0,61 64-280 15,-3 5-224-15,-4 7-20 0,0 10-80 16,0 10 76-16,1 5 64 0,-1 10 144 16,0 11 212-16,8 4-92 0,0 4-96 15,8 6-48-15,8 5-40 0,4-2-108 16,0-5-52-16,12-11-24 0,4-6 16 15,3-11 8-15,9-14 40 0,4-13 193 0,5-6-149 0,6-13-220 16,6-6-8-16,2-3 0 16,1-16-4-16,-5-3-140 0,1-6-84 0,-4-7-153 0,-7-4-103 15,-2-2-164 1,-7 0-316-16,0-1-672 16,-12 5-1280-16,-5 9-1753 0,-6-5-1591 0</inkml:trace>
  <inkml:trace contextRef="#ctx0" brushRef="#br0" timeOffset="49865.59">5645 15786 8876 0,'0'0'1848'0,"0"0"-1459"16,0 0-197-16,0 0 308 0,0 0 552 0,0 0 44 31,108 29-284-31,-68-23-44 0,4 0-168 0,-1 0-144 16,-3-2-256-16,0-1-200 15,-4-3-152-15,-4 0 80 0,0 0-204 0,-8 0-380 0,-1 0-36 16,1 0-196-16,-7 0-256 0,-2-3-112 15,-2 3-161-15,-6 0 421 0,-3-4 384 0,0 4 212 16,-4 0 400-16,0 0 580 0,0 0 532 16,-4 4 205-16,0 2-201 0,-3 3-272 15,-2 4 72-15,5 6 84 0,-4 6 28 16,5 8-148-16,-1 8-148 0,-1 0-100 0,5 7-116 31,0-1-36-31,0-3 8 0,0 1-60 0,5-4-196 0,-1-6-232 0,3-7-456 0,1-5-204 16,5-4-188-1,2-10-440-15,1-2-1284 0,-4-7-2497 16,8-3-4103-16</inkml:trace>
  <inkml:trace contextRef="#ctx0" brushRef="#br0" timeOffset="50384.248">7123 15926 2844 0,'0'0'9637'0,"0"0"-7929"0,0 0-1632 0,0 0-68 16,0 0 436-16,0 0 336 15,0 0-36-15,0 0-344 0,112-61-172 0,-72 42 8 0,4 0 12 16,-4 0 88-16,-1 0 84 15,2 7 72-15,-6 1-268 0,1 6-116 16,-4 5-44-16,-4 0 56 0,-4 12 4 0,-5 11 96 16,2 2 320-1,-6 10-112-15,-2 7-112 0,2-2-60 16,1-1-84-16,-4-5 20 0,4-2-44 0,0-10-84 0,4-6-64 0,0-4-60 31,0-5 12-31,4-3-12 0,-4-4-208 0,3-11-232 16,-3 2 0-16,1-7-136 0,-10-3-276 15,1 0-264-15,-7 0-676 0,-5 4-1360 16,0 2-2173-16,-13 7-1579 0</inkml:trace>
  <inkml:trace contextRef="#ctx0" brushRef="#br0" timeOffset="50568.722">7426 16196 8324 0,'0'0'2601'15,"0"0"-793"-15,0 0-240 0,-32 66 8 16,28-49-400-16,4 2-308 0,8-5-212 0,9 5 108 15,2-2 92-15,5 2 84 16,4-3-187-16,4-1-245 0,3-5-108 0,6 0-96 0,2-7-160 16,1-3-144-16,4-3-72 0,0-7-24 0,0 0-172 31,4-5-120-31,-9-1-168 0,5 0-197 16,-4 3-163-16,-5-2-592 0,-7 4-1216 0,13 3-3489 15</inkml:trace>
  <inkml:trace contextRef="#ctx0" brushRef="#br0" timeOffset="51144.463">9095 15729 14941 0,'0'0'2544'0,"0"0"-2060"0,0 0-264 15,0 0-220-15,0 0 544 0,0 0 400 0,0 0-232 0,105 60-456 16,-70-47-136-16,9 0-56 0,8-7 32 0,4-3-12 16,4-3-84-1,7-3 48-15,-3-7-48 0,-1 1 0 0,1-2-84 16,-12 6-36-16,-8 2-112 0,-13 3-48 0,-6 0 48 16,-14 6 36-16,-11 10 84 15,-8 9 112-15,-16 7 196 0,-11 6-196 16,-13 10 0-16,0 0 56 0,-12 5-8 0,-3 2 64 15,-5 2 12 1,1 6-16-16,-6 0-24 0,6 1 16 0,3 0 80 0,8-7 64 0,9 0 0 0,11-10-112 16,12-5-132-16,11-4-76 0,9-7-8 15,8-6 44-15,17 1 40 0,7-3 144 32,15-8 100-32,9-2-172 0,8-3-64 0,7-10 8 15,6-3-16-15,2-10-76 0,-3-3-80 16,4-6-136-16,-13-4-24 15,1 5-124-15,-8-2-124 0,-9 0 40 0,-6 1 8 0,-5 3-88 16,-8 1-216-16,-5-2-492 16,-7 3-1048-16,-4-1-2609 0</inkml:trace>
  <inkml:trace contextRef="#ctx0" brushRef="#br0" timeOffset="51366.469">9952 16084 14485 0,'0'0'2168'16,"0"0"-1648"-16,-56 79-380 0,28-40 92 15,-4 8 536-15,-3 2 304 0,-1 4-520 16,-4 1-308-16,0-3-136 16,-4-1-56-16,-3 5-52 0,-1-5-88 15,-4-2-180-15,1-1-148 0,2 1-112 0,-7-6-384 16,9-4-44-16,-5 0-460 0,4-4-972 15,12-11-1953-15,-15 6-2067 0</inkml:trace>
  <inkml:trace contextRef="#ctx0" brushRef="#br0" timeOffset="70508.468">14295 15214 5660 0,'0'0'116'0,"0"0"4852"0,0 0-4031 0,0 0-321 16,0 0 164-16,0-77 480 0,-4 65 4 15,0 6-236 1,4-4-232-16,-4 8-124 0,4-1-8 0,0 3-160 15,-3 0-112-15,-1 0-96 0,-1 0-88 16,-3 3-88-16,-3 6-116 0,-2 7-4 0,-6 6-48 16,-5 10 8-16,0 6 32 0,-1 10-44 15,-3 6 44-15,1 6-48 0,-1 6 48 16,0 8-92-16,4-4 52 0,0-1-16 16,9-5 4-1,6-10 60-15,5-10-4 0,4-15-92 0,9-6-188 16,2-11 172-16,5-5-48 15,0-7-36-15,8 0 196 0,-4-7 84 0,0-3-84 0,4-3 0 16,-5 4 8-16,2-1 64 0,-1 7 28 16,-1 0 12-16,-2 3 44 0,-2 13-140 15,5 5 92-15,-8 8 76 0,4 5 0 16,-4 11 36-16,0 3 24 16,-4 2-72-16,-4-3-24 0,4 3-140 0,-3-1-4 15,2-2-4-15,-3 1-8 0,0-5-4 16,0-1-48-16,4-4-100 0,0-3-96 0,0-7-232 15,4-3-136-15,-4-6-164 0,0-6-216 0,4-8-812 0,0-2-1104 16,-8 0-3005-16,8-12-239 16</inkml:trace>
  <inkml:trace contextRef="#ctx0" brushRef="#br0" timeOffset="71177.965">14925 14913 2936 0,'0'0'5920'15,"0"0"-3968"-15,0 0-383 0,0 0-117 0,0 0-224 0,0 0-56 16,0 0-60-16,0 0-232 0,23 101-288 16,-23-53-140-16,0 9-120 15,0 7 12-15,0 2-28 0,-7 4-108 0,-1 7-208 16,0-5 0-16,3 1-132 0,-2-3-76 16,-1-7 84-16,4-8-96 15,4-11 72-15,0-12 64 0,0-10 72 0,0-9-76 16,0-7 76-16,4-3-36 0,4-3 0 15,-1 0 48-15,10-3 16 0,3-6-16 16,3-1-100-16,1 1 96 0,4-1-8 0,0 4 4 16,-4 0 8-16,4 1 12 0,-8 5 76 0,4 5-76 15,-8 1-12-15,-4 3 108 0,-1 4 40 16,-2 3 96-16,-9 3-72 0,0-4 0 16,0 4 12-16,-4 0-28 0,-8 4-20 15,0-4-16-15,-4 7-44 0,-9-8-16 16,6 2-56-16,-1-5 8 0,1-2-12 15,-2-7-64 1,1-2-84-16,5-4-352 0,-2 0-52 0,6-4-12 0,-2-8-148 16,5-1-144-16,5-6-436 0,3 0-756 15,7 0-580-15,10-3-1873 0,-2 5-1375 16,13-2 4832-16</inkml:trace>
  <inkml:trace contextRef="#ctx0" brushRef="#br0" timeOffset="71504.503">15598 15716 3240 0,'0'0'300'0,"0"0"7201"0,0 0-4789 0,0 0-880 0,0 0-576 16,0 0-124-16,0 0 112 0,-80 92-80 15,60-57-360-15,1 1-196 16,3-6-123-16,4-1-217 0,3-6-268 0,5-11-12 16,4 1-184-16,0-3-108 0,0-8 63 0,0-2-27 15,9 0 24-15,-1 0 24 0,3-6-8 16,6-6 80-16,2-7-36 0,1 0 16 15,1-4-4-15,-2 2 0 0,1-3 0 16,-4 6 12-16,0-1 16 0,-1 3 32 0,6 3 0 16,-9 7 4-16,0 2 108 0,-1 4 120 15,2 0 224 1,-1 13 36-16,-5 3 36 0,6 3-76 16,-5 3-60-16,-1 3-12 0,-3 5-24 0,1-2-12 15,-1-6-63-15,0 1-169 16,0-4-112-16,-1-7-85 0,1-2-179 0,0-4-356 15,9-3-232-15,-6-3-44 0,5-6-764 16,0-1-1192-16,4-18-2529 0</inkml:trace>
  <inkml:trace contextRef="#ctx0" brushRef="#br0" timeOffset="71881.982">16315 15554 6688 0,'0'0'5509'0,"0"0"-3685"0,0 0-812 16,0 0 108-16,-24 64 428 0,4-33 80 0,1 1-504 16,-1-1-464-16,-5-2-188 0,6 0-95 15,3-8-193-15,4-1-184 0,0-4-4 0,8-6-80 16,-4-4-28-16,8-3 3 0,0 0-75 0,0 0-44 31,0-3-28-31,8 4-48 0,-1-1 96 0,2 0 136 16,-1 0 8-16,3 0 64 0,2 3 12 0,-5-1 52 0,3 0-52 0,2 2 44 15,-5-5-56-15,3 5-4 0,-6-1 4 32,3 0 4-32,-4 1 8 0,-1-3-4 0,1 2 52 15,-4 3 28-15,0 1 20 0,0-2 12 16,-4 3-32-16,-3 5-80 0,-6-3-8 16,2-1-60-16,-5 1-28 0,4-1-20 0,-4-2-52 0,4-4-8 0,0 1-188 15,4-4-196 1,0 0-148-16,4-3-64 0,0 0-448 15,0-3-1180-15,4-4-1681 0,0-5-1895 16,0 5 1413-16,0-5 4555 0</inkml:trace>
  <inkml:trace contextRef="#ctx0" brushRef="#br0" timeOffset="72367.41">16853 15698 2996 0,'0'0'144'0,"0"0"1248"0,0 0 912 15,0 0-496-15,0 0-580 0,0 0-248 0,0 0-11 16,0 0 219-16,0 0-128 0,0 0-228 16,60 65-152-16,-56-37-200 0,-1 8 36 0,2-4-44 15,-5 2-48-15,0-1-164 0,0-5-184 16,0-9-76-16,0 0-124 16,0-9-112-16,0-4-176 0,0-6-200 0,0 0-104 15,0 0-344-15,0-12-912 0,0-7-1937 16,4-7-2255-16,0 6 3561 15</inkml:trace>
  <inkml:trace contextRef="#ctx0" brushRef="#br0" timeOffset="72526.401">16841 15484 1684 0,'0'0'7124'0,"0"0"-4747"0,0 0-1105 0,0 0-276 0,0 0 564 16,0 0-324-16,0 0-488 0,0 0-452 0,76 25-296 15,-52-18-36-15,4 0-460 16,0-4-472-16,4-3-408 0,-1 0-944 0,-7 0-2841 16,12 0-1774-16</inkml:trace>
  <inkml:trace contextRef="#ctx0" brushRef="#br0" timeOffset="72775.233">17435 15563 1632 0,'0'0'180'0,"0"0"8796"16,0 0-7407-16,0 0-573 0,-44 86 580 0,28-61 148 15,-3 1-272-15,2 0-492 0,2-4-348 16,-2 0-144-16,10-3-176 0,3-3-292 16,4-3-12-16,0-4-124 0,0 1 124 15,8 2 0-15,3-2 0 0,2-1 12 0,2 4 8 16,5-3-8-16,0-3 4 0,0 1-4 16,-4 2 52-16,0 0-4 0,0 2-48 15,-4-2-4-15,-5-2 4 0,-3 3-8 0,1 2 8 16,-5-1-12-16,0 1-136 0,-12 3-160 15,-4 0-168-15,-4 3 8 0,-4-3 0 16,-4-1-172-16,0-2-244 0,-4-1-1136 0,9-5-2653 16,-22-3-3335-16</inkml:trace>
  <inkml:trace contextRef="#ctx0" brushRef="#br0" timeOffset="73302.557">17961 15177 3788 0,'0'0'7389'0,"0"0"-5161"0,0 0-716 0,0 0-472 0,0 0-48 0,0 0-148 16,0 0-272-16,0 0-276 0,87-58-164 16,-66 46 4-16,-2 2 12 0,1 3-72 15,-3 7-68-15,-6 0 136 0,1 10 300 16,-4 6 44 0,-8 9-316-16,0 6-172 0,-12 11 0 0,-7 3-136 15,-6 5-168-15,-2 4-52 16,-5-3 24-16,8-3 212 0,-1-6 112 0,14-5-56 15,-2-1 16-15,9-8-88 0,4-3 12 16,0 4 116-16,9-4 4 0,3 0 4 0,-1 4 0 16,6-1 4-16,-2 2 92 0,2-2-48 0,3 4 76 15,-5-1-52-15,5 1 76 0,-4 0 48 16,4 0-24-16,0 0-36 0,0-4-16 16,-4 1-56-16,0-3-64 0,0-1 4 15,-8 0-4-15,-1-3 72 0,-3 4 52 16,1-1 8-16,-5 0-8 0,-5-3-28 0,-2 3-32 15,-5-2-20-15,-4-1-44 0,-4-4-4 16,0 2-48-16,0-7-44 0,0-4-284 16,0-5-244-16,-4-4-200 0,5-6-376 0,-1-14-980 15,3 7-2000 1,-2-21-2389-16</inkml:trace>
  <inkml:trace contextRef="#ctx0" brushRef="#br0" timeOffset="73844.691">19248 15672 4400 0,'0'0'584'15,"0"0"5072"-15,0 0-3947 0,0 0-433 0,0 0-108 16,0 0-84-16,0 0-44 0,0 0-132 16,95 54-256-16,-59-54-72 0,8 3-28 0,4-3-112 15,4 0-156-15,4-3-52 16,7 0-112-16,5-1-24 0,3 1 136 0,9-1 48 15,-4 1 84-15,0 0-204 0,-5-3-111 0,-3-1-49 16,-8 1-61-16,-4 0-219 0,-8-1-220 16,-9 5-96-1,-3-5-4-15,-8 1 0 0,-12 3-52 0,0-1-76 16,-8 4-4-16,-5 0-128 0,-3 0-264 16,-3 0-216-16,-9 0 280 15,-8 7-376-15,-3 2-177 0,2-3-931 0,-18 7-1544 16</inkml:trace>
  <inkml:trace contextRef="#ctx0" brushRef="#br0" timeOffset="74138.859">19411 15942 3788 0,'0'0'5068'16,"0"0"-2691"-16,0 0-1465 0,0 0-120 0,0 0 216 0,0 0 232 0,91 25-144 15,-59-19-384-15,13-2-252 0,-2-1 72 16,9 3 232-16,8-3-88 0,0 4-172 16,4-1-128-16,7-6-8 0,-4 3-112 15,2-3-256 1,-5 0-200-16,-6 0-228 0,-5-7-108 0,-5 5-128 15,-5-8-12-15,-3 4-40 16,-7-7-416-16,-6 0-820 0,-7-3-1124 0,-9 7-2865 16</inkml:trace>
  <inkml:trace contextRef="#ctx0" brushRef="#br0" timeOffset="74551.709">19347 15227 7200 0,'0'0'4681'15,"0"0"-2601"-15,0 0-588 0,0 0-648 0,0 0 164 16,0 0 356-16,0 0-540 0,-43 96-508 0,11-49-248 15,0 7-64-15,-9 6-8 0,6 0 0 16,-5 4 4-16,5-4 0 0,-1-2-8 16,-1 2-76-16,10-9 44 0,3-7 40 15,4-2 72-15,4-11-72 0,4-2-56 16,4-7-4-16,4 0 8 0,0 0-32 16,4-3-28-16,8 4 40 0,7 2-76 0,6 4-36 15,11-1 184-15,3 1 12 0,14-1 60 16,3-2 52-16,3-3 60 0,8-2 112 15,6-2 68-15,-2 0-128 0,1-3-140 16,-1 0-92 0,6-6-4-16,-6-1-48 0,-3-9-124 0,-4 0-316 0,-4-3-248 0,-5-13-252 15,1-3-564 1,-20 3-1392-16,11-21-3257 0</inkml:trace>
  <inkml:trace contextRef="#ctx0" brushRef="#br0" timeOffset="74878.874">20215 15293 11417 0,'0'0'4056'16,"0"0"-3184"-16,84 39-636 15,-44-23 124-15,1-1 496 0,-2 5 120 16,4-1-432-16,-2 3-228 0,2 0-72 0,2 0-132 15,-6 1-112-15,1-2-8 0,-4 2-52 16,-8 3-28-16,-4-4-8 0,-4 3-28 16,-5 7-24-16,-2 0-36 0,-13 8 0 15,0 9 172-15,-5 1-60 0,-14 4 20 16,-5 4 44-16,-12-1-100 0,0 3 44 16,-4 0-84-16,-4 3-108 15,-4 1 32-15,1 0-72 0,-5-4-224 16,5 0-92-16,2-6-80 0,2-3-276 15,2-6-336-15,9-10-560 0,17-13-2661 0,-9-6-2195 16</inkml:trace>
  <inkml:trace contextRef="#ctx0" brushRef="#br0" timeOffset="77919.513">23838 14979 80 0,'0'0'884'0,"0"0"7124"0,0 0-5363 0,0 0-1349 0,0 0-684 15,0 0 24-15,0 0 500 16,-92-54-64-16,72 51-400 0,-3 3-176 0,-9 0-12 0,0 7 84 15,-5 2 24-15,-6 7-128 16,-1 0-132-16,-4 5-64 0,5 6-36 0,-6 1-24 16,6 0-24-16,6 5-76 0,2-3-36 31,7 3-68-31,5-7-4 0,6-4-8 16,9-3-64-16,5-7-24 0,3 1-76 0,0-1 0 15,3 4-8-15,9-2 92 0,8 1 84 0,0 3-56 16,4-1 60-16,4-1-12 15,0 3 4-15,3-3 0 0,5 3-4 16,0 0-64-16,1 0 16 0,-2 3 48 0,5 3 0 0,-1 3 12 0,2-2 0 0,-5 2 0 16,-5-1 0-16,-3 1 0 15,-3-2 0-15,-6 0 72 0,1-5 28 0,-8 4-40 16,-5 1 0-16,2 0-60 0,-9-1 64 31,0 0-56-31,-4 1 64 0,-8-5 0 0,0 2-24 16,-4-1-48-16,0-6 88 15,0 0-40-15,-3-3 24 0,-2-7-64 0,-3 1-8 16,5-7-192-16,-5 0-104 0,0 0-44 16,3-10-76-16,-2-3-224 0,-1-6-124 15,4-4-240-15,1-2-276 0,2-7-588 0,6 1-560 16,2-4-2073-16,5 4-511 0,0 5 4476 0</inkml:trace>
  <inkml:trace contextRef="#ctx0" brushRef="#br0" timeOffset="78369.027">24447 14709 3312 0,'0'0'640'0,"0"0"5964"15,0 0-4455-15,0 0-649 0,0 0-448 0,4 63 116 16,-4-33-196-16,0-2-340 0,0 7-312 0,-4 4-132 16,-3-2-40-16,2 5 72 0,-3 5-36 15,0 2 36-15,1 1-32 0,-2 4-8 0,1 0 56 16,1-1-28-16,-6-2-40 0,1 4-56 16,5-8-100-16,-6 1 72 0,2-4 4 15,3-2-28-15,4-4 0 0,0-4-52 31,4-4 76-31,0-3-80 0,4-2-4 0,4 0 12 16,3-2 64-16,6-4-28 0,-2 1 12 16,5-1-12-16,1-4 64 0,-2-2-100 0,5-4 72 0,-4 1-72 0,5-3 84 0,2 0 16 31,-3-5 32-31,0-2 16 16,4 0-100-16,0 0-15 0,7 0-45 15,-3 0 0-15,-4 0 216 0,-4 0-216 0,-4-2-172 16,-8-5-413-16,-4 0 37 0,0 2-196 15,-4-2-408-15,-1-3-764 0,2 0-2392 0,-5-2-2513 16</inkml:trace>
  <inkml:trace contextRef="#ctx0" brushRef="#br0" timeOffset="79121.273">25344 15596 1304 0,'0'0'3196'0,"0"0"3088"15,0 0-4023-15,0 0-421 0,0 0-464 0,0 0 68 16,0 0-200-16,0 0-284 0,0 0-168 0,0 0 48 15,63 6-231-15,-55 16-125 0,1 3 36 16,-5 10 0-16,-4 7-232 0,0 5-80 16,-13 1-100-16,2-1-104 0,-2-3-4 15,5-5-12-15,-3-10-120 0,7-7 36 0,0-9-16 16,4-4 4-16,0-9-60 0,0 0-172 0,4 0 28 16,0-3-16-16,7-10 280 0,6 1 0 15,-2-11 48-15,2-2-48 0,-2 0-40 0,5-5-44 16,-8 5-60-16,8 0-28 15,-3 0 11-15,-2 3 5 0,1 3 56 16,0 5 4-16,0 5 36 0,-4 3 8 0,-1 6-8 31,2 0 32-31,2 8 16 0,-2 9 60 0,-2 1 48 16,-3 12 28-16,1-2-16 0,-5 4 24 0,-4 6-36 16,4-3 28-16,-4 0-76 0,0 0 0 15,3-3-148-15,1-4 16 0,0-6-600 16,4-2-816-16,4-8-612 0,-4-2-900 15,4-2-2249-15,0-8-2579 0</inkml:trace>
  <inkml:trace contextRef="#ctx0" brushRef="#br0" timeOffset="80131.877">26590 14833 1500 0,'0'0'1004'15,"0"0"-808"-15,0 0 1172 0,0 0 3184 0,0 0-3100 0,0 0-616 16,0 0-255-16,0 0 111 0,0 0 280 16,0 0-348-16,5-54-152 0,-5 52-208 31,0 2-112-31,0 0-36 0,0 0 124 16,0 0-16-16,0 0 28 0,-5 0 40 0,5 0-68 15,0 0 80-15,0 0 148 0,-3 2 132 16,-5 2-200-16,-4 4-164 0,-4 9-220 15,0 2-88-15,-8 6 88 0,0 7 124 16,0 6 12-16,5 1-12 0,-2 2-52 0,1 6 16 16,9 1 12-16,-1 2 8 0,0 1 52 15,4 0-60-15,4 4-28 0,0-1 40 0,4 2-52 16,0-2 4-16,0 1-60 16,8-5-4-16,3-5 0 15,2-4-40-15,6-7 40 0,1-1 0 0,5-8 0 16,-1-3-224-16,-1-6-180 0,5-3 44 0,0-4-24 15,-4-5-124-15,0-4-228 16,-1 0-432-16,1-4-720 0,-3-5-921 0,-10 3-2639 16,6-11 1804-16</inkml:trace>
  <inkml:trace contextRef="#ctx0" brushRef="#br0" timeOffset="80730.546">27084 14991 4364 0,'0'0'6512'0,"0"0"-4639"0,0 0-305 0,0 0-120 15,0 0 44-15,0 0-488 0,0 0-44 0,105 23-456 16,-70-13-200-16,14-4-60 0,6 1-36 15,8-1 36-15,6-3-120 0,-2-3-76 0,5 0-48 16,-1 0 0-16,-2-6-4 0,-2-1 4 16,-7 1-76-16,-4 0-176 15,-9-1 20-15,-7 7-16 0,-7-3 52 0,-10 3-84 16,-7 0 0 0,-8 0 8-16,-4 7-12 0,-4 2 284 15,-8 4 92-15,-12 6 80 0,-8 9-60 16,-8 4-52-16,-7 3-56 0,-9 7 8 0,-1-1 0 15,-6 3 76-15,0 4-4 0,-10 2-12 16,2-2 4-16,-5 4 96 0,5-5-28 16,-6 0 104-16,10-2 8 0,7-4 0 0,5-2-48 15,6-6-64-15,10-1-84 0,7-4-48 0,3-4-4 32,14-6 80-32,3-2-84 0,8-6-4 0,0-1-112 15,12 2 112-15,4-3 208 0,7-2 24 0,10 1 133 16,7-3-49-1,3-2-124-15,5-2-144 0,3 0 16 16,2 0 32-16,2 0-84 0,-2-2 48 0,-2-2 12 0,5 2-64 0,-4-3 0 16,4 3 4-16,-5-5-12 0,5 2 0 15,-8-6-264-15,3 2-148 0,-6-1 7 16,-6 1-103-16,1-1 20 0,-8 1-36 0,-4-4-40 16,0 3-52-16,-8-2-208 0,-5 3-304 15,-2-5-796-15,-6 5-1012 0,-3-7-2193 16</inkml:trace>
  <inkml:trace contextRef="#ctx0" brushRef="#br0" timeOffset="81018.996">28364 15104 1708 0,'0'0'10645'15,"0"0"-9445"1,0 0-1020-16,0 0 176 0,-100 62 996 16,69-39 40-16,-5 2-532 0,-1 7-416 0,-2 3-48 15,-5 3 96-15,0 1 12 0,-3 5-248 16,-2 3-84-16,-7 1-40 16,5 6-20-16,-9-3-28 0,4-1 40 0,4-2-124 15,1-4-4-15,7-5-8 0,8-7-48 16,12-10-64-16,5-7-340 0,10-5-76 15,5-7-12-15,4-3-228 0,0-3-100 16,13-7-616-16,6-5-1228 0,5-11-2625 16,-4 6-387-16,20-20 4156 0</inkml:trace>
  <inkml:trace contextRef="#ctx0" brushRef="#br0" timeOffset="81376.481">29161 14904 1828 0,'0'0'8148'0,"0"0"-5563"0,0 0-1181 0,0 0-188 16,52 85-44-16,-44-60-200 0,-5 7-144 0,5 3-100 15,0 6 132-15,-3 3-4 0,-1 4-284 16,-4 6-280-1,0-3-232-15,0 7-48 0,0-5-12 0,-9-2 0 0,1 1-12 16,0-6-72-16,1-4-52 16,-6-1-80-16,6-5-140 0,-9-3-120 0,4-3 48 15,-4 0 72-15,-4-3-24 0,0-2-12 16,-8 0 72-16,4-2 60 0,-4-2 24 16,-3-2-72-16,-5 1-276 0,-5-1-284 15,-2 0-248-15,-5-3-240 0,-3 0-76 0,-2 0-137 0,-2-1-47 16,-5-2-540-1,4-4-408-15,12-2 164 16,-16 3 1604-16</inkml:trace>
  <inkml:trace contextRef="#ctx0" brushRef="#br0" timeOffset="87154.4">14682 17030 7912 0,'0'0'5413'16,"0"0"-4321"-16,0 0-840 0,0 0 216 0,0 0 668 15,0 0 296-15,0 0-740 0,0 0-260 16,-88 7-76-16,72 3 60 0,0-1-48 16,0 7-172-16,0-1-100 0,4 4-88 15,0 6 0-15,5-2-8 0,-1 3-84 16,3-1-16-16,1 0 28 0,4-6 0 0,0 0-40 15,4-6 40-15,5-3-112 0,-2-8-36 16,5 3-4-16,4-5 152 0,0-11 12 0,8-4-176 16,-4-5-84-16,4-5-136 15,-4 0-88-15,0-4-16 0,-5 4 72 0,2 0 8 16,-9 6 304-16,-5 2 100 0,1 5-60 16,-4 2 48-16,-4 4 0 0,-7 3 88 15,-2 3 164-15,-6 0 100 0,-1 3-116 0,0 3-8 16,0 1 52-16,0 5-192 0,4-5-12 31,4 6-168-31,4-5-60 0,4-1-136 0,0 3-316 16,4-8-1332-16,0 2-2597 0,4-1-1979 0,8-3 5400 15</inkml:trace>
  <inkml:trace contextRef="#ctx0" brushRef="#br0" timeOffset="87294.56">14849 17117 2792 0,'0'0'8393'0,"0"0"-6661"0,0 0-752 0,84-5 160 0,-48-3 384 15,-5-5-940-15,1-6-584 0,0-6 0 0,0-4-372 16,0-3-116-16,-4-3-496 0,0 1-1184 16,-4-4-3325-16,-9 8-1511 0,-2-4 6369 15</inkml:trace>
  <inkml:trace contextRef="#ctx0" brushRef="#br0" timeOffset="87539.13">15004 16681 4668 0,'0'0'4792'15,"0"0"-2883"-15,0 0-817 0,0 0-492 0,0 0 188 0,0 0 292 16,-35 67-76-16,38-35-360 0,1 3-148 16,9 6-60-16,-2 7 12 0,1-1-80 0,0 7 40 15,0 0-188-15,1 4-156 0,-2-5-52 16,-3 4-12-16,1 0-48 16,-2-3-64-16,-7-6 100 0,0 0 12 15,0-10-4-15,0-6 4 0,-4-5 68 0,-4 0-68 16,-4-5-48-16,1-7-172 0,-6 2-128 15,-3-8 28-15,1-3-240 0,-9-6-124 16,4 0-68-16,-4-3-128 0,0-9-540 16,4-5-832-16,4-5-2113 0,4 3-1303 0,-7-18 4324 0</inkml:trace>
  <inkml:trace contextRef="#ctx0" brushRef="#br0" timeOffset="88098.361">15698 16923 4652 0,'0'0'5332'16,"0"0"-3347"-16,0 0-653 0,0 0-480 16,0 0 472-16,0 0 244 0,0 0-280 15,107 19-460-15,-59-16-328 0,3-3-156 16,5 0-76-16,4 0 64 0,0 0-40 15,-4 0-72-15,0 0-124 0,-13 0-96 0,-3 6-4 16,-7 1-144-16,-14-1-20 0,-3 3-40 16,-8 4-132-16,-4 0-16 15,-4 3 160-15,-8 9 148 0,-12 0-76 0,-4 8-220 0,-8 0 40 16,-7 6 104-16,-1-1 152 16,-1 3 44-16,-2 1 4 0,3-2 48 15,-4 2 52-15,5-3-4 0,7-4 176 0,0-3 72 16,8-5-88-16,4-2-36 0,8-2-36 0,4-4-48 15,8-3-4-15,0-3-84 16,16-1-40-16,4 4 88 0,8-3 124 0,8 0-52 0,-1-4 28 16,10-2-148-16,-6 0-36 0,5-2-4 15,0 2 104-15,-1-4 20 0,2 1-120 0,-10-1-12 32,1-3-8-32,-4 0-88 0,-4-7-256 15,0-3-160-15,-4-2-136 0,-5-4-148 0,2-3-328 16,-6-6-1184-16,-2 5-2825 15,-2-18-3999-15</inkml:trace>
  <inkml:trace contextRef="#ctx0" brushRef="#br0" timeOffset="88330.467">16514 17117 3192 0,'0'0'4948'16,"0"0"-175"-16,0 0-3997 0,0 0-368 15,0 0 488-15,-67 69 368 0,46-40-292 16,-2-1-364-16,-1 4-212 0,0 3-64 15,-4 0 100-15,4 3-100 16,-4 0-100-16,1-3-84 0,3 3-64 0,-4-3-24 16,0-3-60-16,4-1 0 0,4-9-48 0,0-2-36 15,4-7-176-15,4-6-180 0,1-7-176 16,6 0-212-16,1-14-648 16,0-2-580-16,4-6-640 0,0-7-2797 0,8 10-119 31,0-12 5440-31</inkml:trace>
  <inkml:trace contextRef="#ctx0" brushRef="#br0" timeOffset="88761.764">16845 16668 8020 0,'0'0'4833'0,"0"0"-3269"16,0 0-504-16,0 0 60 16,0 0 212-16,0 0-140 0,0 0-124 0,0 0-420 15,0 0-284-15,32 86-108 0,-32-60-76 0,-4 2-104 0,-4 1-76 16,0-7-52-16,4-2-44 0,0-8-124 16,4-5 40-1,0-5-136-15,0-2-4 0,0 0-108 16,0 0-108-16,0-2 276 0,0-9 204 0,4 3 56 15,5-12 88-15,-2 1-40 16,1 0-48-16,0-3 12 0,0-1-12 0,4 5 4 16,3-2-4-16,2 1 48 0,3 4 320 15,-4-2-232-15,4 9 24 0,-5 1-64 16,-2 3 88-16,-2 4 60 0,6 0-88 0,-6 7 4 16,5 2-12-16,-4 7-16 15,0 1 76-15,0 4-76 0,-4 2-36 0,0-1-88 0,-4 3-8 16,0 1-92-16,-4-4-320 0,0 3-172 15,0-2-176-15,-8 2-296 0,0-6-600 16,0 0-2692-16,-8 3-4145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02T07:20:33.865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3820 9179 3672 0,'0'0'2424'0,"0"0"1792"0,0 0-2619 0,0 0-113 0,0 0-216 0,0 0 4 16,0 0-156-1,0 0-148-15,17-32-252 16,-17 32-188-16,4 0-172 0,-4 6-88 0,4 4 40 16,-1 9 520-16,1 3-352 0,0 6-244 0,0 11-99 0,-4 8-13 15,0 1-108-15,0 6 36 0,0 0-44 16,-4-3-8-16,0-4-68 0,0-2-36 15,1-5-77-15,3-7-91 0,0-5 104 16,0-6-24-16,0-2-84 0,0-8-108 0,0-2-188 0,0-7-380 16,3-3-440-16,-3 0-496 0,4-6-552 15,0-7-305-15,0-6-2267 16,5-3 436-16,-5 6 4396 0,3-12 184 0</inkml:trace>
  <inkml:trace contextRef="#ctx0" brushRef="#br0" timeOffset="144.906">3987 9512 2540 0,'0'0'364'0,"0"0"7516"0,0 0-5659 0,0 0-949 0,0 0-32 0,80-19 376 16,-63 19-192-16,2 0-220 0,1 0-324 16,1 0-212-16,2 0-216 15,1 0-247-15,0 0-157 0,-5 0-48 16,5-6-132-16,-3 0-65 0,-1-1-131 0,-1-3-328 16,2 3-320-16,-6 1-328 15,-2-2-1000-15,-2 1-1948 0,-3 0-2049 0,-3-2 1049 0</inkml:trace>
  <inkml:trace contextRef="#ctx0" brushRef="#br0" timeOffset="339.282">4378 9276 9576 0,'0'0'2257'0,"0"0"-837"0,0 0-188 0,-15 71 204 15,6-39 152-15,5 2-104 0,0 4-664 0,0 7-220 0,1-4-52 0,-1 4-48 16,4-3-148-1,-9 2-352-15,5-6 0 0,0 0-196 16,-3-7-144-16,3-5-160 0,4-3-316 16,-4-4-632-16,0-5-676 0,4-3-860 0,-5-3-2201 15,1-3-1919-15,-3-5 6884 0</inkml:trace>
  <inkml:trace contextRef="#ctx0" brushRef="#br0" timeOffset="774.888">3414 8988 3360 0,'0'0'6840'16,"0"0"-4807"-16,0 0-769 0,0 0-56 0,0 0 328 15,0 0-16-15,0 0-248 0,0 0-476 0,-8 76-344 16,8-57 184-16,0 1-368 0,0 8-72 0,0 4-40 15,-4 9-60-15,4 6 76 0,0 14-3 16,-4 2-61-16,0 7-104 0,4 3 88 0,-4 3-80 31,4 1-12-31,-4-1-4 0,4-3-56 16,0-3-52-16,0-10-205 0,0-9-399 16,8-3 72-16,4-10-240 0,4-7-532 0,0-9-716 0,7-5-396 0,5-11-1905 15,-7-3-2171 1,11-16 4320-16</inkml:trace>
  <inkml:trace contextRef="#ctx0" brushRef="#br0" timeOffset="1091.39">4913 8928 3192 0,'0'0'1096'0,"0"0"6853"0,0 0-5869 0,0 0-744 31,0 0 120-31,27 66-44 0,-19-34-344 0,0 4-248 16,0 5-284-16,-1 3-136 0,-2 3-84 16,-1 8-131-16,-4 2-5 0,0 3-56 15,0 10-76-15,0 6 0 0,0 4 72 0,-4 2 16 16,-4 4-136-16,0-7-76 15,0-3 4-15,0-6-84 0,4-9 24 0,-4-4-137 0,4-10 37 16,4-9-24 0,0-8 0-16,0-9-244 0,0-11-292 15,8-8-388-15,0-2-616 0,4-8-684 0,0-11-2297 16,-4 2-2871-16,0-18 6852 0</inkml:trace>
  <inkml:trace contextRef="#ctx0" brushRef="#br0" timeOffset="1923.704">5633 9575 7264 0,'0'0'2952'0,"0"0"-635"0,0 0-865 0,0 0-476 15,0 0-56-15,0 0 368 0,0 0-232 0,0 0-172 16,104 26-292-16,-69-23-192 0,6 0-176 16,-5-3-140-16,-1 0-76 0,-3 0-8 15,-4 0-84-15,-4-6-64 0,0 4-356 16,-4-3-428-16,0 3-488 0,-9-2-1192 15,-7 4-2941-15,0 0-2759 0,-4 0 8104 0</inkml:trace>
  <inkml:trace contextRef="#ctx0" brushRef="#br0" timeOffset="2078.766">5856 9772 4804 0,'0'0'4444'0,"0"0"-1427"15,0 0-1385-15,0 0-604 0,0 0 408 16,0 0-156-16,0 0-168 0,0 0-336 0,0 0-360 15,84 45-220-15,-64-45-100 0,0-4-96 16,4-2-380-16,-4-2-268 0,-1-6-448 16,2 1-976-16,-1-2-3020 0,-5 2-4117 15,2-6 8437-15</inkml:trace>
  <inkml:trace contextRef="#ctx0" brushRef="#br0" timeOffset="2324.801">6391 9503 3828 0,'0'0'8977'16,"0"0"-7185"-16,0 0-632 0,0 85 232 15,0-47 144-15,0 4-272 0,0 8-460 16,0 7-340-16,0 4-112 16,0 6-84-16,0 9-59 0,4 0-53 0,-4-3-132 15,0 0-24-15,0-3-144 0,0-10-52 16,-4-6-1-16,4-13-7 15,0-9 32-15,0-9 16 0,0-8-112 0,0-8-220 0,0-4-356 16,0-3-312-16,0-6-384 16,0-11-900-16,0-1-1741 0,0-11-1151 0,0 6 1188 15</inkml:trace>
  <inkml:trace contextRef="#ctx0" brushRef="#br0" timeOffset="2577.673">6410 9620 3180 0,'0'0'544'0,"0"0"4664"15,0 0-3500-15,0 0-295 0,0 0 211 0,0 0 124 16,0 0-392-16,0 0-424 16,0 0-180-16,0 0-72 0,0 0-92 15,84-51-184-15,-69 61-64 0,2 3-36 0,-6 2-60 0,-2 4-60 0,-1 4-112 16,-4 2-60-16,-4 0-12 16,0 4-56-16,-12 3-52 0,0-4-52 0,-9-3-60 0,6-2-144 15,-9-2-28-15,5-4-12 16,-2-8 0-16,5 1-124 15,-3-10-200-15,2 0-404 0,6-3-652 16,3-11-748-16,-1-5-2349 0,5 5-1367 16,0-18 6092-16</inkml:trace>
  <inkml:trace contextRef="#ctx0" brushRef="#br0" timeOffset="3141.322">6741 8992 4516 0,'0'0'2916'15,"0"0"1357"-15,0 0-2357 0,0 0-16 0,0 0-348 0,32 95-176 0,-24-57-196 16,-1 3-236 0,-2 3-312-16,3 3-160 0,-4 2-155 15,-4 2-145-15,0-4-164 0,0-2-8 16,-4-4-108-16,-4-3-125 0,3-13-119 15,-2 1 12-15,7-11 36 0,-4-5 20 0,4-4-8 0,-4-3-124 16,4-3 100-16,0 0 8 0,0 0 0 16,0 0 12-16,0-6 0 15,4-2 52-15,7-6 156 0,6-5 0 0,3-7 28 0,8-2-40 16,-1-1-88 0,1-3 40-16,4 1 12 0,0 5-12 0,-4 4 136 0,-4 3-64 15,-4 6 76-15,-8 7 52 0,-5 0-40 16,2 3 88-16,-9 3 120 0,0 0 264 15,0 0-76-15,-5 3-36 0,-3 0-164 0,-3 6-200 16,-6 4-8 0,2 0-48-16,-5 3-4 0,1-4-8 15,2 4-24-15,-3 0 76 0,4-3-44 16,4-1 52-16,-4-1 4 0,9-2 48 16,-2 1 44-16,1-4-8 0,4 0-84 15,4 4 0-15,0-1-4 0,0 1 84 0,4-1-20 16,4 0 32-16,1 4 76 0,-2-3 36 15,9-1 28-15,-4 1 8 0,8-4-24 16,0 0-100-16,4 1 16 0,0-1-76 0,-1-3-52 16,5 0 32-16,0 1-40 0,-4-1-12 15,1 1-60-15,-1-4-24 0,-5 0-52 0,1 0-108 16,-4 0-124-16,4 0-196 0,-4 0-116 16,-4-7-148-16,3 0-676 0,-2-2-972 15,-2 0-2529-15,-7 2-2755 0,9-9 7460 0</inkml:trace>
  <inkml:trace contextRef="#ctx0" brushRef="#br0" timeOffset="3726.469">8462 9785 5580 0,'0'0'4300'16,"0"0"-1623"-16,0 0-1145 0,0 0-296 16,0 0 84-16,79 26-12 0,-51-20-152 15,13 1-284-15,-1-5-224 0,7 1-172 0,-3-3-64 0,4 0-168 16,0 0-147-16,-5-5-97 0,2-2-49 31,-6-3-47-31,-3 2-148 0,-4-3-208 16,-4 2-156-16,-4 2-188 0,-9-2-112 0,-2 6-504 0,-9 0-1096 0,-4 3-1609 15,-12 0-1471-15,-1 6 509 0,-22 6 5079 16</inkml:trace>
  <inkml:trace contextRef="#ctx0" brushRef="#br0" timeOffset="3872.804">8618 9944 1148 0,'0'0'1056'15,"0"0"4776"-15,0 0-3928 0,0 0-147 0,0 0-441 16,0 0-168-16,0 0-88 0,0 0-156 0,0 0-300 16,79 41-192-1,-42-47-112-15,6-7-68 0,-4-3-224 0,-3 0 32 16,1-3-40-16,-5-3-336 0,-4 0-284 0,-1 0-448 16,-7-3-780-16,0 2-2573 0,-8 4-3043 15,-4-3 5588-15</inkml:trace>
  <inkml:trace contextRef="#ctx0" brushRef="#br0" timeOffset="4159.205">8972 9476 5184 0,'0'0'6681'15,"0"0"-4229"-15,0 0-588 0,0 0-528 16,0 0-88-16,0 0-216 0,0 0-188 15,91 46-260-15,-66-34-196 0,3 4-143 0,0-3-77 0,0 3-20 0,-4-1-64 16,-1 4-36-16,1 4-36 16,-8 3 36-16,4-1-44 0,-8 3-4 0,-4 4-72 15,-4-4-24-15,-4 4 48 0,0 4-112 16,-12-3-57-16,0 0-75 0,-4 2-60 0,0-4-112 16,-8 1 0-16,4-3 48 0,-4-3-36 15,0-5-128-15,1 2-232 0,-1-4-468 31,-4-4-620-31,8 2-944 0,0-8-3001 0,4 4-230 16</inkml:trace>
  <inkml:trace contextRef="#ctx0" brushRef="#br0" timeOffset="5472.165">10992 9118 4972 0,'0'0'6193'0,"0"0"-4501"0,0 0-468 0,0 0-276 0,0 0 96 15,0 0 168-15,0 0-48 0,0 0-400 16,0 0-200-16,84 23-232 0,-56-20-16 16,-1-3-108-16,1 0-40 0,4 0-92 0,-4 0-64 15,-4-6 0-15,4-1-12 0,-4 1-8 16,-4-1-92-16,4-2-8 16,-4 3-28-16,-1-1-92 0,-6 4 4 0,2 3-8 15,-2 0 24-15,-2 0 0 0,2 10 116 16,-5 5 88-16,-5 5 4 0,1 2 0 0,-4 6 0 15,0 4-84-15,0 5 84 0,-7 5-8 16,-1 3-4-16,-1 3-116 0,1 5 120 0,1 8-32 16,-1-1 28-16,-1 3 0 15,-2 4 8-15,3-3 4 0,-1 0 0 0,2-7 0 16,7-7 80-16,-4-9 180 0,4-6-52 16,0-10-48-16,4 0-40 15,0-8-8-15,-1-4-64 0,1-4 28 0,-4-2-76 16,0-4-8-16,5-3-40 0,-5 0 44 15,0 0 4-15,0 0-328 0,0-3-188 16,0-7-112-16,-5 0-200 16,1-5-392-16,-7-7-884 0,3 0-1717 0,-8-1-1447 0,4 4 172 15</inkml:trace>
  <inkml:trace contextRef="#ctx0" brushRef="#br0" timeOffset="5673.232">11020 9788 6384 0,'0'0'5465'0,"0"0"-4033"0,0 0-276 0,0 0-460 16,0 0 284-16,0 0 520 15,0 0-216-15,0 0-340 0,107 38-380 0,-75-35-100 16,9-3 8-16,-6 0 89 0,-3 0-269 16,4-3-208-16,-8 1-84 0,0-5-84 0,-4 1-60 15,-9-1-249-15,2 2-151 0,-9 0-92 16,-1-1-184-16,-7 6-212 15,0 0-812-15,0 6-1336 0,-15 7-2637 0,2 0-1907 16,-18 10 7665-16</inkml:trace>
  <inkml:trace contextRef="#ctx0" brushRef="#br0" timeOffset="5844.626">11000 10176 9020 0,'0'0'2081'0,"0"0"-401"0,0 0-240 0,0 0 124 0,0 0-276 0,0 0-280 0,0 0-208 16,0 0 12-16,0 0 4 15,88 44-204-15,-56-46-176 16,7-5-131-16,-2-5-149 0,-1 1-80 16,-1 2-76-16,-7-1-108 0,4 0-157 0,-4 1-395 15,0-1-328-15,0 1-128 0,-5 3-1036 0,5-1-3688 0</inkml:trace>
  <inkml:trace contextRef="#ctx0" brushRef="#br0" timeOffset="7010.433">12570 9876 1368 0,'0'0'784'16,"0"0"388"-16,0 0 392 0,0 0 1312 0,0 0-1140 16,0 0-700-16,0 0-19 0,0 0 99 0,12-65-120 15,-16 58-96-15,0 2-308 0,0-2 0 16,-4 3 40-16,4-2 4 0,-3 3-52 16,-2-1-76-16,1 1 48 0,0 3-52 15,-4 0-184-15,-4 3-212 0,0 10-108 16,-3 6-72-16,2 10-16 0,-3 6 88 15,5 6 12-15,3 6 52 0,3-2 32 16,2-3-48-16,3-12 4 0,4 0 56 16,0-11-20-1,4-7-88-15,7-5-124 0,2-4 0 0,2-3-20 0,2-3-52 0,7-7-16 0,-5-6-132 32,5-9-48-32,4 0 56 0,-4-4 76 0,-4-3-48 0,0 4 36 15,0-1 120-15,-4 4 76 0,-4 6 32 16,0 3 44-16,-5 2 12 0,-3 9 88 0,1 5-24 15,-1 0 60-15,0 0 136 0,0 0 88 0,3 12-40 32,-3 1-24-32,5 3-84 0,-5 6-52 0,3-3 12 15,-3 3-12-15,0-3-116 0,4-2-44 16,4-4-96-16,0-5-28 0,4 3-60 0,0-8-384 16,8-3-200-16,4 0-288 0,0-3-1052 15,4-4-792-15,-8 0-3117 0,12-2 598 16</inkml:trace>
  <inkml:trace contextRef="#ctx0" brushRef="#br0" timeOffset="16453.337">13705 7210 2704 0,'0'0'300'16,"0"0"-300"-16,88 124-312 15</inkml:trace>
  <inkml:trace contextRef="#ctx0" brushRef="#br0" timeOffset="17222.335">13849 9318 7460 0,'0'0'2388'15,"0"0"-971"-15,0 0-901 0,0 0-220 16,0 0 420-16,12-73 608 0,-4 54-36 0,-5-3-192 15,10 3-36-15,-1-3-172 16,-5 3-40-16,6 0 84 0,-5 3-116 16,-5 3-132-16,1 4-211 15,1 5-145-15,-5 1-76 0,0-1 4 0,0 4-28 16,0 0 172-16,-5 0-72 0,-6 7-148 16,-6 3-180-16,-6 3-268 0,-5 12-44 15,0 4 132-15,-4 8 44 0,0 4-20 0,4 4-36 16,4-7 68-1,0 1 52-15,9-7-12 16,7-4 0-16,-1-5-64 0,9-4 4 0,0 0-48 0,4-4 44 16,9 1 39-16,2 0 97 0,9 0 12 15,-3 0 0-15,3-1 49 0,-1 2 15 16,-3-5-64-16,4 4 0 0,-8-4 0 0,0 7 0 16,-8-2-8-16,0 2 8 15,-5 3 184-15,-3 3-76 0,0 1-104 0,-3-1 4 0,-9 1-4 16,0-5 8-1,-4 2-12-15,1-7-40 0,2 0-92 0,-2-7-88 0,-2-2-109 0,6-4-71 16,-6-3-64-16,9 0-196 16,-3-10-212-16,2-3-668 0,1-2-588 0,8-7-332 0,0 5-705 31,4-18-1975-31</inkml:trace>
  <inkml:trace contextRef="#ctx0" brushRef="#br0" timeOffset="17607.384">13980 9553 2812 0,'0'0'496'0,"0"0"5892"0,0 0-5228 0,0 0 361 0,0 0-57 0,0 0-108 0,84 57-400 16,-76-35-168 0,-4 8-80-16,0-5-112 15,-4 0-152-15,0-3-148 0,0-3-200 16,0-6-96-16,0-4-48 0,0-5-224 0,0-4-84 0,0 0 72 0,4 0 72 16,4-4-120-16,-4-8 328 0,4-4-48 0,4-6-20 15,-4-4-92-15,4 1 4 0,-4 2-88 31,0 1-4-31,-4 10 80 0,0 2 120 16,0 4 4-16,0 4-120 0,0 2 168 0,-4 2 28 16,3 14 684-16,1 3-64 15,1 7-304-15,3 2-156 0,-4 10 32 0,3 3-8 0,-3 7 132 16,5-1 220-16,-1 7 100 0,-5 3-264 16,1 0-80-16,-4 4-64 15,0 3-160-15,0-1-36 0,0 0-52 16,-11 1-8-16,2-10-44 0,-2-4 36 0,-1-8-4 15,-1-10 12-15,2-7 84 16,-1-9 0-16,-4-6 52 0,-1-8-136 0,-2-2-24 0,-1-9-404 0,1-7-72 16,-6-9 100-16,-3-10-116 15,8-9-196-15,-4-13-400 0,1-10-1148 16,7-7-1688-16,0 15-1889 0,0-40 749 0</inkml:trace>
  <inkml:trace contextRef="#ctx0" brushRef="#br0" timeOffset="18404.749">14467 8874 9004 0,'0'0'2801'0,"0"0"-1441"0,0 0-624 0,0 0 36 16,0 0 640-16,32 101-48 0,-29-56-44 0,5 6-240 16,-4 9-140-16,9 3-220 0,-6 5-235 15,-3 1-145-15,4-1-168 0,1-3-172 16,-6-7-68-16,1-5-28 0,0-4-48 15,-4-5-52-15,0-6-57 0,4-7-247 16,-4-2-84-16,0-7-112 0,0-9-200 0,4-3-524 16,0-10-640-16,0-4-452 0,4-9 924 15,4-9 79-15,0-3 33 0,0-7 684 16,3 7 792 0,2 3 248-16,-6 9 684 0,2 7 324 15,-1 6 357-15,-5 0 215 0,2 6-8 16,-1 10-200-16,-1 0-404 0,1 6-356 15,1 0-332-15,-5-3-220 0,-1 0-176 0,5-6-108 16,-4-3-24-16,0-3-96 0,8-5 60 16,-4-2 36-16,4 0 148 0,0-9-96 0,0-8-52 15,4 2-232-15,-8-5-76 0,4 2 16 16,-8-1 20-16,0 3 88 0,-4 3 60 0,0 7 124 16,-8 0 88-16,-4-1-84 0,-3 7 4 15,-2 0 272-15,-3 7-68 0,1 2-116 16,-6 10 16-16,5 3-16 0,1 3-32 0,3 1-16 15,0-4-48-15,4-3-124 16,0-3-108-16,8-7-64 0,4-2-96 0,0-7-288 0,0 0-360 16,8 0-216-16,12-12 400 0,-1-5-244 15,6-5-692-15,2-3-837 0,1-1-1343 16,0 1 1720-16,4 3 752 0,-4 3 1500 16,4 6 924-16,-4 4 3896 0,0 6-3004 15,-9 3-820 1,2 8 501-16,-6 9 419 15,1 2 548-15,-4 3-656 0,1 3-1128 0,-6 1-176 0,1-4-48 16,0-3 8-16,-3-3-120 0,2-4-76 0,-3-2-172 16,0-6-88-16,0-1-8 15,4-3 96-15,0 0-88 0,0-10-8 16,4-2-132-16,0-5-28 0,4-5-8 0,-4 0-164 16,0 3 28-1,-1 3 120-15,-2 3 48 0,-1 7 24 0,-1 3-36 16,-3 3 148-16,5 3 16 0,-1 6 252 0,-1 7 88 15,5 3-76-15,0 3-168 0,0 2-16 16,4-3 52-16,0-5 48 0,0-9-196 16,0-1 0-16,-4-6 96 0,4-3 148 15,0-11 12-15,3-1-72 0,-2-10-16 0,3-4-24 16,-4-3-144-16,-5 4-144 16,2-1-488-16,-6 1-16 0,1 2-24 0,-3 0-336 15,3 1-516-15,-8 9-708 0,0-9-4753 0</inkml:trace>
  <inkml:trace contextRef="#ctx0" brushRef="#br0" timeOffset="18993.652">16088 9410 3192 0,'0'0'6732'0,"0"0"-5711"0,0 0-341 0,0 0 208 0,0 0 528 16,32 71-52-16,-24-37-292 15,-4 17-288-15,4 7-112 0,-4 8 80 0,0 10-224 16,-4 9-172-16,3 4-108 0,-3 0 8 15,5 7 12-15,-5-8-156 0,4-5-112 0,0-10-100 0,4-13-156 0,-4-13 132 16,3-11-8-16,-2-14-28 0,3-9-196 16,0-10-344-16,-1-3-364 15,6-9 104-15,-2-14-412 0,2-12-532 16,-5-5-469-16,-1-15-1951 0,1 14-708 16</inkml:trace>
  <inkml:trace contextRef="#ctx0" brushRef="#br0" timeOffset="19230.169">16168 9553 784 0,'0'0'9456'0,"0"0"-7847"0,0 0-545 0,0 0-200 0,0 0 428 16,0 0-144-16,0 0-172 0,71-66-220 0,-47 66-128 15,0 0-260-15,4 3-156 0,-3 6-212 16,-6 4 72-16,1 3-68 16,-4 0-4-16,-4 3 0 0,-8 6 104 0,-4 0 28 15,0 5-120-15,-13 1 80 16,2 1-92-1,-9-4-4-15,0 1-56 0,0-4-16 0,1-6-180 16,-2-2-4-16,5-5-132 0,1-2-288 16,2-5-164-16,5-1-24 0,1-2-288 0,3-2-504 15,0 0-520-15,4-6-1809 0,0 4-919 16,0-15 3328-16</inkml:trace>
  <inkml:trace contextRef="#ctx0" brushRef="#br0" timeOffset="19386.906">16638 9681 5396 0,'0'0'7369'16,"0"0"-6133"-16,0 0-136 0,0 0 532 0,91 0-328 0,-74 0-340 0,-2 0-352 15,-2 0-160-15,2 0-224 16,2 0-228-16,-2 0-168 0,1 0-104 16,4 0-340-16,-4 0-408 0,0-7-484 15,-4 4-1256-15,0-4-3305 0</inkml:trace>
  <inkml:trace contextRef="#ctx0" brushRef="#br0" timeOffset="19700.951">17356 9334 12345 0,'0'0'4168'15,"0"0"-3208"-15,0 0-440 0,0 0-88 16,0 0 72-16,-84 70 232 0,56-42-24 0,0 2-312 15,4 1-156-15,-4 1-180 0,8 0-56 16,0-4 52-16,5-3-60 16,2-6-48-16,9-2-40 0,0-6-80 0,4-4-100 15,0 0 48-15,8-2 36 0,5 2 136 16,2 0 48-16,5-1-40 0,-4 1 40 16,4-1 88-16,-8 0-44 0,4 1-44 0,-8 5 0 15,-1 1 148-15,-7 3-88 0,0 6 112 16,0 4 8-16,-3 6-68 0,-1-4-112 15,-8-3-76-15,3-6-80 0,2-6-16 0,-5-4-524 16,3-2-200-16,2-7-176 0,-1 0-588 16,4-10-1364-16,0-2-2225 0,4-17-1163 15</inkml:trace>
  <inkml:trace contextRef="#ctx0" brushRef="#br0" timeOffset="20027.534">17399 9592 8292 0,'0'0'4321'16,"0"0"-2677"-16,0 0-672 0,0 0 188 15,0 0 396-15,0 0 204 0,20 76-296 0,-20-51-503 16,-8 0-381-16,4-3-240 16,4-2-304-16,0-5-36 0,0-2-168 0,0 0 20 15,7-7 140-15,2 0-136 0,-1-2-88 16,3-4 16-16,6-6 32 16,3-6-81-16,-1-8-15 0,2-2-48 15,-6-1 32-15,2-2 92 0,-6-1 56 0,2 5 76 16,-6 2 28-16,-3 2 44 15,0 8 84-15,0 5 100 0,-4 1 156 0,0 3 220 0,0 0-207 16,0 3-121-16,0 8-124 0,0 8 12 16,-4 2 64-16,0 5-40 15,-3-1-36-15,3 0-56 0,0 1-52 0,4-7-132 16,-5-3-96-16,5-4-4 0,0-5 36 0,0-3-45 16,0-4-307-16,5 0-376 15,-1-7-144-15,3-6-224 0,5-6-480 0,0-6-1008 16,0 2-1289-16,4-18-963 0</inkml:trace>
  <inkml:trace contextRef="#ctx0" brushRef="#br0" timeOffset="20371.6">17777 9238 4272 0,'0'0'416'16,"0"0"6605"-16,0 0-5321 0,0 0-468 0,0 0 192 0,0 0-436 0,0 0-20 0,0 0 140 16,0 0-260-16,32 112-212 0,-43-63-28 15,-6 3-48-15,2-4-111 16,-2 0-257-16,6-3-192 15,-1-8-84-15,3-2-72 0,6-3-40 0,-1-6 15 0,4-8 85 0,4-1 96 16,3-8 0-16,6-6-196 0,2 0 128 16,9 0 64-16,1-3-40 0,3 0-80 15,3 0 124-15,-3-3-4 0,-5 0-136 0,-2 3 28 16,-5 0 104-16,-4 0 8 31,-5 0 48-31,2 0 16 0,-5 0 140 0,0 0-156 0,-4 0 124 0,0 0 108 0,-4 0-59 16,-5 6-65-16,-6 1-156 0,-9 5-80 15,-4-2-20-15,0 3 100 0,-4-6-12 0,0-2-205 16,0-5-171-16,0 3-52 16,-3-3-108-16,3 0-52 0,0 0-136 0,4-3-496 15,4-2-464-15,9-2-540 0,2 1-152 32,5-1-845-32,8 2-1947 0</inkml:trace>
  <inkml:trace contextRef="#ctx0" brushRef="#br0" timeOffset="20966.95">18136 9624 4308 0,'0'0'8'0,"0"0"4732"15,0 0-3704-15,0 0 125 0,0 0-41 0,0 0 308 16,0 0-88-16,0 0 44 0,0 0-40 15,0 0-344-15,-16-45-596 0,-4 60-208 16,-7 11-72-16,-1 11-52 0,-4 9-8 0,4 4 8 16,0 1 124-16,4-6 220 15,8-7-208-15,7-7-208 0,2-9 0 0,7-5-12 16,0-5 12-16,0-9-196 0,12-3-72 16,4 0 84-16,4-13 96 0,4-9 88 15,8-3 0-15,0-11-72 0,0 6-124 0,-4-3-24 0,0 5 0 16,-5 6 108-16,1 3 12 0,-8 9 40 31,4 4-64-31,-4 6 124 0,-4 3 12 16,0 13 396-16,0 6-140 0,-1 8-84 0,-2 7-36 15,3 8-100-15,-9 2 28 0,5 4 20 16,1-1 100-16,-9 4-60 0,4 3-16 16,-4 2 64-16,-4 0 0 0,-5 5-76 0,-6-1 0 15,-2-2-20-15,-2-4-76 0,-5-3-8 16,0-10 0-16,0-9 0 0,4-9 8 0,-4-12 36 15,4-7-48-15,4-7-108 0,-4-9-356 0,5-14-308 16,2-10 24 0,9-9 160-16,4-12-304 15,0-10-1244-15,4-2-732 0,9 11-2605 0</inkml:trace>
  <inkml:trace contextRef="#ctx0" brushRef="#br0" timeOffset="21372.015">18614 9643 1472 0,'0'0'9148'15,"0"0"-7331"-15,0 0-797 0,44 79-80 16,-40-35 184-16,0 14 20 16,-4 5 24-16,0 9-192 0,0 8-144 15,-4 6-60-15,0 2-76 0,-4 5 8 16,4-5 73-16,0-1-401 0,0-9-196 16,0-8-112-16,0-9-68 0,4-10-180 15,0-10-4-15,0-9 28 0,0-7-100 0,0-13-20 16,0-1-285-16,0-11 37 0,0-4-280 15,0-11-480-15,0-10-24 0,4-15-268 0,0-4-100 16,0-9 612-16,-4-4-204 0,0-10-17 0,0-9 537 16,0-4 360-1,-4-12 272-15,0-4 216 0,0-2-100 16,0 7 236-16,4 7 20 0,0 18 404 0,4 16 253 16,8 14 99-16,0 17-220 0,4 3-196 15,0 7 164-15,3 5 108 0,2-2 64 0,-1 6-236 0,-1 0-164 16,2 6-148-16,-1 4-36 15,-5 3-68-15,-2 6-32 16,-5 0-100-16,-5 6-52 0,1 4-8 16,-4-1-88-16,-4 4-12 0,-7 3-124 0,-6-3-148 0,1-1-132 15,-3-1-80-15,-5-5-72 0,-1-3 8 16,2-6-76 0,-1-7-320-16,-4-2-512 0,12-4-1216 0,-16-3-3217 0</inkml:trace>
  <inkml:trace contextRef="#ctx0" brushRef="#br0" timeOffset="21919.789">20380 9169 7476 0,'0'0'5673'0,"0"0"-4173"0,0 67-352 0,-4-23-308 0,-5 14 232 16,1 11-36-16,-3 7-236 16,-2 1-176-16,2 6 20 0,-1 2 28 0,-4-2-259 0,-1 2-73 15,6-2 36-15,-5 0-376 16,0-5 0-16,0 0-156 0,4-13-40 0,-4-4-48 16,4-11-21-16,4-12 69 0,-3-5-24 15,2-15-48-15,1-5-328 0,4-9-296 0,0-4-80 16,1-19-512-16,3-11-1700 15,0-14-1781-15,0 3-243 0</inkml:trace>
  <inkml:trace contextRef="#ctx0" brushRef="#br0" timeOffset="22164.695">20208 9257 7524 0,'0'0'5357'16,"0"0"-4449"-16,0 0 232 15,35-69-260-15,-18 63 512 0,2 3-304 0,1 3-240 0,8 0-24 16,4 3-116-16,4 9-76 15,0 4-256-15,0 3-143 0,0 7-113 0,0 2-120 0,-4 1-12 0,-4 3-96 16,-4-1 100 0,-5-2-40-16,-6 3 48 15,-10 3-121-15,-3 0 45 0,-3-1-32 0,-18 5 104 16,-3 2-80-16,-8 1-40 0,-7-5 40 16,-6 1-24-16,2-6-4 0,-4-7 28 15,6-2-184-15,2-11-172 0,3-2-148 0,0-3-184 16,4-7-388-16,-1 0-992 0,10-3-1796 15,-8-11-2005-15</inkml:trace>
  <inkml:trace contextRef="#ctx0" brushRef="#br0" timeOffset="24618.789">22742 9575 1264 0,'0'0'10353'0,"0"0"-8713"0,0 0-788 16,0 0-296-16,0 0 228 0,0 0 508 0,0 0-96 0,0 0-336 15,0 0-232-15,-27-9-284 0,14 18-344 16,-6 4-220-16,-5 6 108 15,-4 3 112-15,3 0 88 0,1 1-76 0,5-1-12 16,6-3-40-16,6-3-96 0,3 0 36 0,0-3-8 16,4-1 56-16,0 1-68 0,8 1 32 31,7 0 88-31,2-1-4 0,3 4 0 16,3-5 4-16,1 4-4 0,-4-4 0 15,1 1-84-15,-2 3 88 0,-6-3 44 0,-2-1-44 16,-3 4-4-16,0 0 4 0,-8 0 8 15,0 3 88-15,-12 3-92 0,0 1-4 16,-4-4-56-16,-3-4-104 0,2 1 12 16,1-6 88-16,8-4-28 0,0-3-24 0,1 1-196 0,7-4-176 15,0-4-236-15,0-5-524 0,4-7-232 16,7-3-684-16,6-4-145 16,-6 1-655-16,17-6-1436 0</inkml:trace>
  <inkml:trace contextRef="#ctx0" brushRef="#br0" timeOffset="24953.247">22934 9817 2704 0,'0'0'5880'15,"0"0"-3720"-15,0 0-787 16,0 0-449-16,0 0-32 0,0 0 320 16,0 0-244-16,0 0-364 15,0 0 92-15,0 0-112 0,15 92-212 0,-15-57-52 0,0-4-112 16,0-2-96-16,0-4-112 16,4-3-124-16,5-9-84 0,-2-3 36 0,1-3 36 15,0-5 24-15,4-2-112 0,4-2-84 16,4-15-100-16,4-1-156 0,-1-4 0 15,-6-3 0-15,3-2 160 0,-5 2 328 0,-2 3 76 16,-5 0 116-16,-1 2-4 16,-3 1 128-16,0 1 36 0,-4 1 64 15,0 5 60-15,0 2 24 0,0 4-36 0,-4 4 120 16,4 2-4-16,0 0-172 0,0 0-172 16,-4 2-60-16,4 8-88 0,0 8 100 0,-4 4 96 15,1 8 60-15,-1-2-112 0,4 3-156 0,-4-5-148 16,4 0-36-16,0-7 40 15,0-4-44-15,8-2-104 0,-1-1-164 0,1-8-424 16,8-2-216-16,4-2-644 0,-4-6-1372 16,8-9-3285-16</inkml:trace>
  <inkml:trace contextRef="#ctx0" brushRef="#br0" timeOffset="25181.916">23538 9843 3332 0,'0'0'6296'16,"0"0"-2191"-16,0 0-3217 0,0 0-524 0,0 0 368 15,0 0 672-15,-47 69-164 0,27-44-356 16,5 1-380-16,-2-1-224 16,6-6-108-16,-2 0-164 0,9-2-8 15,0-5-136-15,4-5-156 0,0-1 36 0,0-3 8 16,0 0-216-16,8-1 92 0,1-2 112 16,2 0-48-16,5-5-76 15,0-4-12-15,4-4-104 0,0-4-116 0,0 2 48 16,0-8-176-16,-1 1-344 0,2-6-48 15,-1-4-112-15,-1-4-353 0,2-4-731 0,-6 5-324 16,5-26-512-16</inkml:trace>
  <inkml:trace contextRef="#ctx0" brushRef="#br0" timeOffset="25500.872">23774 9325 2112 0,'0'0'1488'16,"0"0"-992"-16,0 0 4948 16,0 0-3815-16,0 0-309 0,0 0-336 15,0 0 84-15,0 0-60 0,0 0 196 16,0 0-72-16,11 74-364 0,-18-22-240 0,-5 3-52 15,0 5 136-15,0-2 12 0,1-1-272 16,-2-7-352-16,5 1-96 0,1-7-136 16,-2-2 0-16,5-11 84 0,4-5-20 15,0-7 20-15,0-10 0 0,0-3-144 0,4-2-88 16,8-4 208-16,0-4-24 0,8-5-64 16,0-7 16-16,4 0 84 0,0-3 96 0,-4 3 52 15,-1 4-32-15,-2 3 44 16,-6 4 8-16,2 5 288 0,-5 5 96 0,3 7-36 31,-3 4-72-31,1 3 72 0,-2 3-124 0,1 4-84 0,-4-1 20 16,5-3-32-16,-6-2-124 15,5-1-12-15,-4-7-120 0,4-3-124 16,0 1 48-16,0-3-180 0,4-5-276 0,4-2-172 16,0 0-656-16,0 0-912 0,-1-9-32 15,-2 3 323-15,6-11-7675 0</inkml:trace>
  <inkml:trace contextRef="#ctx0" brushRef="#br0" timeOffset="25731.742">24479 9760 5488 0,'0'0'9497'16,"0"0"-8097"-16,0 0-1176 0,0 0 472 0,0 0 408 15,84 51-20-15,-48-45-216 0,3-3-356 0,10-3-196 0,2-3-152 16,5-7-164-16,0-5-144 0,0-5-368 0,-5-2-244 16,-3 0-200-16,-8 0-132 15,-9-3-760-15,-6 1-1328 0,-9 10-2625 0,-12-9-1131 16</inkml:trace>
  <inkml:trace contextRef="#ctx0" brushRef="#br0" timeOffset="25938.473">24826 9388 5916 0,'0'0'4448'16,"0"0"-2095"-16,-40 86-1001 0,24-42-292 0,0 7 600 0,0 6 36 15,0-2-184-15,4 1-412 0,0-5-347 16,1 0-293-16,2-3-288 0,5-7-172 16,0-6-40-16,4-4-200 0,0-8-52 15,4-4-193-15,4-9-99 0,4-5-16 16,4-5-48-16,4-2-396 0,4-18-468 0,4-5-836 15,0-7-1681-15,-9 4-1055 16,9-20-491-16</inkml:trace>
  <inkml:trace contextRef="#ctx0" brushRef="#br0" timeOffset="26625.024">25213 9194 3892 0,'0'0'7897'15,"0"0"-6309"-15,0 0-840 0,0 0 316 16,0 89 492-16,-9-44-176 0,-3 6-136 15,1 2-352-15,-2 5-88 0,-2-1-84 16,-2 0-235-16,2-4-181 0,2-1-304 16,-2-4 0-16,2-6-72 0,6-9-64 0,3-3-32 15,0-9-16-15,4-5-205 0,4-9-23 16,7-1-136-16,6-6 48 0,3-6 72 16,12-13-212-16,-5-6-196 0,10-5-540 0,-2-1-348 15,-7-1-176-15,0 7 300 0,-8 6 171 16,-8 9 1141-16,-4 4 288 15,-1 6 1217-15,-7 0 219 16,0 9 28-16,0 4 128 0,-3 3-236 16,-1 3-328-16,-4 0-372 0,4 3-188 0,-1-5-52 15,2 2-112-15,3-11-44 0,0 3-140 16,0-5-72-16,0 0 12 0,3-4-60 16,2-2-88-16,-1 0-80 0,4 5 20 15,-1-5 12-15,1 2 4 0,1-2-16 0,2 4-112 16,1-4-44-16,4 3-44 0,1-3-96 15,2-7-100-15,1-2-24 0,8-8-168 16,0-4-172-16,4-11-168 16,0-3-336-16,4-6-72 0,-1-4-13 0,1-2 21 15,0-1-108-15,1-6 60 0,-6 3-40 0,-4 0 524 0,1 4 1040 16,-7 6 964-16,-10 12 1496 16,2 10 204-16,-6 10-467 0,-7 9-505 0,4 0-48 15,0 9-244-15,-4 7-72 0,0 10-28 16,0 5-388-16,0 7-312 0,0 4-124 15,-4 5-24-15,4 1-4 0,0 0 101 0,0-1 131 16,4 1-544-16,0-4-136 16,1 0-12-16,3-2-132 0,-5-2 72 0,-3-4-64 15,0-4-20 1,0-4-112-16,0-2 11 0,0-6 53 16,-11-8-200-16,-2 1 16 0,-11-8-112 15,1-2 60-15,-9-3-4 0,-4 0 40 16,0-6 44-16,0-9-96 0,0-2-200 0,5-8-16 15,6 0-68-15,5-4 248 0,5 4 456 0,7-1 36 16,8 8 300-16,0 1 368 0,15 5-180 16,6-4-216-16,3 3 224 0,8 4 100 15,3-4-28-15,1 4-64 0,0-1-112 0,3 3-240 16,-2 1-152-16,-5-3-208 16,0 6-416-16,-4-1-240 0,-5 1-400 0,-3 3-1644 15,0 0-2733-15,0 0-2507 0</inkml:trace>
  <inkml:trace contextRef="#ctx0" brushRef="#br0" timeOffset="27359.684">27241 9318 7988 0,'0'0'7333'16,"0"0"-5913"-16,0 0-1208 16,0 81 176-16,0-35 392 0,-5 8 512 0,1 7-360 15,0 3-372-15,0-1-220 0,0 3-232 16,4-6-64-16,0 1-44 0,0-4-100 0,-3-6-44 31,3-7-248-31,-4-6 4 0,4-3-152 0,-5-12 12 16,5-5-184-16,0-8-176 15,0-7-320-15,0-3-140 0,0-6-56 0,0-10-64 16,0-3-1601-16,0-12-1011 0,5-4 1788 16,2 0 360-16,-3-7 1932 0,0-2 64 0,0 2 1048 15,0 2-20-15,1 4 708 16,-1 4 516-16,-1 10-32 0,1 9-79 0,0 7-401 0,0 3-400 15,9 3-28-15,2 0 288 0,13 0-344 0,4 0-452 16,4 0-344 0,3-3-144-16,5 0-152 0,-4-4-160 0,0 1-68 15,0-7-148-15,0-3-132 16,-5 1-352-16,1-4-288 0,-4-4-312 0,-4 1-796 16,-12 6-2088-16,0-9-2013 0</inkml:trace>
  <inkml:trace contextRef="#ctx0" brushRef="#br0" timeOffset="27576.292">27778 9238 4348 0,'0'0'7397'0,"0"0"-5885"0,0 0-964 0,0 0-308 15,0 0 304-15,0 0 1184 16,4 68-160-16,0-30-480 0,-4 6-316 16,4 7-172-16,-4 0-88 0,0-1-136 15,0 9-180-15,0-3-196 0,-4 1-88 16,-4 0-128-16,4-2-64 0,0-3-16 0,-4 0-336 15,8-1-20-15,-4-1 88 0,4-3 84 16,0 2 8-16,0-5-820 0,9-9-336 16,-2-10-200-16,5-8-573 0,-4-5-1791 0</inkml:trace>
  <inkml:trace contextRef="#ctx0" brushRef="#br0" timeOffset="28539.142">29340 9369 10336 0,'0'0'3221'0,"0"0"-1637"0,0 0-1016 0,0 0-244 16,0 0 268-16,0 0 676 0,0 0-1192 15,-88 3-76-15,44 7-224 0,-3 2 136 0,-9 7 88 32,-4-3 152-32,4 6 92 0,0-2-132 15,1 2-24-15,3 0-32 0,4-3-52 16,4 4 4-16,9-8 204 0,11 1 20 0,3-5-72 15,10-6-64-15,7-2-96 0,4 0-124 16,0 0-172-16,8 8 296 0,8-3 0 0,7 6 372 16,10 2-128-16,3-4-160 0,7 4 88 15,5 0-84-15,3-4-28 16,-2 4-48-16,-2-3 124 0,1 0-84 0,-4 2-52 16,-8-5-84-16,0-1-100 0,-4 1-48 15,-8-3-16-15,-9-5-332 0,-3 2-108 16,-3-1-60-16,-9-3-152 0,0 0-132 15,-4 0-324-15,-13 0-596 0,6 0-1929 16,-21 0-459-16</inkml:trace>
  <inkml:trace contextRef="#ctx0" brushRef="#br0" timeOffset="28734.421">28647 9925 1384 0,'0'0'1448'0,"0"0"4396"0,0 0-4420 0,0 0-299 15,0 0-177-15,0 0 256 0,0 0-112 16,0 0-260-16,0 0 252 0,0 0-360 0,0 0-104 15,83 63-40 1,-35-57-36-16,0-1-64 0,4-3-100 16,-1 1-124-16,-3 0-232 0,-4 1-24 0,0-2-184 15,-4 2-120-15,-1 3-252 16,-7-2-280-16,5 2-220 0,-5 0-712 0,-13-1-2156 16,9 7-3249-16</inkml:trace>
  <inkml:trace contextRef="#ctx0" brushRef="#br0" timeOffset="29142.581">30089 9309 7160 0,'0'0'6913'0,"0"0"-5313"15,0 0-1600-15,0 0-212 0,0 0 212 0,0 0 996 16,8 79 496-16,-12-35-348 0,-4 14-468 0,-3 12-212 0,-6 6 24 31,1 10 0-31,-4 3-88 0,0-1-47 0,-4 5-73 0,5-2-100 16,-1 2-48-16,-1-5-132 0,6-5-112 0,3-10-80 15,4-12-52-15,8-14-9 0,0-12-51 16,8-10-184-16,4-9-268 0,3-7-100 16,6-4-524-16,-1-5-604 0,4-14-252 0,-9 2-633 15,13-27-1715-15</inkml:trace>
  <inkml:trace contextRef="#ctx0" brushRef="#br0" timeOffset="29438.854">30248 9357 6916 0,'0'0'12'15,"0"0"1688"1,0 0-1476-16,0 0-84 0,0 0 364 0,84-67 220 15,-68 60 65 1,0 0-237-16,-1 7-204 0,2 0 0 0,-6 11 148 16,6 1 296-16,-6 7-332 15,2 10-172-15,-5 3 4 0,-8 2-88 0,4 10-200 0,-4 2 8 16,-4-2 52-16,-8 3 12 16,0-5-76-16,-4 3 0 0,0-8-4 15,-8 2 4-15,4-8 4 0,-8-2 96 0,4-3-100 16,-4-5-12-16,0-2-152 0,0-3-12 15,-4-6-344-15,1-1-344 0,-5-5-684 0,0-4-1281 0,8 0-2439 0,-11-4 1904 16</inkml:trace>
  <inkml:trace contextRef="#ctx0" brushRef="#br0" timeOffset="87855.458">1880 11395 2520 0,'0'0'1448'0,"0"0"-352"0,0 0-536 16,0 0-364-16,0 0-192 0,0 0-4 15,0 0 1300-15,0 0 88 16,0 0-556-16,-8 0-264 0,8 0 40 0,0 0 253 16,0 0 103-16,-4 0-196 0,4 0-156 15,0 0-104-15,0 0-68 0,0 0-20 16,0 0-68-16,0 0-88 0,0 0-88 0,4 0-172 16,8 0 8-16,4 6 212 0,4 1-32 0,8-1 48 15,3 3-4-15,1-2 100 0,4 0-64 16,4-1 64-16,-4-6-124 0,0 3-64 15,0-3-100-15,-5 0 0 0,1 0-36 16,-4-3 0-16,0-1-12 0,-8 2-16 0,0-2-68 16,-8 1-116-16,0-1-32 0,-4 1-392 15,-4 3-136-15,-4 0-160 0,0 0-204 0,0 0-224 16,-12 0-628-16,0 3-961 0,-8 8-1835 16</inkml:trace>
  <inkml:trace contextRef="#ctx0" brushRef="#br0" timeOffset="88092.858">2032 11541 4956 0,'0'0'1524'15,"0"0"-316"-15,0 0 1008 0,0 0-347 16,0 0-309-16,-4 67-428 0,11-42-352 0,1 0 112 16,1 4-36-16,2 3-236 0,-3 6 24 15,1 0-128-15,-5 0-304 16,-4 7-104-16,0-4-100 0,0 4-8 0,-4-8-48 0,-5 1-64 15,5-6-20-15,-3-6 44 16,-1-4-72-16,3 0-184 16,-3-6-188-16,1-4-340 0,-5 2-308 0,-1-6-436 15,-2 3-672-15,6-5-2057 0,-10-3-1811 0</inkml:trace>
  <inkml:trace contextRef="#ctx0" brushRef="#br0" timeOffset="88281.623">1736 12150 6948 0,'0'0'2060'16,"0"0"-676"-16,0 0-479 0,0 0 187 16,0 0 96-16,0 0-112 0,0 0-268 0,0 0-144 15,80 7-160-15,-56-4 72 16,4 1 32-16,0-4-240 0,-1 0-132 0,1 0-188 16,-3 0-48-16,3 0-72 0,-8-4-116 15,3 1-80-15,1-4-464 0,0 4-408 16,-4-3-384-16,-4-1-912 0,4-2-2753 15</inkml:trace>
  <inkml:trace contextRef="#ctx0" brushRef="#br0" timeOffset="88470.544">2601 11912 2764 0,'0'0'6800'0,"0"0"-5744"0,0 0-679 0,80 7 151 0,-56-7 548 0,0-7-348 0,-5 1-728 0,6 0-12 0,-9-7-360 16,7-3-304-16,-3-4-673 0,-4 8-1395 15,4-13-2784-15</inkml:trace>
  <inkml:trace contextRef="#ctx0" brushRef="#br0" timeOffset="89112.035">2733 11465 6444 0,'0'0'1404'15,"0"0"-264"-15,0 0 348 0,0 0 289 0,0 0-525 0,0 0-300 16,0 0-260-16,0 0-136 0,0 0-80 16,0 0-84-16,0 0-108 0,0 0-84 0,-48-22-12 15,48 22-64-15,0 0-36 0,0 0-40 31,0 0-36-31,0 0-8 0,0 0-4 16,0 0-48-16,0 0-16 0,0 0 4 0,0 0-40 16,0 0 12-16,0 0 16 0,0 0 56 15,0 0-68-15,0 0-44 0,0 0-20 16,0 0 12-16,0 0 0 0,0 0 20 16,0 0 16-16,0 0 48 0,0 0 40 0,0 0-64 0,0 0 12 15,0 0 0-15,0 0 60 16,0 0 4-16,0 0 16 0,0 0 68 15,0 0-8-15,0 0 44 0,0 0 16 0,0 0 40 16,0 0-28-16,0 0-24 0,0 0 28 16,0 0 8-16,0 0 0 0,-4 0-48 0,4 3 0 31,0-1 136-31,0 1 52 0,0 4-104 0,0 3-36 16,0 6-100-16,4 3 64 15,3 9 48-15,2 5-72 0,-1 0 60 0,0 7-148 16,-1 1 48-16,-2 3 40 0,-1 1-32 15,0 2-64-15,0 1 4 0,0-1 8 0,-4 1-16 16,3-1 96-16,1 1-36 0,1 0-56 0,-1-1 48 0,0 1-48 31,4-4 56-31,-8 1 12 0,3-4 40 16,1 0-64-16,-4-3-40 0,0 1 4 0,4-8 76 16,-4 1-76-16,0-4 60 0,0 2-60 15,0-8 60-15,-4-6-56 0,4-2 104 16,-7 0 64-16,3-5 24 0,-4-2-76 0,-1-1-32 0,-2 0 20 15,-1-6-36-15,-4 0-84 0,0 0-100 16,0 0-240-16,-4-9-76 0,-4-4 36 16,4-2 12-16,-4-4 52 0,0-7-116 15,9 3-88-15,-6-5-148 0,6 3-128 16,2 3-308-16,6-7-616 0,-5 3-260 0,3 0-753 16,5 8-527-1,-3-11-2276-15</inkml:trace>
  <inkml:trace contextRef="#ctx0" brushRef="#br0" timeOffset="89432.427">2501 11896 6188 0,'0'0'2000'16,"0"0"-884"-16,0 0 252 0,0 0 397 15,0 0-477-15,0 0-364 0,0 0-228 16,0 0-32-16,92-3-148 0,-68 0-104 0,4 3-112 16,0 0-76-16,0-3-224 15,0 3 8-15,0 0-20 0,-1-3-40 0,1 3 40 16,-4-3-88-16,0 0-272 0,-3 3-288 15,-2-4-136-15,-3 1-212 16,0-3-316-16,-4-1-1013 0,0 0-2775 0</inkml:trace>
  <inkml:trace contextRef="#ctx0" brushRef="#br0" timeOffset="90254.257">4322 11620 8292 0,'0'0'2757'0,"0"0"-1037"0,0 0-360 0,0 0 92 0,0 0-132 16,0 0-288-16,-75-25-280 0,58 25-140 0,2 0-96 15,2 2-124-15,-6 12-52 0,3 5-192 0,-4 6-140 16,0 10 0-16,5 7 100 0,-2 9 4 0,10 9-16 16,-2 6-96-16,5 1 8 15,4 3-8-15,0-4-120 0,9-2 48 16,2-13-4-16,1-10 28 0,4-12-24 0,5-11 12 15,-6-5-28-15,9-9 76 16,4-4 4-16,0-7 8 0,4-12 12 16,4-6 100-16,-1-7-112 0,1-9-108 0,4-7-60 15,-4-3-4-15,0-2-48 16,0-6 108-16,-8 3-48 0,0-4-36 0,-9 2-12 16,-6-1 208-1,-10 1 88-15,-3 1-88 0,-7 5 12 0,-10 5 0 0,-2 6 36 0,-1 6 52 16,-4 9 20-16,3 11 112 0,2 5-132 15,-1 7 60-15,-1 3 60 0,-2 3 0 16,-1 13-28-16,0 3-192 0,-4 7-12 16,0 5-60-16,5 4-64 15,-1 4-32-15,0-2 44 0,-4 5-84 0,7 2-196 16,-2 1-504-16,3-1-652 0,5-2-536 16,-2-1-660-16,6-13-1297 15,2 4-187-15</inkml:trace>
  <inkml:trace contextRef="#ctx0" brushRef="#br0" timeOffset="90509.497">4275 12030 196 0,'0'0'4868'15,"0"0"-2436"-15,0 0-344 0,0 0-267 0,0 0-29 16,79 54-140-16,-59-38-432 0,4 6-204 15,0-3-112-15,3 6-76 0,-2-2-116 16,3 2-140-16,-4-2-192 0,4-2-252 16,0 2-128-16,0 2-12 0,0-3-52 15,-5 0 40-15,1 0-84 0,0-3-88 16,-4-2-172-16,3-2-196 16,-2-5-208-16,-1 0-320 0,-1-1-632 15,-6-5-1000-15,6-4-2353 0</inkml:trace>
  <inkml:trace contextRef="#ctx0" brushRef="#br0" timeOffset="91006.951">5960 11792 8856 0,'0'0'1900'0,"0"0"-603"0,0 0 287 0,52 70 88 15,-45-36-112-15,6 4-236 16,-9 4-388-16,0 2-344 0,-4-2 140 0,0-4-292 0,0-4-308 16,0-4-132-16,0-5-24 15,0-10-120-15,0-3-148 0,0-5-272 0,3-7-24 16,-3 0-40-16,0-2-208 0,0-11-768 16,0 2-2240-16,-3-14-2221 0</inkml:trace>
  <inkml:trace contextRef="#ctx0" brushRef="#br0" timeOffset="91153.314">5852 11567 9580 0,'0'0'2385'0,"0"0"-1233"16,0 0-136-16,0 0 84 0,0 0-208 0,0 0-388 15,92-7-492-15,-64 4-12 0,8-4-360 16,-4 4-600-16,7 0-696 0,-15 0-1433 0,21 6-3215 0</inkml:trace>
  <inkml:trace contextRef="#ctx0" brushRef="#br0" timeOffset="91418.326">6367 11839 8372 0,'0'0'1864'0,"0"0"-883"0,0 0 427 0,-52 83 376 16,36-61-196-16,7 0-400 0,6-5-552 0,3-3-144 15,0 0-72-15,3-2-124 0,10-2-52 16,2 0 100-16,10 3 84 0,-1-7 100 15,4 3-200-15,0-2-160 0,-1-4-44 16,4 3-76-16,1-3-48 0,1 4 4 16,-1-1 0-16,-5 0 104 0,1 4 28 15,-4 3-128 1,-7 2-16-16,-6 2-28 16,-3 2 36-16,-4 0 132 0,-4 2-120 0,-12 5-12 0,-3-1-272 15,-6 1-240-15,-3-1-108 16,0-3-176-16,-4-3-164 0,1-2-516 0,3-5-496 15,4-3-772-15,-12-2-2221 0</inkml:trace>
  <inkml:trace contextRef="#ctx0" brushRef="#br0" timeOffset="92031.862">8004 11651 8704 0,'0'0'2353'0,"0"0"-505"0,0 0 172 0,0 0-572 0,0 0-292 16,0 0-252-16,-108 61-376 15,72-36-108-15,1 7-28 0,-1 3 316 16,4 0-304-16,4 0-224 0,4-3-68 16,9-1-52-16,2-4-60 0,13-6-4 15,0-2-60-15,4 0 64 0,8 1 0 0,13-1 8 16,-2-3 32-16,5 3-32 0,3-7-4 15,5 4 0-15,-4 0 92 0,1-4-88 16,-6 1 116-16,-3 4-4 0,-4-3-72 0,-8 5-40 16,-3 2 68-16,-6-2-16 0,-3 3 169 0,0 0-69 15,-12 0-136-15,0 0-24 16,-8 0-144-16,1-2-113 0,-2-4-83 16,1-7-124-16,1 1-72 0,-1-10-184 0,3 0-240 15,2-5-376-15,3-7-664 16,0-6-744-16,4-2-2393 0,0-21-2410 0</inkml:trace>
  <inkml:trace contextRef="#ctx0" brushRef="#br0" timeOffset="92616.997">8251 11995 8776 0,'0'0'1308'16,"0"0"-71"0,0 0 623-16,0 0 368 0,0 0-644 15,-76 98-480-15,60-47 16 0,0 9-372 16,1 7-188-16,-2-6 392 0,9-2-343 16,5-11-381-16,3-9-228 0,0-11-72 15,3-9-172-15,10-10 112 0,2-4-25 0,2-5-63 16,2-11-132-16,5-8-112 0,4-9-60 0,-4-4-16 15,4-3 88-15,-1-3-28 16,-3 3 24-16,-3 3 8 0,-1 4-60 0,-5 3 160 16,2 6 148-16,-6 9 116 0,-3 6 84 15,0 4 8-15,-3 10 204 0,-1 13 152 16,-4 5 80-16,3 7-60 0,-3 10-60 0,8 5-128 16,-4 7 236-16,0 6 180 0,-4 11-160 15,0-1-72-15,0 6 180 0,-16 4-12 16,0-4-147-16,-3 1-169 15,-5-11-40-15,-1-1 28 0,5-12-100 16,1-11-108-16,2-7-12 16,6-13-4-16,-1-9-56 0,4-10-24 0,0-6-148 0,4-9-168 15,0-17-121-15,4-12-139 0,0-12 64 16,0-20-188-16,0-13-792 0,0 17-1392 16,4-59-3229-16</inkml:trace>
  <inkml:trace contextRef="#ctx0" brushRef="#br0" timeOffset="92841.621">8785 11567 10820 0,'0'0'2349'0,"4"72"-1053"0,-4-21 440 0,0 16 616 0,-4 6-280 0,-4 3-503 16,-4 3-673-16,4-6-400 0,4-3-284 15,0-9-212-15,0-7-108 16,4-7-132-16,0-5-76 0,0-8-108 0,0-5-192 15,8-8-117-15,0-7-339 0,4-11-804 0,0-3-580 16,8-10 20-16,0-9-152 16,-1-6-285-1,6-4-1063-15,-1 1 1016 0</inkml:trace>
  <inkml:trace contextRef="#ctx0" brushRef="#br0" timeOffset="93337.667">8981 12271 1348 0,'0'0'3012'0,"0"0"204"0,0 0-548 0,0 0-751 15,59 86-397-15,-55-60-164 0,0 2-60 0,-4-6-248 0,4-3-268 16,0-6-76-16,0-4-140 15,3-9-184-15,2 0-160 0,3-12-72 0,8-11-136 16,-1-8-12-16,1-5-172 0,5-4-60 16,-1-2-100-16,-9 4 88 0,2 2 12 15,-6 3 96-15,-7 7-24 16,0 3 24-16,-4 8 136 0,-4 8 84 16,-4 7 200-16,-4 7 208 0,-4 15 60 0,-4 6-136 15,-3 11-64-15,3 2-84 16,-5 7-60-16,1-4 36 0,5 1 8 0,3-8-55 0,0-2-41 0,8-12-156 31,4-7-136-31,4-7-181 0,0-9-243 16,16-6 136-16,-1-13 276 0,10-4-96 15,-1-8-196-15,8-7-148 0,-1-1-176 0,5 1-4 16,-4 4 0-16,4 5 220 0,-5 7 388 16,-3 6 160-16,0 7 116 0,-3 9 48 15,-5 0 48-15,-5 14 324 0,2 7 244 0,-10 7 108 16,1 4-104-16,0-1-292 0,-3 5-76 15,-1-5-88-15,-1-3 24 0,5-8-12 0,0-5-180 16,4-2-148-16,4-10 0 16,0-3-4-16,0 0-8 0,4-16-12 0,4-3-48 15,-1-6-100-15,5-3-24 0,0-5-156 16,0 5 48-16,-4 3 60 0,0 6 220 0,-4 6 0 16,-4 3-60-16,-4 8 60 15,-5 2-32-15,-2 0 44 0,-5 0 232 16,4 2 156-16,-4 2-144 15,0-4-244-15,4 0-64 0,-4-6-48 0,8-4-216 16,-1-6-196-16,6-3-188 0,-2-3-628 16,6-1-1192-16,-6 4-2349 15,6-3-2971-15</inkml:trace>
  <inkml:trace contextRef="#ctx0" brushRef="#br0" timeOffset="93950.931">11283 12297 4956 0,'0'0'3880'0,"0"0"-2688"0,0 0-171 0,0 0 135 16,0 0 260-16,0 0 56 0,0 0-300 15,0 0-264-15,0 0 96 0,0 0 228 16,-16 63-448-16,16-19-344 16,0 14-124-16,0 12 12 0,0 2 148 0,-7 11 165 15,-6-1-301-15,1 1-208 0,-4-3-132 0,1-8-88 16,-2-5-44-16,2-13-36 0,6-13-4 15,5-9-92-15,0-14-65 0,4-7-99 16,0-8-168-16,0-3-296 0,4-9-560 0,5-10-532 16,-1-7-620-16,-1 3-2029 0,1-24-1975 15</inkml:trace>
  <inkml:trace contextRef="#ctx0" brushRef="#br0" timeOffset="94173.573">11163 12309 6836 0,'0'0'2648'0,"0"0"-1344"0,0 0-607 0,0 0 983 32,0 0-120-32,0 0-328 0,92-28-524 0,-72 28-148 15,4 3 8-15,-4 6 312 16,0 1-352-16,-4-1-184 0,-4 7-340 0,-5 0-4 16,-7 6-4-16,0 1-4 0,-11 9-96 15,-6-1-264-15,-6 7-148 0,-5 0-40 0,0 0 48 16,4-7 72-16,0-7-440 0,5-9-356 0,6-5-608 15,2-10-665-15,3 0-1823 0,3-7-1876 16</inkml:trace>
  <inkml:trace contextRef="#ctx0" brushRef="#br0" timeOffset="94419.289">11717 12372 12537 0,'0'0'2100'0,"0"0"-716"0,0 0-704 16,0 0 340-16,0 0 176 0,0 0-212 16,0 0-484-16,88 30-356 0,-68-30-144 0,4-5-52 15,-5-1-156-15,5 1-48 0,4-5-588 16,-3-2-552-16,-6 5-1244 0,9-9-3757 15</inkml:trace>
  <inkml:trace contextRef="#ctx0" brushRef="#br0" timeOffset="94771.312">12518 12052 5168 0,'0'0'11273'0,"0"0"-9665"0,0 0-1604 0,-79 29-4 16,43-4 472-16,-5 8 572 0,-6 7-4 15,3 4-516-15,0 1-172 0,9-1-96 0,10-3-172 16,5-8-84-16,13-8 0 0,3-6-124 16,4-6-8-16,7 0-24 0,6-4-4 15,6-6 16-15,5 3 140 0,4-2-108 16,4-4-8-16,4 3 72 0,0 0-88 15,0 0 132 1,-4 3-44-16,-5 4-40 0,-7-1 76 0,-3 4-36 0,-6-4 48 16,-11 4 68-16,0 4 32 0,0-5 20 15,-7 1 100-15,-10 0-220 0,2-1 0 16,-6-5-168-16,-3 2-28 0,1-6-60 0,-5 0-28 0,8-3-80 0,0 0-632 31,0 0-860-31,4-6-800 16,4-1-1821-16,-4-5-1151 0</inkml:trace>
  <inkml:trace contextRef="#ctx0" brushRef="#br0" timeOffset="95377.394">12841 12202 8384 0,'0'0'2096'15,"0"0"-655"-15,0 0-109 0,0 0 268 0,0 0 200 16,0 0-88-16,-24 98-964 0,20-54-364 15,-4 3-8-15,1 1 68 0,2-3 432 16,1-10-464-16,4-7-388 0,0-11-24 16,0-9-228-16,9-8-28 0,2 0-12 0,9-12 72 15,0-9-144-15,4-9-116 0,4-5-20 16,-4-3-28 0,4-1 60-16,-9 2 172 0,1-1 136 15,1 6 76-15,-6 7-52 16,-7-1-72-16,4 8 92 0,-8 5 92 0,-4 7 184 0,0 1 104 15,0 5 44-15,0 7-24 16,0 5 160-16,0 9 48 0,0 4-76 16,-4 3-88-16,-4 4-132 0,4-1 12 0,-4 5-12 15,0-9-28-15,-4 3-112 0,8-11-80 0,-4-3-208 16,4-7-180-16,4-6-272 0,0-3-112 16,0-9-260-16,4-7-608 0,0 4-1400 0,9-21-2881 15</inkml:trace>
  <inkml:trace contextRef="#ctx0" brushRef="#br0" timeOffset="95719.865">13279 11820 10212 0,'0'0'1905'16,"0"0"-573"-16,0 0-152 0,0 0 408 0,16 76 316 0,-16-40-328 0,-8 4-588 31,0 4-64-31,-4 2-71 0,-4 4-369 0,4-5-244 16,-4 2-124-16,8-5-116 15,-3-4-60-15,7-3-72 0,-1-4-12 0,5-5 32 16,0-5-44-16,9-2 36 0,6-5-28 16,-2-1-68-16,6-4-16 0,1 4 100 0,1-4 128 15,-2 4-1-15,5-3-43 0,-4 2-64 0,0-2 28 0,0 3 36 32,-9-1 40-32,-2 1-40 0,-1-1-36 0,-8 2 20 0,0-2 4 15,0 1 52-15,-8 2-52 0,-4-2 48 0,-4 0-48 16,-8 3 0-16,4-7-4 15,-4 1 60 1,4-4-80-16,0-3-160 0,1-3-208 0,2 0-124 16,6-9-124-16,-2-1-420 0,5-6-552 15,5 1-816-15,3 5-1405 0,7-12-835 0</inkml:trace>
  <inkml:trace contextRef="#ctx0" brushRef="#br0" timeOffset="96114.854">13881 12319 12417 0,'0'0'2316'16,"0"0"-1444"-16,0 0-56 0,0 0 628 0,-100 50-4 15,60-17-252-15,-3 8-224 0,2 6 165 16,2 2-405-16,7-5-240 0,8-6-36 0,12-10-256 0,4-6-192 16,8-9-204-16,0-4-76 15,8-5 16-15,4-4 96 0,8-4-4 0,4-8-56 16,4-4-88-16,4-10 16 0,0-2-52 15,0 0-85-15,-1-2 69 0,-3 9 88 16,-3 1 88-16,-6 8 20 0,-3 5 76 0,-4 7 88 16,-4 0 8-16,0 7 192 0,0 5 188 15,-4 8-64-15,4 1-72 0,-5 5-27 16,1 6-21-16,-4 0-40 0,0-1-84 31,0 7-12-31,0 1 28 0,-4 1 44 16,-7 5-48-16,-1 3-12 0,-8 0-24 0,-4 3 52 15,0-4-4-15,-4 1-92 0,1-4-4 0,-5-6-8 0,4-3-40 0,-4-3-24 16,0-10-52 0,4-6-92-16,0-6-76 0,0-10 52 15,0 0-41-15,4-17-135 0,5-1-132 0,-5-11-980 16,4-6-608-16,4-9-856 0,4 9-2045 16,-4-29-2143-16</inkml:trace>
  <inkml:trace contextRef="#ctx0" brushRef="#br0" timeOffset="97003.968">14255 12402 8112 0,'0'0'2524'15,"0"0"-647"-15,0 0 7 0,0 0-284 0,4 69 60 16,0-25-288-16,-4 10-540 0,0 7-292 0,0 9 32 16,0-1 401-16,-8 5-461 0,5-5-260 15,-6-2-168-15,-3 0-36 0,5-4-48 16,-6-8-4-16,5-8-44 16,-3-9-36-16,7-9-108 0,0-14 80 15,4-8-44-15,0-4-220 0,0-3-137 0,0-3-107 16,0-7-220-16,0-9-400 0,4-3-544 0,0-6-280 15,0-7 288-15,3-4-188 0,-3-5 79 16,5-4 261-16,-5-3 508 0,0-6-512 16,-1-3-184-16,-3 0 1616 0,0-1 196 15,0 4 1332-15,4 6 360 0,0 4 348 0,0 8 84 16,9 11-499-16,-2 6-481 0,6 3-152 16,-2 6 324-16,5 4-384 15,0-1-204-15,0 7-56 0,0 0 0 0,4 3 16 0,-4 0-220 16,0 3-112-16,-5 7-112 15,2-1-24-15,-10 4 36 0,-3 2-12 16,-4 4 296-16,0 4-188 0,-11 3-184 0,-10 5-168 16,-3 4 0-16,-8 0-48 0,1 0-84 15,-5-7-196-15,4-3-40 0,8-2-216 16,5-7-264-16,2-4-652 16,6-5-752-16,7-4-2044 15,4 0-2957-15</inkml:trace>
  <inkml:trace contextRef="#ctx0" brushRef="#br0" timeOffset="97159.811">14805 12862 12569 0,'0'0'1528'0,"0"0"-832"0,0 0-52 0,36 70 672 0,-32-44 484 16,-4 2-388-16,-8 0-704 0,-8 1-392 31,4-4-292-31,-4-3-24 0,0-3-244 0,4-3-304 0,4-7-384 0,4-2-472 16,0-4-1324-16,1-3-3641 0</inkml:trace>
  <inkml:trace contextRef="#ctx0" brushRef="#br0" timeOffset="97729.811">15901 12237 6776 0,'0'0'3140'0,"0"0"-1219"0,0 0-781 16,0 0 588-16,76 28-64 0,-37-19-592 0,10-2-144 15,6-4-352-15,-3-3-256 0,4-6-320 16,-4-4-80-16,-5-2-44 0,1-5-184 16,-8-1-160-16,-1-1-388 0,-7 0-340 15,-4 0-872-15,-7 5-2169 0,3-8-2099 16</inkml:trace>
  <inkml:trace contextRef="#ctx0" brushRef="#br0" timeOffset="97960.032">16176 11871 8808 0,'0'0'3085'32,"0"0"-877"-32,0 105-780 0,3-51 28 0,-3 16 104 15,-3 6-100-15,-5 4-484 0,-4 3-272 16,-4-1-95-16,0-3-281 0,0-7-208 0,1-8-120 15,6-10-24-15,1-16-156 0,8-15-88 0,4-14-156 16,12-9-37 0,8-7 253-16,4-14-292 0,3-11-196 15,6-12-432-15,7-8-1064 16,-17 12-1900-16,17-27-1397 0</inkml:trace>
  <inkml:trace contextRef="#ctx0" brushRef="#br0" timeOffset="98369.715">16622 11500 3788 0,'0'0'4672'0,"0"0"-2820"0,0 0-743 31,0 0 799-31,0 0 484 0,20 83-728 0,-20-36-340 16,0 7-488-16,0 9 276 0,-4 10-260 0,-4 3-63 16,-4 11-245-16,-8 1-228 0,0 7-76 15,-3-3-188-15,-5 0 24 0,4-9-76 0,7-13-96 0,6-16 20 16,7-16-32-16,4-17 24 0,8-14 72 0,8-7-48 15,3-2-160-15,9-17-164 16,0-7 44 0,8-6-61-16,0-6 73 0,0-3-16 0,-4-1 64 15,4 8 172-15,-8 5-28 16,0 8 28-16,-13 7 60 0,2 8 48 0,-6 6 12 16,1 6 244-16,-7 13 156 15,-2 6 124-15,1 3-23 0,-4 5-149 16,0 2-112-16,0 0-8 0,0 4-16 0,-4-6-36 15,1 3-8-15,-2-5 8 0,1 1 52 0,0-10 80 16,0 0-300-16,4-9-24 16,0-2-216-16,0-9-76 0,0-2-140 0,0 0-140 15,4-7 52-15,9-5-149 0,-2-7-511 0,1-6-572 16,8-7-344-16,0 0-184 0,-8 4-2009 16,8-14-1215-16</inkml:trace>
  <inkml:trace contextRef="#ctx0" brushRef="#br0" timeOffset="98703.781">17040 12408 8808 0,'0'0'2377'16,"0"0"-505"-16,0 0-928 0,0 0-20 16,13 76 484-16,-13-54-12 0,4-6-200 15,3 1-420-15,5-9-240 16,4-2-120-16,4-6-148 0,4 0-72 0,0-9-88 16,8-10-108-16,-1 0-48 0,1-9-184 15,0-1-36-15,5 1-48 0,-10-2-4 16,1 3 16-16,-4 2-100 0,-8 1 32 0,-8 6 128 15,-4 2 120-15,-4 3 124 0,-12 3 120 0,-8 1 40 16,0 6 72-16,-8 3 212 0,5 3-76 16,-5 10-100-16,0 6 48 0,0 6-156 0,4 8-28 15,-1 4 28-15,6 3 12 0,-1 2 44 16,4 6 4-16,0-4 0 0,8 1-39 16,1-7 15-16,7-3 120 0,0-6 80 15,3-7-272 1,5-7-124-16,8 2-4 0,0-8-44 0,4-5-76 15,0-4-80-15,4 0-100 16,0-13-205-16,4-6-207 0,0-10-300 16,4-3-1060-16,-9 4-1832 0,13-18-2629 0</inkml:trace>
  <inkml:trace contextRef="#ctx0" brushRef="#br0" timeOffset="98985.425">17749 12332 1044 0,'0'0'9965'0,"0"0"-8001"0,0 0-1100 0,0 0 376 0,-11 84 756 15,-1-54 228-15,0-2-572 0,-4-2-495 16,7-1-345-16,2-3-196 0,3-3-256 16,4-6-296-16,0-3-64 0,0-8-168 15,8 2-60 1,4-4-28-16,0 0-8 0,8-12-52 16,-1-5-72-16,9-2-72 0,0-3-13 15,0 0-87-15,0 3 108 0,-4 0 84 0,-1 6-12 16,2 7 100-16,-5 3 120 15,-5 3 160-15,2 3 184 0,-6 7 108 0,2 5 40 16,-5 1-24-16,-1 9-4 0,2 2 60 16,-1 0-96-16,3 4-96 0,2 2 32 0,2-1-108 15,2-4-96-15,2-3-256 0,1 1-244 16,0-3-172-16,4-1-392 16,-8-6-1988-16,3 5-3377 0</inkml:trace>
  <inkml:trace contextRef="#ctx0" brushRef="#br0" timeOffset="99127.101">18873 12858 10876 0,'0'0'5481'0,"0"0"-5481"0,0 0-3832 15,0 0-3497-15</inkml:trace>
  <inkml:trace contextRef="#ctx0" brushRef="#br0" timeOffset="121580.997">19798 11719 4220 0,'0'0'416'16,"0"0"4444"-16,0 0-3323 0,0 0-121 0,0 0-204 16,0 0 144-16,0 0 140 0,0 0-152 15,11 0-196-15,-7 0-340 0,5 0-196 0,-5 3-160 16,-4-3-208-16,0 0-100 0,0 0 4 15,4 0-40-15,-1 3 36 0,1-3-8 16,13 0 45-16,-2 3 63 0,9-3 60 16,0 0-112-16,-1 0-120 0,10 0 0 0,-6-6-56 15,10-1 28-15,-5 1-40 0,0-3 0 16,-4-1-4-16,-1 1 0 16,1-1-48-16,0 1-4 0,-4-2-8 0,0 6 12 0,0-4-48 15,-5 2 48 1,-2 0-20-16,-2 4 64 0,-2 1 4 15,-6-2-8-15,5 1-36 0,-8 3 40 0,1 0 4 16,-1 0-4-16,-1 0-4 0,1 0 0 16,-4 0-64-16,4 0 24 0,-4 0-12 15,4 0 0-15,-4 0-12 0,4 0 68 0,1 7 0 16,-5-2 4-16,4 2 12 16,-1 6 72-16,-3 6-24 0,0 0-12 0,0 9-44 15,0 4-4-15,-3 3 0 0,-6 3-60 16,1 6 12-16,0 4 36 0,1 3 4 0,2 6-76 15,1 0 72-15,4 4 12 0,0-2-4 16,0-1 0-16,0-1 4 0,0-3 0 16,0-3 48-16,4-6 48 0,5-4 24 0,-2-6-72 15,1-3-40-15,1-5-4 0,-2-4-4 16,5-4-4-16,-4-3-8 0,0-3-36 16,4-4 36-1,-8-2-60-15,0-4 24 0,-1 0 0 0,-3-3-24 16,0 0-64-16,0 0-133 0,0 0-131 15,0-3-160-15,0-7 12 0,0-3 20 16,0-6-380-16,-7 1-428 0,3-6-516 16,-8-1-744-16,0 0-685 0,4 6-2255 15,-12-6 1452-15</inkml:trace>
  <inkml:trace contextRef="#ctx0" brushRef="#br0" timeOffset="121830.755">19973 12339 652 0,'0'0'11513'15,"0"0"-9789"-15,0 0-1320 0,0 0 104 16,0 0 1044-16,0 0-260 0,0 0-536 16,0 0-288-16,0 0-52 0,92 0-120 0,-60 0 84 15,-5 0-64-15,1 0-60 0,4 0-144 16,-4-5-112-16,0 5-8 0,-4-2-104 15,0-2 40-15,-5 1-112 0,1 0-304 0,-8 3-248 0,1-3-152 16,-6 3-240-16,-3 0-932 0,-4 0-1780 16,0 3-1757-16,-8 3 66 0</inkml:trace>
  <inkml:trace contextRef="#ctx0" brushRef="#br0" timeOffset="122081.402">19889 12681 5612 0,'0'0'1600'0,"0"0"3809"16,0 0-4081-16,0 0-556 0,0 0 84 0,0 0 400 15,0 0 208-15,0 0-392 0,0 0-364 0,104 12-108 16,-69-12-112 0,2-3 44-16,3 0-7 0,-5 0-161 0,1-3-112 0,-4 2-116 15,0 1-40-15,-1 0-92 0,-3-3-4 16,0 2-40-16,-3-2-20 15,-1 0-12-15,-5 3-88 0,1-4-216 16,-4 1-193-16,4 3-151 0,-4-3-84 16,0-1-112-16,4 1-488 0,-5 2-1072 0,2-3-2737 15,-9 1-3999-15,3 1 8288 0</inkml:trace>
  <inkml:trace contextRef="#ctx0" brushRef="#br0" timeOffset="123153.473">22973 12043 2988 0,'0'0'0'0,"0"0"180"0,0 0 592 16,0 0 3840-16,0 0-2928 0,0 0-755 16,0 0-133-16,0 0 264 0,0 0 188 15,-39-71-160-15,30 65-324 0,-3 0-184 0,1-1 116 16,-2 1-64-16,2 0 60 0,-2-1-164 16,-2 5-184-16,3-5-88 0,-4 4 16 15,0 3 20-15,0-3-108 0,-1 3-28 16,2 0-80-16,-5 0 20 0,4 6 0 15,-4 1-84 1,1 2 76-16,-2 7-80 0,-3-1 0 0,4 8-8 16,-3 5 0-16,-1 5 0 0,3 1 96 0,6 4 52 15,-1 3-52-15,8-2-48 16,4-4-44-16,0 0 68 0,4-1 0 0,0-5-72 0,4-4 0 0,4-5 0 16,-1-4-8-1,6-4-124-15,6-3 12 0,-2-2-28 0,7-7 4 16,-1 0-4-16,5-9-36 0,4-4-8 15,0-9-40-15,0 0-64 0,-1-8 16 16,2 2 0-16,-6-4 20 0,1 1-36 16,0-1 124-16,-8 4 52 0,-4 2 116 15,0 3-64-15,-8 4 68 0,-4 4 100 16,0 2 144-16,-4 7-60 0,0 3 28 16,0-1 8-16,0 4-60 0,5 0 48 15,-5 0-40-15,0 4-116 0,3 5-44 16,1 7 136-16,-4 6 4 0,4 3-52 15,-4 8 52-15,4-5-76 0,0-2 4 0,0-1-36 16,0-6-40-16,4-3-76 0,-4-4 64 16,4-6 0-16,-1 4-36 0,2-3 0 15,-1-5 40-15,0 3-76 0,4-5-124 16,-4 0-76-16,7-7 28 0,2-3-124 0,2 0-220 16,1-5-192-16,1-1-536 0,3-3-836 0,-1 3-872 15,1-3-2769-15,-8 3 78 0</inkml:trace>
  <inkml:trace contextRef="#ctx0" brushRef="#br0" timeOffset="123442.428">23758 11741 7340 0,'0'0'1104'0,"0"0"3185"0,0 0-2925 0,0 0-52 15,0 0 432-15,0 0-296 0,0 0-428 16,-83 70-420-16,62-44-232 0,6 2-28 0,-2 3-12 15,2 1 12-15,-1 4-132 0,-1 1-75 0,2 5-121 16,-2-1 48-16,2 0-48 0,3-2 0 31,4-1 64-31,4-3-16 16,4-10 24-16,0 0-72 0,4-3-8 0,4-3-4 16,4-3-12-16,3-3-36 0,6-1-12 15,-1-5-76-15,4 0-57 0,-1-7-39 16,1 0-36-16,4-7-144 0,-7-5-88 0,-2-5-148 15,-3 2-224-15,-4-5-736 0,0 5-1004 16,-12-4-1653-16,0 3-2119 0,-4-3 3476 0</inkml:trace>
  <inkml:trace contextRef="#ctx0" brushRef="#br0" timeOffset="123623.424">23515 12100 312 0,'0'0'8660'15,"0"0"-6091"-15,0 0-281 0,0 0-580 16,0 0-128-16,0 0-440 0,0 0-452 15,0 0-84-15,0 0-68 0,83-19-8 0,-51 12-140 16,4 1-132-16,1-4-96 0,-2 4-72 16,1 0-88-16,-4-3-72 0,7 2-52 15,-7-3-120-15,0-2-340 16,-4 1-236-16,-4 3-160 0,0 2-456 0,-4-5-1188 16,0 5-2809-16,-4 0-2883 0,-4-1 7445 15</inkml:trace>
  <inkml:trace contextRef="#ctx0" brushRef="#br0" timeOffset="124554.168">25491 11372 1172 0,'0'0'4168'0,"0"0"-1644"0,0 0-1420 0,0 0 124 16,0 0 305-1,0 0 15-15,0 0-12 0,0 0-204 16,0 0 8-16,0 0-176 0,0 0-256 16,25-50-344-16,-42 56-224 0,-3 3-108 0,1 7-60 0,-6 7-40 15,-3 2-8-15,0 11-28 0,-3 5 48 16,-1 6-44-16,0 4-28 0,4 3-64 0,0 3 40 15,0 3 0 1,4 4-48-16,8-7-12 0,0 0 12 0,4-4 36 16,9-5 52-16,3-6 45 0,0-4-1 0,11-3 88 15,9-7-100 1,1-2-72-16,7-7 4 0,4-3 8 16,-1-3 12-16,5-4-60 0,7-3 60 0,-3-6-64 15,4 0-8-15,0-2 0 0,0-11-4 16,-4 0 0-16,-5-1-68 0,-3 0-24 0,-4-3-148 15,-4-2-193-15,-3 3-87 0,-10 0-220 0,-7-3-36 16,-4 4-68-16,0-4-324 16,-15 0-452-16,-6 0-620 0,-7-1-380 0,-3 5-309 0,-5-2-7 15,4 9 816-15,-4 1 2124 16,5 3 172 0,-1 4 1688-16,4 0 560 0,7 0-216 15,5 4-243-15,8 3-225 0,4-7-352 16,4 2-304-16,0 2-164 0,8-2-124 0,9 2 172 15,7-4-104-15,4 0-236 16,4 0-184-16,3-6-124 0,1-7-48 0,0-3-108 16,-1-3-80-16,-7 0-80 0,0 0-400 0,-7 0-176 15,-2 0-108-15,-7 3-172 0,-4 4-180 16,-4 5-208-16,-4 0-228 0,0 7-388 16,-4 0 144-16,0 0 531 0,-3 3 565 0,-2 8 620 15,1 1 476-15,4 4 301 0,-3-3 171 16,3 5 116-16,-1-2 56 15,1 4 16-15,4 1-64 0,0 2-176 0,4 2-4 0,5 4-92 16,-2-1-76-16,5 7 276 16,0 0-376-16,4 1-212 0,-4 2-35 15,4-3-1-15,-4 6-52 0,4-4-152 0,0 5-76 16,-4-4-88-16,3-3-8 16,-2-3-108-16,-2-4-112 0,6 1-68 0,-6-7-136 0,2-3-65 15,-2-3-83-15,1-3-144 0,1-7-264 31,-2-4-424-31,-3-2-696 0,1 0-964 16,2-2-3237-16</inkml:trace>
  <inkml:trace contextRef="#ctx0" brushRef="#br0" timeOffset="125586.163">27603 11978 3420 0,'0'0'4316'16,"0"0"-1264"-16,0 0-1391 0,0 0-641 0,0 0 400 15,0 0 144-15,0 0-880 0,0 0-236 16,0 0-224-16,-96 33-88 0,68-14 36 16,-4 3 12-16,0 4 52 0,1-1 60 0,-1-3-28 15,8 3-44-15,0 1-80 16,4-7-32-16,4 2-64 0,4-4-48 0,4-1 0 0,5-7-72 15,3 1-28-15,0 0-72 0,0-1 0 0,11 4 64 16,6-4-4-16,2 7 100 16,9 0-100-16,4 0 40 0,0 3-4 0,-1-4 72 15,-3 2-8-15,0-2-100 0,-7 5 112 16,-6-5 88-16,-2 1 136 16,-6 0-68-16,-3 3 32 0,-4-3-16 0,0 0 12 0,-4 0-76 31,0-1-20-31,-8-1-88 0,0-5-88 0,5 0-180 15,-10-2-52-15,6-4-60 0,-2-3-140 16,1 0-148-16,5-3 68 0,-6-6-228 16,5-4-656-16,1-4-1376 0,3-5-1817 0,0 6-1467 15,4-15 5964-15</inkml:trace>
  <inkml:trace contextRef="#ctx0" brushRef="#br0" timeOffset="125945.184">27746 12284 3592 0,'0'0'560'0,"0"0"5336"0,0 0-3783 0,0 0-505 0,21 69-392 16,-21-46 248-16,0 3-124 0,-5-5-264 16,1-1-388-16,0-5-344 0,4-2-344 0,0-6-40 15,0-4-116-15,0-3-128 0,0 0-96 16,4 0 36-16,5-7-76 0,2-5-236 16,5-4-300-1,0-7-468-15,0-3-388 0,0-2-172 16,0 3 75-16,0-4 405 0,-5 1 544 15,-2 3 428-15,-1 6 532 0,-1-1 296 16,-3 8 472-16,-4 3 256 0,4 2 40 0,-4 3 84 16,5 4-79-16,-5 0-57 0,4 0-144 15,0 0 4-15,3 4-52 0,-3 3 200 0,9 5-260 16,-6 4-76-16,-3 3 80 16,0 0-28-16,-4 3-208 0,0 0-188 0,0 0-156 0,0 1-184 15,-4-4-72-15,0-4-220 16,4-2-272-16,-3-1-160 0,3-5-288 15,0 0-396-15,0-4-760 0,7-3-284 0,10 0-1817 16,-6-10-1459-16,5 3 5208 0,8-14-448 16</inkml:trace>
  <inkml:trace contextRef="#ctx0" brushRef="#br0" timeOffset="126156.229">28284 12216 3348 0,'0'0'104'0,"0"0"4468"0,0 0-1700 0,0 0-675 0,0 0-701 0,0 0 16 0,0 0-384 16,0 0-336-16,-79 17-200 0,58 6-196 31,-3 5-76-31,5 3 32 0,3 1 152 0,0-3 80 0,7-1-216 0,2-5-256 16,7-4-112-16,0-9-144 15,0-1-152-15,4-9 4 0,4 0 36 16,8 0-36-16,4-13-124 0,4-9-160 16,3-4-388-16,1-6-716 0,0 1-948 0,4-7-485 15,0 3-1851-15,0-3-12 0,-8 10 4780 16,11-27-156-16</inkml:trace>
  <inkml:trace contextRef="#ctx0" brushRef="#br0" timeOffset="126463.724">28515 11785 300 0,'0'0'1656'15,"0"0"3652"-15,0 0-843 0,0 0-2485 16,0 0-748-16,0 0 24 0,0 0-80 16,-35 83-172-16,22-45-8 0,5 3-140 15,-3 7-160-15,-6 3-172 0,2 0-160 16,-1-1-195-16,0 5-93 0,4-8-76 0,0-6-12 15,4-6-124-15,8-7-73 0,0-9-19 32,0-5-88-32,8-5-12 0,4-7 32 0,0-2-32 15,4 0 84-15,-4-6 72 0,7-2 36 0,2-6 28 0,-6-2-52 16,5 4 24-16,-3 3 0 0,-6 5 16 0,1 4-64 16,-3 0 184-16,-2 11 60 0,1 0 332 15,0 8-36-15,0 3-88 16,-4 1 64-16,0-1-4 0,0 0-32 0,-4-2-40 0,4-1-64 15,-4-7-100-15,4 1-92 0,0-7-52 0,4-2 4 16,0-2-196-16,4-2-244 0,0 0-144 16,4-9 4-16,8-4-220 0,0-2-1324 15,0-4-2692-15,-5 6-3849 0,17-13 7553 16</inkml:trace>
  <inkml:trace contextRef="#ctx0" brushRef="#br0" timeOffset="126752.799">29305 12300 11145 0,'0'0'2408'0,"0"0"-912"0,0 0 264 0,0 0-100 16,0 0-368-16,0 0-340 0,95 50-308 16,-59-43-131-16,7-7-161 0,5 0-120 31,4-7-220-31,4-4-12 0,-4-9-136 0,4-2-421 16,-9-1-235-16,-7-2-112 0,0 3-172 15,-8-8-1128-15,-12 12-3020 16,-4-14-4829-16</inkml:trace>
  <inkml:trace contextRef="#ctx0" brushRef="#br0" timeOffset="126989.011">29599 11934 6472 0,'0'0'5273'0,"-20"67"-3253"0,12-25-224 16,0 5 256-16,-3 10-56 0,-2 7-324 0,-2-1-419 0,-2 2-565 0,6-7-324 0,-2-3-220 15,5-10-144-15,4-14-132 16,4-9-184-16,0-8-68 0,8-9-16 0,5-2 60 16,2-6-25-16,5-9-159 0,5-13-36 15,2-7-172-15,4-6-556 0,2-8-784 16,3-4-564-16,0-4-629 0,-5-9-1655 0,5-3-204 31,-12 15 4968-31</inkml:trace>
  <inkml:trace contextRef="#ctx0" brushRef="#br0" timeOffset="127706.21">29986 11658 1120 0,'0'0'1448'0,"0"0"3340"0,0 0-1484 0,0 0-1363 16,0 0-553-16,0 0 268 0,0 0-128 0,0 0-400 16,0 0-56-16,0 0-276 15,-4 102-16-15,-5-54 145 16,-2 9-161-16,-6 3-220 0,2 4-228 16,-5-1-64-16,0-3-192 0,4-3-52 0,-4-3-8 15,4-9-48-15,8-10-60 16,0-6-144-16,8-14 8 0,0-2-144 0,4-9-108 0,8-2 132 15,7-2 59-15,2-9 49 0,3-4 76 16,4-6-28-16,-4 0 12 0,-1 0 4 16,1 3 104-16,-7 3-20 0,-2 7 20 0,1 3 12 15,-8 3 76-15,4 3 256 0,-4 3 160 16,-4 10 44-16,4 0-8 0,-4 6-87 16,-4 5-37-16,0-2-28 0,4 0-80 0,-4-6-4 31,0 0-32-31,4-7-112 0,0-5-72 15,4-1-4-15,0-2-84 16,3-4 16-16,6-4-156 0,3-5-88 0,3-7-108 0,5-3-97 16,4-6-75-16,0-5 12 0,0 5-100 15,-4 0-212-15,0 3 84 0,-4 3 256 16,-9 3 220-16,2 7 300 0,-6 2 36 0,-6 7 384 16,-1 0 112-16,-4 0 108 0,4 0 72 15,-4 0-164-15,4-3-220 0,0-1-156 0,7-5 12 16,9-8-148-16,1-4-136 0,7-5-388 0,0-2-264 15,3-7-96-15,1 0-156 0,-5-3-828 16,6-4-108-16,-6 2 248 16,-7-8 231-16,5 1 85 0,-10 2 76 0,1 0 504 15,-4 10 832-15,-3 10 560 0,-6 9 792 16,5 10-188-16,-4 6 193 0,0 6 415 31,0 10-156-31,-4 6-304 0,0 3-232 0,0 10-312 16,-4 4-112-16,-4 2 208 0,0 6-28 15,0 1-92-15,-4 3-268 0,4 3-148 16,-4 0-124-16,0 0-32 0,1-3-27 0,-2-1 15 16,6-5-40-16,-5-4-36 0,3-9 64 0,-2-4-64 15,-1-5-24-15,-4-7-60 0,-1-3-8 16,-2-4-200-16,-5-6-192 0,0-3-49 16,1 0 37-16,-2-3 156 0,1-10 60 0,8 0 100 15,1-3-64-15,3-5-12 0,7-5 52 16,5 0-112-16,0-2-76 15,13 3-184-15,11 2 172 0,8 5 212 0,-1-1 108 0,9 3 172 16,3 3-12-16,2 0 24 16,-2 1-184-16,-2-2-12 0,-2 5-444 0,-3 2-716 31,-8 1-1500-31,0 0-3329 0</inkml:trace>
  <inkml:trace contextRef="#ctx0" brushRef="#br0" timeOffset="128992.602">5195 14191 6624 0,'0'0'1572'15,"0"0"3181"-15,0 0-2797 16,0 0-1024-16,0 0 212 0,0 0 156 0,0 0-412 15,0 0-400-15,-80-2-228 0,65 15-64 16,-2 6 36-16,-3 6 24 0,5 10 0 16,-2 6-64-16,2 7 28 15,2 9 24-15,6 0 12 0,-5 0 25 0,8 0-213 16,4-12-68-16,0-7 0 0,0-12 0 16,0-11-60-16,8-5-28 0,0-3-105 15,4-2 117-15,4-5-44 0,8 0-88 16,0-9-132-16,8-8 72 0,-4-11-156 15,4-3-56-15,-1-7-20 0,-8-4-16 0,5 2 48 16,-7-2-76-16,-1 4 8 0,-8 3 176 0,-1 6 172 16,-2 6 176-16,-9 4 12 0,4 5 212 15,-4 3 164-15,0 8 180 0,0 0-60 16,0-1-52-16,0 4-40 0,0 0-48 0,0 0 24 0,0 0-112 16,0 4-132-16,0 6-128 0,0-1 64 15,0 10-12-15,0 7 4 0,4 2 44 16,3 7-24-16,-3 0-8 15,9-1-76-15,-9-1-28 0,3-5 28 0,1-2-72 16,1-4-24-16,-2-3 8 0,1-3-80 16,0-1-52-16,1-5 0 0,-2 0-272 0,1-3-172 15,0-4-396-15,0-1-816 0,4-2-80 32,-1 0-2373-32,-2 0-2195 0,3-5 3481 0</inkml:trace>
  <inkml:trace contextRef="#ctx0" brushRef="#br0" timeOffset="131531.98">5438 13906 3912 0,'0'0'848'0,"0"0"3976"0,0 0-2771 0,0 0-621 0,0 0-412 16,0 0-8-16,0 0-8 16,0 0-588-16,0 0-292 0,0 0 152 0,40 16 396 15,-16-6-140-15,-1-1-248 0,1-3-204 16,1 0-80-16,-1 1-4 0,0-3-104 0,-5-2-52 16,1-2-300-16,0 0-436 0,0 0-268 15,-4-8-1012-15,0-3-2525 16,-4 5-3659-16,0-10 7901 0</inkml:trace>
  <inkml:trace contextRef="#ctx0" brushRef="#br0" timeOffset="131753.378">5733 13741 1488 0,'0'0'6488'0,"0"0"-2567"31,0 0-2349-31,0 0-240 0,0 0-24 15,0 0-232-15,0 0-316 0,0 0-304 16,0 0-224-16,0 0-8 0,-4 80-132 0,4-61-92 16,0 6-96-16,0 0-28 15,0 7-72-15,0-1-260 0,0 7-216 0,0 1-312 0,0 2-276 0,0 0-832 0,0-2-1017 16,0-4-2103-16,0-10 936 16</inkml:trace>
  <inkml:trace contextRef="#ctx0" brushRef="#br0" timeOffset="132346.752">6183 13728 1892 0,'0'0'536'0,"0"0"-328"0,0 0 2268 0,0 0 788 15,0 0-1532-15,0 0-659 0,0 0-85 0,0 0 228 16,0 0-124-16,-12 77-248 16,12-52-88-16,0 0-104 15,5 7-40-15,2 3-16 0,1 3-164 0,-4 7-40 0,4 5-72 16,-4 4-72 0,0 9-116-16,-4 8-8 0,0 4-124 0,0 2 0 15,-4 5-60-15,-4-1 56 0,0-3-48 16,0 0-20-16,1-13 24 0,-2-1-52 15,1-14 16-15,4-5 20 0,1-11-20 16,-1-8-28-16,4-10-132 0,0-3-116 0,0-10-120 0,0-3-128 16,0 0-152-16,0-6-376 0,0-10-456 0,0-3-1072 31,0-9-1537-31,0 5-1179 0,0-22 4088 16</inkml:trace>
  <inkml:trace contextRef="#ctx0" brushRef="#br0" timeOffset="132670.761">6075 13958 3664 0,'0'0'380'0,"0"0"5500"0,0 0-4319 16,0 0-585-16,0 0 96 0,0 0 272 0,0 0-336 16,0 0-380-16,80-68-104 0,-55 68-152 0,6-3-12 15,-3 3-136-15,-1 3 12 0,6 4-52 0,-6 5-172 16,1-2-12-16,0 3 0 0,-4 6-12 15,-3-4-88-15,-6 8 100 16,-2 2 84-16,-10 7 200 0,1-1-212 0,-4 11 4 0,-7-1-28 16,-10 1 0-16,2-1-40 15,-6-3 56-15,1-3-4 0,1 0 28 16,-5-7-28 0,0 1-60-16,-1-7-100 0,1-3-132 15,5-3-188-15,3-4 0 0,0-2-372 0,4-4-324 16,0-2-584-16,4 2-608 0,1-2-837 0,2-2-2655 0,5-2 2629 15</inkml:trace>
  <inkml:trace contextRef="#ctx0" brushRef="#br0" timeOffset="133139.462">7123 14452 732 0,'0'0'10881'16,"0"0"-9369"-16,0 0-812 0,0 0 392 15,-75-47 268-15,51 33-300 0,0 2-480 16,4-1-280-16,-4 0-44 0,4 4 4 16,1 4 24-16,2 1 180 0,-3 4 188 0,5 0-432 15,-6 12-172-15,2 7-44 0,-1 4 4 0,-1 9 64 16,2 6 16-16,7 0-76 15,0 0-4-15,4-3-8 0,8-3-76 16,0-13 16-16,0-4-48 0,0-8 32 0,8-4-96 16,0-3-120-16,8 0 36 0,3-3 108 15,2-10 64-15,3-6-200 16,0-3-60-16,-5-1 36 0,2 1 12 0,-2 0 24 0,1 3 36 16,-3 6 100-16,-6 4-28 15,1 2-20-15,0 7 184 0,0 0 228 0,-5 0 20 16,2 7 208-16,-1 5-12 0,0 7-36 15,-5 1-164-15,6 8-8 0,-5 1-52 16,0 0-12-16,0 2 36 0,0-3 0 0,3 2 12 16,-3-2-52-16,5-5-116 0,-1-4-52 15,-1-5 0-15,6 0 0 0,2-8-40 16,2-3 40 0,2-3-144-16,1 0-188 0,4-6-304 0,1-6-164 0,1-7-372 15,-1 0-1224-15,-1 0-2933 0,-4 5-4315 16</inkml:trace>
  <inkml:trace contextRef="#ctx0" brushRef="#br0" timeOffset="133908.513">7965 14353 1096 0,'0'0'9484'0,"0"0"-7251"16,0 0-565-16,0 0-296 0,0 0-116 0,0 0-216 0,0 0-128 31,0 0-176-31,86 17-308 0,-49-10-232 0,-1-5-48 0,3-2-28 16,1 4-64-16,-3-4-56 16,2 0-4-16,-7 0-80 0,0-4 0 0,-4-3-200 15,-4 5-264-15,-5-2-212 0,-6 2-168 16,-2-2-448-16,-3 4-1184 0,-4 0-2489 15,-8 6-2747-15</inkml:trace>
  <inkml:trace contextRef="#ctx0" brushRef="#br0" timeOffset="134098.359">8075 14589 4508 0,'0'0'144'15,"0"0"5968"-15,0 0-4019 0,0 0-489 0,0 0-380 0,0 0-32 0,0 0-400 16,0 0-272-16,0 0 48 15,0 0 48-15,45 47-116 16,-17-40-216-16,4 5-76 0,3-5-184 0,1-1-24 16,0-2-60-16,3-2-88 0,-2-2-380 15,3 0-292-15,-5 0-280 0,5-2-736 16,-12-2-1384-16,16-5-4013 16</inkml:trace>
  <inkml:trace contextRef="#ctx0" brushRef="#br0" timeOffset="134665.823">9327 13941 7808 0,'0'0'5817'0,"0"0"-4865"15,0 0-460-15,0 0 164 0,0 0 1120 16,0 0-268-16,0 0-700 0,0 0-476 15,-76 0-224-15,56 23-20 0,0 8 44 16,0 7 16-16,1 6 32 0,-2 11-56 0,2-1 8 0,3 3-8 16,-1 3-4-16,6 3-60 0,-5 1-8 31,4-1 32-31,4 2-24 0,0-5 0 16,4-6 40-16,4-4-16 0,0-8-72 0,8-8-4 15,0-5-8-15,8-7-12 0,0-3-72 16,4-6-28-16,-1-7-20 15,9-3-16-15,0-3 64 0,4-6-12 0,4-10 8 0,4-6-20 16,-4-10-40-16,3-3-56 0,1-5-76 16,-3-6-28-16,-2 2 64 0,5-3 0 0,-8-2-4 0,0-4-84 15,-1 2 52-15,-6-7-56 0,-1-1 16 0,-5-2-28 32,-3-5 4-32,-4 5-4 15,-8-2 96-15,-4 5 228 0,0 1 24 0,-4 10 148 16,-8 2 116-16,0 14 120 0,-4 2 36 0,5 10 52 15,-6 3 8-15,2 7 0 0,-5 5-152 16,3 2-8-16,2 2-112 0,-1 2-72 16,0 9-4-16,-4 7-72 0,1 3-56 15,-6 6 60-15,5 7 8 0,0 1-12 16,-3 4-60-16,2-1-4 0,1 3-92 16,1 0-76-16,-1-3-60 0,4 0-232 0,-4 1-28 15,0-4-72-15,4-1-200 16,0-2-356-16,4-3-904 0,5-6-1200 15,-2-2-2325-15,5-4 253 0,4-8 4565 16</inkml:trace>
  <inkml:trace contextRef="#ctx0" brushRef="#br0" timeOffset="134876.784">9478 14449 808 0,'0'0'2376'15,"0"0"3680"-15,0 0-4468 0,76 58-367 16,-52-40 71-16,4 4 156 0,0 1-252 0,0 5-280 15,0-2-272-15,0 2-24 0,-1 1-40 0,-3-1-88 16,4-2-100-16,-4-1-96 16,0 1-76-16,-1-4-88 0,1 0-76 15,0 3-56-15,1-1-64 0,-6-6 4 0,1 4-244 16,0-6-272-16,-4-4-128 16,0 2-48-16,0-5-228 0,-4-2-816 0,0-1-2525 0,-1-6-3423 15</inkml:trace>
  <inkml:trace contextRef="#ctx0" brushRef="#br0" timeOffset="153287.375">10824 14783 8052 0,'0'0'2496'16,"0"0"-2496"-16,-35 69-348 16,23-40 348-16,1 3 24 0,-6-4 92 0,2 1-116 15,2-3-108-15,-2-1 96 0,6-6-128 16,-3-4-184-16,5 2-648 0,3-8-612 15,-1 0-288-15,-3-2-1124 0</inkml:trace>
  <inkml:trace contextRef="#ctx0" brushRef="#br0" timeOffset="154222.886">7933 16161 6080 0,'0'0'1040'16,"0"0"932"-1,0 0-1492-15,0 0 512 0,0 0 617 16,0 0-405-16,7 72 64 0,-3-33-800 0,-4 8-64 15,4 10 8-15,0 10 144 0,0 2 128 16,0 8-372-16,1-1-300 0,6-10 0 0,-3-8 52 0,4-10-28 16,0-17 124-16,-1-8-48 0,2-10-60 15,-1-11-52-15,4-2 4 0,-1-13 48 16,6-5-40-16,3-17-12 0,-1-3-212 0,5-13 16 16,-4 0-40-16,-4-3 160 0,5 4 4 31,-6-1 64-31,1 4-80 0,-5 1-76 15,2 5-96-15,-6 10 8 0,-3 5 168 0,1 14 80 0,-1 5-216 16,-5 7-356-16,10 13 576 0,2 9 164 16,2 13 12-16,-2 6-88 15,2 6 136-15,2 8-56 0,-6 5 56 0,-2-3-180 16,1 4-40-16,0-11 180 0,0-8 140 0,-4-11 336 16,4-5-204-16,-8-14-112 0,4-1-108 15,-5-9-28-15,-3-2 0 0,0 0 136 16,4-2 220-16,1-9-124 0,-1-14-124 15,4-3-172-15,3-13-128 0,2-4-16 16,2 1-76-16,2 2-104 0,-6 7-40 0,10 1-416 16,-6 8-248-16,1 1-140 0,5 2-788 15,-2 8-1404-15,-3 2-2009 0,0-6-2179 0</inkml:trace>
  <inkml:trace contextRef="#ctx0" brushRef="#br0" timeOffset="154423.102">8964 16433 4680 0,'0'0'7589'0,"0"0"-6745"16,0 0-424-16,0 0 900 0,88 23 92 16,-56-17-428-16,0-3-488 0,3 4-372 0,1-7-124 15,0 0 0-15,0 0-200 0,0-4 40 16,0-2-52-16,-4 0 28 0,-1-4-304 15,-6 1-480-15,-1 2-268 0,-9 1-736 16,-7 3-1017-16,-3 0-2491 0</inkml:trace>
  <inkml:trace contextRef="#ctx0" brushRef="#br0" timeOffset="154620.799">9251 16545 3664 0,'0'0'5812'15,"0"0"-4612"-15,0 0-607 0,0 0 563 0,0 0 336 16,-40 89-188-1,36-61-360-15,0 1-216 0,1 3-84 0,3-1-36 16,-4 4-212-16,4-3-312 0,0-1-84 16,0-2-232-16,4-4-116 0,3-2-108 15,1-10 8-15,8-10-568 0,0-3 352 0,8-10-4 16,4-13-1048-16,-4 2-2293 0,16-21-2235 0</inkml:trace>
  <inkml:trace contextRef="#ctx0" brushRef="#br0" timeOffset="154931.402">9857 16440 4440 0,'0'0'7337'0,"0"0"-5649"0,0 0-888 0,0 0 300 15,0 0 704-15,0 0-688 0,0 0-340 16,-76 76-148-16,56-47 8 0,0-1-152 16,4 1-216-16,4-4-96 0,4 0 72 15,0-5-40-15,8-5-19 0,0-2-65 0,4 4-32 16,4-5-40-16,5 1 36 0,2-1-24 15,1 1-48-15,4 3 36 0,0-3 100 16,0-1-148-16,-1 4 0 0,6-3 12 0,-5 2-12 16,-1 1-4-16,-2 0-8 15,-6 4-40-15,-2-5 52 0,-1 1-12 0,-1 0 8 16,-3 0 4-16,-4 0-12 0,0-4 12 0,0-2-8 16,0 0-40-16,-8-4-108 0,1 0-184 15,-10 1-221-15,2-1-119 0,-9-3 20 16,-4 3-212-16,0-6-64 0,-4 3-316 0,0-3-444 15,-4 0-832-15,8 0-1957 16,-16 0-1591 0</inkml:trace>
  <inkml:trace contextRef="#ctx0" brushRef="#br0" timeOffset="156206.942">10574 16700 9004 0,'0'0'2121'0,"0"0"-657"0,0 0-712 15,0 0 392-15,0 0 156 0,0 0-284 0,0 0-432 0,0 0-532 16,0 0-52-16,0 0-276 0,8-7-72 31,-4 5 12-31,0-2 4 0,4-2-168 16,-1 4-748-16,6 2-956 0,-5 0-633 15,-5 0-1439-15,1 5 108 0,-63 11 3256 0</inkml:trace>
  <inkml:trace contextRef="#ctx0" brushRef="#br0" timeOffset="156341.356">10650 16830 9188 0,'0'0'1885'0,"0"0"-1741"0,0 0-132 15,0 0 888-15,0 0 480 0,0 0-520 16,0 0-376-16,0 0-120 0,0 0-200 0,0 0-164 16,79 22-36-16,-63-18-244 15,5-1-352-15,-2-3-332 0,5 0-648 0,-4 0-1393 16,8 0-3879-16</inkml:trace>
  <inkml:trace contextRef="#ctx0" brushRef="#br0" timeOffset="157061.49">13100 16131 12225 0,'0'0'1356'0,"0"0"-660"16,0 0-620-16,0 0 64 0,0 0 644 15,0 0 848-15,16 71-700 0,-12-30-464 16,0 7-196-16,0-1-24 0,-4 8 8 0,0-5-156 16,0 5 20-16,0-5-120 0,0-2-36 15,0-1-100-15,0-6-60 0,0-2-60 16,0-8 20-16,0-9-120 15,0-2-80-15,3-11-244 0,2-6-200 0,-1-3-328 0,0 0-608 0,4-3-341 16,-1-9-543-16,-3 2-164 0,1-12-1212 16</inkml:trace>
  <inkml:trace contextRef="#ctx0" brushRef="#br0" timeOffset="157244.041">13144 16573 5088 0,'0'0'2628'31,"0"0"-956"-31,0 0-392 0,0 0-31 0,0 0 31 0,0 0-8 0,0 0-340 0,92-31 52 31,-64 31-100-31,3 6-116 0,-3 0-124 16,4 1-140-16,0-5-52 0,4 2-208 16,-8-4-116-16,4 0-128 0,-1 0-148 15,-6 0-108-15,3 0 36 0,-5-6-432 0,-3 1-136 16,0 0-180-16,0-1-412 0,-8-4-812 16,0 4-2057-16,-1-7-2367 0</inkml:trace>
  <inkml:trace contextRef="#ctx0" brushRef="#br0" timeOffset="157456.186">13681 16208 10544 0,'0'0'1877'15,"0"0"-1825"1,0 0 52-16,0 0 1044 0,0 0 484 0,9 73-576 16,-9-42-408-16,4 8-112 0,-4 3 108 0,0 2 8 0,0 0-284 15,0 4-48-15,0 3-148 16,0 3-172-16,0-1 0 0,-4 2-136 0,4-1-108 15,-5-7-4-15,5-3-120 0,0-8-136 16,0-14-140-16,13-3-240 16,2-10-172-16,9-9-596 15,0-3-432-15,-8-6-689 0,16-21-2139 0</inkml:trace>
  <inkml:trace contextRef="#ctx0" brushRef="#br0" timeOffset="157874.391">14996 16268 14013 0,'0'0'1980'16,"0"0"-1288"0,0 0-332-16,0 0 164 0,0 0 104 0,-99 58-272 15,59-36-356-15,-4-3 0 16,1 7 112-16,-9-1 8 0,0-3-8 15,0 3-12-15,4 1 96 0,0-5 136 0,5-2 20 0,3-2 16 16,4-4-172-16,8-1-100 16,0 1-84-16,4-3 4 0,8-4 32 15,0 0 0-15,12-3 60 0,1 1 4 16,3-4-112-16,0 0-72 0,3 3-108 0,9 0 68 16,8 3 112-16,8 7 268 0,8-1-144 0,4 1-28 15,4 3-92-15,3 3 0 0,-2 0 4 16,2 4 4-16,-3-2-8 0,-4 2-4 15,-1-1-60-15,-7 4 12 16,-4-8-48-16,-4 5-4 0,-8-7 28 16,0-1-40-16,-8-2 28 0,4-3-124 15,-8-4-120-15,0 1-152 0,-4-4-72 0,0-3-4 16,0 0-160-16,-8 0-216 0,-8-3-792 0,4-4-1472 16,-12-5-2697-1</inkml:trace>
  <inkml:trace contextRef="#ctx0" brushRef="#br0" timeOffset="158119.053">14351 16761 11157 0,'0'0'1984'16,"0"0"-1360"-16,0 0 88 0,0 0 448 0,0 0 184 16,0 0-500-16,0 0-376 0,0 0 112 15,0 0 244-15,20 69-216 0,-8-47-204 0,8 1-52 16,-1 0-96-16,6-2 36 15,3 2-72-15,-1-4 61 16,5 0-149-16,0 0-12 0,0-3-60 0,0-1-60 16,0-2-44-16,-4-4-76 0,0 1-12 15,-4-4-52-15,-1 1-73 0,-3-3-107 16,0-2-244-16,0 1-208 0,-4 0-304 0,0-3-660 16,-4 4-1168-16,0-4-2873 0</inkml:trace>
  <inkml:trace contextRef="#ctx0" brushRef="#br0" timeOffset="159215.459">15713 16043 10164 0,'0'0'1085'0,"0"0"-341"0,0 0-356 16,0 0 352-16,-91-28 264 0,67 28-292 16,0 0-84-16,0 9-88 0,0 4-12 0,0 9-164 15,5 12-140-15,-5 11 84 0,3 9-56 16,-2 16 92-16,-1 6 16 0,4 7-128 0,0 2-120 16,0 7-108-16,4 1 8 15,8-4-4-15,4-4-8 0,4-5 0 16,0-14 36-16,16-15 52 0,4-9 48 0,8-11 24 15,4-12-28 1,4-6-8-16,8-7-112 0,-1-6-12 16,6-9-12-16,2-10 0 0,-3-7-84 0,-1-6-104 15,2-3-68-15,-10-6 32 0,-3 0 112 0,-4-3 16 16,-4-1-4-16,-4-2 12 0,-4-4 16 16,-8-3-140-16,0-3-60 0,-8-7-52 15,0-2 76-15,-4-4 160 0,-4 0 36 0,-5-1 64 16,-6 8 88-16,-2 6 100 0,2 7 48 15,-1 8-52-15,0 10-8 0,-4 10-16 0,4 6 64 16,-4 7 44 0,-4 2 4-16,0 7-124 0,-3 4-48 0,-6 8-28 15,1 4-60-15,-3 6 52 0,3 3-64 16,-4 8 0-16,4-1-136 0,0 6-84 0,4-1-92 31,-3 2-92-31,3 1-92 0,3 5-428 0,2-6-900 0,11-2-340 16,0-8-345-16,12-4-527 0,0-5 680 15,8-11 860-15,3-2 216 0,6-1 732 0,-1-3 392 0,0 0 156 16,4-1 1356 0,-5 5 380-16,6 0-136 0,-1 3 40 15,3 6-176-15,-3-4-144 0,4 7-223 0,0 0 95 16,0 3-104-16,4 1-24 0,4 5-244 16,-1 1-220-16,5 3 44 0,1-1-72 15,2 4-76-15,5 0-112 0,-4 1-152 16,0-2-60-16,3 1 40 0,-2-3-92 15,-2-1-68-15,1-1-52 0,-1-5-52 0,-2 0 52 0,-1-3-96 16,-4-3-4-16,-1 0-96 16,-3 0-248-16,-3-6-460 0,-2 0-564 0,-7-4-860 31,0-3-1689-31,0-3-2223 0</inkml:trace>
  <inkml:trace contextRef="#ctx0" brushRef="#br0" timeOffset="159402.504">16710 17176 12525 0,'0'0'1796'16,"0"0"-1088"-16,0 0 384 0,0 0 396 0,0 0 288 16,0 0-932-16,0 0-844 0,0 0 0 0,0 0-344 15,0 0-216-15,0 0-228 16,4-9-352-16,-8 3-1356 0,-5-4-5413 0</inkml:trace>
  <inkml:trace contextRef="#ctx0" brushRef="#br1" timeOffset="169234.744">26607 8941 8280 0,'0'0'3193'0,"0"0"-1629"0,0 0-1324 0,0 0 80 16,0 0 188-16,0 0 628 16,0 0-76-16,0 0-400 0,-24 72-160 0,12-49-116 0,-8 5-100 15,4 1-48-15,0 3-128 16,4 0-32-16,-4 5-76 15,8 7-48-15,1 1-40 0,-2 10 12 0,1 1 76 0,0 5-4 16,-3-1-56-16,-2 4 0 16,-2 0 8-16,-2-4-60 0,-3 3 16 15,5 0 84-15,-2 4-88 0,2-4 24 16,-1 4 4-16,0 0-68 0,0-1 44 16,0 4 32-16,0-3 4 0,-3-4 56 15,2-2 4-15,-3-5 72 0,4 2-20 0,5-10 84 16,-2-1 0-16,2-2-88 0,-2-4-48 0,5 1-48 0,1 0-16 15,-1-5-8-15,-4 1-40 0,-4 0 12 16,0-3-60-16,0 0-16 0,-4-3 52 16,5 0 48-16,-6-4 76 15,5-2-4-15,4-4-64 0,5-3 52 0,-2 0-80 16,5-7 20 0,4 1 12-16,0-3 4 0,0-1-16 15,0 1-64-15,9-4-24 0,-2-3 64 0,5 0 100 16,1 3 124-16,-2-6-24 0,6 5 4 0,2-3 8 15,1-2 0-15,4 4-48 0,-1-1-64 16,5-1 0-16,0-2 84 0,0 7-72 0,0-4 36 16,4 1-48-1,4-4 0-15,0 3 12 16,4-3-12-16,7 3 16 0,2-3-12 0,-2 0 56 0,9 0-60 0,4 0-8 16,3-3 8-16,5-4-4 15,8 4-8-15,-1-4-48 16,9 2 60-16,0-1 0 0,4-1-8 0,4 3-40 15,-2-2-24-15,7 4 72 0,-2-2 8 16,1 4 4-16,-1-3 100 0,1 3-12 0,0-4-100 16,3 4-60-1,5-3 60-15,-5 0 0 0,9-3-4 0,-4 0-8 16,3-1-32-16,5 1 36 0,-5-4 8 0,-3 4-8 0,-1-1-40 16,2 1-4-16,-10 0 44 0,1-1-116 15,-1 4 72-15,-7 0 52 0,4 0-8 0,-9 0 8 16,1 0 0-16,3-4-4 15,-8 7 0-15,5-6 0 0,0 3-56 16,-4-4-56-16,0 1-124 0,-4-3 40 0,-1 2 60 16,0-2 40-16,-2-1-40 0,2 1 132 0,-3-5 0 15,0 6 8-15,-5-5 12 0,1 1 40 16,-5-2-40-16,6 5 0 0,-5-3 52 16,-5 1 0-16,1-1 36 0,-5 2-24 15,1 1-76-15,-4-1 88 0,0 1-84 16,-4-4 56-1,-4 4-48-15,0-4 52 0,-5 3 76 16,2-2 12-16,-6 2 12 0,1-2-104 16,0 2 16-16,-1-3-76 0,5 4 0 0,0-5-12 15,0 2-52-15,-4 3 56 0,-1-4 0 16,2 3-64-16,-5 1 72 0,-5-1 4 0,-7 4 4 16,1 0 76-16,-6-1-20 15,-3 4 72-15,0 0 76 0,-8 3-84 0,4 0-68 0,-4 0-52 16,-4 0 68-16,4 0 36 0,4 0 24 15,-4-3-36-15,0 3-16 0,0-4 4 0,-1 4 24 16,2-2 24-16,-5-3 88 0,4-3-4 16,4-2-24-16,-8-2-36 0,8-2 0 15,-8-5-48-15,3 0-20 16,2-3-92-16,-1 0-88 16,0-6 40-16,0-1-40 0,4-6-32 15,-5-5-4-15,10-6-36 0,-5-1 48 16,-1-4 36-16,1-3-8 0,1-7-4 0,-1 5-36 15,3-4 116-15,-2 2-128 16,2-2 132-16,1-1 4 0,1 1-148 0,2 3 100 16,1-3-40-16,-4 2-72 0,0 4 24 15,4 1-100-15,-4-1-4 0,0-1 68 16,-4 5-16-16,4-1-216 0,-4 7 292 0,-4 0-76 0,4 5 84 16,-5 7-72-16,6 0 76 0,-1 1-36 15,3 3-56-15,6 2 4 0,-6-3-76 16,10 4 24-16,-6-1 12 0,2 4 88 0,-2 6-76 15,-3 1 12-15,0 5 12 16,-4 4 192-16,-3-1 76 0,-5 7 128 16,0 0 176-16,0 0-60 0,0 0-108 15,0 0-44-15,0 0-164 0,0 0-4 16,-5 3-76-16,5 1-28 0,0-4 4 0,-4 3 48 16,0 0 52-16,0 0 0 0,0 0 52 15,0 1 12-15,-4-1-16 0,4-3 44 16,-4 3-16-16,4 0 48 0,1-3-36 15,-5 0-24-15,3 0 0 16,-3 0 12-16,1 0-4 16,3 0-8-16,-4 0-56 0,-5-6-8 0,6 3 8 0,-6-1 44 0,2-2-48 15,-5 3-4-15,4-4-112 0,-4 0 112 0,-4 5-52 16,-4-4 52-16,4 2-48 16,-4-3 48-16,0 5 0 15,0-2 4-15,-4 2 8 0,0-4-12 16,-4 1 0-16,-3 3-100 0,-5-5 100 15,0 7 76-15,0-3-24 0,-3 3-52 0,-10 0-88 0,2 0 36 16,-1 0 48-16,-8 0 4 0,1 3-72 16,-1 4 60-16,-4 0 4 0,-3 1-28 0,3-2 24 15,-4 5 12-15,5-3-64 16,-6-1 64-16,2 3 8 0,3 0 56 0,0-1 12 16,1-3-28-1,-1 4-44-15,4 0 72 0,-4-1 52 16,1 0-68-16,3 1-48 0,-4-1 0 0,0-2-12 15,1-1-12-15,-6 0 8 0,6 1-60 16,-5-1-64-16,1 0 116 16,3-2-88-16,-4-1 36 0,8 1 64 0,4-4 8 15,-3 0-8-15,7 0 0 0,-4 0-8 16,1 0-80-16,3 0 40 16,-4 0-16-16,0 0 0 0,4 0 52 0,-4-4 0 0,4 1 8 15,0 3 4-15,5-4 0 0,-1 4 0 16,-3-3 36-16,2 3-36 0,-3 0 0 0,5 0 0 0,-1 0 56 15,-3 0-56 1,2 0-12-16,2 0-40 0,-5 3 44 0,0 1-44 16,1-1-12-16,-1 1 52 0,0-2-76 0,-4 1 80 15,4 0 8-15,0 1 12 0,4-2 0 16,1 3-4-16,-1 1 44 0,0-4 24 0,9-2-72 16,-6 4 60-16,6-2-60 0,-6 3-4 31,6-5-8-31,-1 2-4 0,5 2-52 0,-6-4 52 0,5 0-64 0,5 0 12 31,-1 0 56-31,0 0-68 0,0 0 24 16,0-4 44-16,0 2-92 0,0-3 48 0,1 3 4 15,-1-2 48-15,-4 2 4 0,4-2-4 0,-4 2 0 0,0-3 0 16,4 5 0-16,-4-2 0 16,1 2 12-16,-1 0 0 0,4 0 0 15,-4 0 52-15,5 2-64 0,-6 3 8 0,5 1-8 16,0 0 4-16,0 1 8 15,4 2-4-15,5-4-4 0,3 2-4 0,8-3 0 0,4-1-4 16,8 0-84-16,-4-3 36 16,4 0-72-16,0 0-32 0,0 0 44 15,0 0-28-15,4 0-216 0,0 3-580 0,4 0-669 16,-4 1-1063-16,4-1-2800 0</inkml:trace>
  <inkml:trace contextRef="#ctx0" brushRef="#br1" timeOffset="173601.145">4363 13772 6048 0,'0'0'1848'16,"0"0"-580"-16,0 0 232 0,0 0 17 0,0 0-225 16,0 0-176-16,0 0-208 15,0 0-112-15,0 0-48 0,0 0-116 0,0 0-184 0,0 0-92 16,0-2-84-16,0 2-64 15,0 0-48-15,0 0-72 0,0 0-28 16,0 0-48-16,0 0 52 0,0 0-56 16,0 2 40-16,0-2-48 0,0 0-52 0,0 7-84 15,0 0-72-15,0 5 144 0,0 6 52 0,0 12-36 16,-9 5-64-16,5 6-48 16,-4 14-60-16,1 4 20 0,-6 14-56 0,5 7-168 15,-7 5-124-15,-1 5-36 0,0 1 104 0,4 5-164 16,-4-7 332-16,4-4 312 0,0-5 168 15,4-6 160-15,0-9-104 0,4-4-8 16,0-4-68-16,4-7-48 0,0-1-8 0,0-2-92 16,0-6-140-16,4-6-112 15,0-3-24-15,-1-4 48 0,2-6-60 0,3 1 112 16,-4-7 48 0,0-3 0-16,0 2 68 0,-1-2 60 15,1 3 8-15,1-4-8 0,-1-2 0 0,-4-1 8 0,4 2 44 31,-4-8 24-31,0 2-16 0,0-1-8 0,4-4-52 16,-4 3 0-16,0-3 0 0,0 0 0 16,0 0 0-16,0 0-8 0,4 0 8 15,-4 0 64-15,0 0-4 0,3 0 56 0,-3 0 148 0,9 0-64 16,-5 0-12-16,4 0-36 16,-1 0 88-16,6 0-168 0,2 0 60 15,6 0-8-15,-2 0-48 0,5 0-64 0,4 0 52 16,4 0-60-16,0 0 8 0,3-3 188 0,-3 3-116 15,5-4-76-15,-1 4-4 0,-1 0 48 16,1 0 96-16,0 0-144 0,3 0 40 0,6 0-44 16,-6 0-4-16,1 0 0 15,4 4 0 1,-4-1 4-16,-1 1-100 0,-2-1 88 0,6 4-88 16,-7-3 100-16,5 0-64 15,-2 3 40-15,1-4-28 0,-5 4 52 0,1-4-8 16,-4 2 4-16,5 6-104 0,-5-5 108 15,-1 2 48-15,5 3-44 0,0-2 104 16,3 1 264-16,2-1-84 0,2 1-180 16,1-1-100-16,0-2 100 0,-1-1-32 15,10-3-12-15,-5 0 44 0,3 1-92 0,1-4-16 16,0 0 0-16,-1 0 12 0,1 0 60 16,-3 0-8-16,2 0-52 0,-7 0-4 15,3 0-16-15,-7 0 8 0,4 2 0 0,-4 3-64 0,-1-5 64 16,-2 2-12-16,3-2 0 0,-1 3 0 15,-3-3 24-15,5 0-20 0,-6 0 8 16,1 0 0-16,3 0 0 0,-7 0-8 0,9 3-44 16,-5 1 48-16,-1-2 0 0,1 5-32 31,3-1 36-31,-2-3 12 0,7 4-8 0,-5 0 4 16,2-4-8-16,-2 2-4 0,5-1-8 15,-4-1 12-15,4 0 0 0,-5-3 64 16,6 3 32-16,-2-3-80 0,-4 4 60 15,6-1-68-15,-6 0 416 0,6-1-288 0,-2 3-76 16,1-3-56-16,4 1-4 16,-5 1-4-16,6-4 0 0,-1 0-80 0,-1 0 8 0,-2 0 64 15,2 0-112-15,1 0 124 0,-5 0 0 0,6 0 8 16,-2 0 44-16,1 0-52 16,-1 0-32-16,6 0 32 0,-6 0 12 15,1 0 0-15,0 3-4 0,0-3-4 0,4 0-4 16,-5 0 4-16,1 4 8 0,0-4-4 15,0 0-4-15,0 0-4 0,-5 0-48 0,6 0-4 16,-2 0 44-16,-3 0 4 0,4 0-44 16,0 0 48-1,-9 2 0 1,5 2 0-16,0-1 0 0,-4 2 24 0,3 0-24 0,-2 1-4 0,-2-3 4 0,1 0 8 0,0 4 4 31,0-7 52-31,-4 6-16 0,3-6-40 0,-2 3 0 0,-1 0-8 0,3-3 0 16,-7 3-56-1,4-3 56-15,4 0 8 0,-4 0 0 16,0 0-4-16,-5 0-4 0,5 3-8 0,0-3 4 16,-4 0-72-16,0 0 64 0,-1 4-36 15,1-4 48-15,-4 0 0 0,4 0 0 16,-4 0 8-16,0 0 0 0,0 3-8 0,-4-3 4 16,4 0-4-16,-5 0 4 0,1 0-4 15,0 0-4-15,4 0-4 0,-3 0-80 16,3 0-20-16,-5 0-4 0,5 0-36 0,-4 0 0 15,0 0-16-15,0 0 96 0,-9 3 64 16,2-3 0-16,-6 3 4 0,-3-3 4 0,-4 3 68 16,-4-3 128-16,5 0 232 15,-5 0 12-15,0 0-200 0,0 0-168 16,0 0-76-16,0 0-136 0,0 0 76 0,0 0-4 0,0 0 56 16,0 0-4-16,0 0 12 31,0 0 48-31,0 0 0 0,0 0 24 0,0 0 4 0,4-3 56 15,-4-3-8-15,4-1 60 16,3-2-96-16,1-4-80 0,1 0-8 0,2 1-4 16,-3-4-72-16,1 2 28 0,2 2 40 15,-3-1 0-15,0 1 4 0,4-1 4 0,-4-2-8 16,4 3 8-16,-4-5 8 16,4 1-4-16,-4 0 8 0,0-3 36 0,0-1 4 15,0-1-52-15,-4-5 4 0,4 1 48 16,0-3-52-16,0-8-60 0,-1 2 48 15,2-4-100-15,-5 3 0 0,4-4-8 0,-1 2 32 16,-3-2 76-16,0 2 0 0,-4-5 8 16,5 0 0-16,-5 2 4 0,0-2 60 0,0-5-56 15,0-4-4-15,0-2-124 0,0-2-60 16,0-3-24-16,0 1-88 16,0 3 60-1,-5 1 16-15,1 9 68 0,0 2 80 0,4 7 72 0,0 3 48 0,0 4-44 16,0-2-4-1,0 9 0-15,0-2 64 0,0 4 36 0,-4 0 48 16,-3 4-140-16,3-2-8 0,-9 2-24 16,2-1 24-16,-1-3 0 0,0 0-148 15,-4 0 0-15,4-4 136 0,0 4-36 0,0 0 44 16,0 0-8-16,4 4 12 16,1-2-4-16,2 2 0 0,1 5 4 0,0 1 4 0,0 2 108 15,0 1 60-15,0-1 0 0,1 2-60 16,3-2-52-16,-4 1-52 0,-1-1-8 15,1 0-4-15,0-1-8 0,0 2-36 0,-3-1 36 16,7-3 12-16,-4 8 0 0,-1-5 8 16,5 0 40-16,-4 4 4 15,0-3-40 1,4 3 48-16,-4-4-56 0,4 4-4 0,-4-3 0 16,4-1 76-16,0 1 36 0,-3 0-52 15,3-4-12-15,-4 4 16 0,4-1-4 0,-4 1-56 0,4 3 72 0,0-4-64 16,-5 4 48-16,5 0 12 15,-4 0-20-15,4-3-4 0,-4 3 40 16,0-1-28-16,1 1 0 0,3 3 28 0,-4-3 8 16,4 3-44-16,-4-3-48 15,0 3 4-15,4 0-8 0,0-4 0 16,0 4-12-16,0 0-64 0,0 0 16 16,0 0-40-16,0 0 16 0,0 0 72 0,-5 0 12 15,5 0 40-15,0 0 20 0,0 0-48 16,0 4 52-16,0-4-64 0,0 0-4 15,-4 0 0-15,0 0-4 0,1 3-44 0,-5-3-144 16,-1 3 60-16,-2 0-12 0,-1 4 32 16,0-4 116-16,0 0 60 0,-4 0-56 0,4 0-4 15,-3 0-48-15,-2 4 40 0,2-4 0 16,-6 3 4-16,1 1 4 0,1-4 4 16,-5 3-4-1,0 1 8-15,-1-5-4 0,6 5 52 16,-5-4-56-16,0-3 4 0,0 3 68 15,0-3-72-15,4 0-4 0,-4 0 0 0,4-3-48 16,-3-3 44-16,-1 2 0 0,0 2 8 16,0-5 8-16,0 4-4 0,0-3 8 15,0 2-12-15,-4-2-12 0,0 3 4 16,0 0-40-16,-4-4 0 0,0 4 48 0,4-3-52 16,-3 0 40-16,3-1 4 15,-4 4 8-15,0-3 0 0,0 2 0 0,-4-3 12 0,1 2-12 16,-1 2-4-16,0-3 4 15,0-1-8-15,-4 3 16 0,4 2-4 0,-3-4-4 16,2 2 0-16,-2-3-72 0,-1 5 68 16,4-4 0-16,-4-5-104 0,0 5-4 15,5-2-36-15,-1-3 60 0,-4 2 80 0,4-4-56 16,0 4 64 0,0-1 88-16,1 4-88 0,-1-4 4 15,-5 1 68-15,6 2-72 16,-5-2 0-16,4 3-48 0,-3-1-4 0,-2 1 4 0,2 0-12 15,-1-1-16-15,0 1 64 16,0 0 0-16,-3-1-76 0,2 1 84 16,-2 0 4-16,3-1 8 0,-4 1 60 0,4 0-60 15,1 2-4-15,-2-3 56 0,2 1-52 0,-1 0-8 16,-4 4 12-16,4-5 0 0,-3 3-12 16,2 1-56-16,-2 3 52 0,-2-3-4 0,6 3 0 15,-5-3-4-15,0 3 12 0,1-3 88 16,3-1-88-16,-4 1 8 0,0 0 4 0,0 0-4 15,0 0-8-15,0-4 0 16,1 4-12-16,-6-3 0 0,2 3-52 0,-1-3 4 16,-3 2 8-16,-1 1-36 0,-1 0-48 15,2 0 88-15,-5-1-64 0,0 4 52 16,0-3 8 0,0 0-36-16,2 0 4 0,-2 3 80 15,0-3-108-15,-4 3 48 0,4-3-36 16,-4 3 100-16,4 0-64 0,-3 0 56 0,3 0-52 15,0 0 60-15,0 0 8 0,-4 0-8 16,4 0-100-16,1 3 92 0,0-3-56 16,-1 3 60-16,0 0-44 0,3 0 48 15,2 4-52-15,-1-4 52 0,4 0-4 0,1 4-44 0,-2-5 44 0,2 5-84 16,3-4 88 0,4 3-4-16,1-2 4 0,-1-1 4 0,3-3 4 15,2 3-4-15,3-3 8 0,4 0-8 16,4 0 48-16,1 0-40 0,-1-3 44 15,-1 0-56-15,6-1 0 0,3 1 0 16,-5 0 76-16,6 0-12 0,2 0 8 0,-2 3 4 16,3-4-12-16,0 2 8 0,0-2-64 0,0 1 0 15,4 3-4-15,0-3-4 0,5 0-44 32,-6 3 44-32,9-4 0 0,-4 4 0 15,4 0 0-15,0 0 0 0,0 0 4 16,0 0 8-16,0 0-12 0,0 0-8 0,0 0-68 15,0 0 16-15,0 0-16 0,0 0 0 16,0 0 76-16,0 0 0 0,0 0 100 16,-4 0 52-16,4 0-52 0,0 0-28 0,0 0-20 15,-4 0 60-15,4 4-12 0,-4-4-12 16,1 3-16-16,3-3 16 0,-4 3 0 16,0-3 8-16,-5 3-8 0,5-3-40 0,-3 4-32 15,3-4-8-15,-4 2 104 0,-1-2-64 16,2 4 16-16,-5-4-56 0,-1 0-4 0,6 3 8 15,-5-3 52-15,0 0-56 0,0 0 0 0,4 3 0 16,-4-3-4-16,0 0 68 0,3 3-72 16,2-3 0-16,-1 0 12 0,4 0 48 15,0 0-48 1,4 0 76-16,0 0-4 16,0 0-32-16,0 0 20 0,0 0 40 0,0 0 24 15,0 0 0-15,0 0 8 0,0 0-32 16,0 0-36-16,0 0-68 0,0 0-8 15,0 0-100-15,0 0-24 0,0 0 28 0,0 0-16 16,0 0 0-16,0 0 4 16,0 0-28-16,0 0 36 0,0 0 16 0,0 0 20 15,0 0-36-15,0 0-84 0,0 0-164 16,0 0-96-16,0 0-104 0,0 0-420 0,0 0-1512 16,0 0-3057-16,0 0-2151 0</inkml:trace>
  <inkml:trace contextRef="#ctx0" brushRef="#br1" timeOffset="179305.537">6207 1346 6576 0,'0'0'68'16,"0"0"868"-16,0 0 996 0,0 0-640 16,0 0-431-16,0 0 87 0,0 0-28 15,-83 25-84-15,66-22-228 0,6-3-128 0,-1 0-80 16,-1 3-96-16,2-3-12 0,-2 0-108 16,2 4 16-16,-6-4-100 0,6 3-88 15,-5 1 140-15,-4-2-4 0,-4 8-100 16,0-1-48-16,-8 8-60 0,-4 1 56 15,-7 5 4-15,-2 2 72 0,-2 0 12 0,3 2-80 16,-3 0 0-16,6-2 48 0,1 5-52 0,5-5-112 16,-1 3 24-1,4-2 24-15,4-1-32 0,8 1 80 16,1-1-80-16,2-4 8 0,10 3-24 16,-1-6 12-16,3 1-76 0,1 1 72 0,4-1 104 0,0 0 52 15,4-1-44-15,5 6 52 16,2-6 16-16,6 3-76 0,-2 3-40 0,2 1 40 0,2-3 4 15,1 3-4-15,4-2-4 0,0 2-60 16,-1-2-36-16,5-1 92 0,4 0-68 16,4 0 76-16,5-3 44 0,-6 0 12 15,9 0-56 1,0 0-12-16,-1 0 8 0,6 3-8 16,2-3-40-16,1 1 40 0,0 2-76 15,4 0 24-15,3 0 56 0,1 0 0 0,8-3-64 16,-4 4 8-16,3-5-48 15,5 6 112-15,0-10 96 0,0 5-96 0,-1-2-88 16,1 2 0-16,0-3 88 0,7-1 40 16,1 1-36-16,4-3 112 0,11 3 164 0,1-3-280 15,11-1-92-15,-3 1-512 0,7-3 476 0,-3-1 128 0,8 1 0 16,-5-1 0-16,5 1 4 16,3-1 8-16,1-2 124 0,0-1-72 15,7-1 24-15,-3 2-12 0,-1 0 76 16,4-4-52-16,-3 4-100 0,3-7 4 0,1 3-4 15,4-3 0-15,3 0-48 16,0-3 36-16,5-7 12 0,-5 1 56 16,1-4 96-1,-5 0-140-15,-7-6-12 0,-1 1 0 0,-7-6 48 16,-5-1-48-16,-3 0 68 0,-5-7-68 16,-3 1-12-16,-4-4 12 0,-4-4-60 0,-9 1 60 15,-7-3-8-15,-12 0 8 0,-4-3 24 16,-9 0 112-16,-11-2-60 0,-8 2 48 15,-9-3-72-15,-6 3 36 0,-10-8-84 0,-7-2 8 0,-11-1 60 16,-13-3-72-16,-12-6-48 16,-12-7-28-16,-16 1 76 0,-7 1 76 0,-21-1 36 15,-7 3-104-15,-13 1 140 16,-12 1-148-16,-11 7-4 0,-9 0-92 16,-7 0 44-16,-1 4-24 0,-3 0-24 0,-4 7 52 15,0-1-52-15,-9 6-64 16,-7 5 124-16,-1 2 32 0,-7 3 4 15,0 7 4-15,-4 6 288 0,-1 3-164 0,1 6-88 16,-4 10-36-16,-5 0-48 0,1 12-16 16,1 9 4-16,-2 4-40 0,-3 6 36 15,4 4 64-15,-1 1-112 0,5 4 36 16,8-1 28-16,3 5 96 0,13 1-84 16,-1 2 36-16,9 4-156 0,4 0 32 15,7 0 12-15,9 2-180 0,8-5 144 16,15 0 8-16,12-7 128 0,17-3 12 15,15-7 112-15,12-8-112 0,13-4-224 0,15-6-396 16,12-4-956-16,8-2-1537 0,12-1-3819 16</inkml:trace>
  <inkml:trace contextRef="#ctx0" brushRef="#br1" timeOffset="212659.183">28858 7868 3548 0,'0'0'860'0,"0"0"404"0,0 0 1064 16,0 0-736-16,0 0-532 0,0 0 241 0,0 0 119 15,0 0-316-15,-8 66-360 0,4-40-492 16,-1 2-152-16,2 3 732 0,-1 4-556 16,-4 4-188-16,0 4-88 0,-4 9-16 15,0-2 4-15,1 5 4 0,-2-1 4 16,-2 0-120-16,-2 0 116 0,2-3-56 0,-2-4 60 15,2 1-40 1,-1-4 40-16,0-2-4 0,0-4-44 0,4-3-36 16,0-4 16-16,4 2 16 0,-4-6 56 0,4-2-48 15,0-2-16-15,0-1-76 0,4-5 16 0,4-2-76 16,-4-2-64 0,4-7-28-16,-4 1-148 0,4-1-156 0,0-3 48 0,0 1-12 15,0-4-80-15,0 0-116 0,0 0-445 16,4-4-1063-16,-4 1-700 0,4-13-1176 15</inkml:trace>
  <inkml:trace contextRef="#ctx0" brushRef="#br1" timeOffset="212900.348">28519 8674 2520 0,'0'0'744'0,"0"0"248"0,0 0 1404 0,0 0-1008 0,0 0-568 16,-28 76-240-16,28-51 4 15,0 1-80-15,0 2-144 0,0 0-51 16,0-2 39-16,8-3 12 0,1-1 116 0,-2-3 8 16,5-3-152-16,0-4-104 0,4-2 52 15,0-3 140-15,7-5 188 0,5-2-216 16,0 0-76-16,8-9-164 0,5-7-40 16,-2-9 64-16,13-4-132 0,-1-10-44 15,9-1-136 1,0-11-444-16,4-6-344 0,4-3-180 15,-20 12-1052-15,23-29-3489 0</inkml:trace>
  <inkml:trace contextRef="#ctx0" brushRef="#br1" timeOffset="-194342.924">10330 3505 4380 0,'0'0'664'0,"0"0"4448"0,0 0-4079 0,0 0-17 0,0 0-248 31,-7-73 20-31,3 60 264 0,4 1 20 0,-8-1-120 16,4 1-44-16,-4-5-192 0,0 1-160 16,0 1 32-16,-3-5-72 0,-2 4-80 0,1 0-56 15,0 1-172-15,0 5-4 0,-4 1-104 0,0 2-16 16,5 4 0-16,-2 3-60 0,2 0-24 16,-2 10-72-16,2 9 64 0,-1 6 8 0,-1 10 0 15,-2 7 0-15,3 8 8 0,0 4-4 0,4 3-4 16,0-5-44-1,4-5 40-15,4-9 4 0,0-10-72 0,0-9-208 16,12-6 108 0,0-10-156-16,4 1 328 0,3-4-172 0,6-11 40 0,-1-3-212 0,4-6-36 15,0-9 12-15,4-2-48 0,-4-2-40 16,-1 0 60-16,1-3 48 0,-8 4 76 31,0 1 124-31,-8 2 84 0,-1 4-20 0,-6 6 84 0,-1 3 88 16,0 6 124-16,-4 4 36 15,0 6-60-15,0 0-116 0,0 0 16 0,0 10-80 0,0 3 164 16,0 8 124-16,0 5 0 16,0 5-172-16,0 1 36 0,0-3 96 0,0-1-256 15,0-2 0-15,0-10-108 0,4 0 44 16,-1-7-180-16,1-2-16 0,4-4-36 16,-3-3-124-16,3 0-236 0,-1-7-584 15,1-2-764-15,-4-5-668 0,1 6-2045 0,-1-15-1867 16</inkml:trace>
  <inkml:trace contextRef="#ctx0" brushRef="#br1" timeOffset="-194108.745">10502 3137 4760 0,'0'0'456'0,"0"0"5220"0,0 0-3839 16,0 0-729-16,0 0 44 0,0 0 324 0,0 0-504 16,0 0-304-16,0 0-212 0,0 0-160 15,80 9-64-15,-64-3-16 0,0 5-216 0,-4-5-8 16,4 0-100-16,-1-4-188 0,6 3 12 16,-6-5-344-16,5 0-216 0,-4-5-320 0,4-3-868 15,-8 2-1909-15,4-8-1815 0</inkml:trace>
  <inkml:trace contextRef="#ctx0" brushRef="#br1" timeOffset="-193908.238">10801 2982 3268 0,'0'0'808'0,"0"0"1708"0,0 0 196 15,0 0-1368-15,0 0-147 0,0 0-45 0,0 0 108 16,0 69-260-16,0-50-312 0,0 3-180 15,0 3-336-15,0 2-100 0,0-2-72 16,-4 2-176-16,0 0-72 0,0 1-420 16,0-3-420-16,4-3-448 0,-4-3-929 15,4-2-2579-15</inkml:trace>
  <inkml:trace contextRef="#ctx0" brushRef="#br1" timeOffset="-193636.892">11168 2917 3940 0,'0'0'4856'0,"0"0"-3240"0,0 0-559 0,0 0 315 0,0 0 560 16,0 0-232 0,-13 86-508-16,9-57-436 15,1 6-200-15,-1 6 140 0,0 9-72 0,0 5-292 0,-5 2-52 16,-2 7-92-16,-1-2-188 15,0-1-4-15,4-6 0 0,0-4-144 0,3-18-48 16,5 0-48-16,0-14-144 0,0-7-152 16,9-2-208-16,-5-10-4 0,8 0-128 15,0 0-576-15,0-10-796 0,-1-2-593 16,2-7-2259-16,-6 3 248 0,5-6 4177 0</inkml:trace>
  <inkml:trace contextRef="#ctx0" brushRef="#br1" timeOffset="-193460.18">11191 3323 2764 0,'0'0'4848'16,"0"0"-2024"-16,0 0-1111 16,0 0-205-16,0 0 276 0,0 0-240 15,0 0-428-15,80 11-256 0,-56-5-84 16,0-2-116-16,0-4-208 0,4 0-404 16,-1 0-48-16,1-7-112 0,0 0-144 15,-3-2-256-15,3-1-260 0,-9-3-348 0,5-3-1036 16,-8 7-1048-16,4-10-2873 0</inkml:trace>
  <inkml:trace contextRef="#ctx0" brushRef="#br1" timeOffset="-193242.46">11570 3032 2432 0,'0'0'364'0,"0"0"6552"0,0 0-5403 0,0 0-437 0,0 0 268 0,-4 79 212 0,4-57-408 16,0 1 208-16,0 3-700 0,0 5-212 15,0 7-52-15,0 6-60 0,-4 7 84 16,-4-1-100-16,-4 5-192 0,0-1-124 16,0-3-48-16,1-11-52 0,2-1-84 0,5-10-36 15,4-7-136-15,0-6-344 0,0-4-224 16,0-5-748 0,0-1-1504-16,8-6-3089 15</inkml:trace>
  <inkml:trace contextRef="#ctx0" brushRef="#br1" timeOffset="-192470.331">12216 3270 6036 0,'0'0'4540'0,"0"0"-2767"0,0 0-457 16,0 0-212-16,0 0 92 0,0 0 68 0,-88-3-336 15,64 15-324-15,-8 11-208 0,4 9-4 0,0 3 12 16,0 6-64-16,4 3-20 16,5 0-64-16,2-2-104 0,6-5-152 0,7-4-108 0,4-8-52 15,0-9 76-15,4-7-64 0,3-2 88 16,6-4-100-16,6-3 88 0,5-3-124 16,4-13-12-16,4-6-84 0,0-4-76 0,4-6 12 15,-8 1-52-15,3-4 136 0,-6 6 24 31,-1 4 112-31,-5 3 12 0,1 6 48 16,-8 3 68-16,-8 7 0 0,4 6 8 0,-4 0 124 16,0 0 188-16,0 6 108 0,0 4-76 15,0 6 0-15,1 3-48 0,-2 3-16 0,1 0-20 0,-4 1-116 16,4-1-44 0,-4-4-88-16,0-2-12 0,4 0-124 0,0-4-96 0,0-5-48 15,4 3-212 1,0-7-100-16,0 0-232 0,3-3-372 0,6 0-1036 15,-6-6-2101-15,2-7-3007 0</inkml:trace>
  <inkml:trace contextRef="#ctx0" brushRef="#br1" timeOffset="-192254.081">12738 3292 7672 0,'0'0'4301'0,"0"0"-2753"0,0 0-712 0,0 0 440 16,0 0 440-16,95 22-284 0,-72-22-560 0,2 0-468 16,3 0-272-16,-1 0-132 0,1 0-148 15,0-3-132-15,-3 1-444 0,-2-2-236 16,-3 1-408-16,0 3-1204 0,-12 0-2385 16,0 0-3595-16,-12 12 7925 0</inkml:trace>
  <inkml:trace contextRef="#ctx0" brushRef="#br1" timeOffset="-192098.705">12829 3509 4964 0,'0'0'144'0,"0"0"5360"0,0 0-3575 15,0 0 7-15,0 0-324 0,0 0-424 16,87 18-444-16,-63-18-100 0,4 0-180 0,4 0-156 16,0 0-308-16,0-6-12 0,0-1-208 15,0 2-408-15,-4-2-472 0,-4 3-764 0,4-2-3425 16</inkml:trace>
  <inkml:trace contextRef="#ctx0" brushRef="#br1" timeOffset="-191536.284">13558 2746 7416 0,'0'0'5749'15,"0"0"-4225"-15,0 0-604 0,0 0 260 0,0 0 72 0,0 0-116 16,36 64-232-16,-32-29-268 0,0 9-136 16,-4 4 24-16,0 9 45 0,0 0-205 0,0 6-156 15,0 0-172-15,0 5-36 16,-4-4-8-16,-4-2-104 0,0-1 52 16,4-4-36-16,-4-6 0 0,0-7 12 0,8-5-40 15,-4-11-32-15,4-9-124 0,0-3-181 0,0-10-135 16,0-3-112-1,0-3-140-15,4-6-284 0,1-6-484 0,-2-8-384 16,5-5-216 0,0-4 67-16,0-9-627 0,0 0-1140 15,-4-3 1216-15</inkml:trace>
  <inkml:trace contextRef="#ctx0" brushRef="#br1" timeOffset="-191388.261">13614 3344 352 0,'0'0'1788'16,"0"0"-680"-16,0 0 1836 0,0 0-812 15,20-71-748-15,-12 68-428 0,3 3 409 0,6 0 219 0,3 0-116 16,-1 0-292-16,2 0-204 0,3 3-204 0,3 3-100 15,6-6-240 1,-6 3-156-16,9-3 32 0,0 0-108 0,0-3-76 16,3-3-120-16,-3-7-60 0,1 1-112 15,-2-1-380-15,-7-3-136 0,0 0-156 16,-5 1-460-16,-6 2-1224 0,-2-4-2529 16</inkml:trace>
  <inkml:trace contextRef="#ctx0" brushRef="#br1" timeOffset="-191111.197">14140 2784 732 0,'0'0'10389'0,"0"0"-8517"16,0 0-600-16,0 0-160 0,0 76 156 0,0-47-24 15,4 3-256-15,-4 5-312 0,3 1-188 16,2 11 40-16,-5-2 20 0,4 7-184 15,-4 3-280-15,0 4 12 0,0-4-8 16,0 4 33-16,0-5-25 0,0-2-8 16,0 0-80-16,0-6-8 15,0-1-4-15,4-2-132 0,0-1-121 0,4-3-59 16,-5 1-168-16,1-1-164 0,5-3-184 16,-5 4-276-16,-4-8-544 0,4 1-828 0,0-9-1817 15,-4 9-1787-15</inkml:trace>
  <inkml:trace contextRef="#ctx0" brushRef="#br2" timeOffset="-156005.445">28508 8756 1356 0,'0'0'1200'16,"0"0"-976"-16,0 0-224 0,0 0-136 15,0 0 136-15,0 0 2152 0,0 0-540 16,0 0-596-16,0 0-460 0,0 0-268 16,0 0-236-16,-25-35 116 0,22 29 336 15,3 3 208-15,-4-3-248 0,-5 3-88 0,5-4-144 16,0 1 1-16,-3-4-53 0,-1 4-168 16,-1-4 156-16,5 3-52 0,1-1 12 15,-5 2 16-15,4-1-16 0,0 0 0 0,4 4 0 16,0 1 356-16,-5-2 156 0,5 4-132 0,0 0-76 15,0 0-24-15,0 0 20 16,0 0 40-16,0 0-20 0,0 0 8 16,0 0-132-16,0 0 88 0,0 0-100 0,0 0-104 15,0 0-8-15,0 0 60 0,0 0 0 16,0 4 0 0,0-4-4-16,0 0-84 0,0 2-96 0,0 1-76 15,5 6-16-15,7 8 16 16,-1 4 124-16,6 9 24 0,-2 2-76 0,5 2 52 15,-3 4-24-15,-2-3-92 0,2 0 4 16,-2 0-4-16,1-3-4 0,0 0-4 16,-5-4 0-16,6-3 8 0,-6 0-4 0,-2-2 4 0,3 0-8 15,-5-5 4-15,2 2-4 16,3-1 4-16,-5-7 0 0,1 1-4 16,-3-4-4-16,3 1-44 0,-1-4 44 0,-3-3-4 15,0 1-4-15,1-4-4 0,-1 3-44 16,0-3 52-16,-4 0-52 0,3 0 60 15,-3 0 172-15,4 0-28 0,-4 0-80 16,4 0-16-16,0 0 0 16,5-3 24-16,-5-1-8 15,3 1-52-15,1-3 48 0,0-4-48 0,-3 4 36 16,2-7-40-16,-3 1 56 0,4-1-60 0,0-3 8 0,0 0-8 31,0-3 0-31,0 0 0 0,-1 1-4 0,-2-1 0 0,3 0 4 16,0-4 0-16,-4 4-4 0,-1-3 12 0,2 0-12 15,-1-4 4-15,0 1-4 0,0-5-12 0,0 2 12 32,-4 0-72-32,4-1 68 0,-1 4-84 0,1-4-8 15,1 4 92-15,3 0-108 16,0 0 104-16,-1-1-72 0,2-3 76 0,-1 4 8 16,-1 0-8-16,1-1-4 0,5 1 4 0,-6 0-48 0,1 1-80 15,1 3-16-15,-2-2 64 0,-3 8 76 16,0-1-116-16,0 3 76 0,0 1-52 15,-4 2 40-15,4 4-28 0,-4-1-20 16,0 0-4-16,0 5 0 0,0 2-36 0,0 0-72 16,0-5-128-16,0 5-108 0,-4 0-104 15,0 0 0-15,-4 0-172 0,-3 0-264 0,-2 0-796 16,-2 5-429 0,-5 1-667-16,-1 4-1820 15,2-4 2232-15,-5 0 1833 0</inkml:trace>
  <inkml:trace contextRef="#ctx0" brushRef="#br2" timeOffset="-155160.419">28699 7134 1056 0,'0'0'784'16,"0"0"-264"-16,0 0 1592 15,0 0 1116-15,0 0-1428 0,0 0-740 0,0 0-323 16,0 0 99-16,0 0 60 0,0 0-132 0,0 0-180 16,24-60-344-16,-20 50-176 15,-1 0 112-15,1 5 36 0,0 1 52 0,-4 1 40 16,0 3 108-16,4 0-92 0,-4 0-132 0,0 0-28 16,0 0-24-16,0 0 52 0,0 0 60 15,0 0-60-15,0 0-100 0,0 0-88 0,0 3-48 16,0 1-88-16,0 6 124 0,0 2 12 31,0 9 160-31,0 4-108 0,0 11-48 0,0 5-4 0,0 10-12 16,-8 0-52-16,4 9-36 15,-3 3-36-15,-2 7 36 0,5 1 28 0,-4 1 64 0,1-1-4 16,-2-2-4-16,1-3-68 16,1 2 76-16,3-8-80 15,-4 0 44-15,3-3 44 0,1 1 52 16,1 2 48-16,3-6 224 0,-4 3-140 0,4-6-136 15,0-1 52-15,0-6-92 0,0-2 44 16,0-3-4-16,0-5-48 0,0 1 4 16,0 1 4-16,0-3 4 0,0 3-12 15,4-1 12-15,-4 0 4 0,0 3-16 0,0-1-12 16,3 2 0-16,1-4-36 0,1 0 0 0,-1-4 40 16,4-2 0-16,-4 0-4 0,-1-4-48 15,5-2 60-15,1-8 0 16,-5 5 8-16,-1-8 4 0,5-2 0 0,-4-1 0 0,1 1 0 15,-1-1-12-15,0-3 0 0,-1 1-4 16,1-1 0 0,0 0 4-16,0 1 0 0,-4-3 4 15,4-2-4-15,-4 1-8 0,0-3 8 16,0 3 8-16,0-3-4 0,0 0 8 0,0 0 40 16,0 0-40-16,0 0 36 15,0 0-36-15,0 0 0 0,0 0-8 0,0 0 44 16,0 0-48-16,0 0 12 0,0 0-4 15,0 0-8-15,0-3-60 0,0-2-188 0,0-2-264 16,0-9 40-16,5-3-196 0,-5-6-640 0,4-11-896 16,3-5-593-16,-3-3-2567 15,-4 5 1121-15</inkml:trace>
  <inkml:trace contextRef="#ctx0" brushRef="#br2" timeOffset="-154527.056">28643 7103 1004 0,'0'0'1212'0,"0"0"4168"15,0 0-3408-15,0 0-591 0,0 0-133 16,0 0-124-16,-84 44-56 0,48-25-96 16,-4 6-104-16,1 3-244 0,-2 2-188 0,2 1-160 15,-1-3-68-15,5 0-20 0,3-1 8 0,4-5-172 16,7-7-24-16,10-5-72 0,2-3-40 16,5 0-36-16,0-7-152 0,4 0-232 15,0 0-608-15,4 0-172 0,0 0-288 16,9-7-324-16,2-3 423 0,2-3 193 15,-2 1-80-15,5-4-228 0,1 0 612 0,-6-3 720 32,9 3 284-32,-5 0 196 0,2 0 180 0,3-3 104 15,-4 4 408-15,3-2 424 0,-3 2-64 16,1-2-276-16,-6 5-184 0,2 2-168 0,-6 1-39 16,1 3-41-16,-4 2 24 0,4 1-56 15,4 3-8-15,4 0 160 16,4 3 36-16,4 10-4 0,4 0-116 0,3 6-84 15,1 3 32-15,0 4-4 0,0-1-148 0,4 4-172 16,0-1-28-16,-5-3 24 16,10-2 16-16,-10-1-16 0,1-2 148 15,0-8-64-15,-8 4-96 0,-4-7-72 16,-4 1 44-16,-4-3-8 0,0-3-24 0,-4 3 32 16,-5-4-92-16,-3 1-56 0,5-4-4 15,-5 3-4-15,-1-3-8 0,-3 0-52 0,0 0 60 0,0 0 52 31,0 0-52-31,0 0-76 0,0 0-92 0,0 4-176 0,0-4-84 16,-3 0-88-16,-1 0-320 0,-9 0-492 0,2 0-572 16,-6 0-692-16,6-4-2049 15,-17-6-2579-15,115 20 6684 0</inkml:trace>
  <inkml:trace contextRef="#ctx0" brushRef="#br2" timeOffset="-151550.911">26212 5257 3860 0,'0'0'0'16,"0"0"12"-16,0 0 3824 0,0 0-2020 0,0 0-668 15,0 0-219-15,0 0 239 16,0 0 16-16,0 0-348 0,-79-60-80 0,66 60-280 16,2 0-32-16,-2 0-144 0,-2 0-16 15,-1 4 16-15,4 5-64 0,-4 4-40 0,0 2-96 0,5 8-12 32,-2 2-32-32,1 6-52 0,5 2 4 0,-2-2-8 15,5-2 0-15,4-4 48 0,0-6-36 0,0-6 28 0,4-1-40 0,0-5-104 16,8-1 104-16,-4-6 0 0,4 4-4 15,0-4-8-15,4 0-172 0,4-4 48 16,0-9-100-16,3 1-40 16,-2-7-84-16,-1 0 88 0,-1-3-16 15,1 0-92-15,-4-2 140 0,0 6-36 16,-4-1 100-16,-3 4 48 0,-2-2 128 0,-3 2 64 16,-4 5 176-16,0 0-40 15,0 4 64-15,0 3-12 0,0 0-12 0,0 3-12 16,0 0-56-16,0 0-108 0,0 0-52 0,0 0 100 15,0 0-112-15,0 0-100 0,0 0-12 16,0 0-12-16,0 6 124 0,0 7 52 16,0 2 336-16,0 4-104 0,0 4-208 15,0-1-64-15,0 1 52 0,0-1 48 0,0 0-112 16,0-6-4-16,4 0-60 0,0-4 16 16,5 1 36-1,-2-3-4-15,1-1-108 0,0-6 124 16,4 4 4-16,-4-5 44 0,4-2-44 15,4 0-8-15,-4 0-32 0,4 0-216 0,-4-2-120 16,4-5-156-16,-1-3-252 16,-2 1-484-16,-2 0-624 0,1-1-973 0,1 1-2159 15</inkml:trace>
  <inkml:trace contextRef="#ctx0" brushRef="#br2" timeOffset="-151048.646">26252 5001 9624 0,'0'0'2037'15,"0"0"-653"1,0 0-316-16,0 0 232 0,0 0-252 0,0 0-116 16,0 0-88-16,0 0-156 15,0 0-244-15,80 6 304 0,-56-3-408 0,4 7-340 16,-5-4-12-16,1 0-48 0,-4 0-76 15,5 1-132-15,-10-4-220 16,9-3-92-16,-4 0-272 0,0 0-536 0,4-3-1160 0,-13 0-2577 16,10-10-3531-16</inkml:trace>
  <inkml:trace contextRef="#ctx0" brushRef="#br2" timeOffset="-150809.232">26670 4775 964 0,'0'0'6568'0,"0"0"-3628"0,0 0-1459 0,0 0-661 15,0 0 96-15,0 0 224 0,0 0-396 0,0 0-252 16,0 0-328-16,0 0-88 0,-3 45 248 0,3-20-124 16,0 7-188-1,0 0-12-15,-8 6-148 0,3-4 12 0,1 5-220 16,-4-5-372-16,5 4-308 0,-5-2-284 0,4-5-280 0,-5-2-841 15,6-1-1503-15,-1-9-588 0,4-3 4520 16</inkml:trace>
  <inkml:trace contextRef="#ctx0" brushRef="#br2" timeOffset="-150379.693">27029 4657 912 0,'0'0'6444'15,"0"0"-3656"-15,0 0-1175 16,0 0-93-16,0 79-276 0,0-47 68 0,0 3-232 0,4 7-308 16,-4 2-280-16,0 3-144 15,0 5-16-15,0 8-64 0,-4 3-68 16,-4 7 20-16,0-3-208 0,-4-4 36 0,4 1-48 15,-4-10-60-15,4-4-40 0,-4-5 16 16,8-10-16-16,0-3-84 0,0-10-48 16,4-9-152-16,0 0-60 0,0-10-236 15,0 0 32-15,0-3-168 0,4-6-508 0,4-4-700 16,4-9-785-16,0-3-1919 0,1 2 152 16</inkml:trace>
  <inkml:trace contextRef="#ctx0" brushRef="#br2" timeOffset="-150200.794">27037 5216 3524 0,'0'0'212'0,"0"0"5308"0,0 0-3892 16,0 0-123-16,0 0-177 0,0 0 52 0,0 0-220 15,0 0 60 1,79 0-452-16,-55 7-200 0,0-1-164 0,4 0-160 16,0-3-164-16,4 1-76 15,-4-4-8-15,0 0-80 0,4-4-184 16,-4-5-360-16,0-4-348 0,-1-2-168 15,-3-5-672-15,-4 0-1016 0,-4 6-2501 0</inkml:trace>
  <inkml:trace contextRef="#ctx0" brushRef="#br2" timeOffset="-150024.239">27396 4835 3708 0,'0'0'208'0,"0"0"1356"0,0 0 3040 0,0 0-3019 0,0 0-253 15,0 0 104-15,0 96-224 0,4-61-156 0,0 2-124 16,0 5-176-16,3 2-252 0,-3 1-148 16,5 2-148-16,-1 1-88 0,-8-4-120 15,3 0-148-15,1 0-344 0,0-4-248 0,0-9-348 0,12-2-608 16,0-11-1120 0,0-5-3021-16,12-7-926 0</inkml:trace>
  <inkml:trace contextRef="#ctx0" brushRef="#br2" timeOffset="-149582.864">28025 5207 1488 0,'0'0'5096'0,"0"0"425"15,0 0-4049-15,0 0-508 0,0 0 284 16,0 0 168-16,0 0-204 0,-92 25-364 16,68 4-284-1,-4 2-112-15,0 5 36 0,1 4 12 0,3-5-172 16,4 0-156-16,0-6-132 0,8-7-40 15,4-6-8-15,5-6-52 0,3-4-16 16,-4-3-8-16,4 1-124 0,0-4-44 16,0 0-80-16,4 0-80 0,3 0 180 15,9-11 0-15,0 3 60 0,4-5-60 0,0-6-52 0,4-1 64 16,-4-2 84-16,-1-3 128 0,6 0-128 16,-9-1 72-16,3 1 64 0,-2 2 72 15,-2 1-60-15,-2 3 36 0,-6 6-44 16,1 1 48-16,0 5 56 15,-8 4 80-15,5 3-32 0,-5 0-20 0,3 3 48 0,-3 4 36 16,4 5 100-16,0 4-40 0,-4 3-36 16,4 3-96-16,-4 4-16 0,4 0 16 0,-4-1-136 15,4-3-12-15,4-3-4 0,-4 0-48 16,4-3-8-16,4 1-12 0,-4-5 24 16,4 1-40-16,4-5-204 0,0-1-232 0,-5 0-188 31,10-4-76-31,-5-1-584 0,-1-2-636 15,2 0-292-15,-2 0-553 0,2 0-2287 16</inkml:trace>
  <inkml:trace contextRef="#ctx0" brushRef="#br2" timeOffset="-148744.568">29647 4734 2936 0,'0'0'3124'16,"0"0"1704"-16,0 0-3031 0,0 0-509 0,0 0-36 15,0 0 144-15,0 0-312 0,0 0-564 16,0 0-336-16,-104 27-72 0,57-7-108 0,-5 6 40 0,-1 2-40 15,-2 4 76-15,-1 4-80 0,4-5-76 16,0 3 4-16,9-5-40 0,3-3 108 0,8-4 4 16,4-3 136-16,8-6-40 0,9-1-44 31,-2-5-44-31,9 0-4 0,0-5-4 0,0 4-124 0,4-3-12 16,0 4 72-16,4 6 64 15,4 0 96-15,8 8 140 0,4 2-88 16,8 2-52-16,0 1-8 0,4-4 60 15,-4 0-144-15,3-3 104 0,1-3-44 0,0-1-8 16,-4-1-56-16,4-3-60 0,-4 0 52 16,-4-2-56-16,0-5-8 0,-1-1-100 0,-2 0-236 0,-1-3-60 31,-5 0-176-31,-2 0-140 0,-6 0-508 0,-3 0-876 0,-4-3-965 0,0 0-2111 0,-7 3 357 31</inkml:trace>
  <inkml:trace contextRef="#ctx0" brushRef="#br2" timeOffset="-148488.514">29085 5368 2752 0,'0'0'520'0,"0"0"5688"0,0 0-4707 16,0 0-473-16,0 0 136 0,0 0-60 16,0 0 32-16,0 0-100 0,0 0-140 15,0 0-216-15,0 0-124 0,56 83-52 0,-32-64-24 16,0 0 8-16,8-3-72 0,-1 3 0 0,1-3-224 0,0 0-80 31,0-4-64-31,0 1-36 0,-4-3-12 0,4-1-48 16,-4-2 36-16,0 2-100 0,0-2-8 0,0-1-64 15,-9 0-144-15,1 1-172 0,-1-1-64 16,-2 0-124-16,-6 1-28 0,-2-1-452 16,-1 0-984-16,-4 1-1076 0,-4 2-3309 15</inkml:trace>
  <inkml:trace contextRef="#ctx0" brushRef="#br2" timeOffset="-147442.717">30411 4879 1540 0,'0'0'1188'0,"0"0"6152"0,0 0-5731 0,0 0-545 15,-35-63-120-15,23 50 436 0,4 1-324 16,0 2-52-16,0 4-184 0,0-1-252 16,4 0-140-16,-3 5-96 0,-2 2 208 15,1-3 156-15,0 3-280 0,-8 0-308 16,1 3 4-16,-6 10-64 0,-3 3 12 15,5 9-60-15,-5 10 0 0,4 6-4 16,0 6 4-16,4 5-4 0,0 2-4 0,4-7-100 16,4-2-40-1,4-11 76-15,4-8-52 0,0-10 16 0,4-6-28 16,8-4 64-16,0-3 0 0,8-3-28 0,0 0 4 16,8-9-64-16,0-8-24 0,0-5-132 15,0-3-28-15,-1-3 108 0,1-8-44 16,-4 8 44-16,-4-4 136 0,4 3-24 15,-8 1 116-15,-5 6 16 0,2 3-8 16,-5 6 96-16,-5 6-88 0,-3 4-8 0,4 3 4 16,-4 0-4-1,0 0 88-15,5 3 220 0,-1 7-88 0,4 6 152 16,-4 3-104 0,-1 7 0-16,1-1-96 0,0 0-100 0,1-3-72 15,-5-2-52-15,4-8-80 16,0-3-52-16,0-4-64 0,3-3-144 0,1-2-308 15,1-9-4-15,2-8-972 0,6-5-1552 16,-10 0-3881-16</inkml:trace>
  <inkml:trace contextRef="#ctx0" brushRef="#br2" timeOffset="-147235.997">30460 4524 6724 0,'0'0'8'16,"0"0"4657"-16,0 0-3409 0,0 0 424 0,0 0 20 16,0 0-336-16,0 0-300 15,83 54-324-15,-58-48-300 0,2 1-208 0,4-7-120 0,-3 0-112 16,0 0-44-16,-3 0-68 0,3-9-216 0,-4 2-484 16,4-7-204-16,-5 2-492 0,-7 3-1312 0,4-7-2729 31</inkml:trace>
  <inkml:trace contextRef="#ctx0" brushRef="#br2" timeOffset="-147026.05">30886 4336 4504 0,'0'0'1392'0,"0"0"1904"0,0 0-1359 0,0 0 11 0,0 0-372 0,0 0-204 15,0 0-392-15,0 0-408 16,0 0-240-16,0 0-20 0,0 0 92 15,0 96-120-15,4-64-160 0,-4 2-116 0,4 4-8 16,-4 1-76-16,0-1 28 0,0 0-136 0,-4 0-372 16,0 1-384-16,-4-6-376 0,0 3-832 15,4-13-2425-15,4 2-4283 0</inkml:trace>
  <inkml:trace contextRef="#ctx0" brushRef="#br2" timeOffset="-146651.986">31388 4423 4536 0,'0'0'144'16,"0"0"5260"-16,0 0-2971 0,0 0-941 16,0 0-656-16,0 0 344 0,-28 75-64 0,24-33-260 15,0 9-68-15,-4 6-100 0,4 9 24 16,1 8 92-16,-6 8-160 0,-3 7-279 0,0 0-181 0,-8 3-76 16,0-9-104-16,5-8-4 0,-5-7-168 15,8-14 68-15,3-13 16 0,5-13 36 16,4-6-37-16,0-9-135 0,0-6-132 0,0-4-24 15,0-3-112-15,4 0-236 0,5-6-72 32,-1-11-32-32,-1-2 184 0,6-6-428 0,-1-4-720 15,-9-6-704-15,1 10-1469 0,-4-19-987 0</inkml:trace>
  <inkml:trace contextRef="#ctx0" brushRef="#br2" timeOffset="-146377.092">31165 4432 4072 0,'0'0'340'16,"0"0"4692"-16,0 0-3467 0,0 0-317 16,0 0-136-16,0 0 156 0,0 0-96 0,88-57-368 15,-64 57-268-15,3 0-100 0,6 0-164 16,-6 0-12-16,1 7-40 0,3 2-96 0,-3 1-116 16,-3 5 0-16,-1 1 0 15,-9 3 52-15,-2 0-60 0,-6 3-4 0,-7 7 4 31,0 3-4-31,-11 3-48 0,-9 3-156 0,-5 0 24 16,-6 3 8-16,-5 1-56 0,-4-1-116 16,5-3-164-16,2-3-100 0,1-7-120 15,9-3-164-15,-1-3-196 0,7-2-248 0,10-4-437 16,3 0-903-16,4-3-2152 16,0-4 1969-16</inkml:trace>
  <inkml:trace contextRef="#ctx0" brushRef="#br2" timeOffset="-145959.132">32054 4921 508 0,'0'0'9772'0,"0"0"-8147"0,0 0-765 0,0 0 436 16,0 0 424-16,0 0-232 15,0 0-560-15,-96-48-372 0,72 61-224 0,-4 6-36 0,-4 12-28 16,0 8 16-16,0 2-40 31,1 7 12-31,3-3-24 0,7-4-48 16,6-6-184-16,7-10 0 0,-1-6-136 0,9-6 28 15,0-7-76-15,9-3-72 0,3-3-76 0,8 0 148 16,3-9 12-16,5-10-36 0,8-3-124 16,-4-7 40-16,4-3 56 0,0 1 0 15,-4-1 88-15,0-3 12 0,-4 3-24 0,-4 3 36 16,-5 1 80-16,-3 6 44 0,-8 5 108 15,-4 6 44-15,0 4 8 16,0 7 24-16,-4 0 76 0,0 0 12 0,0 7-188 0,0 1-72 0,0 9 272 16,0 4-64-16,0 5-20 15,0 6-32-15,0-1 68 0,4-2-68 0,0-4-168 16,8-6 0-16,-4 1 0 0,8-4 0 31,0-4-56-31,4-3 44 0,0-2-72 0,3-1-248 16,5-6-356-16,0 0 36 0,4 0-104 15,4-6-620-15,-12-1-1492 0,15-2-3897 0</inkml:trace>
  <inkml:trace contextRef="#ctx0" brushRef="#br2" timeOffset="-143689.255">31002 2744 1512 0,'0'0'7776'15,"0"0"-6019"-15,0 0-565 0,0 0-40 0,0 0 280 0,0 0 168 16,0 0-120-16,0 0-296 0,0 0-424 16,0 0-196-16,0-14-176 0,0 17-180 15,0 1-48-15,0 5-16 0,0 3-8 16,0 14 44-16,0 6 4 0,-4 12-15 15,-5 4 15-15,2 9-40 0,-1 4 16 16,-5 5-40-16,-2 5-108 0,-5 1-12 0,0 4-8 16,0 1-4-16,-4-8-60 15,8-5 24-15,0-8-40 16,4-4-32-16,4-11 12 0,4-9-16 16,4-11-20-16,0-2-41 0,4-9-131 0,4-3-84 15,0-3-40-15,0-4-48 16,4 0-76-16,4-14-160 0,0-1-512 15,4-5-752-15,-4-5-728 0,-4 3-1645 0,4-16-1943 0</inkml:trace>
  <inkml:trace contextRef="#ctx0" brushRef="#br2" timeOffset="-143408.54">31232 2657 3952 0,'0'0'8305'0,"0"0"-7193"0,0 0-988 0,0 0-108 0,0 0 984 0,0 0 612 16,0 0-620-1,0 0-260-15,0 0-128 0,28 87-124 16,-20-56 124-16,1 7 80 0,-5 6-232 16,-4 3-148-16,3 7-12 0,-3 4-120 15,0 5-64-15,-7 4 0 0,-6 0-60 0,-2 2-32 16,-2-2-8-16,6-3 4 0,-6-4 48 15,2-3-48-15,2-5-8 0,-2-5-4 0,2-6-44 0,6-6-56 16,-1-6-68 0,4-4-16-16,0-7-96 0,4-4-36 0,0-9-124 15,0-5-244-15,8 0-408 0,4-2-508 16,0-4-892-16,7-19-2897 0</inkml:trace>
  <inkml:trace contextRef="#ctx0" brushRef="#br2" timeOffset="-142456.59">31240 898 6412 0,'0'0'936'0,"0"0"2344"0,0 0-2275 16,0-66-353-16,0 50 448 0,-4 2 448 0,0 6-328 15,1-3-580-15,-1 5 32 0,0 3-16 0,-5 0-164 16,1 3-108-16,-3 0-212 16,-2 0-88-16,-6 0-84 0,-1 12-88 15,-8 5-36-15,4 2 0 0,-3 10 76 0,-1 6-40 16,-4 2 28-16,4 8-76 15,-4 6 12-15,4 6-36 0,-4 7 24 0,4 1 24 16,0 9-8 0,4 2 108-16,5 4 0 15,2-4-136-15,6-3 36 0,6-3-24 0,1-7 124 0,4-8-48 16,4-11 44-16,12-6 4 0,1-6 12 16,6-4 4-16,1-6 4 0,4-6 68 15,4-2 24-15,4-6-40 0,-1-2 92 16,6-6-28-16,2 0-64 0,1-6-60 15,4-2-4-15,-5-11 0 0,6-1-120 16,-6-6 12-16,1-2 52 0,0-1-52 0,-4-3 24 16,4-3 24-16,-9-6-20 0,5 0-52 15,-3-3 20-15,-6-10 108 0,1-1 16 0,-9-5-136 16,2 0 140-16,-5-4-12 16,-5 1 0-16,2 3 148 0,-10-1-72 0,-7 4 20 15,4 4 68-15,-4 5 44 16,-4 4 28-16,-3 8 36 0,-1 1 36 0,-5 4-36 0,2 2-36 15,-6 4-4-15,2 2 76 0,-1 2-148 16,0 1 8 0,0 4-68-16,-4 3-48 0,0 4-52 0,-4 3-160 0,0 6 16 0,-8 0-92 15,0 0-44-15,-3 12 84 0,-5 4 12 16,-3 9 36-16,2 5 12 0,-6 1 84 16,2 7-44-1,2 6-52-15,-5 1-52 0,4-1-96 0,5 4-152 16,-2 0-284-16,9-7-24 0,8 1-392 15,5-9-516-15,6 0-1217 0,2-11-2467 16,7 4 1396-16</inkml:trace>
  <inkml:trace contextRef="#ctx0" brushRef="#br2" timeOffset="-142109.951">31062 1419 2996 0,'0'0'612'0,"0"0"2616"0,0 0-788 0,0 0-615 0,0 0-301 0,0 0-120 16,0 0-28-16,0 0-216 0,79 76-316 15,-67-60-320-15,0 3-132 0,3 0-84 0,6 1 64 16,-1 2-40-16,-1-4-40 16,1 5-96-16,4-1-36 0,1 0-52 15,-2 0-20-15,5 4-28 0,0-1-8 0,4 3-52 16,-1-3-12 0,1 5-84-16,4-2 96 0,1 1 4 0,2-1-4 15,1 4-56-15,-1-4-20 0,6 2 4 16,-6-5-40-16,2 0 4 0,-6 0 20 15,5-5 40-15,-8-1 44 0,-4-3-56 0,0-4 48 16,-9 2-112-16,-2-8 28 0,-2-1-28 16,-6 2-48-16,-5-7-184 15,3 3-28-15,-7-3-12 0,4 0 100 0,-4 0 48 16,0 0-64-16,0 0-172 0,-4 0-148 16,0-7-424-16,1 1-1156 0,-10-7-3333 15</inkml:trace>
  <inkml:trace contextRef="#ctx0" brushRef="#br2" timeOffset="-139651.302">24719 5023 4520 0,'0'0'1304'0,"0"0"2968"0,0 0-2607 16,0 0-413-16,0 0 8 16,0 0 180-16,0 0-172 0,0 0-252 0,0 0-164 15,95 31-240-15,-67-21-132 0,4 3-128 16,-4-6-144-16,-1 1-160 0,6-4-4 0,-6 3-44 15,1-7 0-15,-4 2-12 0,0-2-148 16,0 0-144-16,-5-2-176 0,-2-3-24 0,-6 3-220 16,-7-2-228-16,-4 1-600 0,0 3-696 15,-8-3-2009-15,-16 3-2483 0</inkml:trace>
  <inkml:trace contextRef="#ctx0" brushRef="#br2" timeOffset="-139466.945">24586 5289 3868 0,'0'0'236'0,"0"0"3840"16,0 0-2584-16,0 0 5 0,0 0-457 15,0 0 48-15,0 0 16 0,0 0-56 0,0 0-40 16,0 0-300-16,92 47-260 0,-60-47-124 16,5 0-216-16,-2-2-108 0,-3-8-44 15,0 3-376-15,0-5-376 0,-8 5-312 16,-5-2-568-16,-6 4-1565 0,-2-6-3211 15</inkml:trace>
  <inkml:trace contextRef="#ctx0" brushRef="#br2" timeOffset="-139088.348">23630 4502 980 0,'0'0'10757'15,"0"0"-7825"-15,0 0-1252 0,0 0-476 16,0 0 244-16,0 0-468 0,0 0-444 0,0 0-304 15,0 0 0-15,0 70 108 0,0-26-12 16,0 13-59-16,0 10-233 0,0 3-36 16,0 6-96-16,0-1-25 0,-4 2-15 15,-3-4-20-15,3-3-28 0,-4-6-96 0,3-11 12 0,5-11 24 16,-4-10-36 0,4-7-64-16,0-9-220 0,0-3-296 15,0-7-640-15,0 0-700 0,4-6-756 16,1-3-1985-16,-5-3-1231 0</inkml:trace>
  <inkml:trace contextRef="#ctx0" brushRef="#br2" timeOffset="-138910.688">23622 5121 4416 0,'0'0'588'0,"0"0"3768"16,0 0-2988-16,0 0-91 0,0 0-177 0,0 0 348 16,0 0-152-16,0 0-376 0,0 0-140 15,84-12-36-15,-56 14-176 0,4 1-260 0,0 0-4 16,4 1-80-16,3-4-140 0,-3 0-80 15,5 0-4-15,-2-7-96 0,1-2-64 0,-5 0-332 16,6-8-224-16,-9 2-224 0,0-1-472 16,-4 0-1168-16,-9 4-2377 0,1-7-3207 15</inkml:trace>
  <inkml:trace contextRef="#ctx0" brushRef="#br2" timeOffset="-138677.221">24169 4667 3208 0,'0'0'664'0,"0"0"5208"0,0 0-3963 15,0 0-233-15,0 0-368 0,0 0-112 16,0 0-228-16,0 0-260 0,0 0-112 0,0 0-52 16,-28 94-56-16,20-52-104 0,-1 9-104 15,5 6-208-15,-7 4-72 0,3 5-84 16,-5 1-112-16,2 9 12 0,-6-3-244 0,6 1-116 15,-2 1-196-15,-2-5-280 0,3-3-564 16,4-4-996-16,0-15-1985 16,-4 16-3023-16</inkml:trace>
  <inkml:trace contextRef="#ctx0" brushRef="#br2" timeOffset="-130793.621">26184 692 11117 0,'0'0'2356'16,"0"0"-2356"-16,-95-9-164 0,59 12 164 0,-16 3 568 0,5 0 92 16,-9 7-168-16,-4 3-176 15,-4-1-92 1,0 8 92-16,1 0 140 0,-1-2-84 16,-3 5-72-16,-2-4-52 0,-2 4-24 15,-1 2-112-15,-4-2-100 0,1 6-4 16,-9-5 4-16,-8 9-12 0,0 2-60 0,-11 3-16 15,-1 3 28-15,1-3 40 16,-5 7-56-16,4 0 16 0,-3-1 48 0,3 4 0 16,1 3-4-16,0 7-12 0,-5-1-108 15,-4 3 0-15,-3 7 12 0,-1 3 24 0,-7 4 28 0,-1 2-40 16,1 3 48-16,-5 1-32 16,5 2-16-16,-1 5 48 0,1-1 52 0,3 3 48 15,4 4 300-15,9 1-212 0,7 6-48 16,8-2-16-16,9 0-72 0,11 1-44 15,8-1 44-15,13-2 4 0,3-1-4 0,4-3 0 16,13 1-4-16,3-1-4 16,7-4 4-16,10-1 4 0,6 2 72 0,5-3-72 15,5-4-8-15,10 4-44 0,13-3 40 0,0 0-36 16,12 0-52-16,4-3 24 0,7-1 0 0,1 0 64 31,8 1 4-31,4-4-104 16,7 0 12-16,5-2 28 0,8 2 8 0,3-6 60 15,5 0 4-15,3-3 0 0,10-3 0 0,-2 0-8 0,9-3 4 16,-1-5-72 0,8-2-4-16,5-3 4 0,3-3 64 0,5 0 12 15,7-7 64-15,5 1 52 0,4-4 48 16,3-3 36-16,1 1-76 16,3-8-120-16,8-5 8 0,0-4 36 15,5-7-44-15,7-2 0 0,4-6 0 0,4-7-4 0,-3 0-4 16,7 0-156-16,-4-7 108 0,5-2 52 0,3-1 56 15,-4-2 8-15,0 2-28 16,0-3-32-16,1-3-4 0,0 1 88 0,-1-4-76 16,4-4 112-16,4-5-52 0,1-1-72 15,2-3-200-15,-3-6 48 0,5-3-8 0,-1 0 24 16,-7-7 132-16,-1 4-4 0,-8-4-60 31,-3-3-100-31,-10 4 124 0,-2-4 44 0,-5 3 92 16,-3 1-80-16,-5-5 112 0,0-1-124 0,-3-4-24 15,-1-3-76-15,1-4-44 0,-5-6-180 16,-8-3-16-16,1-3-88 16,-9-8 48-16,-3 2 140 0,-9-6 188 0,-3-5 52 15,-1 5 40-15,-7-8 160 0,-5 1 280 16,-2-3-112-16,-6-4-56 16,-7-3-8-16,-1-6-24 0,-3-6-68 0,-4-4-60 0,-1-3-144 15,-7-6-16-15,0-6 8 0,-9-1 0 0,-7-3-136 16,-5-2-40-16,-10 2 44 15,-5 3 132-15,-12 7 88 0,-5 7-4 0,-10 2 128 0,-9 7-60 16,-9-1-64-16,-10-3 36 16,-9 1-120-16,-8 3-4 0,-8 0-140 0,-7-1 136 15,-1 7-124-15,-8 4 128 0,-4 1-84 16,-4 6 84 0,-12 5 60-16,-4-1-48 0,-15 8-4 15,-8 2 68-15,-17 6 48 0,-12 4-36 0,-11 10-88 0,-9 3-152 0,-7 2 140 0,-7 5 12 31,-6-1 0-31,-3 10-160 0,-9 16-16 16,-3 11-8-16,-5 13-148 16,-2 4 168-16,-6 0 56 0,-2 0 104 0,-10 0 8 0,-4 0-16 15,1 0 88-15,-3 0-76 0,-5 0 100 16,-5 0-96-16,-2 0 8 0,-6 0 88 16,-3 0-24-16,0 0-76 0,-4 0-4 0,-4 11-36 15,0 20-8-15,4 20-404 0,4 18 452 16,12 5 0-16,12 2-164 0,11 0-124 15,21 4-624-15,16 2-720 0,20 4-345 0,20-4-743 16,15-2-1592-16,36-23 1048 16</inkml:trace>
  <inkml:trace contextRef="#ctx0" brushRef="#br2" timeOffset="-129126.173">23016 5677 9456 0,'0'0'1340'15,"0"0"-615"-15,0 0-97 0,0 0 420 16,0 0-56-16,0 0-92 0,0 0-108 0,-67 66-12 0,59-46 4 16,1 2-168-16,-2 3-196 0,1 7-148 15,0-1 24-15,1 5-172 16,-6 5-120-16,2 0 56 0,-6 3-60 0,2 7-40 15,-6 3 36-15,-3 0-40 0,5 4 28 0,-1 1-56 16,0 2 60-16,0 2-112 0,0-2-36 16,5 6 24-16,-2-1 40 15,6 4 8-15,-6 3-24 0,6 3-76 0,-6 4 188 0,-2 5 40 16,-5 8-40-16,3 1-108 0,-3 2 64 31,1-1 44-31,-1 3 88 0,0 1-88 16,4-1 4-16,-3 4-4 0,-2-4 0 15,1 7 52-15,0 0-40 0,5 0 64 0,-5 2-72 16,0 2-4-16,-4-1 8 0,5-1-8 16,-10 2-12-16,6-1 8 0,-10-1 4 0,1 5-4 15,1-5-4-15,-5 5-40 0,-4 0 48 16,0-2 12-16,1-2-8 0,-5 0-4 0,-5-1-72 16,6 1 60-16,-9-2-100 15,0 1-60-15,-4-2 48 0,1 0 60 0,-5 0 64 0,0-1 4 16,1-2 48-16,-9-4-52 15,4 1-12-15,-4-1-64 0,1 1 72 0,-5-3 0 32,4-2 0-32,-3-2 4 0,3 1 0 0,4 1 0 0,-3-5 0 0,3 4 4 0,-4-8-4 15,4 4-100-15,-3-4 40 0,2 2-4 32,-2-5 52-32,-4 1-36 0,2 2 48 0,-2-3-88 15,-1 5 40-15,-3-5 48 16,2 1 12-16,6-4 48 0,-4 1-56 0,2-4-4 15,6 0 0-15,3-6-4 0,1 0 0 0,3-4 0 16,4-2 4-16,0-4-12 0,5 1-32 16,-1-4 44-16,3 3 8 0,2-3 40 15,7 1-44-15,0-1 4 0,0 0-8 16,5-1-44-16,-1 2 32 0,0-4-52 16,3 0 64-16,6-3-12 0,-4-3-64 0,-6 2 28 15,5-2-52-15,-4 0-24 0,1-1 48 16,-1-3 76-16,4-2 4 0,0 0 0 0,4-9 8 0,0 3 44 15,4-8-56-15,0 4 0 16,5 0 0-16,-1-4 40 0,-1 2-40 16,2 1 0-16,3-2 64 0,-4 2-16 0,4 4 4 15,-3-3-4-15,-2 6-40 0,1-3 0 16,1 3 8-16,-5 0-8 0,0 1-4 0,-4-2 0 16,3 1 0-16,-3-3 4 31,-3 0-4-31,3 0 52 0,1 0-48 0,-1 0 44 15,0 0 0-15,4-3-48 0,-1-1-4 0,1 1 64 16,1-4-64-16,3 1-4 0,-4 3-8 16,0 0 4-16,-3 0-4 0,-1 3-4 15,-4 2-96-15,0 5 40 0,0-2 60 0,-5 2-40 16,-2 4-48-16,3-6 96 16,0 4 4-16,1-2 12 0,-2-1 52 0,5-3 72 0,0-3 164 15,9-3-164-15,-5-3-76 0,8-1 16 16,0-3-16-16,0 1-44 0,4-4 68 15,1-3-32-15,2-3-52 0,2-1-4 16,3 2-12-16,-5-4-44 0,9-1 52 0,-3 1 8 16,-1-3 8-16,-1 2 4 0,5-2 36 15,1-4-48-15,-1 0 76 0,0-3-16 16,4-3-52 0,0 4 44-16,-4-4-44 0,0 0 4 15,-1 3 36-15,1 0-40 0,-3 3-8 0,-5-3-136 16,0 4-24-16,0-1 152 0,-4 1 4 15,4 0 0-15,0-5-52 16,0-2-56-16,0 0-136 0,5 0-12 0,-6-2-176 16,5-9-168-16,1-1 128 0,-6-1-68 0,5-3-124 15,1-3-336-15,-6 0-156 0,9 0-425 16,0-3-1455-16,1 0-1352 0,-1 2 1768 16,4-7 2092-16</inkml:trace>
  <inkml:trace contextRef="#ctx0" brushRef="#br2" timeOffset="-128776.476">16989 15596 7292 0,'0'0'2372'0,"0"0"-103"0,0 0-1653 15,0 0-616-15,0 0 8 0,-24 69 388 16,7-41 180-1,2 8-68-15,-5 5-192 0,-4 7-60 0,0-1 44 0,0 0-96 16,0 4 24-16,0-3 84 0,5 0 28 0,-1-1-48 16,3-2-156-16,6-4-24 0,-1-3-24 15,8-3 52-15,4-7-132 0,0-5 128 16,0-4-124-16,12-3 436 0,-1-4-276 16,6-2-96-16,7-3 60 0,4-1 88 15,4-3 84-15,7-3-112 0,5 0-96 16,4-9-64-16,-1-1-36 0,5-6-8 15,0 0-64-15,-1-3-76 16,2 4-176-16,-5-2-108 0,-9 2-100 16,1 2-596-16,-4-3-324 0,-8 6-812 15,-8 1-2033-15,4-4-2863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5-02T07:27:39.62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3566 9210 7900 0,'0'0'1048'15,"0"0"1729"-15,0 0-1969 0,0 0-196 16,0 0 204-16,84 19 712 0,-49-16-284 15,1 1-396-15,0-4-180 16,3 0-212-16,2 0-136 0,-2-4-124 16,1 1-48-16,-4-2-88 0,4-6 16 15,-4 5-76-15,0-4-76 0,-5 5 28 16,1-2-88-16,-8-3-72 0,0 4-148 0,-8 0-276 16,0 3-124-16,-4-4-444 0,-4 4-996 15,-5-3-929-15,-3 3-1915 0</inkml:trace>
  <inkml:trace contextRef="#ctx0" brushRef="#br0" timeOffset="211.501">3955 8941 9216 0,'0'0'2029'0,"0"0"-1861"0,-7 72 460 15,-1-30 152-15,0 9 484 16,0 6-40-16,-4 4-216 0,0 2-220 0,-4 3-168 15,1-6-300-15,2-5-232 0,2-5-88 0,3-11-160 0,-1-8 36 16,5-9-52-16,0-8-44 0,4-6-268 16,0-4-412-16,0-4-372 0,0-10-952 15,0 1-845 1,0-23-5551-16</inkml:trace>
  <inkml:trace contextRef="#ctx0" brushRef="#br0" timeOffset="726.546">3493 8772 9248 0,'0'0'2517'15,"0"0"-1481"1,0 0-372-16,0 0 540 0,0 0-168 16,-95 57-308-16,75-29-276 0,4 11-16 15,1 6 196-15,-2 8-224 0,6 4-88 0,-2 10-64 16,5 0 28-16,1 5 120 15,3 2 220-15,4-4-196 0,0 0-172 16,4-7-96-16,3-3-112 0,10-5-44 16,2-5 0-16,5-2 80 0,8-7-84 0,0-3-44 15,4-2-68-15,4-8 52 0,4-3 12 16,-1-6 36-16,5-3-84 0,0-7 8 16,0-2 4-16,-5-7 36 0,5-3-12 0,-4-7-4 15,4-3 64-15,0-5-108 0,0-8 48 16,0-6-16-16,3-6-96 0,-3-3 88 0,-4-10-52 15,0 0 52-15,-1-6 36 0,-7-3-64 16,-4 0-32-16,0-7-28 16,-8 0-16-16,-4-6 32 0,-8 0 80 0,-8-3-132 15,-4 0 72-15,-8-1 136 0,-12 8 60 0,-3-2 16 0,-5 8 36 16,-4 7-112 0,-4 5 0-16,-1 7-56 0,-2 8 56 0,-5 11 172 0,4 3 24 15,-4 12 52-15,-4 3-28 0,1 7-60 16,-1 0-112-16,-7 10-48 0,-1 6-56 15,0 6-68-15,0 4 28 0,0 2-40 16,5 10-124-16,-5 0 28 0,4 7-224 16,-1 2-236-16,10 2-252 0,3 1-552 0,5 1-504 15,15-17-721 1,-5 20-1655-16</inkml:trace>
  <inkml:trace contextRef="#ctx0" brushRef="#br0" timeOffset="1574.825">4908 8785 8504 0,'0'0'2304'16,"0"0"-59"-16,0 0-821 0,0 0-340 0,0 0 160 16,0 0-64-16,0 0-404 0,0 0-64 15,0 0 280-15,91 35-308 0,-42-26-188 0,7-2-131 16,4-5-85-16,-1 5-84 15,1-3-52-15,-9-2 36 0,1-2-92 0,-8 4-88 16,-4-4-8-16,-8 2-128 0,0 3 64 16,-9-5-24-16,1 2 36 0,-7 5-40 0,-10-4-80 15,1 6-76-15,-8 4 27 0,0 3 105 16,-4 6-8-16,-11 13-28 0,-9 3-8 16,-8 6-28-16,-4 4 12 0,-4 0 64 0,-4 2 24 15,1 2 8 1,-5-5 84-16,-1 1 4 0,6-4 148 15,3-3-64-15,9-6-72 16,3 0 60-16,7-9-8 0,6-4-56 0,2-3-4 0,9-3-8 0,4-4 4 0,0-5 0 16,8 5 0-16,9-5 132 15,2 2 16-15,9-2-16 0,4 0-8 0,8-1 32 16,0-4-108-16,-1-2 24 0,6 0-60 16,-2 0 88-16,1 0 21 0,0 0-13 31,-1 0 4-31,2 0-52 0,-6 0-56 0,1 0-4 0,0 0-8 15,0 0-88-15,-1 0-28 0,2 0-69 16,-5-2-171-16,-1 2-196 0,1-3-172 0,-4 3-336 16,-4-3-548-16,0-1-400 15,-8 1-920-15,-1-7-2265 0</inkml:trace>
  <inkml:trace contextRef="#ctx0" brushRef="#br0" timeOffset="1805.687">5992 8966 9792 0,'0'0'4309'0,"0"0"-3801"0,0 0-496 0,0 0 240 16,-104 41 704-16,72-22 484 15,0 4-300-15,1 4-476 0,-5 6-344 16,-4 2-88-16,0 6-48 0,0 3-88 15,-3 7-96-15,-5 3-112 0,4 0-156 16,-4 3-140-16,5-3-156 0,-2-3-412 0,9-2-524 16,8-16-1652-16,-3 11-2481 0</inkml:trace>
  <inkml:trace contextRef="#ctx0" brushRef="#br0" timeOffset="2833.727">3474 10328 3464 0,'0'0'2568'0,"0"0"-1672"0,0 0-312 0,0 0 1804 16,0 0-647-16,0 0-297 0,0 0-412 0,0 0-172 15,0 0-168 1,0 0-176-16,0 0 24 0,-4 71-64 16,12-41 32-16,0 12-28 0,-1-1-48 0,-2 6-48 15,3 1-92-15,0 3-80 16,-8 3-56-16,3 3-56 0,-3-2-88 0,0-5-12 15,0 1-84-15,0-10-76 0,0-8 24 16,0-8-84-16,0-6-224 0,0-11-136 16,4-1-88-16,0-7-128 0,1 0-600 0,3 0-732 15,-8-3-829-15,4-13-2059 0</inkml:trace>
  <inkml:trace contextRef="#ctx0" brushRef="#br0" timeOffset="3099.823">3510 10353 3920 0,'0'0'3228'0,"0"0"-2368"16,0 0 2012-16,0 0-1623 0,0 0-357 0,84-50 16 16,-69 43 104-16,1 4-108 0,0 3-284 15,4 0-196-15,-8 0-176 0,4 3-12 16,-8 4-112-16,3 2-116 0,-2 4 28 0,-5 3-36 15,0 2-60-15,-4 5-16 0,0-1 4 16,-4 3 20-16,-4-3 40 0,0-2 12 0,-8-1-48 16,0 0-40-16,0-3-48 15,-8 3-152-15,4-4-100 0,-8 2-240 0,1-1-168 16,-1-4-508-16,8-3-988 0,-16 4-2289 0</inkml:trace>
  <inkml:trace contextRef="#ctx0" brushRef="#br0" timeOffset="4907.48">6434 9131 5336 0,'0'0'6469'16,"0"0"-5085"-16,0 0-532 0,0 0-52 15,0 0 180-15,0 0 188 0,0 0-200 16,0 0-276-16,92 54-152 0,-68-51-172 16,4-3-88-16,-1-3-132 0,6-3-88 15,-6-4-60-15,5 1-48 0,-4-1-380 16,-4-2-160-16,0 2-104 0,-4 0-212 0,-4 8-524 15,-9-2-1532-15,-3 4-3185 0</inkml:trace>
  <inkml:trace contextRef="#ctx0" brushRef="#br0" timeOffset="5075.988">6554 9476 6400 0,'0'0'1988'16,"0"0"753"-16,0 0-1393 0,0 0-452 0,0 0 348 0,0 0-48 0,0 0 44 15,79 27-728-15,-51-24-292 16,0-3-112-16,0 0-108 16,4-3-112-16,0-7-468 0,3 4-476 0,-3-5-288 0,5 3-908 15,-10 2-2161-15,13-5-2591 0</inkml:trace>
  <inkml:trace contextRef="#ctx0" brushRef="#br0" timeOffset="5574.945">8008 8579 3416 0,'0'0'444'0,"0"-64"196"0,-8 36-56 0,1 3 184 0,-2-1 1260 15,1 7 900-15,-3 3-787 0,2 6-525 16,1 7-444-16,0 3-140 0,-4 0-560 16,-4 13-236-16,-8 6-112 15,0 12 60-15,-4 8-48 0,-4 12-36 16,0 9-12-16,1 10-84 16,-1 3 132-16,0 3 48 0,0-3-24 0,4-3-36 15,9-7-124-15,-1-13-68 0,4-5-56 16,7-9 116-16,2-11-80 0,-1-6 0 0,8-7-20 15,-4-1-140-15,4-9-124 0,0 1-76 16,0-3-100-16,4 0-20 0,4 0 156 0,-1 0 136 16,10 0 276-16,-2 0 40 0,2 3-40 0,2 8 4 0,-3 1 124 15,1 7 372-15,-2 10 92 16,-3 2-104-16,-3 7-4 0,2 3-112 0,1 3-52 16,0 2 0-16,0 1 12 0,-3-3-36 31,2 5-76-31,-3 1-36 0,-1-3-100 0,2-2-84 15,-1-1-52-15,-4-2-68 0,3-7-112 16,2-4-200-16,-1-9-244 0,0 1-204 16,-5-11-424-16,1-5-1236 0,5-7-3081 0</inkml:trace>
  <inkml:trace contextRef="#ctx0" brushRef="#br0" timeOffset="6276.78">8554 8801 6808 0,'0'0'456'0,"0"0"776"0,0 0 1497 0,0 0-693 0,0 0-792 16,0 0-208-16,0 0 208 15,-84 16-212-15,64-4-180 0,-3 8-228 0,2 2-228 0,1 3-140 32,1 7 72-32,2 6-48 15,10 0-36-15,-1 9-96 0,-1 1-76 0,5 6-64 16,4 3 0-16,0 4-8 0,-3-7-60 0,3 0-36 0,0-7-100 16,0-9-24-16,3-3-96 0,5-6-88 15,5-10-224-15,-2-3-356 0,6-4-932 0,2-5-740 16,-3-4-1601-16,9-3-1467 0</inkml:trace>
  <inkml:trace contextRef="#ctx0" brushRef="#br0" timeOffset="6891.186">8801 8969 7172 0,'0'0'180'31,"0"0"4873"-31,0 0-3573 0,0 0-504 0,0 0-348 16,0 0 12-16,0 0 228 0,0 0 284 16,0 0-324-16,40 69-240 0,-33-31-136 15,2 4-208-15,-5 3-24 0,-4 2-60 16,0-2-64-16,0-4-8 0,0-3-88 15,0-3 0-15,0-5-64 0,0-9-32 0,0-5-40 16,0-7 4-16,4-3-188 0,-4-2-132 16,0-4 0-16,0 0 20 0,4-4-24 15,-4-8 112-15,7-3 180 0,1-10-72 16,1-5 88-16,2-1 48 0,2-4-60 0,-2 0-52 0,1-4 112 16,4 7 12-16,-4-2 0 0,1 5 88 15,2 1 64-15,-2 5-64 16,-2 4 236-1,1 6 16-15,-4 7-32 0,-4 4 92 0,4-3 8 16,-4 5-72-16,3 5 112 0,-3 7 44 0,5 4-120 16,-1 3 8-16,-4 3-84 15,-4 10-60-15,0-1-76 0,0 1-60 0,0 4-12 0,0-5-96 16,0 1-40-16,-4 0 4 16,0-4-64-16,0-2-224 0,0-5-144 0,-1 2-228 15,1-2-288-15,1-4-672 0,3-1-776 16,-4-3-1557-16,0-1-1307 0</inkml:trace>
  <inkml:trace contextRef="#ctx0" brushRef="#br0" timeOffset="7204.296">9359 9557 6976 0,'0'0'2296'0,"0"0"1577"0,0 0-2893 0,0 69-284 0,-4-38 300 16,4 5 308-16,-4 2-200 0,4 6-304 16,0 1-384-16,0 6-168 0,0 0-92 15,0-1-68-15,0 4-48 0,0-4-40 16,0-4-88-16,0-2-56 0,4-9-100 15,0-7-52-15,0-6 48 0,-1-5-72 0,5-9-96 16,-3-3-204-16,-1-5-252 0,-4-5-396 16,4-7-416-16,0-9 332 0,-1-4-461 0,-3-1-463 15,4-16-1852-15</inkml:trace>
  <inkml:trace contextRef="#ctx0" brushRef="#br0" timeOffset="7435.038">9374 9531 4560 0,'0'0'976'0,"0"0"-352"0,0 0-208 0,0 0-12 0,0 0 1452 16,0 0 317-16,0 0-1005 0,0 0-448 16,80-35 56-1,-63 35 100-15,-2 7-168 0,-3-1-244 0,4 3-112 16,-4 1-112-16,0 2-40 16,0 1-24-16,-4 3-76 0,-5 0-100 0,-3 6-8 15,0 0-56-15,-3 4 4 0,-9 2-16 16,0-2-148-16,-4 2-56 0,-4-2 40 15,-3-4 64-15,2-3 52 0,1-3-116 16,1-7-376-16,-5-2-288 0,3-4-460 0,2-3-941 0,3 0-1599 16</inkml:trace>
  <inkml:trace contextRef="#ctx0" brushRef="#br0" timeOffset="8048.909">10036 8953 5624 0,'0'0'1432'0,"0"0"2825"0,0 0-2857 0,0 0-88 16,84 19-312-16,-65-6-184 0,2 3 76 15,-6 7-156-15,1-2-104 0,-8 8-200 0,0 0-124 32,-3 6-124-32,-5-4-36 0,0 7-52 15,-5 0-96-15,-7 0-4 16,-3 4-56-16,-2-7-136 0,1-1-212 0,-3-4-148 15,2-9-148-15,2-2-208 0,-1-2-360 0,4-5-808 0,0-6-1781 16,-4 1-2103-16</inkml:trace>
  <inkml:trace contextRef="#ctx0" brushRef="#br0" timeOffset="8775.435">11080 8445 4072 0,'0'0'1604'0,"0"0"-344"0,0 0-336 0,0 0-68 16,0 0-144-16,0 0 3129 16,0 0-2837-16,0 0 96 0,0 0-272 15,51 67-160-15,-46-48-36 0,-1 3 36 0,-4 4 60 16,4 2-112-16,-4 8-224 15,0 4-76-15,0 11 0 0,-4 3-48 0,0 9 40 16,-1 11 20-16,-3 2-60 0,1 10-87 16,-1 6-61-16,-4 0-44 15,0 3-64-15,4-6-12 16,0-4-64-16,0-1-8 0,4-12-97 0,0 1-135 0,0-10-124 0,-4-2-56 16,4-7-128-1,4-9-160-15,0-5-188 0,0-8-568 16,0-6-776-16,0-10-1897 0,0-10-2579 15</inkml:trace>
  <inkml:trace contextRef="#ctx0" brushRef="#br0" timeOffset="10414.585">11745 8807 3032 0,'0'0'208'15,"0"0"12"-15,0 0 3064 0,0 0-148 16,0 0-623-16,0 0-1009 0,0 0-352 16,0 0-220-16,0 0 332 0,0 0-224 15,64 22-264-15,-52 0-124 0,0 1-264 0,-5 9-140 16,2 3-68-16,-5 3-80 0,-4 3-44 15,0 1-52-15,0 2-8 0,-4 0 0 0,0-6 4 16,-4 3-4-16,4-8-8 0,-4-5-100 16,4-6 108-16,0-9 0 0,0-4-56 15,4-5 0-15,0-4-160 0,0 0-196 16,0-10-64 0,4-3 164-16,0-9 144 0,4-7-52 15,3-3 28-15,2-3 24 0,2-2 60 0,2 2-48 16,-2 3 160-16,2 3 0 0,-6 8 60 0,2 2-12 0,-6 8 40 15,1 2 0-15,-4 6-16 16,-4-1 16-16,4 4 36 0,-4 0-16 0,0 0 80 16,0 0-16-16,5 4 24 15,-5 5-24-15,0 5-24 0,4 0-40 0,-4 10 16 16,0 1-112-16,0 4 40 16,0-4-52-16,0 3-12 0,0-5-72 0,0 2-76 15,-4-6-100-15,4-4-364 0,0 2-256 16,0-5-300-16,0 1-912 0,0 0-1124 0,0-7-2745 15,0 0 2033-15</inkml:trace>
  <inkml:trace contextRef="#ctx0" brushRef="#br0" timeOffset="10637.093">12255 9350 10424 0,'0'0'1649'15,"0"0"-945"-15,0 93-68 0,0-53 876 0,0 8 12 16,0 0-168-16,0-1-480 0,4-2-372 16,-4-4-224-16,0-3-120 0,0-3-160 15,4-7-44-15,-4 2-92 0,0-11-184 0,0 0-196 16,0-7-100-16,0-2-164 16,0-7-120-16,0 0-284 0,0-3-272 0,-4 0-192 15,0-6-621-15,0-7-427 0,-3-6-312 0,-2-6-412 16</inkml:trace>
  <inkml:trace contextRef="#ctx0" brushRef="#br0" timeOffset="10861.549">12267 9347 468 0,'0'0'9128'16,"0"0"-8144"-16,0 0-664 0,0 0 273 15,0 0 715-15,0 0-108 0,0 0-264 0,0 0-320 16,80 10-188-16,-72-1-112 15,-1 0-52-15,2 4-52 0,-5 3-12 16,-4 4-52-16,4 1-72 0,-4 2-76 0,-4-1-52 16,0 0-60-16,-8 0-36 0,0-3-28 0,0-3-48 15,-4-3-28-15,4-3-100 0,0-8-76 0,0-2-140 16,0 0-304-16,4-6-684 0,-4-10-1057 16,5 4-1995-16,-2-17 872 0</inkml:trace>
  <inkml:trace contextRef="#ctx0" brushRef="#br0" timeOffset="11127.519">13068 8857 3664 0,'0'0'928'0,"0"0"2352"0,0 0-1156 16,0 0-203-16,0 0-93 0,0 0-272 15,0 0-260-15,-51 96-276 0,30-55-192 16,-3 8-52-16,5 1 32 0,2 4-64 16,6 3-24-16,-2-4-75 0,10 2-185 0,-1-7-184 15,4-7-32-15,0-6-4 16,7-7-92-16,6-5-148 0,-2-4-52 0,1-3-132 16,4-4-200-16,0-2-236 0,0-4-241 15,-4-3-211-15,4-3-304 0,-4 0-788 0,-3-6-928 16,-2 3-2025-16,-3-10-2147 0</inkml:trace>
  <inkml:trace contextRef="#ctx0" brushRef="#br0" timeOffset="11316.101">12980 9210 4832 0,'0'0'172'0,"0"0"5580"0,0 0-3699 0,0 0-361 16,92 14-116-16,-64-12-264 0,0 1-432 15,0-3-424-15,0-3-296 0,3-6-160 0,1-1 0 16,0-5-444-16,-4-2-584 16,0-1-448-16,0-1-1292 0,-8 6-3393 0</inkml:trace>
  <inkml:trace contextRef="#ctx0" brushRef="#br0" timeOffset="11727.246">13642 8824 4152 0,'0'0'8537'16,"0"0"-7465"-16,0 0-628 15,107-39 444-15,-67 26 880 0,0 1-116 0,8-1-904 16,0 0-368-16,7 4 0 0,1-4-48 0,8 7-100 0,-4-1-136 16,-4 1-96-16,-5 6 0 31,-10 0-12-31,-6 0-48 0,-7 10-28 0,-8 5 28 15,-8 5-124-15,-8 2 64 0,-4 9 20 0,-13 4 92 16,-6 7 0-16,-9 2 8 0,-8 4 0 16,1 2 0-16,-6 2 8 0,-2 2 40 0,3-1 88 15,4-2-36-15,0 0 32 0,4-1-84 16,13-5 64-16,-2-7-64 16,9-3 24-16,8-3-64 0,4-7 0 0,4 1 4 15,8-8 40-15,9 2 44 16,6-1-12-16,1-6 16 0,4-1 20 15,4-6-48-15,0 1-60 0,3-4 0 0,1 1-12 16,-4-4-72-16,4 0 60 0,-8 0-220 0,4-4-144 0,-8-3-188 16,0-2-168-16,-4-3-192 0,-1-1-352 15,1-3-668 1,0-3-1224-16,-12 6-2345 0,8-12-315 16</inkml:trace>
  <inkml:trace contextRef="#ctx0" brushRef="#br0" timeOffset="11942.409">14686 8890 6080 0,'0'0'7353'0,"0"0"-6189"0,0 0-820 0,-52 70-244 16,32-36 492-16,-8 1 1112 16,4 10-172-16,-4 2-488 0,0 7-424 0,-3 0-228 15,-1 7-208-15,-4 2-100 0,-5 1 12 16,2-7-36-16,3-3-60 0,0-7-56 31,5-9-332-31,3-8-332 0,4-11-188 0,8-7-100 0,0-10-308 0,8 3-1212 16,-5-12-3465-16</inkml:trace>
  <inkml:trace contextRef="#ctx0" brushRef="#br0" timeOffset="12985.213">15208 8280 1064 0,'0'0'2844'15,"0"0"4140"-15,0 0-4867 0,0 0-1097 0,0 0-500 16,0 0 324-16,84-31 464 0,-61 14-476 0,1 2-300 16,4-8-220-16,0 4-40 15,-4 0-88-15,-1-1 24 0,1 6 12 0,1-2-12 0,-1 6-36 0,-9-3-72 16,1 6-40-16,-4 2-56 0,-4 2-4 15,-3 3-84-15,-2 0 84 0,-3 6 0 16,0 6 328-16,0 13-204 0,0 11-40 0,0 8-8 16,-12 14-16-16,-4 8-60 31,-4 10-4-31,1 1-96 0,-5-2 4 0,4-1-4 16,-1-8 100-16,10-8 172 0,-5-14 440 15,4-5-88-15,8-12-308 0,-4-4-168 16,8-7-48-16,-4-3-12 0,4-7-84 15,0 0-184-15,0-6-220 0,4 3-60 0,0-3 108 0,8 0 108 16,-4 0 232-16,8 0 40 16,-5 0 0-16,6 3-4 0,-6 4 68 0,6-1-72 15,-2 10 80-15,1 3 12 0,-4 0 148 16,4 10-12-16,0 3-76 0,0 2-24 16,0 1-44-16,0 4 0 0,-4 1 0 0,4 1 72 15,0 8 32-15,-4-2 124 0,0 4 64 16,-5 0-40-16,-3 0-12 0,1 2-36 0,-5 1-40 15,-9-2 16-15,-2-2 0 16,-9 1-16 0,0-6-20-16,-4-1-80 0,4-6-68 0,-4-6-8 15,-3-4-116-15,3-5-180 0,-4-8-156 0,-4-2-112 0,-4-10-248 0,4-3-460 16,-8-3-1164-16,8-3-2088 0,-19-14-2053 31</inkml:trace>
  <inkml:trace contextRef="#ctx0" brushRef="#br0" timeOffset="18682.966">11837 10420 1852 0,'0'0'5032'15,"0"0"-963"-15,0 0-3129 0,0 0-288 0,0 0-24 16,0 0 136-16,0 0-108 0,0 0-36 16,-76 6-68-16,65 4-136 0,2 5-136 0,5 2-44 15,-4 8-12 1,8 0 88-16,0 4 8 0,0 2 68 16,8 2-132-16,-4-5-156 0,5-2-60 0,-2-4-40 15,1-6-96-15,0-4 32 0,1-2-96 16,-2-7 36-16,5-3 100 0,0 0-24 15,4-6 8-15,0-7-132 0,-4-3-40 0,4-3-36 0,-4-4-52 16,-5 1-60-16,1-3-44 0,-3 3-48 31,-1 3 24-31,-4 3 48 0,0 3 180 0,0 1 148 16,-4 5 52-16,-5-2 0 0,-2 3 76 16,-1-1-64-16,0 4 116 0,0 3 100 15,3-3-104-15,-2 3 152 0,3 0-56 0,0 6-220 16,-4 1-100-16,4 2-40 0,0 0-36 15,0 4-36-15,0 0-56 0,0 0-388 16,1-1-504-16,3 1-676 0,-1-3-449 0,5-3-355 16,-4-5-1796-16</inkml:trace>
  <inkml:trace contextRef="#ctx0" brushRef="#br0" timeOffset="19025.88">11980 10468 9096 0,'0'0'1228'15,"0"0"-555"1,0 0-109-16,0 0 564 0,0 0 252 0,36 82-296 16,-36-60-352-16,0 0-304 0,4 2-240 0,-4-10-188 15,4 5-60-15,-4-5-80 16,5-5-76-16,-2-2-48 0,-3-5 0 0,4-2-36 0,0 0-332 16,0-7 12-16,4-4 416 0,4-5-116 15,0-4 4-15,4 2-44 0,-4-5-124 0,-1 7 176 16,-2 1 204-16,3 5 104 0,-5 0 0 15,2 7 4-15,-5 3 164 16,0 0 192-16,0 0 240 0,-1 3 60 0,1 4-24 16,-4 2-144-16,4 4-124 0,-4 3-80 0,4-4-60 31,-4 5-52-31,0-2-16 0,0 2-36 0,0-5-124 16,0 1-12-16,0-5-88 0,0-1-64 15,0 0-12-15,0-4-128 16,0 0-300-16,0 1-360 0,0-4-68 0,0 0-584 15,0 0-1073-15,5-7-1591 0</inkml:trace>
  <inkml:trace contextRef="#ctx0" brushRef="#br0" timeOffset="19265.277">12351 10251 8836 0,'0'0'1568'15,"0"0"-887"-15,0 0-61 0,0 0 672 16,0 0 172-16,0 0-204 0,8 77-328 16,-5-52-260-16,2 7-204 0,-5 3-84 15,4 7-100-15,-4 5-136 0,0 3-148 16,0-2-80-16,0 0-180 0,0-7-88 0,0-6-108 16,4-9-28-16,0-14 32 0,4-3-64 0,-1-5-264 0,6-4-548 15,2-10-124-15,2-5-221 0,-2-5-539 0,-2 5-748 16,6-11-1560-16</inkml:trace>
  <inkml:trace contextRef="#ctx0" brushRef="#br0" timeOffset="19622.109">12582 10646 3664 0,'0'0'2632'16,"0"0"-360"-16,0 0-460 0,0 0-419 0,52 85-241 15,-49-57-220-15,1 2-32 16,-4-1-44-16,5-4 0 0,-5-3-72 0,0-6-224 16,4-1-264-16,0-5-252 15,0-4-44-15,3-3-8 0,6 0 8 0,-2-3-4 0,6 0-44 0,2 0 48 16,5 0-124-16,0 0 12 0,1 0 48 15,-2 0-20-15,1 0-28 0,0 7 24 16,-9-1 16-16,6 4-4 0,-10 2 76 16,2 4 0-1,-6 4 124-15,-7-2-36 0,0 7-88 16,0 5-100-16,-3-5 0 0,-5 3-12 16,-5-2-60-16,-2-1 120 0,2-2 52 15,-2-5 112-15,-5-2 12 0,0-2-24 16,4-5 48-16,1-4 52 0,-6-5 20 0,5 0-216 15,0-5-8-15,-4-4-4 16,9-8-68-16,3-2-12 0,-1 0-12 16,9-6-20-16,4-4 116 0,9 1-4 15,6-1 4-15,1-3 4 0,0 4 52 0,8-1-48 16,-4 0-4-16,4 1-128 0,3 3-60 16,-3-4-172-16,0 7-680 0,4-1-764 0,-12 8-1385 0,12-4-3431 15</inkml:trace>
  <inkml:trace contextRef="#ctx0" brushRef="#br0" timeOffset="19970.352">13681 10639 12625 0,'0'0'3072'16,"0"0"-2404"-16,0 0-580 0,0 0-88 0,0 0 596 15,0 0 272-15,0 0 208 0,88 26-488 16,-60-23-356-16,4 0-192 0,0-3-40 16,4 0-60-16,-8-6-100 0,0-4-392 15,-1-2-272-15,-2-5-216 0,-1 2-528 0,-5-2-1144 0,-6 1-2281 16,-6-5-2747-16</inkml:trace>
  <inkml:trace contextRef="#ctx0" brushRef="#br0" timeOffset="20261.762">13949 10312 6732 0,'0'0'1108'16,"0"0"-280"-16,0 0 1705 0,0 0-1081 0,0 0-380 0,0 0-160 15,0 0 96-15,0 0-152 0,-68 76-232 16,68-46-164-16,0-2 8 0,4 7-72 16,4 2 36-16,-1 4-136 0,-3 4-40 0,5 0-72 15,-1-1-60-15,-4 4-120 16,-1 0 0-16,1 2 44 0,1-2-48 0,-1-1 0 0,0-3-4 15,0 2-4-15,-4-5-4 0,4-6-88 16,-1-1 28-16,-3-8 64 16,4-1-52-16,-4-6 48 0,0-3 0 0,0-6 0 0,0-3-64 15,0-7 4-15,0 2-100 16,0-2-196-16,0-2-224 0,-4-9-216 16,1-4-64-16,-5-7-196 0,4-1-728 0,4-9-776 31,0 10-1357-31,0-12-1683 0</inkml:trace>
  <inkml:trace contextRef="#ctx0" brushRef="#br0" timeOffset="20424.71">14259 10731 5976 0,'0'0'4616'16,"0"0"-3599"-16,0 0-773 0,0 0-140 15,0 0 460-15,0 0 608 0,24 76-332 0,-27-59-512 16,-6-2-328-16,1 1-24 0,0-3-308 15,-4-5-556-15,4 3-476 0,-7-5-1009 0,6-3-2991 16</inkml:trace>
  <inkml:trace contextRef="#ctx0" brushRef="#br0" timeOffset="20594.944">14235 10541 6624 0,'0'0'6093'15,"0"0"-5049"-15,0 0-560 16,0 0-156-16,0 0 104 0,0 0-244 0,0 0-188 0,0 0-48 16,84-4-104-16,-72 4-632 15,0 0-680-15,0 7-641 0,-1 2-667 0,-2-3-1204 16</inkml:trace>
  <inkml:trace contextRef="#ctx0" brushRef="#br0" timeOffset="20994.195">14411 10683 5360 0,'0'0'2560'15,"0"0"-460"1,0 0-667-16,0 76-193 0,0-53-140 0,0-4-112 0,0 0-220 15,0-7-240-15,0-1-260 0,4-5-208 0,0-4-60 16,-1-2-112-16,6-2-132 16,-1-8 44-16,3-5-124 0,6-5-132 0,-6-6-136 15,10 1 8-15,-10 0 100 16,6 3 152-16,-2 6 92 0,1 2 96 0,-4 6 92 0,0 2 52 16,-4 2 204-16,0 4 100 0,0 0 132 0,0 0 108 15,0 7 92-15,-4-1-72 0,4 6-72 16,-4 1-24-16,-1 0-56 15,-3 3 24-15,5-4 148 0,-5 4 20 0,0-3-148 16,0-1-196-16,0-1-260 0,0-1 0 16,0-5-148-16,0 2-196 0,0-4-112 31,0 1-164-31,0-4-276 0,0 0-424 0,0 0-772 0,0-4-785 16,4 1 309-16,4-1 256 0,0 1-24 0,-1 3 4 15,2 0 2332-15,-1 0 496 0,-1 0 2748 0,1 0-316 16,-3 7-580-16,3-4-503 15,-1 3-269-15,-3 0-332 0,5-2-260 16,-5 5-112-16,0-5-136 0,-1 2-176 0,1 0-228 16,0-3-132-16,-4 1-200 15,0-1-68-15,0-3-164 0,0 0-464 0,0 0-344 16,0-7-232-16,0 0-636 0,0 2-2013 16,0-17-3915-16</inkml:trace>
  <inkml:trace contextRef="#ctx0" brushRef="#br0" timeOffset="21458.358">14821 10394 5744 0,'0'0'1992'15,"0"0"3305"-15,0 0-4597 16,0 0-460-16,0 0 76 0,0 0 344 0,0 0 220 0,0 0-400 16,0 0-480-16,0 0-36 15,92 42-572-15,-76-52-196 0,3-3-120 0,-2-1 44 16,3-3-132-16,-5 1-401 0,6-3 197 15,-10 6 596-15,2 4 620 0,-6 2 220 0,1 4 452 16,-4 3 88-16,-4 3 285 0,4 4 187 16,-4 9-124-16,0 0-256 0,0 6-236 0,0 6-224 15,0 1-4-15,0 6 104 16,0 0 168-16,0 3-152 0,0 3-52 0,4 0 124 31,1 1 184-31,-2-1-300 0,5-3-244 0,-4-3-164 16,4-10-52-16,0-2-4 15,-4-7 0-15,4-4-52 0,0-2-68 0,-1-4-224 16,2-6-108-16,-1 0-16 0,-4 0 84 16,0-3-132-16,-4-3-68 0,0-4-28 0,0 1 12 15,-8-1-92-15,-4-2-52 16,-4 2 84-16,0 0 660 0,-8 5 356 0,4-5-204 16,-4 3-76-16,5 1 112 0,2-1 244 15,6 4 256-15,3 3-56 0,3 0-172 0,5 0-184 16,0 0-16-16,5-2-24 0,3-3-88 0,3 3 12 15,9-5-24-15,1-2-124 0,-2-1-12 16,5-3-656-16,-4 4-300 16,0 0-240-16,-4 2-588 0,-8 4-1253 0,3-4-3203 0</inkml:trace>
  <inkml:trace contextRef="#ctx0" brushRef="#br0" timeOffset="22281.399">12100 11693 6716 0,'0'0'1300'15,"0"0"732"-15,0 0 273 0,0 0-253 16,99-3-640-16,-71 6 16 0,-4 4-288 16,-4 5-268-16,-4 1-220 0,-4 3-224 0,0 3-52 0,-4 4-108 15,-4-2-48-15,-4 5-76 0,0 2-144 16,0-2-8-16,-4-4-76 0,0 0-60 16,0-3 20-16,-3-6-48 0,2-7-68 0,5-6-32 15,0 0-116-15,0-2-324 0,0-9 108 16,8-8 260-16,0-3 96 0,4-6-24 31,4 2-76-31,0-2-24 0,0 6 96 0,-1 6 64 16,-2 2 28-16,-2 8 120 0,-7 6 12 15,0 0 52-15,-4 0 164 0,0 6 272 16,0 8 24-16,-4-2-148 0,-3 7-164 0,-1 1-24 16,-1-5 60-16,5-2 28 0,1-3-88 15,-1-4-12-15,4-6-64 0,0 0-48 16,0 0-48-16,0 0-28 0,4-3-36 0,3-3 12 0,6-4 100 15,-6-3 8-15,5 4-8 16,-3 2-112-16,2 1-12 0,-3 6-36 0,8 4 160 16,-4 5 36-16,1 3 236 15,-2 4-48-15,6 3 120 0,-6 3-124 0,1 0-24 16,4-2-12-16,-8-1-36 0,4-4-92 16,-4-2-56-1,0-1-12-15,0-2-124 0,0-3 0 16,0-1-136-16,0-2-332 0,3-4-348 0,6 0-220 15,-1-10-884-15,-4 0-936 0,16-12-2501 16</inkml:trace>
  <inkml:trace contextRef="#ctx0" brushRef="#br0" timeOffset="22608.774">13013 11744 11537 0,'0'0'2112'0,"0"0"-1276"0,0 0-104 0,0 0 776 15,-84 76-104-15,60-45-208 0,-4 5-220 0,7-1-36 16,-2 0-111-16,7-7-297 0,4-2-280 15,5-11-128-15,-2-4-64 16,9-5-60-16,0-6-12 0,0 0-108 0,0 0-88 16,4-4-96-16,4-2 16 0,0-4 44 15,4-2 183-15,4-4 49 32,0-1-244-32,0 3-108 0,-1-3 72 0,2 2 108 0,-2 2 48 15,-2 0 52-15,2 7-24 0,-6-1 100 16,2 4 8-16,-3 3 48 0,0 0 244 15,1 3 60-15,-2 4-60 0,-3-1-36 16,4 7-48-16,1-4-75 0,-2 4 3 0,1-1-52 16,-4 1-72-16,0-1-12 0,4-1-12 15,-4-5-112-15,0 0 4 0,0-3-149 0,-4-3-263 16,8 0-324-16,-4 0-404 16,4-9-596-16,0-3-480 0,0-7-660 0,-1 2-1861 15,2-5-2003-15</inkml:trace>
  <inkml:trace contextRef="#ctx0" brushRef="#br0" timeOffset="23244.537">13152 11767 8264 0,'0'0'4529'16,"0"0"-3369"-1,0 0-692-15,0 0 228 0,0 0 488 0,0 79-88 0,0-57-216 16,0 0-128-16,0-3-164 0,0 0-232 0,0-6-220 0,0-1-136 31,4-5-48-31,-4-1-60 0,3-3-16 16,1-3-120-16,1 0-344 0,-1-3-164 15,8-10 220-15,-1-6-64 0,-2-3-64 16,6-3-324-16,-2 0-572 0,2 0-268 0,2 4 291 16,-2 2 697-16,5 11 756 0,-8 2 80 0,4 6 828 15,-8 0 473-15,4 6 3 16,-4 6 120-16,-4 7-148 16,0 4-112-16,-4 2-232 0,0 0-216 0,0 1-64 0,0-1-28 15,0-3-36-15,0 1-124 0,0-11-196 0,0 1-100 16,0-7-108-16,0-3-60 0,4-3-8 0,0 0-200 15,3-7-196-15,6-1 200 0,-1-5-16 16,4-6-52-16,3-4-116 0,1-2-56 16,1 3 100-16,-2 0 48 0,5 3 0 15,-4 3 0 1,-4 4 60-16,4 5 140 0,-8 3 48 16,4 4 48-16,0 0 288 0,0 7 44 15,-1 6 124-15,2-1-76 0,3 8-72 16,-5-5 12-16,2 4-112 0,-2-3-88 15,-3 0-32-15,8-3-76 0,-8 2-12 0,4-2 0 16,4 3-64-16,-4-1 56 0,0 2 0 16,0 8-4-16,0 4 4 0,0 3-40 15,-4 6 36-15,-4 0-96 0,0 6 92 0,-5 1 16 16,-3-1 4-16,0 0 60 0,0-2 32 16,-3-4 124-16,-9-6 148 0,3-4-64 15,-2-8-156-15,-1-5-40 0,-4-9-12 0,0-2-28 16,-4-4-68-16,5-7-96 0,-6-4 12 15,1-9 72-15,1 1-112 0,2-7-80 0,2 1-16 16,2-1 0-16,6 0 0 0,3 1 72 16,4-3 28-16,0 3 8 0,7-4-12 15,1 4-44-15,5-1-16 0,2-2-160 16,2 2-164-16,2 1-220 0,1-1-564 16,4 1-716-1,4 0-668-15,-5 6-1717 0,18-7-1127 0</inkml:trace>
  <inkml:trace contextRef="#ctx0" brushRef="#br0" timeOffset="24055.163">14467 11734 4636 0,'0'0'2720'0,"0"0"-1928"0,0 0 2301 0,0 0-1121 16,79 49-256-16,-63-31-712 0,-4 4-348 0,-4 4-208 16,-4-1-64-16,-4 1-84 0,4-4-76 15,-4 0-148-15,0-2-76 0,0-8-60 16,0 1-40-16,0-7-48 0,0-6-224 16,0 0-40-16,0 0-112 0,0-4-192 15,0-4-68-15,0-9 228 0,8-5 164 16,-4-3 60-16,4-1-48 0,0-2-80 0,0 2 116 15,4 7 244-15,0 0 100 16,-4 7 460-16,3 6 40 0,-2-1-32 0,-1 3-36 16,-4 4 52-1,0 0 56-15,-1 4 100 0,1 5 44 16,5 1-76-16,-5 3-36 0,0 5-28 16,0-1 12-16,-1 2 8 0,-3 3 12 15,4-3-100-15,-4-3-84 0,0 2-136 0,0-5-196 16,4 1-60-16,-4-6-136 0,0-2-120 15,0 1-268-15,0-3-220 0,5-4-204 16,-5 0-416-16,4 0-944 0,0 0-1945 16,3-11-1243-16</inkml:trace>
  <inkml:trace contextRef="#ctx0" brushRef="#br0" timeOffset="24317.36">14905 11912 7916 0,'0'0'4009'0,"0"0"-2933"16,0 0-884-16,0 0 176 0,0 0 536 0,39 71 216 15,-30-65-528-15,-1-6-212 0,3 0-32 16,2-11-136-16,-2-1-164 0,1-7-48 16,4-6-236-16,-4-1-164 0,4-2-40 15,-4 3 24-15,1 5 64 0,-6 1 12 16,1 4 88 0,-4 4 36-16,-4 5 216 0,0 3 152 0,-4 1 152 15,-8 2 60-15,0 0-36 0,-4 2-164 16,0 5 0-16,1 2 24 15,-2 3-8-15,2 2-8 0,2-2-60 0,6 4-112 0,-5-6 0 0,8-1-148 16,-1-2-116-16,1-1-492 0,4-6-520 16,0 0-608-16,0 0-1353 0,0-3-3795 15</inkml:trace>
  <inkml:trace contextRef="#ctx0" brushRef="#br0" timeOffset="24628.816">15167 11709 10756 0,'0'0'2221'0,"0"0"-1265"15,0 0-376-15,0 0 432 0,41 67 268 0,-37-46-136 16,0 5-332-16,-4 0-196 0,0-4-40 16,0-3-148-1,0-3-208-15,0-7-220 0,0-2-72 16,0-4-48-16,0 0-100 16,0-3-256-16,3-3-236 0,1-10-28 0,5 1 256 15,3-10 12-15,-5-1 40 0,6-2-80 16,-2 3-144-16,1 3 76 15,4-1 240-15,-4 11 188 0,0 2 152 0,-4 4 352 0,0 3 204 16,0 10 136-16,0 2 20 0,0 5-64 16,-4-2-116-16,0 7-40 0,0 1-96 0,-4-4-40 15,3 0-160-15,2 0-136 0,-5-6-60 16,4-4-108-16,0 0-52 0,-4-2-320 0,4-4-284 16,-4 0-264-16,0 0-316 0,0-3-944 15,0 0-2337-15,0 0-3655 0</inkml:trace>
  <inkml:trace contextRef="#ctx0" brushRef="#br0" timeOffset="24925.393">15530 11728 4092 0,'0'0'9801'0,"0"0"-8361"15,0 0-948-15,0 0 164 0,0 0 440 0,84 6-232 16,-60-6-348-16,-5-2-220 0,6-2-136 0,-5 1-160 15,-1 0 0-15,-2 3-72 0,-6 0 8 16,-2 3-32-16,-5 4-64 0,-4 8-124 16,0 5-12-16,-4 2 148 15,-9 9 24-15,2-2 64 0,-6 3 60 0,2-1 8 16,-2 4 64-16,6-4 76 0,-1 2 112 0,0-1 24 16,8-7-64-16,0 0-96 15,4-3-64-15,0-9-8 0,8 0 8 0,-1-4-48 16,10-2 0-16,-2-4-12 0,2-3-132 15,3-3-224-15,-1-10-284 0,2-6-352 0,-6-3-344 16,1 3-1168-16,0-13-3105 0</inkml:trace>
  <inkml:trace contextRef="#ctx0" brushRef="#br0" timeOffset="25245.059">15985 11893 4368 0,'0'0'2124'0,"0"0"2084"0,0 0-3371 16,0 0-837-16,0 0 12 0,0 0 452 0,43-82 188 16,-31 54-204-16,4-5-384 0,-4 2-64 15,0-1-76-15,1 3-52 0,-6 4 124 0,1 6 4 16,-8 6 64-16,0 4 164 0,0 6 168 16,-4-1 160-16,-7 4 104 0,-2 0-220 15,-2 4-188-15,-2 4-24 0,-3 6-40 16,8 5 36-16,-3 2 120 0,2 6 288 0,6 4 116 0,-5 1-256 15,7 5-136-15,-2 1-36 16,3 4 48-16,0 0 100 0,0-1-104 16,0-4-156-16,4-1-108 0,0-4-92 15,0-7-8-15,0 1-12 16,0-11-148-16,0 1-108 0,4-10-136 0,-4-1-236 0,8-5-344 16,-4-5-232-1,8-10-392-15,-4-7-532 0,0 3-1101 16,8-22-1531-16</inkml:trace>
  <inkml:trace contextRef="#ctx0" brushRef="#br0" timeOffset="25498.645">16303 11531 4256 0,'0'0'600'16,"0"0"4128"-1,16 83-3283-15,-12-51-685 0,0 9-40 16,0-3 492-16,0 4 356 0,1-1-172 15,-2-3-400-15,-3 0-428 0,4-7-200 0,0-2-96 16,0-4-100-16,0-9-72 0,4-4 44 16,-4-8 68-16,4-1-116 0,0-3-20 15,3-9 168-15,2-3-88 16,-1-11-84-16,0-5-72 0,4-4-88 0,-4-3-80 16,4 0-276-16,-5-6-244 0,6 2-76 15,-6 1-264-15,6-3-580 0,-6 7-1072 16,2 8-1941-16,6-2-2063 0</inkml:trace>
  <inkml:trace contextRef="#ctx0" brushRef="#br0" timeOffset="25735.72">16710 11715 6384 0,'0'0'5961'0,"0"0"-4965"0,4 74-600 16,0-55 100-16,0-1 616 0,0-5 268 0,-1-3-484 16,5-8-252-16,5-2-276 0,-2-2-60 15,6-4-136-15,-2-11-172 0,5-1-72 16,1-5-148-16,-2-2-40 0,1-3-84 0,-4-1 8 15,0 4 40-15,-1-4 72 0,-2 0 24 16,-5 1 16-16,-1 3 84 0,-7 2 100 0,0 4 24 16,-3 6-24-16,-5 10-20 0,-9 0 20 15,2 6 0-15,-5 7-252 32,-3 5-352-32,-2 8-500 0,1 3-420 0,8-8-768 0,-7 18-2305 15</inkml:trace>
  <inkml:trace contextRef="#ctx0" brushRef="#br0" timeOffset="25904.392">17590 11871 16613 0,'0'0'3304'0,"0"0"-3304"0,0 0-1980 0,-84-13-2448 16,61 6-985-16,-21 5-555 0</inkml:trace>
  <inkml:trace contextRef="#ctx0" brushRef="#br0" timeOffset="28924.652">17547 9243 9140 0,'0'0'1084'31,"0"0"1785"-31,0 0-1601 0,0 0 232 0,0 0-184 16,0 0 84-16,0 0-308 0,0 0-344 15,0 0-212-15,-28 6-84 0,32-6-64 0,-1 0-71 16,5 2-113-16,9-2-20 16,7 4-16-16,4-2-24 0,3 3 4 15,5 1-76-15,0-3-72 0,7 2 8 16,2-1-8-16,2-1 4 0,9 4 0 0,4-4-4 16,7 0-4-16,6 0 4 0,2-3-4 15,5 4-44-15,3-1 44 0,1-3 0 0,0 0-44 0,0 0 40 16,-1 0-4-16,1 3 4 0,0-3-80 15,-5 0 76 1,1 3-84-16,-1-3-48 0,1 0 60 0,0 0 20 0,3 0 4 16,-3 0 48-16,8 0 8 15,-5 0 0-15,5 0-44 0,3 0 48 16,-3-3 44-16,8 0-40 0,-8-4 0 16,3 4 44-16,-3-3-48 0,0 3-8 0,-5-1-64 15,1-3 60-15,-4 7-48 0,-1-2 48 16,-3-1 4-1,-1 3 0-15,-2 0-40 0,2 0 44 0,-4 0 4 16,2 0 4-16,2 0 56 0,-4 0-48 0,6-3 48 0,-6 3-60 0,-2-4 60 16,2-3-4-16,-7 5-56 15,-1-4-60-15,1 0 52 0,-4 1 4 0,0-1-4 16,0 3 8-16,-4-2-4 16,3 1-4-16,-4-3 0 15,1 4-4-15,-4-3 4 0,1-1 0 16,-2 2 4-16,-3-5 4 0,-1 3 4 15,-2-2 0-15,-2 3 8 0,1-4-12 0,-4 1 0 16,-4 2 0-16,-1 1 0 0,-3 3-12 16,-4-4 0-16,0 5-48 0,0 2 12 0,-8 0 36 15,0 0-36-15,0 0 44 0,-5 0 4 16,-2-4 0-16,-2 4 0 0,-2 0 4 16,-1 0-4-16,0-3-112 15,-5 0-217-15,-3-4-155 0,4 1-28 0,-4-4-64 0,0 1-132 16,-7-1-192-16,-5-3-260 0,-1 5-156 15,-2-3-412-15,-1 3-488 0,0 1-1793 16,-12-3-1599-16</inkml:trace>
  <inkml:trace contextRef="#ctx0" brushRef="#br0" timeOffset="29233.377">22288 8782 10756 0,'0'0'2681'16,"0"0"-1665"-16,0 0-816 0,0 0 408 0,0 0 760 15,96 6-248-15,-61 0-328 16,5 1-204-16,4 5 112 0,7 1 168 0,-2 4-248 16,3 2-192-16,-5 2-87 0,-3-1-65 15,-4-2-68-15,-8 2-100 0,-4 2-100 16,-4-3 4-16,-5 0 0 15,-6 4 0-15,-6-2 76 0,-7 5-88 0,-3 6-8 16,-14-1 8-16,-11 7 0 0,-11 0 8 16,-5 7-8-16,-8-4-72 0,-4 3 24 15,-4-2-48-15,4-4-88 0,1-1-44 0,3-4 20 0,13-5-9 16,2-2-135-16,10-7-172 16,3-7-260-16,4-2-208 15,8-7-748-15,3-3-1464 0,5 0-3421 0</inkml:trace>
  <inkml:trace contextRef="#ctx0" brushRef="#br0" timeOffset="30376.432">25348 8468 5976 0,'0'0'4088'0,"0"0"-3199"0,0 0-157 0,-12-74 1036 16,8 62-424-16,-4-1 144 15,0 4-180-15,4 5-148 0,-4 1-240 0,-4 3-308 16,-4 0-256-16,-4 7-148 0,-8 5-112 15,0 10 36-15,-4 10 16 0,0 10-16 16,0 8-20-16,-3 11 8 0,-5 9 4 0,5 9 9 16,-6 10 207-16,9 0 192 0,0-1-252 15,4 5-64-15,13-11-60 16,2-6-32-16,13-9-16 0,4-10-108 0,16-13-92 16,8-12-20-16,8-3 40 0,9-10-12 0,2-6 72 15,5-10-168-15,4-3 24 0,4 0-100 16,3-13 48-1,1-2-116-15,0-9-41 0,-1-4-75 16,-3-7-32-16,-4-2 56 0,-1-8-72 0,-7-3 72 0,-8-3-4 16,-4-2-8-16,-3-1 20 0,-10-1 72 15,-3-2 128-15,-8-3-28 0,-4-3-100 16,-8-1-564 0,0 1 32-16,-12-1-356 0,0 1 256 0,-8 6 136 15,1 0 344-15,-6 5 488 16,5 11 272-16,-4 6 224 0,1 7 232 15,3 6 12-15,-1 5-32 0,2 8-52 16,-1 7-52-16,0 2-128 0,0 2-124 0,-4 14-104 16,0 7 12-16,-4 8 28 0,0 7 80 0,-4 10 228 15,0 3-44-15,-3 3-196 0,3-1-196 0,0-2-160 16,4-3-208-16,0-4-212 0,9-6-244 0,2-6-252 0,1-3-304 16,4-10-848-1,5-3-1805-15,3-7-503 0,0-5-1588 0</inkml:trace>
  <inkml:trace contextRef="#ctx0" brushRef="#br0" timeOffset="30571.66">25216 8763 3740 0,'0'0'4084'0,"0"0"-2008"0,0 0-195 0,0 0-193 16,-7 94-292-16,-2-58-340 0,1 5-164 16,1 0-48-16,-6 8-100 0,1-2-44 15,1 0-84-15,-6 1-212 0,6-4-160 0,-6-3-144 16,6-5-100-16,3-5-132 0,3-9-248 15,1-2-244-15,4-8-92 16,0-2-348-16,0-10-596 0,4 0-856 0,9-7-501 16,-2-8 661-16,2 2-336 0,10-13-632 15</inkml:trace>
  <inkml:trace contextRef="#ctx0" brushRef="#br0" timeOffset="30715.381">25288 9197 2584 0,'0'0'4316'0,"0"0"-1748"0,0 0-259 0,80 7-429 15,-52 9-148-15,0 7-76 0,4 5-452 0,3 7-404 16,-3-3-384-1,4 5-220-15,-4-2-72 0,3 0 48 16,5-4-52-16,1 2-108 0,2-8-12 16,1-2-88-16,0-5-524 0,-5-8-224 15,2-3-168-15,-2-7-176 0,-3-4-612 16,-12-2-1308-16,8-10-3009 0</inkml:trace>
  <inkml:trace contextRef="#ctx0" brushRef="#br0" timeOffset="31034.511">26511 7854 10304 0,'0'0'1929'16,"0"0"-1009"-16,0 0-64 0,36 77 660 15,-21-42 88-15,-2 6-96 0,2 3-412 16,-2 1-388-16,-1 2-184 0,0 1-160 16,0-3-108-16,-5-7-148 0,1-6-108 0,5-4-72 15,-2-9-108-15,6-9-356 0,2-4-392 16,5-6-140-16,0 0-376 0,4-16-924 15,-8 4-2393-15,7-21-2575 0</inkml:trace>
  <inkml:trace contextRef="#ctx0" brushRef="#br0" timeOffset="31192.703">26902 7911 4592 0,'0'0'5152'0,"0"0"-3539"0,0 0-857 16,0 0 152-16,-92 64 592 0,61-32 0 0,-10 10-544 15,-2 5-496-15,-6 7-308 0,-2 3-152 0,-9 7-248 0,1-1-312 16,-10 4-372-16,2-4-592 0,15-15-1376 16,-28 19-3181-16</inkml:trace>
  <inkml:trace contextRef="#ctx0" brushRef="#br0" timeOffset="37408.635">10096 13836 10576 0,'0'0'1325'0,"0"0"-813"0,0 0-320 0,0 0 892 16,0 0 56-16,-76-6-68 0,60 6-204 15,-4 6-224 1,1 1-172-16,-2 5-100 0,-3 4-16 0,0 7-60 15,-4 5-12-15,9 8-76 0,-1 1-120 16,4 8 8-16,4 2-36 0,0 7-56 16,8 3 60-16,-4 4-64 0,8-2 8 0,0 2-8 15,4-4 0-15,4-6-124 0,8-3 76 16,4-6-28-16,0-5 4 0,3-8-28 16,1-4-144-16,0-3 108 0,1-5-108 0,3-8-40 15,-5-3-136-15,5-6-336 0,4 0-168 0,-4-6-400 16,3-6-428-16,-7-2-941 0,4-4-2503 15</inkml:trace>
  <inkml:trace contextRef="#ctx0" brushRef="#br0" timeOffset="37865.009">10554 13939 6552 0,'0'0'6301'16,"0"0"-5053"0,0 0-1120-16,0 0 416 0,0 0 736 0,0 0 320 0,0 0-648 0,8 63-436 15,-4-32-184-15,-4 4-24 0,0 6-100 16,0 3 0-16,-4 5-144 16,-4-2-64-16,0 1-84 0,0-4-76 0,4-6 12 15,0-9-72-15,4-7 24 16,-4-9-12-16,4-10-24 0,0 0-40 0,0-3-36 15,0-6-76-15,4-10 40 16,4 0 20-16,-4-9-24 0,4-3 72 16,0-8 140-16,4-2 132 15,-5 0-44-15,2 0 36 0,3 0 12 0,-1 0 16 16,-2 3 96-16,2 6 0 0,2 1-28 0,-1 2 4 0,3 7 52 16,-2 7 68-16,-2 1 4 15,2 5-52-15,-2 6 28 0,1 0-16 16,-3 4 16-16,2 9 20 0,1 6 40 0,0 2-128 15,-4 8 92-15,-4 6 44 0,-4 3-20 16,4 7-68-16,-4-1-96 16,0 7-68-16,-4-4 100 0,0 5-104 0,0-5-12 15,-7-3-148-15,6-6 28 0,-3-3-152 16,4-5-244-16,4-5-164 0,-4-10-52 16,4-5-216-16,0-4-612 0,4-6-888 0,-4 0-1877 0,4-12-875 15</inkml:trace>
  <inkml:trace contextRef="#ctx0" brushRef="#br0" timeOffset="38114.437">11020 14360 8476 0,'0'0'2469'0,"0"0"-1401"0,0 0-608 15,4 92 372-15,-4-47 928 0,0 9-348 16,0 9-452-16,0 7-416 15,4 4-224-15,-4 8 12 0,4 0-132 0,-4 4-116 0,0-1-84 16,0-1-60-16,0-6-28 16,0-1 16-16,-4-11-40 0,0-2-172 0,0-10-36 0,0-9-264 0,1-8 0 15,-2-8-96-15,5-10-20 16,0-13 4-16,-4-6-344 0,4-9-788 16,-4-16-749-16,4 5-1455 0,-4-27 1332 0</inkml:trace>
  <inkml:trace contextRef="#ctx0" brushRef="#br0" timeOffset="38369.864">10929 14558 416 0,'0'0'10877'16,"0"0"-9749"-16,0 0-744 0,0 0-24 0,11-74 1176 16,-2 58 40-16,2 3-604 0,5 1-500 15,0 2-236-15,5 4 108 0,-2 3 236 16,1 0-360-16,-1 3-156 0,6 0-4 0,-1 9 52 15,-4 4-12-15,-1 6-92 16,-2 3-8-16,-10 6 12 0,1 7 84 0,-8 7-96 16,-4 2-100-16,-7 0 4 0,-10 4-64 15,2-1 48-15,-5-5-12 0,0-7 52 16,4-10-40-16,0-6-108 0,4-12-164 16,4-7-248-16,-4-13-560 0,8-9-752 0,0-13-748 0,5 7-1169 0,3-30-195 15</inkml:trace>
  <inkml:trace contextRef="#ctx0" brushRef="#br0" timeOffset="38628.627">11200 13983 888 0,'0'0'7280'0,"0"0"-6204"0,0 0-520 0,95 3 476 0,-59 2 601 0,-4 9-217 16,0 2-580-16,3 3-56 15,-3 3-76-15,0 6-112 0,0 4-208 0,-4 4-136 16,-4 4-160-16,0 2-88 0,-5 5 0 15,-6 5-8-15,-5-2-68 0,-1 7-72 32,-7-3-124-32,-7 4 60 0,-10-2 36 0,-2 2 128 0,-9-5 36 15,0-1 4-15,-4-5 8 0,0-3 0 16,0-5-4-16,-3-8-48 0,7-6-240 16,-4-5-448-16,4-7-572 0,0-7-784 0,8-6-1929 15,-8 0-1915-15</inkml:trace>
  <inkml:trace contextRef="#ctx0" brushRef="#br0" timeOffset="39236.761">14499 13833 7672 0,'0'0'2000'16,"0"0"-531"0,0 0-569-16,0 0 456 0,0 0 4 0,0 0-280 0,0 0-388 15,0 0-292-15,0 0-76 16,75-31 668-16,-59 50-412 0,0 9-212 15,-4 7-100-15,0 3-60 0,-8 10 12 0,0 5-144 16,-4 5-76-16,-8 2-12 16,0 4-64-16,-4-4-32 0,0-3-112 0,0-7-28 0,4-8-132 15,0-7-148-15,4-10-4 16,0-9-52-16,4-3-64 0,-4-7-332 16,4-6-536-16,0 0-628 0,0-6-2093 0,0-13-1447 0</inkml:trace>
  <inkml:trace contextRef="#ctx0" brushRef="#br0" timeOffset="39841.579">14638 14132 1512 0,'0'0'5428'15,"0"0"-4412"-15,0 0-96 0,0 0 168 0,0 0 201 16,0 0-273-16,84-20-340 0,-60 14 28 16,0 6 16-16,8-6 40 0,-1 6-92 0,5-3-64 15,0 3-144-15,7 0-84 0,-2 0-128 16,2 6-100-16,5 0-88 15,-4 1-60-15,4 2-12 0,3-2 0 0,1 0-60 32,-3 1-4-32,2-2 28 0,-3 1-28 0,-1-3-24 15,5-2-24-15,-3 4 12 0,-2-6 100 16,1 0-60-16,3 5-56 0,1-5 124 0,8 2 4 16,0 2 352-16,8-1-144 15,-5 0-196-15,10-1 64 0,-6-2 72 0,5 4-12 16,4-1-24-16,3 1-12 0,5-4-52 15,0 0-48-15,3-4 0 0,0-3 0 0,5 2 8 16,0-4-8-16,3-2 4 0,6 5-4 16,-6-7 124-16,8 5-36 0,-3-3-84 15,4 2 44-15,-1-1 52 0,-3 1 24 0,4 3-112 16,-1-1-12-16,0 4-4 16,-2-4 0-16,2 7 4 0,4-3 0 15,-7 0-4-15,4 3-48 0,-1-3 40 0,1 0 8 16,-5 3 4-16,5-3-4 0,0 0 4 0,-5-1-60 15,1 1 52 1,-5-3 8-16,1 0 12 0,-5 2 88 0,1-2-28 16,-8 3-64-16,0-1 80 15,-5 4-28-15,-3 0-52 0,-4 0 40 0,-5 0 4 16,1 7-52-16,-9-1-8 16,-3 1-56-16,0-1 16 0,-3 0 0 0,-6-2 44 0,-3 2-48 15,-4-3 40 1,-8 0-36-16,-1-3-40 0,-3 3 80 0,-7-3-88 15,2 0-16-15,-11 0-24 0,0 0-12 16,-4 3 24 0,-8-3-24-16,0 0-16 0,0 0-168 15,-4 0-56-15,-4 0-124 0,-7-3-620 0,-6-3-872 0,5 0-2261 0,-12-7-987 16</inkml:trace>
  <inkml:trace contextRef="#ctx0" brushRef="#br0" timeOffset="40094.555">20408 13739 10436 0,'0'0'1765'15,"0"0"-821"-15,0 0-664 0,0 0-12 0,0 0 444 0,82 50 248 16,-61-37-344 0,-1 1-200-16,3 3-40 0,-3-1-40 15,5 3 0-15,-6 0-16 0,5 0-48 16,-4 3-136-16,-4 1-84 0,0 3-44 15,-4-1 4-15,-4 0 72 0,-4 3-20 0,-4 1 48 16,0 3-28-16,-12-1 4 0,0 5-84 16,-8-5 4-16,-8 4-8 0,0 0-124 15,-4-3-84-15,-8-1-76 0,5 1-264 0,-9 0-348 16,-4-7-448-16,12-6-952 0,-23 3-4093 0</inkml:trace>
  <inkml:trace contextRef="#ctx0" brushRef="#br0" timeOffset="41193.934">22850 13258 7552 0,'0'0'508'0,"0"0"1176"0,0 0 545 16,0 0-365-16,0 0-536 0,0 0-280 15,0 0-124-15,0 0-252 0,-8-9-144 16,16 9-156-16,7 3-236 0,13 3 316 16,16 4 504-16,4 0-420 0,8-4-204 0,0 3-64 15,0-5-28-15,3-1 65 0,-3 0-37 16,3-3-88-16,-3 0-92 0,4-3-88 16,-8-4-12-16,4 1-40 0,-5 3-8 15,-3-3 0-15,0-1-12 0,0 1-96 16,-9 3-77-16,-7-1-155 0,-4 4-88 0,-7-3-60 15,-6 3-64-15,-2 0-136 0,-10 0-600 16,1 0-864-16,-4 0-992 0,0 3-1697 16,-7-3-739-16</inkml:trace>
  <inkml:trace contextRef="#ctx0" brushRef="#br0" timeOffset="41511.058">23216 13366 7472 0,'0'0'1996'0,"0"0"-600"16,0 0-407-16,0 67 267 0,0-38-100 0,0 2-260 0,4 10-316 15,0 1-252-15,-4 5-12 0,0 4 32 16,0 3-12-16,0 4-72 0,0 2-28 16,-8 0-52-16,1 4 28 0,-2-7-140 15,1-3-64-15,0-3-8 0,1-6-48 0,-2-8-76 16,5-5-100-16,4-7-148 0,0-9 0 0,0-6-292 16,4-4-316-16,5-6-388 0,-2-6 260 31,5-10-60-31,1 0-1257 0,2-19-2367 0</inkml:trace>
  <inkml:trace contextRef="#ctx0" brushRef="#br0" timeOffset="41778.675">23551 13411 132 0,'0'0'9292'0,"0"0"-7263"0,0 0-1133 0,0 0 0 0,0 0 728 0,0 0-428 16,0 0-368-16,0 0-380 16,8 82-64-16,-1-50-12 0,1 3-40 0,1 7-12 0,-5 5-148 15,0 3-52-15,3 9-116 0,-7-1-4 32,0 3 0-32,0 3-124 0,0-3-48 15,-7-1-100-15,-1-3-284 0,4-6-64 16,-1-3-252-16,1-7-476 0,4-3-376 0,0-7-1021 15,0-8-363-15,0-2-2300 0</inkml:trace>
  <inkml:trace contextRef="#ctx0" brushRef="#br0" timeOffset="42577.232">24575 13339 1356 0,'0'0'4700'16,"0"0"-3228"-16,0 0-524 0,0 0-288 0,0 0-104 0,0 0-156 15,0 0 737-15,0 0 707 0,0 0-168 16,0 0-616-16,0 0-344 0,-4 33 72 16,4 0-292-16,4 11-52 15,3 13-112-15,1 9 64 16,1 8-16-16,-5 8-24 0,0 6-124 16,-4 2-72-16,0 6-76 0,-8-4-72 15,-1 0-4-15,-2-7 164 0,-1-3-108 0,0-8-64 16,4-11-108-16,0-6-28 0,0-6 88 15,4-9-112-15,4-10-96 0,0-7-112 16,0-8-100-16,0-9-592 0,4-8-72 0,4 0-540 16,0-13 328-16,3-6 84 0,-2-9-673 15,-5 2-1031-15,-4-27-4196 0</inkml:trace>
  <inkml:trace contextRef="#ctx0" brushRef="#br0" timeOffset="42908.591">24503 13369 6588 0,'0'0'1816'0,"0"0"-68"0,0 0-443 0,0 0 91 0,0 0-328 16,0 0-396-16,72-63-252 0,-52 54-168 15,-1 5-52-15,2 4-72 0,3 0 60 16,-1 4 172-16,5 5 8 0,-4 4-216 15,-4 0-52-15,0 2-52 0,-8 4-44 16,0 4 132-16,-5 2-72 0,-2 4 12 16,-5-1 48-16,0 1-124 0,-5-1-4 15,-2 4-60-15,-5-1 4 0,-8 1 8 0,4-6-36 16,-4 2 0-16,0-6-24 0,-3 1-36 16,-1-6-152-16,-1-5-116 0,1-3 0 0,0-3 0 15,1 0-76-15,-5-6-244 0,4 0-400 16,-4 0-492-16,8-6-725 0,-7-2-947 15</inkml:trace>
  <inkml:trace contextRef="#ctx0" brushRef="#br0" timeOffset="43859.499">25153 12786 3860 0,'0'0'2176'16,"0"0"-1072"-16,0 0 0 0,0 0-28 0,0 0 24 15,0 0-211-15,0 0-401 0,-4-67-24 0,12 57 160 16,-5 4 180-16,5 3-68 0,0-4-180 15,-3 4-40-15,2 3-76 0,-3 0-20 16,0 0-96-16,4 0 0 0,-3 7 0 16,6 2-140-16,-3 4 28 0,5 9-112 15,-6 1-52-15,-3 4 16 0,0 3-64 0,-4 1-88 16,0-2-24-16,0-1-88 0,0-3-36 0,0-6-36 16,0-6 60-1,0-3-64 1,0-7-88-16,0 1-64 0,0-4 12 0,0 0-100 15,4 0 88-15,-4-4 264 0,8 1 164 0,-4-7 136 0,0-3-136 0,0-1-240 0,4-9 228 32,0 0-128-32,0-2 52 0,-4 0-76 0,4-4 72 15,0 4 56-15,0 2 36 0,4 1 88 16,-5 3-84-16,1 3 212 0,1 4 152 16,-1 2 88-16,-1 4 36 0,-3-1-52 15,0 4-64-15,-4 3-32 0,5 0-108 0,-5 0-136 16,4 0-100-16,0 0 52 0,-1 3 44 15,5 4 68-15,-4 5 96 0,5 1-136 0,-5 9-72 16,-4 1-4-16,3 5-48 0,-3 4-12 16,0 0-112-16,-3 3-348 15,-1-4-76-15,0 4-108 0,-1-7-140 0,-3 4-140 0,4-3-428 16,-3-4-653-16,7 1-755 16,-4-10-220-16,-1 3-1823 0</inkml:trace>
  <inkml:trace contextRef="#ctx0" brushRef="#br0" timeOffset="44138.991">25671 13103 5652 0,'0'0'3004'0,"0"0"-1116"0,0 0-435 0,0 0-81 16,11 86 100-16,-11-54-280 0,0-1-400 16,0 4-368-16,0 3-40 0,0-3-84 15,0 7-188-15,0-4-112 0,-3-1-108 0,-1 2 8 16,4-8-160-16,0-6-352 0,0-2-24 16,0-10-56-16,0-5 76 0,4-3-56 15,-1-5-332-15,1 0-544 0,0-5-837 16,0-13-2119-16</inkml:trace>
  <inkml:trace contextRef="#ctx0" brushRef="#br0" timeOffset="44406.447">25682 12983 7672 0,'0'0'1844'16,"0"0"-179"-16,0 0-369 0,0 0 272 0,0 0-316 0,0 0-448 0,0 0-300 15,0 0-28 1,0 0 80-16,0 0-108 0,68-58-176 16,-52 55-64-16,-4 0-60 0,0 3-88 15,0 0 28-15,-4 0 24 0,3 0-112 0,-2 3-40 16,-5 3-108-16,0 0 40 0,0 1-52 16,-4 5 24-16,0-1 0 0,0 4-36 0,-4-3-64 0,-4 5 36 15,-4-2-24 1,0-2-108-16,0 0-168 0,-8 0-116 0,4 0-380 0,-4-4-412 15,0 4-548-15,0-7-1001 0,-7 7-1963 16</inkml:trace>
  <inkml:trace contextRef="#ctx0" brushRef="#br0" timeOffset="53160.899">7000 16554 10452 0,'0'0'841'16,"0"0"1335"-16,0 0-1552 0,0 0 224 0,-79 13-68 0,54-4-60 15,1 4-12-15,-4 0-160 16,0 6-92-16,0 3-96 0,1 7-80 0,3-3 92 0,0 2 32 16,4 4 96-16,1-1-156 0,2 4-160 15,9 0-72-15,5 4-112 0,3 1-144 16,0 2-52-16,11 2-12 0,6 0 0 16,-2-6-36-16,9 1-52 0,0-11 12 15,8-2-144 1,4-8-352-16,-1-8-212 0,5-7-264 0,1-6-548 0,-2-9-460 15,-7-1-1765-15,4-13-1259 0</inkml:trace>
  <inkml:trace contextRef="#ctx0" brushRef="#br0" timeOffset="53628.724">7263 16818 7748 0,'0'0'1528'16,"0"0"-840"0,0 0 84-16,0 0 517 0,0 0-73 0,0 0-468 0,0 0-368 15,0 0 0-15,0 0 36 16,-13 80-24-16,22-59-40 0,-5 2-128 16,4-4-212-16,3-4-12 0,-2-2-72 0,-1-3-56 15,3-7 116-15,2 0-48 16,2-3 60-16,2-6-16 0,-2-4-72 0,2-9-24 15,-2-3-64-15,-2-3-76 0,2-5-36 16,-6 2 36-16,-2 3 8 0,-3 0 56 16,0 3 144-16,-4 2 44 0,0 8 128 15,0 2 140-15,-4 4 60 0,-3 3-252 0,-2-1-76 0,1 4-40 16,-3 0-24-16,2 0-8 0,1 7-108 16,4-4-200-16,0 7-24 0,1-1-424 15,3 4-516-15,0-4-1137 0,0 10-2479 16</inkml:trace>
  <inkml:trace contextRef="#ctx0" brushRef="#br0" timeOffset="53801.276">7849 16875 6596 0,'0'0'1624'0,"0"0"-664"15,0 0-68-15,0 0 141 0,0 0-213 16,0 0-448-1,0 0-228-15,75 16-144 0,-62-16-116 0,2 0-336 0,1-4-705 16,-4 1-819-16,8-2-1988 0</inkml:trace>
  <inkml:trace contextRef="#ctx0" brushRef="#br0" timeOffset="53960.305">8382 16815 5380 0,'0'0'2340'15,"0"0"-1612"-15,0 0-444 0,0 0 768 16,0 0 741-16,0 0-501 0,0 0-832 0,88 34-320 16,-76-31-140-16,4 1 0 0,4-4-152 15,-4 0-204-15,0 0-812 0,0-4-609 0,-4 1-1387 16,4 0-2116-16</inkml:trace>
  <inkml:trace contextRef="#ctx0" brushRef="#br0" timeOffset="54098.537">8757 16824 7188 0,'0'0'2620'16,"0"0"-1576"-16,0 0-823 0,0 0 267 0,0 0 784 16,0 0 40-16,0 0-768 15,0 0-368-15,0 0-176 0,87 48-132 0,-70-48-68 0,2 0-320 16,-2-4-396-16,-2-2-1164 0,5-7-3701 0</inkml:trace>
  <inkml:trace contextRef="#ctx0" brushRef="#br0" timeOffset="54468.995">9228 16640 3860 0,'0'0'8097'0,"0"0"-7073"0,0 0-1016 0,0 0 120 0,0 0 828 16,-5 72 408-16,10-58-584 0,2 2-440 15,1 0-104 1,0-4 36-16,0 1-8 0,4 0-92 0,-4-4-72 16,0 1-100-16,4-4 0 15,-4-3-4-15,4-3-8 0,0 0-56 0,-5-3 60 0,6-3-108 16,-1-10 44-16,-1 0-80 16,2-6-32-16,-6-1-92 0,1 2 64 0,-4-3-36 15,5 3 116 1,-9-2 20-16,0 8-176 0,0 2 88 0,-13 0 12 15,2 3 188-15,-10 1 104 0,2 3 32 16,-1 3-72-16,-4 3 48 0,4 0 164 0,0 0-72 16,-4 9-204-16,4 0-108 15,0 4-80-15,4 6-136 0,-3 0-332 0,-2 0-420 16,6 0-608-16,2-2-1477 0,-2 2-2851 16</inkml:trace>
  <inkml:trace contextRef="#ctx0" brushRef="#br0" timeOffset="55116.475">9853 16323 9260 0,'0'0'1885'15,"0"0"-1293"-15,0 0-372 16,0 0 828-16,0 0 528 0,0 70-328 0,0-42-468 15,4 7-256-15,7 2-52 0,-2 5-112 0,-1 3 60 16,-1-4-124-16,1 3-76 0,1 3-60 16,-2-1-24-16,1-2-72 0,-4 0-64 15,1-3-60-15,-1 1-100 0,0-4-24 0,-4-6-100 0,3-4-320 16,1-6-264-16,0-6-160 0,0-2-396 31,0-6-664-31,1-4-2325 0,-5-4-2407 0</inkml:trace>
  <inkml:trace contextRef="#ctx0" brushRef="#br0" timeOffset="55784.101">10502 16862 7628 0,'0'0'3248'16,"0"0"-1935"-16,0 0-1121 0,0 0 240 16,0 0 968-16,0 73-112 0,-4-50-456 15,0-1-404-15,1 3-156 0,-6 0 0 0,5-3-48 16,-4 5-60-16,1-8-164 16,3 0-60-16,-1-5-88 0,1 0-76 0,0-8-372 15,4 1-248-15,-4-7-136 0,4 0-304 31,0-7-712-31,0 1-1233 0,8-13-2619 0</inkml:trace>
  <inkml:trace contextRef="#ctx0" brushRef="#br0" timeOffset="56178.347">10865 16815 7384 0,'0'0'1584'0,"0"0"-1004"0,0 0-228 0,-4 72 640 16,4-49 577-16,0-2-333 0,4-4-664 15,0 2-304-15,3-10-156 0,6 1 156 16,-5-7-20-16,3-3-80 0,2 0-168 0,2-3-212 15,2-10-28-15,-2-6-152 0,2-6-356 16,-2-4-272-16,1-3 32 0,-4 4 204 16,0 3 191-16,0-1 125 0,-4 7 288 0,0 3 180 15,0 0 152-15,-8 4 16 16,0 3-28-16,0 2 160 16,-5 3 253-16,-2 4 271 0,-1 0 36 0,0 0-96 0,-4 0-128 0,0 6-128 15,1 1-28-15,-2 3-204 0,5-4-228 16,-3 4-48-16,2-4-200 0,1 4-216 15,1-4-444-15,-1 0-288 0,3 4-328 0,1 0-705 16,0-1-1015-16,4 0-2328 0</inkml:trace>
  <inkml:trace contextRef="#ctx0" brushRef="#br0" timeOffset="56378.471">11502 16767 9972 0,'0'0'1765'0,"0"0"-1085"0,0 0 432 0,0 0 660 0,0 0-576 0,76 38-596 15,-61-32-404-15,2-2-44 0,3-4 8 16,-5 0-160-16,6 0 0 0,-2-7-160 0,-3-2-428 0,5-4-152 16,-2-3-304-16,-3 4-512 0,4-4-504 15,-4 3-525-15,-4 3-691 0,8-3-1348 16</inkml:trace>
  <inkml:trace contextRef="#ctx0" brushRef="#br0" timeOffset="56528.141">12024 16693 6776 0,'0'0'2312'0,"0"0"-1072"16,0 0-451-16,0 0-33 0,100 19 64 0,-68-12 736 15,-4 5 576-15,0-1-1024 0,-9-2-464 16,1-2 60 0,-4 2 116-16,0 0-352 0,5 1-300 15,-2 0-168-15,1-1-72 0,-4-6-12 16,0-3-884-16,-4 0-168 0,0-9-156 15,-4-4-936-15,3 3-2361 0,2-12-2647 0</inkml:trace>
  <inkml:trace contextRef="#ctx0" brushRef="#br0" timeOffset="56727.246">12637 16498 1812 0,'0'0'4276'15,"0"0"-3016"-15,0 0-248 0,0 0 180 16,0 0 193-16,80 47 91 0,-59-31-136 0,2 3 116 15,1-1-384-15,-4 2-660 0,4 2-164 32,-4 0-72-32,0 7-52 0,-5-1-116 0,2 4-8 15,-6 0-76-15,-7 3-208 0,-4-4-460 16,-4 4-372-16,-11-2-596 0,2-8-1177 16,-15 9-2167-16</inkml:trace>
  <inkml:trace contextRef="#ctx0" brushRef="#br0" timeOffset="57407.701">9741 17719 6928 0,'0'0'2376'15,"0"0"-659"-15,0 0-393 16,0 0 244-16,0 0-152 0,0 0-332 0,0 0-396 15,0 0 80-15,0 0 24 0,0 0-204 0,56 95-144 16,-45-53-92-16,-2 3-132 16,3 5-60-16,-9 1-160 0,6 3-12 15,-5-4 8-15,0 5 0 0,0-8-52 0,0 1-8 0,-4-6-156 16,0-4-108-16,0-7-52 16,0-6-148-16,0-9 108 0,0-10 100 15,0-1-4-15,0-5-396 0,-8-7-660 0,0-6-972 0,-4-9-873 16,4 3-1215-16,-8-20-76 15</inkml:trace>
  <inkml:trace contextRef="#ctx0" brushRef="#br0" timeOffset="57632.346">9733 17712 9080 0,'0'0'1252'0,"0"0"-772"15,0 0 61-15,0 0 715 0,88-47-96 16,-64 41-384-16,-5 3-272 0,5 3 40 15,-3 0-144-15,-2 0-72 0,1 3-76 16,-3 0-4-16,-6 0-60 0,-3 4-176 0,0 0 100 0,-3 1 24 16,-5 6 0-16,0-3 28 15,0 8-164-15,-13 1-124 0,1 2-52 0,0-3-48 0,-7 1-36 16,2-2-192-16,-7 1-128 0,1 0-84 16,-1-3-136-16,-4 1-124 0,0-6-316 15,0 6-721-15,9-8-1199 0,-9-2-2088 0</inkml:trace>
  <inkml:trace contextRef="#ctx0" brushRef="#br0" timeOffset="58354.799">14056 16437 7280 0,'0'0'2336'0,"0"0"-735"0,32 67-293 0,-16-29 120 16,-1 9-164-16,-2 4-336 15,-1 9-172-15,-4 1-236 0,0-1-60 0,-4 3-76 16,0 1-148 0,0-7-176-16,-4-6-60 0,0-3-172 0,0-14-40 15,0-8-232-15,3-10-104 0,1-7-112 16,-4-6-208-16,9-3-736 0,-5-9-888 16,0-1-765-16,0-12-3015 0</inkml:trace>
  <inkml:trace contextRef="#ctx0" brushRef="#br0" timeOffset="58765.527">14243 16830 7824 0,'0'0'1428'0,"0"0"-588"0,0 0 117 0,0 0 519 0,0 0-380 15,0 0-272-15,96-19-128 16,-72 23 208-16,0 2-124 16,8 3-220-16,-1 4-124 0,5 0-228 15,12-1-84-15,4-1-76 16,8 1 236-16,12-5-256 0,-1-1-28 0,5-4-88 15,3-2 28-15,1 0-64 0,8 0 48 16,-5-2 4-16,5-4-140 0,0 1-48 0,-4-1 24 16,0 3 52-16,-1 3 8 15,5 0 176-15,3 3 24 0,5 3 212 0,8 5-48 0,11-5-180 16,4-4-8-16,5-2 4 0,7 0 32 16,5 0-36-16,-1-8-8 0,9-9-52 15,4 5-16-15,3-7 76 0,-4 0 48 16,0 3 152-16,1-3 84 0,-4 3-24 15,-9 0-172-15,-4 4 96 0,-4-1-60 0,-3 3 24 16,-8 1-36-16,-4 0 20 16,-13 2-56-16,-3 1-12 0,-16 0-64 0,-9-1-196 15,-7 3-148-15,-16-2-176 0,-12 0 0 16,-12 3-24 0,-9 3-108-16,-11-4-192 0,-4 4 112 15,-8 0 64-15,-7 0 80 0,-9 0-264 0,-4 0-524 16,-8 0-105-16,-1 0-207 0,10-3-352 15,-21 3-524-15</inkml:trace>
  <inkml:trace contextRef="#ctx0" brushRef="#br0" timeOffset="59044.559">18789 16446 11429 0,'0'0'1628'15,"0"0"-1028"-15,84 28-336 0,-52-15 180 16,8 4 328-16,-8-5 120 0,-4 3-276 16,0 2-104-16,0-2 60 0,0-2-40 15,-4 0-224-15,-1 0-88 0,-3-4-132 0,0 4-28 16,-4-3-48-16,0-1 76 16,-4 0-28-16,-5-2 4 0,-7 2-52 0,0 2 72 0,0 3-4 15,-15 3-80-15,-9 4-200 16,-4 6-44-16,-8 4-28 0,-3 1 52 0,-6 3 8 15,-2 0-108-15,-5 0-188 0,-4 3-140 16,0-7-108-16,1 4-136 16,3-6-436-16,16-9-872 0,0-1-3045 0</inkml:trace>
  <inkml:trace contextRef="#ctx0" brushRef="#br0" timeOffset="59736.693">22634 15773 9004 0,'0'0'1812'0,"0"0"-795"0,0 0-477 0,0 0 672 0,0 0 724 15,0 0-368-15,16 106-468 16,-11-59-348-16,-5 10-160 0,0 9 32 16,0 1 20-16,0 9-216 0,-5 4-136 0,1 4-112 15,-4 3-92-15,-3-1-88 0,2 3-60 31,-6-3-28-31,3-4 88 0,-4-6 48 0,4-7 48 16,-1-5-96-16,2-10-48 16,7-10-76-16,0-6-168 0,-1-5 0 0,5-8-84 15,0-9-76-15,0-4-172 0,0-5-188 0,0-7-272 16,0-3-264-16,0-7-680 0,5-12 64 16,-5 6-1065-16,0-26-2327 0</inkml:trace>
  <inkml:trace contextRef="#ctx0" brushRef="#br0" timeOffset="59976.958">22499 15996 12177 0,'0'0'1700'16,"0"0"-940"-16,0 0-332 0,0 0 808 0,92-48-52 0,-69 38-480 16,1 1-332-16,4-1-152 15,0 0 64-15,4 5-76 16,-4-6-60-16,0 9-60 0,-4-2-40 15,-5 4-48-15,-2 0-12 16,-13 4-36-16,0 9 48 0,-4 2 84 0,-4 8 24 0,-13 5-108 16,-2 4-148-16,-5 6-48 15,-8 1 60-15,-4-6-24 0,1 3 48 16,-6-1-144-16,-2-3-264 0,-6-1-248 0,-7-3-292 16,-3-2-564-16,0 0-732 0,7-7-1709 15,-28 3-1083-15</inkml:trace>
  <inkml:trace contextRef="#ctx0" brushRef="#br0" timeOffset="61837.058">9140 18675 2600 0,'0'0'6164'0,"0"0"-4020"0,0 0-819 0,0 0-249 0,0 0 128 16,0 0-168-16,0 0-168 0,0 0-332 0,0 0-212 15,0 0-52-15,7 16-84 0,14-6 172 16,-2 6-164-16,9-2 20 0,4 3-212 15,0-1-8-15,-1 0-60 0,-3 0 56 0,0-7-120 16,0 0 116-16,-3-2-172 16,-1-1 72-16,-1-2-296 0,1-4-340 0,0-4-256 15,0-4-836-15,-4-3-1028 0,7-8-3081 0</inkml:trace>
  <inkml:trace contextRef="#ctx0" brushRef="#br0" timeOffset="62045.646">9997 18592 6232 0,'0'0'4432'0,"0"0"-2887"0,0 0-305 0,0 0 104 16,0 0-88-16,0 81-300 0,0-56-424 15,-5 0-244-15,5 3-140 0,0 1-88 16,-4 3-60-16,4 0 0 0,-4-3-160 15,0 1-88-15,0-2-324 16,0 2-176-16,-3-5-224 0,2-3-392 0,1-3-588 0,0-8-461 16,4-2-1647-16,-4-6-1400 0</inkml:trace>
  <inkml:trace contextRef="#ctx0" brushRef="#br0" timeOffset="63064.913">14478 17894 5776 0,'0'0'4480'0,"0"0"-3255"0,0 0-197 0,0 67-252 0,0-29 216 15,0 6-108-15,0 11-280 0,0 1-264 31,4 2-340-31,-4-2-108 0,0 2-168 0,0-11-380 0,0 1 216 16,4-13-412-16,-4-4-664 0,5-8-597 16,-1-10-699-16,3-5-1564 15</inkml:trace>
  <inkml:trace contextRef="#ctx0" brushRef="#br0" timeOffset="63569.451">14746 18254 6776 0,'0'0'1600'0,"0"0"-356"0,0 0-612 0,0 0 361 16,0 0 123 0,87-5-336-16,-63 5-192 0,0 5 120 15,4-3 0-15,4 4-64 0,-1-2-396 0,5 3-96 16,8-5-48-16,-4 4-100 0,8 0 60 16,3-2-64-16,5 3-12 0,4-4-32 15,4 2 44-15,0-1 0 0,3-1-88 0,2-3 36 16,2 4-24-16,0-4 72 0,2 0-8 15,-2 2 8-15,4-2 0 0,2 0-8 16,-6 0-112-16,-3 0 12 0,4 0-12 16,-1 0 36-16,1 0 0 0,4 7 88 15,-1-2 136-15,9 2 340 0,-4 0-424 16,7-7-48-16,-3 0-8 0,8 0-4 16,3-7 8-16,5-2-12 0,4-1 4 0,-1 1 8 15,0-3-52-15,2-2 48 16,-6-2 4-16,-4 4-4 0,5 3-4 0,-9-5-4 0,1 5 12 15,5-1 4-15,-7 1 8 16,2-1 52-16,0 1-16 0,-1 0-32 0,1-1-8 0,0-3-8 16,-5 4 0-16,1 0 8 0,-4-1-4 15,-1 3-4 1,-7 5-40-16,0-3 28 0,-13 5 12 0,-3 0 4 16,-8 0 48-1,-4 0 76-15,-12 7-128 0,-4-3 0 0,-8-1-52 16,-5 2 44-16,-6 0-52 0,-5-3-108 15,-4-2-108-15,-1 4-76 0,-3-4 0 0,0 0-4 16,-3 0-100-16,-9 0-268 16,-4-6-436-16,-5-1-409 0,-2 1-731 15,3 0-652-15,-16-5-1216 0</inkml:trace>
  <inkml:trace contextRef="#ctx0" brushRef="#br0" timeOffset="63785.681">19227 17961 5700 0,'0'0'1876'0,"0"0"-556"0,0 0-528 0,0 0 164 15,0 0 125-15,84-10-273 0,-52 10-260 16,4 7-76-16,0 2-12 0,0 7 60 16,4 3 36-16,-1 3-52 0,-3 3-68 0,1 5 56 15,-5-3-128-15,-1 5-180 16,-4-3-44-16,-6-1-128 0,-1 4 0 0,-8-3-12 0,-5 2 0 16,-7 5-120-16,0 2-356 15,-11 0-100-15,-10 3 96 0,-7 3 204 0,-3-2 24 16,-5 2-140-16,-7 0-444 0,3-4-324 15,-4-7-536-15,12-10-813 0,0-2-4007 0</inkml:trace>
  <inkml:trace contextRef="#ctx0" brushRef="#br0" timeOffset="71784.369">22168 17554 3600 0,'0'0'7272'0,"0"0"-5335"0,0 0-117 0,0 0-296 15,0 0-200-15,0 0-272 0,0 0-120 16,0 0-232-16,0 0-272 0,0 0-184 31,0 0-88-31,0 0-32 0,0 48 156 0,12-20-52 16,-4 4-20-16,0 4-51 0,0-3 3 15,-4 6-72-15,0-1-88 0,0 3-96 16,-4 1 12-16,0-2-28 0,-4-1 28 0,0-4-77 16,0-6-275-16,0-4 0 0,4-9 20 15,0-7-136-15,4-2-344 16,8-7-276-16,8 0-296 0,8-12-740 0,0-11-1861 15,-4 4-2011 1</inkml:trace>
  <inkml:trace contextRef="#ctx0" brushRef="#br0" timeOffset="72010.386">23072 17554 588 0,'0'0'8956'0,"0"0"-6659"0,0 0-585 0,0 0 0 0,0 0 44 0,0 0-592 0,0 0-448 0,-59 76-348 0,39-44-84 16,-4 4-64-16,-4 4-48 0,0 2-40 16,0 5-32-16,-4 5-52 0,1 0-48 0,-1 12-8 15,-4 3-76-15,0 2 20 16,-4 8-92 0,-7 2-248-16,2 1-40 0,-6 2-148 0,3-5 36 15,1-4-160-15,2-3-220 0,9-8-656 16,5-1-644-16,6-9-405 0,6-11-1863 0,7-13 348 15,4-5 3384-15</inkml:trace>
  <inkml:trace contextRef="#ctx0" brushRef="#br0" timeOffset="72484.3">22989 18094 6108 0,'0'0'796'16,"0"0"2288"-1,0 0-1587-15,-8 95-265 0,4-57 40 16,0 3 32-16,4 10-232 0,-4 0-236 0,0 3-156 16,1 1-248-16,3-3-124 0,-5 6-308 15,5 0 0-15,0 1-332 0,5 8-176 16,-2-3-224-16,1-3-244 0,-4-14-828 16,4-9-440-16,-4-16-1033 0,0-8-2159 0</inkml:trace>
  <inkml:trace contextRef="#ctx0" brushRef="#br0" timeOffset="72782.913">23048 18110 52 0,'0'0'9944'15,"0"0"-8383"1,0 0-1317-16,0 0 208 0,0 0 568 15,0 0 72-15,0 0-456 0,0 0-84 16,0 0 64-16,0 0 0 0,0 0-232 16,84-4-60-16,-67 4-164 0,-2 4-148 15,-2-2-12-15,-2 5-4 0,-3 0-4 16,0-2 8-16,-3 2 12 0,-2 3 100 0,-3 0-24 16,0 5-88-16,-3-2-96 0,-10 6-112 15,1 0-280-15,-4-3-196 0,1 3-108 16,-6-3-296-16,-3-4-460 0,1 2-893 15,-9 2-1767-15,-5-4-656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5/2/2023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Tutorial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8628-07C6-48AC-81D2-08D9BA84B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Quiz</a:t>
            </a:r>
            <a:endParaRPr lang="en-MY" sz="7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A48D69-1BF1-4883-8931-1C561D644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478872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20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9AFEA7-268B-4DFB-AEBC-D9028EC95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27" y="224053"/>
            <a:ext cx="10135346" cy="29630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934584-44F5-4535-BE58-EDD13A0828E2}"/>
                  </a:ext>
                </a:extLst>
              </p14:cNvPr>
              <p14:cNvContentPartPr/>
              <p14:nvPr/>
            </p14:nvContentPartPr>
            <p14:xfrm>
              <a:off x="668160" y="3328200"/>
              <a:ext cx="9339480" cy="2809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934584-44F5-4535-BE58-EDD13A0828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800" y="3318840"/>
                <a:ext cx="9358200" cy="282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3604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7DD684-C6FC-411C-9EED-FB34339D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098" y="1018909"/>
            <a:ext cx="9917966" cy="241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11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A5AE28-8F27-4C46-93CD-63F8D0BA5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27" y="269515"/>
            <a:ext cx="9727414" cy="26068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EE2329-CB1E-4505-855B-B082C783D28A}"/>
                  </a:ext>
                </a:extLst>
              </p14:cNvPr>
              <p14:cNvContentPartPr/>
              <p14:nvPr/>
            </p14:nvContentPartPr>
            <p14:xfrm>
              <a:off x="2412720" y="316440"/>
              <a:ext cx="9382320" cy="6034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EE2329-CB1E-4505-855B-B082C783D2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3360" y="307080"/>
                <a:ext cx="9401040" cy="605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9518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F25433-D5F5-4E3C-B7BE-5C84F7181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57" y="295054"/>
            <a:ext cx="10060351" cy="24481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858D86-CD45-4C37-A1BD-40B4DE1658B6}"/>
                  </a:ext>
                </a:extLst>
              </p14:cNvPr>
              <p14:cNvContentPartPr/>
              <p14:nvPr/>
            </p14:nvContentPartPr>
            <p14:xfrm>
              <a:off x="586440" y="682200"/>
              <a:ext cx="11569680" cy="5859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858D86-CD45-4C37-A1BD-40B4DE1658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7080" y="672840"/>
                <a:ext cx="11588400" cy="587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9999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45E04D-7972-4989-8357-71D36A093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23" y="479966"/>
            <a:ext cx="9719602" cy="22543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1D2B66-9CFC-407D-9694-07DC72BD85CD}"/>
                  </a:ext>
                </a:extLst>
              </p14:cNvPr>
              <p14:cNvContentPartPr/>
              <p14:nvPr/>
            </p14:nvContentPartPr>
            <p14:xfrm>
              <a:off x="1781280" y="685800"/>
              <a:ext cx="7032960" cy="5841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1D2B66-9CFC-407D-9694-07DC72BD85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1920" y="676440"/>
                <a:ext cx="7051680" cy="585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094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CDEAA1-9B21-4DF8-A4FD-BF2DE8A0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52" y="399418"/>
            <a:ext cx="9529476" cy="2237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E9EF8E-230E-4290-8298-8F5790AF5A36}"/>
                  </a:ext>
                </a:extLst>
              </p14:cNvPr>
              <p14:cNvContentPartPr/>
              <p14:nvPr/>
            </p14:nvContentPartPr>
            <p14:xfrm>
              <a:off x="605160" y="2970360"/>
              <a:ext cx="9924840" cy="340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E9EF8E-230E-4290-8298-8F5790AF5A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5800" y="2961000"/>
                <a:ext cx="9943560" cy="342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2615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4064BE-DE3A-4783-938E-ACD602C56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94" y="432557"/>
            <a:ext cx="10188974" cy="26568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15284C-BEBF-4568-85A8-CA2E262B0E62}"/>
                  </a:ext>
                </a:extLst>
              </p14:cNvPr>
              <p14:cNvContentPartPr/>
              <p14:nvPr/>
            </p14:nvContentPartPr>
            <p14:xfrm>
              <a:off x="624960" y="720"/>
              <a:ext cx="11356560" cy="621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15284C-BEBF-4568-85A8-CA2E262B0E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600" y="-8640"/>
                <a:ext cx="11375280" cy="622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6998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7BA542-B8EE-463E-B969-CD7B077EE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904" y="267551"/>
            <a:ext cx="10249858" cy="23513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EA459C-F09E-4EBE-985A-84F772744315}"/>
                  </a:ext>
                </a:extLst>
              </p14:cNvPr>
              <p14:cNvContentPartPr/>
              <p14:nvPr/>
            </p14:nvContentPartPr>
            <p14:xfrm>
              <a:off x="1183320" y="2827440"/>
              <a:ext cx="8501760" cy="4030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EA459C-F09E-4EBE-985A-84F7727443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3960" y="2818080"/>
                <a:ext cx="8520480" cy="404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5100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62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2A8F1E-2A26-43B2-B3CF-F15D3482FB5D}">
  <ds:schemaRefs>
    <ds:schemaRef ds:uri="6af921c6-6f3c-4d56-a22a-8f189f1aa588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3264</TotalTime>
  <Words>10</Words>
  <Application>Microsoft Office PowerPoint</Application>
  <PresentationFormat>Widescreen</PresentationFormat>
  <Paragraphs>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DengXian</vt:lpstr>
      <vt:lpstr>DengXian Light</vt:lpstr>
      <vt:lpstr>Arial</vt:lpstr>
      <vt:lpstr>Calibri</vt:lpstr>
      <vt:lpstr>Calibri Light</vt:lpstr>
      <vt:lpstr>Office Theme</vt:lpstr>
      <vt:lpstr>MAT205: Abstract Algebra II </vt:lpstr>
      <vt:lpstr>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416</cp:revision>
  <dcterms:created xsi:type="dcterms:W3CDTF">2021-09-19T05:52:48Z</dcterms:created>
  <dcterms:modified xsi:type="dcterms:W3CDTF">2023-05-02T07:31:38Z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