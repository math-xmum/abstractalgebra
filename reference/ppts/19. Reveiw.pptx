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ink/ink1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81" r:id="rId4"/>
    <p:sldId id="285" r:id="rId5"/>
    <p:sldId id="286" r:id="rId6"/>
    <p:sldId id="287" r:id="rId7"/>
    <p:sldId id="280" r:id="rId8"/>
    <p:sldId id="283" r:id="rId9"/>
    <p:sldId id="284" r:id="rId10"/>
    <p:sldId id="288" r:id="rId11"/>
    <p:sldId id="289" r:id="rId12"/>
    <p:sldId id="290" r:id="rId13"/>
    <p:sldId id="291" r:id="rId14"/>
    <p:sldId id="292" r:id="rId15"/>
    <p:sldId id="293" r:id="rId16"/>
    <p:sldId id="294" r:id="rId17"/>
    <p:sldId id="295" r:id="rId18"/>
    <p:sldId id="296" r:id="rId19"/>
    <p:sldId id="298" r:id="rId20"/>
    <p:sldId id="297" r:id="rId21"/>
    <p:sldId id="299" r:id="rId22"/>
    <p:sldId id="300" r:id="rId23"/>
    <p:sldId id="301" r:id="rId24"/>
    <p:sldId id="302" r:id="rId25"/>
    <p:sldId id="304" r:id="rId26"/>
    <p:sldId id="303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cm"/>
          <inkml:channel name="T" type="integer" max="2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cm"/>
          <inkml:channelProperty channel="T" name="resolution" value="1" units="1/dev"/>
        </inkml:channelProperties>
      </inkml:inkSource>
      <inkml:timestamp xml:id="ts0" timeString="2021-09-21T04:59:5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16945 3883 4060 0,'0'0'588'0,"0"0"-408"15,0 0-180-15,0 0 0 0,0 0 124 16,0 0 252-16,0 0-52 0,0 0-204 16,0 0-120-16,-4-3-172 0,4 3-36 0,0 0 56 15,0 0 152-15,0 0 132 16,0 0-4-16,0 0-36 0,0 0 0 0,0 0 52 16,0 0 128-16,0 0 144 0,0 0 0 15,0 0-24-15,0 0-16 0,0 0-52 16,0 0-168-16,0 0-64 0,0 0-16 15,0 0 4-15,0 0-16 0,0 0 28 16,0 0-4-16,0 0-8 0,0 0-68 16,0 0 40-16,0 0 12 0,0 0 0 0,0 0-12 15,0 0-44-15,0 0 4 16,0 0 52-16,0 0-52 0,0 0 104 0,0 0 52 16,0 0 64-16,0 0-60 0,0 0-32 15,0 0-24-15,0 0 12 0,0 0-36 16,0 0-16-16,0 0 28 0,0 0 76 15,0 0-24-15,0 0-52 0,0 0-96 0,0 0-8 16,0 0-8-16,0 0 0 0,0 0 8 16,0 0 61-16,0 0-9 15,0 0 12-15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cm"/>
          <inkml:channel name="T" type="integer" max="2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cm"/>
          <inkml:channelProperty channel="T" name="resolution" value="1" units="1/dev"/>
        </inkml:channelProperties>
      </inkml:inkSource>
      <inkml:timestamp xml:id="ts0" timeString="2023-07-06T02:03:4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13622 7671 3536 0,'0'0'860'0,"0"0"4604"15,20-74-4496-15,-12 46-91 0,-1-5 251 16,6 0 28-16,-2 1-304 0,-2 3-124 16,-1 0-364-16,-4 4-224 0,-1 0-28 15,1-2 68-15,-4 6 20 0,4-2-140 16,-4 2 40-16,0 2 36 0,0-1 116 0,-8 1-92 15,5 6-24-15,-5-2 64 0,-5 2-48 16,2 4-152-16,-2-4 0 0,-2 4 12 16,-5 2 40-16,0 1 32 0,-8 2 176 15,0 4-88-15,-4 0-172 0,-3 0 0 0,-2 4-4 16,-2 9-104-16,-1-1 100 16,0 4-80-16,0 3-24 0,0 0 12 15,1 9 88-15,-2 4-72 0,-2 7 80 0,3 5-56 16,-8 6 60-16,5 7 4 0,2 8-4 15,2 4 0-15,-1 11 8 16,8-1 92-16,4 3 48 0,8-3-24 0,4 4 72 16,4-3-48-16,4-1 0 0,8-6-12 15,0-9-36-15,8-4-92 16,12-13 128-16,8-8 24 0,8-11 60 0,3-9 36 0,6-3-24 16,2-7-144-16,1-2-40 0,0-4 76 15,-4-3 20-15,3-6-44 16,-6 0-4-16,2-7-8 0,2-4-80 0,-2-2 4 15,0 0 28-15,-6-2-40 0,-5-2-136 16,0 4 28-16,-9-3-28 0,-3 3-60 16,-3-3-72-16,-10 3-148 0,-3 2-176 15,-4-2-36-15,0 0-104 0,-16 5-224 0,0-6-292 16,-4 4-600-16,-3 0-536 0,-1 4-205 16,-8-1-11-16,0 7 424 15,0-1 976-15,0 7 628 0,1 0 572 0,3 0 260 16,3 2 1032-16,5 3 804 0,9-5-480 15,3 0-20-15,8 0-380 0,0 0-15 16,0 0 83-16,8 0-492 0,3 0-204 0,9 0 84 16,1 0 96-16,6 0 76 15,5 0-264-15,4 0-160 0,-4 0-144 16,-4 0-268-16,-5 0-8 0,1 0 0 0,0-5-76 16,-3 3-84-16,-2-4-276 0,-3 3-368 0,4 0-292 15,-4-4-300-15,-4 3-356 0,4 1-133 16,-8 1 33-16,0-3-244 15,0 5 560-15,-8 0 1144 0,4 0 392 16,-4 0 952-16,0 0 768 0,0 5-136 0,0 4-4 16,0 1-171-16,-9 6-61 15,6 6-188-15,-5 3-132 0,0 6-68 0,0 5-92 16,0 2-132-16,0 3-68 0,0 0-48 16,1 4-168-16,-2-3-192 0,-3-1-64 15,8-6-196-15,-4-4-36 0,4-6-112 16,4-2 64-16,0-4 68 0,0-4-92 15,0-4-52-15,4-2-100 0,1-4-60 16,2-1-176-16,5-4-196 0,0 0-200 0,4 0-340 16,4-6-660-16,-4 0-997 15,15-11-3039-15</inkml:trace>
  <inkml:trace contextRef="#ctx0" brushRef="#br0">14347 8051 10288 0,'0'0'6705'0,"0"0"-6173"0,0 0-532 0,0 0-472 16,0 0 472-16,0 0 512 16,0 0 8-16,0 0-164 0,92-41-60 0,-60 35 84 0,3 3 112 15,14 3-148-15,2 0-272 16,5 0 52-16,0 3 8 0,3 3 112 15,1 1 24-15,0 0-36 0,4-7-72 0,3 0-4 16,-3 0-144-16,7-5-12 0,-2-4-60 0,2 0-60 16,-3-4-28-16,-1-3-8 15,-3 4-136-15,-8-5-88 0,-4 2 72 16,-5-2-44-16,-6 2-56 0,-5-1-180 0,-8 0-252 16,-4-3-380-16,-5 3-456 15,1 0-844-15,-8-3-2001 0,-3 3-1939 0,-6-6 5157 16</inkml:trace>
  <inkml:trace contextRef="#ctx0" brushRef="#br0">15685 7645 1280 0,'0'0'1288'0,"0"0"5452"0,0 0-5848 0,0 0-91 16,0 0 355-16,81 19 172 0,-57-15-224 0,4-1-144 15,0-3-152-15,-1 7-24 0,4-5-200 16,-3 4-236-16,0-3-116 0,-3 7-84 15,-1-1-12-15,-5 1-12 0,1 6-40 16,-8-3-84-16,0 6 0 0,-4 3 0 0,-8 0 56 16,0 6-56-16,0 2-112 15,-12-2 100-15,-8 4-88 0,5-4-60 0,-5 1 0 16,-5-1-36-16,1 2-88 0,1-9-4 16,-1 1-20-16,4-2-68 0,-8-1-196 15,5-3-224-15,-5-1-504 0,3-2-832 16,1 0-1145-16,9-7-2431 0,-1 0 2800 15</inkml:trace>
  <inkml:trace contextRef="#ctx0" brushRef="#br0">17029 7245 6536 0,'0'0'324'0,"0"0"2128"0,0 0-1080 16,0 0-35-16,0 0 347 0,87 47-124 0,-67-11-276 15,0 8-56-15,-4 13-324 0,-4 10-68 16,-4 6-312-16,-8 7-60 0,0-4-60 16,-8 3-28-16,-9-5-156 0,-2-2-136 0,-5-3-36 15,0-5-48-15,0-4-48 16,5-9-12-16,2-7-36 0,9-8-16 16,5-11-32-16,3-9-64 0,0-6-180 0,3-7-176 15,5-3-36-15,9-3-100 0,2-14-104 16,5-4-500-16,4-11-800 0,4-4-1124 15,-4-8-2037-15,-4 12-279 0,8-15 5404 16</inkml:trace>
  <inkml:trace contextRef="#ctx0" brushRef="#br0">17363 7849 796 0,'0'0'10237'16,"0"0"-8885"-16,0 0-356 0,0 0-604 0,0 0 332 16,0 0 712-16,92-42-132 0,-60 42-424 15,4 0 68-15,3 0-260 16,5 3-140-16,0-3-84 0,0 0-196 0,0 0-108 0,-1 0-112 15,2-9-48-15,-2-1-40 16,1-3-108-16,0-2-168 0,4-5-268 0,-5-1-336 16,1-2-460-16,0 2-1260 0,-16 0-2337 15,12-12-1939-15</inkml:trace>
  <inkml:trace contextRef="#ctx0" brushRef="#br0">18239 7382 6156 0,'0'0'3196'15,"0"0"-1764"-15,0 0-631 16,0 0-197-16,0 0 480 0,0 0 404 16,0 0 12-16,-28 82-208 0,25-40-252 0,-1 2-192 15,0 3-100-15,-4 10-200 16,-1 0-192-16,-2 4-140 0,-9 3-128 0,0-1-88 16,-4-2-56-16,0 3-136 0,0-8-124 15,1 0-148-15,-1 2-320 0,3-7-224 16,6-3-392-16,-1 0-808 0,8-17-1720 15,-4 10-2389-15</inkml:trace>
  <inkml:trace contextRef="#ctx0" brushRef="#br0">13048 10057 5548 0,'0'0'4200'0,"0"0"-3464"16,0 0-283-16,0 0 99 15,0 0 744-15,0 0 232 0,0 0-268 0,0 0-416 16,0 0-308-16,0 0-188 0,8 24 164 16,-12 10-156-16,0 14 28 0,-8 13 96 15,-4 8-100-15,-8 10-60 0,-4 11-164 16,-7 1-144-16,-5 5 72 0,-4-4-84 0,4-3-84 15,4-4-28-15,1-11 28 16,7-8-52-16,7-12 88 0,6-13-52 0,10-9 4 16,5-13-152-16,0-13-168 0,13-6-252 15,6-10-100-15,9-15-424 0,4-6-356 16,0-14-436-16,8-5-153 0,-4-7-439 16,-12 9-692-16,8-25-796 0</inkml:trace>
  <inkml:trace contextRef="#ctx0" brushRef="#br0">13045 10359 1280 0,'0'0'1092'0,"0"0"1648"0,3-72 472 16,-3 53-1336-16,4-3-575 0,0 8-133 16,0 2-8-16,-4 5-8 0,4 5-232 15,0 2-216-15,-4 0-204 0,8 7-68 16,0 7 52-16,4 9 332 0,4 9-364 16,-4 9-180-16,0 10-76 0,0 2-24 15,-4 8-72-15,-1-1-100 0,-2-6-48 0,3 1-24 16,0-8 64-16,3-6 4 0,-2-6 4 15,-2-2 116-15,1-5-104 0,1-9-4 16,2-1-16-16,-3-5 4 0,5-6-80 16,2-4 84-16,2-3 12 0,2-13 160 15,5-4 96-15,4-8-24 16,0-8-100-16,4-13-144 0,0-8-48 0,3-6-84 0,-3-10-76 16,0 0-256-16,0-2-112 0,-4 2 20 15,0 3-132-15,-4 9-80 0,0 6-180 16,-5 6-488-16,2 5-404 0,-2 10-148 15,1 5-521-15,-8 7-1587 0</inkml:trace>
  <inkml:trace contextRef="#ctx0" brushRef="#br0">14749 10399 456 0,'0'0'2660'0,"0"0"612"0,0 0 1473 0,0 0-2769 15,0 0-224-15,0 0-252 0,0 0-244 16,0 0-204-16,0 0-156 16,0 0-248-16,0 0-344 0,16-17-304 0,-43 29-48 15,-6 5-96-15,-6 1 144 0,-1 4 4 16,-4 3 8-16,-4 5-12 0,0-2-72 15,1 1 24-15,-1 7 40 0,0-6 0 0,0 6-104 16,8-1 4-16,1-7-4 16,7 1 104-16,12-10 8 0,8-3 0 0,4-9 0 15,8-2-132-15,8-2 40 0,8 1 92 16,4-4 136-16,8 3 84 0,4-3-60 0,3 0-112 16,1 0 88-16,8 0-52 0,0 0 12 15,-1-3-44-15,2 3 12 0,-2 0-56 16,1 7 68-16,-4-1-4 0,0 0-20 15,-1 0 56-15,-2 1-48 16,-5-4 52-16,-5 0-4 0,-3-1-48 0,0-2-12 16,-4 0 52-16,-4 0-28 0,0 0-12 15,-4 0 0-15,-1 0 16 0,-2-2 8 16,-1-4 37-16,-4-5 51 0,-1 3 32 0,-3-5-8 16,0-6-124-16,0-7-72 0,-3 1-108 15,-5-4 20-15,0-7-20 16,-1 3-208-16,2-9-169 0,-1 0-99 15,4-2-236-15,0 0-320 0,4 2-576 0,0 5-796 16,0 8-1305-16,0 0-1207 0</inkml:trace>
  <inkml:trace contextRef="#ctx0" brushRef="#br0">15734 10207 2552 0,'0'0'8324'0,"0"0"-6707"16,0 0-657-16,0 0-288 0,0 0 228 15,-77 74 280-15,49-40-152 0,-3 10-308 16,-1 4-164-16,5 7-28 0,-1-2 72 0,4 8-72 16,-4 6-188-16,7-4-120 15,2 0-108-15,3-6 8 0,8-7 16 0,8-4-16 16,4-15 268-16,7-2-156 0,6-10-232 16,3-2-4-16,3-9 0 0,5-2 4 15,8-6 49-15,1 0-49 0,2-2-4 16,1-8-169-16,4-6-67 0,-8 1-64 15,-4-2-184-15,-4-2-196 0,-5 0-372 16,-7 0-588-16,-4 0-712 0,-4-1-768 0,-8 9-1341 16,0-8-719-16</inkml:trace>
  <inkml:trace contextRef="#ctx0" brushRef="#br0">15706 10772 1656 0,'0'0'1880'0,"0"0"-788"16,0 0 3808-16,0 0-2899 0,0 0-233 15,0 0-676-15,0 0-308 0,0 0 336 16,0 0-172-16,0 0-168 0,-40 4-52 15,56-2-112-15,-4-2-92 0,4 0-216 0,0 0-248 16,3-2-60-16,-2-5-340 0,-6-3-336 16,9 1-456-16,-4-4-720 15,0 4-1108-15,-4-1-1957 0,0 1-567 0</inkml:trace>
  <inkml:trace contextRef="#ctx0" brushRef="#br0">15869 10712 664 0,'0'0'7144'0,"0"0"-3987"0,0 0-1025 16,0 0-444-16,-32 87 124 0,24-56-236 15,-3 7-356-15,2 0-424 0,-3 3-224 16,5 1 88-16,3-5 33 0,-1 2-269 0,5-4-256 16,0-7-168-16,0-6-100 15,12-3-44-15,-4-3-112 0,4-6-157 16,4-4-99-16,1 0-96 0,-2-6-4 0,5 0-148 16,0-3-668-16,4-6-908 0,-8 3-2353 0,3-7-2083 15</inkml:trace>
  <inkml:trace contextRef="#ctx0" brushRef="#br0">11247 8150 4804 0,'0'0'948'15,"0"0"5369"-15,0 0-4645 0,0 0-256 16,0 0 368-16,0 0-332 0,84 0-320 0,-69 13-520 15,-2-1-212-15,-5 4-80 0,-1 3-40 16,-7-3 36-16,0 3-60 0,0-3-15 16,-11 3 27-16,-1-2 12 0,-8-6-88 15,0 3-72-15,-8-5-84 16,0-2-36-16,1-4 0 0,-5-3-4 0,4 0-76 0,-4-7-16 16,4-2-36-16,4-4 128 15,4-2-4-15,4-2-152 0,4-6 100 0,8 2-84 16,4-5-52-16,0 4 51 0,8 3 21 15,8 0 16-15,4 5 100 0,3 3-52 16,5 1 60-16,0 1 108 0,4 4-36 0,0 3 52 16,0 2-3-16,-4 0 15 15,-4 0-124-15,-4 0 32 0,-4 2-44 0,-9 5-136 16,2-4 4-16,-9-3 11 0,0 4 45 16,0-1 64-16,0-3-36 15,0 4 4-15,-4-4 44 0,-4 0 0 0,0 3-8 16,0 0-4-16,-4-3-172 0,4 0-44 15,-4 0-76-15,0 0-184 0,4 3-356 16,0 2-672-16,1 0-1500 0,-2 7-4237 16,113-47-459-16</inkml:trace>
  <inkml:trace contextRef="#ctx0" brushRef="#br0">11120 10753 5044 0,'0'0'1488'0,"0"0"252"15,0 0 136-15,0 0 261 16,0 0-197-16,91-3-200 0,-55 6-292 16,5 8-260-16,6-6-424 0,-4 2-224 0,2 2-188 15,-10-2-72-15,-7-5-96 0,-4 5-100 16,-8-1 16-16,-7 5-4 0,-9-5 16 0,0 6 56 16,-9 3 100-16,-10-1-108 15,-9 4-40-15,0-1-108 0,-4-5 121 0,-4-2-73 16,4-1 24-16,0-9-80 0,8 0-8 15,0 0 4-15,0-13-136 0,9-2-21 16,-2-7-27-16,2-8-56 0,11-1 92 16,-1-4-36-16,5 0 76 0,9 3-40 15,6 4 76-15,9 9-48 0,0 3-4 16,4 12 112-16,0 4 12 0,-1 11 124 0,1 3 120 16,-11 6-112-16,-2 6 40 0,-2-1-4 15,-9-3 100-15,-4 3-84 16,0-8-75-16,0-2-101 0,0-2-4 0,-4-6-4 15,-4-2-61-15,3-5-327 0,1 0-148 16,-3 0-148-16,3 0-148 0,-4-2-756 0,-1-8-788 16,2 1-2597-16,-1-10-2519 0</inkml:trace>
  <inkml:trace contextRef="#ctx0" brushRef="#br0">11080 12871 1684 0,'0'0'3256'0,"0"0"-3032"0,0 0 1456 16,0 0 1016-16,0 0-799 0,0 0-397 16,0 0-392-16,0 0-96 0,79-19-104 15,-59 10-180-15,1 2-168 0,-6-2-140 0,5 3 28 16,-4-1-40-16,-4 4-64 16,0 0-112-16,1 3-36 0,-2 0 76 0,-3 6 84 15,4 3 240-15,0 4-144 0,0 3-148 16,-4 0-84-16,0 3-100 15,-4 3-20-15,0 1 8 0,-4-2-35 0,0 2-13 0,0 3 12 16,-4 2-60-16,-4-3-4 0,-8 1 52 16,0-1-52-16,0 1 0 15,0-7 40-15,-4-1 12 0,4-4 12 0,0-8-12 16,0 0 12-16,4-6-32 0,1 0-40 16,-2-9-160-16,5-8-80 0,1-5 68 15,3-6 3-15,4-4 33 0,0-6 64 16,4-3 0-16,3 2 0 0,5 9-4 15,4 0-32-15,0 8-12 0,0 10 108 0,5 2-28 16,-2 3 40-16,1 7 124 16,-4 0 216-16,4 0-172 0,0 10-68 15,-8-3 21-15,-1 5-37 0,-2 1 76 0,-5-1 20 16,0 1-8-16,-4 3-76 0,0-4-36 16,0 1-48-16,-8 0 36 0,-1-3-40 15,2-4-8-15,-5 1-68 0,4-1-112 16,0-6-76-16,0 0-145 0,0 0-63 0,0 0-8 15,0 0-40-15,0-6-236 0,-4-1-296 16,4-5-468-16,-4 1-760 0,4 3-1953 16,-4-5-2731-16</inkml:trace>
  <inkml:trace contextRef="#ctx0" brushRef="#br0">13507 12541 7716 0,'0'0'1620'0,"0"0"-260"16,0 0 297-16,-13 80 103 0,9-27-232 0,-3 12-248 15,-6 7-312-15,1 7-300 0,-4 0-164 16,-7 1-24-16,3-1 180 15,-4-3-220-15,-4-9-160 0,8-6-72 0,0-10-112 0,8-11-36 16,4-11-52-16,0-10-8 0,8-6-96 16,0-10-76-16,0-3-84 0,0-3-328 15,8-6-176-15,8-11 320 0,-4-2-92 16,8-13-60-16,0-3-288 0,-4-3-164 0,0-3 100 16,-4-1 264-16,-5-2 196 15,2-2-24-15,-5-1-424 0,0-1 112 16,-4 1 408-16,0 1 412 0,0 5 164 0,0 10 416 15,0 1 228-15,0 12 96 0,0 5-40 16,0 2-8-16,0 11 12 16,4 3-128-16,7 0-156 0,6 3 272 15,3 14-20-15,3 2-332 0,5 3-164 0,-4 10-8 16,-4 3-52-16,-4 2 12 16,0 5-60-16,-4-4-88 0,-1-3 4 0,2 0-52 15,-1-10-36-15,-5 0-12 0,6-1-32 0,-5-6 32 16,4-3-48-16,-4-2 0 15,-1-1-4-15,1-1 4 0,1-2-4 0,-5-5 4 16,0-1-52-16,-1-3 40 0,1 0-48 0,4 0 60 16,1-7 156-16,2-6-35 15,5-6-49-15,0-9-68 0,1-7-4 16,-2-6-72-16,1-4-37 0,-4-6-87 16,8 0-84-16,-4-2-96 0,4 2-16 15,-1 4 4-15,-2 2-104 0,3 7 4 16,-1 9-204-16,-2 7-108 0,2 3-232 0,-3 6-528 15,5 0-1072-15,-10 6-2733 16,5 5-1659-16</inkml:trace>
  <inkml:trace contextRef="#ctx0" brushRef="#br0">15375 12804 6656 0,'0'0'2996'16,"0"0"-1135"-16,0 0-785 0,0 0-132 16,0 0-80-16,0 0-232 0,0 0-104 0,0 0-112 15,0 0-292-15,0 0-36 0,-79 29-24 16,42-13-60-16,-3 6-4 0,-7 7 60 16,-1-1 92-16,-4 8-28 0,-3-2 12 0,3 1-12 15,0 0-72-15,0-3 48 0,4-4 12 16,9 2 88-16,3-9-4 0,3-2-48 15,14-3 16-15,2-3-40 0,6-7-4 16,7 1-68-16,4-7-4 0,0 3 4 0,0-3-52 16,4 3-60-16,4 0 60 0,4 3 140 15,7 1-16-15,6-1-12 16,-1 4-108-16,-5-4 8 0,1 0-4 0,0 4 104 16,5 2 24-16,-2-2-28 0,1 2 4 15,8 1-16-15,0 4 28 0,-1-9 0 16,1 6-28-16,9-5 52 0,-6 1-140 0,5-1-8 15,0-2-36-15,0-1-100 16,-4 0-24-16,-4-3-96 0,-4 1-88 16,-5-1-100-16,-3 0-212 0,0 3-292 15,-4 0-396-15,-4 1-720 0,-4-4-2565 0,0 6-3635 16</inkml:trace>
  <inkml:trace contextRef="#ctx0" brushRef="#br0">16204 12339 7476 0,'0'0'764'0,"0"0"3557"15,0 0-3261-15,0 0 108 0,0 0 268 16,0 0-164-16,0 0-172 0,0 0-44 16,20 100-188-16,-12-46-136 0,-1 13-75 15,-3 6-125-15,1 6-20 0,-5 0 56 16,0 1-148-16,-5-4-200 0,-3 4-124 0,5-7-96 15,-5-1-56-15,0-1 8 0,3-5-12 0,1-3 48 16,4-2-88-16,0-7 16 16,0-7 24-16,4-9-84 0,9-5-84 15,-5-11-76-15,3-6-132 0,2-7-168 16,-2-6-65-16,2-3-51 0,2 0-316 16,2-12-628-16,-2-10-720 0,1 6-1620 15,8-19-1941-15</inkml:trace>
  <inkml:trace contextRef="#ctx0" brushRef="#br0">16750 12928 4832 0,'0'0'5816'0,"0"0"-3979"0,0 0-813 0,0 0-24 16,0 0 224-16,0 0-280 0,-77 32-460 15,54-20-236-15,-1 5-160 0,0-2 60 16,4 2-60-16,0-2-40 0,0 1-48 15,5 0-4-15,-2 0-44 0,10-3 44 16,-6 2 4-16,9 1 48 0,0 0 140 16,4 4-16-16,0-1 12 0,8 2 28 15,5 2 156-15,-2-4 112 0,6 0-200 16,-2 0-120-16,5-3 12 0,1 0 12 0,2 0 0 16,5-7-124-16,-4 3-60 0,4-5-72 15,-4-3-100-15,4-4-60 0,-5 0-260 0,1-6-172 16,4-5-224-16,-4-2-368 15,0-2-580-15,-4 2-2085 0,0-3-1679 0</inkml:trace>
  <inkml:trace contextRef="#ctx0" brushRef="#br0">16976 13191 7476 0,'0'0'5257'0,"0"0"-3969"16,0 0-872-16,0 0-212 15,0 0 416-15,17 74 360 0,-6-64-192 0,6-7-364 16,-2-3-216-16,6 0-124 0,3-7-84 15,4-6-112-15,-1-5-72 0,1-8-276 16,0 1-216-16,0 0 60 16,-8 0 36-16,-1-2 316 0,-2 5 84 0,-10 0 104 15,-3 3 76-15,-4 0 48 0,-4 3 80 16,-3 4 148-16,-10-1 252 0,6 7 180 0,-10 2 4 16,6 4-68-16,-5 4-12 15,-5 11-52-15,6 8-28 0,-5 5-12 0,4 10-88 16,0 0-88-16,0 6 40 0,5-2 20 15,2-1-35-15,6-6-217 16,3-3-164-16,4-4-8 0,0-9-44 0,0-2-80 16,4-9-105-16,3-1-283 0,10-7 72 15,-2 0-8-15,5 0-224 0,1-12-176 16,6-2-128-16,-3 0-492 0,0-10-284 0,0 6 124 16,0-5 16-16,-1 5 475 15,-2 1 361-15,-1 2 584 0,-9 5 192 16,6 4 1008-16,-6 6 525 0,1 3-37 0,-3 7-48 15,2 5-140-15,1 5-516 0,0-2-272 16,0 8-196-16,-4-1-40 0,0 0 148 16,0 4 36-16,-4-4-12 0,0 1-164 15,0-4-144-15,-1-6-36 0,1 0-16 16,1-7-36-16,-1-2-60 0,4-4-60 16,-4-3-32-16,3 0 92 0,2-6 8 0,6-7 100 15,6-3-96-15,-6-6-4 0,9-7-8 16,0 1-132-16,0-4-140 15,4 0-168-15,-8 0-224 0,4 4-164 0,-4 2-116 16,-1 4-124-16,-2 0-232 0,-2 3-544 16,-2 7-925-16,-2-5-2079 0</inkml:trace>
  <inkml:trace contextRef="#ctx0" brushRef="#br0">14944 7150 8232 0,'0'0'2885'0,"0"0"-225"16,0 0-1164-16,0 0-176 15,0 0 108-15,92-22-84 0,-64 16-452 0,4-5-244 16,0 6-248-16,0-9-120 0,-1 8-84 16,-3-6-184-16,4-1-12 0,-4 1-12 0,-4-5-76 15,4-2-116-15,-4 3-136 0,0-3-148 16,-4 4-232-16,-4-1-200 16,-8 3-400-16,4-4-720 0,-9 9-2176 0,-3-9-2441 15</inkml:trace>
  <inkml:trace contextRef="#ctx0" brushRef="#br0">15363 6591 4772 0,'0'0'2576'0,"0"0"-356"0,0 0-531 16,0 0-441-16,0 0-520 0,0 0-4 15,0 0 48-15,0 0-28 0,0 0 24 0,0 0-56 16,-80 79-76-16,76-53-128 0,0 6-64 15,0 3-112-15,4 2-48 16,-3 1-28-16,-1 4-24 0,-1 0-48 0,5-1-72 16,-4 0-40-16,4 0 0 0,0 0-60 15,0-3 76-15,9 1-76 0,2-5 60 16,-3-2 4-16,8-3-16 0,0-1 36 0,4-3-48 16,4-2-40-16,-4-1 4 15,-4-3 0-15,-1-6-4 0,2 3-8 16,-9-3-52-16,-5-1-8 0,-3-3-24 0,0 2-40 15,0 1-20-15,0-2-52 0,-3-3-76 16,-5 1-8-16,-4-2 8 0,0-2 16 16,-4-1-64-16,-4-3-288 0,0 4-420 15,-8-4-568-15,5 0-1492 0,-18 0-3589 16</inkml:trace>
  <inkml:trace contextRef="#ctx0" brushRef="#br0">17850 13227 5764 0,'0'0'1444'0,"0"0"-56"15,0 0-144-15,91 19 381 0,-55-16-397 16,0-3-308-16,3 0-208 0,1 0-168 15,0-9-140-15,0-1-116 0,-4-4-136 0,-1 0-152 16,-3-5-160-16,0 0-368 16,-8-4-360-16,0 1-536 0,-7 3-1461 0,2-13-2843 15</inkml:trace>
  <inkml:trace contextRef="#ctx0" brushRef="#br0">18264 12712 3800 0,'0'0'2944'0,"0"0"-828"16,0 0-592-16,0 0 9 0,0 0-317 15,0 0-488-15,0 0-284 0,0 0-40 0,0 0-88 16,0 0-40-16,0 0 304 0,-16 60 12 0,16-28-168 16,-5 0-52-16,5 3 0 15,0 0 36-15,-4 0-36 0,1 7-40 16,3-2-84-16,-4 2 20 0,4 5-72 0,0-1-36 15,0 0-48-15,0-1-16 16,0-4-20-16,4 1-16 0,3-5 0 0,2 2 12 16,3-4-12-16,-5-3-56 0,10-1 0 15,-6-5 8-15,6 0 36 16,-6-5-44-16,6-5-4 0,-6 3 0 0,1-6 0 16,-4 3 0-16,0-4 0 0,0 4 0 15,-8 0 4-15,0 0 8 0,0 0-4 0,-4 0 0 16,-4-4-8-16,1 1-12 15,-2-1-48-15,1-5 60 0,1 0-8 0,-2-2-4 16,-3-1 0-16,1-1-172 0,-10-3-48 16,6 4-12-16,-9-4 32 0,4 0 16 15,-5-7-84-15,2 1-44 0,-5-4-8 16,8 1 0-16,-4-1-28 0,0-3-200 16,5 5-104-16,-2-3-244 0,2-1-368 0,3 2-328 15,-5-2-961-15,10 5-1875 0</inkml:trace>
  <inkml:trace contextRef="#ctx0" brushRef="#br0">19566 7953 1304 0,'0'0'2660'0,"0"0"-1580"16,0 0 3124-16,0 0-2319 0,0 0-369 15,0 0-484-15,0 0-68 0,0 0-68 16,0 0-232-16,64-73-124 0,-44 64 48 15,4-8-92-15,4 1-40 0,4 2 36 0,0-3-148 16,0-2-184-16,0 3-108 0,-4 0-48 16,0 3-4-16,-5 4-64 15,1 0-120-15,-4 2 0 0,-5 4-88 0,2-1-84 16,-2 4-88-16,-2 0-228 0,-5 4-136 16,-1-1-76-16,6 4 0 0,-5 2-104 15,-5 0 300-15,5 8 292 0,-3 1 260 0,-1 8 136 16,0 8 256-16,-4 14 280 15,0 9 380-15,-4 10-120 0,-9 13-128 16,-2 5-92-16,-5 11-184 0,-5 2-116 16,-3 1-116-16,0-1 4 0,1-2-40 15,3-5 24-15,4-8 112 0,1-7 236 0,6-6-272 16,2-7-224-16,-2-5-28 0,5-4-132 16,5-10 12-16,3-9 36 15,0-7 32-15,0-12 76 0,11-3-4 0,2-7 8 16,6-6 12-16,5 0 148 0,0-9-60 15,4-5 20-15,0 2-120 0,-4-1-16 16,-1 5-104-16,-2-3 8 0,-10 11 36 0,6 0 16 16,-10 6 60-16,6 11 136 0,-1 4 24 0,-5 12 0 15,1 2 36-15,1 6-8 16,-2 3 68-16,1 3-96 0,-4 8 0 16,5-1-24-16,-5 7-136 0,-1 5 0 0,1 4-12 15,-4 3-48-15,0 6 48 16,0 7 4-16,0 0-100 0,-4 2 48 15,1 5 60-15,-1-1 4 0,-1 0 48 0,5 0 168 16,-4-4 100-16,4-2 96 0,-4 1-124 16,4-8-108-16,0-4-64 15,-4-2-32-15,0 1-40 0,4-4 0 0,-3-7 12 0,-1 1-48 16,4-4 60-16,0-3-64 16,-4 0-8-16,4-3-60 0,0 0 52 15,0-3 8-15,0-3-84 0,0-7 24 0,0 0-4 16,0-3-8-16,-5-6 64 15,5 0-40-15,-4-7-12 0,0 0 48 0,-3-5-40 16,3-5-20-16,-4-2-136 0,-1-3 64 16,2-8-76-16,-5-2-64 0,-8-6-232 15,-1-7-12-15,-2-5-52 0,-5-10-276 16,-8-4-384-16,4-10-628 0,-8 0-984 0,8 9-1913 16,-15-22-1303-16</inkml:trace>
  <inkml:trace contextRef="#ctx0" brushRef="#br0">20778 9369 11461 0,'0'0'1832'0,"0"0"-1072"0,0 0-252 16,0 0 364-16,0 0 284 0,0 0-224 15,0 0-152-15,0 0 56 0,0 0-24 0,96 0-68 16,-49 0-172-16,9 0-160 0,0 0-143 16,4 0-133-16,-1-6-112 0,1 3-24 15,-4-4-112-15,-9 4-165 0,2 0-163 16,-14-4-132-16,-3 5-160 0,-16 2-312 0,0 0-252 15,-12 0-668-15,-4 0-836 16,-8 6-2397-16,-16 3-1139 0</inkml:trace>
  <inkml:trace contextRef="#ctx0" brushRef="#br0">20870 9651 12105 0,'0'0'1268'0,"0"0"-848"0,0 0-244 16,0 0 16-16,0 0 568 0,0 0 144 0,107 6 52 15,-59-12-272-15,3-6-376 0,5-3-308 16,4-5-60-16,-8 1-376 0,-9 0-472 16,-2-3-380-16,-9 0-780 15,-13 6-3349-15,-2-9-2178 0</inkml:trace>
  <inkml:trace contextRef="#ctx0" brushRef="#br0">21300 9197 8432 0,'0'0'2573'0,"0"0"-1417"16,0 0-604-16,0 0 252 0,99 13 108 0,-63-3-192 15,0-1-228-15,3 7-116 0,2 1 28 0,-5-3 20 16,-5 9-36-16,5 3-116 16,-8 2-36-16,-4 4-12 0,-5 0-28 0,-6 0-72 15,-5 2-36-15,-8 1-88 0,0 4 0 16,-8-2-88-16,-12 5-136 0,-4-2 140 15,-3 2-4-15,-10 3 40 0,1-1-140 16,-3 0-184-16,-1 1-212 0,0-4-196 16,0-3-200-16,1-2-644 0,11-11-1549 15,-4 3-3911-15</inkml:trace>
  <inkml:trace contextRef="#ctx0" brushRef="#br0">24444 8613 6988 0,'0'0'3280'0,"0"0"-1719"0,0 0-729 16,47-72-232-16,-31 49 456 0,-4 2 180 15,-4-5-44-15,0 4-296 0,-4-1-340 16,-4 1-196-16,0 3-4 0,0 0 52 15,0 3 20-15,-4 4 84 0,-4-1-132 0,0 0-148 16,-4 2-76-16,0 3-56 0,0 2-40 16,-8-1-56-16,1 3 4 0,-6 4 4 15,-3 0 0-15,-3 14-12 0,-5 4-48 16,0 8 48-16,-8 12 0 0,4 14 84 16,-8 7 0-16,1 11 112 0,2 13-136 15,2 2-56-15,3 4 68 0,9 0 4 16,6-6-64-16,9-14 97 0,12-4-13 0,4-12 100 15,4-12 360-15,12-8-300 16,0-5-184-16,4-6-68 0,4-3 0 16,0-3 8-16,0-10-12 0,0 0-4 0,-4-6-44 15,4-2-100-15,-1-8-224 0,-3-6-92 16,1-3-33-16,-2-6-295 16,-3-5-452-16,-4 2-956 0,-4-3-752 0,-8 9-2017 0,0-10-871 15</inkml:trace>
  <inkml:trace contextRef="#ctx0" brushRef="#br0">24116 8994 3572 0,'0'0'8025'0,"0"0"-5825"0,0 0-708 16,0 0-484-16,0 0 436 0,0 0 24 0,0 0-380 15,0 0-344-15,92 57-292 16,-64-57-184-16,4 0-51 0,0 0-69 0,3-8-140 16,-3-6-8-16,0 2-184 0,-4-1-241 15,-4-3-367-15,0 3-220 16,-8 1-340-16,0-1-736 0,-8 4-924 0,0 2-1965 15,-8 4 253-15</inkml:trace>
  <inkml:trace contextRef="#ctx0" brushRef="#br0">24487 8947 5188 0,'0'0'3032'0,"0"0"-716"0,0 0-491 16,0 0-129-16,-32 77-192 0,28-52-172 16,-7 2-276-16,2 6-280 0,5-1-52 0,-4-1-112 0,5-2-208 0,-1-1-244 15,0-6-160-15,4-2-112 16,0-8-68-16,0-2-140 0,8-4-180 0,7-2-348 0,5-4-292 15,4-4-208-15,4-8-784 16,-8 1-1713-16,24-16-1687 0</inkml:trace>
  <inkml:trace contextRef="#ctx0" brushRef="#br0">25332 8624 11309 0,'0'0'1540'0,"0"0"-1252"0,0 0-284 16,0 0 592-16,0 0 960 0,-91 79-172 16,59-48-364-16,-1 7-516 0,-3 7-120 15,-7 6 36-15,-2 2 96 0,-6 8-64 16,-9 8-232-16,-3 5-12 0,-10 5-76 0,-2 4-56 16,0 2-68-16,-5 0-8 0,0-2 0 15,4-3-172-15,0-7-172 0,5-3-156 16,3-4 32-16,1-5-48 0,11-7-100 15,11-10-4-15,10-8-64 0,12-11 248 16,10-10 40-16,9-8-80 0,4-7-836 0,12 0-964 16,0-7-977-16,12-14-2487 15</inkml:trace>
  <inkml:trace contextRef="#ctx0" brushRef="#br0">24650 9655 9292 0,'0'0'1705'16,"0"0"-497"-16,-8 73-212 15,-3-32 300-15,-6 10 304 0,-2 3-336 0,-5 0-312 16,4 0-312-16,-4 0-160 0,0-7-160 16,0 1-100-16,-4 0-220 15,0-3-12-15,0-7-208 0,4-4-172 0,9-5-4 16,2-13 152-16,5-4-116 0,8-8-280 15,0-4-656-15,0-7-696 0,13-6-1072 16,-5 1-1561-16,11-20-479 0</inkml:trace>
  <inkml:trace contextRef="#ctx0" brushRef="#br0">24778 9646 820 0,'0'0'4048'0,"0"0"-3072"15,0 0 64-15,0 0-12 0,0 0 140 0,0 0-352 16,0 0-468-16,-24-33 1173 0,24 33-537 16,-4-3-292-16,4 0-132 0,0 3 32 15,0-3-36-15,0 3-40 0,0-3-40 16,0 3-32-16,0 0 28 0,0 0-12 15,0 0-12-15,-3 0-104 0,3 0-72 0,0 3-48 16,0 3 20-16,0 8 88 0,0 5 12 16,-5 2 120-16,5 11-100 0,0 3-80 15,-4 3-16-15,4-3-40 0,-4 4-80 16,4 1 44-16,0-1-44 0,0-2-51 16,4 5 11-16,5 0 40 0,-6-4-60 15,5-1-88-15,0-2-36 0,4-3 36 16,0-4 4-16,0-2 116 0,0-3-112 15,0-9 64-15,-1 3-68 0,2-4 12 16,-2-7 80-16,6 0 12 0,-6-2-100 0,6-4 172 16,2-4-56-16,5-5-16 15,0-4-48-15,4-7-48 0,4-1-12 0,0-8-12 16,0-3 0-16,7-5-204 0,-3-8-100 16,5-3-60-16,2-5-61 0,-3-5-3 15,-4-2-132-15,0-4-84 0,-4 4-56 16,-4 6-296-16,-5 3-492 0,-7 7-652 0,-4 12-2101 15,4-9-1639-15</inkml:trace>
  <inkml:trace contextRef="#ctx0" brushRef="#br0">26152 9166 7604 0,'0'0'4541'0,"0"0"-3365"0,0 0-148 16,0 0-180-16,0 0 196 0,0 0-92 0,0 0-184 15,92-16 120-15,-44 13-16 0,8 0-272 16,-1 0 32-16,1 0-36 0,0-1-123 16,0-2-229-16,0 3-152 0,-5-6-92 0,1 2-108 15,-3-3-124-15,-2-2-181 16,-8 1-219-16,2-1-100 0,-13-1-272 0,-1 0-488 16,-7 1-948-16,-12 3-2585 0,1-4-2087 15</inkml:trace>
  <inkml:trace contextRef="#ctx0" brushRef="#br0">26906 8820 7776 0,'0'0'1856'0,"0"0"-616"15,0 0 21-15,0 0 79 16,0 0-488-16,0 0-44 0,0 0 196 0,0 0-272 0,0 0-12 16,75 70-104-16,-58-48-96 15,-6 7-272-15,-3-1-40 0,1 0-208 16,-9 4-52-16,-9 3 44 0,-7 0-100 0,-8 7 104 15,-8-1-244-15,-7 1 64 16,-5 2-112-16,-4 0-12 0,4 1-76 16,0-3-64-16,5-5-188 0,2-2-384 0,9-7-456 15,13-9-1172-15,3-3-2277 0</inkml:trace>
  <inkml:trace contextRef="#ctx0" brushRef="#br0">28180 8188 4804 0,'0'0'2964'0,"0"0"-684"16,0 0 245-16,0 0-961 0,0 0-388 15,0 0-4-15,0 0-200 0,0 0-84 0,0 0 244 16,0 0 8-16,4 83-324 0,0-26-99 15,-4 6-65-15,-4 3-144 0,-3 8-48 16,-10-4-192-16,2 3-208 0,-5-6-12 16,-5 2-36-16,-2-5 0 0,3-4-12 15,-4-6-12-15,8-6-96 16,5-8-28-16,2-4-20 0,5-7-108 0,8-10-136 16,0-4-292-16,0-2-121 0,4-4-183 15,4-2-412-15,1-7-804 0,2 0-748 0,1 0-1897 16,4-12-591-16</inkml:trace>
  <inkml:trace contextRef="#ctx0" brushRef="#br0">28212 8820 8520 0,'0'0'1852'16,"0"0"-499"-16,0 0 67 0,0 0 344 16,92-10 24-16,-60 7-348 15,4-3-456-15,8-1-248 0,-1-2-112 0,9-4-184 16,4-3-184-16,-1 1-256 0,5-8-60 15,-4 4-196-15,-4-4-148 0,-1 2-392 16,-2 2-308-16,-14-4-532 0,-7 7-1312 0,-4-6-3661 16</inkml:trace>
  <inkml:trace contextRef="#ctx0" brushRef="#br0">28858 8280 4196 0,'0'0'4036'16,"0"0"-2676"-16,0 0 717 0,0 0-121 0,0 83-372 16,0-49-52-16,4 12-188 15,3 1-324-15,-7 4-236 0,0 5 160 0,0 4-300 16,-7 1-255-16,-5 3-233 0,-4-1-156 16,0-2-100-16,0-1 15 0,0-2-123 0,0-2-168 15,1-5-256-15,2 0-212 16,1-9-284-16,9-2-844 0,-1-5-196 15,4-6 4-15,0-7-501 0,4 0-2051 16</inkml:trace>
  <inkml:trace contextRef="#ctx0" brushRef="#br0">21949 1749 5308 0,'0'0'4952'16,"0"0"-4047"-16,0 0-265 0,0 0 28 15,0-76 124-15,0 57-40 0,-3 6 8 16,3-2-104-16,-5 2-232 0,1 0-44 0,0 7 8 16,0 0 48-16,0-1 172 0,-7 3-48 15,-2 4-8-15,-2 0-180 0,-6 4-288 16,-7 6 28-16,-3 6-64 0,-5 9 24 15,0 10 76-15,-4 6-60 0,4 7-4 0,0 5-36 16,1 11 76-16,3 0 48 0,4 6-88 16,4-4 16-16,-1 0-100 0,6 2 60 15,3-8 0-15,8-6 0 0,4-6 64 16,4-7-52-16,0-6 48 0,8-7-8 16,8-3 144-16,4-6 48 0,0-6 0 15,4-4-207-15,4-2-13 0,4-4 16 0,0-3-16 16,0 0-72-16,-1-10-12 0,1-2-100 15,-4-4-317-15,0 0-91 16,-9-3-164-16,-2 3-244 0,-6-3-600 0,-3-3-956 16,-3 6-3069-16,-5-10-2167 0</inkml:trace>
  <inkml:trace contextRef="#ctx0" brushRef="#br0">21630 2207 9972 0,'0'0'2509'0,"0"0"-801"0,0 0-116 0,0 0-176 15,0 0-352-15,0 0 56 0,0 0-104 0,92-16-176 16,-61 9-340-16,6 0-235 0,-1-1-153 16,-4 2-112-16,-4-1-60 0,0 0-52 15,-9 2-105-15,1-2-75 0,-8 3-256 0,0 1-284 16,-4 3-284-16,-4-3-404 16,-4 3-368-16,0 0-252 0,0 0-296 15,0 0 159-15,-4 6 553 0,-4 0 924 0,0 4 800 16,4 4 612-16,-4-3 816 0,0 6 348 15,5 5 145-15,-6 3-425 0,1 4-468 16,0 2-120-16,1 4-12 0,-2 3-8 16,1 1-84-16,1 2-296 0,-6-3-76 15,5 0-88-15,1-7-148 0,3 2-148 16,4-11-48-16,0 0-96 0,0-6-76 0,4-4-52 16,7-2-44-16,-2-1-488 15,6-2 136-15,2-1-388 0,-2-3-604 0,-3 1-2265 16,12-4-3051-16</inkml:trace>
  <inkml:trace contextRef="#ctx0" brushRef="#br0">22618 2207 6692 0,'0'0'480'16,"0"0"2216"-16,0 0-1623 0,0 0-441 0,0 0-120 15,0 0 128-15,0 0 228 16,0 0-32-16,0 0-204 0,80-19-164 0,-56 15-92 16,8 1-48-16,0-1 60 0,0 1 136 0,7 3-64 15,1-3-40-15,4 1-36 0,4-2-76 16,4-3-48-16,7 5-88 0,9-5 12 15,4 4-24-15,4-4-76 0,0 5-76 16,3 2-8-16,-3-4-4 0,-8 4-56 16,-1 0 52-16,-7 0-4 0,-4 0-64 15,0 4 64-15,-5-4 12 0,-3 2-8 16,-8-2-4-16,0 0 0 0,-4 0-76 16,-4 0 88-16,0 0 8 0,-4 0 0 15,-5-2-8-15,1-5-8 0,-4 1-4 16,-4-1-120-16,0 1-276 0,0 0-296 0,-4-4-124 15,0-3-132-15,-1 4-152 0,-2-1-456 16,-1-2-688-16,-4 2-717 0,-4 1-1203 16,0-2 5-16</inkml:trace>
  <inkml:trace contextRef="#ctx0" brushRef="#br0">24069 1946 4712 0,'0'0'3292'0,"0"0"-1856"16,0 0-944-16,0 0 140 0,0 0 517 15,0 0-97-15,0 0-364 0,0 0-256 0,0 0-140 16,79-19-12-16,-62 19-92 0,2 6-12 16,-3 0 64-16,0 1-24 0,4-1 8 15,-8 5-20-15,4-3 8 0,-4-2-24 0,0 8-8 16,-4-9-56-16,0 8-112 15,-5-3-8-15,-3 3-4 0,0 3 52 16,-7 3 36-16,-10-1-84 0,-2 5-4 0,-5 2-100 16,0 0-128-16,-4 1-188 0,5-1-88 15,-5 1-276-15,4-4-224 16,-1 0-272-16,1-3-617 0,9-6-1255 0,-5 3-2020 16</inkml:trace>
  <inkml:trace contextRef="#ctx0" brushRef="#br0">24854 1508 3724 0,'0'0'1956'0,"0"0"-968"0,0 0-700 15,0 0-4-15,0 0 1804 0,0 0-728 16,0 0-459-16,0 0-377 0,0 0-24 15,0 0-64-15,0 0-28 0,3 6 176 0,1 0 228 16,-4 7-260-16,4-2-48 0,1 0-36 16,-5 3-20-16,0 1-88 15,0 1 28-15,0 3-116 0,0 3 0 0,0 4-40 16,0 2-56-16,0 10 68 0,0 0 4 16,-5 7-64-16,1 6-24 0,4-1-64 15,-4 2 4-15,-3-2-96 0,3 4-4 16,-5-3 0-16,1-4 0 0,1 1-40 0,-1-4 40 15,4-5 0-15,4-4-44 16,-5-7-76-16,5-5 32 0,0-8 28 16,0-2-40-16,5-1 28 0,-1-2-4 0,0-3 16 15,0-1-24-15,-4-3-16 16,4 0-60-16,-1-3-200 0,1 0-156 0,0 0-144 16,1 0-100-16,-1 0-24 0,0 0-124 0,0-6-376 15,-1-4-1036-15,-3 4-2173 0,0-13-1027 16</inkml:trace>
  <inkml:trace contextRef="#ctx0" brushRef="#br0">24925 1670 2872 0,'0'0'2256'0,"0"0"-1136"16,0 0 208-16,0 0-136 0,0 0 180 15,0 0 109-15,0-68-161 0,0 60-200 16,0 5-256-16,0-4-72 0,0 4-124 0,0 3-80 16,0 0-56-16,0 0-36 15,4 0-16-15,-4-4-48 0,0 4-64 0,0 0-108 16,0 0-40-16,0 0-60 0,0 0-4 16,0 0-44-16,0 0-52 0,0 0 16 15,0 0 20-15,0 0-12 0,0 4-8 16,0-4 20-16,0 0 12 0,0 0-44 0,0 0 8 15,5 0-24-15,-5 3-36 0,0 1 36 16,4-1 64-16,-1 0 32 0,1 3 64 16,0-4-40-16,-4 3-68 0,4-3-15 15,0 2-37-15,-4-4-36 0,0 3-8 16,5 0 8-16,-5-3-4 0,4 2-4 0,-4-2-4 16,0 0-4-16,0 0-8 15,0 0-48-15,0 0 56 0,0 0-9 0,3 0 5 16,-3 0 4-16,0 0-4 15,0 0-4-15,0 0 0 0,0 0 4 16,0 0 0-16,0 0-4 0,0 0 8 0,0 0-4 16,0 0-40-16,0 0 36 0,0 0-36 15,0 0-36-15,0 0-48 16,0 0-4-16,0 0-20 0,0 0-28 0,0 0 24 16,0 0-8-16,0 0 32 0,0 0 16 0,0 0-16 15,0 0 16-15,0 0-4 16,0 0 52-16,0 0-4 0,0 0 4 0,0 0-28 15,0 0-8-15,0 0 8 0,0 0 4 16,0 0 8-16,0 0 40 0,0 0 36 0,0 0 0 16,0 0 8-16,0 0-8 15,0 0-76-15,0 0-32 0,0 0-28 0,0 0 0 16,0 0 12-16,0 0 0 0,0 0-24 16,0 0-12-16,0 0-52 15,-3-2-60-15,-1-1-64 0,-1 0-52 0,1-1-48 0,0-3-8 16,0 1 4-16,0 4-28 15,1-1 40-15,-1 0-132 0,-1 3-536 16,1 0-724-16,0 0-745 0,-4 0-423 16,64 33-2464-16</inkml:trace>
  <inkml:trace contextRef="#ctx0" brushRef="#br0">24822 2158 6444 0,'0'0'532'16,"0"0"2632"-16,0 0-1631 0,0 0-125 16,0 0 4-16,0 0-52 0,0 0-56 0,0 0-176 15,0 0-264-15,0 0-228 0,35-9-148 16,-18 4-48-16,6-6 0 0,5 2-16 15,4-1-11-15,5 1-85 0,2-1-60 16,4 0-100 0,-2 1 4-16,6 3-40 0,2-4-24 0,-2 1-12 15,1 2-92-15,-5-5-4 0,-3 1-120 0,1 6 60 0,-6-2-36 16,-3-2-40-16,-4 3-92 0,0-4-148 16,-4 3-233-16,-1-1-179 0,-6 2-152 15,-2-5-376-15,-2 3-840 0,-6 1-1824 16,1-3-1841-16</inkml:trace>
  <inkml:trace contextRef="#ctx0" brushRef="#br0">25606 1730 9380 0,'0'0'1769'0,"0"0"-613"0,0 0-412 15,0 0 324-15,0 0 248 0,0 0-60 0,0 0-288 16,0 0-460-16,0 0-248 15,0 0-112-15,-4 3-48 0,4 13 120 0,0 9 112 16,-4 8 220-16,1 4-148 0,-5 8-148 16,0 3-60-16,-4-1-136 0,0 4-60 15,0-1-144-15,-4-2 72 0,0 0 12 16,4-3-64-16,1-4-56 0,2-4-152 0,1-2-108 16,8-5-164-16,0-3-100 15,0-4-164-15,0-1-208 0,4-3-332 16,4-3-680-16,-3-3-1793 0,-2-4-2239 0</inkml:trace>
  <inkml:trace contextRef="#ctx0" brushRef="#br0">20073 2016 3360 0,'0'0'1384'15,"0"0"-372"-15,0 0 16 0,0 0 0 16,0 0-340-16,0 0-248 0,0 0-12 15,0 0 1369-15,0 0-885 0,0 0-632 16,-84 5-200-16,68 2 60 0,-4 3-12 0,0 3-16 16,0 3 4-16,-4-1-52 15,4 5-64-15,-8 2 52 0,4 3 36 0,1 0-24 16,-1 8-60-16,3-5 48 0,2 0-40 16,3 1-12-16,0 0 0 0,4-4 4 15,4-6 88-15,4 0 60 0,0-7-24 16,4 2-52-16,0-5-68 0,0 0-8 0,4 1 0 15,0 0-64-15,4-4 64 0,-4 3 0 16,4-2 0-16,4-1 72 16,-1 4 40-16,2-7 4 0,-1 3 12 15,4-3-120-15,-1 1 132 0,2-2-16 0,2-2-32 16,1 0-16-16,5 0 0 0,3 0-16 16,-1-2 4-16,5-5 0 0,0 1-52 15,4-4 52-15,0 1 32 0,-5 2-92 16,5-2-8-16,0 0-4 0,-4 2 4 15,-1 1-48-15,6 0-8 0,-5 1 0 0,4 3 56 16,-1-1 8-16,1 0-4 0,4-3 12 16,0 2 100-16,4 1-8 0,0-3-16 15,-4 0 0-15,-1-1-12 0,-3 0-16 16,-1 2 16-16,-7-1-24 0,0-1-48 16,0 0 0-16,-3 4 8 0,-5-4-12 15,-5 1 44-15,-2 3-44 0,-2 0-128 16,-3 3-100-16,-8 0-172 0,4-3-412 15,-4 3-644-15,0-3-1117 0,0-1-2427 0</inkml:trace>
  <inkml:trace contextRef="#ctx0" brushRef="#br0">20877 2221 3344 0,'0'0'1420'0,"0"0"-288"15,0 0-12-15,0 0 192 0,0 0-276 16,0 0-312-16,0 0-180 15,0 0-107-15,0 0 39 0,0 0 116 0,21 24-144 0,-21-18-92 16,4 6-100-16,-4-2-40 16,0 3-88-16,0 3 12 0,-4-1-128 15,-5 1 192-15,-3 3-128 0,1 3-76 0,-9 0-64 16,3 3-36-16,-2-1-128 16,-1-2-232-16,-1 3-296 0,2-3-268 15,3-3-333-15,4-3-871 0,-8 10-1012 0</inkml:trace>
  <inkml:trace contextRef="#ctx0" brushRef="#br0">18458 2111 5184 0,'0'0'5196'0,"0"0"-3367"16,0 0-629-16,0 0 56 15,0 0 144-15,0 0-136 0,0 0-312 16,0 0-212-16,0 0-52 0,0 0-200 0,0 0-280 16,-7 6-208-16,3 16-4 15,-4 13-4-15,-1 7 8 0,6 5 0 0,-5 7 12 16,0 6 72-16,0 1-8 0,0 3-76 15,0-1 0-15,-4 4-12 0,4-7 0 16,0-3-84-16,0-10 0 0,5-5-64 16,-1-13 12-16,4-10-48 0,0-7-356 15,4-6-220-15,-1 1-180 0,5-7-436 16,5-3-716-16,-2-3-2029 0,5-20-1535 16</inkml:trace>
  <inkml:trace contextRef="#ctx0" brushRef="#br0">18518 2117 196 0,'0'0'6508'0,"0"0"-5208"0,0 0-212 15,0 0 180-15,-11-66 353 0,11 59-289 16,0 4-356-16,0 3-252 16,0 0-236-16,0 0-304 0,0 3-184 0,7 4 0 15,1 5 124-15,5 5 76 0,-2 8 80 16,6 3 44-16,-10 4-48 0,5 3 36 15,-3 0-228-15,-5 3-20 0,-1 0-52 16,1-3 72-16,0 0-84 0,0-3-52 16,0-4 40-16,1-6 0 0,-2 1-76 0,1-7 76 15,4-4-36-15,0 1-4 16,0-3-8-16,-4-3 60 0,4-5 44 16,0-2-36-16,-1 0 92 0,2 0 48 0,3 0 88 15,-5-7 24-15,6-2 24 0,-1-4-36 16,4-2-124-16,-8-1-64 15,7-3-60-15,-2-3-60 0,-2-2-100 0,-3-1 48 0,5-2-12 16,-6-5-36-16,6-1 60 16,-5-1-136-16,-1-4 112 0,1-3-96 15,1 2 156-15,-5-2-72 0,3 3 12 0,1 0 112 16,-4 3-100-16,4 0 24 0,0 7-136 16,0 2-168-16,0 4 28 0,-5 3-28 0,6 3-96 15,-5 6-132-15,4 4-132 16,-8 3-244-16,4 0-284 0,-1 3-285 15,-3 0-703-15,5 0-892 0</inkml:trace>
  <inkml:trace contextRef="#ctx0" brushRef="#br0">21766 3184 4256 0,'0'0'2304'0,"0"0"-1028"0,0 0-540 16,0 0-140-16,0 0-272 0,0 0-76 15,0 0 1273-15,0 0-465 0,0 0-316 16,8-32-76-16,-8 32 132 0,0 0 28 0,0 0-72 15,0 0-60-15,0 0-84 0,0 0 36 16,0 0 0-16,0 0-116 16,0 0-124-16,0 0-84 0,0 0-28 0,0 0-12 15,0 0-12-15,0 0 0 0,0 0-36 16,0 0-36-16,0 0-28 16,0 0-20-16,0 0 21 0,0 4-21 0,0-4-28 0,0 0-12 15,0 0-12-15,0 0 4 16,0 0-28-16,0 0 0 0,0 0 24 15,0 0-84-15,0 0 60 0,4 0-72 0,-4 2 4 16,3 3 4-16,6 1 92 16,-1 0-92-16,-4 1-4 0,3-1-8 0,1 0 8 15,1 0 52-15,-1 4-48 0,-5-1 4 16,5-2-4-16,1 2-8 0,-1-3 4 0,-1 4 4 16,6 3 40-16,-5-4-36 15,3 4-4-15,-3 3 52 0,8-4-60 16,-4 8 0-16,0 2 4 0,0-1 0 0,4 9-4 15,0 1 0-15,0 4-40 0,3 6 32 16,-2 4-4-16,2-1 4 16,-2 4-100-16,3-1 60 0,-1 1 40 0,5-6 8 15,-3-1 12-15,2-6-4 0,1-4 88 16,0 2-96-16,0-8 12 0,-5-3 72 16,2-1-72-16,-1-1-4 0,-5-4 4 0,2 0-12 15,-2 0 0-15,2-3-8 16,2 2-4-16,-3-2 12 0,0 3 0 15,4-3-48-15,-4-1 0 0,0-2 44 0,0 0 4 16,-4-1 0-16,4-2-72 0,-8 2 60 16,0-4 4-16,3 2-52 0,-6 0 12 0,-1-4-4 15,0 0 40-15,-4-3-36 0,4 0 0 16,-4 0 0-16,0 0 36 0,0 0-48 16,0 0 48-16,0 0-36 0,0 0 0 15,0 0-12-15,0 0-4 0,0 0-56 16,0 0-12-16,0 0-40 0,0 0 3 15,0 0-39-15,0 0-12 0,-4 0-20 16,4 0-52-16,0 0-160 0,-4-3-296 16,0-3-592-16,-5 0-828 0,-2-1-2336 0,-10-5-2805 15,74 46 2997-15</inkml:trace>
  <inkml:trace contextRef="#ctx0" brushRef="#br0">22180 4213 5260 0,'0'0'924'0,"0"0"2280"0,0 0-1936 0,0 0-251 16,0 0 163-16,0 0 28 15,0 0-220-15,76 60-272 0,-60-49-108 0,0-3-96 16,-1 2-4-16,6 2 0 0,-1-2-112 15,-1 0 0-15,2-2-52 0,-2 3-88 0,-3-3 100 16,0-1-96-16,0 0-40 0,1-4 24 16,-6 1-64-16,1-2-8 15,0-2-24-15,-4 0 44 0,0 0 152 0,-5 0 273 16,10 0-177-16,-5-2-104 0,3-9-56 16,6 1-16-16,-2-2-56 15,2-3-64-15,-2-5-96 0,5 1 48 0,-3-3-24 0,2-3-72 16,-3-4 0-16,0-2-48 15,4-8-120-15,-4 2-72 0,0-2-196 0,-1 1-12 16,-6 4-148-16,3 1-13 0,-5 7-119 16,-2 8-300-16,-5 3-1044 0,0 4-1888 15,0-1-2509-15</inkml:trace>
  <inkml:trace contextRef="#ctx0" brushRef="#br0">23132 4575 6352 0,'0'0'184'0,"0"0"2088"0,0 0 413 16,0 0-877-16,4-66-516 0,-8 55-256 16,-3-1-304-16,3 5-260 0,0 1 124 0,-5 3-84 15,1 0-8-15,-3 3-256 0,-2 0-188 16,-2 3-52-16,-5 13 0 0,4 7 128 16,-4 8 60-16,0 7 12 0,4 10-72 15,-8 5 84-15,4 2-60 0,-3 2-72 16,2 0-88-16,1-7-48 0,9-5 48 15,-1-7 88-15,12-12-80 0,0-4 112 0,0-9 28 16,4-1-48-16,4-2 8 16,-1-4 52-16,1 1-88 0,5 0 24 15,-2-5 40-15,6-2-16 0,-6 0-120 0,2 0-84 16,-2-7-380-16,1-2-172 0,0 0-160 16,0-4-240-16,0 0-516 0,-4-2-924 15,-4 5-2969-15,-4-12-1623 0</inkml:trace>
  <inkml:trace contextRef="#ctx0" brushRef="#br0">22897 4898 9096 0,'0'0'2053'0,"0"0"-857"15,0 0-416-15,0 0 340 0,0 0 192 0,0 0-144 0,0 0-544 16,0 0-28-16,0 0-164 16,0 0 24-16,76 5-176 0,-56-5-228 15,0 0-52-15,0-7-296 0,4 0-456 0,-1-3-292 16,-3 4-32-16,1-3-172 0,-6 2-428 15,-2 1-464-15,-2 3 71 0,-7 0 237 16,0 3 1028-16,-4 0 804 0,0 0 296 16,0 0 824-16,-4 6 308 0,-4 4 20 0,1 2 81 15,-2 7-145-15,-3 0-168 16,1 6-232-16,2 0-116 0,-2 2-156 16,3 1-116-16,-1-2-4 0,1-1-236 0,5-3-96 15,3-2-260-15,-4-1-52 0,4-4-80 16,0-2-52-16,7-3-128 15,1-4-416-15,9-3 20 0,3-3-320 0,-1 0-624 0,1-3-1456 16,12-16-3845-16</inkml:trace>
  <inkml:trace contextRef="#ctx0" brushRef="#br0">23905 4540 7400 0,'0'0'896'0,"0"0"1136"16,0 0-487-16,0 0 183 16,0 0-144-16,0 0-476 0,-79 70-448 15,55-48-248-15,0 6 84 0,-4 4 0 0,-8 7 32 16,0 5-136-16,-8 7-108 16,-3 2-148-16,-5 11-28 0,-4 3-48 0,-4 0-8 15,-4 6-52-15,-3-3-8 0,3-1-44 16,-4-2-8-16,1-3-136 0,7-5 124 15,4-7-76-15,8-11-36 0,12-6 36 16,8-13 24-16,13-6-12 0,11-10-48 16,4-3-148-16,0-3-176 0,8-9-112 0,3-4-228 15,9-6-312-15,1-6-960 0,-2 5-2449 16,9-14-3107-16</inkml:trace>
  <inkml:trace contextRef="#ctx0" brushRef="#br0">23527 5235 4608 0,'0'0'6345'16,"0"0"-4689"-16,0 0-648 0,-36 74-108 16,24-47 260-16,-4 9 172 0,4-1-328 15,0 0-240-15,4 2-236 0,-4-1-232 0,4-4-88 16,-7 6-32-16,2-3-176 0,-6-4-12 15,2 4-148-15,-3-10-96 16,5 0-112-16,3-5-188 0,0-8-36 0,8-2-188 16,0-7-320-16,4-3-348 0,0 0-844 15,4 0-2165-15,12-18-483 0</inkml:trace>
  <inkml:trace contextRef="#ctx0" brushRef="#br0">23547 5331 4000 0,'0'0'1040'15,"0"0"628"-15,0 0 1548 0,0 0-1383 16,0 0-605-16,0 0-248 16,0 0 72-16,0 0-72 0,0 0 72 0,0 0-432 15,0 0-172-15,32 57-40 0,-32-32-140 16,4-3-68-16,-4 0-4 16,4 0-148-16,-4-3 12 0,0 4 4 0,4-4-64 15,-4-6 12-15,3 0 60 0,1-4-64 0,0 1 4 16,1-7-4-16,-1 3 8 15,0-2-4-15,0-4 0 0,3 0 108 16,1 0 112-16,5-7 184 0,2-3-36 0,1-3-28 0,0-5-132 16,4-1-100-16,0-7-120 15,4 0-12-15,-4-2-96 0,4-3-12 16,0-1 20-16,4 3-144 0,-5-2-84 0,1-1-148 16,-3 3-160-16,-2 0-188 15,1 4-204-15,-3 3-324 0,-6 3-664 16,1 8-1949-16,-4 0-2523 0</inkml:trace>
  <inkml:trace contextRef="#ctx0" brushRef="#br0">24360 4317 7564 0,'0'0'4345'0,"0"0"-2265"16,0 0-964-16,0 0-512 0,0 0 224 16,0 0 456-16,0 0-312 0,0 0-112 0,0 0-212 15,0 0-364-15,0 0-188 0,0 0 12 16,0 0-108-16,28-50-72 0,-21 34-124 0,1 3-72 15,1-6-12-15,2 3-444 16,-3-3-580-16,5-3-820 0,-6 9-3065 16,5-8-2847-16</inkml:trace>
  <inkml:trace contextRef="#ctx0" brushRef="#br0">24614 3867 7188 0,'0'0'3008'0,"0"0"-1795"0,0 0-1009 16,0 0-112-16,0 0 72 0,0 0-164 16,17-66-176-16,-10 53-340 0,1 2-373 0,1-1-355 15,2-1-780-15,-3 1 32 0,0 2-288 16,8-6-16-16</inkml:trace>
  <inkml:trace contextRef="#ctx0" brushRef="#br0">24882 3505 6552 0,'0'0'2816'0,"0"0"-1472"0,0 0-791 0,0 0 247 0,0 0 428 16,47-70-212-16,-35 54-384 0,0 0-380 16,1 4-252-16,-2-4-116 0,1 4-60 15,-4-2-204-15,4 2-632 0,0 2-756 16,-4 0-2181-16,0-2-1187 15</inkml:trace>
  <inkml:trace contextRef="#ctx0" brushRef="#br0">25132 3158 4164 0,'0'0'2708'16,"0"0"-1720"-16,0 0-676 16,0 0 208-16,0 0 632 0,0 0 189 0,0 0-97 15,0 0-360-15,0 0-352 0,36-66-48 16,-32 60-92-16,0-1-152 15,-4 1-240-15,5-3-292 0,-1 2-416 0,-1 1-872 0,1 0-997 16,0-7-2623-16</inkml:trace>
  <inkml:trace contextRef="#ctx0" brushRef="#br0">25316 2889 3572 0,'0'0'4180'0,"0"0"-2572"15,0 0-560-15,0 0-415 0,0 0 135 0,0 0 80 16,-88 19 84-16,60-6-220 16,0 3-168-16,-8-1-56 0,1 8-84 15,-1-4-16-15,-4 3-108 0,0 0-180 0,4 0-100 16,-7-3-60-16,2 4-92 16,5-2-52-16,-3 0-136 0,11-7-388 0,0-1-172 15,13-2-412-15,2-9-769 0,9-2-803 16,4-2-2100-16</inkml:trace>
  <inkml:trace contextRef="#ctx0" brushRef="#br0">25248 2892 10104 0,'0'0'1381'15,"0"0"-981"-15,0 0 276 0,0 0 780 0,0 0 224 16,24 85-228-16,-20-55-668 15,4 1-404-15,0 1-120 0,-1 0-224 16,2 6-36-16,-5-3-4 0,0 0-168 0,4 3-76 16,0-4-208-16,-4-2-264 0,8-2-132 15,-5-5-192-15,6-6-516 16,-2 3-1052-16,-3-9-1377 0,1 2-591 0</inkml:trace>
  <inkml:trace contextRef="#ctx0" brushRef="#br0">25495 3679 14661 0,'0'0'1904'0,"0"0"-1668"16,0 0-236-16,0 0 0 0,0 0 472 15,0 0 160-15,0 0 24 16,0 0-300-16,0 0 76 0,0 0-188 0,107-9-120 0,-66-1-124 16,2 1-4-16,-3-4-120 15,-8 7 12-15,0 0-32 0,-8 6-28 16,-4 0-136-16,-5 9 48 0,-6 7 12 0,-1 10 248 16,-8 2 124-16,0 9 88 0,-8 9-52 15,-4 1 12-15,-4 4 48 0,0 3-84 16,-4-3-48-16,0-4-88 0,4-6-60 15,4-6 52-15,4-7-52 0,0-8-64 16,4-7-148-16,4-6-72 0,0-1-348 16,0 0-600-16,0-6-848 0,0 2-1773 15,4-2-2131-15</inkml:trace>
  <inkml:trace contextRef="#ctx0" brushRef="#br0">25467 4060 6064 0,'0'0'2680'0,"0"0"1973"16,0 0-3397-16,0 0-436 0,0 0 224 16,0 0-244-16,0 0-280 0,0 0 132 0,0 0-60 15,0 0-236-15,107 4-304 0,-75-4-52 16,-4 0-236-16,4 0-380 0,-4 0-420 16,-4 3-376-16,-4 0-948 0,-4 0-2665 15,-4 3-2191-15</inkml:trace>
  <inkml:trace contextRef="#ctx0" brushRef="#br0">25527 4279 6672 0,'0'0'5313'0,"0"0"-4313"15,0 0-476-15,0 0 248 0,0 0 556 0,0 0-12 16,0 0-272-16,0 0-392 16,0 0-220-16,0 0 132 0,8 52-160 0,24-52-148 15,3-14-256-15,6-1-392 0,2-3-156 16,-3-6-204-16,4-1-248 0,-4-3-576 15,-4 5-2528-15,8-19-5361 0</inkml:trace>
  <inkml:trace contextRef="#ctx0" brushRef="#br0">26272 3727 5228 0,'0'0'9377'0,"0"0"-8157"0,0 0-1068 15,0 0 228-15,-32 89 592 0,28-63 40 0,0 2-468 16,4-3-544-16,-3 8-128 16,-1-5-264-16,-1 10-576 0,-3-13-996 0,-16 23-3917 15</inkml:trace>
  <inkml:trace contextRef="#ctx0" brushRef="#br0">26133 4591 12709 0,'0'0'4624'0,"0"0"-3524"0,0 0-656 0,0 0-148 16,0 0-272-16,0 0-24 0,0 0-196 15,0 0-556-15,0 0-640 0,0 0-1048 16,47 0-4797-16</inkml:trace>
  <inkml:trace contextRef="#ctx0" brushRef="#br0">22997 1209 5764 0,'0'0'7149'15,"0"0"-5941"-15,0 0-664 0,0 0-100 16,0 0 384-16,88 39 328 16,-65-36-204-16,1-3-148 0,0-3-228 0,1-4-160 15,3-6-160-15,-1 1-228 0,-3-2-28 0,0 0-248 16,-4-3-484-16,3-2-440 15,-3 0-420-15,-3 3-1036 0,2-12-3473 0</inkml:trace>
  <inkml:trace contextRef="#ctx0" brushRef="#br0">23400 783 6556 0,'0'0'116'0,"0"0"3716"0,0 0-2811 16,0 0-173-16,0 0 56 0,0 0-64 0,0 0-16 15,0 0-132-15,0 0-128 16,0 0-124-16,-64 59 24 0,60-34-144 16,-5 3 4-16,2 4-52 0,-1-1 0 0,0 1-48 15,3 3 84-15,1 1 60 0,4 1 12 16,0 2-76-16,0-2-156 0,4-2-36 16,5 7-16-16,-5-7 52 0,4-1-144 0,-1 1 80 15,2-2 0-15,-5-5-80 16,0 0 0-16,0 4-4 0,-1-6-36 0,1 2 32 15,-4-3 0-15,0 1-4 0,0-5-88 16,-7 3-4-16,-1-6-80 0,-1 5-52 16,-2-7-64-16,-1-1-72 0,-4-2-48 15,0-4-28-15,-4-2-112 0,0-1-116 16,-3-2-152-16,-5-4-220 0,0 0-604 16,3 0-1545-16,-14-4-3291 0</inkml:trace>
  <inkml:trace contextRef="#ctx0" brushRef="#br0">26276 8074 8928 0,'0'0'5349'0,"0"0"-5045"16,0 0-112-16,0 0 284 0,0 0 1220 0,0 0-308 16,88 27-340-16,-53-27-472 0,6 0-284 15,2 0-120-15,-3-5-120 0,4-5-52 16,-4-5-108-16,-1-2-100 0,-3-1-272 15,1-5-404-15,-5-2-324 0,-9 6-632 16,-7 3-1292-16,-4-6-3553 0</inkml:trace>
  <inkml:trace contextRef="#ctx0" brushRef="#br0">26646 7741 1056 0,'0'0'8712'0,"0"0"-6391"0,0 0-993 16,0 0-388-16,0 0-204 0,0 0 128 0,-56 63 116 15,49-31-60-15,3 3-240 16,0 2-176-16,0 5-76 0,4 2-24 16,-4 7-84-16,-1-3-76 0,2 2-124 0,-1 1-24 15,-4 0-96-15,4-6 0 16,0-1-4-16,0-6-68 0,0-6 20 16,0-4-20-16,0-5 24 0,4-7 40 0,-4-4-40 15,4-2-40-15,0-6-44 0,-4-2-76 16,4-2-100-16,-4 0-108 0,-3 0-152 15,-2-6-160-15,-3-7-328 0,-4-3-500 16,0-5-764-16,0 2-1605 0,-7-20-1127 16</inkml:trace>
  <inkml:trace contextRef="#ctx0" brushRef="#br0">26423 7457 10348 0,'0'0'4621'16,"0"0"-3601"-16,0 0-480 0,81-15 456 15,-50 5 80-15,5 2-680 0,4-6-396 0,3-2-76 16,5 0-108-16,4 1-332 0,0-5-712 16,0 1-1008-16,-17 6-2893 0,14-2-2659 15</inkml:trace>
  <inkml:trace contextRef="#ctx0" brushRef="#br0">21128 3924 3696 0,'0'0'872'16,"0"0"4600"-16,0 0-3335 0,0 0-349 15,0 0-172-15,0 0-84 16,0 0-468-16,103 6-200 0,-62 1-92 0,-1-7-308 15,-1 0-60-15,-3 0-172 0,-3 0-112 16,-1-7-8-16,-9 5-112 0,1-5-48 0,-4 0-40 16,-8 2-192-16,-1-2-256 0,2 3-360 15,-6 1-456-15,-3 0-972 0,0 3-2132 16,1-6-2285-16</inkml:trace>
  <inkml:trace contextRef="#ctx0" brushRef="#br0">21399 3968 1840 0,'0'0'1576'0,"0"0"3816"0,0 0-3804 15,-44 86-143-15,32-54 15 0,-3-1-76 0,2-2-288 16,-2 0-456-16,2-8-464 0,2 2-176 16,3-7-112-16,-1-3-140 15,9-7-116-15,-3-3-320 0,3-3-428 0,0 0-488 16,7-6-597-16,-2 3-479 0,7-13-2200 15</inkml:trace>
  <inkml:trace contextRef="#ctx0" brushRef="#br0">21452 3994 1864 0,'0'0'1332'0,"0"0"596"0,0 0 2000 0,0 0-2039 16,0 0-373-16,0 0-228 15,0 0-136-15,0 83-156 0,-5-58-292 0,5 3-244 0,0 1-24 16,0 0-64-16,5-1-76 15,-2 1 24-15,1-4-232 0,4-3 12 16,-4-3-88-16,8-2-4 0,4-5 76 0,4-3-84 16,8-2-8-16,0-4-64 15,8-3-584-15,3-3-184 0,1-7-304 16,8-2-440-16,-12-1-1044 16,20-10-2733-16</inkml:trace>
  <inkml:trace contextRef="#ctx0" brushRef="#br0">26627 4067 10756 0,'0'0'4601'0,"0"0"-4049"0,0 0-548 0,0 0 72 15,0 0 124-15,0 0 268 16,96-22 140-16,-73 15-124 0,1-2-284 0,4-1-64 16,4 1-84-16,-4-5-52 0,-4 2-172 0,0-1-176 15,-5 1-296-15,-2-5-600 0,-2 5-384 0,-2-1-964 16,-10-2-2245-16,1 5-1834 16</inkml:trace>
  <inkml:trace contextRef="#ctx0" brushRef="#br0">26858 3730 1172 0,'0'0'772'0,"0"0"6168"16,0 0-5528-16,0 0-535 0,0 0 123 0,0 0 100 15,0 0-160-15,0 0-216 0,0 0-160 16,0 0-48-16,0 0 128 0,-48 66 64 16,48-27-76-16,-4 3-312 0,4 2-84 0,0 3-88 15,-4 4-48-15,0 3 20 16,-4 1-68-16,4-5-52 0,-3 1-16 15,-2-1-92-15,5 2 104 0,-4-1-72 0,4-7 64 0,-4 0-48 16,4-3 56-16,0-10-96 16,0 2 52-16,4-11-16 0,0-3 16 15,0-3 36-15,0-3-48 0,-4-1-40 0,4-5-48 16,-4-4-136-16,1-3-76 16,-1 0-88-16,-9 0 88 0,2-7 8 15,-6-5-104-15,-2-1-72 0,-1-9-152 0,-1-3-616 16,2-7-1305-16,3 4-1907 15,-12-21-1636-15</inkml:trace>
  <inkml:trace contextRef="#ctx0" brushRef="#br0">26575 3521 1540 0,'0'0'9521'16,"0"0"-7713"-16,0 0-320 0,0 0-276 15,0 0 180-15,0 0-236 0,79-26-452 0,-51 20-288 16,4-1-244-16,12-2-172 0,0 0-72 16,4-1-28-16,8 1-60 0,-1-1-84 15,1-2-312-15,4-1-520 0,0-1-668 16,-1 2-1496-16,-10-1-3405 0</inkml:trace>
  <inkml:trace contextRef="#ctx0" brushRef="#br0">23168 3302 1892 0,'0'0'444'0,"0"0"-332"0,0 0-108 16,0 0 56-16,0 0-44 0,0 0 152 16,0 0-104-16,0 0-52 0,0 0 4 15,0 0-16-15,0 0-156 0,0-13-484 0,-4 13-1351 16</inkml:trace>
  <inkml:trace contextRef="#ctx0" brushRef="#br0">23459 2819 2684 0,'0'0'52'0,"0"0"6256"15,0 0-4756-15,0 0-535 16,0 0-53-16,0 0-32 0,0 0-148 0,0 0-224 16,0 0-272-16,0 0-276 0,-35 7 0 15,22 5 80-15,2 7 32 0,-2 6 92 16,1 4 232-16,1 4 84 0,-2 5 64 0,-2 3-124 15,-2 0-52-15,6 3-108 0,-9 4-80 16,4-1-224-16,0 7 204 0,4-2-128 0,4 2-8 16,0-1-72-16,4 1-4 15,4-10-4-15,0-2 4 0,8-7 60 0,8-3-12 16,0-7 40-16,4-3-84 0,4-3-4 16,0-3 96-16,8-7-32 15,0 0-20-15,7-2-40 0,-3-7 64 0,0 0 20 16,4 0-28-16,0-7-12 0,-1-2-48 15,-3-7-152-15,-4 0-8 0,0-2 160 16,-4-1 72-16,0-7 28 0,-4 1-28 0,0-4 0 16,-5 1-64-16,-2 0-8 15,-2-5-84-15,1-2-52 0,-8 1-144 16,5-4-16-16,-6 3 112 0,1-4 24 0,-4 4 0 16,0 7 84-16,1-1 16 15,-5 8 60-15,0 4 44 0,0 4 56 0,-5 5-52 16,1 1-48-16,-4 0-12 0,4 0-112 15,-8 1-320-15,4 0-64 0,-3 0-28 16,-2 6 0-16,-2-3-236 0,-2-1-564 0,6 1-1284 16,-10-6-2485-16</inkml:trace>
  <inkml:trace contextRef="#ctx0" brushRef="#br0">23913 3000 1864 0,'0'0'1620'0,"0"0"3236"0,0 0-4080 15,0 0-24-15,0 0 268 0,0 0-43 16,-87 41-141-16,71-28-124 0,-5 3-152 16,2 0-76-16,-5 3 20 0,0 3 0 0,0-3-40 15,-3 6-44-15,-1-2-108 0,4-4-312 16,3 0-4-16,6-6-84 0,2-4 12 15,6-3-36-15,3-2-116 0,4-4-236 16,0 0-168-16,0 0-12 0,0 0-244 16,11-10-428-16,-2 4-1301 0,19-19-2171 0</inkml:trace>
  <inkml:trace contextRef="#ctx0" brushRef="#br0">23854 3032 3988 0,'0'0'1472'16,"0"0"2784"-16,0 0-2795 0,0 0-473 0,0 0 532 0,0 0-164 15,87-6-264-15,-67 6-200 0,4 9-160 16,0 1-200 0,-4-1-444-16,4 1-88 0,0 2-76 0,0 1-72 0,-1 0-48 15,1-1-364-15,4 1-236 0,0-3-284 16,4-1-592-16,-8-6-1349 16,12 0-3203-16</inkml:trace>
  <inkml:trace contextRef="#ctx0" brushRef="#br0">25666 355 248 0,'0'0'9684'0,"0"0"-8071"16,0 0-433-16,0 0-44 16,0-82-540-16,-12 65-268 0,-8 3-128 0,-8-5-184 15,-4-2 232-15,-7 2-20 0,-1-2 60 16,-4-2-60-16,-7 1 164 0,-1 0-16 16,-12 0-264-16,-4 0-52 0,-16-1-48 0,-11 11-12 15,-17 2-228-15,-11 6 228 16,-16 4 0-16,-13 0 12 0,-7 0-72 15,-9 0 60-15,5 0 0 0,-4 0 60 0,-1 0-20 16,5 0-40-16,-5 0-8 0,1 0-176 16,4 0 180-16,-5 0-80 0,-2 4 72 0,2 6 12 15,-3 2 24-15,-1 1-20 16,5-6 0-16,3 1 4 0,1-1 44 0,12 3-44 16,7-2 104-16,5 3-112 0,12 2-88 15,7-1 0-15,8 1 88 0,9-1-8 16,3 1 8-16,5 1-12 0,-2-2-88 15,7 4 52-15,-2 0 48 0,0-1 0 16,5 1 48-16,-5 3-160 0,4 1 112 16,-4-2 0-16,5 8-80 0,-1-1 80 15,0 6-80-15,5 2 80 0,-5-1 4 16,0 3-4-16,1 2 0 0,-1 1-44 16,0 0 44-16,1 1 36 0,-1-1-24 0,4 3 28 15,0-3-40-15,1 0-4 0,0 0-8 16,-1 1 0-16,0-5 12 0,1-2 52 15,3 4-40-15,4-9 52 0,8 5-64 16,0 1-8-16,5-2 8 0,-1 1-68 0,4 2 68 16,4 2 0-16,1-2 4 15,-1 5 0-15,4-4 8 0,0 0-12 0,1-1 8 16,-1 2 32-16,0-2 8 0,0-2-24 16,0 0 176-16,4 0-48 0,5-4 20 15,3 1 40-15,0-4-200 0,13 4-12 16,-1-4-64-16,4 0 56 0,3 4 0 15,6-4-68-15,2 4 12 0,2-1 0 0,-2 1 56 16,2 3 16-16,3 3 72 0,0-1-72 16,-1 8-4-16,6-2 4 15,-5 9 88-15,-4 2-92 0,4 2 4 0,-4 5 16 16,0 2-20-16,0 0-4 0,4 1 52 16,-3-4-40-16,2-3-24 15,5-1 60-15,-4-2-84 0,4 3 48 0,-4-3-12 0,0 0 172 16,0 3-108-16,1-3-56 15,3 0 80-15,-5 0-84 0,5-1 92 16,4-2-44-16,0 3-52 0,0 0-4 0,0 3 4 16,0-1 48-16,0 5-48 0,4-4-8 15,0 3 8-15,1-1-48 0,2 3 20 16,-3-3 28-16,4 4-8 0,5 1 8 16,-6-1-52-16,9 5 52 0,-4-3 0 0,4 2-12 15,4-4 8-15,0 4 8 16,0-4 152-16,0 3-156 0,4-3-44 15,4 5 44-15,-1-2 4 0,1 3 56 0,9-2-52 16,-2-1-8-16,5 1 8 16,3-5-16-16,6 6 16 0,3-5 124 15,-1-3-132-15,9 1 0 0,3-5 108 0,1 2-44 16,4-5-52-16,4 1 36 16,-5 0-40-16,5-1-16 0,4-2-108 0,-1 3 112 15,2 0-92-15,2-3 88 0,5-1 8 0,0 0 0 16,11-5 56-16,4-1 8 15,6 1-56-15,6-7-8 0,4-1 12 0,5 1 84 16,0-3-96-16,-1 2-164 0,5-1 156 16,-1 2 0-16,5-1-164 0,-1 1 48 15,4 0 60-15,5 4-72 0,-1 2 76 16,0-3 48-16,5 3 4 0,4 0-228 0,3-2 124 16,0-1 112-16,9-7-124 0,3 1 120 15,5-3-4-15,3-1 4 16,0 1 4-16,5-3-112 0,-1 2 36 0,0-3 76 15,5-3 64-15,-1 7-64 0,4-3 88 16,-4 2 12-16,5 1-100 0,-4-2-92 0,2 3 92 16,1-5 4-16,5 1 96 15,-1-5-28-15,4 5 104 0,4-6-176 16,-2 2-12-16,2-6 12 0,3-2-4 0,6-3 8 16,3 1 0-16,0-5-4 0,4-4-4 15,0-3 4-15,1 0 48 0,-1 0-40 16,4-6 80-16,0-1 0 0,0-2-88 15,-3-4 0-15,-1-4 120 0,0-1-72 16,-4-4 16-16,1-3 8 0,-9-8-72 0,0-4-28 16,0-9 28-16,-4-1 12 0,1-10 64 15,-1 0 16-15,-4-7-92 16,0-2-188-16,-8-4 76 0,1-7-60 0,-8-5-204 16,-9 0-132-16,-12-7 228 15,-12-6 64-15,-12 2-84 0,-15-1 148 0,-12-5 152 16,-16-4 0-16,-4 3 8 0,-17-2 204 0,-3-6-48 15,-9-3-28-15,-2-6-136 16,-10-1-48-16,-7-6-4 0,-8-3 44 16,-7 1 8-16,-6-6-136 0,-7 3 48 0,-4-4-40 15,-8 0 128-15,-12-1-228 16,-8-3 116-16,-11 3 0 0,-6 8 112 16,-10 0 8-16,-13 5 168 0,-4 0 64 0,-7 7 12 15,-5-4-252-15,-7 4 48 0,-5 3-48 16,-8-1-164-16,1 5 28 0,-5-2-4 15,-7 5-72-15,-5 2-268 0,-4-2-92 16,-3-1 0-16,-5-1 76 0,-7 2 292 16,-1 0-216-16,-3-1 224 0,0 3 160 0,-9 0 36 15,-3 4 64-15,-1 6 88 0,-11 3-24 16,3 3-116-16,-6 4-4 0,2 2 104 16,-3 7 20-16,-1 0-124 0,1 6-16 15,-4 1-40-15,3 6-16 0,-3 5-16 16,4 5 72-16,0 2-168 0,-1 7 112 15,0-1-40-15,2 1-64 0,-10 6-1053 16,9 1-1183-16,35 11-1756 0,-55 4-155 0</inkml:trace>
  <inkml:trace contextRef="#ctx0" brushRef="#br0">7542 15027 1552 0,'0'0'7712'16,"0"0"-6072"-16,0 0-415 0,0 0-189 15,0 0 500-15,0 0-164 16,0 0-420-16,0 0-416 0,0 0-4 0,0 0-76 16,0 0-320-16,99 13-136 0,-67-13 0 15,4-10-136-15,1-2-496 0,2-4-348 16,-3-7-172-16,3 5-364 0,-7-2-448 0,-8 1-585 15,-3 6-407-15,-6 1-1316 16,-11 5 1745-16</inkml:trace>
  <inkml:trace contextRef="#ctx0" brushRef="#br0">7924 14881 760 0,'0'0'1684'0,"0"0"-1332"0,0 0 1172 16,0 0 1508-16,0 0-1552 0,-79 54-716 16,66-42 116-16,2 4 177 0,-1-2-389 0,3-2-668 15,2-3-256-15,3 1-1201 16,0-7-1183-16,4 0-3424 0,0-3 4380 15</inkml:trace>
  <inkml:trace contextRef="#ctx0" brushRef="#br0">8092 14043 10256 0,'0'0'5201'0,"0"0"-4445"0,0 0-80 16,0 0 8-16,0 0 440 0,-60-64 212 16,44 57-348-16,4 1-404 0,1 4-279 15,-6-2 35-15,6 2 24 0,-2 2 300 0,-2 0-312 16,-2 0-208-16,2 2-140 0,-9 8-4 15,-4 3-12-15,-8 9-60 16,0 3-12-16,-8 13 36 0,-3 6-48 0,-6 8 92 16,1 11 0-16,1 7-4 0,-5 5-16 0,4 12 12 15,0 1 12-15,5 8-88 0,11-7 40 16,4-7 48-16,16-6 72 16,4-12 12-16,12-13-80 0,8-7 88 0,8-9-88 15,7-7 8-15,9-3 72 0,5-4 24 16,3-7 48-16,3 0 76 15,1-9-4-15,0 0-84 0,-5-5-72 0,2 0 12 0,-2-7-12 16,1-3-8-16,-4-3-16 16,4 1-48-16,-4-1 0 0,-4-3-4 15,0 0-8-15,-8 0-76 0,0 2-32 0,-5-3-96 16,-2 1-84-16,-2 3-64 16,-7-2-24-16,0 2 16 0,-4-3-76 15,0 4-136-15,-4-4-305 0,-8-4-623 0,-4 1-820 16,-4-3-1552-16,-8 3-941 0,0 3-1387 15,5 3 4464-15,-9 1 1209 0</inkml:trace>
  <inkml:trace contextRef="#ctx0" brushRef="#br0">7665 14890 300 0,'0'0'132'16,"0"0"7072"-16,0 0-5508 0,0 0-352 16,0 0 149-16,0 0 283 0,0 0-136 15,0 0-420-15,0 0-400 0,0 0-4 0,0 0 72 16,0 0-180-16,100-41-156 0,-80 29-68 15,4-1-68-15,-5 3-100 0,6 1-147 16,-5-5-21-16,-1 6-64 0,5-3-80 16,-3-1-4-16,-2 3-132 0,1-3-28 0,0-5-109 15,-4 9-155-15,0-6-160 0,-4 4-16 16,-5 7 12-16,-3 0 36 0,-4 0-28 16,5 3-36-16,-5 0-44 0,0 3-216 15,-5 3 20-15,1 4 692 0,-3 4 164 16,-1 4 164-16,0 4 0 0,-4 1 112 0,4-2 232 15,0 2-48-15,-4-1-48 16,4 0-40-16,0 3 12 0,0-2-60 0,-4 2-4 16,4 0-48-16,1 1-28 0,-2-4-120 15,1 0-124-15,1 4-64 16,-1-4 16-16,3 1 36 0,-3-2 4 0,8-2-104 16,-4 0 4-16,4-3-92 0,0-4 16 15,0 5 60-15,0-7-48 0,4-1-12 16,0 1-164-16,0-4-188 0,5-3-224 0,-5 0-260 15,3-3-780-15,5 0-865 16,0-9-1403-16,0-1-1236 0,8-15 4964 0</inkml:trace>
  <inkml:trace contextRef="#ctx0" brushRef="#br0">9048 14191 1564 0,'0'0'9781'16,"0"0"-8281"-16,0 0-736 16,-39 71 36-16,14-36 700 0,-3 9-148 15,-3 10-312-15,-10 6-412 0,-2 10-196 0,-1 7-52 16,-8 11 12-16,-4 8 72 15,-4 2-136-15,-7 4-196 0,-8-1-124 0,-2 1 0 16,2-4-4-16,3-2-4 0,8-11-12 16,8-9-96-16,13-12 60 0,11-10-52 15,8-12-32-15,8-15-88 0,7-7-136 16,9-8-156-16,0-9-224 0,9-3-204 0,10-5-140 16,6-12-160-16,3-8-1168 15,3-10-2693-15,-6 3-2527 0,10-22 7472 0</inkml:trace>
  <inkml:trace contextRef="#ctx0" brushRef="#br0">9032 14897 6232 0,'0'0'5813'16,"0"0"-3757"-16,0 0-1232 0,0 0-536 15,0 0 264-15,-40 69 852 0,24-44-312 16,-4 8-416-16,0 2-404 0,1 6-52 0,-1 6-48 16,-1 8 12-16,-3 2-60 0,1 3-124 15,3 0 0-15,-4 1-4 0,0-4-132 16,8-6-48-16,-4-8-24 0,8-4-12 16,1-10-40-16,2-4-60 0,5-9-224 15,4-4-112-15,-4-5-504 0,4-7-832 16,4-7-1913-16,9-5 717 0,-2-9-2924 0,1-2 5528 15,12-18 149-15</inkml:trace>
  <inkml:trace contextRef="#ctx0" brushRef="#br0">8949 15087 3968 0,'0'0'392'0,"0"0"4644"0,0 0-4196 16,0 0 113-16,0 0 75 0,0 0 136 0,0 0-8 15,0 0 40-15,0 0 120 0,0 0-408 16,79 29-316-16,-67 6-100 0,4 5-112 15,-5-1-84-15,-2 3-164 0,-1-5-56 0,-4 2-76 16,3-10 4-16,-3-4 0 16,5-6 56-16,-5-3 64 0,0-7-4 15,-1-3 28-15,5-3 60 0,1 1 132 0,-1-4-12 16,3-4-24-16,9-5-72 0,1-13-99 16,6-6-85-16,6-10-48 15,2-11-44-15,1-8-65 0,0 1-75 0,3-5-132 16,-3 5-120-16,-3 1-100 0,-1 10 32 15,-1 4-48-15,-7 10-72 0,0 3-240 0,0 4-456 16,-9 9-1088-16,-2 2-1469 0,2 0-1487 16</inkml:trace>
  <inkml:trace contextRef="#ctx0" brushRef="#br0">10908 14532 10000 0,'0'0'4513'0,"0"0"-4209"0,0 0-304 15,0 0-316-15,0 0 316 0,0 0 228 0,0 0 252 16,-87 51 60-16,51-20-112 0,-8 10-24 15,0 11 68-15,-11 7 136 0,-10 15-64 16,-6 11-148-16,-8 17-136 0,-9 6-176 16,-12 12-84-16,-4 8-4 0,-7 1-44 15,0 5-52-15,-1-1 16 0,1-3-52 0,-1-6 136 16,9-9 76-16,7-7-68 0,8-8 64 16,8-4-12-16,9-10-60 15,7-3-4-15,12-13-92 0,4-7-16 0,8-6-148 16,12-9 16-16,4-9-56 15,9-8-72-15,7-12-48 0,-1-3 32 0,9-7-180 16,0-6-224-16,9-3-332 0,-1 0-712 16,7-6-1221-16,1-6-2543 0,-4-1 2720 15</inkml:trace>
  <inkml:trace contextRef="#ctx0" brushRef="#br0">4868 8693 1580 0,'0'0'376'0,"0"0"-376"16,0 0-300-16,0 0-288 0,0 0-180 16,0 0 532-16,0 0 173 0</inkml:trace>
  <inkml:trace contextRef="#ctx0" brushRef="#br0">4868 8693 440 0,'0'0'924'0,"-52"-6"-348"16,48 6-276-16,0 0-156 0,1 0 12 0,3-4 12 15,0 4 2464-15,-4-3-992 0,4-1-820 16,0 2-404-16,0-1-120 0,0 0-112 15,0-1-176-15,-4 2-8 0,4-3-4 0,0 5 0 16,0 0-48-16,0 0 44 16,0 0-8-16,0 0-88 0,0 0 16 15,0 0 36-15,0 0 52 0,0 0 4 0,0 0 216 16,0 0 144-16,0 0 36 0,0 0-52 16,0 0-48-16,0 0-120 0,0 0-180 0,0 0-72 15,0 0-164-15,0 0-408 16,0 0-628-16,0 0-1500 0,0 0-472 0,0 0 2160 15,0 0 216-15</inkml:trace>
  <inkml:trace contextRef="#ctx0" brushRef="#br0">4761 8518 2256 0,'0'0'5608'0,"0"0"-3740"15,0 0-203-15,0 0-165 0,0 0-64 0,0 0-148 16,0 0-256-16,0 0-164 0,0 0-40 16,0 0 12-16,-9 92-32 15,18-40 24-15,-1 14-188 0,3 7-280 0,-3 9-107 16,-3 1-89-16,-5 2-84 0,0 2-72 16,0 1 40-16,-9 4-52 15,2 0-120-15,-5-3 12 0,-1-6-88 0,2-3-69 16,-1-11-51-16,7-8-112 0,2-14-12 15,3-12 124-15,0-13-28 0,0-6-32 16,3-13-180-16,10-3-716 0,-1-9-552 0,4-14-652 16,3 2-2421-16,5-28-3023 0</inkml:trace>
  <inkml:trace contextRef="#ctx0" brushRef="#br0">5450 8887 6988 0,'0'0'6177'0,"0"0"-5237"0,0 0-940 16,0 0 0-16,-88 25 100 0,56-12 584 15,1 3 148-15,-1 3-252 0,-4 0-356 16,0 3-160-16,1 3 24 0,-6 4-28 16,2 6-60-16,-1 0-92 0,-4 0-44 15,8 2 24-15,0-5-24 0,8 1 4 0,8-12 132 16,5-1 164-16,7-8-52 15,-1 1-112-15,9-7 0 0,0 4-88 0,9 3 88 16,6 2 88-16,6 1 248 0,6 6-12 16,5 0 0-16,4 1 172 0,7-2-12 15,-2 6-240-15,2-5-108 0,1 0-124 16,-4 3-4-16,4-3 0 0,-5 1-8 0,2 3-52 16,-2-1-120-16,-7 0-124 0,4 0-348 15,-4-3-464-15,0 1-680 0,-8-11-1272 16,8 5-3593-16</inkml:trace>
  <inkml:trace contextRef="#ctx0" brushRef="#br0">6709 8944 5648 0,'0'0'7053'15,"0"0"-5565"-15,0 0-932 16,0 0-376-16,0 0 172 0,0 0 324 16,0 0 604-16,0 0-288 0,0 0-400 0,0 0-248 15,0 0-88-15,0 0 40 0,-4 0-76 16,1 6-36-16,-6 0 24 0,1 1-4 16,-3 2-8-16,-6 1-36 0,-2 2-84 15,-9 7-76-15,0 4-72 0,-13 5-28 0,2 4-20 16,-5 3 36-16,-4 3 8 15,5 0 16-15,-6 4 0 0,2-1-40 0,-1 3 40 16,5-3 20-16,-2 1 36 0,9-8 4 16,5-2 0-16,3-3 4 15,7-7 4-15,6-6-8 0,7-3 0 0,4-7-84 16,-1-3 8-16,5 0 76 0,0-3 0 16,9 7 0-16,3-4 36 0,4 0 100 15,7 1 12-15,1-4-28 0,8 0-32 16,0 0-4-16,4 0-72 0,0 0-12 15,0 2-80-15,4 5-8 0,3-1 4 0,2 0 0 16,-2 5 20-16,1 1 16 0,0-2 48 16,-5 1 0-16,6 0 8 15,-10-5 0-15,1 1 116 0,-4-5-16 0,0 2 124 16,-8-4 0-16,0 0-24 0,-5-4-16 16,2 2 16-16,-1-8 60 0,-9 3 373 0,2 0-129 15,-1-1-272-15,-5-5-96 0,-3 1-32 16,5-5-4-16,-5-2-36 0,0-6-12 15,-4-4-48-15,0-6-8 0,0-9-4 16,-8-1-72-16,-5-8-84 0,2-5-124 16,-6-5-204-16,-2 2-196 0,-1-5-109 15,-4 6-151-15,4-1-236 0,4 4-612 0,-1 6-872 16,10 7-2305-16,-1 12-2363 16</inkml:trace>
  <inkml:trace contextRef="#ctx0" brushRef="#br0">7905 8560 8960 0,'0'0'7497'0,"0"0"-6825"0,0 0-672 15,0 0-724-15,0 0 472 0,0 0 252 16,0 0 752-16,0 0-316 0,0 0-212 0,0 0-224 16,-80-7-16-16,59 29 12 0,2 7 4 15,-5 3 184-15,0 3 136 0,-4 6 28 16,0 0-64-16,1 7-52 0,-1 6-60 16,-4 3 0-16,4 10-48 15,0 3 24-15,-4 9 24 0,4 3 8 0,8 1 56 16,1-4-104-16,2-2-56 0,10-11-68 15,3-9 52 1,4-12 72-16,7-7 112 0,9-10 316 16,0-5-208-16,8-4-143 0,-1-4-77 0,2-2 4 0,3-3 8 0,3-4-24 15,1-3-20-15,0-3-16 0,4 0-84 16,-4-3-40-16,4-6-8 16,0-1 0-16,-4-3-4 0,0-2-44 0,0 2-132 15,-8-3-101-15,-5-1 37 0,1 5 24 16,-4-3-36-16,-8 2-76 0,0 1-120 0,-4-5-184 15,-4 4-364-15,0-6-464 16,-12 1-844-16,-4-2-1825 0,4 5-3707 0,-19-11 6820 16</inkml:trace>
  <inkml:trace contextRef="#ctx0" brushRef="#br0">7665 9363 6776 0,'0'0'7661'0,"0"0"-6409"0,0 0-740 15,0 0 268 1,81-42 632-16,-50 27-380 0,1-1-396 16,4 2-268-16,0 0-232 0,-1-3-136 0,5 1-56 0,0 0-64 0,-8-3-356 15,0 4-420-15,-4 2-264 0,-5 0-460 0,-6 4-804 16,-6 3-1437 0,-2 6-1231-16,-5 0 704 0,-4 0 4220 0,0 9 168 15</inkml:trace>
  <inkml:trace contextRef="#ctx0" brushRef="#br0">8124 9217 1616 0,'0'0'812'0,"0"0"7753"15,-24 89-6321-15,24-55-556 0,-4 8-660 16,4 2-96-16,0 4 124 0,0 3-208 0,0-4-48 0,4 1-104 16,-4-4-184-16,3 1-168 15,1-4-236-15,-4-3-108 0,0-2-96 16,0-3-272-16,0-3-484 0,0-5-292 0,0 0-524 16,0-9-2336-16,0 0-4009 0</inkml:trace>
  <inkml:trace contextRef="#ctx0" brushRef="#br0">4127 9287 5612 0,'0'0'6585'0,"0"0"-5397"16,0 0-592-16,0 0-100 16,0 0 312-16,0 0 476 0,0-67-304 15,0 60-148-15,-4 4-216 0,1-3-140 0,-1 6-32 16,-5 0 92-16,-3 0-208 16,1 0-144-16,-9 0-60 0,-5 6-28 15,-3 8-96-15,-7 0-84 0,-5 5 84 0,-4 7-8 16,0 3-116-16,1-1 76 0,-1 4-24 15,4-3 68-15,0 2-4 0,4-6-80 16,0 5 16-16,4-5 24 0,0-3 0 16,8-3 48-16,5-3 0 0,3-3-96 15,8-3 24-15,0-3-24 0,4-5 8 0,4 4 4 16,-5-3-16-16,5 0-8 16,0 4-16-16,0-1 40 0,9 0 24 0,-1 1 60 15,0 0 8-15,4-2-8 0,0 1 0 16,3 1 12-16,2 0 96 0,3 3-96 15,-1-4 88-15,5 0-92 0,0 0 88 0,4 1 4 16,0-1-88-16,8-3 48 16,4 0-52-16,-5 1-8 0,10-4 108 0,-2 0-108 15,1-4 104-15,-4 1-96 0,0-3-4 16,-1 0 8-16,-2 2 0 0,-5-2 48 16,-1 0 52-16,-7 0-64 0,0-1 36 15,-4 1-24-15,-5 2 16 0,-2 2-28 0,-5-3 0 16,-1 3 24-16,-3-2 100 0,1 2 48 15,-5-1 20-15,0 0-7 16,0-4-37-16,0-3-4 0,0-3-60 0,-5-1-56 16,1-6-20-16,-3-2-56 0,-1-4-72 15,-1 1-88-15,-2-5 76 0,3-1-48 16,-5 3-257-16,-2-4-231 0,-1 0-40 16,0 0 24-16,0 4-76 0,-3 3-444 15,2 2-968-15,2 7-1936 0,-2 4-1761 16</inkml:trace>
  <inkml:trace contextRef="#ctx0" brushRef="#br0">2709 9062 380 0,'0'0'9804'0,"0"0"-7311"0,0 0-1117 0,0 0 40 15,0 0-108-15,0 0-180 0,0 0-176 16,0 0-288-16,0 0-260 15,-4-45-124-15,4 52 0 0,0 5 12 0,0 9 292 16,0 9-120-16,-8 11-147 0,0 13-17 16,-8 13-32-16,-4 9-196 0,4 9 28 15,-8 1-100-15,4 0-220 0,5-11-60 16,2-10-168-16,5-18 71 0,5-12 109 0,3-10 12 16,0-8-180-16,0-8-336 15,0-2-136-15,7-7-448 0,1 0-572 0,1-5-540 16,2-6-745-16,1-3-2415 0</inkml:trace>
  <inkml:trace contextRef="#ctx0" brushRef="#br0">2724 9243 1748 0,'0'0'808'16,"0"0"3628"-16,0 0-3576 0,0 0-136 0,0 0 364 15,0 0-40-15,0 0-339 16,0 0-157-16,0 0 216 0,0 0 228 15,45 60-96-15,-30-23-220 0,2 8-124 0,-2 2-244 16,1 2 56-16,-4-8-296 0,4-3 104 16,0-10 84-16,0-9 52 0,-4-2-64 15,4-5 64-15,-8-5 44 0,3-1-60 16,-2-4 24-16,-1-2-100 0,0 0 40 0,4-2 20 16,0-8 124-16,4-5 72 0,3-10-180 15,9-8-140-15,0-8-144 0,4-10-12 16,4-13-208-16,3-12-252 0,2-7-336 15,-5-8-460-15,-1-5-444 0,-10 24-2096 16,3-33-2765-16</inkml:trace>
  <inkml:trace contextRef="#ctx0" brushRef="#br0">10642 15309 3452 0,'0'0'7933'15,"0"0"-6225"-15,0 0-692 0,0 0-296 16,0 0 264-16,0 0 168 16,0 0-320-16,-20 96-176 0,16-49-112 0,-5 5-68 15,5 5-96-15,-3 6-96 0,3-3-16 16,0 4-84-16,-4-4-92 0,0 0-92 15,4-2-48-15,0-11-28 0,0 1-44 16,4-7-16-16,0-5-144 0,0-8-124 16,0-6-24-16,8-7-76 0,4-5-128 15,0-6-384-15,3-4-552 0,5-10-636 0,5-9-1653 16,-1-10-1511-16,-5 8 1329 16</inkml:trace>
  <inkml:trace contextRef="#ctx0" brushRef="#br0">11032 15519 104 0,'0'0'8356'0,"0"0"-6196"16,0 0-1087-16,0 0-549 0,0 0 116 15,-83 58 228-15,55-33-72 0,-4 3-252 0,4 1-216 16,-4-1-140-16,8 1-36 0,-4-1-40 16,4-2 16-16,5 0 60 0,2-4 116 15,6-3-68-15,-2-4-36 0,9-2-40 16,0 1-60-16,4-6 12 0,0-2-36 15,4 5 96-15,8-3 76 0,4 6 64 16,1-5 108-16,6 4-76 0,5-5-160 0,4-1-112 16,3 3-68-16,2-6-4 0,3 2-44 15,-1-6-80-15,1 3-404 0,4-3-140 16,0 0-364-16,0-3-324 0,3-7-888 16,-2-2-1709-16,-10 2-2103 0,17-12 3028 15</inkml:trace>
  <inkml:trace contextRef="#ctx0" brushRef="#br0">11745 15512 2540 0,'0'0'6736'0,"0"0"-4567"15,0 0-909-15,0 0-228 0,0 0 396 16,0 0-240-16,0 0-168 0,-92 58-312 0,60-20-116 16,-7 3-100-16,-1 8 48 15,-4 4-4-15,-7 4-144 0,-1 7-76 0,-8 2-108 16,0 7-76-16,-8 3-120 0,-3 0-12 15,-1 4-204-15,0 3 56 16,1-7-72-16,7-6-72 0,8-4 24 0,4-6-64 16,9-9-60-16,11-9-100 0,8-7 0 15,11-13-188-15,5-9-388 16,8-11-768-16,0-2-1208 0,13-9-2653 0,-1-3 701 16,12-18 4028-16</inkml:trace>
  <inkml:trace contextRef="#ctx0" brushRef="#br0">11291 16196 3024 0,'0'0'5920'0,"0"0"-1371"0,0 0-3709 16,0 0-448-16,0 0 264 16,-3 83 664-16,-6-52-276 0,-3 7-364 0,0 0-296 15,-4 3-176-15,0 4-24 0,-3-1-36 16,-2 1-88-16,1 2-60 15,1 1-68-15,-2-4-56 0,6-2-172 0,-1-1-196 16,0-6-236-16,8-7-120 0,4-6-228 16,4-6-528-1,0-9-1104-15,0-7-2873 0,7-4-302 0,10-18 5883 16</inkml:trace>
  <inkml:trace contextRef="#ctx0" brushRef="#br0">11359 16304 3192 0,'0'0'8865'0,"0"0"-7241"16,0 0-1076-16,0 0-44 0,0 0 880 0,0 0 140 16,0 0-436-16,43 72-448 0,-34-46-296 15,-1-1-100-15,-1 0-36 0,1 2-36 16,1-6-52-16,-5-2-108 0,3-7-4 0,1 2-8 16,0-8 0-16,4-3 68 0,0-3 264 15,4 0 456-15,4-9-371 0,0-5-261 16,4-5-96-16,4-9-60 0,0-4-4 15,0-5 0-15,4-8-44 0,-5-2-12 16,6-8-232-16,-1-2-205 0,-1 0-139 16,-4 1-108-16,1 1-112 0,-4 8-216 0,1 2-708 15,-10 17-2200-15,-2-4-2897 0</inkml:trace>
  <inkml:trace contextRef="#ctx0" brushRef="#br0">13434 15484 9624 0,'0'0'5021'0,"0"0"-3749"16,0 0-544-16,0 0-92 0,56-79 564 0,-28 51-216 16,8-5-236-16,4 1-248 15,4 1-184-15,3 2-72 0,1 4-48 0,5 0-40 16,-6 6 16-16,1 2-39 0,-1 9-61 0,-2-3-72 16,-6 11-52-16,-3 0-44 0,-4 0-1 15,0 4-3-15,-4 6 52 16,0 1 44-16,-4 3 4 0,0 2 60 0,-5-4-60 15,1 4-48-15,-4 0 0 0,0-3-24 16,-4 0 24-16,0-1-40 0,-4 1-128 16,0-3-212-16,0 2-120 0,-4-5-76 0,0 2 8 15,0-3-24-15,0 4-200 16,-4-3-384-16,0 1-1036 0,0-1-2081 0,-12 6-3067 16</inkml:trace>
  <inkml:trace contextRef="#ctx0" brushRef="#br0">13586 15761 7644 0,'0'0'4673'0,"0"0"-3321"16,0 0-516-16,0 0-644 0,0 0 464 0,0 0 688 16,0 0-388-16,0 0-188 0,116 2-188 15,-64-14-152-15,3-8-108 0,1 1-212 16,4-2-108-16,-5 2-120 0,1-1-52 15,0 5-196-15,-4-1-148 0,4 6-140 16,-4 4 236-16,-1-1-500 0,-3 7-188 0,0 0-852 16,-8 0-1041-16,-8 4-2479 0,7 2 776 15</inkml:trace>
  <inkml:trace contextRef="#ctx0" brushRef="#br0">16411 14674 8584 0,'0'0'4269'16,"0"0"-3477"-16,0 0-476 16,-99-9-176-16,62 18 480 0,-3 7 288 0,-3 8-40 15,2 9-244-15,6 11-204 0,-1 17-60 0,8 9 0 16,4 16 60-16,1 6 20 0,6 4-56 16,2-5-128-16,2-5-36 0,10-16-60 15,3-13-28-15,0-9-64 0,12-17-60 16,4-5-8-16,0-7 12 0,7-6 0 15,1-7-8-15,0-3-4 0,4-3-172 16,0-3-392-16,0-10 148 0,-5-2-124 16,2-9-228-16,-5 3-260 0,-5-5-556 15,-2-2-724-15,-5 3-417 0,-8-1-1467 16,-4 1-204-16,-9-1 2724 0</inkml:trace>
  <inkml:trace contextRef="#ctx0" brushRef="#br0">16124 15284 1620 0,'0'0'968'0,"0"0"268"16,0 0 5492-16,0 0-4455 0,0 0-821 0,0 0-504 15,0 0 176-15,0 0-168 0,0 0-76 16,0-35 144-16,32 35-412 0,8 0-292 16,3-3-164-16,2-10-156 0,-2 1-4 0,1-7-412 15,0-4-268-15,-1 5-252 0,-2-6-328 16,-5 6-632-16,-5-1-1108 0,-3 3-2293 16,-8 6-1259-16,-8 1 6400 0</inkml:trace>
  <inkml:trace contextRef="#ctx0" brushRef="#br0">16555 15141 588 0,'0'0'2660'0,"0"0"6013"0,-45 67-6897 16,34-38-1076-16,-6 6-44 0,10 0 616 0,-5 2-188 16,3 2-352-16,2 2-264 15,3-3-124-15,4-3-24 0,0-6-112 16,8-1-208-16,4-9-72 0,4-1-212 0,8-1-292 16,4-7-56-16,11-7 100 0,9-3-164 15,4-10-612-15,7-12-1344 16,-10 3-3741-16</inkml:trace>
  <inkml:trace contextRef="#ctx0" brushRef="#br0">18041 14500 10708 0,'0'0'4645'0,"0"0"-3857"16,0 0-632-16,0 0 208 0,-105 89 544 0,66-48 216 15,-8 13-496-15,-9 9-336 0,-8 14-180 16,-8 12-4-16,-11 6 64 16,-5 9-124-16,-8 8 52 0,1-1-76 0,-9 0 220 15,4-3-72-15,5-3-100 0,-1-3 88 16,4-4-28-16,5-9-64 0,7-7-64 16,8-8-8-16,12-8-160 0,8-9-20 15,13-10-108-15,11-9-196 0,8-12-288 16,12-10-296-16,8-9-644 0,4-7-1176 15,12-7-2297-15,-4-5-2291 0,8-18 7272 0</inkml:trace>
  <inkml:trace contextRef="#ctx0" brushRef="#br0">17575 15391 4652 0,'0'0'7917'0,"0"0"-6413"0,23 71-760 0,-11-26-264 16,-4 9 224-16,0 6 424 16,-4 3-236-16,-4 1-224 0,0-1-240 15,0-6-216-15,0-6-144 0,0-7-68 0,4-9-124 16,0-6-144-16,8-7-348 0,-1-6-352 16,10-9-496-16,3-7-1444 0,8-7-2209 15,-8-2-2067-15,15-26 6832 0</inkml:trace>
  <inkml:trace contextRef="#ctx0" brushRef="#br0">18120 15440 4224 0,'0'0'6632'0,"0"0"-5919"0,-92 19-689 16,56-4 28-16,-7 8-52 0,-1-1 408 15,0 7-8-15,9 2 32 0,-1-2 16 16,4 0-16-16,8-1-188 0,4-2-44 15,4-1-148-15,4 0-52 0,4 0-124 16,4 0 12-16,4 2 112 0,12-5 124 16,8 3 192-16,8-3-152 0,8 3-12 0,3 1-28 15,13 3 92-15,4 0-64 16,8-4 12-16,0 0-40 0,3-3-124 0,-3-3-100 16,-1-2-216-16,-3-2-340 0,-8-3-308 15,-4 2-364-15,-8-3-1381 0,-17 0-5151 16,10 2 7324-16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cm"/>
          <inkml:channel name="T" type="integer" max="2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cm"/>
          <inkml:channelProperty channel="T" name="resolution" value="1" units="1/dev"/>
        </inkml:channelProperties>
      </inkml:inkSource>
      <inkml:timestamp xml:id="ts0" timeString="2023-07-06T02:06:21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12602 2498 1160 0,'0'0'156'0,"0"0"472"16,0 0 1980-16,0 0-96 0,0 0-940 0,0 0-8 15,0 0-183-15,39-79 143 0,-30 67-192 0,-5-1-144 16,0-4-72-16,3 3-44 15,-3-3-260-15,1 4 24 0,-1-3-64 0,-4 1-212 16,4 2-108-16,-4 0-88 0,0 0-107 16,0 4-73-16,0 0-88 0,-4-1-24 15,0 3-12-15,-5 0 24 0,-2 2 100 16,-6-2 480-16,-2 5-408 0,-1-2-88 0,-8 1-108 16,0 3-56-16,-8 3 56 0,0 3-48 15,-8 6-4-15,1 5-8 0,-1 5 0 16,-4 4-60-16,1 2 0 0,6 7-12 15,-2 4 0-15,7-1 24 0,8-1 44 16,0-2-4-16,8-3 8 0,8-4-4 16,5-5 12-16,2-4-8 0,5-3 12 15,5 0-8-15,2 0 104 0,9 3-104 16,4 0 56-16,4-1-12 0,8 2 12 16,0 0 0-16,0-1 24 0,3-1-24 15,1 1-52-15,5-3 68 0,-6 6-4 0,5-6-64 16,-1 3-4-16,-3 0-4 0,1 3 0 15,-2-3 0-15,1 4 0 0,-8-2-72 16,-4-2 24-16,-4 1 0 0,-4-4 44 16,-4 0 4-16,-5 0-48 0,2-1 44 15,-5-2 4-15,0 0 4 0,-4 3 56 0,0-4 16 16,0-1 104-16,-4 1 60 0,-4 1-72 16,-4 0-36-16,-4 1-8 0,-4 3-52 15,-4-4 12-15,0 2-24 0,-8-2-48 16,0 0 24-16,-8-4-36 0,-3 1-72 0,-1-1-12 15,0-2 0-15,0 0-36 0,4-5-40 16,4-2-56-16,5 3-72 16,3-3-64-16,7 0-48 0,2 3-44 0,7-3-16 15,4 0-88-15,4 0-13 0,0 0-227 16,4 0-436-16,0 0-528 16,0 0-616-16,0 0-1632 0,4-3-1901 0,0 3 574 15,0-3 5327-15</inkml:trace>
  <inkml:trace contextRef="#ctx0" brushRef="#br0">13159 2845 3240 0,'0'0'7124'0,"0"0"-5655"16,0 0-89-16,0 0-388 0,0 0-32 15,0 0-80-15,0 0-236 0,0 0-132 0,0 0-128 16,0 0-24-16,0 0 208 0,32-49-88 16,-4 49-284-16,-4 0-136 0,8 0-60 15,-4 0-36-15,0 0-24 0,4 4-76 16,-4-4 0-16,0 0-260 0,-5 0-232 0,1 0-316 15,0-4-476-15,-7 4-960 16,-6 0-1917-16,-3 0-3011 0,-8 4 6172 0</inkml:trace>
  <inkml:trace contextRef="#ctx0" brushRef="#br0">13180 3032 940 0,'0'0'10865'0,"0"0"-9213"15,0 0-1208-15,0 0-340 0,0 0 248 16,0 0-200-16,0 0 268 0,0 0 132 0,0 0-36 16,95-4-172-16,-55-1-344 0,0-5 0 15,0 4-208-15,-1-5-368 16,2 3-180-16,-2 2-308 0,-3-1-532 0,-8 3-1333 0,8-2-3111 16</inkml:trace>
  <inkml:trace contextRef="#ctx0" brushRef="#br0">14259 2698 3392 0,'0'0'5432'15,"0"0"-2219"-15,0 0-2077 0,0 0-1136 0,0 0 0 16,0 0 12-16,0 0 700 16,-63 93 340-16,55-56 192 0,-5 5-392 15,10-1-180-15,-1-6-204 0,4-4-108 0,0-8-164 16,7-4-60-16,2-6 24 0,7-7 124 16,4-3-52-16,8-3-12 0,0-3-220 0,4-9-48 15,3-4-136-15,1-3-124 16,0-7-12-16,-4 1-84 0,-1-4-16 0,-3 0 36 15,0 4-40-15,-7-4 28 0,-6 4 84 16,-7 3 88-16,-8 6 100 0,0 7 120 16,-8 2 8-16,-7 4 352 0,-2 3-220 15,-7 10 28-15,1 5-28 0,-5 10 112 16,0 5 64-16,-4 1-64 0,4 1-52 16,0 0-196-16,8-7-4 0,4-6-44 15,4-9-88-15,8-3-88 0,4-7-160 16,0-5-428-16,8-7-220 0,4-9-968 0,8-12-745 15,-4 8-1975-15,12-26-1195 0</inkml:trace>
  <inkml:trace contextRef="#ctx0" brushRef="#br0">14499 2171 10160 0,'0'0'1945'15,"0"0"-1253"-15,0 0-156 0,0 0 176 0,0 0 24 16,0 0-4-16,-52 67-80 0,40-35-76 15,3 6-188-15,-2 10-140 16,3 9-112-16,-5 3-72 0,-2 13-64 0,2 2-84 16,-6 6 20-16,3 5 60 0,-4-4-8 15,0 0-48-15,0-2 48 0,1-4 12 0,-2-7 0 16,1-5-88-16,5-3 76 16,3-11-148-16,0-6 20 0,4-5-60 15,4-4-136-15,4-10-32 0,0 1-132 0,0-10-168 16,12 3-204-16,-5-7-736 0,6-3-221 15,-2 2-939-15,-3-8-3312 0,5-3 6016 16</inkml:trace>
  <inkml:trace contextRef="#ctx0" brushRef="#br0">14749 3363 6976 0,'0'0'7025'15,"0"0"-5953"-15,0 0-868 0,0 0-116 0,0 0 112 16,0 0-200-16,0 0-200 16,0 0-532-16,0 0-460 0,0 0-960 15,-16-40-3749-15</inkml:trace>
  <inkml:trace contextRef="#ctx0" brushRef="#br0">13722 5223 3556 0,'0'0'272'0,"0"0"4072"0,0 0-3320 16,0 0 296-16,0 0 17 0,0 0 123 15,0 0 0-15,0 0-76 0,-65-42-208 0,65 42-248 16,0 0-140-16,0-3-212 16,0 3-60-16,9 0 56 0,6 0 36 0,9 0 73 15,8 0 95-15,8 3-172 0,0 1-60 16,4-1-168-16,-1-3-76 0,-2 3-80 16,-2 0-52-16,-3 0-36 0,-4-3-60 15,4 4-64-15,-5-2 4 0,-3-2-12 0,4 0 0 16,-4 0-48-16,0 0-12 0,-4 0 0 15,0 0-120-15,1 0-184 16,-10 0-156-16,-3 0 4 0,-4 0-4 0,0 0-112 16,-8 0-217-16,0 0-323 15,0 0-148-15,0 0-240 0,-12 0-356 0,0 4-848 16,-7-1-2265-16,2-3-1095 0,-15 3 4740 16</inkml:trace>
  <inkml:trace contextRef="#ctx0" brushRef="#br0">13996 5220 952 0,'0'0'8460'0,"0"0"-7220"16,0 0-55-16,0 0-173 0,0 0 56 0,0 0 72 16,0 0-172-16,-75 3-100 0,63 9-172 15,3 4-200-15,6 3-52 16,-1 7 24-16,0 2 8 0,4 9-20 0,0 5-64 0,-4 6-88 16,4 4-184-16,0 1 64 0,-4 4-76 15,-5-3-100-15,6 3 0 16,-1 0-4-16,-4 1 4 0,0-1-8 0,0-3 44 15,0-7-44-15,4-2-88 0,0-7 76 16,4-3-120-16,0-7 120 0,0-5-124 0,0-4-20 16,0-10-4-16,0 1-24 15,4-7-72-15,0-3-52 0,-4 0-60 0,4 0 52 16,0-7-56-16,0 1-144 0,0-3-316 16,4-7-356-16,-4-3-664 15,0-3-832-15,0 5-2017 0,-4-14-1671 0</inkml:trace>
  <inkml:trace contextRef="#ctx0" brushRef="#br0">13857 5804 4660 0,'0'0'1160'15,"0"0"-1160"-15,0 0-536 0,0 0 536 16,0 0 12-16,0 0 564 0,0 0 476 0,0 0 116 16,0 0-180-16,0 0-96 0,0 0 89 15,47-19 239-15,-38 15 32 16,3 1-120-16,0 0-172 0,0 3-92 0,3-3-168 15,1 3-232-15,0 0-108 0,4-4-88 16,0 4-172-16,0 0 72 0,4-2-60 16,0-1-12-16,8-4-4 0,-4 1-84 0,8-4 52 15,-5 1-64-15,-3 0-52 16,0 2-8-16,0 1-64 0,-12 0-120 16,0 1-152-16,-8 3-460 0,-4 2-400 0,0 0-776 15,-4 0-2361-15,0 2-2211 0</inkml:trace>
  <inkml:trace contextRef="#ctx0" brushRef="#br0">14830 5161 28 0,'0'0'1680'0,"0"0"5004"16,0 0-5596-16,0 0-208 0,0 0-223 15,0 0 115-15,0 0 152 0,0 0-32 0,0 0-144 16,0 0-264-16,-56 71-132 0,47-55-64 16,5 6 16-16,-4 0-56 15,4 3-56-15,-3 8 20 0,-2 2-124 0,5 3 100 16,-3 6-64-16,-1 4 88 0,-1 3-12 16,1-1-40-16,1 4 64 0,-1-2 0 15,4-6-40-15,-1 2-60 0,1-7-72 16,4 0-4-16,0-5 0 0,0-2-24 15,4-5 16-15,5-4-40 0,-1-2-8 16,3-4-128-16,2-3 72 0,2-4-48 0,2-6 16 16,-2 1-16-16,1-1-336 15,0-6-312-15,4 0-396 0,0 0-448 0,-4-6-788 0,4-1-2349 16,-8-2-675-16,4-10 4089 0</inkml:trace>
  <inkml:trace contextRef="#ctx0" brushRef="#br0">15491 5289 1436 0,'0'0'10273'0,"0"0"-9161"0,0 0-828 15,0 0-156-15,0 0 432 0,0 0 136 16,-81-5 48-16,58 10 72 0,-1 9 16 15,0 0-312-15,0 5-184 0,-4 4-100 0,5 3 12 16,-1 5 8-16,0 4-56 0,3-2-40 16,2-2-76-16,6-3-20 0,2-3 56 15,7-5 16-15,0-1-76 0,4-6-44 16,0-1 44-16,8 1-48 0,3-1 48 16,2 1-8-16,6-3-40 0,2 2 36 0,3 1-40 15,4-3 52-15,0 3-48 0,0-5 0 16,-1 3 40-16,1 1-44 15,0 1-8-15,-8 0 8 0,0-4-8 0,-4 7-56 16,0-4 48-16,-4 1-4 0,-1 0-36 16,-2 0 36-16,-5-1 4 15,-1 4 8-15,1-2 0 0,-4-2 0 0,0 4 84 16,-7 0 16-16,-10 0-16 0,6 2 52 16,-10 1 0-16,2 1-28 15,-1-1 64-15,-4-7-52 0,0 4-48 0,0-6-72 0,0-1-76 16,4-3-44-16,1-2-236 0,-2-4-120 15,9 0-152-15,0-4-196 16,5-8-268-16,3-7-804 0,0-3-760 0,-1-7-1849 16,5 7-2771-16,-4-19 7272 0</inkml:trace>
  <inkml:trace contextRef="#ctx0" brushRef="#br0">15925 5359 5928 0,'0'0'5429'0,"0"0"-5017"0,76 29 12 16,-49-14 136-16,5 5 460 16,-8 5 160-16,0 4-36 0,-4-1-264 0,0 7-324 15,0 0-184-15,-9 3-184 0,2 0 32 16,-5 0-96-16,-4 4-120 0,-4 2-4 0,0-3-44 15,-12 4 44-15,-4-3 0 0,0 2 0 16,-4-3-64-16,0 0 60 16,-4-3-4-16,0-2-76 0,4-8-16 15,1-3-24-15,-1-3 24 0,3-6-172 0,6-3-36 16,-1-4-80-16,3-3-72 0,5-2-208 16,1-4-264-16,3-4-820 0,0-5-3149 0,0 0-2095 15,0-14 6304-15</inkml:trace>
  <inkml:trace contextRef="#ctx0" brushRef="#br0">16531 5763 3980 0,'0'0'8617'0,"0"0"-7177"0,0 0-328 0,87-4 324 15,-60 4-204-15,6 0-368 0,-1 0-140 0,0 0-208 16,4-3-224-16,3 3-132 0,-3-3-124 16,0 0-36-16,4 0-84 0,-4-1-64 15,-4 1-148-15,0-1-280 16,-4 2-208-16,-9-1-332 0,1 3-648 0,-7 0-2288 16,-13 3-2149-16</inkml:trace>
  <inkml:trace contextRef="#ctx0" brushRef="#br0">16645 5972 3740 0,'0'0'9173'0,"0"0"-8181"16,0 0-712-16,0 0 480 0,0 0 284 0,0 0 144 15,0 0-132-15,0 0-208 0,101 9-296 16,-73-9-172-16,0 0-112 0,-1 0-108 0,6-3-100 15,-2-3-60-15,1 0-104 0,0-1-44 16,0 1-132-16,-4-4-272 0,-5 3-332 16,1 5-516-16,-4-4-1048 0,-4 2-2637 15,0 2-3903-15</inkml:trace>
  <inkml:trace contextRef="#ctx0" brushRef="#br0">18097 4909 444 0,'0'0'8340'0,"0"0"-7124"15,0 0-79-15,0 0 31 0,71-74 8 16,-56 55-96-16,-6 4-108 0,-1-2-52 0,0 5 64 16,-8-1-84-16,0 1-72 0,0 1-108 15,0 6-168-15,0 2 32 16,0-1 36-16,0 4-47 0,0 0-233 0,-4 0-136 0,0 4-132 16,-8 2-72-16,0 9-276 15,-4 11-40-15,-4 9 160 0,0 12 104 16,-3 10 52-16,-1 10 0 0,-4 3 0 0,0 7 0 15,0-2-96-15,0-1-25 0,0-4 25 0,3-7-28 16,2-3-8-16,7-9 44 16,0-6-32-16,4-8-24 0,4-11-40 15,4-4 0-15,1-6-48 0,3-10-48 0,0-2-36 16,0-4 96-16,0 0-28 16,0 0 4-16,0 0 240 0,0 0 0 15,3 0-132-15,5 0 136 0,0 3-4 0,4 3 4 16,4 6-8-16,-4 7-52 15,4 7 60-15,0 6 48 0,0 3 48 16,-4 9-44-16,0 0-4 0,-5 5-48 0,-3-5 88 0,1 0-28 16,-1 1-20-16,-4-8-40 15,4 2-112-15,-4-7 100 0,0-1 0 16,0-5-48-16,0-4-100 0,0 0-244 0,4-6-1232 16,3 1-384-16,1-8-704 0,1 0-2117 15,2-9-2231-15</inkml:trace>
  <inkml:trace contextRef="#ctx0" brushRef="#br0">18909 5391 1472 0,'0'0'616'16,"0"0"-616"-16,0 0 0 0,0 0 0 15,0 0 12-15,0 0 80 16,0 0-28-16,0 0 1056 0,0 0-700 0,-20-30-80 16,20 28 36-16,0-1 352 0,0 0 288 15,-4-3 76-15,4-1-144 0,0 3-116 16,0-4 32-16,0 1 16 0,0-3-55 15,0 4-57-15,0-3-116 0,0-1-144 16,0 3-164-16,0 1-40 0,0 3-12 0,4-3 24 16,-4 3 164-16,0 3 48 0,0 0-100 15,0 0-76-15,0 0-80 0,0 0 4 16,0 0-4-16,0 0-60 0,0 3-76 16,4 3-124-16,0 10 260 0,4 3 432 15,0 4-336-15,0 8-208 0,-5 1-4 0,2 3-152 16,-1 0 0-16,-4 2-4 0,4-4-4 15,-4-5-72-15,4-2 28 0,0-4 48 16,0-6-4-16,-1 0-56 0,2-10 56 16,-1 0-12-16,4 0 12 0,-4-6 4 15,3 0 88-15,6 0-40 16,-1-3 40-16,4-6 0 0,-4-4-88 0,8-6-60 16,-5 0 48-16,-2-3-76 0,2-3 40 0,-3 2-52 15,-3 2 40-15,-6 2 48 16,5-1-60-16,-4 7 60 0,0 0-64 0,0 4 64 15,-4 3-112-15,0 3 16 0,4 3-76 16,-4 0-52-16,0 3-112 0,4 3 348 16,-4 3 40-16,4 10 156 0,0 1 76 15,0-1-12-15,0 0-200 0,-4 0-52 0,4-6-8 16,4-4 4-16,0-4 268 0,-4 0-28 16,4-3-12-16,4-2 40 15,0 0-16-15,-1 0 12 0,2-2 24 0,-2-8 12 16,2 1-84-16,2-4-72 0,-2-4-148 15,2 3-56-15,-3-5-76 0,4-1-64 16,-4 1-180-16,1 3-88 0,-6 0-148 0,5 0-4 16,-7 7-60-16,2-1-164 15,-3 7-488 1,0 3-880-16,0 0-1741 0,4 0-1659 0</inkml:trace>
  <inkml:trace contextRef="#ctx0" brushRef="#br0">19594 5521 1708 0,'0'0'6352'0,"0"0"-1999"15,0 0-3281-15,0 0-372 0,0 0 248 0,-19 73 276 16,14-57-292-16,1-3-424 0,-4 3-340 16,8-4-168-16,-3-2-52 0,3 2-8 15,0-1-140-15,0-3-132 0,0-2-480 16,0 1-284-16,0-3-432 0,0-2-760 15,3-2-2045-15,-3 0-2011 0,8-2 6344 0</inkml:trace>
  <inkml:trace contextRef="#ctx0" brushRef="#br0">19877 5496 3332 0,'0'0'7108'0,"0"0"-5923"15,0 0-577-15,0 0-608 0,0 0-8 0,0 0-224 16,0 0-820-16,0 0-1369 16,0 0-3499-16,0 0 4200 0</inkml:trace>
  <inkml:trace contextRef="#ctx0" brushRef="#br0">20312 5451 8596 0,'0'0'1436'15,"0"0"73"-15,0 0 91 16,0 0 40-16,0 0-344 0,0 0-368 0,0 0-320 0,0 0-300 16,0 0-192-16,79 6-116 0,-59-9-232 15,0-3-516-15,4 0-456 0,0-1-372 0,0 1-1080 16,4 0-2205-16,-13 3-1527 0,13-4 6388 16</inkml:trace>
  <inkml:trace contextRef="#ctx0" brushRef="#br0">20790 5403 3936 0,'0'0'792'0,"0"0"4356"0,0 0-3999 16,0 0 99-16,0 0-24 16,0 0 108-16,0 0-460 0,80 45-524 0,-65-42-308 0,2 0-40 15,2-3-288-15,1 0-632 16,4-3-604-16,0-3-1169 0,-4-1-3047 16</inkml:trace>
  <inkml:trace contextRef="#ctx0" brushRef="#br0">21168 5213 4304 0,'0'0'4732'16,"0"0"-2199"-16,0 0-909 0,0 0-744 15,0 0-84-15,0 0 148 0,0 0-4 16,0 0 316-16,-12 66-332 0,8-31-284 16,4 4-100-16,0 2 8 0,-3 0-160 0,3-3-204 15,0 0-124-15,0-6-56 16,3-3-4-16,5-3-60 0,0-8 52 0,4-2 8 15,4-6-8-15,4-4 0 16,0-6-140-16,3 0 40 0,2-6 12 0,3-7 20 16,-4-3-32-16,0-3 96 0,-5 0 12 0,-2-3 36 15,-2 3 24-15,-6 0 40 16,-2 2-36-16,-3-2-64 0,0 1-48 0,0 2-64 16,-4 3 28-16,0 7 84 0,0 3-8 15,0 3-140-15,4 0 104 0,-4 3 40 16,0 6 8-16,4 1 332 0,1 6 80 15,-2-4-28-15,1 1-47 0,0-3 59 16,0-3 256-16,4-5-284 0,-5 2-32 0,10-4-88 16,-5 0-32-16,3-4-64 15,6-5-36-15,-2-3-36 0,2-5-84 0,3-5-48 16,-1 0-168-16,-2 0-84 0,2-4-100 16,-3 1-216-16,5-1 8 0,-2 5-21 15,1-3-55-15,4 6-216 0,-5 2-584 16,2 6-992-16,-10 4-1396 0,2 6-1577 15,-5 0-1430-15</inkml:trace>
  <inkml:trace contextRef="#ctx0" brushRef="#br0">21849 5464 8532 0,'0'0'4553'15,"0"0"-3737"-15,0 0-168 0,-15 79 536 16,7-50 184-16,-5 6-328 0,2 0-360 15,-1-4-412-15,-4 5-204 0,4-9-64 16,3-4-76-16,9-7 28 0,0-3 48 0,4-7 36 16,9-3 36-16,-2-3-60 0,10 0-12 0,3-6-92 15,-1-7-92 1,5-2-88-16,0-8 76 0,0 0 108 0,0 2 12 16,0-5 76-16,-4 4 4 0,-5 0-4 15,-2 6 0-15,-2 0-56 0,-6 7 56 16,-5 5 112-16,-4 4-24 0,0 0 172 15,0 0-16-15,0 0-36 0,0 7 0 0,0 3 236 16,0 2 288-16,0 4-340 16,0-3-280-16,0 2-112 0,0-5-120 0,0 3-112 15,0-4-172-15,0-3-304 0,0 5-240 16,0-5-500-16,4-4-1192 0,-4 2-2737 16,0-2-3734-16</inkml:trace>
  <inkml:trace contextRef="#ctx0" brushRef="#br0">22893 4492 4256 0,'0'0'8565'0,"0"0"-7405"16,0 0-704-16,0 0-136 16,0 0 812-16,16 90 356 0,-12-43-348 0,0 13-268 15,-4 12-188-15,0 12 12 0,0 5-12 16,0 6-223-16,0 4-193 0,-11-1-116 0,2-3-152 15,-7-3-48-15,0-2-72 16,1-5 0-16,3-6 20 0,-1-3-45 0,6-9-135 16,3-4-292-16,4-5-160 0,0-8-76 15,8-5-336-15,8-10-532 0,-4-7-820 16,3-12-1845-16,-2-4-3183 16,6-12 6896-16</inkml:trace>
  <inkml:trace contextRef="#ctx0" brushRef="#br0">23913 4810 5956 0,'0'0'6569'0,"0"0"-5613"0,0 0-828 16,0 0 140-16,0 0 680 16,0 0 740-16,0 0-392 0,0 101-420 15,-8-46-288-15,0 2-196 0,-3 4-120 0,2-2-64 16,1-8-52-16,5-10-44 16,3-9 8-16,0-7-20 0,11-6-88 15,2-9 72-15,2 0-24 0,5-10 28 0,8 0-4 16,-3-3-76-16,6-14-4 0,-4 4-4 15,1-8-72-15,0 1-52 0,-4-5 28 16,1 3-12-16,-5-3-76 0,-1 1-36 0,1-1 36 16,-8 6 0-16,1 5 76 15,-6 3 56-15,-3 5-20 0,0 6-204 16,-4 0 276-16,0 10 296 0,0 5 144 0,0 8-184 16,0 4-108-16,0 3-52 0,0-5 64 15,-4 1 84-15,0-7-136 0,4-7-108 16,0-6 0-16,4-1 0 0,4-5 140 15,0 0 152-15,8-5 705 0,4-4-441 16,-4-7-304-16,8-6-156 0,0 0-96 0,-1-7-4 16,1 1-224-16,0-4-76 0,0 0-156 15,1 0-169-15,-6 1-103 0,5 2-452 16,-4 7-612-16,0 6-2080 0,-4 6-1429 16,-1 8-3203-16</inkml:trace>
  <inkml:trace contextRef="#ctx0" brushRef="#br0">24786 5245 9744 0,'0'0'4565'0,"0"0"-4465"0,0 0 76 16,0 0 80-16,0 0 108 0,0 0 492 16,51 83 420-16,-51-68-548 0,5 8-392 15,-5-1-128-15,0-3-48 0,0 3-160 16,4-6-36-1,-4 0-100-15,4-7-24 0,0-2-100 0,-1-5-160 0,1-2-264 16,5-6-468-16,-5-3-920 0,0-10-2529 16,-4 3-4375-16,0-12 8732 0</inkml:trace>
  <inkml:trace contextRef="#ctx0" brushRef="#br0">24929 4924 3636 0,'0'0'11337'0,"0"0"-9577"15,0 0-1572 1,0 0 444-16,0 0 28 0,0 0-120 0,96 23-344 16,-69-17-196-16,10-3-244 0,-1 0-336 0,3-3-524 15,-7 2-944-15,13-2-3781 0</inkml:trace>
  <inkml:trace contextRef="#ctx0" brushRef="#br0">25858 4801 5836 0,'0'0'8809'0,"0"0"-7157"16,0 0-992-16,0 0 76 0,-64 72 632 15,36-36-92-15,0 8-84 0,-3 4-403 16,3-1-233-16,3-3-252 0,1 0-160 0,5 1-72 16,6-10-72-16,-2 0-4 0,6-9-92 15,6-7 0-15,3-4 96 0,0-2-8 16,0-1 8-16,8-1-276 15,0-5-184-15,3-3-28 0,2 0-217 0,-1-3-207 16,3-3-228-16,1-6-860 0,-8 2-1132 16,5-9-2981-16</inkml:trace>
  <inkml:trace contextRef="#ctx0" brushRef="#br0">25563 5114 7036 0,'0'0'6473'0,"0"0"-5129"0,0 0-804 15,0 0 568-15,0 0 224 0,0 0-40 16,0 0-176-16,103 22-420 0,-66-22-660 16,-2-8-36-16,5-6-452 0,0 3-256 0,0-3-200 15,0-2-300-15,-12 7-1232 0,11-10-3201 16</inkml:trace>
  <inkml:trace contextRef="#ctx0" brushRef="#br0">26734 4536 1760 0,'0'0'288'16,"0"0"-288"-16,0 0 156 0,0 0-156 16,0 0 5892-16,0 0-4088 0,0 0-475 15,0 0-405-15,0 0 8 0,0 0 12 16,0 0-20-16,0-59-108 0,0 52-172 0,0 1-44 16,4-1-152-16,-4 4-116 0,0 0-60 15,0 0-96-15,0 0 20 0,0 3-36 16,0-3-12-16,0 3 88 0,0 0 264 15,0 0-68-15,0 0-176 0,0 0-48 16,0 0-64-16,0 0 28 0,0 0-24 16,0 0-4-16,0 0-72 0,0 0-60 0,0 0 32 15,0 0-44-15,0 0-4 16,0 0-8-16,0 0 0 0,0 0-4 16,0 0 12-16,0 0 4 0,0 0 0 15,0 0 8-15,0 0 80 0,0 0-4 0,0 0 0 16,0 0-8-16,0 0 20 0,0 0-12 15,0 0 24-15,0 0-92 0,0 0-4 16,0 0 36-16,0 0-40 0,0 0-8 16,0 0-4-16,0 0-72 0,0 0 16 15,0 0 48-15,0 0-36 0,0 0 48 0,0 0 0 16,0 0 0-16,0 0 48 0,0 0-40 16,0 0 68-16,0 0-68 15,0 0-4-15,0 0-4 0,0 0-4 0,0 0-48 0,0 3 44 16,0-3 8-16,-4 0-60 15,0 0 48-15,0 3-72 16,-8 3-52-16,0 0-68 0,-3 4 20 0,-2-1 40 0,1 1 80 16,1-1 56-16,-2 2 0 15,2-3-4-15,-2 6 4 0,6-5-40 16,-1 7 40-16,-4 0-100 0,4 3-4 0,0 6 100 16,0 4-60-16,4 3-28 0,-4 2 88 15,4 4-108-15,0 1 112 16,-4 2 8-16,4 0-4 0,0-2-8 0,5-5-36 15,-5-2 48-15,-1-4 12 0,5-2-8 0,0-1 8 16,1-2 0-16,-5-4-4 0,3-4-8 16,-3 2 4-16,4-2 44 15,1-2-48-15,-1-8 0 0,4 6-12 0,-4-8-88 16,4 0 4-16,0 0-4 0,0 1-8 16,0-4-28-16,0 0-172 0,0 0-8 15,0 0-28-15,0 0 20 0,0-4 312 0,0 1 12 16,4 0 112-16,-4 0 96 0,7-1-84 15,-3-3-24-15,0 2-40 0,5 2-60 16,-1-3-104-16,-1-5-56 0,1 6-4 16,5-2 4-16,-6 4 0 0,-3-1 76 15,4 1-4-15,-8 3 40 0,5 0 36 16,-1 0 12-16,-4 3 160 0,0 4 84 16,0 3 92-16,0 3-200 0,0 1 8 15,3 6-32-15,-3 0-36 0,0 2-28 16,0 3-48-16,0 4-40 0,0 5 32 0,0 2-80 15,0 2 88-15,-3 3-4 0,3-3-120 16,-4 1 40-16,-1-2-28 0,1-5 40 16,4-1-88-16,-4-2 48 0,4-4 12 15,0-2 88-15,0-7-100 0,0-1-72 16,0-4-128-16,4-2-132 16,0-4-356-16,5-1-508 0,2-4-516 0,6 0-512 0,-6 0-913 15,13-12-1643-15</inkml:trace>
  <inkml:trace contextRef="#ctx0" brushRef="#br0">27304 4759 768 0,'0'0'10573'0,"0"0"-9341"15,0 0-824-15,0 0 164 0,0 0 584 16,0 0 644-16,0 0-580 0,0 0-380 16,0 0-360-16,0 0-296 0,-91-10-176 15,67 22-4-15,-1 2 4 0,1 5 128 16,0 0-24-16,1 3-28 16,3-3 0-16,8 4 28 15,0-4 12-15,4-1-4 0,8 2-48 0,0-1 40 0,0 0 48 16,4 0 20-16,8-3 188 0,0 3-236 0,8-3-68 15,-4-1-16-15,4 1 12 0,-1 0-48 16,1-2-12-16,1 0 0 0,-6 3-4 16,5-1 4-16,-4-5-8 0,0 6-4 15,-8-1 4-15,5-3-4 0,-10 0-36 16,5-1 0-16,-8-2 0 0,4 2 48 0,-4-2 8 16,-4 3 52-16,-4-1-60 15,-4 2-52-15,-4-3-20 0,0 3 0 0,-3-6-12 16,-2 3-136-16,1-5-100 0,1-6-56 15,-1 0-52-15,-1 0-40 0,2 0-136 0,-1-10-236 16,4 1-672-16,4 3-1604 16,-4-13-3473-16</inkml:trace>
  <inkml:trace contextRef="#ctx0" brushRef="#br0">27707 5321 10604 0,'0'0'3165'16,"0"0"-2465"-16,0 0-500 0,0 0-84 15,0 0 752-15,0 0 488 0,0 0-400 16,0 0-512-16,0 0-224 0,-21 70-144 15,10-48-28-15,2 0-48 0,2-3-12 0,-1 0-124 16,0-3 12-16,3 0-296 0,1-4-408 16,1-1-764-16,-1-8-1452 0,4 0-4769 15,-12-3 3030-15</inkml:trace>
  <inkml:trace contextRef="#ctx0" brushRef="#br0">27973 4905 5804 0,'0'0'7197'0,"0"0"-5937"15,0 0-600-15,0 0-132 0,0 0 328 0,0 0 376 16,0 0-412-16,0 0-452 0,0 0-296 16,0 0 128-16,0 0 56 0,0 48-8 15,0-29-80-15,4-3 16 0,-4 3-96 16,5-3 56-16,2-4 52 0,-3 4-36 15,4 0-88-15,5 1-8 0,2-3-20 16,-2 2-40-16,2 1 40 0,-3-1 40 0,0-2-36 16,-4 3 52-16,-4-1 32 0,0 0 28 15,-4-3-16-15,0 2 88 0,-4 1 317 16,-4-3-309-16,4-1-116 0,0-2-52 16,0-1-72-16,-4-2-8 0,0-1 8 15,0 4-12-15,-4-3 0 0,0 1-88 0,-4-1-92 16,0 3-64-16,-4-2 3 0,5-1-39 15,-2-3-88-15,-2 2 64 16,3-3 72-16,4 1 36 0,-1-1-96 0,6-3-100 16,3 0 48-16,0 0 148 15,4 0-64-15,0 0 0 0,0 0-136 16,0 0-160-16,0 0-52 0,4 0 8 16,0 0-196-16,0-3-280 15,-1 3-28-15,6 0-408 0,-1-4-593 0,0 4-839 0,-1-3-1696 16</inkml:trace>
  <inkml:trace contextRef="#ctx0" brushRef="#br0">28248 4753 288 0,'0'0'768'0,"0"0"304"0,0 0 4504 16,0 0-3620-16,0 0-455 0,0 0-361 16,0 0 112-16,0 0-20 0,0 0-88 0,0 0-312 15,0 0-424-15,-40 6-244 0,29-4-92 16,-6 9-8-16,-3-2-56 0,-3 4-8 15,-1 3-52-15,0 3-84 0,0 0-48 16,4 3 20-16,-4 0-36 0,8-3 16 16,4 1-16-16,1-4-120 0,2-2-56 0,5 3-76 15,4-1-332-15,0 3-156 0,13-3 48 16,-6 3-340-16,9-3-1377 16,0-3-1699-16,0-4 168 0,4-3 3837 0</inkml:trace>
  <inkml:trace contextRef="#ctx0" brushRef="#br0">28511 4673 10768 0,'0'0'5081'0,"0"0"-4013"15,0 0-832-15,0 0 260 0,0 0 640 0,0 0-384 16,0 0-592-16,0 0-160 0,92-38-480 16,-68 22-368-16,-1 0-256 0,-2-3-688 15,-6 7-2096-15,9-7-2573 0</inkml:trace>
  <inkml:trace contextRef="#ctx0" brushRef="#br0">28798 4346 1736 0,'0'0'1564'16,"0"0"5444"-16,0 0-5039 0,0 0-705 0,0 0-136 15,0 0 196-15,0 0-72 0,0 0-272 16,-12 80-400-16,4-49-312 15,4 4-168-15,-4 1-100 0,4-3-100 0,0 3-36 16,-3-1-108-16,2 0-436 0,1-6-524 16,0-1-920-16,4-5-2677 0,0-9-2875 15,0 0 5536-15</inkml:trace>
  <inkml:trace contextRef="#ctx0" brushRef="#br0">29185 4242 3080 0,'0'0'584'0,"0"0"6228"16,0 0-4639-16,0 0-645 0,0 0 160 15,0 0-220-15,0 0-368 0,-4 72-200 16,-1-44-192-16,1 8-24 0,1 2 60 16,-1 3-171-16,0 4-137 0,-4 6-136 15,3 3-80-15,1 3 44 0,1 10 136 0,-1 3-72 16,0 2-232-16,-4 4-96 0,4 4-64 16,-1-6 0-16,2-2-68 15,-5-5 0-15,4-6-72 0,4-5-124 0,-4-8 0 16,4-1 4-16,0-5-76 0,0-7 23 15,4-5-15-15,0-3 40 0,0-8-12 16,0 0 32-16,-1-6-96 0,2-4-552 16,-1-6-440-16,4 0-736 0,-4-3-700 15,0 0-1925-15,3-6-1571 0</inkml:trace>
  <inkml:trace contextRef="#ctx0" brushRef="#br0">30074 4721 1384 0,'0'0'9869'0,"0"0"-8149"16,0 0-600-16,0 0-272 0,0 0 120 0,0 0 84 15,0 0-232-15,0 0-312 0,-97 13-236 16,69 0-112-16,1-1-12 0,-1 7-36 16,0 0-16-16,0 0 28 0,4 3 36 15,4-3 36-15,4 1-12 0,5-5-100 0,6-2-36 16,5-1-48-16,0-1 0 0,5 1-4 15,6 1 0-15,5 2-8 0,0-2-72 16,8 3 76-16,-4-3-52 0,4 3 8 16,-4 0 48-16,-5-1 4 0,6 5 8 15,-6-5 80-15,-2 2-16 0,-6 2-24 16,-3-4 76-16,0-2-28 0,-4 3-32 0,0-3-4 16,0 3-60-16,0-7-72 0,-8 4 8 15,1-4 4-15,-6-3-136 16,-2-2-60-16,-2-1-4 0,2-3 64 15,-5 0 12-15,0 0-12 0,4-3-224 0,-4-4-360 16,8-2-364-16,0-1-788 0,9-5-1905 16,-2 5-2127-16</inkml:trace>
  <inkml:trace contextRef="#ctx0" brushRef="#br0">30682 4766 12449 0,'0'0'3236'16,"0"0"-2308"-16,0 0-652 0,0 0 768 15,0 0 444-15,0 0-816 0,0 0-268 16,-83 63-292-16,59-28 108 0,0 10 72 16,0 2 0-16,0 4 48 0,9-4-35 0,7 2-5 15,4-12-104-15,4-2-16 0,4-9-60 16,7-4-116-16,10-10-4 0,-2 1-120 15,-3-7 12-15,8-3-12 0,0-3-52 16,0 0-216-16,-4-9-109 0,-1-1-139 16,-2 1-84-16,-6-4-112 0,2 0-300 15,-9-2-1088-15,0 5-844 0,-4-9-2237 0</inkml:trace>
  <inkml:trace contextRef="#ctx0" brushRef="#br0">30551 5026 8656 0,'0'0'5961'15,"0"0"-4677"-15,0 0-456 0,0 0 908 0,0 0 180 16,0 0-564-16,80 6-611 0,-44-6-453 16,4-6-204-16,3 0-84 0,1-7-76 15,0 0-236-15,0 0-381 0,0-2-331 16,-5-2-196-16,2 2-632 0,-10 2-2284 16,9-10-2533-16</inkml:trace>
  <inkml:trace contextRef="#ctx0" brushRef="#br0">31595 4492 13149 0,'0'0'4296'0,"0"0"-3332"0,0 0-608 0,0 0 528 16,0 0 656-16,0 0-663 0,0 0-405 15,0 0-424-15,-103 32-36 0,71-16 132 0,-5 3-12 16,-2 6-68-16,-1 4-16 15,0 3-44-15,0 0-4 0,8 0-84 16,8-1-40-16,5-3 112 0,6-2 12 0,10-4 0 16,3 4 8-16,3-7-8 0,10 4 0 15,2-4-48-15,10-1 36 16,-1 1 0-16,4 0-60 0,-5 0 24 0,5 0-4 16,-4 0 44-16,-4 0 8 15,-4 3-44-15,4 0 44 0,-9 2 0 16,2-3 0-16,-1 2-52 0,-5 2 4 0,-2 0-12 15,-1-2-72-15,0-5-52 0,0 1 52 0,-4-3 35 16,0 0 9-16,0-2 40 0,0-6 40 16,0 2-4-16,0-3 0 0,-4-1-120 15,0-4-172-15,-5 2-76 0,2-4-20 16,-5 0 180-16,-4 0-36 0,-4 0-148 16,4 0-224-16,-4-6-420 0,-4-4-864 15,0-3-1876-15,4 0-2421 0</inkml:trace>
  <inkml:trace contextRef="#ctx0" brushRef="#br0">32057 4149 1696 0,'0'0'4456'0,"0"0"1405"0,0 0-3173 15,0 0-564-15,0 0-364 0,0 0-532 16,0 0-556-16,0 0-304 0,0 0-316 0,0 0-52 16,0 0-72-16,64-32-40 0,-44 24-72 15,0-3-20-15,0 8 80 16,-9 0 52-16,6 0-40 0,-9 3 28 0,-1 6 84 16,-3 8 36-16,1 1 308 0,-5 7-116 15,0 0-44-15,-5 11-84 0,-6 1-40 16,-5 1 0-16,-4 4-60 0,0-2-4 0,-5 5-80 15,6 2 20-15,-5-3-32 16,0 7 24-16,1-3 12 0,-1-1 52 0,3 0-4 16,1-2 0-16,5-4-48 0,3 0 52 15,0-7-4-15,8-5-36 16,0-1 48-16,4-2 8 0,0-8-4 0,11 2 8 0,6-2 84 16,2-3-44-16,1 1-44 15,8-1 40-15,0 2 4 0,-4 2-52 16,4 0-60-16,-8 0-64 0,-4 6 40 0,-4 3 84 15,-5 3 44-15,-2 5 4 16,-1 4-36-16,-4-2 88 0,0 0-4 16,0 0-84-16,0-3-12 0,0-6-84 0,0-4 12 15,4 0-16-15,0-6 16 0,4 0-112 16,-5-3-172-16,1-4-132 0,1 0-76 16,-1-2-28-16,-4-7-228 0,0 3-364 15,0 0-556-15,-13-3-464 0,6 0-797 0,-14 0-3635 16</inkml:trace>
  <inkml:trace contextRef="#ctx0" brushRef="#br0">32778 3873 6916 0,'0'0'5625'0,"0"0"-3865"15,0 0-448-15,0 0-332 0,0 0 188 0,0 0-216 0,0 0-460 16,0 0-332-16,0 0-116 0,0 0-40 16,17-19 116-16,-10 16-120 0,1-3-236 15,5-1 40-15,-6 4 196 0,1 0 0 16,1 0 64-16,-6 0 44 0,1 3-44 0,0 0 44 15,0 0-20-15,-4 0-88 16,0 0-12-16,4 0-52 0,0 0-20 16,0 3 76-16,4 0-40 0,4 3-40 0,-4 1 4 15,4-1 76-15,0 3-64 0,-1 1 60 16,-2-1 4-16,3 1 8 16,-5-1 0-16,2 7 184 0,-5 0 24 0,-4 3-36 15,0 3-24-15,0 8 96 0,-4 1-12 16,-12 7 36-16,0 1-84 15,-8 1-24-15,4 7-68 0,-8 2-92 0,8 1-68 0,-4 4 64 16,4 0 0-16,5 0 4 16,6-6 12-16,-3 0 84 0,9-4 52 15,-1-6-28-15,0-3 28 0,0 0-64 0,-5-4 0 16,5 1 12-16,1 1-84 16,-1-5 0-16,0 0-12 0,0 1-8 0,-5-1 4 15,5 1-56-15,1 0-24 0,3 0 0 16,0-1 76-16,0 0 0 0,0 4-4 15,3 0 8-15,6 3 4 0,-5 0 120 16,0 3 60-16,0-3 261 0,-4-1 115 16,4 2 160-16,-4-4-416 0,0-1-132 15,0 4-96-15,-8 0-20 0,4 3-48 0,-5 0 8 16,2 0 36-16,-1 4 44 0,0-1-92 16,3 0 0-16,1 1 4 15,1-4 128-15,3 3 48 0,0-3-112 0,-4-4-68 16,0-4-12-16,-4-5-132 0,-1-3-568 15,2-3-536-15,-5-6-341 0,0-4-1483 16,-4-5-5609-16</inkml:trace>
  <inkml:trace contextRef="#ctx0" brushRef="#br0">32595 6086 9368 0,'0'0'11049'0,"0"0"-9456"0,0 0-1217 15,0 0 36-15,0 0 328 0,0 0-440 0,0 0-300 16,0 0-228-16,0 0-764 0,-79 6-537 15,58-12-2943-15,-14-7-11281 0</inkml:trace>
  <inkml:trace contextRef="#ctx0" brushRef="#br0">19718 7566 6868 0,'0'0'3140'16,"0"0"-1439"-16,0 0-829 0,20-88-56 15,-12 62 300-15,-1 0-356 0,6 7-132 16,-5 0-72-16,-5 6-160 0,1 7 164 15,5 6 196-15,-5 0-372 0,0 0-140 0,3 9 116 16,-3 4-140-16,4 3 100 0,1 3 8 16,-5 4 224-16,3-1-212 0,-3 6-96 15,0-3-172-15,1 4-60 0,-5 3-4 0,4 0-8 16,-4 3 8-16,0-4 48 16,0 4-52-16,0 0-8 0,0-6 0 15,0-4-4-15,0-8-76 0,4-5-36 0,3-5-16 16,1-5-36-16,8-2-108 0,0-9-72 15,8-8 8-15,4-5-36 16,0-3 0-16,-4-4 60 0,-5-3 100 0,2 7 156 16,-1 0-48-16,-12 7 100 0,3 1 0 15,-7 10-148-15,-4 5 148 0,5-2-236 16,-1 4 52-16,0 6 120 0,7 4 76 16,-3 6 148-16,1-4 40 0,-2 9 20 0,1-6-8 15,0 0 96-15,0-1-40 0,-4-5-60 16,4-4 64-16,-4 0 20 15,0-5-48-15,-1 0-36 0,2 0 12 0,3-10 24 16,4-3-108-16,-4-6-124 0,8-6 0 16,0 0-12-16,0-5-88 0,4-1 40 15,-1 3 0-15,-2-1-148 0,-2 1-304 16,1 7-140-16,-8 3-136 0,5 8-168 0,-9 5-732 16,3 1-1012-16,-3 1-1889 0,0 3-2115 15</inkml:trace>
  <inkml:trace contextRef="#ctx0" brushRef="#br0">20933 7410 3008 0,'0'0'5364'0,"0"0"-2856"15,0 0-915-15,0 0-177 16,0 0-240-16,0 0-320 0,0 0-212 0,0 0-232 16,0 0-16-16,-80 70 0 0,56-51 172 0,1 0-84 15,-1-3-276-15,7-3-48 16,6 0-76-16,3-7-72 0,-1 0-8 0,9 0-4 0,0-2-120 16,0 2 32-16,0 3 88 15,9 4-8-15,3 1-40 0,-1 0 44 16,6 0 4-16,-2 2-4 0,2-1 4 0,-6 1 12 15,6 0-8-15,-6 0 44 16,-2 0 52-16,-1-3-52 0,-5-1 136 0,1 1-72 16,-4-1-28-16,0-2 4 0,0 0-16 15,-7-1-64-15,-1 1 40 16,-1-1 0-16,-2-2-40 0,-6-5-8 16,2 1-48-16,2 1-148 0,-2-1-232 0,3 1-260 15,0-4-204-15,0 3-164 0,-4-3-492 16,8 0-1484-16,-12 0-4513 0</inkml:trace>
  <inkml:trace contextRef="#ctx0" brushRef="#br0">21671 7388 2060 0,'0'0'9353'0,"0"0"-7485"0,0 0-1152 16,0 0-148-16,0 0 176 0,-84 16 100 16,59-1-144-16,-6 4-236 0,3 7-120 0,-4 2-108 15,8 4 100-15,1-3-28 0,2 0-36 16,5-4 8-16,8-6-20 16,0 0-64-16,8-7-100 0,0 5-8 0,12-5 32 15,4 5 4-15,5-2-112 0,-2-2 72 16,5 3-8-16,0 0-76 15,-1-1-12-15,-2 1 8 0,-1 0 0 0,-5 0-4 16,-2 1 4-16,-9-3-48 0,3 3 52 0,-7-5 8 16,0 1 104-16,0-4-16 15,0-2 40-15,0 0-52 0,-3-1-8 0,-5-3 8 16,-1 0 36-16,-2-1-20 16,-1 3-92-16,3-5-4 0,-2 0-4 0,3 0-88 15,-5-5-104-15,6 0-372 0,-5-1 76 16,0-1-188-16,4-5-200 0,4-1-216 0,-4-2-388 15,5-6-676-15,3 9-2213 16,0-14-2999-16</inkml:trace>
  <inkml:trace contextRef="#ctx0" brushRef="#br0">21925 7486 6584 0,'0'0'5089'15,"0"0"-3157"-15,0 0-148 0,0 0-264 16,0 0-340-16,84 0-712 0,-65-6-468 16,6 0-124-16,3-4-580 0,0 0-628 0,-8 5-1052 15,12-12-4077-15</inkml:trace>
  <inkml:trace contextRef="#ctx0" brushRef="#br0">22264 7194 4892 0,'0'0'368'0,"0"0"5561"16,0 0-4109-16,0 0-660 0,0 0-88 0,0 0 252 15,0 0-192-15,0 0-292 16,-17 80 8-16,14-51-360 0,-1 2-240 0,-4 1-104 16,0 2-144-16,0 4-84 0,0-2-64 15,-4 1-388-15,4 2-488 16,4-1-152-16,0-2-540 0,0-8-1200 0,4 9-2069 15</inkml:trace>
  <inkml:trace contextRef="#ctx0" brushRef="#br0">22494 7464 928 0,'0'0'1304'16,"0"0"-224"-16,0 0 4232 16,0 0-3576-16,0 0-307 0,0 0-249 0,0 0 508 15,0 0-792-15,0 0-52 0,0 0-132 16,0 0-268-16,56 67 80 0,-52-38-68 15,-4 2 24-15,0 7-100 0,0-3-36 0,0 4-148 16,-7-8-40-16,3 1-144 0,4-10 52 16,-4 0-4-16,4-8-52 15,0-6 64-15,0-2 36 0,4-1-108 0,3-5-4 16,1 0 4-16,5-5 436 0,2-4-168 16,2-7-268-16,7-3-52 0,-5-3-44 15,9-3-76-15,-4-4 28 0,0 0 20 16,-4 4-20-16,4-7-4 0,-4 7-36 0,-5-4 0 15,-2 7 40-15,-2 2 144 16,-3 8 0-16,1 3 4 0,-9 5-4 0,0 4-196 16,0 4-112-16,4 9 172 0,-4 0 136 15,0 9 260-15,0 0-4 16,0 3-144-16,0-3 108 0,0 3-124 0,0-4 40 16,0-6-52-16,0-2 160 0,0-8 24 0,0 2-108 15,0-3-40-15,0-4 4 16,0 0 20-16,4 0 4 0,-1 0-28 15,5-4-36-15,1-3 113 0,6-5-53 0,-3-4-68 16,8 1-76-16,-3-4-136 16,2-4 3-16,1 1-99 0,-4 0-96 0,0 0-208 15,-5-2-160-15,-2 6-224 0,-1 6-164 16,-4-2-420-16,0 4-840 0,-4 6-1937 16,0-3-2451-16</inkml:trace>
  <inkml:trace contextRef="#ctx0" brushRef="#br0">23280 7159 3372 0,'0'0'264'0,"0"0"6512"0,0 0-5167 15,0 0-469-15,0 0-176 0,0 0 716 16,0 0-676-16,0 0-220 0,0 0 20 15,20 73-252-15,-25-41-232 0,-2 3-96 16,-5-3-212-16,4 3-12 0,-4-1-124 16,4 2-296-16,-4 2-1012 0,0-1-848 15,4-7-2785-15,-8 7-3387 0</inkml:trace>
  <inkml:trace contextRef="#ctx0" brushRef="#br0">24081 7569 5440 0,'0'0'2148'0,"0"0"2645"0,0 0-3037 0,0 0-300 16,0 0 172-16,0 0-84 0,0 0-400 15,0 0-424-15,0 0-332 16,0 0-216-16,91-3-168 0,-75 0-4 0,0 3-184 16,0-7-144-16,0 7-528 0,-4-3-384 15,4 3-1080-15,-8 0-2064 0,-4 0-1981 16</inkml:trace>
  <inkml:trace contextRef="#ctx0" brushRef="#br0">24017 7715 4304 0,'0'0'548'0,"0"0"4832"0,0 0-3603 0,0 0-257 16,0 0-64-16,0 0-80 0,0 0-308 15,0 0-272-15,0 0-132 0,0 0-356 0,0 0-148 16,88 10-104-16,-65-10-56 0,1 3-172 15,0 0-148-15,0 0-604 0,1-1-1024 16,-10 3-2764-16,5 1-4809 0</inkml:trace>
  <inkml:trace contextRef="#ctx0" brushRef="#br0">25057 7343 2872 0,'0'0'6528'0,"0"0"-4491"15,0 0-689-15,0 0-292 0,0 0-116 16,0 0 40-16,0 0 176 0,0 0-152 16,0-7-384-16,0 7-188 0,0 7-76 15,0 6-76-15,0 6 148 0,-5 10 304 0,2 3-120 16,-1 10-236-16,0-2-99 0,4 5 27 16,-4-4-84-16,4-2-64 0,0-4-96 15,0-7-12-15,0-3-48 0,4-3-56 0,0-6 44 16,3-3-72-16,2-7-12 0,-1-3 88 15,8 0 8-15,0-3 0 0,4-6 60 16,8-7-60-16,-1-2-352 0,6-11-24 16,-1 0 83-16,-1-2 1 0,1 0 64 15,-4-5 32-15,-5 5-148 0,-2-3 88 16,-1 5-24-16,-9 0 84 0,1 0 24 16,-3 8 124-16,-5 3 36 0,-1 2 12 15,1 6 8-15,-4 4-8 0,0 3-96 16,0 0 96-16,0 10 60 0,0 6 244 15,0 3 100-15,0 9-196 0,-7 1-60 0,3-4-40 16,0 0-60-16,-1-6 112 0,5-3 36 16,0-5-4-16,0-6 16 15,0-2-64-15,0-3 29 0,5 0 7 0,-5 0-8 0,4 0-16 16,-4 0 16-16,7 0-16 0,-3-6 88 16,4-1 164-16,8-5-348 0,-4-4-60 15,4 0-240-15,-4-3-208 0,4-1-36 16,0-1-149-16,0-2-279 0,4 5-864 15,0-4-996-15,-5 8-2408 0,9-5-2153 16</inkml:trace>
  <inkml:trace contextRef="#ctx0" brushRef="#br0">26041 7303 496 0,'0'0'2596'0,"0"0"4968"0,0 0-6327 0,0 0 55 16,0 0-84-16,24 69 104 16,-24-47-196-16,0 1-284 0,3 2-288 0,-3-3-148 15,0 0-100-15,0-2-88 0,0 2-120 16,0-3-4-16,0-3-8 0,0-4-76 15,0-2-12-15,5-4-52 0,-1-3 64 16,0 0 4-16,0-3 60 0,4 0 20 0,-1 0 40 16,6 0-124-16,2-6-160 15,2-7-112-15,-2 1-48 0,5-4-36 0,1 0 12 16,-2 0-4-16,1 4 100 0,-3-2 64 16,-6 8 96-16,-3 0-12 0,0 4 0 15,0 2-20-15,-8 0 120 0,4 8 448 16,-4 2 48-16,4 5-112 0,-4 2-164 15,0-4 112-15,0-1-36 0,0 1 36 16,0-7-160-16,0-3-12 0,0-3 12 16,0 0 72-16,0 0 36 0,0 0 256 0,4 0-48 15,4-3-99-15,-5-3 143 0,10-7-276 16,-5-4-256-16,4 3-252 0,4-9-413 16,-5 2-139-16,9-3 84 0,1-1-272 15,-2 0-724-15,-3 3-1320 0,12-10-3673 16</inkml:trace>
  <inkml:trace contextRef="#ctx0" brushRef="#br0">27053 7019 3108 0,'0'0'7128'16,"0"0"-4711"-16,0 0-953 0,0 0-300 15,0 0 292-15,-12 84-260 0,0-46-372 16,-4 3-184-16,1 6-224 0,-2 1-328 16,-7 3-88-16,5-1-260 0,-5 1-660 15,-1 2-640-15,5-13-1168 0,-12 13-5325 16</inkml:trace>
  <inkml:trace contextRef="#ctx0" brushRef="#br0">19985 8512 5136 0,'0'0'4'15,"0"0"5989"-15,0 0-4825 0,0 0-720 0,0 0 332 16,0 0 640-16,0 0-48 0,32 95-496 0,-25-64-356 15,-3 5-124-15,5-4-176 16,-5 0 104-16,0-7-152 0,0 0-24 0,3-9-76 16,-3 0 0-16,1-7-72 0,-1 0-36 15,0-4 36-15,-4-3-8 0,4 2-52 16,-4-4 8-16,3 0-20 0,-3 0 12 16,8 0-28-16,-4 0-220 0,9-6 0 0,-2-8-52 15,2 2-36-15,2-8 72 0,2 2 200 16,-6-5 76-16,1 5 32 15,4-2 16-15,-8 5 0 0,-1 5 52 0,2 4-52 16,-5-1-136-16,4 7-176 0,-4 0 24 16,3 3 288-16,2 4 268 0,-1 2 56 15,-1 4 48-15,1 3-124 0,1-3 24 0,-1-4-48 16,-1 1-36-16,2-4 96 16,-1 0-112-16,-1-6 72 0,1 0-20 15,5 0 132-15,-2-3 156 0,6-6-228 0,2-7-180 16,-3 0-104-16,0-4-256 0,4 2-284 15,-5-4-148-15,6-1-164 0,-5 2-300 0,0-6-672 16,4 2-2156-16,-9 3-2093 16,6-6 1186-16</inkml:trace>
  <inkml:trace contextRef="#ctx0" brushRef="#br0">21093 8553 680 0,'0'0'4608'15,"0"0"136"-15,0 0-2771 0,0 0-401 0,0 0-256 16,0 0-348-16,0 0-600 0,0 0-216 16,0 0-144-16,0 0 128 0,-77 10 28 15,58 6 108-15,-1-1 16 0,4 4-4 16,4 0 88-16,0-6 60 0,5 4-84 15,2-5-200-15,1 1-148 0,4-1 0 16,0 1-4-16,9 0-72 0,2 0 4 0,1-4 20 16,4 4 40-16,-1-1-48 0,2 1 48 15,-2-1-40-15,-2 1 4 16,-2 1 44-16,-3-2-8 0,-3 1 8 0,-1-5 4 16,-4 3 52-16,0-3 48 0,0 3-92 15,-4-5-8-15,-5 0-12 0,2 1-308 16,-1-1-100-16,0-3-152 0,-4 0-76 15,4-3-8-15,-4 3-60 0,4 1-520 16,0-1-1324-16,-4 0-2757 0</inkml:trace>
  <inkml:trace contextRef="#ctx0" brushRef="#br0">21276 8508 6988 0,'0'0'884'15,"0"0"4293"-15,0 0-3513 0,0 0-544 0,0 0 232 16,0 0 96-16,0 0-280 16,0 0-312-16,0 0-296 0,0 0-160 0,0 0-119 15,-8-5-281-15,16 1 0 0,-4 4-197 16,3 0 189-16,6 0-148 0,-1 0-40 0,-1-2-388 16,6 2-428-16,-2-4-688 0,-2-2-1200 15,-2 2-2429-15,6-8-2823 0</inkml:trace>
  <inkml:trace contextRef="#ctx0" brushRef="#br0">21534 8318 2904 0,'0'0'572'0,"0"0"5936"0,0 0-4663 0,0 0-297 15,0 0-344-15,0 0-20 0,-3 76-116 16,3-50-384-16,0-1-272 15,-4 1-252-15,4 2-160 0,-4-2-152 0,0 2-48 16,0-2-296-16,4-1-632 0,0 3-532 16,0-9-1536-16,0 1-3541 0</inkml:trace>
  <inkml:trace contextRef="#ctx0" brushRef="#br0">22073 8556 5396 0,'0'0'7861'0,"0"0"-6301"16,0 0-752-16,0 0-16 0,0 0 588 15,-84 7-280-15,56 5-412 0,0 4-344 0,-4 3-136 16,8 3 0-16,1-3-64 0,6 1-16 16,6-4-128-16,2 0-100 0,5 2 4 15,4-1 36-15,0-2-16 0,4 4 76 16,5 0 68-16,2 0-60 0,6 3-4 15,2-3 44-15,-2 1-44 0,-2 2 8 16,5-6-4-16,-8 3 32 0,0 0-40 16,0-3-72-16,-8-4 0 0,0 5 8 0,-4-2 64 15,0-2 0-15,-4-1 76 16,-8 1-76-16,-4 4-40 0,0-8-288 0,-4 3-76 16,5-5-40-16,-6-1-220 0,1-6-288 15,1 0-372-15,-1 0-640 0,4 0-2605 0,-8-16-3155 16</inkml:trace>
  <inkml:trace contextRef="#ctx0" brushRef="#br0">22610 8522 9452 0,'0'0'1921'0,"0"0"-369"16,0 0 140-16,0 0-4 0,0 66-96 15,0-41-360-15,0 0-212 0,0 1-312 0,0-3-64 16,4-2 37-16,0 2-137 16,-4-7-144-16,0 0-36 0,5-4-40 0,-5 1-80 15,0-7-64-15,0 1-108 0,0-4-72 16,0 0-4-16,0 0-68 0,0-3-24 15,4 0-24-15,-4 0-40 0,0 3-104 16,4-3-112-16,-1 0-84 0,5 0 48 16,0-3 184-16,8-3 8 0,1-4-1 0,-2-5 29 15,2-1-64-15,-2 3 84 0,-3 1-8 16,0 2 32-16,0 3-60 0,-5 4-12 16,2 3-12-16,-5 0 108 0,4 3 124 15,-1 7 120-15,-2 0 164 16,-1-1 152-16,0 1-128 0,0-1-116 0,-4-3 28 0,4 1 12 15,-4-4 45-15,0 0 3 0,0-3 0 16,0 0-16-16,0 0-8 0,0 0-64 16,0 0-20-16,3 0 8 0,-3 0-24 15,4 0-32-15,0-3-124 0,5-7-144 16,2-2-180-16,6-7 32 0,-2-4-108 16,2 1-264-16,2-1-117 0,1-2-255 0,1 3-756 15,-2 3-1172-15,-7 3-2701 0,8-6-2579 16</inkml:trace>
  <inkml:trace contextRef="#ctx0" brushRef="#br0">23323 8328 664 0,'0'0'8944'0,"0"0"-7111"0,0 0-945 16,0 0 948-16,0 0-72 0,0 0-336 0,13 82-340 15,-13-54-324-15,0 2-300 0,0-1-156 16,0-1-308-16,0 0-12 0,0 1-160 16,-4-1-12-16,-1 0-540 0,5-2-348 15,0 0-212-15,0-8-744 0,0-1-2213 16,9-8-2779-16</inkml:trace>
  <inkml:trace contextRef="#ctx0" brushRef="#br0">24077 8638 13965 0,'0'0'4600'0,"0"0"-4600"0,0 0-668 0,0 0 492 0,84-2 168 16,-65-2-84-16,1 1-368 0,-4 0-968 16,0 1-2364-16,0-5-3181 0</inkml:trace>
  <inkml:trace contextRef="#ctx0" brushRef="#br0">24009 8813 2856 0,'0'0'11037'0,"0"0"-9609"0,0 0-1024 16,0 0 428-16,0 0 656 0,79-6-216 0,-47 0-660 16,0-4-368-16,0 4-184 15,0 0-60-15,-4-1-36 0,-4 4-184 0,4 0-184 16,-8 0-556-16,-1 0-512 0,-2-1-1156 16,-2-2-4725-16</inkml:trace>
  <inkml:trace contextRef="#ctx0" brushRef="#br0">25213 8457 3980 0,'0'0'8197'0,"0"0"-6153"16,0 0-132-16,15 68-152 0,-11-40-292 15,0-2-184-15,-4 2-336 0,0-3-219 16,0-2-281-16,0-2-96 0,0-4-172 0,5-2-44 16,-2-2-64-16,1-6 12 0,4-1-72 15,-4 1 48-15,4-1-56 16,0-3 44-16,0-3-48 0,0 3-48 0,4-3 48 16,-4 0-60-16,12-6-72 0,-4-3-64 15,8-8-32-15,0 2-16 0,4-4 4 16,-5 0-16-16,1 0-36 0,0-1 3 15,-3 4 57-15,-6 0 48 0,-3 4 16 16,0 6 20-16,-4-1-60 0,0 7-108 0,-5 3 280 16,6 7 36-16,-5 6 500 0,-4 7-60 15,0-2-128-15,0 5-91 16,0-4 23-16,0 0-16 0,0-6 4 0,0-6-52 16,0-4-92-16,0-3-80 0,0-3 88 15,4 0 96-15,3 0 0 16,1-3-20-16,5-3-28 0,-2-4-144 0,6-6-80 0,2 0-4 15,1-3-40-15,1-4-152 16,-2 2-76-16,5-5-72 0,0 4-48 16,-4 0-89-16,4-1-23 0,-4 5-272 0,0 5-764 15,-1 0-1480-15,-2 7-2981 16,-6 0-1903-16,6 2 7372 0</inkml:trace>
  <inkml:trace contextRef="#ctx0" brushRef="#br0">26257 8525 4712 0,'0'0'2604'0,"0"0"2805"0,0 0-3617 16,0 0 112-16,7 76 72 0,-7-51-380 0,0 4-364 15,4-1-467-15,-4-3-401 0,4 1-228 16,0-4-88-16,4-3-36 0,0-3 72 15,4-3-84-15,-1 0 0 0,2-6 0 0,-1-2 0 16,4-2-268-16,-1-3 88 0,2 0-52 16,-2-3-97-16,5-2 13 15,-3-6 0-15,-2-1-24 0,6-1 96 0,-6 0 84 16,5 1-36-16,-4-1 24 0,-4 4 4 16,0-1 156-16,-4 4 0 0,-5 2-136 15,-3 4 36-15,0 0 112 0,0 4 124 16,0 2 364-16,5 7 148 0,-5-1-112 15,0 1-64-15,0-3-95 0,4-1-1 0,0-3-132 16,4-3-52-16,-1 1 112 0,6-4 420 16,2 0-216-16,6-7-148 15,-1-5-188-15,3-4-160 0,5-6-148 0,0-1-128 16,0-2-48-16,-4 0-280 0,4-3-232 16,-9 2-245-16,6-6-563 0,-9 7-2072 15,3-17-3185-15</inkml:trace>
  <inkml:trace contextRef="#ctx0" brushRef="#br0">27296 8251 7764 0,'0'0'4717'0,"0"0"-2465"0,0 0-288 0,0 0 104 0,0 0-328 15,20 80-548-15,-20-55-619 0,0 7-573 16,0 0-12-16,-4-1-340 15,-4 5-573-15,0-5-651 0,0-6-2768 0,-12 11-6109 16</inkml:trace>
  <inkml:trace contextRef="#ctx0" brushRef="#br0">17212 7117 4940 0,'0'0'4460'0,"0"0"-2115"15,0 0-1077-15,0 0-504 0,0 0-104 16,92-65-40-16,-68 51-180 0,4 8-12 0,-5-2-24 16,9 1 48-16,-4 0-28 15,7 4 72-15,6-4 84 0,-2 4-136 0,10 0-52 16,-2 3-84-16,5 0 0 0,4 0-124 15,4 0-40-15,-1 0-56 0,0 0-80 16,5 0-4-16,1 0 64 0,-2 0-68 0,5-3-56 16,-4 3 48-16,3-3 8 15,5 0 0-15,0 0 0 0,3-1-4 16,1 1 4-16,4 3-4 0,4-3 0 0,-4 3 0 16,-1-3 0-16,1 3-48 0,-1-3-20 15,1 3 4-15,-1-7 68 0,9 1 4 16,0 0 56-16,3-7 12 0,5 1-72 15,-1-1-144-15,6 0-248 0,-6-3 132 16,5 3 140-16,-1 5 20 0,-3-6 4 16,4 1 44-16,-1 0-68 0,-3 1 68 15,-1-1-4-15,-3 4 56 0,0-4 44 16,-1 4-44-16,1-4-48 0,4 4-40 16,-5-1 80-16,5 3-140 0,-5 0 88 0,1 1-52 15,0 4 24-15,-4 2-156 0,3 0 44 16,-7 0 16-16,3 0 84 0,-3 0 24 15,0 0-24-15,0 2 96 0,-1 2 4 16,1-2-12-16,4 3-112 0,-4-3 24 16,-2 2 96-16,6-1-44 0,0 0 40 15,4-1-56-15,-1 3 0 0,5-5 16 0,3 2-28 16,-3 2 72-16,4-1-36 0,3-3 40 16,1 0 0-16,4 0 0 0,-1 0 40 15,9 0-36-15,-1 0 4 0,1-3-8 16,3-1-100-16,0 2 16 0,5-5-16 0,0 1-52 15,3-5-16-15,5 5-20 16,-1 0 164-16,0 0 24 0,6-1 152 16,1 4-140-16,-1 0-12 0,-6 1-64 0,8 2 64 15,-3-4 0-15,-1 4 0 0,5-3 4 16,-1 3-12-16,1-4 8 16,-1 4-8-16,0 0 8 0,0 0-176 0,-3 0 64 15,3 0 112-15,1-3 64 0,3 3-60 16,1-3 96-16,0 0-40 0,3 0 16 15,4 3-24-15,0-2-52 0,1-5 48 0,3 0-36 16,0-3 40-16,9 4 28 0,0-4-80 16,2-2 0-16,6-1 0 15,0 0-52-15,-1 1 52 0,-3-4 64 0,-1 4-56 16,-4-5 192-16,-4 4 60 0,-8 1 180 0,1-1-244 16,-5-3-36-16,-3 0-36 0,-5 4-112 15,-3-4-8-15,-9 0 4 16,-7 0 4-16,-5 3 60 0,-11-2-64 0,-4-4-8 15,-9 3 52-15,-7-4-52 0,-12 5 12 16,-5-1-4-16,-11-3 40 16,-13 3 16-16,-10 0-64 0,-10 0-64 0,-14 0-516 15,-9 4-596-15,-5 2-1312 0,-34-9-4209 16</inkml:trace>
  <inkml:trace contextRef="#ctx0" brushRef="#br0">9175 11700 5592 0,'0'0'260'0,"0"0"652"16,0 0 2292-16,0 0-1579 15,0 0-253-15,-39-67-228 0,30 57-8 0,1 5-204 16,1-2-228-16,-6 0 4 0,2 4-76 15,-10-1-140-15,-2 4 36 0,-9 0 0 16,1 11-28-16,-14 1-96 0,2 5-124 0,-2 4-96 16,-2 2-52-16,-1-1 16 0,4 0-88 15,5 3-48-15,-2-3-12 16,9-2 0-16,1 2 0 0,3-3 0 0,4 3 0 16,8 1-4-16,0-1 4 0,4 3 4 15,1-3 44-15,11 7-48 0,0-4 48 16,0 0 24-16,3 5-20 0,13-8-44 15,-4 0 100-15,8 0-47 0,4-3 71 0,4 0 52 16,4-3 348-16,-1-3-216 16,9 0-232-16,-3-4 12 0,-2 3 60 15,1-2-148-15,4 0-4 0,-5 3 0 0,1-4-4 16,-3 0 8-16,-1 4-4 0,0 0 92 16,-1-1-92-16,1 4 4 0,4 0 0 15,-4 0 88-15,3 0 48 0,-3-3-132 0,4 2 0 16,-8-3-12-16,4-1 8 15,-8 1-8-15,4 1 0 0,-9-3 0 16,1 2 0-16,-3-2 48 0,-6 6-36 0,1-4 96 16,-3 4-100-16,-2 0 44 0,-7 0-48 15,4 3 4-15,-4-3-4 0,0 3 4 16,-4 0 0-16,-3 0 0 0,-2 3 40 16,-3-3-40-16,1 0-8 0,-6 1 8 15,2-1-8-15,-5-1 60 0,-1 2-56 16,-2-5 56-16,-5-3-48 0,0 2 36 15,0-1-40-15,0-4 64 0,-3 1-64 16,3-4-4-16,0 1 44 0,0-4-40 0,4-3 4 16,0 0-12-16,0 0 0 0,0 0-156 15,4-3-36-15,1-1-4 0,-2-2 40 16,6 3-72-16,2-1-4 16,2 2-68-16,3-2 32 0,-5 4 4 0,10-3-16 0,-5 3-60 15,4 0-49-15,0 0-99 16,-1 0-84-16,5 0-164 0,-4 0-356 0,4 0-392 15,-3-3-904-15,3 3-2513 16,0-7-3311-16</inkml:trace>
  <inkml:trace contextRef="#ctx0" brushRef="#br0">10160 12297 5076 0,'0'0'484'16,"0"0"5877"-16,0 0-4457 0,0 0-636 0,0 0-300 15,0 0 8-15,0 0-108 16,0 0-140-16,0 0-52 0,0 0-136 15,0 0-184-15,24-10-112 0,-5 4-60 0,1-4 48 16,8-3 0-16,0 4-40 16,4-1-32-16,0 1-52 0,0 2 0 0,0 0-8 15,3 5-100-15,5-1 0 0,4 3-76 0,4-3 76 16,7-1-8-16,5 2-64 16,8-5 68-16,12 1 0 0,-1-4 4 15,9 0 8-15,0 1 4 0,3-4 40 0,-7 0-52 16,0 1-4-16,-5-1-104 0,-7-3 60 15,0 1-24-15,-4 2 24 0,-9-3-28 16,-6 4-80-16,-6-5-64 0,-3 5-108 16,-8-1-148-16,-8 1-64 0,0-2-72 15,-9 5-80-15,-2-4-136 0,-6 3-156 16,-3 1-552-16,-3 0-652 0,-5-1-1977 0,0 1-1879 16</inkml:trace>
  <inkml:trace contextRef="#ctx0" brushRef="#br0">11941 11789 8916 0,'0'0'2273'0,"0"0"-1321"15,0 0-196-15,0 0 400 0,0 0-68 16,0 0-384-16,0 0-72 0,0 0-108 0,0 0-16 15,0 0-112-15,75 69 12 16,-75-46-172-16,0-1-28 0,0 3-72 0,-8 0-48 16,-8 5-28-16,0-2 0 15,-4 0-52-15,-4 1-8 0,1-4-72 16,-5 4-64-16,-4-1-12 0,-4-2-72 0,0 0-164 16,-4-1-184-16,1 0-228 15,-6-3-60-15,-2-3-300 0,11-3-1416 16,-24 0-5157-16</inkml:trace>
  <inkml:trace contextRef="#ctx0" brushRef="#br0">10582 11500 6400 0,'0'0'196'0,"0"0"4161"16,0 0-3173-16,0 0-304 0,0 0 344 16,0 0-140-16,79 0-124 0,-47 0-188 0,-4 0-288 15,4-4-248-15,-4-2-124 0,4-3-112 16,0-4-24-16,-4 0 12 0,3 1-212 15,1-8-372-15,-4 5-644 0,-4-8-708 0,-4 7-2969 16,4-6-2695-16</inkml:trace>
  <inkml:trace contextRef="#ctx0" brushRef="#br0">11024 11125 1472 0,'0'0'3896'0,"0"0"-2908"15,0 0 1856-15,0 0-907 0,0 0-741 0,0 0-316 16,0 0-204-16,0 0-144 0,0 0-24 16,-88 16 32-16,73 3-36 0,2-1-88 15,-2 5 8-15,6-4-76 0,1 4-24 0,1-4-28 16,3 2-84-16,0-1-4 0,4 2-60 16,0 3 16-16,0 1-56 0,4 2 52 15,0 1-36-15,3 3-120 0,6-1-4 16,-5-2-4-16,3-1-56 0,-3-3 60 15,1-2 24-15,-2-1-24 0,1-2-60 16,1-5 44-16,-5-2 16 0,-4 0-48 0,0-1 24 16,0-2-88-16,0 3-36 0,-4-4-24 15,-5 0-148-15,-2 1-64 0,-2-4-28 16,1 1 40-16,1 0 72 0,-2-5-104 16,-2 1-200-16,2-3-76 0,-2 0-64 15,-1 0 56-15,0 0 100 0,-8 0-244 16,0-3-869-16,8 1-1343 0,-15-1-1836 15</inkml:trace>
  <inkml:trace contextRef="#ctx0" brushRef="#br0">13486 11458 5688 0,'0'0'572'0,"0"0"3940"16,0 0-3339-16,25-69-125 16,-18 44-132-16,-3-2 100 0,0 2-124 0,0 3-276 0,-4 0-128 15,0 5-212-15,0 5-28 16,0 3 112-16,-4 2 292 0,-4 4-108 0,4 1-212 15,-8 2-332-15,0 0 0 0,-3 0-136 16,-5 5-24-16,-4 4 148 16,-4 7 0-16,-4 4-64 0,-4 5-72 15,4 4 64-15,-4 6 76 0,1 3-176 0,-2 4 120 16,1 5 60-16,1 3 0 0,3 5-36 16,0 2 32-16,4 0 16 0,0 0-20 0,9 6 12 15,-2-5-100-15,5 2 96 16,8-4 4-16,1 3 112 0,3-9 24 0,4 1-76 15,0-11-8-15,7 0 120 16,5-9 12-16,8-6 24 0,4-6 100 0,1-6 56 16,6-4-68-16,1-4-40 0,4-5 196 15,4-5 132-15,-1-4-268 0,5-7-195 16,-4 0-49-16,-4-3 4 0,-1 1-76 16,-2-1-12-16,-6-2-172 0,1 0-49 0,-4-2-59 15,0 4-120-15,-3-2-64 16,-2-2-100-16,-6 4-208 0,-6-3-240 15,-7 0-504-15,0-1-1004 0,-4 4-3037 0,-20-7-2807 16</inkml:trace>
  <inkml:trace contextRef="#ctx0" brushRef="#br0">13236 11995 5900 0,'0'0'196'15,"0"0"4512"-15,0 0-3179 0,0 0 27 0,0 0 36 16,0 0 28-16,0 0-344 0,83-19-500 15,-52 9-312-15,2-3-232 16,-1 1-180-16,-5-4-52 0,1 3-160 0,0 1-272 16,-4-4-328-16,-4 6-340 0,-4 1-264 15,0 2-540-15,-8 4-804 0,0 3-1185 0,-4 0 1197 16,-4 0 376-16,0 7 2320 0,0 2 536 16,-8 4 756-16,0-1 320 0,0 7 428 15,0 0-56-15,4 7-143 0,0 3-445 16,0 2-380-16,4 5-232 0,0 1-340 15,4 4-32-15,4 1 32 0,0 3 28 16,0-1-124-16,4 0-348 0,0-3-124 16,-4 0-484-16,4-2-652 0,-9-7-784 15,6 9-3129-15</inkml:trace>
  <inkml:trace contextRef="#ctx0" brushRef="#br0">9658 13334 3200 0,'0'0'964'16,"0"0"-796"-16,0 0 120 0,0 0 116 15,0 0 2576-15,0 0-1504 0,0 0-636 16,0 0-91-16,0 0 63 0,0 0 56 16,0 0-100-16,0-2-96 0,0 2-76 0,4 0-144 15,-4-4-36-15,0 4-88 0,0 0-36 16,0 0 20-16,0 0 24 16,4 0-60-16,-4 0-116 0,0 0-100 0,0 0-60 15,0 0 12-15,0 0 4 0,0 0-8 16,0 0 4-16,0 0 0 0,3 0 36 15,-3 0-40-15,4 0 116 0,0 0 52 16,0 0-16-16,0 0-72 0,-4 0 8 16,0 0-20-16,5 0 20 15,-5 0-8-15,0 0-32 0,0 0-56 0,0 0-8 0,0 0 4 16,0 0-4-16,0 0 0 16,0 0 0-16,0 0 0 0,4 0 8 0,-4 0 0 15,0 0 100-15,3 0-92 0,-3 0-4 16,0 0 140-16,4 0-96 0,-4 0 16 15,4 0 8-15,-4 4 148 0,0-4 88 16,4 0-160-16,-4 0-76 0,0 0-8 16,0 0-60-16,0 0 0 0,0 0-4 0,0 0 0 15,0 0 4-15,0 0 4 0,4 0 0 16,-4 0-8-16,0 0 4 0,5 0 80 16,-1 2-12-16,3 3-72 15,1-3-8-15,-4 1 8 0,5 4 4 0,2 0 72 16,-3 1 20-16,4 2-88 0,4 0 44 15,-5 2-4-15,6 4 72 0,-1 0-44 16,3 0-64-16,-2 3 60 0,2 0 0 0,1 3-64 16,5 0 80-16,-6 8-84 0,5 1 56 15,4 3 36-15,0 8-96 16,0 2-60-16,0 7 52 0,0-3-52 0,0-1-76 16,0 4 88-16,-1-6-12 0,1-5 12 15,-4-4 48-15,4-1-52 0,-4-3-8 16,-5-7-12-16,2 3 72 0,-1-3 48 0,-1 1-48 15,1-3 48-15,1 2 40 16,-6-3-76-16,2-3 60 0,-2-3-4 0,-2-1-68 16,2 2-8-16,-2-5 8 0,-2 1-4 15,1-1 4-15,4-1-84 16,-8-5 76-16,3 0-4 0,2 1 12 0,-5-4-48 16,-1 0 40-16,-3-3-116 0,1 3-96 15,-1-3-100-15,0 0-120 0,-4 0-124 16,0 0-80-16,0 0-136 0,0 0-180 15,0-6-428-15,0-1-2500 0,-8-12-3341 0</inkml:trace>
  <inkml:trace contextRef="#ctx0" brushRef="#br0">10427 14436 3148 0,'0'0'6524'0,"0"0"-5207"0,0 0-405 0,0 0 304 16,0 0 244-16,60 80 40 15,-45-61-484-15,2-1-312 0,-2-1-144 16,5-1-80-16,-4 0-16 0,4-4 28 0,-1 1-16 16,1 0-96-16,5-4 60 0,-1 1-52 15,-1-4-120-15,-3 1-63 0,0-5 75 16,0 1-60-16,-4-3-4 0,0 0-48 15,0 0 16-15,-1-5-28 0,-2-2 24 16,2-3-32-16,-2-2-16 0,-5-4-24 0,3 0-24 16,-2-6-84-16,-1-1-52 15,-1-4-324-15,1-9-116 0,1-5-200 16,-2-3-85-16,1-4-359 0,1-4-1060 0,-1 18-2868 16,-8-14-4761-16</inkml:trace>
  <inkml:trace contextRef="#ctx0" brushRef="#br0">10554 15252 4808 0,'0'0'480'0,"0"0"5124"0,0 0-4279 15,0 0-61-15,0 0 196 0,0 0 64 0,0 0-492 16,0 0-376-16,0 0 144 0,88-6 328 15,-45 3-224-15,10 0-100 0,2 3-223 16,-3 0-157-16,0 0-120 0,0 0-208 16,-5 0-96-16,1 0 0 0,-4 0-60 15,-1-7-12-15,-2 1-124 0,-2-3-164 16,-7-1-16-16,0 0-125 16,-8 1-107-16,-8 3-48 0,-4 0-92 0,-8 1-208 15,-4 5-556-15,0 0-472 0,-4 0-592 0,-4 0-1385 0,-12 5-759 16</inkml:trace>
  <inkml:trace contextRef="#ctx0" brushRef="#br0">10957 15237 2872 0,'0'0'1280'16,"0"0"3300"-16,0 0-2576 0,0 0-419 15,-41 86-105-15,33-58-64 0,-3 7-56 0,3 3-268 0,3 0-300 16,1 4-212-16,0 2-140 15,1-1-180-15,3-1-76 0,0 4-76 0,0-9-60 16,0 3-36-16,0-5-12 0,0 4-8 16,0-7-76-16,3-3 12 15,1-4 8-15,5-6-92 0,-5 0-200 0,0-6 12 16,0-7-28-16,-1 1 40 0,1-4-188 16,-4-3-200-16,4 0-168 0,-4 0-44 15,4-6-216-15,-4-4-444 0,5 4-921 0,-5-17-2119 16</inkml:trace>
  <inkml:trace contextRef="#ctx0" brushRef="#br0">10936 15621 744 0,'0'0'8096'0,"0"0"-6324"0,0 0-611 16,0 0-73-16,0 0 352 0,0 0-68 15,0 0-352-15,0 0 112 0,0 0 28 16,77-10-228-16,-50 7-176 0,1 3-340 0,3 0-260 15,1-3-108-15,-4 0-36 16,4-1-12-16,-4 2-132 0,4-5-136 0,-4 1-232 16,0 0-136-16,0 2-136 0,-4-3-240 15,-5 4-504-15,1 1-704 0,-3-1-1965 0,-6-1-2031 16</inkml:trace>
  <inkml:trace contextRef="#ctx0" brushRef="#br0">11773 15265 456 0,'0'0'1332'0,"0"0"-420"0,0 0 2228 16,0 0-1892-16,0 0-336 0,0 0-536 0,0 0 0 15,0 0-28-15,0 0-76 0,0 0-76 16,-8-16-156-16,8 16-40 16,0 0-12-16,0 0 8 0,0 0-48 0,0 0 40 15,0 0 0-15,-4 0 12 0,4 0 8 16,0 0-4-16,-4-3 0 0,1 3 56 0,3 0 44 15,-4 0-40-15,4 0-64 16,-5 0-220-16,5 0-24 0,0 0-44 16,0-3-8-16,0 3-236 0,0 0-156 0,0-3-12 15,0 3 140-15,0-3 196 0,0 3-212 16,0-4-752-16,0 1-1292 0,5 19 1276 16</inkml:trace>
  <inkml:trace contextRef="#ctx0" brushRef="#br0">11773 15265 1592 0</inkml:trace>
  <inkml:trace contextRef="#ctx0" brushRef="#br0">11773 15265 1592 0,'80'-93'952'0,"-80"93"7144"0,0 0-6335 0,0 0-625 15,0 0-184-15,0 0 108 0,0 0 160 0,0 0-264 0,-4 0-412 0,4 0-260 16,-9 0-124-16,2 7-152 0,-1 3 4 0,-8 6 88 0,0 3 48 0,-4 0-16 15,1 6-8-15,2 4-52 16,-3 0-60-16,1 6-12 0,2 0-52 16,2 6-56-16,2 3-16 0,2 4 36 0,3 0 28 15,4 5 12-15,-1-2-40 16,1-1 80-16,4-2 8 0,0-3 112 16,4-10-20-16,5-7-92 0,6-9-8 0,-2-2-124 15,6-9 44-15,5-1-208 0,-3-7 136 16,7 0-200-16,0-7-96 15,-1-5-244-15,-3-7-176 0,4-2-308 0,-4-2-560 16,-9 4-1161-16,5-7-2459 0</inkml:trace>
  <inkml:trace contextRef="#ctx0" brushRef="#br0">12216 15205 5944 0,'0'0'6909'16,"0"0"-5473"-16,0 0-864 0,0 0-272 16,0 0 280-16,0 0 636 0,0 0-232 15,0 0-404-15,-64 67-336 0,48-49-120 16,0 8 36-16,-4-5-24 0,4 8-124 0,-4 1-12 16,4-2-60-16,0-3-36 0,4 0 84 15,8-2 12-15,4-8 84 0,0 2-20 16,4-5-56-16,8 1 0 0,4-1 100 15,0 1-100-15,4-1-8 0,0-1 8 16,4 2-8-16,-5-1 4 0,1 1 0 16,-3-1-4-16,-2 1-60 0,-2-4 60 15,-2 4 0-15,-3 0-4 0,0 3 4 0,-3-1-4 16,-5 5 12-16,0 2-12 0,0 1 4 16,-5-1-184-16,-7 0-12 15,1-3-64-15,-6 3-12 0,-3-3 28 0,1-3-16 0,-5-3 12 16,3-7-100-16,2-3-176 15,-1-3-140-15,0 0-52 0,4-7-336 16,-4-5-344-16,8-1-1113 0,-4-12-2595 0</inkml:trace>
  <inkml:trace contextRef="#ctx0" brushRef="#br0">12578 15279 1828 0,'0'0'10101'0,"0"0"-8973"0,0 0-732 16,36 65 176-16,-24-39 88 15,-4 0 8-15,-1 2-368 0,2 0-232 0,-5 4-68 16,-4 0-76-16,0 3-48 0,-4 3-268 16,-12 6-392-16,-4 2-256 0,-4 1-484 15,0-7-1265-15,-8 15-1899 0</inkml:trace>
  <inkml:trace contextRef="#ctx0" brushRef="#br0">9781 11096 3604 0,'0'0'1628'0,"0"0"3248"0,0 0-2839 16,0 0-949-16,0 0-188 0,0 0 48 16,0 0-116-16,0 0 60 0,0 0-60 0,12 82-324 15,0-49-148-15,8 4-116 0,0-2-60 16,-5 7-48-16,6-3 48 16,-2-2-12-16,-3-1-160 0,1-2 40 0,-6-5-52 15,1-1-44-15,1-6 44 0,-6 0 0 16,1-5-12-16,0-2 12 0,4-5 12 15,-8-1-12-15,4-2-48 0,0 0 36 0,-4-5-36 16,4 2 36-16,-4-4-52 16,0 0 64-16,0 0 0 0,0 0 0 15,0 0 8-15,0-4 92 0,-4 2 204 0,4-9-120 16,0-1-48-16,4-5-76 16,-4-4-56-16,4-2 0 0,0-5-4 0,-4 3 76 15,3-7-76-15,1 1-4 0,1-2-60 16,-1 1 64-16,-1 1-48 0,1 2-48 15,5-2 96-15,-2 5-184 0,-2-3-60 0,2 7-116 16,-3 3 68-16,0 3-140 16,-3 7-76-16,-1-1 52 0,-1 4-228 15,-3 3-196-15,0 3-268 0,0 0-464 0,-3 0-1421 16,-10 3-2967-16</inkml:trace>
  <inkml:trace contextRef="#ctx0" brushRef="#br0">9881 11418 3332 0,'0'0'1000'0,"0"0"3024"0,0 0-31 16,0 0-2081-16,0 0-500 15,0 0-304-15,0 0-276 0,0 0-28 0,0 0-276 16,88-49-304-16,-65 37-128 0,-3-1-96 15,4 0-36-15,0 1 28 0,4 2-128 16,-5 4-132-16,5 3-68 0,-4-1-180 0,4 4-240 16,0 7-460-16,-3 2-688 0,-2 1-1192 15,-7-1-2049-15,8 4-702 0</inkml:trace>
  <inkml:trace contextRef="#ctx0" brushRef="#br0">12725 14583 572 0,'0'0'4736'15,"0"0"3613"-15,0 0-6905 16,0 0-728-16,0 0 176 0,0 0 116 15,8-65-216-15,-3 47-536 0,2-1-256 0,5-3-160 16,1-4 48-16,2 1-8 16,5-6-80-16,0 1-144 0,0-1-340 15,0-1-508-15,-4 7-1144 0,0-16-4693 0</inkml:trace>
  <inkml:trace contextRef="#ctx0" brushRef="#br0">13120 13919 1332 0,'0'0'10741'16,"0"0"-8929"-16,0 0-924 0,0 0-44 0,0 0 48 15,0 0-616-15,20-76-276 0,-8 56-424 16,-1-1-232-16,6-4-352 0,3 1-364 16,-1 3-1024-16,-6 5-2049 0,6-10-147 0</inkml:trace>
  <inkml:trace contextRef="#ctx0" brushRef="#br0">13350 13553 1280 0,'0'0'1604'0,"0"0"-1292"16,0 0-76-16,0 0 480 0,0 0 924 0,0 0-1292 16,37-76-348-16,-33 64 0 0,0-1 248 15,4 7 284-15,-5 0 64 0,-3-1 92 16,4 4 336-16,-4 0 256 0,5-1-43 16,-1 2-249-16,0-5-184 0,0 1-132 15,3-4-292-15,-3 1-340 0,5-8-40 0,-1 5-316 16,-1-1-728-16,1 0-928 15,-3 4-1289-15,-1 0-2207 0</inkml:trace>
  <inkml:trace contextRef="#ctx0" brushRef="#br0">13514 13293 3904 0,'0'0'156'0,"0"0"3712"0,0 0-2984 0,0 0-692 16,0 0-60-16,36-66 412 0,-28 53 24 0,-4 1-324 15,4 1-232-15,-4 6-12 0,-4 2 12 16,0 3 140-16,0 0 68 0,0 0 169 15,0 0-165-15,0 0-224 0,0 0-332 0,-4 0-613 16,4-4-971-16,0-6-1256 0</inkml:trace>
  <inkml:trace contextRef="#ctx0" brushRef="#br0">13598 13125 1708 0,'0'0'8404'15,"0"0"-6279"-15,0 0-1061 0,0 0 52 16,0 0 320-16,-80 22-108 0,56-16-472 0,0 7-276 16,-4 4-236-16,1-2-96 15,-5 3-136-15,-4 6 60 0,0-6 36 16,-4 5-12-16,5-1-52 0,-6-3-144 0,5 0-84 16,-3 0-212-16,7-7-144 0,4 2-100 15,4-9-104-15,8-5-272 0,9 0-252 16,7-8-760-16,4-9-616 0,3 4-1369 15,17-6-703-15</inkml:trace>
  <inkml:trace contextRef="#ctx0" brushRef="#br0">13451 13202 7232 0,'0'0'4365'0,"0"0"-3173"16,0 0-568-16,95 28 116 0,-71-6 608 16,-4 1-228-16,4 2-284 15,-8 3-464-15,4-3-336 0,0 1-36 16,-5 0-112-16,2-4-556 0,-6 0-824 0,2 0-508 15,-6-9-2277-15,-7 9-2979 0</inkml:trace>
  <inkml:trace contextRef="#ctx0" brushRef="#br0">13494 13823 3512 0,'0'0'8293'0,"0"0"-7113"0,0 0-376 0,0 0 156 15,0 0 424-15,0 0-132 16,0 0-124-16,0 0-304 0,0 0-236 0,73 32-28 15,-50-32 160-15,5 0-208 0,4-6-147 16,-1 0-149-16,1-4-84 16,4 0-76-16,1 1-56 0,-6 0-8 0,-3-1-104 15,-1 6-8-15,-6 2-24 0,-10-1-4 0,2 3 15 16,-9 3-3-16,0 6 136 16,-4 9 0-16,0 9 100 0,-8 4-27 15,-5 7-25-15,-2 3-12 0,-2 4-36 0,2 0-60 16,-5-4-1-16,8 0-87 15,-4-6-68-15,8-6-88 0,4-4-88 16,0-6-44-16,4-3-44 0,0-3-120 0,0-4-200 16,0-3-288-16,0-2-404 0,0-1-628 15,0-3-2517-15,0 0-3287 0</inkml:trace>
  <inkml:trace contextRef="#ctx0" brushRef="#br0">13514 14227 7476 0,'0'0'6477'0,"0"0"-5541"0,0 0-660 16,0 0 468-16,0 0 284 0,80 16-268 15,-56-16-352-15,8-3-312 0,-1-4-96 16,-3 1-532-16,4-3-536 0,-8 2-188 16,-8 4-492-16,-4 0-2813 0,-8 3-4083 15</inkml:trace>
  <inkml:trace contextRef="#ctx0" brushRef="#br0">13486 14532 12733 0,'0'0'2260'15,"0"0"-1592"-15,0 0-60 16,0 0 424-16,0 0-200 0,0 0-128 0,108 3-240 16,-68-16-276-16,7-6-176 0,5 0-12 15,-4-3-372-15,4-4-364 0,0 1-340 16,-5-3-516-16,-10 5-2652 0,6-12-5545 0</inkml:trace>
  <inkml:trace contextRef="#ctx0" brushRef="#br0">14355 13798 9500 0,'0'0'5985'0,"0"0"-4977"0,0 0-920 15,0 0 372-15,0 0 692 16,-12 67 56-16,8-45-704 0,4-3-504 16,0 7-404-16,0 0-300 0,0-1-308 0,0 6-416 15,-4-9-1416-15,-8 13-4645 0</inkml:trace>
  <inkml:trace contextRef="#ctx0" brushRef="#br0">14248 14570 9412 0,'0'0'6057'0,"0"0"-5681"0,0 0-376 0,0 0-892 16,0 0 588-16,0 0-124 0,0 0-540 16,0 0-1677-16,75-26-4463 0</inkml:trace>
  <inkml:trace contextRef="#ctx0" brushRef="#br0">11451 13233 4092 0,'0'0'1184'0,"0"0"-896"15,0 0 1908-15,0 0 848 0,0 0-939 0,0 0-721 16,0 0-648-16,0 0-96 0,0 0 92 16,0 13-156-16,-4-1-92 15,0 8-100-15,-1 2-100 0,-3 3-88 0,4 3 28 0,-3 2-124 16,7 1 20-16,-4 4-20 15,0 0-4-15,4 3-32 0,0 0-64 0,0-3 0 16,0 0 4-16,4-7 68 0,0-2 88 16,7-1-36-16,-3-9 12 15,5 0 8-15,2-4 92 0,1-1 300 0,0-5 84 16,0 1-340-16,5-7-108 0,-2 0-52 16,5 0 28-16,0-7-51 0,-1-5-37 15,5-2-12-15,0-2-36 0,4-3 40 16,-4-3-4-16,4 0 0 0,-4-7-40 15,4 1 52-15,-4-4 12 16,0-3-68-16,0 0-4 0,-4-3-4 0,4 0-56 0,-9-1 12 16,1 6-12-16,1-3-76 0,-10 4-57 0,1 4 69 15,4 2-8 1,-8-2-64-16,3 3-56 0,-2 0-80 0,3-1-204 16,-5 0-124-16,-2 1-264 0,3-1-300 0,-8 7-740 15,0 4-2577-15,0-2-3263 16</inkml:trace>
  <inkml:trace contextRef="#ctx0" brushRef="#br0">12152 12939 4060 0,'0'0'5216'16,"0"0"-3147"-16,0 0-837 0,0 0 56 15,0 0 88-15,0 0-392 0,0 0-384 0,-80 25-212 16,56-10-28-16,-4 4 12 15,5-1-4-15,-5 6-108 0,0-6-76 16,4 2-184-16,-1-1-12 0,1-4-124 0,1 1-124 16,7-3-392-16,0-1-256 0,8-7-84 15,4-3-68-15,4-2-732 0,0 0-2233 16,0-7-2795-16</inkml:trace>
  <inkml:trace contextRef="#ctx0" brushRef="#br0">12120 13033 5672 0,'0'0'3896'0,"0"0"-2387"16,0 0-313-16,0 0 144 0,83 22-72 0,-63-9-424 16,5 0-456-16,-2-1-388 15,5 4-144-15,4 3-84 0,-8 0-1148 16,-4-6-1304-16,-1 10-4293 0</inkml:trace>
  <inkml:trace contextRef="#ctx0" brushRef="#br0">15271 13977 5884 0,'0'0'6089'0,"0"0"-5181"15,0 0-52-15,0 0 424 16,0 0 180-16,0 0-240 0,0 0-84 0,0 0-192 16,-55-24-212-16,47 24-84 0,0 0-64 15,3 0-195-15,-2 7-209 0,-5 3-180 16,-1 6-80-16,-6 6 20 0,-1 10 48 0,-4 5 4 15,1 2-52-15,-5 3 56 16,7-5-132-16,1-5 124 0,5-7 12 0,7-9-84 16,3-7 23-16,5-2-51 0,0-7-128 15,9 0-8-15,6 0 248 16,2-10 72-16,2-2-68 0,9-7-4 0,-4 0-4 16,4-3-152-16,0-1-28 0,0 8-24 15,-4 2 48-15,-5 6 76 16,-2 7-100-16,-2 0 52 0,2 16 68 0,-6 3 64 15,2 10 108-15,-2 3-12 0,1-1-88 16,0 5 68-16,0 1-4 0,0 2-68 0,0-1-4 16,0 6 0-16,0 3 72 0,-4 5 64 15,-8 2 48-15,0-4-88 16,-4-2-12-16,-8-4 28 0,-4 1-44 0,-4-7-64 0,4-2 0 16,-8-2 68-16,4-9 52 15,-4-5 8-15,5-8 0 0,-5-5-32 16,-1-7 9-16,6-5-101 0,-5-9-8 0,4-9-97 15,0-8-147-15,4-5-156 16,1-8-184-16,-2-3-116 0,9-5-192 16,-4-1-356-16,8-1-728 0,4 2-440 0,0 4-509 15,4 14-2059-15</inkml:trace>
  <inkml:trace contextRef="#ctx0" brushRef="#br0">15539 13912 6504 0,'0'0'1976'0,"0"0"-24"0,0 0-1099 16,0 0 123-16,0 0-4 0,0 0-236 15,0 0-316-15,83 67-40 0,-71-51-180 16,-4 3-112-16,4 0 0 0,-4 0 76 16,-4-3 0-16,0-3 88 0,0-4 48 0,0-2 44 15,-4-4 116-15,0 0 136 0,0-3-112 16,0 0-124-16,4-3-112 0,-1-7 48 15,6-9 96-15,3-3-36 0,-1-4-356 16,6-6-12-16,-2 5-220 0,2-5-288 16,-2 6-204-16,1 4-32 0,0 3-132 15,0 0-420-15,4 3-544 0,-8 2-625 16,4 6-679-16,-8 2-1312 0,4 6 1301 16</inkml:trace>
  <inkml:trace contextRef="#ctx0" brushRef="#br0">15925 13932 4144 0,'0'0'404'0,"0"0"5692"0,-16 73-4375 16,8-48-137-16,4 4-4 0,0-7-264 0,0-3-432 16,4-7-588-16,0-5-296 0,12-7-60 15,0 0 60-15,7-7 84 0,2-11-84 0,7-5-104 16,0-8-208-16,-4-1-84 0,-1 3 72 16,-3 1 76-16,-3 5 48 0,-6 1 100 15,-3 6 100-15,-4 3 48 0,-4 1 104 16,0 5 172-16,-8 1 60 0,0 6-124 0,1 0 164 15,-6 3-128-15,-2 7 0 0,-2 2-124 16,6 8-48-16,-6 2-64 16,6-2-8-16,-2-1-52 0,5-5-160 0,1 3-96 15,3-4-188-15,-4-4-276 0,3 3-152 16,1-5-20-16,4-4 20 0,0 0 48 16,0-3-296-16,0-6-821 0,4-6-2187 15,5-1-980-15,-1-1 4068 0</inkml:trace>
  <inkml:trace contextRef="#ctx0" brushRef="#br0">16120 13935 3888 0,'0'0'156'16,"0"0"7033"-16,0 0-5637 0,0 0-560 15,0 0-52-15,0 0 104 0,28 79-236 0,-20-60-200 16,0 0-308-16,4-6-164 16,0-1-60-16,0-2-72 0,-1-3-4 0,2-7 0 15,-2 0 84-15,6-7 68 0,-6-3-20 16,6-8-120-16,-2-1-12 0,2-3-176 15,-6 2-32-15,1 1 32 0,-4 6 88 0,0 7-8 16,-4-1 44-16,-4 7 52 0,0 0 136 16,0 0 548-16,0 7-144 0,0 3 212 15,0 3-92-15,0-1-208 0,0 1-72 16,0-3-160-16,0-5-196 0,0 2-24 16,0-4-52-16,0 0-32 0,0 1-36 15,4-4-16-15,-4 0-8 0,4 0-112 0,0 0-148 16,0-4-184-16,4-2-28 15,0-1-12-15,0-2-440 0,0-3-1156 16,4-4-2705-16,-4 2-2003 0</inkml:trace>
  <inkml:trace contextRef="#ctx0" brushRef="#br0">16510 13871 2284 0,'0'0'9377'0,"0"0"-7077"16,0 0-1100-16,0 0-100 0,-7 95 120 15,3-59-20-15,0 8-280 0,-1 0-112 0,5 1-124 16,0-1-80-16,0-2-43 0,0 2-197 15,0-6-148-15,0 3-56 16,0-2-64-16,5-1-96 0,-1 3-56 0,-4 0-116 16,0 3-116-16,0-2-16 0,0-1-12 15,0 3-25-15,0-4-83 16,-4-7-16-16,4-3-24 0,-5-9 60 0,5-5-72 16,0-6-200-16,0-7-248 0,0-3-296 15,0-3-188-15,0-10-480 0,0-7-485 0,5-7-591 16,-1-8-1288-16,0-10 808 0,-4 13 3185 15</inkml:trace>
  <inkml:trace contextRef="#ctx0" brushRef="#br0">16518 14049 3708 0,'0'0'4360'16,"0"0"-1744"-16,0 0-1483 0,0 0-97 16,0 0 300-16,0 0-488 0,0 0-368 0,80-41 20 15,-64 41 92-15,-4 0-104 0,4 0-180 16,-4 3-172-16,0 4-36 0,0 2 76 0,-4 0 32 15,-4 4 4-15,0 3-28 0,-4 0-84 16,0 3-16-16,-8 3-72 0,-5-3-12 0,-2 4 0 16,-1-1-48-16,-4-3-160 15,-4-3-40-15,0-1 24 0,0-5-220 0,1-1-216 16,-1-2-156-16,0-7-444 0,3 0-1120 16,-6-7-3825-16</inkml:trace>
  <inkml:trace contextRef="#ctx0" brushRef="#br0">17347 13341 7128 0,'0'0'4889'0,"0"0"-4161"15,0 0 332-15,0 0-452 16,0 0 152-16,0 0 372 0,0 0 128 15,0 0-64-15,24 102-432 0,-16-48-204 0,-8 9-108 16,0 7 196-16,-4-1-176 0,0-2-251 16,-4-3-149-16,4-7-72 0,1-3-48 15,-2-9-85-15,5-8-99 0,-4-8-24 16,4-7 12-16,0-9-48 0,0-6-12 16,4-4 12-16,1-3 84 0,-2 0 208 0,1-7 36 15,4-2 196-15,4-7 0 0,-4-3 0 16,4-4-24-16,-1-5-16 0,2 3-128 15,-5-1 8-15,3 7-12 0,-2 6-60 16,-1 4-108-16,-1 5-4 0,2 4 112 16,3 0 124-16,-1 10 56 0,2 0 28 15,-2 6-24-15,-3 0 9 0,5-1 15 0,-9 5-112 16,3-8-96-16,-3 4-60 16,0-7 48-16,1 4-36 0,-1-3-12 0,-4-4-209 15,4 4-387-15,-4-4-224 0,3 0-100 16,1-3-448-16,0 1-1136 0,4-4-2069 15,4-7-1443-15,4-5 1501 0</inkml:trace>
  <inkml:trace contextRef="#ctx0" brushRef="#br0">17706 13958 1096 0,'0'0'1084'0,"0"0"-564"15,0 0 7080-15,0 0-5131 0,0 0-209 0,0 0-552 16,0 0-452-16,0 0-404 0,75 56-68 16,-62-43-244-16,-2-4-284 15,6-2-184-15,2-4 40 0,-3-3-4 0,8-3 64 16,0-10-40-16,0-3-8 0,0-7-84 15,0-2-40-15,-9 0-84 0,2 3 72 16,-6 2 12-16,-3 2 12 0,-3 2 84 16,-5 3 36-16,0 1-68 0,0-1-64 0,-9 2-52 0,2 6 44 15,-1 2 0-15,-5 3 8 16,2 3-156-16,-6 9-88 0,-2 5 48 16,-1 5 136-16,-4 3-12 0,8 0-16 15,0-2-92-15,0 0-92 0,4-4-252 0,0-5-324 16,5 0-168-16,7-5-212 15,0-5-524-15,3-4-1156 0,13-7 403 0,0-6-179 16,4-6-184-16,0 0 80 0,4 3 2532 16,0-3 256-16,-5 3 924 15,-2 4 276-15,-6 2 2780 0,2 4-1680 0,-5 2-103 16,-1 4-149-16,2 0-72 0,-5 0-420 16,4 7-572-16,-1-1-292 0,1 3-152 0,-3 4 88 15,3 0 8-15,-5 1-344 0,5-6-292 16,-4-2-76-16,5 1-20 0,-2-1-24 15,1-2 108-15,5-4-52 0,-6 0 60 16,9 0-80-16,-4-4 72 16,4-2-64-16,4-1-8 0,-5-2 0 15,6 4 8-15,-5-2 64 0,0 0-48 0,0 7-12 0,-4 0-76 16,-5 0 148-16,1 10 136 16,-3-1 264-16,-1 5-116 0,-4 0-152 15,4 0-68-15,-4-2-16 0,0-2-48 16,3-4-76-16,-3-2-68 0,4-1 44 0,0-3 92 15,4 0 8-15,1-3 160 16,6-7 84-16,-3-3-84 0,8-5-160 0,0 1-56 16,4-2-28-16,-5 0 24 0,2 3-12 15,-5 0-52-15,-4 7 16 0,-1-1 20 16,-2 7 28-16,-1 0-64 0,-4 3-32 0,-4 0 8 16,3 0 148-16,1 6 260 0,0 0 96 15,0 1-100-15,1 3-136 16,3-1-112-16,-5-3-8 0,1 1 8 0,4-1 0 15,-3-3-8-15,3 4-72 0,-1-4-36 16,1 1-16-16,-4-2 40 0,4 1 0 0,0-3-140 16,0 7-152-16,-4-5-80 0,4 3 16 15,-4 1-56-15,0 2-296 16,0 3-808-16,-4-3-2264 0,0 9-2909 16</inkml:trace>
  <inkml:trace contextRef="#ctx0" brushRef="#br0">19005 13922 8432 0,'0'0'5269'16,"0"0"-4013"-16,0 0-816 15,0 0 432-15,0 0 584 0,84 10-408 16,-53-10-164-16,9-7-220 0,8-6-384 0,3-9-232 15,5-10-48-15,8-3-256 16,-8-2-528-16,0-2-200 0,-9 1-164 0,-2 3-364 16,-14 4-1220-16,-10 11-2413 0,-6-8-1235 15</inkml:trace>
  <inkml:trace contextRef="#ctx0" brushRef="#br0">19474 13449 848 0,'0'0'9768'0,"0"0"-8195"0,0 0-565 15,0 0-268-15,0 0 56 0,-51 85-88 0,39-47 32 16,0 11-76-16,1 1-92 0,-2 11-24 16,2-2-32-16,2 5-108 0,-3 3-112 15,8 0-224-15,1-4-72 0,3 1-108 0,0-8-4 16,0-1 64-16,7-8-4 16,1-3 40-16,5-2-36 0,-2-4-52 0,2-3 40 0,-6-3 56 15,1-4-72-15,-4-5 72 16,0 0-80-16,0-9-16 0,-4-3 16 15,0-3-52-15,0-1-124 0,0-7-136 0,-4 0 72 16,-8 0-64-16,1-7-388 16,-6-5-192-16,1-9-44 0,-3-6-300 15,-2-8-1065-15,6 7-2895 0,-13-26 1000 0</inkml:trace>
  <inkml:trace contextRef="#ctx0" brushRef="#br0">19231 13186 3920 0,'0'0'7509'16,"0"0"-6405"-16,0 0-312 0,84-67 352 0,-48 41 116 16,-8 8-392-16,8 1-268 0,-5 8-104 15,6 3 60-15,3 6 120 0,-5 9-220 16,1 10-260-16,-4 13-84 0,-4 4-108 0,-8 1 0 15,-8 1-4-15,0 0 60 16,0-6-60-16,-1-10 12 0,2-3 96 0,-1-10-20 16,8-2 44-16,4-7 4 0,8-7 96 15,4-8 24-15,3-11-256 16,9-9-12-16,3 0-584 0,-2-5-128 0,3 1-236 16,-16 7-1280-16,7-18-4841 0</inkml:trace>
  <inkml:trace contextRef="#ctx0" brushRef="#br0">14972 10420 1616 0,'0'0'6716'0,"0"0"-3883"15,0 0-1769-15,-84 42-552 0,53-21 88 0,-13 5 36 16,1-1-64-16,-9 7-180 16,-4 3-76-16,-4 0-128 0,4 3 24 0,-4 0-168 15,5 0-44-15,7-3-12 0,4-2-52 16,4-5-64-16,8-3 40 0,8-6-76 15,5-3-112-15,6-7-256 0,9-2-420 16,4-4-440-16,0-3-1133 0,4-3-1779 16,5-7 196-16</inkml:trace>
  <inkml:trace contextRef="#ctx0" brushRef="#br0">14291 10534 2528 0,'0'0'2748'15,"0"0"-92"-15,0 0-1708 0,0 0-260 0,0 0 176 0,0 0 117 16,0 0 31-16,0 0-128 0,0 0-184 16,0 0-180-16,-67 58 32 15,54-18-60-15,5 9 48 0,1-2-184 0,-1 1-120 16,-1 0-172-16,9-7-52 0,0-6-4 16,0-7-8-16,0-6-84 15,13-6 84-15,-5 0 0 0,3-6 12 0,5-1 40 16,0 1-52-16,0-3-76 0,5-5-24 0,-2-2-36 15,5 0-232-15,8-9 116 16,0-7-288-16,7-3-104 0,6-7-320 0,2-6-644 16,9 1-997-16,-16 6-2387 15</inkml:trace>
  <inkml:trace contextRef="#ctx0" brushRef="#br0">15622 10150 10316 0,'0'0'1573'0,"0"0"-641"0,0 0-128 16,0 0 276-16,-83-32 180 0,59 36-260 16,3 11-252-16,-3 11-156 0,1 10-24 15,-1 4-260-15,4 8-100 0,-1-1-72 16,10-2-136-16,3-4-64 0,4-10-132 15,4-8-84-15,8-7-152 0,7-6 136 0,6-10-112 16,-1 0 296-16,-1-4-148 0,5-9 48 16,-3 1-72-16,-1-1-56 0,-5-2-44 15,2-4 228-15,-6 2 92 0,1 4 64 16,0-2 0-16,-4 5 12 0,-4 4 116 16,0 2-128-16,0 4 0 0,0 0-220 15,0 7 212-15,0 9 4 0,0 3 4 0,0 9 164 16,0 8-60-16,-4 2 8 0,4 6 452 15,-4 8-328-15,0 0-124 0,0 9 12 16,-8-1 272-16,0-2-312 16,0-1-80-16,-4-7 52 0,0-2 92 0,0-7 124 15,0-9 124-15,1 0-236 0,-6-10-12 0,10-3 0 16,-6-9-16-16,2-1-32 0,-1-6-88 16,3-3 88-16,-2 0 20 15,-1-3-120-15,0-6-12 0,0-4-136 0,-1-3-36 16,6-3 40-16,-1-6-128 0,4-4-160 15,0-6-36-15,4-3-264 16,0-3-280-16,0-8-764 0,4-1-1224 0,4-4-2869 0,0 13 409 16</inkml:trace>
  <inkml:trace contextRef="#ctx0" brushRef="#br0">15786 10157 4516 0,'0'0'5608'0,"0"0"-4988"15,0 0 49-15,0 0 383 0,0 0 492 16,91 15-104-16,-75 1-372 0,0 3-244 0,0 3-440 16,-5 0-100-16,-2 8-220 15,3-5-64-15,-9 3-28 0,-3 1-20 16,0 0-88-16,0-3 24 0,-7-8-36 0,-1 1-76 16,4-3 112-16,-1-6 64 15,1-4 0-15,4 0 48 0,-3-6 112 0,3 0 112 16,0 0 48-16,3-3 0 0,1-6-96 15,5-7-172-15,3-3 44 0,4-3 52 16,-1-3-100-16,6-5-112 0,-2 2-136 16,1-4-396-16,4-1-104 0,-3 3-748 0,2 2-1620 15,-7 9-3169-15</inkml:trace>
  <inkml:trace contextRef="#ctx0" brushRef="#br0">16211 10271 10644 0,'0'0'1965'16,"0"0"-789"-16,0 0-64 0,0 0 252 16,0 0-392-16,-23 66-524 0,23-56-384 0,0 2-64 15,0-5-184-15,4 3 8 0,8-7 88 16,0 0 16-16,7-3-240 16,2 0 312-16,-6-6 0 0,5-4-88 0,1-3-24 0,-2-3 24 15,-3 1 0-15,-4-1 84 16,0 3-4-16,-4-4-52 0,-4 5-80 0,-4-1 12 15,0 5 40-15,0-3 24 0,-4 3 64 16,0-3 4-16,-4 9 136 16,4 2 28-16,-4 0 180 0,0 2-200 0,1 5-84 15,-6 9-64-15,1-3 148 0,5 2-96 16,-6 2-52-16,5-5-188 0,5-2-272 16,3-7-360-16,0 3 92 0,0-6 68 0,7 0-572 15,5-6-360-15,0 3-2865 16</inkml:trace>
  <inkml:trace contextRef="#ctx0" brushRef="#br0">16499 10255 1136 0,'0'0'9404'0,"0"0"-7731"0,0 0-461 16,0 0 172-16,-24 70 268 0,20-54-236 0,0-7-540 16,4-6-580-16,0 3-296 15,0-6 8-15,4 0 108 0,4 0 44 16,3 0-148-16,2-6-12 0,-2 0-160 0,6-7-196 15,-2 4-40-15,-2-4-60 16,-2 4-52-16,6-4 48 0,-10 4 148 0,5-1 112 16,-4 1 164-16,0-2 36 0,-4 6 184 15,0 2-8-15,0-1-76 16,0 4 64-16,-4 0 232 0,0 0 24 0,4 10 100 16,-4-1 36-16,0 4-68 0,0-3 4 0,0 2-188 15,0-5-304-15,0-1-172 0,3 0-96 16,2-3-320-16,-1-3-236 0,8 0-304 15,0-3-1028-15,0-3-2269 0,8-10-4159 16</inkml:trace>
  <inkml:trace contextRef="#ctx0" brushRef="#br0">17008 10182 116 0,'0'0'10488'0,"0"0"-8443"0,-24 101 39 16,13-53-296-16,-1 6 76 0,-1 4-368 15,6-5-456-15,-5 4-552 0,3-3-356 0,2-3-132 16,-1 3-4-16,-4-7-216 16,4 1-108-16,-4-4-232 0,4-5-76 15,8-11 12-15,-3 1 108 0,3-4-80 0,0-5-420 16,0-5-628-16,0-2-508 0,0-7-273 16,3-2-1551-16,5-4-464 0,-4-6 2276 15</inkml:trace>
  <inkml:trace contextRef="#ctx0" brushRef="#br0">17128 10062 2568 0,'0'0'9345'0,"0"0"-7581"15,0 0-712-15,0 0-344 0,84-38-80 0,-48 31-112 0,-1 3-268 16,6 2-248-16,-6 2-144 15,-7 6-108-15,-4 3-52 0,-4 8 68 16,-16 4 96-16,-4 2 40 0,-4 5 24 0,-20 1 76 16,-8 3 100-16,-8 3 16 15,-8-3-48-15,1-1-68 0,-5 1-124 16,4-1-152-16,4-2-416 0,5-7-528 0,7 1-1585 16,8-10-5855-16,-4-5 7264 0</inkml:trace>
  <inkml:trace contextRef="#ctx0" brushRef="#br0">17753 10778 4548 0,'0'0'8549'16,"0"0"-8549"-16,0 0-2349 0,0 0-4651 15</inkml:trace>
  <inkml:trace contextRef="#ctx0" brushRef="#br1">24515 10618 104 0,'0'0'1448'0,"0"0"4964"15,0 0-4700-15,0 0 105 0,0 0-189 16,0 0 60-16,0 0-188 0,0 0-216 0,0 0-184 16,-36-5-352-16,40 5-184 0,0 0-124 15,4-2 156-15,4 2-304 0,4 0 24 16,12 0 13-16,7 0 107 0,6 0-60 16,2 0-84-16,1 0-100 0,0-4-84 15,0 1-32-15,0-7-68 0,3 4-8 0,-6-6 0 16,2-1-76-16,-7 0-92 15,-4-3-156-15,-4 4-188 0,-8-1-129 16,-5 4 21-16,-2-1-112 0,-9 3-320 0,-4 5-552 16,0-3-636-16,-4 3-716 15,-9-1-2609-15,2 3-479 0,-17 0 5444 0</inkml:trace>
  <inkml:trace contextRef="#ctx0" brushRef="#br1">24754 10503 132 0,'0'0'704'16,"0"0"1524"-16,0 0 2832 0,0 0-3584 16,0 0 125-16,-12 66-97 0,12-41-64 15,0 5-168-15,5 1-300 0,-2 7-176 16,1 3-88-16,-4 7-152 16,0 6-172-16,-4 3-92 0,-4 3-80 0,-4 7-92 15,4 0-8-15,-4-4 36 0,0 1-40 0,1-10-108 16,2-3 0-16,1-10 4 15,4-6 4-15,1-10-8 0,3-2 0 0,0-4-8 16,0-7-88-16,0-2 20 16,0-7-44-16,0 0-64 0,0-3-172 0,0 0-324 15,0 0-236-15,0-6 120 0,3-4-96 16,1-6-520-16,-4-3-628 0,0-2-965 0,4-8-2759 16,-4 4 2932-16</inkml:trace>
  <inkml:trace contextRef="#ctx0" brushRef="#br1">24719 11160 168 0,'0'0'1096'16,"0"0"7224"-16,0 0-6579 0,0 0-189 0,0 0 76 15,0 0 24-15,0 0-304 0,0 0-248 16,0 0-212-16,0 0-292 0,83-10-180 15,-56 4-48-15,-2-4-76 0,3 1-88 0,-4 3-44 16,-1-4-64-16,-3 4-36 0,0-1-60 16,-4 1-4-16,0 3-92 15,-8-3-48-15,0 3-196 0,0-1-196 0,-4 4-112 16,0-3-176-16,4 0-484 0,-4 0-1080 16,3 0-2541-16,-2-1-2671 0,-1 1 5516 0</inkml:trace>
  <inkml:trace contextRef="#ctx0" brushRef="#br1">25288 11490 1172 0,'0'0'10997'0,"0"0"-9845"0,0 0-912 16,0 0-60-16,80-35 608 0,-57 28 332 15,-3 2-152-15,-3 1-380 0,2 4-268 0,1 0-48 16,1 0-48-16,-6 4-40 0,-2 1-108 15,-2 5 36-15,-3 3 48 0,0 0-12 16,-4 6-52-16,-4 0-20 0,0 3 8 16,-8 1-76-16,-4 2 68 0,1 3-28 0,-10-2-40 15,5 2 52-15,0 1-60 16,0-7-8-16,8 0 8 0,-3-9 8 16,7-1 40-16,4-8 76 0,0-2-4 0,0 3-44 15,11-3 8-15,1-2 432 0,4 0 164 16,9 0-348-16,-2 0-200 15,9-9-132-15,-1 0-44 0,-3-1-188 0,4-3-168 16,0-3-188-16,-4 0-172 0,-4 4-224 16,0-4-516-16,-3 0-1136 0,-6-1-2837 15,1 9-2451-15,-8-12 7584 0</inkml:trace>
  <inkml:trace contextRef="#ctx0" brushRef="#br1">24459 10179 1016 0,'0'0'900'0,"0"0"-664"15,-84 32 2552-15,52-17-1600 16,-7 8-604-16,-1 4-104 0,-4 6 184 0,4 5 320 0,1 9 40 16,-1 8 113-16,3 5-225 0,6 7-104 15,-1 8-108-15,4 8-124 0,8 3-148 16,0 6-124-16,9 3-112 0,2 7-4 15,5 3 100-15,4 0 64 0,4-1 76 16,12-2-136-16,8-1 108 0,12-5-16 16,4-10 24-16,8-7-160 0,8-6-36 0,4-3 48 15,7-10-152-15,1 0 4 16,7-6-48-16,1 0-60 0,8-6-4 16,-1-7 0-16,5-5-132 0,4-11-116 0,3-12 188 15,5-11 52-15,0-2-44 16,3-19 4-16,0-9-28 0,-2-9-184 0,-6-12 248 15,1-8-88-15,-5-4 56 0,-3-5 44 16,-5-7 148-16,1-7-84 0,-4-2-8 16,-5-11-56-16,-3-1-8 0,-4-7-140 0,-4-4-324 15,-8-4 60-15,-5 2-12 0,-3 2 148 16,-8 3 124-16,-8 4 12 16,-4 6 56-16,-12 3 84 0,-8 6 100 0,-8 3-28 15,-8 11 56-15,-20 6 212 0,-8 8-52 16,-19 11 0-16,-9 6-40 0,-16 12-248 0,-8 4-128 15,-15 9-72-15,-5 6 64 0,-7 7 84 16,-9 5 52-16,1 7-4 16,-1 7-84-16,1 6 76 0,-2 4-48 0,7 9-92 15,2 4-100-15,4 2-240 0,13 0-36 16,7 4-560-16,12-1-724 0,12-2-1461 16,17-4-2423-16,11-9 2816 0</inkml:trace>
  <inkml:trace contextRef="#ctx0" brushRef="#br1">27140 11268 1252 0,'0'0'952'15,"0"0"5324"-15,0 0-4324 0,0 0-163 16,0 0-357-16,0 0-64 16,0 0-148-16,0 0-48 0,0 0-216 0,0 0-268 15,0 0-100-15,0 0 88 0,52 6-44 16,-20-2-156-16,0-1-184 0,0-1-147 15,-4-2-145-15,-4 0-4 0,4 0-4 16,-5 0-77-16,1-5-27 0,-3-2-104 16,3-2-188-16,-5-5-180 0,1 3-136 0,1-3-288 15,-2-5-688-15,-3 0-2120 0,0 0-1889 16,-9 3-1771-16</inkml:trace>
  <inkml:trace contextRef="#ctx0" brushRef="#br1">27443 10900 520 0,'0'0'928'0,"0"0"-668"0,0 0 68 16,0 0-224-16,0 0 12 15,0 0 4600-15,0 0-3480 0,0 0-188 0,0 0-180 0,0 0 509 16,4 6-57-16,-4-3-680 16,0 3-132-16,0 4 164 0,4 6-204 0,-4 2-152 15,0 8 60-15,4 7-76 16,-4 4-132-16,5 8 56 0,-1 2 64 15,-1 3-40-15,-3 11-124 0,0 0 0 0,0 2 0 16,0 1-116-16,0-4 168 0,-3 1-64 16,-1-10 12-16,4-7 12 0,-5-6 36 15,5-4-12-15,0-8 112 0,0-3 0 16,0-5-188-16,0 1-40 0,-4-6-44 16,4-3-48-16,0-7-24 0,-4 0-28 15,4-1-196-15,-4-2-184 0,4 0 68 0,-4-2 56 16,-3-1 32-16,-2-6 12 15,1-5-132-15,-7-1-132 0,2-4-4 0,2-6-104 16,-1-5-612-16,4-1-821 0,0-7-2359 16,4 6-940-16,4-16 4700 0</inkml:trace>
  <inkml:trace contextRef="#ctx0" brushRef="#br1">27758 11239 3100 0,'0'0'1536'15,"0"0"3148"-15,0 0-2963 0,0 0-233 16,0 0-8-16,0 0-4 0,80 51-232 0,-68-35-448 16,-4 0-360-16,0 3-276 15,0-3-76-15,-4 3-68 0,-1 2-16 16,-3 5-192-16,0-1 68 0,-7 1-196 0,-1 0 8 16,4-7 52-16,-5-4 196 0,6-5 64 15,-1-4 124-15,4-3-36 0,0-3 88 16,0 0 20-16,0 0 28 0,0-3-124 15,0-3-52-15,4-10-36 0,4-3 64 16,8-3-76-16,-5-7-60 0,10 4-64 0,-5-4 12 16,3 3-200-16,-2-2-496 0,2 3-476 15,1 0-744-15,0-4-1965 16,0 4-2003-16,-8 5 3848 0</inkml:trace>
  <inkml:trace contextRef="#ctx0" brushRef="#br1">28169 11268 5004 0,'0'0'716'0,"0"0"4565"16,0 0-4149-16,-13 82 336 0,13-66 556 16,0-4-160-16,0-1-740 0,0-8-704 0,9 0-236 15,-1-3-36-15,3 0-64 0,6-3-84 16,-2-7-268-16,9-6-248 16,0-3-228-16,1 0-36 0,-2 0-144 0,-3 0-172 15,0 0 20-15,-4 6-32 0,-5-2 8 16,-6 2 288-16,-5 3 812 0,0-3 52 15,-9 7 644-15,-6 0-56 0,-1 0-104 16,-4 6-12-16,4 0-128 0,-3 3-4 0,-2 12 152 16,5 8 112-16,0 9 124 0,-4 6-4 15,5 3 44-15,-2 3-68 16,6 1-224-16,3-4-208 0,-1-6-148 0,6-7-124 0,3-5-40 16,0-8-8-16,7-4-8 15,6-9-136-15,2-2-164 0,9 0-84 16,0-9-264-16,4-7-324 0,4-7-624 0,0 1-1416 15,0-3-3577-15</inkml:trace>
  <inkml:trace contextRef="#ctx0" brushRef="#br1">28559 11401 7112 0,'0'0'4485'0,"0"0"-3065"0,-23 70-872 0,18-45 468 15,5-2 864-15,0-8-340 0,0-5-688 0,12-7-532 16,8-3-224-16,4-3-8 0,8-10-76 15,3-6-12-15,6-9-408 0,-2-5-220 16,1 0-64-16,0-3-76 0,-8 4 64 16,0-3-164-16,-13 7 176 0,-2-1 32 15,-6 1 620-15,-11 2 40 0,-3 4 560 0,-9 0 60 16,-8 9-104-16,-1 0 20 0,2 7-68 16,-5 6-68-16,4 6 196 0,-3 13 12 15,-2 6-128-15,1 8-100 0,0 2 0 16,5 6 36-16,3 0 0 0,4-3-160 15,3 4-132-15,5-7-124 0,4 0 0 0,9-7-72 16,7-3 68-16,8-3-4 16,4-6-56-16,3-2-252 0,9-5-172 0,0-6-152 15,8-3-184-15,-5 0-204 0,9-6-588 16,0-11-1136-16,0 2-2929 16,-12 2-995-16,20-12 6192 0</inkml:trace>
  <inkml:trace contextRef="#ctx0" brushRef="#br1">29559 11290 1736 0,'0'0'9068'0,"0"0"-7487"16,0 0-801-16,0 0-132 0,-80 13 528 15,56 3 124-15,1 6-352 0,-1 9-268 16,0 8-196-16,0 1 44 0,4-1 284 15,4-1-212-15,8-6-260 0,4-9-208 0,4-9-44 16,0-3 80-16,12-8-120 0,4 0-44 16,7-3-4-16,5-10 0 0,9-9-84 15,-5-2-60-15,4-2-148 0,-5-6-28 16,-3 1 16-16,0 2 36 0,-1-2 8 16,-2 6 40-16,-5 3 60 0,-5 2 64 0,2 9 84 15,-6 1-60 1,-2 7 72-16,-1 0 108 0,-1 9 172 0,5 7 64 0,-3 10 0 15,-2 5-76-15,1 11-36 0,-4 5 0 0,1 8 72 16,-5 5-84-16,-5 3 0 16,-3 0-16-16,-3 1-156 0,-6-4 28 15,2 0-16-15,-5-9-11 0,4-3 11 0,-4-10 0 16,3-6 40-16,6-7-4 0,3-8-12 16,-1-9-76-16,6-1 76 15,-1-7-4-15,0 0-80 0,-4-13-280 16,-4-6-12-16,4-6 83 0,0-7-7 0,4-6-100 15,0-6-112-15,4-11-168 16,0 2-200-16,0-8-240 16,4-2-616-16,0 2-2484 0,4-3-2217 0,0 21 253 15</inkml:trace>
  <inkml:trace contextRef="#ctx0" brushRef="#br1">29902 11214 7656 0,'0'0'4225'0,"0"0"-2909"16,0 0-512-16,0 0 384 0,0 0 532 15,0 0-492-15,88 9-376 0,-77-2-400 16,2 0-232-16,-6-1-132 0,1 6-28 16,0 1 12-16,-4 0-56 0,-4 6 8 0,0 3-24 15,0 0-52-15,-4 3-32 16,-4 1-124-16,0-3-64 0,1-2 40 16,2-5 108-16,1-3 116 0,0-3 4 0,4-4 0 15,0-6 0-15,0 0 4 0,0 0 52 16,0 0 168-16,8 0 48 0,1-3 28 15,2-7 8-15,6-3-44 0,-2-6-260 16,1-6-28-16,4-4-140 0,-4-3-272 16,3-6-288-16,2 1-292 0,-1-2-436 0,-1 1-740 15,2 3-1685-15,-1 3-1255 0,-5 10 188 16,5 0 4736-16</inkml:trace>
  <inkml:trace contextRef="#ctx0" brushRef="#br1">30261 11172 1808 0,'0'0'1188'0,"0"0"4488"0,0 0-3091 0,-32 83-737 0,27-57-224 16,1-1 40-16,4 0-24 16,0-3-356-16,0-3-428 0,9-2-404 0,-1-5-148 15,3-2-108-15,2-1-40 0,2-3-96 16,5-2-60-16,-4-4-180 0,4 0-148 16,0-4-172-16,4-4 20 0,-4-6 88 15,4-1 36-15,-9-2 48 0,6-2 100 16,-6 0 208-16,-2 0 36 15,-2 0 112-15,-7-3 112 0,0 3 36 0,-4 1 32 0,0-1-120 16,-4 2-12-16,-4 5 112 0,5 5-16 16,-1 3 12-16,-4 4-108 15,-5 4-136-15,2 6 100 0,-6 5 32 0,6 4-20 16,-6 1-100-16,6-1-72 0,-1-1-4 0,4-5-92 16,0 0-232-16,4-7-416 0,4-6-308 15,0 0-276-15,12 0-684 16,4-6-1012-16,3-7-2241 0,-2 0-1455 0,15-12 6524 15</inkml:trace>
  <inkml:trace contextRef="#ctx0" brushRef="#br1">30667 11141 3816 0,'0'0'2932'15,"0"0"3601"-15,0 0-5085 0,0 0-316 16,0 0 696-16,0 0-28 0,-20 91-312 16,8-58-443-16,3-8-365 0,2-3-292 0,3-6-184 15,4-3-136-15,0-7-68 16,0-3-84-16,8 0-24 0,8-3-48 0,-1 0-76 15,10-6-120-15,-1-7-120 0,4-2-161 16,0-4 121-16,0 0 76 0,0 0 80 16,-9 0 88-16,1 6 96 0,-8 6 88 0,-5 2 84 15,2 5 340-15,-5 0 248 16,-4 8 20-16,0 5 60 0,-4 6-179 16,-5 4-149-16,2 2 36 0,-1-3 8 0,0-3-92 15,4-6-244-15,4-1-48 0,0-8-168 16,0-2-160-16,4-2-156 0,4 0-72 15,7-6 43-15,2-6-83 0,7-7-112 16,-5 0-492-16,5-3-940 0,1-4-1704 16,-1 0-1137-16,0 1-931 0,-1-3 4648 15,-7 5 808-15,12-5-23 0</inkml:trace>
  <inkml:trace contextRef="#ctx0" brushRef="#br1">31173 11100 1864 0,'0'0'1280'16,"0"0"7125"-16,0 0-5673 0,0 0-1392 0,28 82-272 15,-21-44 444-15,-3 10 16 0,1 3-16 16,-5 12-283-16,0 3-189 0,0 5-160 15,-5-1-48-15,1 3-304 0,-3-3-224 16,3-5-232-16,0-4 0 0,0-7-36 16,0-6-36-16,-1-11-72 0,5-1-72 15,-4-7-112-15,1-10-32 0,-1-3-120 0,4-10 32 16,-4-6-176-16,0 0-136 0,4-13 192 16,-4-9-208-16,4-9 107 0,0-11-975 15,0-9 28-15,0-9-516 0,4-10-312 16,4-7 24-16,-1-2 827 0,2-3-579 15,3 6 112-15,-5 6 1988 0,1 12 768 0,1 17 1580 16,-1 19 181-16,-1 9-549 16,2 13-84-16,-5 0-144 0,4 4-404 15,3 5-352-15,2 1-384 0,-2 5-308 0,1 1 36 16,-4 3-48-16,-4 4-12 0,4-4-132 16,-8 3-148-16,0 0-84 15,-8 1 12-15,-8-1-108 0,-7 3-164 0,-14-3-8 16,-2 7-36-16,-14-4-164 0,-6 7-308 15,-9 0-624-15,-11 3-1464 16,10-7-3637-16,-45 11-895 0</inkml:trace>
  <inkml:trace contextRef="#ctx0" brushRef="#br1">26479 12972 4384 0,'0'0'1408'16,"0"0"3096"-16,0 0-3267 0,0 0-109 0,0 0-4 0,0 0 128 16,0 0-196-16,0 0-240 15,0 0-8-15,0 0 8 0,80 14-240 0,-49-11-168 16,1-1-116-16,0 2 16 0,-4-4-28 15,0 0-36-15,-4 0-112 0,4-6-128 16,-8-7-4-16,4-3-96 0,0-3-416 16,-4-6-124-16,-1-1-224 0,-2 1-304 15,-6-4-888-15,2 4-2529 0,-9 5-2527 16,-4-5 4656-16</inkml:trace>
  <inkml:trace contextRef="#ctx0" brushRef="#br1">26874 13360 3876 0,'0'0'1032'0,"0"0"-604"0,0 0-336 16,0 0-40-16,4-67-52 0,4 45-324 0,-5 3-796 16,1 0-96-16,5 0 1008 15,-5 0 184-15,-4 0 24 0,4 3 376 0,-4 3 696 16,0-2 216-16,0 2-860 0,0 0-308 16,0-3 124-16,0 4 304 0,0-1 1064 15,0-3-1612-15,-4 0-220 0,0-1-392 0,4 5-244 16,-5-1 72-16,1 5 316 15,0-6 468-15,4 5 300 0,-3-4 664 0,-1 5-184 16,4-6-120-16,0 5-180 0,0-4 52 16,0 3-180-16,0 1 112 0,0 0-192 15,4-1-260-15,3 1 40 0,-3-4 168 16,5 3 152-16,-5-2 17 0,3-1 35 16,-3 0 0-16,0-3 244 0,0 3 212 0,1 4-172 15,-5-1-160-15,0 4-84 16,0-1-88-16,4 5 28 0,-4-2 0 15,0 4-44-15,0 0-48 0,0 0-76 0,0 0-36 16,0 0-16-16,0 4-20 0,0 3-116 16,0 1 124-16,0 5 28 0,0 10 44 0,0 5 112 15,0 7 100-15,-4 9 132 0,-5 5-244 16,1 3-200-16,-3 6-68 16,2-1-76-16,-2 1-4 0,3-8-4 0,4-6-40 15,-1-12 36-15,5-6-48 0,9-10 48 16,2-7-36-16,2-6 36 0,2-3 12 15,2-3 4-15,2-13 228 0,5-3-124 0,0-9-36 16,4-4-72-16,-8 0-4 16,4 1-56-16,-8-5-48 0,0 8-4 0,-5 2 28 15,-2 4-12-15,-1 9 44 0,-8 7 52 16,4 3 0-16,-4 3-12 16,0 0-84-16,0 0-40 0,0 3 0 0,3 3 124 15,1 4 12-15,1 0 4 0,-1 2-4 16,0-2-4-16,0 2 4 15,3-2 52-15,-3 0-4 0,5-8-48 0,2-2 0 16,1 0 96-16,4-12 64 0,0-4-48 16,0-6-64-16,8-7-48 0,-4-3-44 15,0 0-68-15,0-1-180 0,-4-3-124 0,0 1-164 16,-4 4-280-16,-1-2-472 16,2 5-996-16,-6 9-1661 0,-3 0-1751 15</inkml:trace>
  <inkml:trace contextRef="#ctx0" brushRef="#br1">27638 12964 8188 0,'0'0'1388'16,"0"0"-420"-16,0 0 153 0,0 0-57 16,21 91 160-16,-18-56-172 0,-3 3 116 0,0 0-240 15,0 0-420-15,0 1-88 0,0-4-172 16,0-4-56-16,0-1-188 0,0-11-8 16,0-5-20-16,0-3-172 0,0-8-16 15,0-3-108-15,4 0-364 0,0-10-232 0,1-6-240 16,3-5-748-16,-5 1-2773 15,1-21-2615-15</inkml:trace>
  <inkml:trace contextRef="#ctx0" brushRef="#br1">27686 12709 9652 0,'0'0'3053'0,"0"0"-1845"0,0 0-636 15,0 0 888-15,0 0-80 0,81 0-452 16,-50 0-348-16,5 0-360 0,8-3-220 15,0 0-88-15,3 0-228 0,-2 0-848 0,-2-1-576 16,-15 4-1492-16,0 0-4141 16</inkml:trace>
  <inkml:trace contextRef="#ctx0" brushRef="#br1">27993 12995 14869 0,'0'0'2024'15,"0"0"-1516"-15,0 0 124 0,0 0 664 0,0 0-512 16,0 0-164-16,100 35-24 0,-61-51-340 15,9-7-216-15,1-2-40 16,2-2-216-16,1-6-444 0,-5 5-220 0,-6-1-212 16,-6 1-752-16,-10 4-2300 0,-6-7-2145 15</inkml:trace>
  <inkml:trace contextRef="#ctx0" brushRef="#br1">28407 12544 5336 0,'0'0'6845'15,"-15"77"-5833"-15,2-33-412 0,2 13 376 16,-5 10 736-16,-4-4-244 0,0 1-300 0,0-4-552 0,0-6-396 16,9-6-220-16,-2-14-180 15,13-7-372-15,0-13-52 0,9-9 160 16,6-10 100-16,9-16-240 0,12-11-352 0,4-13-704 16,0-6-1020-16,-4 11-2201 0,11-31-91 15</inkml:trace>
  <inkml:trace contextRef="#ctx0" brushRef="#br1">28742 12379 3648 0,'0'0'8997'0,"0"0"-6609"16,-8 86-1128-16,-3-39-488 0,-6 13 72 0,2 4 220 15,-5 0 36-15,-1-4-208 16,2 1-344-16,3-4-352 0,0-10-196 0,8-6-84 16,0-5-24-16,8-11-52 0,4-9-56 15,8-10 32-15,8-6 172 16,4-6-36-16,4-10-100 0,0 0-144 0,-4 0-24 15,-5 7 132-15,-3 2 96 0,-4 7 40 16,1 0-36-16,-6 10-4 0,-7 5 88 16,0 11 260-16,0 2 20 0,-4 4-144 0,1 0 20 15,-2-3-156-15,5-4-144 0,0-6-336 16,5-3-364-16,10-6-144 16,1-4-376-16,11-3 16 0,-6-3-896 0,11 0-4145 15</inkml:trace>
  <inkml:trace contextRef="#ctx0" brushRef="#br1">29675 13027 5428 0,'0'0'6785'0,"0"0"-5493"0,87-4-176 16,-47 2 104-16,8-3 184 0,0 3-388 0,-1 2-276 16,-2 0-408-16,-6 2-88 0,-3 9 88 15,-4-2-164-15,-8 4-168 16,-8 6-4-16,-12 6-140 0,-4 4 20 16,-4 2 112-16,-12 2-124 0,-8 4 124 0,-4-2 12 0,-4 0 4 15,-4 0 96-15,4 1 8 16,8-9 88-16,1-2-72 0,11-5 8 15,4-7-132-15,8-7 100 0,8 1-52 0,12-7 48 16,4 0 16-16,12-4 8 0,3-5-116 16,13-7-4-16,4-3-180 0,8-4-236 15,0-2-84-15,3 0-720 0,-15 9-1192 16,20-12-4281-16</inkml:trace>
  <inkml:trace contextRef="#ctx0" brushRef="#br1">31097 13214 4500 0,'0'0'7277'0,"0"0"-6037"0,0 0-832 0,0 0 572 16,0 0 68-16,-80-35-372 0,48 54-308 16,-3 13-68-16,-9 9-64 0,-4 13 88 15,0 4 0-15,1-1-116 0,2-4 76 0,9-5-284 16,12-17 12-16,13-5-12 0,11-13-268 16,7-10 220-16,14-3 48 15,11-12 24-15,7-7 40 0,5-6-48 0,0-11-16 0,0 1-124 16,0 3-12-16,-12 4 124 15,-4 9 0-15,-8 6-100 0,-9 7 104 16,-3 6-228-16,-8 16 236 0,0 6 296 0,0 9 152 16,0 11-240-16,-4-1-36 15,0 7 64-15,1-1-176 0,3 1 112 16,0 3-168-16,-4 0 232 0,0 3-152 0,0-4 40 16,-9 1-16-16,2-3 16 15,-9-1 12-15,-1-2-40 0,-2-7 28 16,-1-4-28-16,-4-1-8 0,4-11-88 0,-4-9-8 15,0-7 4-15,9-6-168 0,-2-3 12 16,6-16 52-16,2-7-300 0,10-9-56 0,3-12 156 16,3-10-260-16,10-17-628 15,10-5-1156-15,-3 15-2181 0,16-37-2583 0</inkml:trace>
  <inkml:trace contextRef="#ctx0" brushRef="#br1">31245 13262 11417 0,'0'0'2836'15,"0"0"-1876"-15,0 0-380 0,0 0 624 0,0 0-40 16,0 0-264-16,83 70-92 16,-63-68-340-16,4-2-276 0,8-6-68 0,4-10-88 15,3-3-36-15,6-3-244 0,-10-6-112 16,1 1 52-16,-8 2-28 0,-9 3 172 16,-6 4-12-16,-5-1 172 0,-8 3-48 15,-4 3 48-15,-13 3-12 0,-2 7-160 16,-5 3 172-16,-4 3 4 0,-4 13 168 15,-3 14 136-15,3 7 48 0,-4 8-40 16,0 5-20-16,8 4 68 0,0 4-24 16,8-5 76-16,8-2 21 0,4-6-133 15,8-11-304-15,5-5-36 0,10-13-100 0,9-6-32 16,4-10-5-16,8-7-67 16,0-9-200-16,8-10-340 0,-1-5-432 0,-3-4-780 15,0 0-776-15,-8-3-1677 0,-9 13-451 0,-2-17-19 16</inkml:trace>
  <inkml:trace contextRef="#ctx0" brushRef="#br1">31734 13158 3676 0,'0'0'8441'16,"0"0"-5689"-16,0 0-1468 0,-27 63-332 15,15-29 372-15,0 4-56 0,-1 1-160 16,6 1-292-16,3-4-327 0,4-4-233 0,0-4-256 16,4-9-132-16,3-3-136 0,10-7-13 15,-2-5 29-15,2-4-28 16,7-4-100-16,-1-8-56 0,5-11-20 0,0 1 4 15,-4 0 12-15,0 0 180 0,0 0 180 16,-4-1 80-16,0 4 60 0,-5 4 0 16,-2 2-56-16,-5 6 96 0,-1 4 48 15,-7 3 268-15,0 7 124 0,0 5 60 16,0 7-152-16,-7 10-92 0,-5 3-116 0,-1 0 53 16,2 3-49-16,-1-7-124 0,4-3-120 15,4-2-36-15,4-8-108 0,0-2 96 16,0-3-52-16,0-8-33 0,7 2-27 0,2-4-68 15,3-6 216-15,-1-4-256 16,10-3-208-16,-1 0-100 0,-1 1-340 16,-2-1-652-16,3 1-976 0,-9 5-2257 0,1-5-2463 15</inkml:trace>
  <inkml:trace contextRef="#ctx0" brushRef="#br1">32228 13332 6168 0,'0'0'5457'0,"0"0"-2889"0,0 0-1684 0,0 0-88 15,0 0 628-15,0 0-100 0,0 0-376 0,0 0-436 16,0 0 100-16,0 0-52 0,76 15-148 16,-40-37-256-16,-4-6-156 0,0 2-148 15,-4-2 4-15,-4 6-40 0,-9-1 28 16,-2 4-76-16,-5 4 12 0,-8-2 124 15,0 2 92-15,-8 5-68 0,-5 4 72 16,-2 2 4-16,-9 4-4 0,-4 13-40 0,0 9 40 16,-4 7 76-16,0 9 92 15,0 0 40-15,0 3 24 0,4-2 0 0,4 1-64 16,5 2 65-16,3-10-233 0,4-3-13 16,8-11-107-16,4-2-160 15,0-6 0-15,12-4 84 0,0-3 112 0,8-3-136 16,8-6-368-16,0-7-172 0,3-9-704 15,1-3-1452-15,-8 6-2513 0,4-13-1795 16</inkml:trace>
  <inkml:trace contextRef="#ctx0" brushRef="#br1">32480 13227 5164 0,'0'0'600'0,"0"0"2908"16,0 0-2576-16,0 0-55 0,0 70 599 15,-5-48 28-15,-3 0-340 0,8 1-560 0,-3-4-292 16,-1-4-144-16,4 1 108 0,0-3-52 15,0-7-100-15,0 1 0 16,0-4 28-16,0-3 56 0,4 0 4 0,-1 0-188 16,10 0-24-16,-1-7-72 0,4-2-128 0,-1-2-84 15,10 0-116-15,-6-3-48 16,1 2 92-16,-4 5 116 0,-4 1 88 16,0 6 88-16,-8 0 64 0,4 0 312 0,-4 0 104 15,0 0 48-15,-4 0-140 16,4 3-196-16,0-3-72 0,-1 0-52 15,2 3 40-15,-1-3-28 0,4 0-4 0,3 0-12 16,6-6-152-16,-2 4-196 0,6-9 260 16,-1-1-12-16,-1-1-416 0,-2-6 432 15,-2 0 80-15,-2-3 8 0,-2-3 68 16,-3-2 52-16,0 0-60 0,0-2-8 16,0 1-56-16,0-4-52 0,4-3 52 15,0-3 0-15,8 0-112 0,-5-4-16 0,6 4 128 16,-1 0 28-16,-1 10-16 0,-6 6 88 15,-2 5 68-15,-7 10 368 0,0 7 196 16,-4 0-12-16,0 5-152 0,0 4-348 16,-4 7 12-16,0 6 52 0,1 7 32 15,-5-1-96-15,4 5-36 0,-1-6-12 0,-3 5-48 16,5 0 8-16,-5 3-36 16,0-3 4-16,-1 3 20 0,-2 2-116 15,7-2-4-15,-5 4-108 0,5-1 96 0,4-7 12 16,0 1-452-16,4-7 24 15,13-3-208-15,7-5 156 0,8-11 136 0,3-4-844 16,5-4 492-16,-4-7-1396 0,0-5-2149 16,-13 6 1925-16,-2-11-3912 0</inkml:trace>
  <inkml:trace contextRef="#ctx0" brushRef="#br1">24307 14294 9532 0,'0'0'2617'16,"0"0"-817"-16,0 0-660 0,0 0-72 15,0 0 304-15,0 0-48 16,0 0-368-16,0 0-224 0,0 0-464 0,56-4 88 16,-16 11-124-16,8-1 8 0,8 0 41 0,12 1 119 15,-1 2 36-15,5-2-72 16,0 2-136-16,-1-3-104 0,-3 7 8 15,-4-3 24-15,-4 3-84 0,-5-1-12 0,-10 1-48 16,-6 0-12-16,-7-1-4 16,-4 1 0-16,-8 0-56 0,-8-1 12 0,0 1-12 15,-8 0-12-15,-4 6 24 0,-8 0 36 16,-8 6 12-16,-12 4 8 0,-7 3 0 16,-14 2-8-16,-3 4-4 0,-4 1-8 15,-7-5-48-15,-1-2 56 0,0-6 0 0,5-4-4 16,-1-6-140-16,12-6-44 15,9-3-96-15,7-7-64 0,12-5-132 16,3-4-89-16,10-1-171 0,3 1-172 0,4 0-484 16,7-1-840-16,6 4-2772 0,10-7-4193 15</inkml:trace>
  <inkml:trace contextRef="#ctx0" brushRef="#br1">25308 14843 10616 0,'0'0'2657'16,"0"0"-693"-16,0 0-216 0,0 0 144 16,0 0-288-16,-80 76-360 0,52-57-383 15,0-3-293-15,-8-4-144 0,1 5-12 16,-9-4-196-16,4-1-132 0,-4-2-84 0,-4-1-4 16,1-3-56-16,-2 1-24 0,-2-1-148 15,-5-3-152-15,4 3-100 0,0-2 84 16,1 5-12-16,7 2-37 0,0 0-147 15,9 3-416-15,3-2-620 0,8 4-896 16,7-7-2929-16,2 4-4967 0</inkml:trace>
  <inkml:trace contextRef="#ctx0" brushRef="#br1">26642 14672 8068 0,'0'0'1088'16,"0"0"-440"-16,0 0 1965 0,0 0-537 0,0 0-728 16,0 0-668-16,0 0-280 15,-95 57-88-15,75-22 24 0,0 9 84 0,4 3 24 16,1 2-88-16,2-6-72 0,5-1-36 15,4-7-116-15,4-10-124 0,0-6-8 16,0-8-4-16,4-9-56 0,8-2-12 0,8 0 64 16,4-13 8-16,4-3-160 0,4-9-172 15,-4 0-4-15,-5-5 40 0,1 2 148 16,-3 3 136-16,-10 6-60 0,2 3 64 16,-6 4 8-16,-3 8-64 0,0 1 4 15,0 3 60-15,0 7 160 0,5 5 384 16,-6 4-260-16,9 6-140 0,-4 0-80 15,0 4-52-15,0 0 72 0,4-4-84 16,0 0-4-16,0-7-140 0,4-2-68 0,4-7 4 16,4-1-288-16,4-5-544 15,0 0-616-15,0-5-1524 0,7-7-4165 0</inkml:trace>
  <inkml:trace contextRef="#ctx0" brushRef="#br1">28149 14735 7824 0,'0'0'2876'0,"0"0"-859"0,0 0-641 15,0 0-36-15,0 0-184 0,0 0-384 16,0 0-276-16,0 0-52 16,0 0-24-16,0 0-88 0,-72 29-196 0,48-10-16 15,0 3-32-15,4 0-16 0,4-3 40 16,5 0-64-16,2-5-40 15,9-6 56-15,0-2 8 0,0 1-60 0,13 2-12 16,-2 4-4-16,9 0-52 0,0 3 56 0,0 3 0 16,0-3-4-16,-4 3-4 0,-4-3 4 15,-4 3-4-15,4-4 4 16,-9 2 4-16,1-5 8 0,1 4 40 16,-1-4-40-16,-4 1 4 0,0-3 84 0,-4 2-32 15,-5-1-16-15,2-3-48 0,-5 3-48 16,0-5-272-16,-8 0-172 0,4-4-136 15,0 3 12-15,0-5-92 0,1 0-152 0,-2 0-260 16,6-7-488-16,-6-3-828 16,9 3-669-16,8-11-1083 0</inkml:trace>
  <inkml:trace contextRef="#ctx0" brushRef="#br1">28407 14919 9096 0,'0'0'3953'0,"0"0"-2733"0,0 0-396 0,5 77 424 16,-10-49 380-16,-2 0-384 0,3 1-400 0,0-3-316 15,4-4-224-15,0-7-196 0,0-5-108 16,0-3-96-16,4-5-52 16,7-2-180-16,2-2-136 0,2-8-64 0,2-6-48 15,7-7 8-15,-9 4-100 0,5-2-16 16,-4-5 372-16,-4 7 312 0,0-3 0 0,-4 3 100 15,-4-1 88-15,0 5 48 0,0 2-24 16,-4 10 196-16,0 3 64 0,4 0-40 16,-4 9 8-16,4 5 176 0,0 0-56 15,-4 12-132-15,4 0-124 0,-4 2 76 16,0 1 277-16,-4-3-149 0,0-4-304 16,4-4-204-16,0-7-132 0,0-6-148 15,0-2-241-15,4-3-231 0,4-8-264 16,4-9-60-16,0-5-756 0,0 0-1260 15,8-13-3217-15</inkml:trace>
  <inkml:trace contextRef="#ctx0" brushRef="#br1">28818 14427 6656 0,'0'0'4325'0,"0"0"-2657"0,0 0-268 15,0 0 392-15,28 91-80 0,-24-51-352 0,-4 4-352 16,0 3-264-16,0 4-76 0,-9 0-168 15,2 0-147-15,-9-1-237 0,0 2-116 0,0-5-72 16,-4 0-72-16,9-8-28 16,-2-8-121-16,5-9 37 0,4-8 88 15,4-9-100-15,4-2-440 0,13-3 196 0,-2 0 204 16,5 0 172-16,0 4 64 0,4-1 72 16,0 0 0-16,0 4 8 15,-5-1 164-15,2 0 12 0,-6 0 84 0,-2 5 100 16,-6-3-4-16,1-2 16 0,-8-1-88 15,5 1-108-15,-5-3-120 16,0 0-64-16,-9-3-148 0,2 2-132 0,-10 3-204 0,2-3-56 16,-2-2 136-16,2 0-48 15,-2 0-188-15,-2 0-264 0,3-2-504 16,-4-5-864-16,4-3-2301 0,-8-3-1879 0</inkml:trace>
  <inkml:trace contextRef="#ctx0" brushRef="#br1">29539 15122 9864 0,'0'0'2845'16,"0"0"-1253"-16,0 0-660 0,0 0 240 0,-95 44-64 15,74-21-340-15,2 2-188 0,3 1-176 16,0-4-156-16,7-5-92 0,6-3-144 16,3-3-12-16,0-8-60 0,8-1 0 15,8-2-56-15,0 0 116 0,12 0 4 16,-1-5 48-16,1-6-52 0,9 2-48 15,-5 4-36-15,-1 0-4 0,1 5-72 0,-9 0 28 16,-2 7 0-16,-5 5 132 16,-4 7 124-16,-8 4-16 0,-1 5 112 0,-3 0 176 15,0 2 164-15,-3 1-72 0,-5 1-72 16,-5 0-124-16,2 0-52 0,-1-1-43 16,-4 5 11-16,0-5 20 0,0 2 4 0,-4-8 204 15,4-3-136-15,5-4-204 16,-6-6-84-16,2-2-12 15,-2-3-136-15,-3-3-248 0,1-4-128 0,-5 0-8 0,3-7-41 16,2-2 1-16,-1-8-112 0,0-4-468 16,4-2-740-16,4-9-912 0,4 10-2361 15,8-19-1919-15</inkml:trace>
  <inkml:trace contextRef="#ctx0" brushRef="#br1">29982 15141 10016 0,'0'0'3069'0,"0"0"-1137"15,4 70-536-15,-4-32 160 0,4 17-116 16,-1 2 272-16,1 3-727 16,0 3-489-16,-4 4-144 15,4 0-88-15,-4 2-44 0,0 0-124 0,0 5-84 16,-8-6-12-16,1-3-80 0,-6-4-128 0,2-6-264 0,-1-11 172 15,3-11-124-15,2-9 71 0,3-12 121 16,4-8-60-16,0-4-256 0,0-10-100 16,7-13-64-16,-3-5-296 0,5-9-432 0,-5-9-456 15,0-8-1292-15,0 10-1505 16,-4-36-1011-16</inkml:trace>
  <inkml:trace contextRef="#ctx0" brushRef="#br1">29990 14998 3192 0,'0'0'6540'15,"0"0"-4631"-15,0 0-385 0,0 0 276 16,0 0 112-16,0 0-488 0,0 0-416 16,79 0-272-16,-55 13-248 0,-4 3-156 15,4 3-128-15,-4-3-56 0,0 3-88 0,-9 0-60 16,2 0 0-16,-5 3-60 16,-8 0 48-16,-4 4 0 0,-16-1-96 15,-8 10-176-15,-4-3 28 16,-12-1-24-16,4 1 12 0,0-3-184 0,5-6-260 15,3-8-116-15,4-5-300 0,7-7-432 0,10-3-1168 16,-6-3-3473-16</inkml:trace>
  <inkml:trace contextRef="#ctx0" brushRef="#br1">25722 16268 9308 0,'0'0'2529'16,"0"0"-625"-16,0 0-348 16,0 0-48-16,-36 88-352 0,36-55-356 0,-4 2-296 15,4 0-296-15,0-3-60 0,4-11-144 16,4-4-4-16,5-8-120 0,-2-2 120 15,9-7 48-15,8-7 24 0,4-5-72 16,0-14-88-16,4-6-132 0,-1-6 8 0,-7 1 40 16,-7 0 76-16,-6 4 84 0,-2 1-64 15,-6 6 64-15,-7 4 0 0,0 3 12 16,-7 6 0-16,-10 4-80 0,-3 3 68 16,1 6-136-16,-2 0 144 0,-3 2-116 15,5 8-56-15,-5 6-32 0,8 3-4 16,-4 0-36-16,8 0-112 0,0-2-248 0,8-5-600 15,4-3-1268-15,0 3-3661 0</inkml:trace>
  <inkml:trace contextRef="#ctx0" brushRef="#br1">25997 16402 7160 0,'0'0'2952'0,"0"0"-351"0,0 0-341 0,108 38-448 0,-68-38-584 16,3 0-364-16,1-16-300 15,4-3-464-15,0-13-100 0,-1-3-468 16,-2-5-368-16,-6-2-516 0,-3-3-1000 15,-8 14-3037-15,0-14-2143 0</inkml:trace>
  <inkml:trace contextRef="#ctx0" brushRef="#br1">26420 15948 6748 0,'0'0'2608'0,"0"0"-567"16,0 0-657-16,0 0-48 0,-40 85 28 15,35-37-232-15,1 9-172 0,4 7-32 0,0 8 4 16,0 8-244-16,0 3-312 0,-3-1-144 15,-1 1-148-15,-4-1-84 0,4-3-8 16,-5-5 4-16,2-7-44 0,-1-7 44 16,4-6 4-16,0-10 60 0,-4-8-44 0,4-11-16 15,0-3-60-15,-4-6-84 0,0-7-236 16,0-3-84-16,-4-2-212 16,1-4-296-16,-6 0 56 0,6-13-264 0,-6-3-332 15,9-6-508-15,1-1-997 0,2-18-3127 16</inkml:trace>
  <inkml:trace contextRef="#ctx0" brushRef="#br1">26850 16576 8776 0,'0'0'2985'0,"0"0"-1057"0,0 0-296 16,0 0-24-16,0 0-380 0,0 0-352 15,0 0-252-15,79 39-196 0,-63-36-72 0,9 0-76 16,-2-3-132-16,5-3-148 16,0-4-24-16,4-6-112 0,-1 1-412 15,-3-1-188-15,0-4-184 0,-4 3-196 0,-8 1-412 16,-4 0-1384-16,-4 1-3841 0</inkml:trace>
  <inkml:trace contextRef="#ctx0" brushRef="#br1">26989 16312 7564 0,'0'0'1468'0,"0"0"-616"0,0 0 493 0,0 0 359 0,0 0-380 15,0 0-400-15,0 0-120 16,-4 93-112-16,4-52-56 0,4 4-104 15,-4 6-160-15,0 5-116 0,-4 5 4 16,0 6-28-16,0 3-8 0,-3 2-4 0,-2-2-36 16,-3 0-36-16,5-6-4 15,-1-7-32-15,3-10-112 0,1-2-64 0,0-7 52 16,4-6-64-16,0-11 4 0,0-2-112 16,0-8-184-16,0-8-24 0,0-3-252 15,0-14 112-15,0-5-264 0,0-2 8 16,0-11-332-16,0-6-248 0,4 9-1441 15,5-25-3447-15</inkml:trace>
  <inkml:trace contextRef="#ctx0" brushRef="#br1">27161 16761 836 0,'0'0'7612'0,"0"0"-5011"0,0 0-769 0,0 0-12 15,80-30-412-15,-57 28-480 0,-3 2-332 0,0 0-224 16,-4 6-12-16,-5 4 20 0,2 3-48 15,-5 2-112-15,-8 1-84 0,4 3-12 16,-4 0-40-16,-4 3 16 16,-4-6-16-16,4 0-84 0,-5-6 0 0,6-3-196 15,3-1 24-15,-4-6 100 0,4 0 12 0,0-4-128 16,4-5 116-16,-1-3-28 16,6-2-32-16,3-2 8 0,0-3 24 15,4 0-84-15,0 1-176 0,3 1-268 0,-2 2-60 16,2-4-240-16,1 3-408 0,1 0-560 15,-6-1-1325-15,1 8-1815 16</inkml:trace>
  <inkml:trace contextRef="#ctx0" brushRef="#br1">27599 16723 1368 0,'0'0'5976'16,"0"0"-3640"-16,0 0-659 0,0 0 39 0,7 73-52 16,2-64-240-16,-1-3-324 15,3-2-208-15,10-4-336 0,-1-7-348 0,8-5-84 16,4-11-120-16,0 1-4 0,-1-6-88 15,1-4-156-15,0 3-140 0,0 1-96 16,-9 5 32-16,-7 1 12 0,-4 6 112 16,-3 4 128-16,-9 2 196 0,0 4 76 15,-9 3 188-15,-3 3 172 0,-4 0 132 16,1 9-120-16,-6 3-216 0,2 8-72 0,-1 5 88 16,4 4-4-16,0 2 16 0,0 5-64 15,4-5-12-15,0 1 0 16,9-6-184-16,-2-4-12 0,5-10-136 0,0-2-36 15,8-4-72-15,0-6-4 0,12 0 52 16,0-6-64-16,4-10 76 0,4-3-224 16,4-3-288-16,-4-4-288 0,3 3-128 15,-3 2 64-15,0-2-8 0,-3 8-112 0,-2-1-289 16,-7 6 473-16,0 4 996 16,-8 3 376-16,-4 0 492 0,-4 3 429 0,4 0-93 15,-4 0-108-15,0 3-48 0,0 0-168 16,0 0-392-16,0 0-312 0,0 3-164 15,0-2 52-15,4-1-64 0,-4 0-52 16,4 0-32-16,-4 0 68 0,4-3 8 16,-4 4 8-16,3-4 8 0,1 3 56 0,-4 1 48 15,5-2 176-15,-1 4 8 16,0 0-24-16,0 5-96 0,-4-5-16 16,0 3-48-16,0 1-112 0,4-4-8 0,-4 1-216 15,0-1-196-15,3-3-140 0,1 0-28 16,-4-3-104-16,5 0-176 0,-1 0-388 15,0-6-212-15,0 3-465 0,-4-7-2535 16</inkml:trace>
  <inkml:trace contextRef="#ctx0" brushRef="#br1">28212 16830 6824 0,'0'0'2648'0,"0"0"-1163"16,0 0-661-16,0 0-16 0,0 0 36 15,0 0-196-15,0 0-220 0,0 0-20 16,0 0 332-16,0 0-120 0,0 0-20 0,0 0-164 16,92-22-104-16,-64 7-144 0,-4-5-188 15,-1-5-164-15,-2 0-208 0,-1 0-64 16,-9-1-48-16,2 3-20 15,-5 4 88-15,-8 4 216 0,0 2 124 0,0 0 76 0,-8 4 112 16,-8 2 28-16,-5-3-28 0,-2 8-112 16,-9 2-268-16,4 0 268 15,-7 6 88-15,3 10 124 0,-5 6-136 0,5 10-64 16,0 3 632-16,4 5-144 0,0 2-128 16,9 6-72-16,3-4 60 15,8-3 132-15,8-2 112 0,4-4-272 0,12-3-148 16,4-7-120-16,8-3 56 0,0-6 40 15,3-4-56-15,1-1-104 16,4-11-136-16,4 0-172 0,-4 0-96 0,8-11 36 0,-4-1-52 16,3-4-176-16,-3 0-360 15,1-6-740-15,-14 9-2236 0,13-9-3141 16</inkml:trace>
  <inkml:trace contextRef="#ctx0" brushRef="#br1">29524 16830 8156 0,'0'0'1372'0,"0"0"-1036"0,0 0 492 16,-92-47 85-16,55 37-245 0,5 7-40 16,-3 3-108-16,7 0 232 0,-4 10 220 0,4 6-340 15,1 3-92-15,3 6 172 0,0 0 8 16,7-3-64-16,10 1-200 0,7-10-456 16,0-5-100-16,3-4-120 0,10-4-4 15,6 0 88-15,2-4 88 0,6-8-40 16,1-3 16-16,4-2-28 0,-4 2 0 0,-4 5 40 15,0 4-4-15,0 6 64 0,0 16 176 16,-4 5 204-16,-1 9-8 16,-2 8-112-16,-6 6-112 0,-3 0-64 0,1 0-36 15,-9 1 16-15,0 0-56 0,0-4 0 16,-5 3 52-16,-3-2 40 16,-3-1 36-16,-6 0 72 0,6-6 72 0,-10 0 428 15,6-3-356-15,-1-7-228 0,-4-6-124 16,-4-3-52-16,-4-3-204 0,0-7-88 15,0-2-20-15,0-4-4 0,0-7 232 0,0-2-8 16,5-10-116-16,7-4-328 0,4-9-292 16,3-6-176-16,9-3-540 0,5-6-996 15,-1 5-2349-15,24-12-1855 0</inkml:trace>
  <inkml:trace contextRef="#ctx0" brushRef="#br1">29659 16738 3648 0,'0'0'6788'0,"0"0"-4895"16,0 0-821-16,0 0 312 0,0 0 504 0,0 0-448 16,0 0-432-16,84 73-416 0,-69-44-252 0,-2 3-120 15,-10-4-84-15,1 1-136 0,0-7-4 16,-4-6-56-16,0 0-28 0,0-10 28 16,0 0 48-16,0-2 12 0,0-4 48 15,0 0 64-15,0 0-40 0,0-6-72 0,4-4-172 16,0-9-36-16,5-3 12 15,2-10 12-15,5-3-12 0,8-3-84 0,0 0-460 16,0 0-276-16,4 6-408 0,4 7-812 16,-4 5-941-16,-5 8-1667 15,5 5 464-15</inkml:trace>
  <inkml:trace contextRef="#ctx0" brushRef="#br1">30105 16773 5016 0,'0'0'4908'15,"0"0"-2767"-15,0 0-165 0,-20 67-84 0,16-51-292 16,0 0-388-16,1-7-376 0,3-3-308 0,0-2-272 15,0-4-172-15,3 0-84 16,5-10-132-16,12 1 68 0,0-11-56 0,8-5-188 16,0-3-84-16,0-1-124 0,-8 4 112 15,-1 3 180-15,-6 3 88 0,-6 8 136 16,-3 2 84-16,-4 6 52 0,0 1 84 16,-7 2 88-16,-6 0 36 0,2 2-96 0,-6 10-188 15,2 1-12-15,-2 10 12 16,2-1-52-16,-2 3 80 0,10 1 32 15,-5-4-108-15,8-3-12 0,4-6-244 0,0-4-444 0,8-2-224 16,4-7 84-16,8-4-120 16,8-8-88-16,4-10-888 0,3-4-953 15,5-2 1169-15,-12 6-1568 0,11-10-1332 16</inkml:trace>
  <inkml:trace contextRef="#ctx0" brushRef="#br1">30523 16656 4724 0,'0'0'4940'0,"0"0"-2195"0,0 0-733 16,0 0-512-16,13 75-384 0,-13-52-60 0,0 3-96 15,0-4-76-15,0-3 44 0,4 0-140 16,-4 0-239-16,3-6-221 0,5-4-88 16,0-3-156-16,1-2-84 0,-2-4-216 15,9 0-16-15,0 0 52 0,0-4 84 16,8-4-4-16,-4-6-93 0,4-2-99 16,-1 1 12-16,1-1 36 0,-3 3 24 15,-10 1 76-15,6 2 60 0,-10-3-52 0,1 4-36 16,0-1 28-16,-3 1-4 0,-5-2 0 15,3 3 148-15,-3 2 4 0,0-1 32 16,0 1-36-16,0 2-96 0,0 4 8 16,0 0 4-16,0 0-40 0,0 0-96 0,0 4 12 15,0-2 88-15,0 4 120 16,-3 1 172-16,-2 3-36 0,1-4-12 0,0 1-28 16,4-1-84-16,-4-6 40 0,4 3-40 15,0-3 24-15,0 0-36 0,0 0-296 16,0-3-428-16,0 0-552 0,0-4-352 15,0 4-180-15,0-1-172 0,0 2-265 16,4-1-711-16,0 0-52 0,-4 3 320 16</inkml:trace>
  <inkml:trace contextRef="#ctx0" brushRef="#br1">30810 16717 1284 0,'0'0'2204'0,"0"0"492"16,0 0-372-16,0 0-396 0,0 0-459 0,0 0-317 16,0 0-336-16,0 0-220 0,0 0-156 15,0 0-212-15,12-5-24 16,-8 12 260-16,0 0 552 0,0 5-72 0,0 4-216 0,4 6-232 15,-4 4-116-15,0 2-24 16,0 4-124-16,-4-3-36 0,4 3-76 16,-4-1 4-16,0-2-64 0,0 3-12 0,0-4-44 15,0 4 8-15,-4-1 76 16,4 1-48-16,-4 3-40 0,0-3-12 0,0 0-76 16,0-1-44-16,0-1-188 0,0-2-192 15,-4-3-4-15,8 0 196 16,-4-2 160-16,0-5-12 0,1-1 12 0,-2-4 36 15,5-6 112-15,0-5 12 0,0-2-4 16,0 0-112-16,0-7-156 0,0-8-188 16,0-4 24-16,0-7-76 0,0-5-104 0,5-8-420 15,-2-1-180-15,1-9-64 16,4 2 368-16,0-10 812 0,4-1 100 0,0-5 628 16,-1-4-164-16,6 4-96 0,-1 3 28 15,4 8-140-15,0 15 76 0,-1 9 200 0,1 11-112 16,1 8-52-16,-6 9 96 15,1 0 12-15,0 3 80 0,-4 6-32 16,-4 5-88-16,0 0-136 0,-4 3-300 0,-4 2-140 16,0 0-32-16,-8 3 96 0,-7 0-108 15,-2 4-292-15,-7-1-340 0,-8 4-508 16,8-8-892-16,-27 15-3457 0</inkml:trace>
  <inkml:trace contextRef="#ctx0" brushRef="#br1">24220 17675 9400 0,'0'0'1625'0,"0"0"-185"16,0 0-444-16,0 0 372 0,48 102 208 15,-28-52-492-15,3 10-464 0,-2 4-164 16,3-1-76-16,0-5-36 0,-5-13-84 16,5-14-100-16,-3-12-64 0,7-9-92 15,0-10 56-15,7-7-60 0,1-12 0 0,7-9-4 16,-2-11-56-16,-2 2-36 0,-3-8-60 15,-4 4 152-15,-4 3-68 16,-4 6-24-16,-1 6 8 0,-3 8-8 0,-3 5 48 16,-6 6-52-16,-3 7-12 0,-4 0 112 15,1 3 124-15,3 4 120 0,-5 3-8 16,5-1-64-16,0 3-40 0,1 1 28 0,-6 0 0 16,5 3 0-16,0 0 20 0,-3 0 16 15,2-4-24-15,-3-2-136 0,0-4-36 16,4-6-184-16,1 0-48 0,2-6 0 0,9-10 136 15,-4-3-4-15,4-6-216 16,-1 0-100-16,2-5-272 0,-5 2-228 0,-1 2-656 16,-7 11-1540-16,5-7-3033 15</inkml:trace>
  <inkml:trace contextRef="#ctx0" brushRef="#br1">25292 17742 7232 0,'0'0'2516'0,"0"0"-1339"15,0 0-317-15,0 0 0 0,0 0-644 16,0 0-216-16,32 66-448 0,-24-56-168 0,-4-4 192 16,0 4 76-16,4-4-13 0,-5 1-259 15,-3 0-220-15,4 1-92 16,-4-5-640-16,0 4-1308 0</inkml:trace>
  <inkml:trace contextRef="#ctx0" brushRef="#br1">25296 17808 12613 0,'0'0'2024'16,"0"0"-976"-16,0 0-456 0,0 0 332 16,-8 76 64-16,8-48-480 0,-4-2-336 15,4 3-160-15,0-4 48 0,0-3-60 16,0-2 0-16,0-7-160 0,0-6-108 16,4-5-192-16,-4-2-196 0,4 0-52 0,0-7 64 15,-1-5-120-15,6-7-564 0,-5 3-932 16,-4-16-3653-16</inkml:trace>
  <inkml:trace contextRef="#ctx0" brushRef="#br1">25299 17602 7324 0,'0'0'4393'0,"0"0"-3369"0,0 0-552 16,0 0 648-16,0 0 144 0,0 0-436 15,0 0-492-15,80 22-336 0,-63-19-300 16,-2-3-660-16,-2 0-376 0,2 0-320 15,-7 0-841-15,8 0-2523 0</inkml:trace>
  <inkml:trace contextRef="#ctx0" brushRef="#br1">25488 17945 6748 0,'0'0'4397'0,"0"0"-2741"16,0 0-128-16,0 0 148 0,0 0-436 0,0 0-472 0,0 0-248 15,83 38-212-15,-52-60-112 16,1-3 12-16,9-10-120 15,-6-4-88-15,5-2-236 0,-4-3-500 0,-1-2-528 16,-3 2-596-16,-4 4-1012 0,-8 11-2269 0,1-16-879 16</inkml:trace>
  <inkml:trace contextRef="#ctx0" brushRef="#br1">25849 17329 5216 0,'0'0'4392'16,"0"0"-2263"-16,0 0-413 15,-31 70-272-15,23-26-360 0,4 13-332 16,-4 10-192-16,4 6 12 0,0 4 316 0,-4 1 20 15,4-1-148-15,0-7-260 16,0-10-392-16,4-13-108 0,0-12-204 16,8-15-188-16,4-12-172 0,8-8 124 0,4-8 108 15,4-17-12-15,4-11-196 0,0-5-340 16,-1-10-384-16,-3-2-72 0,0-2 448 16,0-2 152-16,-8-3-380 0,-4-4-129 0,0-3 249 15,-9 3 440-15,-2 5 556 16,-1 11 440-16,-4 16 941 0,4 13 275 15,-4 13 216-15,4 6-20 0,-4 9-484 0,3 14-428 16,1 8-512-16,0 14-156 0,1 6 12 16,-1 6 204-16,-4 7 464 0,0-1-332 15,0 0-219-15,0 1-161 0,0-3-128 16,0-5-112-16,0-8-4 0,4-10-84 16,0-6-56-16,-1-10-172 0,5-4-133 15,5-4-135-15,-2-4-40 0,6-1 88 16,2-6 20-16,5 0 12 0,0 0-12 15,4-3-116-15,-5 0-204 0,2 0-228 0,-5 0-288 16,-5-3-608-16,-2 3-2533 0,-9-6-3390 16</inkml:trace>
  <inkml:trace contextRef="#ctx0" brushRef="#br1">27304 17812 10576 0,'0'0'1605'16,"0"0"-377"-16,0 0-364 0,0 0 640 15,0 0 144-15,0 0-508 0,0 0-524 16,55 67-260-16,-46-40-28 0,-5 5 16 0,0 0-16 16,0 6-156-16,-4-3-48 0,0 1-76 15,0-9-36-15,0-4-12 16,0-7-12-16,0-3-64 0,0-7 16 15,0-3-36-15,0-3-172 0,0 0-208 0,0-3 8 16,0-7 188-16,0-6 180 0,7-3 88 0,2-9 4 16,3-1 4-16,-1-6 4 0,6 7-8 15,-2-4-40-15,1 7 36 16,5 2-36-16,-6 8 48 0,2 5 44 0,-6 7 168 16,1 3 20-16,0 0-24 0,0 13 60 15,-1 2-20-15,-2 4-52 16,-1 7-52-16,0 2-32 0,-5 1-64 0,-3-1-44 15,0 2-4-15,0-5-8 0,0 2-128 16,0-4-180-16,0 3-296 0,0-7-284 16,0 0-328-16,0-6-756 0,0-7-2048 0,0 0-3389 15</inkml:trace>
  <inkml:trace contextRef="#ctx0" brushRef="#br1">28631 17945 8248 0,'0'0'1000'0,"0"0"-756"16,0 0 676-16,0 0 241 15,-80-54-161-15,65 54-56 0,-2 7 208 0,-3 12-304 16,1 9-248-16,-6 7-220 0,5 9-20 15,1 7 104-15,3-3 104 0,0-4-84 16,4-6-252-16,4-10-232 0,8-12-60 0,0-3-164 16,4-9 164-16,7-4-112 0,10-10 160 15,-1-6 12-15,8-10 120 0,0-5-20 16,0-1-100-16,-5 0 0 0,-3 7 12 16,-4 6-12-16,0 10 4 0,-4 9 20 0,-4 0 236 15,4 9 12-15,-1 10 96 0,-2 6-84 16,-1 7-76-16,0 3-88 0,-5 0-8 15,1-2-100-15,-4 0 0 0,0-1 60 16,0 4-20-16,0-5 20 0,0 2 48 16,-4-5 16-16,-3-6-64 0,-5 0-64 15,3-3 68-15,-2-3-72 0,-6-6-4 16,-2-1-148-16,-1-3-156 0,1-6-124 16,-2 0-28-16,1 0 40 0,5-9-80 15,-2-7-96-15,9-4-364 0,1-7-428 0,7 4-1100 16,0-21-2905-16</inkml:trace>
  <inkml:trace contextRef="#ctx0" brushRef="#br1">28818 18177 8444 0,'0'0'4065'0,"0"0"-2637"16,0 0-40-16,0 0 196 0,0 0-516 0,0 0-440 15,0 0-184-15,96 3-88 0,-68-29-160 16,0-9-196-16,4-9-204 0,-1-1-560 15,-3 4-60-15,0 3 252 0,-4 6 224 16,-12 7 148-16,0 6 164 0,-12 6 36 16,0 0 260-16,-12 7 52 0,-8 3-100 15,0 3-16-15,-4 3-72 0,-4 8 236 16,8 7-4-16,-4 8-60 0,9 2-36 0,-2 7-64 16,2 6-48-16,6-3 0 0,1 6-4 15,1-2 52-15,3 2-12 16,0-2-24-16,4-5-160 0,0-2-48 0,4-6-76 15,4-11-120-15,-1-1-308 0,6-10-212 16,2-7 136-16,5 0-116 16,5-17-512-16,-2-4-956 0,-3 2-1985 0,12-20-1551 0</inkml:trace>
  <inkml:trace contextRef="#ctx0" brushRef="#br1">29228 18014 1720 0,'0'0'5504'0,"0"0"-2664"0,0 0-139 15,0 0-141-15,0 0-416 0,0 0-600 16,0 0-516-16,0 0-284 0,0 0-280 0,0 0-148 15,21 61-48-15,-21-35 49 16,3-4 59-16,-3 0-100 0,4-6-276 0,0-4-120 16,0-2-124-16,-4-4-116 0,8 0 43 15,0-6-135-15,0 0 28 16,4 0 80-16,0-6 224 0,8-6 112 0,-4-1 8 16,-1-3-60-16,6-1 60 0,-10 5 0 15,6-1-4-15,-1 5-4 0,-8 1-4 16,3 7 12-16,-7 0 72 0,5 0 24 15,-1 3 52-15,-5 7 36 0,1-2-28 16,0 9-32-16,0-1-40 0,-4 3 0 16,4 0-36-16,-4 0 0 0,0 0-48 0,5-3-60 15,-5 1-208-15,0-9-376 0,0 5-224 0,0-7-476 16,0 0-912-16,0-2-2793 16,-5-1-4279-16</inkml:trace>
  <inkml:trace contextRef="#ctx0" brushRef="#br1">29638 17986 9624 0,'0'0'2549'16,"0"0"-837"-16,0 0-660 0,0 70 472 15,0-54-144-15,0-4-356 0,0-5-496 0,0 0-368 16,9-7-136-16,7-4-12 0,4-6-12 15,-1-6 112-15,9-5-112 0,0-8 0 16,-4-3-420-16,0 0-292 0,-4 4-4 16,-4 6 208-16,-8 5 148 0,-4 5 20 0,-4 5 188 15,0 1 152-15,-12 3 188 16,0 3 0-16,-8 3-92 0,-4 10 4 16,0 3 176-16,5 10-40 0,-2 5 72 0,1 1-96 15,5 6-16-15,3 0-60 16,3 0-76-16,6 4-8 0,-1-5 96 15,4-5-12-15,0-6-136 0,7-8-160 0,2-5-248 16,3-2 12-16,3-11 48 0,2 0-36 16,-2-7-340-16,1-10-448 0,-4 5-1020 0,8-20-2893 15</inkml:trace>
  <inkml:trace contextRef="#ctx0" brushRef="#br1">30005 17865 7492 0,'0'0'2824'0,"0"0"-1267"0,0 0-417 0,0 0 84 0,0 0-264 16,56 89-192-16,-48-63-76 16,-3 2 4-16,-2 1 8 0,1 0-160 15,-4-8-384-15,4-2-160 0,0 1-8 0,4-8-76 16,-8-2-4-16,8-4 16 0,-4-2-4 16,4-4-96-16,4-4-272 0,4-12 380 15,3-3-60-15,5-6-36 0,4-3-336 16,0-1-168-16,0 0 8 15,0 1 104-15,-4 6 32 0,0 2 116 0,0 8 212 16,-12 5 116-16,0 5 76 0,-4 2 148 16,-8 2 524-16,0 5 236 0,0 5-28 15,0 4-268-15,-8 0-16 0,4 0 48 0,-4-3-68 16,8-4-120-16,0-3-220 16,0-6-236-16,0 0-196 0,12-9-344 0,-1-7 320 15,14-9-4-15,-1-8-132 0,4 0-192 16,-4-6-32-16,4 4 80 0,-5-3 44 15,5 0-8-15,-8 2 36 0,-1-1-104 16,-2-1 28-16,-6 6 248 0,2 10 256 0,-9 6 168 16,0 10 336-16,0 6 304 0,-4 3 288 15,3 13-224-15,-3 6-288 16,0 6-176-16,0 7-136 0,0 4 0 0,0 5-128 16,0 0 92-16,0 1 108 0,0-1 256 15,0 1-100-15,4-7-276 0,5-7-224 16,-1-5-232-16,-1-7-208 0,6-5-88 15,-5-6-108-15,-1-2-116 0,1-6-52 16,-4 0-884-16,5-2-2584 0,-2-17-3145 0</inkml:trace>
  <inkml:trace contextRef="#ctx0" brushRef="#br1">31436 17884 12225 0,'0'0'4200'0,"0"0"-4200"0,0 0-1208 16,0 0 908-16,-88-28-5321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cm"/>
          <inkml:channel name="T" type="integer" max="2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cm"/>
          <inkml:channelProperty channel="T" name="resolution" value="1" units="1/dev"/>
        </inkml:channelProperties>
      </inkml:inkSource>
      <inkml:timestamp xml:id="ts0" timeString="2023-07-06T02:08:2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16737 2400 9400 0,'0'0'6805'16,"0"0"-5901"-16,0 0-496 0,0 0-260 0,0 0 128 16,0 0 376-1,0 0 564-15,0 0-372 0,0 0-404 0,-55-56-164 16,31 56-32-16,-4 0 1 0,-4 2-37 16,-4 8 80-16,1 3 88 0,-10 6-144 15,-2 3-88-15,-1 3-60 0,1 0-12 16,-2 4-64-16,1-4 80 0,9 0-88 0,7 1 0 15,0 0 0-15,8-4 88 0,8 0-88 16,4-3-4-16,4 3-96 0,8-3 56 16,0 0 44-16,16 0 0 0,0 0 12 0,8-2 48 15,4 2 4-15,0 0-52 16,8-5 84-16,-4 3 0 0,3-1-96 16,-3 0 48-16,0 3-48 0,-4 0-88 0,0 0 4 15,0 0 84-15,-8 0-72 16,3 4 72-16,-2-4-12 0,-6 0 0 0,1 0-40 15,-4 0 44-15,0-1 8 0,-4-2-4 16,-4 0-8-16,0 0 0 0,0-2 12 16,-4-2 72-16,0 3-72 0,-4-2 8 15,-4-1 0-15,-3 5-8 0,-6-4 12 16,6 2 36-16,-10-2-36 0,1-3 60 16,-3-1-24-16,-1 4-40 0,-4-7-4 0,-4 4-4 15,-4-3-48-15,1-2-208 0,-10-2-92 16,2 1-160-16,-2-4-40 0,2 2-133 15,-5 2-259-15,0 3-1160 0,17-4-2660 16,-21 4-3869-16</inkml:trace>
  <inkml:trace contextRef="#ctx0" brushRef="#br0">11283 5273 1436 0,'0'0'2712'0,"0"0"2100"0,0 0-3480 0,0 0-535 16,0 0-293-16,0 0-224 0,0 0-184 0,0 0-96 16,-36 6-116-16,32-1-88 0,4-3-80 15,0 1-36-15,0 0-17 0,0 1-207 16,0-2-504-16,0 3-428 0,4-3-332 0,-4-2 192 15,4 4 0-15,-4-4-52 0,4 0 1564 16,-4 0-108-16,0 0-140 0,5 0 89 16</inkml:trace>
  <inkml:trace contextRef="#ctx0" brushRef="#br0">11283 5273 1172 0,'5'4'628'0,"-10"-4"-472"0,1 0-128 15,0 0 60-15,0 0-88 16,-4 2 120-16,5 3-4 0,-2-5 28 0,1 0 1592 16,4 0 72-16,-4 0-116 0,4 0-512 15,-4 0-80-15,0 0 137 0,-3 0-93 0,-2 0-84 16,1 0-144-16,0 0-160 16,1 0-76-16,-2 0-60 0,1 0-132 15,1 0-68-15,3 0-72 0,-5 0-24 16,5 2-52-16,4-2-16 0,0 0-8 15,0 0-12-15,0 0-40 0,13 0-24 16,-2 3 48-16,10-3 220 0,10 0 364 0,9 0-304 16,0 0-136-16,8 0-119 0,0 0-1 15,-1 0-100-15,2 0-24 0,-6-3-48 16,5-4-72-16,-8 5-52 0,3-5 4 16,-2 1 36-16,-6-1-72 0,-3 1-120 15,0 0-173-15,-8-1-99 0,-8 4-24 16,0 0-108-16,-8 0-140 0,-4 3-212 0,-4 0-840 15,0 0-1152-15,-4 0-2413 0,-8 6-2431 16</inkml:trace>
  <inkml:trace contextRef="#ctx0" brushRef="#br0">11462 5296 2380 0,'0'0'2684'15,"0"0"1056"-15,0 0-2384 0,0 0-103 0,0 0 411 16,-32 82-176-16,28-50-452 16,4 3-120-16,0-1-216 0,0 11-204 0,0 3-64 15,4 3-88-15,0 6-60 16,0 3-148-16,-4 7-88 0,0-1 16 16,0 1-64-16,0-3 48 0,0-4 12 0,5-2 28 0,-5-14 28 15,0-6-116-15,4-13-52 0,0-9 40 16,-1-7-124-16,1-6-72 0,0-3 0 15,0 0-100-15,0-9-136 0,5-7-140 0,-2-3-236 16,5-6-464-16,-3-7-628 16,-2-2-1197-16,-3-2-2071 0,0-2 1444 0,-4 10 2397 15,0-17 1339-15</inkml:trace>
  <inkml:trace contextRef="#ctx0" brushRef="#br0">11458 5772 248 0,'0'0'1736'0,"0"0"3840"15,0 0-3008-15,0 0-855 0,0 0-317 16,0 0 112-16,0 0-72 0,0 0-384 15,80-32-308-15,-60 32 20 0,0 0 0 16,0 0-152-16,0 0-200 0,0-4-240 16,0 2-160-16,-1-4-12 0,2 2-172 15,-6 2-240-15,-2-3-252 0,-2 3-84 0,-3 2-152 16,1 0-712-16,-6 0-1432 0,-3 9-3041 16</inkml:trace>
  <inkml:trace contextRef="#ctx0" brushRef="#br0">11840 5928 8596 0,'0'0'4585'0,"0"0"-3529"15,0 0-212-15,0 0 200 0,0 0 432 0,0 0-340 16,0 0-424-16,0 0-480 15,77 28-168-15,-66-16-56 0,-7 8-8 0,1-1-72 16,-5 6 0-16,4 4 12 16,-4-1-28-16,0 5-20 0,0-5 24 0,0 0 84 15,0-9 8-15,0-6 4 16,0-7 0-16,0-3 88 0,0-3 168 0,0 0-8 16,0 0-40-16,0-9 12 0,4-7 144 0,7-6-20 15,-3-7-140-15,4-3-20 0,0-2-64 16,4-1-132-16,-4 0 0 0,4 0-156 15,-4 3-136-15,4 3-172 16,-4 4-108-16,0 0-224 0,0 6-176 0,-4-1-604 16,3 8-1296-16,-2 2-2121 0,-1 1-2207 15</inkml:trace>
  <inkml:trace contextRef="#ctx0" brushRef="#br0">12207 6007 184 0,'0'0'10004'15,"0"0"-8599"-15,0 0-429 0,13 70 260 0,-10-55 280 0,5 2-108 16,0-4-412-16,4-7-476 0,0-3-112 16,4-3-4-16,0-3-96 0,0-8-160 15,4-1-140-15,0-7-8 0,0-3-96 0,3-3-224 16,1-1-184-16,-3 1-12 0,3 0 120 16,-9-2 160-16,2 6 60 15,-6 2-160-15,-7 3 36 0,-4 0 264 0,0 0 36 16,-8 0 212-16,-8 0-124 0,0 4 136 15,-4-1-112-15,5 7 48 0,-6 2 16 16,6 4 32-16,-1 7 116 0,4 5-40 0,-4 14-12 16,4 2-64-16,0 10 88 15,0 6 48-15,4 1-40 0,-4 6-36 0,4 1-32 16,0-8-56-16,4 0-56 0,1-9-76 16,3-10-48-16,7-9-108 0,5-7 32 15,4-5 64-15,12-4-84 0,0-9-52 16,-1-4-196-16,5-4-180 0,1 2-68 15,-6-4-136-15,1 3-336 0,0 0-520 16,0 0-888-16,0-2-2041 0,-8 5-1955 0</inkml:trace>
  <inkml:trace contextRef="#ctx0" brushRef="#br0">12801 5978 1840 0,'0'0'9052'16,"0"0"-7983"-16,0 0-609 0,8 79 588 0,-4-59 600 15,0-1-200-15,8-10-440 0,-4 1-440 16,4-10-160-16,4 0 120 0,0 0-136 16,4-10-168-16,-5-6-164 0,9-3-60 0,-3 0-52 15,-2-10-156-15,1 4-136 0,0 0 36 16,-4 0 12-16,-4 2-64 0,-4 4 128 16,-4 0 156-16,-4 3 24 0,-8 0 52 15,-4 4 172-15,-4 5 64 0,-4 1-100 16,1 6 120-16,-2 0-20 0,1 10 20 0,1 5-20 15,-1 8-52-15,-1 3-52 16,6 5 40-16,-1 1 72 0,4 6 16 16,0-3 44-16,4 3-96 0,4-4-132 0,0 2-76 15,4-8-124-15,0-3 52 0,4-6 12 16,8-3 52-16,0-3 4 0,8-4-116 16,0-2 108-16,8-4 0 0,-4-3-48 0,4 0-112 15,3 0-280-15,5-6-220 16,-4-3-168-16,8-1-636 0,-12 0-2340 0,16 0-2665 15</inkml:trace>
  <inkml:trace contextRef="#ctx0" brushRef="#br0">14188 5911 808 0,'0'0'8652'0,"0"0"-7540"0,0 0-675 0,0 0 259 16,0 0 532-16,-24-72 236 0,12 55-40 16,0 8-284-16,0 0-280 0,-4 2-120 0,0 4 84 15,-4 3-200-15,5 6-160 16,-6 7-36-16,1 9 20 0,1 4-56 16,2 9-15-16,-3 5 35 0,1 5 24 0,6 3 24 15,-2-7-52-15,7 0-164 0,-1-5-136 16,9-11-84-16,0-6-24 0,0-6-8 15,13-10-52-15,2-3 52 0,6-3-4 16,3-10-84-16,8-9-64 0,-1-4-80 16,1-6-124-16,-4 5-24 0,4-6 76 15,-8 4 104-15,-1 7 16 0,-6 0 132 16,-2 7 60-16,-2 5 4 0,-6 0 80 0,-3 10 24 16,4 0 76-16,-4 4 80 0,1 5 52 15,-1 10-28-15,3 0-104 0,-7 7-52 16,8-1-12-16,-4 0-12 0,5-3-108 15,-2-3-12-15,5-2-108 0,8-5-120 16,0-5-160-16,7-1-252 0,1-6-153 16,4 3-287-16,0-3-540 0,-12 0-2380 15,12-9-3333-15</inkml:trace>
  <inkml:trace contextRef="#ctx0" brushRef="#br0">14777 5292 5520 0,'0'0'6585'0,"0"0"-4633"0,0 0-776 15,0 0-584-15,0 0 312 0,0 0 204 16,0 0-160-16,0 0 172 0,40 96-328 0,-36-39-304 16,-4 9-124-16,0 8-23 0,0-2 303 15,-4 5-100-15,-4-7-268 0,1-4-212 16,-2-8-64-16,5-8-52 0,0-15-20 16,4-9-36-16,0-11 60 0,8-5 0 0,4-7 40 15,0-3-88-15,4-3 88 16,0-7 8-16,4-5 4 0,-1 2-4 0,-2-3-48 15,3 6-28-15,-1 1 16 0,-2 3-36 16,2 6 12-16,-3 0-36 0,0 0 8 16,0 9 28-16,-4 1 76 0,-3 6 8 15,-6-1 48-15,1 4 12 0,-4 0 64 16,0 0 20-16,0 0 36 16,0 1 4-16,-7-1 56 0,-6 0-20 0,1-3-76 15,-8-1-36-15,-4-2-36 0,1-4-24 16,-1-2-48-16,0-1-60 0,3-2-144 15,-2-4-88-15,7 0 4 0,4-10 8 0,0 0-96 16,8-9-265-16,0-6-311 0,4-3-120 16,4-8-652-16,12 2-612 0,4-4-824 15,8 3-1285-15,3 6 529 0,6 4 2416 16,6 9 1500-16,-3 6 328 0,1 8 1172 0,-6 2 608 16,-3 9 140-16,-4 3-127 15,0 8 223-15,-1 2-152 0,-3 0-240 16,0-3-368-16,-3 0-188 0,-6-10-544 0,1-2-135 15,0-7-157-15,4 0-100 0,-1-10 12 16,6-6-88-16,-1-3-268 0,0-6-116 0,0 0-132 16,-1 2-120-16,-7-3-64 0,-4 7 52 15,-3 5 68-15,-5-3 88 16,-4 7 36-16,-9 1 64 0,-3 3-88 0,-8 3 84 16,-3-1 4-16,-1 4-92 0,-4 4-92 15,0 8 72-15,4 4 120 0,0 6 96 16,4 6-96-16,4 2 60 0,4 4 120 15,5 1 16-15,7 0 56 0,0 0-20 16,0 1-40-16,15-11 64 0,5-3-148 16,4-6-24-16,8-7 84 0,4-9-32 15,4 0-40-15,-1-6-96 0,2-10-12 16,-6-3-84-16,1-6-124 0,0-5-164 0,-1-4-212 16,-3 2-204-16,0-3-185 0,-4 1-871 15,-4 7-2524-15,-4-6-3469 0</inkml:trace>
  <inkml:trace contextRef="#ctx0" brushRef="#br0">16033 4975 116 0,'0'0'9464'0,"0"0"-6567"0,0 0-1189 15,0 0-696-15,0 0-144 0,0 0 60 16,0 0 64-16,-28 76 92 0,28-31-212 0,0 6-56 15,0 5 48-15,4 11-111 0,-4 3 215 16,0 3-388-16,-4 6-192 0,-5 4-232 16,-2-1 0-16,-5-3-96 0,4-2-60 15,-4-10 0-15,7-4-56 0,6-12-16 16,3-10-108-16,0-9-72 0,12-13-40 16,4-7-56-16,0-7-124 0,3-5-124 15,2-11-105-15,3-4-299 0,-1-11-604 16,-3 1-1220-16,0-4-2068 0,-4 7-2301 15,-4-13 2994-15</inkml:trace>
  <inkml:trace contextRef="#ctx0" brushRef="#br0">16284 5794 12705 0,'0'0'3912'0,"0"0"-3424"16,0 0-316-16,28 70 264 15,-21-48 688-15,-3 1 64 0,-4-4-320 0,4-4-516 0,-4-5-256 16,0 0-96-16,0-5-4 0,0-5-92 15,0 4-136-15,0-4-268 16,-4 0-256-16,0 0-412 0,0-6-468 0,1-1-1208 16,-6-5-1645-16,5-1-1703 0,0 1 4316 0,-4-12 728 15</inkml:trace>
  <inkml:trace contextRef="#ctx0" brushRef="#br0">16196 5698 3352 0,'-4'-12'132'0,"4"12"8589"0,0 0-6897 0,12 0-572 0,8 0 68 16,-1 0 60-16,9 0-284 15,4 0-152-15,5 0-492 0,2 0-232 0,1 0-220 16,-1-6-72-16,-2-4-664 0,3 1-664 16,-13 2-1640-16,9 1-4793 0</inkml:trace>
  <inkml:trace contextRef="#ctx0" brushRef="#br0">16782 5854 4820 0,'0'0'10417'16,"0"0"-8957"-16,0 0-428 0,-40 74 680 15,24-52-88-15,4-4-139 0,-1 2-157 0,6-8-508 16,3-2-396-16,4-4-364 16,0-6-60-16,0 4-96 0,0-4-12 15,0 0 36-15,4 0 12 0,3 0 56 0,-3 0-180 16,5 0-152-16,-1 0-64 0,-1 0 28 16,6-4 32-16,-5-2 64 0,3-4 32 15,6 1 16-15,-6-7 8 0,2 4-12 16,-2-4 3-16,1 3 45 0,0 1 112 15,-4-1 72-15,-4 7 60 0,4-1-60 16,-8 3-4-16,0 4 4 0,5 0 148 16,-5 0 129-16,0 4-9 0,0-2-36 15,0 9 20-15,0-5-92 0,0 3 32 0,0-5-72 16,3-1-116-16,-3 0-4 0,4-3-96 16,0 0 48-16,0 0-72 0,4 0-220 15,-8 0-156-15,4 0-173 0,0 0-503 16,-4 0-1236-16,0 0-1900 0,0 0-1433 0,0 0-2094 15</inkml:trace>
  <inkml:trace contextRef="#ctx0" brushRef="#br0">17180 5892 7900 0,'0'0'6465'0,"0"0"-4701"0,0 0-760 16,0 0-520-16,0 0-12 0,-4 80 228 0,-5-61 296 15,-2 3-288-15,-1-3-352 0,4-6-260 16,4-4-96-16,-4-2-4 0,8-4-80 16,0-3-16-16,8-3-216 0,4-10-40 15,11-3 236-15,5-6-4 0,4-7-8 16,5 4-128-16,-5 3-44 0,0 3 180 16,-1 2 124-16,-7 11 232 0,0 3 52 15,-4 3-64-15,-1 0-36 0,-2 3 24 16,-6 8-36-16,2 1-100 0,-2 4-68 15,-3 3-4-15,1-1-8 0,-1 5-116 16,-5-1-120-16,1-3-196 0,-4 3-200 0,4-6-148 16,0 0-352-16,-4-4-1148 15,5 1-2657-15,-1-7-3619 0,-4 5 8228 0</inkml:trace>
  <inkml:trace contextRef="#ctx0" brushRef="#br0">18598 5826 6444 0,'0'0'6349'0,"0"0"-5213"0,0 0-352 15,0 0-140-15,-63-67 300 0,50 64 316 16,2 3-188-16,-5 12-308 0,-4 17-176 15,-8 13 0-15,0 8-152 0,-8 14-44 0,4 5 20 16,1-2 233-16,6-9-237 16,5-8-236-16,12-15-172 0,5-10-60 0,3-12-88 15,3-6-104-15,14-7 44 0,6-7-32 16,9-9 156-16,1-9 8 16,6-4-217-16,1-5-23 0,-5-1 136 0,1 2 108 15,-4 5 72-15,-8 3-64 0,0 2 16 16,-7 11-24-16,-2 6-76 15,-7 6-44-15,4 0 192 0,-8 12 12 0,4 7 340 16,0 10-84-16,-5 10-124 0,2 5-32 16,-1 6 92-16,0 5 17 0,-4 2-101 15,0 3 4-15,-4 3-52 0,-8 1 48 0,-8 3 64 16,-4-4-136-16,-4-3 132 0,-4-3 16 16,1-9-28-16,-1-10 24 0,4-6-56 0,0-9-76 15,4-11 12-15,4-5-72 16,0-7-192-16,5-7-120 0,-2-9-40 15,10-12 100-15,-2-7 32 0,9-13-60 0,0-16-73 16,9-6-71-16,2-12-344 0,2-7-676 16,-2-6-1692-16,-3 18-3893 0</inkml:trace>
  <inkml:trace contextRef="#ctx0" brushRef="#br0">18705 5810 5396 0,'0'0'7773'16,"0"0"-6137"-16,0 0-1144 0,0 0 188 15,81 19 508-15,-66-13-296 0,-2 1-188 0,-2-1-88 16,2 3-236-16,-2 4-172 16,1-3 24-16,4 6-48 0,-4-1-100 0,0 5-24 15,-4 2-8-15,-4 6 32 0,-4 1-36 16,0 0-48-16,-4 2-4 0,0-3-56 16,-4-2 0-16,8-3 60 0,-4-7-4 15,0-7 0-15,4-3-4 0,0-6-44 0,0 0 44 16,0 0-52-16,8 0 60 0,0-9 44 15,8-4 140-15,4-7-100 16,4-5-84-16,0-2-52 0,3-9 4 0,-3-2-24 16,0 0-52-16,-3 0-216 0,-2-4-116 15,-3 7 28-15,-4 7 24 0,-4 3 144 16,4 6-36-16,-4 2-124 0,-4 12 12 16,0-2-40-16,0 4 60 0,-4 3-52 0,0 0-240 15,0 0-416-15,0 3-8 0,0 4 16 16,0 2-1013-16,0 0-2471 0,0-2-468 15,0 5 4545-15</inkml:trace>
  <inkml:trace contextRef="#ctx0" brushRef="#br0">19423 5857 1032 0,'0'0'4152'15,"0"0"1841"-15,0 0-4249 0,0 0-280 0,0 0 96 16,0 0-180-16,0 0-516 0,0 0-260 16,-28 86-60-16,21-44-104 15,-6-1 48-15,5 0 184 0,5-3-196 0,-1-9-260 16,4-7-128-16,4-6-16 0,7-7 25 16,2-5-25-16,2-4-72 15,5-4-145-15,8-11-75 0,-1-8-156 0,1-3-148 16,0-7-60-16,0-3 56 0,0 1 72 15,-4 3 164-15,-3 4 168 0,-6-1 124 16,-7 3 8-16,-4 1 128 0,-4 6 120 16,0 0 176-16,-4 6 168 0,-4 4-112 0,-3 6-12 15,2 3-160-15,-3 0-160 16,1 10-72-16,-10 2 16 0,10 7 21 0,-6 3 39 16,2-3-52-16,6 0-108 0,2-6-72 15,3-3-173-15,4-4-387 0,0-6-232 16,4 0-68-16,7-4 332 0,9-4-276 15,1-9-744-15,7-2-956 0,0-3-1773 0,-1 3-107 16,1 3 1300-16,-4 1 1620 16,0 5 1536-16,-4 4 312 0,-1 6 1488 0,-2 0-208 15,-6 6 4500-15,-3 10-3223 16,1 3-561-16,-9 3-564 0,4 7-564 0,-4-1-72 16,0 1 44-16,0-1-80 0,0-2-103 15,0-7-373-15,4-3-248 0,-4-10-200 0,7-3-88 16,1-3-60-16,1 0-120 15,6-6-136-15,2-10-120 0,6-3-108 16,1-6-145-16,-4-1-151 0,4 1-36 16,-5 2-56-16,6 1-88 0,-5 3 92 0,-1 3-64 15,-2 4 444-15,-2 5 488 0,-2 1 568 16,-6 6 192-16,-3 0-16 0,4 10-16 16,-8 2-40-16,0 1-128 0,0 3-180 15,0 0-64-15,0-1 40 0,-8 5 312 16,4-4-315-16,-3-4-293 0,3 1-60 0,0-4-172 15,-1-2-265-15,5-4-171 16,0 0-172-16,0 0-4 0,5 0-260 0,3 1-932 16,3-4-2584-16,-3 0-2793 0</inkml:trace>
  <inkml:trace contextRef="#ctx0" brushRef="#br0">20494 5892 4408 0,'0'0'456'0,"0"0"6649"0,0 0-5521 0,0 0-784 15,0 0-52-15,0 0 232 0,-35 99 36 16,23-48-12-16,-4 12-92 0,4 7-236 15,-3 7-152-15,-2 5 0 0,6 1 232 16,-6 3-75-16,2-4-281 0,-2-6-60 0,2-6-232 16,-1-16-96-16,8-10-8 15,-1-12-4-15,5-9-244 0,0-11-44 0,4-5-76 16,0-7-341-16,4-4-211 0,9-6-36 16,-2-12-340-16,6-3-432 0,2-13-368 15,-6-3-536-15,2-7-1369 0,-2-8 885 0,-2-3 1276 16,-3-7 1836-16,-4-1 832 15,1-3 16-15,-5 1 196 0,0 2 124 0,4 3 16 16,-1 10 72-16,5 9-156 16,0 11 101-16,8 12 207 0,3 9-276 15,2 6-384-15,-1 5 184 0,8 2 60 0,-5 6-420 16,5 7-348-16,-8 2-60 0,5 4-28 16,-10 0 72-16,-6 6 64 0,-5 1 184 15,-4 6 24-15,-13-3-184 0,-6 2-76 16,-5-2 0-16,-4-1 84 0,0-3 260 15,-4-6-16-15,4-2-284 0,-4-4-152 0,4-7-112 16,4-3-132-16,1-3-304 0,6 0-272 16,2 0-232-16,6-6-216 15,1-4-580-15,8 1-2088 0,0-10-2297 0</inkml:trace>
  <inkml:trace contextRef="#ctx0" brushRef="#br0">21455 5832 10080 0,'0'0'2113'15,"0"0"-773"-15,0 0-124 0,0 0-8 0,0 0-64 16,0 0-180-16,0 0-236 0,0 0-272 16,0 0-208-16,0 0 20 0,0 0 124 0,-56 90 132 15,49-62-120-15,2 0-164 0,5 1-56 16,0-7-88-16,0-3-12 16,0-6-8-16,5-4 21 0,2-2-1 0,1-4 4 15,5 1-100-15,-6-4-48 0,5-4-96 16,1-6-125-16,2-3-11 0,1-2-12 15,0-5-108-15,0 2-40 0,-4-5 36 0,3 5 60 16,-2-2 88-16,-2 1 84 16,-2 0 60-16,-5 3 112 0,0-3 4 15,-4 6 72-15,-4 1-68 0,0 2 152 0,-5 4-156 16,2-1 116-16,-5 7-120 0,-1 0-12 16,2 0-36-16,-2 7-40 15,-2-1-56-15,3 4-28 0,0-1-4 0,4 1 4 16,-3-1-72-16,6 2-340 0,-3-6-712 0,4 2-1332 15,4-5-2441-15,0-2-1475 16,4 0 6372-16,9-6-1132 0</inkml:trace>
  <inkml:trace contextRef="#ctx0" brushRef="#br0">21487 5870 1160 0,'0'0'248'16,"0"0"64"-16,0 0-152 16,0 0-152-16,0 0 200 0,0 0 3104 0,0 0-1908 15,0 0-416-15,0 0-288 0,0 0 92 16,-16-76 268-16,20 60 125 0,-1 1-161 15,6-1-28-15,-5-3 44 0,0 6-204 0,0-4-72 16,0 5-48-16,-1 6 116 16,-3-4 8-16,0 4-100 0,0 3-104 0,0 3 24 15,0-4 32-15,0 4-143 0,0 0-185 16,0 0-196-16,0 0-80 16,0 7-88-16,0 2-76 0,0 7 76 0,-7 12 24 0,3 8 76 15,-4 5-16-15,-1 4 48 16,2 0 16-16,-1-1-76 0,4-6-72 15,-3-4-4-15,7-5 0 0,-5-7 4 0,5-9 80 16,0 0 52-16,0-6-84 0,5-5 12 16,-5-2 0-16,3 0-48 0,1 0-12 15,8-2-52-15,4-9 44 0,3-1 4 16,6-10-40-16,3-1-76 0,3-8-48 16,-3-1-4-16,4 1 64 0,-4-2 48 15,-7-2 0-15,-2 3 12 0,1 4-28 16,-8 6 76-16,-5 3 64 0,-2 6-60 0,-1 7 44 15,-4 6-48-15,0 0 4 16,4 0 20-16,-4 6 28 0,0 4-44 16,0 8 152-16,0 5 48 0,0 6-112 0,0-1-24 15,0 1-12-15,0-8-60 16,0-2 0-16,0-5 12 16,0-5 60-16,4-2-12 0,3-1 88 0,2-6-28 0,-5 0-36 15,8 0 220-15,-5 0 8 0,10-6-156 0,-6-5-84 16,6-3-72-16,2-3 0 15,-3-2-132-15,5 0-120 0,-6-3-136 0,2-1-120 16,-2-5-120-16,-3 2-172 0,4 1-309 16,-5-1-627-16,6 1-1068 0,-6 6-2076 15,2 7-1585-15</inkml:trace>
  <inkml:trace contextRef="#ctx0" brushRef="#br0">22256 5639 768 0,'0'0'8704'16,"0"0"-7051"-16,0 0-369 0,16 78-212 15,-16-45 324-15,0 2 128 0,0 2-156 0,0-2-316 16,-4 4-364-16,0-1-348 0,-4-6-168 16,4-7-164-16,-4-3-8 0,8-9-12 15,0-4-84-15,-4-5-64 0,4-1-220 16,0-3-296-16,0-3-264 0,0-7-416 15,0-6-1524-15,0-6-2681 0,0 6-1719 16,0-12 7176-16</inkml:trace>
  <inkml:trace contextRef="#ctx0" brushRef="#br0">22247 5536 1540 0,'0'0'2124'15,"0"0"6185"-15,0 0-6725 0,0 0-884 0,0 0 96 0,0 0 172 16,0 0-188-16,0 0-232 0,92-38-388 15,-72 38-160-15,1 0-360 0,-2 0-512 16,1 0-288-16,1 5-652 0,-2-3-2693 16,-3-2-2835-16,0 6 6780 0</inkml:trace>
  <inkml:trace contextRef="#ctx0" brushRef="#br0">22614 5781 7704 0,'0'0'7489'0,"0"0"-6609"16,0 0-540-16,0 0 336 0,0 0 868 15,92 61-328-15,-68-61-276 0,4 0-368 0,0-13-304 16,4-3-268-16,0-6-192 16,3-3-672-16,-3-1-348 0,-4-3-464 0,0-2-1132 15,0 5-3285-15,-16 4-2251 0,8-10 7905 16</inkml:trace>
  <inkml:trace contextRef="#ctx0" brushRef="#br0">22913 5109 9580 0,'0'0'2089'0,"0"0"-373"0,-20 104 44 0,8-50 188 15,1 7-216-15,-9 8-616 0,-1 1-336 16,2 3-340-16,-9-3-320 0,0 0-116 16,4-10-4-16,0-12-132 0,12-7-100 15,5-16-84-15,7-9 8 0,3-9-180 16,9-7 268-16,8 0-172 0,0-13-312 0,7-3-384 15,5-10-612-15,0-2-924 0,5-7-2245 16,-1-7-859-16,-8 11 3848 16</inkml:trace>
  <inkml:trace contextRef="#ctx0" brushRef="#br0">23196 5203 6308 0,'0'0'1832'0,"0"0"3297"15,4 70-3869-15,-4-26-568 0,-4 7 52 16,-8 10 744-16,0 2-168 0,-7 1-80 15,-2-4-408-15,1-3-284 0,-3-8-208 0,6-5-171 16,2-10-121-16,2-5-44 0,10-10-4 16,-1-6-48-16,4-7-37 0,0-3-39 15,4-3-264-15,8-3-72 0,4-7 164 16,4-2-32-16,3-4 48 0,1-3-100 0,4 0 60 16,-8 3 76-16,0 4 132 0,0 5 20 15,-4 4 92-15,-4 3 136 16,0 3 76-16,-4 9 104 0,0 5-44 0,0 2-76 0,-1-1-76 15,-2 5-32-15,3-4-76 16,0-3-12-16,3-4 0 0,2-1-112 16,2-9-168-16,2 2-200 0,-2-4-308 0,9 0-860 15,-7-4-2512-15,6-5-3785 16</inkml:trace>
  <inkml:trace contextRef="#ctx0" brushRef="#br0">24292 4956 7076 0,'0'0'2788'0,"0"0"-1459"16,0 0-597-16,0 0 116 0,0 0 220 16,0 0-204-16,0 0-236 0,0 0 396 15,0 0-16-15,56 108-228 0,-48-55-4 16,-8 11 36-16,0 0-164 0,0 2-160 0,-13-2-196 16,2-1-160-16,-5-3-80 0,0-5-52 15,4-10 0-15,4-8 0 0,4-8 12 16,0-7 76-16,4-10-84 0,0-1-4 15,0-5-12-15,0-4-64 0,0 3 16 16,0-5-84-16,4 0-52 0,-4 0 24 0,12-7 172 16,-4 1-8-16,3 0 8 0,2-5-72 15,-1 3-72-15,4 1-4 16,-4 3-60-16,3 4-48 0,1 0 132 0,-4 7 124 16,8 5 4-16,-8 7 64 0,4 1-68 15,-4-1-44-15,-3 3 44 16,-2 0 12-16,-3-3 76 0,0-3 8 0,-4 3 28 0,0-6 132 15,0-1-12-15,0-1-124 16,-8-3-32-16,-4-2 20 0,-4 1-36 16,-4-1-20-16,-3-6-48 0,-1 4 4 0,0-4 0 15,-1 0-8-15,6-6-112 0,-1-5-120 16,0 2 28-16,4 0-248 16,4-7-88-16,0-3-208 0,8-4-304 0,0-2-668 15,4 3-1228-15,4 0-2409 0,0 3-1511 16,20 2 6504-16</inkml:trace>
  <inkml:trace contextRef="#ctx0" brushRef="#br0">24874 5639 6868 0,'0'0'4249'0,"0"0"-2273"16,0 0-984-16,0 0-96 0,0 0 580 16,0 0-108-16,0 0-196 0,0 0-668 15,0 0-348-15,0 0-68 0,-69 45 56 16,46-20 140-16,-5 0 32 0,4 4 0 0,4-1 52 15,1-3 92-15,6-2-179 0,5-5-173 16,4-5-96-16,1-3-12 0,3-4 0 16,0-3-8-16,7-3-28 0,1 0-96 15,8 0-185-15,4-9-147 0,0-1 40 16,4-6-52-16,0-3-52 0,-1 4 28 16,1-5 68-16,-3 5 124 0,-6-2 112 0,2 2 96 15,-6 5 100-15,-7 3 180 16,1 5 180-16,-5 2 104 0,0 0 52 15,0 0-232-15,4 9-188 0,-4 4 248 0,7 3-28 16,-3 3-36-16,0 3 24 16,4-3-96-16,1-3-112 0,-2 0-96 15,5-3 0-15,0-6-108 0,0-5-232 0,4-2-296 16,8-2-268-16,0-12-648 0,-4 5-3260 16,16-13-4933-16</inkml:trace>
  <inkml:trace contextRef="#ctx0" brushRef="#br0">25336 5496 5260 0,'0'0'8885'0,"0"0"-7509"15,0 0-660-15,0 0 608 0,-84 57 120 0,60-38-196 16,9 3-404-16,-2-6-432 16,6 0-292-16,7-3-108 0,-1-1-8 0,5 1 4 15,9-4-8-15,2 4-4 0,6-3-92 16,-2-3-160-16,9 1 0 15,0 3 12-15,-4 1 28 0,-4 4-40 0,-1 2 136 16,-6 2 120-16,-5 2 84 0,-4 0 76 16,0 0 24-16,-4 1 60 0,-8-2-76 0,0-4-92 15,4-1-8-15,-4-7-68 16,4-2-124-16,4-4-228 0,4-3-320 16,0 0-208-16,0-7-368 0,8-5-1440 0,8-4-2741 15,-4-1-3587-15,12-8 9016 0</inkml:trace>
  <inkml:trace contextRef="#ctx0" brushRef="#br0">25690 5781 2784 0,'0'0'10665'0,"0"0"-9357"15,0 0-832-15,0 0 772 0,17 83 612 16,-17-63-336-16,-4-6-800 0,-5 3-600 16,5-8-124-16,0-2-144 0,0-4-348 15,1-3-524-15,-5 0-724 0,3 0-3156 16,1-12-5077-16</inkml:trace>
  <inkml:trace contextRef="#ctx0" brushRef="#br0">25818 5432 9736 0,'0'0'992'0,"0"0"-992"15,0 0-116-15,111-25-204 0,-75 21-768 0,0 4-272 16,4 0-372-16,0 0 132 0,-4 7 220 0,-5 3 1380 15,-6-1 1316-15,-6 4 1376 0,-10 2 20 16,-6 1-239-16,-3 3-309 0,-3 4-260 16,-14 2-584-16,2 3-408 0,-6 2 36 15,1-2-104-15,-3-3-212 0,-1 4-240 16,0-6-236-16,8-2-72 0,-4-2-72 0,12-3-12 16,0-7-36-16,8 4-24 15,0-6 0-15,0 5-24 0,8-2 12 0,0 0-64 16,8 2-48-16,0 1 40 0,4-1 72 15,-4 1 68-15,4-3 0 16,-5 2 4-16,-2-1 0 0,-2-3-4 0,-3 3-48 16,-4-2 40-16,-4-4 8 0,0 2 4 15,0 0 0-15,-8-1-108 16,-3-3-148-16,-2 1-124 0,-2-4-220 16,-2 0-200-16,-2 0-472 15,3-4-1416-15,0 1-3589 0,4-10-1207 0</inkml:trace>
  <inkml:trace contextRef="#ctx0" brushRef="#br0">27380 5026 12673 0,'0'0'6488'15,"0"0"-5340"-15,0 0-864 0,0 0 240 0,0 0 325 16,0 0-337-16,0 0 32 0,-84 31-172 15,48-4-236-15,-4 3 80 0,-4 9 28 16,1 5-40-16,3 4-72 0,4 3-36 16,8-7-84-16,8 1 36 0,9-4-36 15,2 0 48-15,9-3-60 0,0 0-4 16,4 0-92-16,8 1 0 0,0-5-96 0,8 4-232 16,0-2-120-16,0 2 48 0,0 0 132 15,-1-3 100-15,-2-1 104 16,-1-2 96-16,-4-1 64 0,-5-4 72 0,-7-5 64 15,0-3 188-15,-4-1 212 0,-11-1-16 16,-5 1-28-16,-8-2-236 0,-8 0-244 0,-8 0-12 16,-4-4-460-16,-8-1-472 15,4-3-281-15,5-1-407 0,11-3-2808 0,5-4-5981 16</inkml:trace>
  <inkml:trace contextRef="#ctx0" brushRef="#br0">27885 6117 17889 0,'0'0'4357'15,"0"0"-3801"-15,0 0-180 0,0 0-376 16,0 0-96-16,-87 5 60 0,59-10 24 0,4-1-472 16,-4 0-609-16,4-1-603 0,5 1-3756 15,-22 0-7765-15</inkml:trace>
  <inkml:trace contextRef="#ctx0" brushRef="#br0">10873 7569 9804 0,'0'0'3941'0,"0"0"-3369"16,0 0-52-16,0 0-4 15,0 0 272-15,0 0 156 0,0 0-88 0,0 0-116 16,16 6 56-16,11-6 88 0,10 0-152 0,2 0-272 15,5 0-119-15,4 0-157 16,-1 0-40-16,-6 0-92 0,2 0-52 0,-3 3-48 16,-4 1 36-16,0-4-120 0,-4 0-233 15,0 0-207-15,0 0-308 16,-8 0-196-16,-5 0-704 0,-10 0-2560 0,-9 0-4313 0</inkml:trace>
  <inkml:trace contextRef="#ctx0" brushRef="#br0">10901 7747 10436 0,'0'0'2609'0,"0"0"-1301"0,0 0-320 16,0 0-68-16,0 0 0 16,0 0 48-16,0 0-276 0,0 0-56 15,0 0 88-15,0 0-116 0,112 63-204 0,-69-63-64 16,9-6-196-16,-1-1-140 0,1-2-4 15,4-1-156-15,-8 1-172 16,4 0-464-16,0 5-40 0,-5 1-224 0,1 0-444 16,-16 3-3100-16,4 0-4749 0</inkml:trace>
  <inkml:trace contextRef="#ctx0" brushRef="#br0">12371 7594 10248 0,'0'0'2057'0,"0"0"-805"16,0 0 68-16,0 0 92 16,0 0-156-16,0 0 140 0,0 0-244 0,0 0-444 15,0 0-208-15,0 0-160 0,0 0-59 16,-44-41 23-16,72 51 180 0,7-4 168 16,10 0-276-16,6-6-60 0,5 0-148 0,8 0 12 15,4-6-72-15,7 0-104 16,-3-7-4-16,0 4-8 0,-1-1-48 15,-3-3 56-15,-4 3 0 0,-4 5 0 0,-8-2-72 16,-9 0 0-16,-7 7-24 0,-8 0 24 16,-12 0-24-16,-8 3-64 0,-8 4-68 15,0 2-28-15,-12 7 112 0,-8 1 12 16,-8 5-12-16,-4 0-52 0,-7 6-8 0,-1-3 20 16,-4 5-8-16,0 1 60 15,-8 1-28-15,-4 6-85 0,0 6 53 16,-4 0-4-16,-3 5 100 0,3-2 36 0,5 4 8 15,-1-4 40-15,12 3-72 16,4-4 84-16,12-5 0 0,9-5 8 16,6-5 0-16,9-10 4 0,4-4 36 0,8-2 124 15,8-1 168-15,9-5-23 0,6-2-37 16,5-4 36-16,8-3-172 0,4 0 12 16,-1-7 4-16,5 1-40 0,4-4-24 15,-5 4 0-15,5 0 24 0,-4 1 16 16,0 3-88-16,0 0-44 0,-4 2-4 0,-1-4-4 15,-6-2-104-15,-2 2 32 0,-3-3-116 16,-4-1-148-16,-8-3-168 0,0-1-97 16,-9 3-103-16,2-3-268 0,-9-5-756 15,-1 1-1136-15,-3 3-1865 0,-4-12-2043 0</inkml:trace>
  <inkml:trace contextRef="#ctx0" brushRef="#br0">13534 7471 652 0,'0'0'11293'0,"0"0"-9861"15,0 0-620-15,0 0 72 0,0 0 276 0,0 0-336 16,0 0-228-16,-92 70-124 0,60-36 84 16,-3 8-116-16,-9 2-144 0,5 3-52 15,-6 1-36-15,2 3-48 0,-5-1-48 16,0 4-16-16,0-2-96 0,1 2 0 15,-2-7-48-15,1 4 36 0,5-6-100 0,3-4 40 16,0-4-88-16,13-4 28 0,3-11-128 16,7-3-84-16,9-9-96 0,8-7-156 15,4-3-160-15,13-10 36 0,11-8-400 16,7-5-396-16,5-6-592 0,-8 8-2357 16,20-21-2119-16</inkml:trace>
  <inkml:trace contextRef="#ctx0" brushRef="#br0">13705 7591 8748 0,'0'0'4849'16,"0"0"-2977"-16,0 0-540 0,0 0 108 0,0 0-420 15,0 0-320-15,0 0 8 0,0 0 36 0,0 0-187 16,100-35-205-16,-60 35-144 0,-4 0-160 15,0 0-48-15,0 0-48 0,-5 0-40 0,5 0-56 16,-8 0-72-16,0-3-333 0,0 0-291 0,-8 3-296 16,-4-3-452-16,-9 3-976 0,-2 0-1852 15,-5 0-1457-15</inkml:trace>
  <inkml:trace contextRef="#ctx0" brushRef="#br0">13949 7578 9472 0,'0'0'2181'0,"0"0"-901"0,0 0-452 0,0 0 84 15,0 0-128-15,0 0 36 0,0 0 104 16,-45 79-144-16,45-58-164 0,0 7-136 16,5 0 24-16,-1 4-4 0,4 3-8 0,-4 0-92 15,-1 7-36-15,1-5-132 0,-4 8-24 16,0-1-75-16,0 1-85 0,-4 2-40 16,-3 0-4-16,3 1 44 0,-4-3 4 15,8-10-40-15,0 0 60 0,0-10 12 16,4-6-12-16,0-6-36 0,4-4-36 0,4-2-60 15,0-1 48-15,-1-6-36 16,9 0 40-16,1 0-52 0,2-10-24 16,5-2-28-16,0-1 28 0,8-6-173 0,-5-4-179 15,6-2-136-15,-1-1-164 16,3-2-184-16,-3 0-164 0,0-7-396 0,-8 10-1120 16,12-17-3593-16</inkml:trace>
  <inkml:trace contextRef="#ctx0" brushRef="#br0">14905 7588 12357 0,'0'0'1788'16,"0"0"-652"-16,0 0-128 0,0 0 188 16,0 0 4-16,0 0-72 0,0 0-516 15,0 0-320-15,-88 9-36 0,56 11-12 16,-4 6-24-16,-3-1-28 0,2 3 53 15,-2 1-13-15,3-1 56 0,8 1-56 16,4-7-112-16,5-2-112 0,10-6-8 16,9 0-96-16,0-2-24 0,9 2 60 0,2-3 48 15,6 3 12-15,6-6-12 0,1 6-64 16,4-3 72-16,-4 0 4 0,4 2 0 16,-9-4 0-16,2 4 4 0,-5-1 4 0,-5-2 80 15,1 3-40-15,-3-1 12 0,-2 4-48 16,-3 0 72-16,0 3-80 0,-4 2 56 15,0 3-12-15,0-2 0 0,-4 0-48 16,-3-3 0-16,-2 0-12 0,-7-2-36 16,5-5 36-16,-5-3-48 15,-5-3-24-15,2-2-36 0,-5-4-160 0,4 0-133 16,-4-4 13-16,4-2-28 0,0-7-96 16,4-2-232-16,4-11-436 0,4-2-784 0,8 1-2072 15,0-23-2713-15</inkml:trace>
  <inkml:trace contextRef="#ctx0" brushRef="#br0">15435 7454 1668 0,'0'0'11109'0,"0"0"-9353"0,80-22 96 15,-52 14-224-15,7-3-308 0,-3 2-380 0,0-1-416 0,0 4-316 16,-4 0-160-16,0-1-36 16,-4 1-8-16,-5 6-4 0,-6-3-8 15,-2 3-64-15,-3 0 24 0,-4 0-48 0,5 0 96 16,-9 6 48-16,3 4 184 16,-3-1-40-16,0 7 88 0,0 1-96 15,0 1-51-15,0-3-49 0,0 6 100 0,0 0-52 16,0 4-48-16,0 1 52 0,0 6 372 15,0-4-36-15,0 7-292 0,0 0-60 16,-8 7 12-16,0-1-68 0,0 3-4 16,1 3-56-16,-6-2-4 0,5 3 0 15,1-4 0-15,-1-3 4 0,3 1 0 16,5-1 8-16,0-6 36 0,0-3-40 0,0-4-8 16,5 0-8-16,-1-5-52 0,4-4 12 15,-5-2 44-15,1-2-8 0,-4-5-40 16,4-1 44-16,-4-2 4 0,0-4 4 15,0-1 8-15,0 2 56 0,0 2-16 16,-4-3 12-16,-3 4-60 0,3-1-72 0,-4-3-88 16,-1 4-68-16,5-4-52 0,-3 0-8 15,-6 0-16-15,2 0-60 0,-5 0 4 16,-4-3-81-16,0 3-31 0,-5-3-64 16,-2 0-260-16,-4 0-420 0,-6-3-568 15,1-3-504-15,-3 3-904 0,3 3-2037 16</inkml:trace>
  <inkml:trace contextRef="#ctx0" brushRef="#br0">16435 7934 6260 0,'0'0'1276'0,"0"0"-160"0,0 0-288 16,0 0 2301-16,0 0-1321 0,0 0-244 15,0 0-348-15,0 0-324 0,16-6-276 16,-4 6-112-16,4 0 12 0,8 0 240 0,0 0-292 16,8 3-172-16,-1-3-108 15,1 0-140-15,0 0-44 0,-4 0-12 0,4-3-88 16,-4 0-92-16,0 0-16 0,-1-8-256 16,-3 8-316-16,-4-2-156 0,-8 1-336 15,-3 1-744-15,-6 3-1980 0,-3 0-1961 16</inkml:trace>
  <inkml:trace contextRef="#ctx0" brushRef="#br0">16495 8101 6080 0,'0'0'2480'0,"0"0"-320"16,0 0-691-16,0 0-245 0,0 0-120 15,0 0-44-15,0 0-52 0,0 0-200 16,0 0-360-16,95 21-176 0,-59-18-100 15,-4-3-172-15,4 0-60 0,-1 0-64 0,1-3-188 16,5-4-256-16,-6 3-280 16,5 1-476-16,-1 1-900 0,-11-3-1953 0,8 3-971 15</inkml:trace>
  <inkml:trace contextRef="#ctx0" brushRef="#br0">17818 7350 3372 0,'0'0'6192'0,"0"0"-5508"0,0 0-196 0,4-70 197 16,-4 57 711-16,0 7 184 0,-4-1-380 0,-1 7-420 16,-3 0-268-16,-3 0-4 0,-10 0-184 15,1 13-176-15,1 3-36 16,-9 9 36-16,4 10 88 0,-4 10-28 0,4 3 28 16,-8 8-200-16,5 2-36 0,-6 5-172 15,1-2 48-15,0 1-12 16,4-4 0-16,1-7-76 0,11-7-132 0,4-8 60 15,4-11 108-15,8-6-12 0,0-10 4 16,12 1-16-16,0-10-36 16,4 0-96-16,0 0 20 0,0-3-80 0,-1-4 192 15,6-2 60-15,-6 3 132 0,2 3-104 0,-6 3 40 16,6 3 72-16,-6 6 328 0,2 7 200 16,-2 3-36-16,-3 6-52 0,4 0-56 15,-8 4-84-15,4 7 96 0,-4 2-36 16,0-4-28-16,0 4-184 0,-4 1-60 0,4-9-40 15,-4 3-48-15,4-4-100 16,-4-4-36-16,4 0-36 0,-4-2-72 0,0-2-228 16,4-4-212-16,-4-1-268 0,0-7-256 15,4-2-944-15,0-1-2561 0,-4-6-2371 16</inkml:trace>
  <inkml:trace contextRef="#ctx0" brushRef="#br0">18518 8004 9428 0,'0'0'1681'0,"0"0"-937"0,0 0-204 16,0 0 520-16,0 0 144 15,0 0-120-15,0 0-104 0,0 0-172 16,0 0-248-16,0 0-92 0,88 50 48 0,-60-43-24 16,-4-4-160-16,4-3-164 0,0 0-92 15,0-10-32-15,4-1-44 0,-5-6-160 16,1-5-404-16,0-4-468 0,-4 1-268 0,-4-3-156 15,-4 9-1100-15,4-13-3121 0</inkml:trace>
  <inkml:trace contextRef="#ctx0" brushRef="#br0">18834 7582 7140 0,'0'0'2376'0,"0"0"-467"0,0 0-641 16,0 0-196-16,0 0-156 0,0 0-136 0,0 0-116 15,-73 72-172-15,66-48-92 16,3 1-76-16,-4 6-40 0,3 7 40 0,1 3-92 16,1 7-44-16,-1 2-92 0,4 2-96 15,-4 2-12-15,0 3-36 0,4-3-16 16,0 0 52-16,0 0-72 0,0-7 80 16,4 1-8-16,7-7 0 0,2-3-4 15,-1-3 8-15,4-6 8 16,-1 0 4-16,2-4 0 0,-6-3 8 15,1-3 48-15,-3-3-60 0,-2-4 12 0,-3 1-4 16,-4-6 80-16,0 0 36 0,0-2 48 0,-7 2-160 16,-10-5-12-16,2 5-372 0,-6-7-48 15,-3 0-188-15,5-2-112 0,-5-9-100 16,0-1-376-16,3-7-292 0,2-3-1041 16,3 3-2087-16,0-10-1303 0</inkml:trace>
  <inkml:trace contextRef="#ctx0" brushRef="#br0">19431 7915 11025 0,'0'0'2116'15,"0"0"-500"-15,0 0-736 0,0 0 364 16,0 0 256-16,0 0-284 0,0 0-492 0,0 0-300 15,0 0-156-15,0 0-132 0,0 0-136 16,52 32-40-16,-40-23-204 16,-5 1-256-16,-3-1-456 0,5 4-508 0,-9-7-1100 15,0 10-3485-15</inkml:trace>
  <inkml:trace contextRef="#ctx0" brushRef="#br0">19423 8166 8988 0,'0'0'1977'0,"0"0"-89"16,0 0-20-16,0 0-216 0,0 0-396 0,0 0-464 16,20 70-532-16,-8-61-248 0,0-3-12 15,-1-2-88-15,10-2-48 0,-1-2-592 16,4-2-464-16,-1-8-448 0,-3 1-1440 16,20-8-4289-16</inkml:trace>
  <inkml:trace contextRef="#ctx0" brushRef="#br0">20271 7671 15517 0,'0'0'1728'0,"0"0"-1156"0,0 0-388 16,0 0 472-16,0 0 412 0,0 0-80 15,-87 40-548-15,67-17-392 0,0-1-44 0,-4 4 56 16,9-1 64-16,-2 0-124 0,2 0-4 15,7 4-84-15,-1-4 76 16,5 5-36-16,4-5 48 0,0 3 8 0,4 2-8 16,5-3-56-16,3-2 8 0,3 5 40 15,1-5 0-15,5 0-44 0,-2-3 44 16,1 4-76-16,-4-4-12 0,0 3 96 0,-1-5 0 16,-6 2 0-16,-1 0 48 0,-4 1 12 15,-4-1 52-15,-4 3-40 16,-8 0-24-16,-8 1-36 0,0 2 0 0,-4-5-4 15,-8-4-8-15,5 0-72 0,-5-6-64 16,4-4 40-16,4-6 84 16,0-3-148-16,8 0-340 0,4-7-124 0,0-5-320 15,8-7-280-15,4-10-552 0,0 8-1408 16,4-24-4053-16</inkml:trace>
  <inkml:trace contextRef="#ctx0" brushRef="#br0">20494 8153 10184 0,'0'0'2545'0,"0"0"-1245"0,0 0 516 0,84 13 540 16,-56-13-512-16,0 3-576 15,0-3-623-15,0 0-401 0,4-6-244 16,4-1 0-16,-1 1-172 0,1-3-337 0,1-4-379 16,-5 0-384-16,0-3-1088 0,-6 7-3188 15,-1-10-4577-15</inkml:trace>
  <inkml:trace contextRef="#ctx0" brushRef="#br0">20902 7925 11281 0,'0'0'1792'0,"0"0"-532"16,0 0 468-16,0 0-192 0,0 0 80 16,103 11-296-16,-71-6-380 0,-1-3-407 15,5 2-181-15,-8 2-144 0,0 1-112 16,-4 2-92-16,-5 0 0 0,-2 4-4 15,-6 0-12-15,-2 2-48 0,-5 4 16 16,-4 0 40-16,0 4-4 0,-16 3-212 0,0 2 112 16,0-2-24-16,-8-1-149 0,4 0-83 15,0-3-124-15,-4 1-172 0,5-4-220 16,6-3-288-16,-2-7-696 0,11 0-1096 16,0-9-3361-16</inkml:trace>
  <inkml:trace contextRef="#ctx0" brushRef="#br0">21802 7838 13357 0,'0'0'1712'0,"0"0"-1004"0,0 0 720 15,0 0 204-15,0 0-604 0,95 0-292 16,-71 0-312-16,1 0-228 0,-2 0-116 0,5 0-80 15,-4 0-96-15,-4 5-12 0,-5 1 20 16,-2-1 84-16,-5 5 4 16,-4 4 48-16,-4 1 124 0,-4 3 24 0,-9 7-76 15,-10 2-24-15,-5 4 16 0,-8 4-68 16,-4 0-44-16,0 7-8 0,1-1-40 0,-2 0 40 16,5 0-56-16,12-6 64 0,9-2 4 15,7-5 8-15,8-6 209 16,4-3 107-16,8 0 796 0,8-3-192 15,4 0-452-15,8-7-164 0,4 1-112 0,-1-3-48 16,9-5-36-16,0 2-108 0,-1-2-12 16,6-2-12-16,-6 0-96 0,-2 0-108 15,-6-2-204-15,1-2-196 0,-8-5-132 16,-4 2-64-16,-5-2-161 0,-2-1-351 0,-6-3-924 16,-3 4-1688-16,1-13-2509 15</inkml:trace>
  <inkml:trace contextRef="#ctx0" brushRef="#br0">22196 8038 12197 0,'0'0'2824'0,"0"0"-1376"0,0 0-852 0,0 0 124 15,-44 70 640-15,32-47-100 0,-4 2-336 16,-3 4-560-16,-2 3-264 0,1 0-88 15,-3-1 37-15,-5 7-49 0,0-3-41 16,0 3-83-16,0-3-192 0,0 1-364 16,4-5-348-16,1-2-324 0,3-8-1164 15,8-8-2661-15,3-6-2843 0</inkml:trace>
  <inkml:trace contextRef="#ctx0" brushRef="#br0">22818 7407 11041 0,'0'0'2100'0,"0"0"184"0,0 0-468 15,24 96-344-15,-16-49-60 16,-1 7-376-16,1 6-319 0,-3 1-173 0,-1 5-96 16,0 0-12-16,-1 5-192 0,1 5-148 15,-4 6-96-15,0 1-8 0,-7 3 4 16,-1 0 4-16,-1-7-72 0,5-6-124 0,-3-6-92 16,7-7-256-16,0-6-112 0,0-7-85 15,0-8-127-15,7-2-232 16,1-8-692-16,1-10-944 0,10 0-3393 0</inkml:trace>
  <inkml:trace contextRef="#ctx0" brushRef="#br0">23734 7804 2312 0,'0'0'1292'0,"0"0"3568"0,0 0-3060 16,0 0-279-16,0 0 67 15,0 0-40-15,0 0-228 0,0 0-220 0,0 0-320 16,-24-10-248-16,24 10-152 0,8-3 60 15,5 0 184-15,2-3 160 0,5-4-200 16,12-2-99-16,0-5-169 0,4 2-84 0,3-2-172 16,2-1-60-16,-2 3-48 15,1 1-88-15,-5 2-68 0,1 3-273 16,-8-2-179-16,0 5-100 0,-8 6-208 0,-8 0-132 16,-3 3-732-16,-9 6-1220 0,0 2-2061 15,-17 8-2475-15</inkml:trace>
  <inkml:trace contextRef="#ctx0" brushRef="#br0">23770 7953 992 0,'0'0'1120'15,"0"0"4976"-15,0 0-3948 0,0 0-115 16,0 0-441-16,0 0-136 0,0 0 36 16,84 0-512-16,-48-10-224 0,-1 1-228 15,1-7-232-15,-4 1-164 0,4-2-132 16,-8-1-104-16,0 2-68 0,-8-4-160 0,-5 7-320 15,2 1-252-15,-10-4-636 0,1 7-1552 0,-8-13-4361 16</inkml:trace>
  <inkml:trace contextRef="#ctx0" brushRef="#br0">23941 7438 4180 0,'0'0'2580'0,"0"0"1532"0,-16 80-2443 15,9-32 179-15,-2 10-112 0,1 7-312 16,-3 2-112-16,-2 3-504 16,2 0-392-16,3-6-356 0,-1-5-60 0,5-7-12 15,4-15-196-15,0-9 84 0,9-8-12 16,-1-7-48-16,3-7-132 0,2-6-40 0,-2 0-164 16,-3-6-196-16,0-3-280 0,1-10-288 15,-6-4-576-15,1-2-653 16,0 3-2175-16,-4-23-532 0</inkml:trace>
  <inkml:trace contextRef="#ctx0" brushRef="#br0">24021 7197 3240 0,'0'0'5752'0,"0"0"-4096"0,-4 77-279 0,0-34-125 15,0 12 236-15,-4 9-320 0,4 8 124 16,-8 8-412-16,5 6-448 0,-6 3-160 0,1 0-224 15,0 0 12-15,4-1-60 16,-3-6-136-16,-2-5 4 0,5-10-4 0,4-14-224 16,4-8-60-16,0-13-200 0,4-7-80 15,4-15 8-15,1-4-216 16,2-6-436-16,6-13-872 0,-6 1-1789 0,10-20-1771 16</inkml:trace>
  <inkml:trace contextRef="#ctx0" brushRef="#br0">24670 7452 6748 0,'0'0'3216'0,"0"0"-2055"0,0 0-353 15,0 0 244-15,0 0 256 0,0 0-372 16,0 0-420-16,0 0-340 0,0 0 116 15,0 0-64-15,0 47 68 0,-24-10-172 16,-4 12-24-16,0 2 164 0,-4-1-80 0,-3 0-60 16,7-1-124-16,0-8-152 15,8-10 152-15,0-2 96 0,12-12-96 16,1-9 0-16,3-1-52 0,4-3-144 0,0-1-116 16,0-3 24-16,4 3 76 0,0-3 36 15,3 3 36-15,-3 0-84 0,0-1 48 16,5 3 60-16,-5 1 108 0,3 0 8 0,-3 4 0 15,0-1 88-15,0 1-40 0,0-1-44 16,4 4 104-16,-4-4 104 16,0 4-72-16,0 4-132 0,0-3-8 0,0 5 104 15,-4 6-100-15,0 5 120 0,0-1-124 16,-4 2-112-16,0-3 48 0,4 2-88 16,-4-5 40-16,0-2 48 0,0-5-24 15,1 1-276-15,-2-3-356 0,5-3-444 16,0-7-1529-16,0 0-5447 0</inkml:trace>
  <inkml:trace contextRef="#ctx0" brushRef="#br0">25168 7736 2468 0,'0'0'1604'0,"0"0"4968"0,0 0-4451 0,0 0-797 16,0 0-12-16,48-72 372 15,-40 60-584-15,-4-4-152 0,4 4-76 16,-3-2-164-16,-2 8-100 0,-3-4 197 0,0 4-141 16,0 3-240-16,-12 0-48 15,0 3-376-15,-8 0 0 0,-4 9-120 16,-3 4 32-16,-5 2-8 0,4 4 0 0,4 0-24 0,4 2-24 15,8-6 20-15,4 3 76 16,8-4-12-16,0 2 12 16,0-4-60-16,0 1-4 0,12 3 104 0,0-1 0 0,0 5-64 15,0-5 72-15,0 5 0 16,0-1-44-16,-1-4 40 0,-2 5-4 16,-1-4-76-16,-1-4 0 0,1 1 24 0,-4 0-16 15,-4-1 72-15,5-2-44 0,-5-4-24 16,0 0-1-16,0 1 13 0,-5-1-52 15,-3 0-8-15,1-2-4 0,-5 3-80 16,3-5-124-16,-2 1-124 0,-1 0-40 16,0-3-328-16,0 0-424 0,3-3-780 15,2-2-520-15,-1 0-2233 0,0-7-2455 0</inkml:trace>
  <inkml:trace contextRef="#ctx0" brushRef="#br0">25766 7797 2916 0,'0'0'368'0,"0"0"5384"0,0 0-3427 15,0 0-761-15,0 0-176 0,0 0-100 0,0 0-432 16,0 0-260-16,-100 29-100 0,77-6 124 16,-5 2 36-16,4 0-128 15,7 4-40-15,2-4-156 0,7 0-100 0,4-6-100 16,4 1-8-16,0-5-16 0,4-2 28 16,8-4-4-16,-1 1-32 0,6-6-16 15,-2-1-84-15,5-3-12 0,-3 0-108 0,6 0-236 16,-3-3-264-16,-3-1-56 15,-2-3-184-15,-3 1-240 0,-4 0-616 16,-4 4-1388-16,-4-12-3929 0</inkml:trace>
  <inkml:trace contextRef="#ctx0" brushRef="#br0">25598 8013 3116 0,'0'0'392'0,"0"0"3664"15,0 0-1360-15,0 0-827 0,0 0-45 0,0 0-220 16,0 0-584-16,0 0-472 15,84 0-312-15,-59-6-236 0,-2 3-148 16,1-4-316-16,4-2-500 0,0 3-552 0,-8-4-1332 16,16-6-3141-16</inkml:trace>
  <inkml:trace contextRef="#ctx0" brushRef="#br0">26504 7563 6988 0,'0'0'4129'0,"0"0"-2281"16,0 0-324-16,0 0 188 0,0 0-152 0,0 0-508 15,0 0-428-15,-88-7-304 0,52 20-16 16,4 6 16-16,-4 3 80 0,0 4-80 16,4-1-164-16,0 3-108 0,4 1 40 15,9-4-40-15,2 1 48 0,6-4-12 16,7 0-72-16,4-3 0 0,0 3 52 0,8-2-16 15,3 2-40-15,2 0 64 0,2 1 25 16,6 2 27-16,-2 0 56 0,1 1-96 16,0 2 52-16,-4-2-76 0,0-4-60 15,0 3 0-15,-9-2-48 0,2-1 48 16,-5 0 8-16,-4 0 4 0,0-3 0 0,-8-2-12 16,0-5-12-16,-4 4 12 15,-8-7 36-15,0 4 84 0,-8-5-76 16,0-1-44-16,0 0-156 0,0-4 56 0,0-3-140 15,1 0-209-15,2-3-223 0,-2-4-8 16,-1-2-412-16,4 0-572 0,4-5-2728 16,-8-13-4713-16</inkml:trace>
  <inkml:trace contextRef="#ctx0" brushRef="#br0">27081 7308 4880 0,'0'0'2044'0,"0"0"2265"16,0 0-2797-16,0 0-340 0,0 0 348 15,0 0-152-15,0 0-252 0,0 0-176 16,-8 92 40-16,4-43-136 0,-4 8-148 15,0 6-27-15,-4 4-113 0,0 3-24 0,0-1-168 16,0 5-40-16,-4-5-128 0,0 4-148 16,4-3-44-16,-4 0-4 0,5-7-12 15,-2 0-160-15,2-8 40 0,7-7-144 16,-5-4-76-16,9-10-96 0,0-4-96 16,0-5-65-16,0-6-231 0,9 0-676 15,-1-7-1072-15,-5-5-2976 0,14-7-4109 16</inkml:trace>
  <inkml:trace contextRef="#ctx0" brushRef="#br0">27312 7763 5652 0,'0'0'6005'0,"0"0"-4557"0,0 0-252 16,0 0 152-16,107 44 108 0,-62-44-220 15,6 0-336-15,5-13-360 0,4-6-236 16,7-9-244-16,-3-4-60 0,4-3-232 15,-8 0-332-15,-5 0-448 0,-7 0-400 0,-8 3-964 16,-16 7-2729-16,-4-7-2483 0</inkml:trace>
  <inkml:trace contextRef="#ctx0" brushRef="#br0">27853 7271 1148 0,'0'0'8892'0,"0"0"-6767"0,0 0-873 15,-43 70 196-15,27-36 88 0,4 4-56 16,0 3-368-16,0 8-400 0,0 1-224 0,5 4-136 16,-2 3-44-16,1 1-152 0,4 2-44 15,0-4-52-15,1 5-12 0,3-7 36 16,0-3-84-16,0-1 0 0,0 2 0 16,0-5 0-16,0-6 12 0,0 1 76 15,0-4-80-15,-4-4-8 0,0-4 0 0,-1-5-124 16,1-3 52-16,0-6-148 15,-3 0-36-15,3-9-24 0,-5-2-60 16,5-5-40-16,0 0 24 0,-3 0 84 0,-1-3 64 16,-1-3 72-16,5-7-120 15,-3-6-188-15,7-6-340 0,0-4-492 16,0 3-1468-16,0-25-2821 0</inkml:trace>
  <inkml:trace contextRef="#ctx0" brushRef="#br0">28316 7643 3860 0,'0'0'6216'0,"0"0"-3799"16,0 0-757-16,0 0-120 0,0 0-148 0,0 0-156 16,0 0-236-16,-27 85-192 15,22-53-224-15,-3-1-132 0,8 2-76 16,0 0-59-16,0-4-121 0,0-4-136 0,4-2-60 15,8-4-48-15,0-3-52 0,4-7-105 16,4-5-223-16,0-1-312 16,8-3-312-16,4-7-712 0,-13-2-2864 0,18-13-4205 15</inkml:trace>
  <inkml:trace contextRef="#ctx0" brushRef="#br0">28702 7619 11925 0,'0'0'2588'0,"0"0"-976"0,0 0 284 16,0 0-308-16,-80 49-524 0,57-31-272 16,-1 4-183-16,4-2-209 0,4-1-148 15,0-3-152-15,12-1-100 16,4-5-144-16,0 3-12 0,12-4 56 0,0 5 100 0,12-6-48 16,0 5-48-16,4-4 88 0,-4 1-52 15,4 4 56-15,-4-3-8 16,-5 3 12-16,1 1 8 0,-3-2 4 0,-10-1 60 15,1-2-12-15,-4 3 52 0,-4-4 32 16,0-2-48-16,0-1-96 0,-4-3 0 16,-4 0-48-16,1 0-12 0,-2 1-304 15,-3-4-209-15,1 0-11 16,2 0 0-16,1-7-308 0,1-2-672 0,7-7-1260 0,-4 3-2605 16,4-25-2603-16</inkml:trace>
  <inkml:trace contextRef="#ctx0" brushRef="#br0">29021 7601 5136 0,'0'0'2460'0,"0"0"2977"16,0 0-3333-16,0 0-268 0,20 88-240 16,-8-62-392-16,-4 0-360 0,4 2-236 0,0 0-220 15,-4 1-228-15,0-1-35 0,-8 1-125 16,0-4-97-16,-4 3-15 0,-12-1-56 0,-4-2-172 15,0 0 24-15,-4-2 8 16,0-5-68-16,5-1-248 0,-5-5-200 16,7-5-436-16,6-4-1096 0,-1-3-3125 15</inkml:trace>
  <inkml:trace contextRef="#ctx0" brushRef="#br0">29344 7817 6704 0,'0'0'6105'0,"0"0"-3037"16,0 0-984-16,0 0 288 0,88 2-463 15,-52-11-761-15,3 0-444 0,6-7-332 0,-6 0-284 16,8-3-88-16,-6 0-60 0,-1 3-240 16,-9 0-352-16,-3 3-160 0,-7 5-193 15,-14 4-823-15,-7 4-1900 0,-4 0-884 16,-16 9-1161-16,5-3 357 0,-30 13 5408 15</inkml:trace>
  <inkml:trace contextRef="#ctx0" brushRef="#br0">29444 7864 1172 0,'0'0'812'16,"0"0"-264"-16,0 0 6388 0,-76 83-4435 15,68-67-841-15,4-4 264 0,4 1 152 0,0-7-384 16,16-3-580-16,3 1-200 0,9-4 13 16,4-10-269-16,9-3-416 0,-6-5-240 15,9-1-88-15,-5-4-132 0,-2-2-228 16,-1 3-353-16,-4-4-415 0,-4 0-920 15,-9 11-2016-15,-3-11-2385 0</inkml:trace>
  <inkml:trace contextRef="#ctx0" brushRef="#br0">29615 7499 2496 0,'0'0'1396'16,"0"0"6045"-16,0 0-5405 0,0 0-100 0,-12 83 44 0,8-55-212 15,-4 7-212-15,4 3-448 16,-4 1-295-16,4 5-161 0,-8-3-72 0,4 4-312 16,0-4-148-16,0 0-120 0,0-6-108 15,1 0-136-15,7-10-252 16,3-3-168-16,13-9 168 0,8-9 83 0,12-4-319 0,4-7-536 16,8-11-1012-16,-9 1-2536 0,21-15-2917 15</inkml:trace>
  <inkml:trace contextRef="#ctx0" brushRef="#br0">30041 7843 7460 0,'0'0'5945'0,"0"0"-4649"15,-48 65 280-15,32-39 904 0,5 0-276 0,-1-8-599 16,7-2-757-16,5-6-440 0,9-4-176 16,2-6 92-16,10 0-36 0,3-6-116 15,8-7-172-15,-1-3-68 0,5-6-268 16,-4 0-292-16,0-3 60 0,-4 2 132 15,-9 1 24-15,-2 6-24 0,-10-3 71 16,-7 3 209-16,0 0 156 0,-7 0 88 0,-10 4 132 16,-2-4-111-16,-5 2-101 15,0 6 36-15,-8 5-44 0,4 3-8 0,-4 0 4 16,-4 11-8-16,4 3 12 0,1 2 0 16,3 0-109-16,3-1-27 15,2 1-144-15,3-3-412 0,4-1-716 0,-4 2-952 16,8-9-1848-16,-4 2-3005 0</inkml:trace>
  <inkml:trace contextRef="#ctx0" brushRef="#br0">30404 7467 13609 0,'0'0'3892'0,"0"0"-2864"0,0 0 212 0,0 0-104 16,84-48-612-16,-57 36-324 0,1-1-200 15,0 1-4-15,0 5-68 0,-1-2-36 16,-6 6-76-16,-5 3-36 0,-4 3-96 0,-8 6 84 16,-4 10 160-16,-4 4 72 0,-8 5 4 15,-12 7 312-15,-4 0-12 0,-4 3 52 16,0 3-68-16,-3-3-91 0,7-2-113 0,0-5 4 15,7-2-4-15,6-4-12 0,6 0-72 16,5-6-8-16,4 3 4 0,0 2-92 16,0-3 36-16,0-2-40 0,9 1 88 15,-1-1 4-15,-4 2 8 0,3-1 68 16,2 2 44-16,3-3-40 16,-5 3 12-16,6-3-76 0,-1-3-8 0,-1-1-48 15,-2 5 44-15,-2-5-8 0,1 2 8 16,-4-2 4-16,0 5 8 0,-4 2 76 0,0 0 48 15,-4 0 124-15,-4 0-124 16,-3 3-132-16,-6-2-60 0,2 3-48 16,-1-8-316-16,-5-1-85 0,6-2-139 0,-2-5-300 15,6-4-256-15,-1-3-1112 0,4-3-3577 16</inkml:trace>
  <inkml:trace contextRef="#ctx0" brushRef="#br0">31535 7429 456 0,'0'0'11117'15,"0"0"-9173"-15,0 0-700 0,0 0 328 16,0 0 8-16,0 0-272 0,0 0-352 0,0 0-384 16,-43 79-204-16,19-59-236 0,-4 2-48 15,-4 3-84-15,4 1-40 0,-4 2 28 16,0 4-72-16,0 0 0 0,-3 3 84 16,-2 3-8-16,1-7-68 0,5 4 76 15,-1-6 4-15,4-4 4 0,8-3 128 0,8-2-128 16,4-7 40-16,4-1-48 15,4 1-72-15,4-1 72 0,13 4 0 16,-2-3 60-16,9 4 48 0,0-3-96 0,4 2-12 16,-1-2 0-16,1-2-8 0,0 1-88 15,-4 0-88-15,0-1 4 0,1 1-152 16,-2-1-252-16,-3 1-372 0,0 0-740 16,-8-7-2260-16,8 1-3549 0</inkml:trace>
  <inkml:trace contextRef="#ctx0" brushRef="#br0">32265 7693 1160 0,'0'0'7504'0,"0"0"-2223"15,0 0-4233-15,0 0-456 0,0 0 616 0,0 0 232 16,0 0-444-16,-45 82-556 0,21-63-292 16,-3 0-148-16,-6 0 88 0,2 1 32 15,-1-1-120-15,5-4-4 0,-6-2-64 16,6-1 68-16,-1-1 0 0,0-5 0 0,4-3 48 15,4 0-48-15,4-3-8 16,0 0-4-16,8 0-48 0,4 0-124 0,0 0 24 16,4-6 48-16,0 0 52 0,0-1-76 15,4-5-108-15,4-2-40 16,4-1-72-16,0 2 184 0,0 1-52 0,0 1 224 0,0 5 0 16,0 6-228-16,0 0 228 15,-4 4 284-15,4 5 28 0,0 3-68 16,3 2 4-16,-2 1-4 0,6 2 88 0,-3-2 36 15,5-2-136-15,2-3 232 16,5-1-108-16,0-6-64 0,4 0-112 16,8-3-132-16,-4-3-48 0,3-3-4 0,-3-7-212 15,4 1-164-15,-4-2-8 16,-4-1 168-16,-9 2 84 0,-2 1 28 16,-10-2 44-16,-2 5-20 0,-5-4 24 0,-4 5 60 15,0 1 84-15,-8-3-84 0,-5-3-148 16,2 4 4-16,-9 2 8 0,-5-2 24 15,-2 6-72-15,-1 0-12 0,4 3-100 16,-4 3 88-16,8 3 32 0,-3 4-56 0,7-4-56 16,4 0-468-16,-1 4-388 0,10-7-556 15,-5 3-936-15,4-2-2653 0,4-2-307 16</inkml:trace>
  <inkml:trace contextRef="#ctx0" brushRef="#br0">32639 7369 3104 0,'0'0'940'0,"0"0"2556"0,0 0-1020 15,0 0-531-15,0 0-209 0,0 0 76 16,0 0-184-16,0 0-440 15,0 0-668-15,0 0-348 0,56-38 12 0,-37 22 24 16,2 4-12-16,3-5-108 0,-1 5 8 16,-3-1 28-16,1 1-112 0,3-2-4 15,-9 5 0-15,1 0 36 0,0-1-44 0,-5 7-48 16,-2-4-16-16,-5 7-8 16,0 0-12-16,-4 0 76 0,4 3-116 0,-4 7 124 0,0 9 320 15,0 6-128-15,-4 4 4 16,-8 5-144-16,0 5 68 0,-8-1-48 15,-4 4-60-15,4 2 40 0,-8-6-52 16,4 4-64-16,1-5 64 0,-1-5 52 16,3 0-44-16,10-7 160 0,-2-3-80 15,6-2-32-15,7-7-56 0,0-1-100 0,0-5-20 16,0-1 24-16,12-3 96 16,-4 0-8-16,3-3-144 0,2 0 4 0,-1 0 136 15,-5 0-60-15,2-3 12 0,-5 3-16 16,0 0-120-16,0 0-60 0,-1 3 256 0,-3 7 0 15,4-1 256-15,-4 7-96 0,4 3-60 16,-4 7-16-16,4 0-80 0,1 4-4 16,3 3 0-16,-1 1 0 15,5 1 4-15,0 0 132 0,4 0-28 16,-8 0 28-16,4-3-4 0,-4-1 40 0,-4-2 72 16,0 0-28-16,-4-4 333 0,0-3-149 15,0-4-216-15,-4 3-112 0,0-2-72 0,0-7-12 16,-4 4 4-16,0-6 8 15,-4 2-4-15,0-2-76 0,-4-1-152 16,-3-2-253-16,-5 2-259 0,-1 1-304 0,-3-3-576 16,4-1-2540-16,-23-4-7169 15</inkml:trace>
  <inkml:trace contextRef="#ctx0" brushRef="#br0">11745 11169 8476 0,'0'0'3113'0,"0"0"-1473"15,0 0-1080-15,0 0-128 16,9-76 352-16,-9 61 652 0,-9-1-180 16,1 2-232-16,-3 3-360 0,-2-2-188 0,-6 3 100 15,2-3 72-15,-2 7-116 0,-1 0-67 16,-8 2-53-16,4 4-76 0,-8 0-92 15,0 0 8-15,-4 4-32 0,-3 6-64 0,-2-2-84 16,2 9-64-16,3-2 52 0,0 4 24 16,4 1-8-16,8-5-76 0,4 4-12 15,8-3-72-15,1 3 84 0,6-6 112 16,1 5-108-16,4 1 0 0,0 4-4 16,4 3 4-16,5-1 68 0,2 0-68 15,6 1 8-15,-2-4 36 0,5 3-48 16,5-2 0-16,-6 3-12 0,9-5 0 15,-4 5-48-15,0-1 12 0,4-3 40 0,-5 3 0 16,5-2-44-16,-4 0-20 0,-8 2 64 16,4-3-88-16,-7-3 84 15,-2 0 8-15,-7-3 4 0,4 0 132 0,-4-1-20 16,0 2-64-16,-4-5-40 0,0 1-4 16,0-3-4-16,0-1-4 0,-8 4 0 15,0-5 4-15,-7 6 0 0,-2-2-36 0,-7 2 36 16,-4-2 0-16,5-3-8 15,-5-2-44-15,4-1-8 0,4-3-108 0,0-3-12 16,4 0-88-16,0 0-32 16,4-3-88-16,4-6-156 0,0-7-165 0,0 0-79 15,8-6-228-15,0-3-696 0,0-1-764 16,0 6-2425-16,5-8-2575 0</inkml:trace>
  <inkml:trace contextRef="#ctx0" brushRef="#br0">12582 11651 548 0,'0'0'2140'0,"0"0"5488"0,0 0-6543 15,0 0-225-15,0 0 32 0,0 0 316 16,0 0-8-16,0 0-292 0,0 0-336 15,0 0-224-15,4 4-112 0,-4-4-24 16,0 0-28-16,0 0-12 0,0 0-8 0,0 0-4 16,4 0 0-16,-4 0 24 0,0 0 12 15,4 0 0-15,-4-4 40 16,4 4 68-16,7-2-72 0,-2-1-12 0,10 0-72 16,-2-3-52-16,7-1-88 0,-1 0-8 15,5 2-40-15,4-2 40 0,0 4-4 16,8-4 4-16,0 3-12 0,3 2-36 0,2-4 48 15,2 2 12-15,5-3 96 16,4-2-20-16,0 4-16 0,4-9 0 16,3 5-60-16,1-4 88 0,0 0-40 0,3 1-60 15,-3-1 0-15,-4 1-12 0,0 2 4 16,-1 0 8-16,-3 3-12 16,-4 4 0-16,-4 3-64 0,0 0-32 0,-5 0 12 15,-7 0-4-15,0 0-180 0,0 0-260 0,-8-5-60 16,-8 1-164-16,4-5-152 15,-5 2-256-15,-6-2-656 0,-2-1-2265 16,-7-2-2563-16</inkml:trace>
  <inkml:trace contextRef="#ctx0" brushRef="#br0">14001 11176 11309 0,'0'0'1884'0,"0"0"-852"0,0 0-212 0,0 0 516 16,0 0-16-16,0 0-284 0,0 0-604 16,0 0-188-16,0 0 184 0,0 0 136 15,35 38-124-15,-23-26-260 0,-4 5-104 16,4 2-16-16,0 0-60 0,0-4 0 0,-4 4-48 16,4 0 36-16,-5 0-40 15,-2 0 48-15,-1 4-8 0,-4 0-244 0,0-2 196 16,-12 8 48-16,-8-1-120 0,0 1 20 15,-8 3 52-15,-4 0 52 0,0-1-64 16,4 4-76-16,-3-3-172 0,6 0 40 16,2-4-28-16,3 1-220 0,4-8-472 15,4 2-812-15,4-6-2684 0,4-3-4565 0</inkml:trace>
  <inkml:trace contextRef="#ctx0" brushRef="#br0">15116 10618 7672 0,'0'0'560'0,"0"0"4073"0,0 0-3777 15,0 0-196-15,0 0 208 0,0 0 444 0,0 0-144 16,0 0-228-16,-32 75-316 0,16-46-228 15,0 2-116-15,-4 5-36 0,0 1-24 16,-3 8-36-16,-5 2-28 0,4 7 4 16,-8 4 60-16,4 5 120 0,0 1-120 15,0 2-216-15,0-2-4 0,0-1-172 16,1 1-12-16,3-7-80 0,0-3-56 0,7-10 4 16,2-5-124-16,7-10 24 0,4-4-52 15,4-9-96-15,0-4-140 0,4-6-528 16,4 1-488-16,0-4-1032 0,-5-3-1677 15,6 0-827-15</inkml:trace>
  <inkml:trace contextRef="#ctx0" brushRef="#br0">15124 10836 9592 0,'0'0'1677'16,"0"0"-877"-16,0 0-32 15,0 0 364-15,0 0 8 0,0 0-112 16,0 0-260-16,24 70-296 0,-16-35-88 0,-1 2 0 16,2 9-24-16,-5 1-68 0,8 1-44 15,0 2 108-15,0-1-76 16,-1-2-32-16,2-3-52 0,-2 0-28 0,6-5-92 15,-6-1-64-15,1-6-12 0,0 2-12 0,-4-2 8 16,4-3-4-16,-4-1 4 16,0-5-48-16,0-1 4 0,0-6 36 15,-4-4-48-15,0 1 48 0,0-6 0 16,0-1-52-16,0-3 16 0,0 0-12 0,-4-3-148 16,0 0-148-16,0 0-72 0,0-3 108 15,0-3 12-15,0 3-264 0,-8-7-120 16,-4 0-172-16,0-2-384 0,-4-4-768 15,4 4-1829-15,-11-11-1271 0</inkml:trace>
  <inkml:trace contextRef="#ctx0" brushRef="#br0">14830 11385 6292 0,'0'0'2156'16,"0"0"-1068"-16,0 0-248 0,0 0 117 0,0 0 427 15,0 0-20-15,0 0-152 0,95-35-116 16,-63 35-212-16,4-3-288 16,-1 3-224-16,5-3-164 0,0 0-208 0,4-1-36 15,-1-2-124-15,2 0-88 0,2-4-308 16,1 1-656-16,-4-1-476 16,-8 4-2585-16,4-3-2867 0</inkml:trace>
  <inkml:trace contextRef="#ctx0" brushRef="#br0">12351 10528 5684 0,'0'0'416'0,"0"0"4152"0,0 0-3511 15,0 0 147-15,11-63 208 0,-6 47 164 16,3 3-160-16,4 3-240 0,-5 2-84 16,6 1-320-16,-2 0-296 0,2 4-136 15,-5 3-24-15,3 0-24 0,-2 3 13 16,-1 4-77-16,-5 6-92 0,1 6-28 16,-4 3-12-16,0 3 24 0,-11 0-52 0,2 4-68 15,-6-4-84-15,2 0 0 0,1-1-72 16,5-6-52-16,-1-5-56 0,3-7 7 15,5 1-59-15,0-7-48 0,0 0-28 16,5 0-36-16,-1 0 88 0,7-11 180 16,1 3 24-16,4-9 40 0,1-2-40 0,-2-3 28 15,-3-4-16-15,4 4 48 16,-4 0-8-16,0 0-40 0,-4 3 52 0,0 7-52 16,1 1 64-16,-2 3-16 0,-3 4 16 15,-4 4-52-15,4 0 72 16,0 0 40-16,-4 4 308 0,4 4 12 0,-4 6-64 15,0-3-108-15,0 3 48 0,0-1-60 16,0-4-64-16,-4 1-72 16,4-4-12-16,0 0-96 0,0-3-16 0,0 1-36 15,0-4-36-15,4 0-12 0,4 0 208 16,0 0 36-16,0 0-28 0,3-4 0 16,6 4-4-16,-6 0 0 0,2 4 0 0,2 5 216 15,-6 4 64-15,3 0-112 0,-5-1 12 16,1 4-16-16,-3-2 40 0,3-3-60 0,-5-1-100 15,1-3-48-15,0 2-48 16,0-6-36-16,0 1-64 0,-4-1-72 16,0-3-308-16,0 0-120 0,5 0-216 0,-5 0-344 15,4 0-372-15,-1 0-424 16,5-3-773-16,-4-1-1915 0,9-8-1007 16</inkml:trace>
  <inkml:trace contextRef="#ctx0" brushRef="#br0">13000 10411 4060 0,'0'0'5156'0,"0"0"-2675"0,0 0-1201 16,0 0-288-16,0 0 300 0,0 0 288 15,0 0-660-15,0 0-388 0,0 0-136 16,0 0-88-16,-75 65 208 0,51-38 56 16,0 1-276-16,3 0-204 0,2 5-92 15,3-7-96-15,4-5-28 0,4-5 4 16,5-6-40-16,3-4 36 0,0-1 124 15,7-5 24-15,5 0 64 0,4 0-88 0,4-5-128 16,0-8-164-16,4 1-140 0,0-8 4 16,-5 1 32-16,2 4 24 15,-6-5 88-15,1 1 12 0,-4 3 24 0,-3 1 84 16,-2 2 164-16,-3 0 104 0,0 4 84 16,0 5 48-16,-4 2 24 0,0 2-12 0,0 0 60 15,0 2-24-15,0 8 12 0,0 6 144 16,0 3-44-16,0 0-164 0,0 3-24 15,4-6-108-15,0 0-100 0,4-4-184 16,0-1 52-16,4-6-4 0,4-2 40 16,-4-3-272-16,4 0-284 0,0 0-240 15,0-6-236-15,-4-2-724 0,-5 1-2041 16,2-3-1875-16</inkml:trace>
  <inkml:trace contextRef="#ctx0" brushRef="#br0">13279 10443 3496 0,'0'0'768'0,"0"0"-232"0,0 0 480 16,0 0 660-16,0 0-196 0,0 0-664 15,0 0-480-15,0 0-40 0,0 0 221 16,0 0 115-16,0 0-56 15,-8-17-104-15,12 15-316 0,-4-2 84 0,0 2 208 16,0-3 124-16,0 5 100 0,0 0 32 16,0 0 0-16,0 0 76 0,0 0-84 15,0 0-152-15,0 0-148 0,0 0-88 16,0 0-52-16,0 0-60 0,0 5-60 0,-4 3-24 16,4 9 120-16,-4 5-36 0,-3 6 328 15,-2 7 88-15,1 6-152 16,-3 3-192-16,-6 8-23 0,-3-2-125 0,1 11-72 15,-5-1 96-15,0-3-144 16,4-3-4-16,4-9-104 0,8-11-48 0,4-9 8 16,4-5 28-16,0-10-125 0,4-1-239 0,0-6-116 15,0-3 28-15,4 0-80 0,0-3-172 16,4-6-448-16,-1-7-484 0,2-3-540 16,2-7-941-16,-2 7-1155 0,-1-13 1120 15</inkml:trace>
  <inkml:trace contextRef="#ctx0" brushRef="#br0">13251 10658 1084 0,'0'0'4288'0,"13"-70"-2936"16,-6 39 92-16,5 2-304 0,0 4 256 0,0 5-31 16,-4 8-201-16,4 9-200 0,-4 3 72 15,4 0 112-15,0 8-424 16,-4 3-180-16,0 5-84 0,0-1-116 0,-8 1-72 0,0 0-24 16,0 3-104-16,0-3-144 15,-8 0 0-15,-4 1-48 0,-1-6-112 16,2-1-24-16,-5 0 60 0,0-4-12 0,1 1-60 15,2-4-28-15,1-3-24 16,0 0-48-16,4 0-140 0,0-3-148 16,1-1-248-16,7-5-440 0,0-1-1024 0,0-5-3261 15</inkml:trace>
  <inkml:trace contextRef="#ctx0" brushRef="#br0">13953 10443 6368 0,'0'0'8281'0,"0"0"-6653"0,0 0-892 15,0 0 576-15,0 0-68 0,0 0-304 0,0 0-292 16,83 28-296-16,-51-28-196 0,0 0-88 15,0-9-68-15,0-2-172 16,4-4-376-16,-9-3-380 0,1-1-284 0,-3-1-608 16,-6-2-984-16,-3 6-2985 0,-8-10-1591 15</inkml:trace>
  <inkml:trace contextRef="#ctx0" brushRef="#br0">14239 10076 1188 0,'0'0'8048'0,"0"0"-5495"0,0 0-965 0,0 0-396 15,0 0 68-15,0 0-44 0,-87 83-272 16,79-50-216-16,-4 4-248 0,8 5-172 16,-5 5-124-16,6 1-136 0,-5 6 24 0,4 0-60 15,-4 3 76-15,0-3-28 0,4-3-12 16,0-6 12-16,-4-1-60 0,4-3-76 16,0-3 16-16,-4 1-16 0,0-6-8 15,-4 0-100-15,0-1-172 0,0-7-72 16,1 1-56-16,-2-4-244 0,-2-6-20 0,2 0-4 15,-2-4-28-15,2-2-40 16,6-4-156-16,-5-2-688 0,3-4-1173 16,-6 0-2463-16</inkml:trace>
  <inkml:trace contextRef="#ctx0" brushRef="#br0">11845 12623 4152 0,'0'0'364'0,"0"0"260"15,0 0 1680-15,0 0 468 0,0 0-571 16,0 0-557-16,0 0-128 0,0 0 252 15,0 0-396-15,0 0-84 0,4-7-68 0,0 7-563 16,-4 7 23-16,8 0-64 0,-1-1-108 16,2 7-60-16,3 3-100 0,4 3-96 15,-1 3-44-15,6 4-64 0,-2 6-12 16,5-1 0-16,0 4-60 0,0 0-68 16,0-3 8-16,0-1-12 0,0 5-4 0,0-5-44 15,-5 1 40-15,5-1 8 16,-3 1-4-16,3-3 4 0,-5-1-4 15,9 1 0-15,-4-1-44 0,8 1 40 16,0 0 0-16,4-1 4 0,-1 4-8 16,2-3 0-16,-5-1 4 0,0-2-52 0,-1-4-36 15,-7 0 24-15,0-6 0 0,-4-4-84 16,-5-2-76-16,2 0-128 0,-6-7-136 16,-2-3-60-16,-1 3-48 0,-4-3 56 15,-4 0-133-15,0-3-71 0,0 0-364 0,-4-4-780 16,-4 1-524-16,-1-1-760 0,-10-2-3457 15</inkml:trace>
  <inkml:trace contextRef="#ctx0" brushRef="#br0">12442 13484 8596 0,'0'0'2312'0,"0"0"-1347"16,0 0-397-16,0 0 604 0,0 0 676 15,4 76-156-15,0-66-516 0,5-1-520 16,-1-2-180-16,-1-2 52 0,5 2 180 16,0-3-136-16,0-4-96 0,8 0 33 15,-4 0 59-15,8-7-240 0,0-5-88 0,4-5-80 16,0-2-148-16,-4-3-12 16,3 0-8-16,-3-4-112 0,0-2-52 0,0 2-56 15,-8-2-112-15,4-3-144 0,-4-5-173 16,-4-2-183-16,0-3-260 0,-5 0-884 15,-2 5-2184-15,-5-14-3445 0</inkml:trace>
  <inkml:trace contextRef="#ctx0" brushRef="#br0">12470 14002 10544 0,'0'0'2541'0,"0"0"-585"0,0 0-632 16,0 0-168-16,0 0-56 0,0 0 140 16,0 0-176-16,108 3-324 0,-77-3-287 0,6 0-213 15,-5-3-104-15,4-4-88 16,-5 1-48-16,1-4-60 0,0-3-124 16,-4 0-437-16,0-1-215 0,-5-3-144 0,-2 1-308 15,-5 0-684-15,-5 3-816 0,-7 4-2041 16,-4-4-1059-16</inkml:trace>
  <inkml:trace contextRef="#ctx0" brushRef="#br0">12697 13958 3208 0,'0'0'4816'0,"0"0"-3068"16,0 0-95-16,-28 91-89 0,24-53 0 0,1 7-116 15,-1 6-244-15,4-1-400 0,0 4-324 16,0-2-156-16,4 0-104 0,-1-3-72 0,1-5-140 15,1-6 4-15,-1-2 0 16,0-11 36-16,0-6-48 0,-1-7-8 16,1-2-52-16,-4-4-28 0,4-3-256 0,0-3-136 15,1 0-164-15,-1 0-224 0,0-9 12 16,3-1-76-16,-3-2-500 16,4-4-780-16,-3 2-2017 0,2-11-423 0</inkml:trace>
  <inkml:trace contextRef="#ctx0" brushRef="#br0">12761 14195 8080 0,'0'0'2512'15,"0"0"-1239"-15,0 0-437 0,0 0 308 0,0 0 124 16,0 0-132-16,0 0-164 0,0 0-304 0,0 0-76 16,0 0 88-16,88 29-104 15,-64-29-516-15,8-10-60 0,-1 1-392 16,5-7-368-16,-4-1-492 0,4-2-476 0,-12 7-892 15,4-4-3029-15</inkml:trace>
  <inkml:trace contextRef="#ctx0" brushRef="#br0">13251 13932 7764 0,'0'0'2256'0,"0"0"-451"0,0 0-349 15,-28 79 208-15,20-47-180 0,-3 9-536 0,-2 0-388 16,-2 4-228-16,2 3-48 0,-6-1-160 16,-5 0-116-16,0 1-8 0,0-3-64 15,0-1-20-15,4-9-116 0,5-1 28 16,6-8 100-16,1-6 60 0,4-5-4 15,4-8-168-15,0-4-76 0,0-3-112 0,4 0-212 16,4-10-84-16,5-5 76 0,2-5-64 16,1-6-356-16,4-5-764 0,0-7-961 0,-5 13-1143 15,10-22 948-15</inkml:trace>
  <inkml:trace contextRef="#ctx0" brushRef="#br0">13260 14049 4892 0,'0'0'4460'16,"0"0"-2795"-16,0 0-725 0,0 0 32 15,0 0 440-15,0 0-236 0,15 79-384 0,-11-47-280 16,-4 3-136-16,4 0 8 16,0 0-52-16,1 0-84 0,2 0-76 15,1-4-48-15,0-2 112 0,0 0-224 0,0-10-12 16,0 0-4-16,0-7-60 0,0-5 52 16,-4-1-108-16,0-3-16 15,-4-3-136-15,0 0-248 0,0 0-228 0,-8-3-32 16,-4 0-48-16,-4-7 84 0,-8 4 96 15,0-7 152-15,0 1-128 16,-3-1-56-16,3 1 512 0,4-4 168 0,-1 3 552 0,10-4-16 16,3 11 104-16,4 0 108 15,4-1-152-15,0 7-220 0,8-6-100 16,7 0-36-16,6-7 164 0,6 1 48 0,9-4-192 16,0-3-260-16,0-3-48 0,4-1-204 15,-8 1-412-15,0-1-632 0,-13 4-792 0,5-6-3505 16</inkml:trace>
  <inkml:trace contextRef="#ctx0" brushRef="#br0">13722 13964 3676 0,'0'0'4420'0,"0"0"-3020"0,0 0-260 15,0 0 5-15,0 0 71 0,0 0-20 16,0 0-172-16,-48 88-80 0,44-59 132 16,0 6-48-16,0 7-252 0,-5 2-16 15,2 3-88-15,3-2-136 0,-4 0-172 0,4-5-120 16,-1-5-108-16,5 0-80 0,0-10-56 15,0 1-48-15,0-8-28 0,5-1-56 16,3-8-208-16,0-2 0 0,8-7-184 0,0 0-152 16,8-12-180-16,7-9-504 0,-6 3-1260 15,10-23-4081-15</inkml:trace>
  <inkml:trace contextRef="#ctx0" brushRef="#br0">14200 13897 8564 0,'0'0'2729'0,"0"0"-705"16,0 0-200-16,0 0-140 15,0 0-392-15,0 0-404 0,-36 73-324 0,24-52-296 16,-4 2-180-16,4-1-84 0,0-3 0 16,0 3-4-16,4-5-8 15,4-5 8-15,4 1 60 0,0 3 172 0,0-4-48 0,8 7-88 16,0-2-8-16,4 2-40 15,0 0 24-15,4 3-24 0,-4-3 0 16,0 0 4-16,-1 0-40 0,-2-1 60 0,-1 3-24 16,-1-2-40-16,-3-5 52 0,-4 5 16 0,0 1-64 15,-4-1 28-15,-7 0-40 16,-2 0-136-16,-6-3-20 0,3 0-124 16,-9-4 60-16,2-6-148 0,-1 1-268 0,0-4-152 15,0 1-224-15,5-4-148 0,-2-4-348 16,6-6-960-16,6 1-2749 15,2-13-1107-15</inkml:trace>
  <inkml:trace contextRef="#ctx0" brushRef="#br0">14502 14021 6976 0,'0'0'2880'0,"0"0"-855"15,0 0-249-15,0 0-244 0,53 79-288 0,-46-57-272 16,1 7-436-16,0-1-216 0,0 1-72 16,-8 3-28-16,4-1-108 0,-4 5-28 15,-4 1-76-15,-12-2 32 0,-4 7-40 0,-12-4-348 16,-4 0-56-16,-3 4-4 16,-5-4-188-16,-4-1-4 0,0-5-40 15,0-1 72-15,0-4-312 0,1-6-596 0,15-5-1545 16,-20-3-3151-16</inkml:trace>
  <inkml:trace contextRef="#ctx0" brushRef="#br0">14733 13408 3192 0,'0'0'5888'0,"0"0"-1211"16,0 0-2617-16,0 0-572 0,0 0-272 15,0 0-172-15,0 0-336 0,0 0-328 16,0 0-380-16,0 0-136 0,64-67-132 16,-48 45-392-16,4 0-312 0,-4 0-352 0,0-4-616 15,-4 7-1212-15,8-9-3301 0</inkml:trace>
  <inkml:trace contextRef="#ctx0" brushRef="#br0">15128 12821 4744 0,'0'0'440'0,"0"0"-60"15,0 0 4132-15,0 0-3119 0,0 0-673 16,0 0-720-16,0 0-940 0,32-70-1241 0,-16 44-1731 0</inkml:trace>
  <inkml:trace contextRef="#ctx0" brushRef="#br0">15324 12497 4196 0,'0'0'168'0,"0"0"184"16,0 0 4304-16,0 0-3027 0,0 0-421 0,0 0-352 15,0 0-360-15,0 0-228 0,47-67-228 16,-39 58-40-16,-5 2-320 0,2 1-60 16,-1 2-32-16,-4 4-112 0,0-2-180 15,0 2 524-15,0 0 180 0,0-5 168 16,0 5-4-16,0-2 160 0,4-2 112 15,-4-1-388-15,4-5-48 0,0 0-484 16,0-3-468-16,-1 1-677 0,2 3-691 0,-1-1-52 16,0 0-312-16,-36 100 636 0</inkml:trace>
  <inkml:trace contextRef="#ctx0" brushRef="#br0">15423 12297 3068 0,'0'0'2528'0,"0"0"-252"0,0 0-252 0,0 0-271 15,0 0-397-15,0 0-424 0,0 0-352 16,0 0-300-16,0 0-280 0,0 0-144 0,8-7-196 15,-8 4-308-15,0 3-260 16,0 0-116-16,0 0-213 0,0 0-315 0,0 0-56 16,0 0 228-16,0 0 468 0,0 0 860 15,0 0 52-15,0 0 508 16,0 0 0-16,0-3-92 0,4-3-416 0,3-1-128 16,2 4-1292-16,3-9-1540 0,-44 43 1044 15</inkml:trace>
  <inkml:trace contextRef="#ctx0" brushRef="#br0">15423 12297 3208 0,'40'-32'808'0,"-44"35"-468"0,0 0 1820 16,-4 0 580-16,-1 1-983 0,-2 2-485 15,-6 0-172-15,2 4 44 0,-5 2-124 16,-8 1-140-16,-8 6-144 0,0 1-64 16,-7-1 20-16,-1 2 44 0,-4 5-148 15,0-4-136-15,1 4-272 0,6-7-180 0,6-1-120 16,7-5-248-16,12-2-344 0,7-9 160 15,9-2-88-15,13-9-552 16,6-11-632-16,2 1-3125 0,22-16-3199 0</inkml:trace>
  <inkml:trace contextRef="#ctx0" brushRef="#br0">15395 12290 4104 0,'0'0'676'0,"0"0"5216"16,0 0-4155-16,36 63 163 0,-25-33-540 15,10 3-280-15,-1 7-468 0,4-3-536 16,-1 2-76-16,5-2-624 0,0-2-908 16,-8-6-740-16,8 9-3509 0</inkml:trace>
  <inkml:trace contextRef="#ctx0" brushRef="#br0">15554 13278 3876 0,'0'0'4796'0,"0"0"-3152"0,0 0-355 16,0 0 147-16,0 0 392 0,0 0-204 16,0 0-368-16,0 0-304 15,0 0-288-15,0 0-152 0,0 0-144 0,56-20-124 16,-37 11-60-16,6 0-52 0,-5-1-20 16,0 1-64-16,-1-1-36 0,2 3-4 15,-6-2-8-15,2 3-48 0,-6 3-24 16,2 3-16-16,-6 0 4 0,1 0-4 0,-4 0 88 15,5 5 132-15,-2 8-20 16,-3 4 20-16,4 2 40 0,-4 3 8 16,-4 3-8-16,0 0-52 0,0 7-48 0,0-4-56 0,0 8-4 15,0-4 36-15,-4-1-36 16,0 4-4-16,0-2-4 0,0-2-4 16,0-6-48-16,1-4 40 0,3-1-92 0,-5-7-168 15,5-4-72-15,0-2-160 16,0-4-196-16,0-3-200 0,5 0-312 15,-2 0-604-15,-3-3-1420 0,0-7-3997 0</inkml:trace>
  <inkml:trace contextRef="#ctx0" brushRef="#br0">15590 13572 11701 0,'0'0'2068'15,"0"0"-688"-15,0 0-576 0,0 0 288 16,0 0-248-16,0 0-240 0,0 0-96 15,0 0-216-15,95 4-292 0,-59-10-140 16,1 0-380-16,-2-5-256 0,1 2-404 16,0-1-316-16,-12 1-2580 0,4 3-3545 15</inkml:trace>
  <inkml:trace contextRef="#ctx0" brushRef="#br0">15515 13852 8836 0,'0'0'2185'0,"0"0"-861"0,0 0 28 16,0 0 408-16,0 0-356 16,0 0-620-16,0 0-324 0,0 0-176 15,0 0-40-15,103 10-244 0,-55-32-192 0,3-4-252 16,1-5-164-16,-3-1-88 0,-2 0-348 16,-15 3-980-16,12-9-3169 0</inkml:trace>
  <inkml:trace contextRef="#ctx0" brushRef="#br0">16319 13021 432 0,'0'0'10272'0,"0"0"-7707"16,0 0-753-16,0 0-300 0,0 0-280 15,-20 79-136-15,12-47-296 0,4 5-288 0,-3 5-180 16,-2 2-80-16,5 1-140 0,0-4-16 16,-3 1-88-16,3-2-8 15,0-5 0-15,-1-3-232 0,5-6-400 16,0-3-188-16,0-9-352 0,0-1-740 0,0 0-2772 16,5-6-4985-16</inkml:trace>
  <inkml:trace contextRef="#ctx0" brushRef="#br0">16248 13836 14781 0,'0'0'2460'0,"0"0"-1928"16,0 0-432-16,0 0 60 0,0 0-28 16,0 0-132-16,0 0-892 0,0 0-736 0,0 0-1440 15,87 4-4745-15</inkml:trace>
  <inkml:trace contextRef="#ctx0" brushRef="#br0">11821 10224 6460 0,'0'0'820'0,"0"0"972"16,0 0-1316-16,0 0 132 0,0 0 297 0,0 0 623 15,0 0-112-15,0 0-432 0,0 0-240 16,24 88 136-16,-8-59 228 0,-4-1-392 15,0 4-76-15,-5-4-52 0,1 1 12 16,1 0-112-16,-1 2-208 0,-5 1-84 0,5 3 24 16,1 4-124-16,-1-5-84 0,3 1-8 15,-3 3-4-15,-3-5-8 16,2-3 0-16,-3-4-52 0,4-7 60 0,-4-3-12 16,1-3 12-16,-1-7-4 0,-1 1-8 15,1-5-48-15,0-2 56 0,0 0 0 0,0 0 4 16,0-2 64-16,8-8 300 0,4-6-147 15,0-7-129-15,0-2-84 16,0 0 8-16,4-7-12 0,-4-3-80 0,-5 1-80 16,6-4-61-16,-10-4 5 15,6 4-40-15,-5-3-96 0,-1-5-88 16,1 6-100-16,1 3 28 0,2 1 44 0,-3 7-208 16,1 4-68-16,-2 9-176 0,-3-1-140 15,0 9-812-15,-4 4-1077 0,-4-2-2075 16</inkml:trace>
  <inkml:trace contextRef="#ctx0" brushRef="#br0">11900 10636 1280 0,'0'0'6580'16,"0"0"-4984"-16,0 0 249 15,0 0-129-15,0 0 252 0,0 0-912 16,0 0-400-16,104-32-232 0,-79 22-152 0,6 4-272 16,-4 0-196-16,1 0-116 15,4-1-480-15,0 1-428 0,-4 2-940 0,4-2-2765 16,-12 3-2371-16,4-3 7284 0</inkml:trace>
  <inkml:trace contextRef="#ctx0" brushRef="#br0">17244 13493 1304 0,'0'0'2100'0,"0"0"804"16,0 0 1773-16,0 0-3509 0,0 0 8 16,0 0-32-16,63-70 152 0,-55 61-188 0,-4 3-204 15,-4 0-136-15,0 2-300 0,0 1-100 16,0 3 72-16,0 0 196 0,-4 0-160 16,0 0-148-16,-7 0-108 0,-2 7-220 15,-6 2-88-15,-9 3 0 0,-4 8 76 16,4-5-36-16,0 4 40 0,4-3-4 15,8-6-48-15,4-1 48 0,8-5-36 16,0-1 36-16,4-3-52 0,0 0 16 0,0 0-172 16,4 0 28-16,4 0-28 0,-3-7 12 15,2 4 96-15,5 0 108 16,0-3 0-16,0-1-68 0,0 1-112 0,4 3 112 16,-4 3 64-16,4 0-56 0,-4 0 60 15,0 9 4-15,4 4 0 0,-5 3 100 16,2 6 96-16,-2 4-76 0,-3 2-32 0,1 1-28 15,-2 2-52-15,-7-2 0 0,4 3 4 16,-4-4 72-16,0 2-8 16,-4-2 56-16,-3 0-8 0,-6-3-4 0,2 1-44 15,-6-7 8-15,6 0-24 0,-1 0 0 0,-1-7-48 16,2 1 40-16,-2-2-44 16,6-5 64-16,-1-3-60 0,0 0 48 15,-1-1 12-15,2-2-24 0,-1 0-48 0,0-5-84 16,0-4-36-16,0-4-76 15,0-7-120-15,4-2-52 0,-3-6-144 16,7-4-88-16,-5 0-52 0,5-7-276 0,0 1-536 0,5 1-616 16,-5 8-1749-16,11-12-819 15</inkml:trace>
  <inkml:trace contextRef="#ctx0" brushRef="#br0">17491 13334 4728 0,'0'0'1916'0,"0"0"-360"0,0 0-324 16,0 0 485-16,0 0-85 0,0 0-512 16,0 0-208-16,84 13-16 0,-77-7 120 0,-3 7-84 15,4 0-360-15,-8 3-192 0,0 3-60 16,0 0-12-16,-8 0-64 0,1-3-60 15,-1 3-72-15,-5-6-100 0,6-1-8 16,3-2-4-16,0-4-12 0,4-2-36 16,0-4-4-16,0 0 44 0,0 0-4 15,0 0 12-15,0 0 4 0,4-4 108 16,0-2 12-16,7-4-64 0,2-2-60 16,-2-4-220-16,6-3-112 0,2-3-160 0,-3 0-248 15,4-1-140-15,-4 1-192 0,4 4-188 16,0-1-620-16,-4 5-2553 0,3-2-2419 15</inkml:trace>
  <inkml:trace contextRef="#ctx0" brushRef="#br0">17865 13366 10828 0,'0'0'1913'16,"0"0"-449"-16,0 0-464 0,-28 74 732 0,20-56-72 15,5-1-652-15,-5-8-604 0,8 0-340 16,0-2-64-16,0-4-48 0,4 0 0 15,3-3-64-15,5 0-96 0,8 0-96 0,0-9 32 16,4-1-60-16,0-2-12 16,0-1 72-16,-9 0 60 0,2-3 172 15,-6 4 40-15,-2-1 148 0,-1 0 76 0,-4 1 8 16,-4-2 76-16,0 3-36 16,0 0-12-16,0 3-40 0,-4 1 36 0,-4 3 100 15,3 4-112-15,-3 0-136 0,1 4-108 16,-5-2-232-16,0 8-36 15,4-1 108-15,-4 4 16 0,4-3-16 0,4 0-308 0,4-5-260 16,0-1-136-16,0-4 104 16,7 0 80-16,6 0-652 0,2 0-536 15,2-6-32-15,-2-4-725 0,6 0-235 0,-1 1 84 16,-5-4 1000-16,2 7 1060 0,-2-1 716 16,-2 5 1512-16,-6 2 1084 0,-3 0 200 15,4 0-368-15,-8 7-571 0,4 5-381 16,-4-3-164-16,0 7-240 0,0-1-216 0,0 2-28 15,0-2-192-15,0-2-204 16,0-3-208-16,5-4-152 0,-2 0-60 16,5-2 52-16,0-4 20 0,0 0 4 0,4 0-88 15,4 0-320-15,0-7-152 0,-1-2-184 16,2-1-44-16,3 1 20 0,-4-2-64 16,4 3-152-16,-5 2-392 0,2-5-548 15,-2 3-493-15,-2-3 225 0,2-1 908 0,-2 3 440 16,-6-1-276-16,5 1-180 15,-8-1 288-15,4 4 564 0,-4-4 360 16,-4 7 352-16,4-3 196 0,-4 6 12 0,0-4-560 16,4 1-1280-16</inkml:trace>
  <inkml:trace contextRef="#ctx0" brushRef="#br0">18451 13319 116 0,'0'0'5280'0,"0"0"-2276"0,0 0-391 15,0 0-445-15,11 70-368 0,-11-43-412 16,0 6-280-16,0 5-292 0,0 0-112 0,0 3-104 15,0 1-136-15,0 2-24 0,0 3-96 16,0-5-64-16,5 6-64 0,-1-7-32 16,0 0-40-16,4-3-32 0,-5-3-104 15,6-2 40-15,-5-5-44 0,0-3-4 16,0-3-12-16,0-3-60 0,-1-3-40 16,-3 0-8-16,4-7-76 0,0 1-84 15,1-4-48-15,-5-2-12 0,4-1-4 16,0-3-24-16,0 0 52 0,3-7-64 0,6-2-40 15,-2-7-148-15,1-6-140 0,4-7-432 16,0-5-1016-16,0-5-1989 0,-4 7-431 16,0-18-644-16</inkml:trace>
  <inkml:trace contextRef="#ctx0" brushRef="#br0">18674 13481 8584 0,'0'0'2224'15,"0"0"-415"-15,0 0-621 0,0 0-212 0,0 0-184 0,0 0-96 16,0 0-448-16,0 0-108 15,0 0 44-15,0 0-84 0,84 3-100 16,-68 10 0-16,-4-1 0 0,-5 1 88 0,1-1-24 16,-3-2-64-16,-5-1-28 15,0-2-80-15,-9-1 104 0,-2 0 4 16,-10 5-60-16,-2-5-92 0,-5 0-172 0,-4-3-128 16,4-3 0-16,4 0-344 15,4 0-232-15,8-7-452 0,5 2-1109 0,7-9-1947 16</inkml:trace>
  <inkml:trace contextRef="#ctx0" brushRef="#br0">19276 13423 9200 0,'0'0'2361'0,"0"0"-913"0,0 0-200 15,0 0 304-15,84 32-224 16,-61-25-164-16,9-4-276 0,-1-3-312 16,6 0-220-16,-1-10-160 0,0-2-196 0,-1-1-40 15,1-6-560-15,-4-3-444 16,-4-1-304-16,-8-2-492 0,-5 9-1364 0,-2-19-3349 16</inkml:trace>
  <inkml:trace contextRef="#ctx0" brushRef="#br0">19543 13081 6732 0,'0'0'2596'0,"0"0"-527"0,-41 70-301 15,34-38 172-15,-1 1-184 0,8 9-388 16,0-3-300-16,0 3-220 0,0-2-140 16,8 2-212-16,-4 2-92 0,-1-3-139 0,6 0-93 15,-5 1-16-15,0-1-60 0,0 0-80 16,-4 0-12-16,4-6-4 15,-4 1 0-15,0-5-8 0,0-2-92 0,0-4 28 16,0 1-72-16,0-4 32 0,0-3 68 16,0-1 44-16,0-1 0 15,0-4 8-15,0-1-4 0,0-5-4 0,0 2-4 16,0-6-56-16,0-3-133 0,0 0-111 0,0 0-172 16,0 0-72-16,0-3-112 0,-4-3-76 15,-4-8-324-15,4-5-172 16,-1-2-680-16,1 2-1184 0,1-16-2785 0</inkml:trace>
  <inkml:trace contextRef="#ctx0" brushRef="#br0">19323 13052 8492 0,'0'0'1360'15,"0"0"-147"-15,0 0 35 0,52-73 332 16,-36 54-340-16,0 0-220 0,0 3-56 16,0 3-120-16,0 1 44 0,-4-4-372 15,8 3-516-15,-5 0 0 0,2 4-148 16,-6-1 60-16,6 4-44 0,-6 3-52 16,1 3-28-16,1 6 212 0,2 10 212 0,1 3-52 15,5 3-64-15,-2 4 16 0,5 2 108 16,4-6-120-16,4-2-96 0,0-1-4 15,0-6-4-15,3-4-60 0,5-3-156 16,0-6-520-16,4 0-436 0,-5-3-564 16,-7-7-2628-16,9-9-4665 0</inkml:trace>
  <inkml:trace contextRef="#ctx0" brushRef="#br0">13327 12386 3300 0,'0'0'4372'16,"0"0"-3528"-16,0 0-492 0,0 0 60 15,0 0 2181-15,0 0-953 16,0 0-160-16,0 0-484 0,28 37-216 0,-28-17 52 15,4 8-40-15,-4 7-56 0,-4 6-168 16,-4 3-152-16,-4 8-148 0,-4 2-84 16,0 0-76-16,0-3-100 0,0-4-8 0,9-3-48 15,3-5-40-15,4-11 88 0,0-2 160 16,7-8-52-16,9 1-56 0,4-6-40 16,4-6 48-16,4-1 0 0,8-6-48 15,4-6 32-15,4-7-44 0,-1-6-48 16,1-3 0-16,4-1-36 0,-5-4 36 15,2-3-100-15,-2-1-84 0,-3-1 48 16,-4-3 0-16,-4 0-108 0,0 0 12 0,-9-3-28 16,5 0 72-16,-7 0 4 0,-1 0 24 15,-5 2 8-15,-2 5 152 16,-6 2 48-16,-3 4 8 0,0 6 140 0,-4 3 36 16,-4 4 28-16,0 2 56 0,-8 1 64 15,4 2-256-15,0 1-76 0,-3 3-184 16,2 0-112-16,2-1-384 0,-1 1 188 15,4-4-588-15,-5 2-860 0,5-2-2505 0,1-6-3255 16</inkml:trace>
  <inkml:trace contextRef="#ctx0" brushRef="#br0">14036 12265 1228 0,'0'0'10845'0,"0"0"-9353"0,0 0-996 15,0 0-88-15,0 0 512 16,-99 38 52-16,71-22-400 0,0-1-364 0,0 1-208 0,0 3 0 16,0 3 0-16,0-2-12 15,0-1-212-15,0 3-24 0,9-6-396 16,3-6-336-16,4-4-72 0,12-6-196 0,0 0-1401 16,4-10-3811-16</inkml:trace>
  <inkml:trace contextRef="#ctx0" brushRef="#br0">14064 12315 11909 0,'0'0'1676'0,"0"0"-800"0,0 0-320 15,0 0 300-15,83 76 232 0,-58-56-652 16,6 2-436-16,1-3-224 0,9 0-1016 0,2-6-472 16,-11 0-2657-16,20-4-4315 0</inkml:trace>
  <inkml:trace contextRef="#ctx0" brushRef="#br0">3179 16202 7928 0,'0'0'1180'0,"0"0"3693"0,0 0-3609 15,0 0-192-15,0 0 76 0,0 0-108 16,0 0-192-16,0 0-248 15,-8 0-124-15,8 0-160 0,0 0-72 0,0 0-12 0,4 0-48 16,-4 0 8-16,0 0-8 16,0 0-27-16,4 0-21 0,3 0-40 15,6 0-12-15,11 0 84 0,8 0 40 0,11 0 240 16,10 0-60-16,10 0-172 0,9 0-96 16,12-4 12-16,3 2-56 15,9-5-76-15,3 4-60 0,1-3-12 0,0-1-60 16,-5 4-48-16,1-4 72 0,-8 5 96 15,-5 2-64-15,-3-5 16 0,-9 5-60 0,-3 0 0 16,-5 0-100-16,-3 0-8 16,-8 0 32-16,-3 0-104 0,-6 0-89 15,-3 0-123-15,-9-2-364 0,-3 2-816 0,-3 0-1300 16,-1 0-3541-16</inkml:trace>
  <inkml:trace contextRef="#ctx0" brushRef="#br0">6896 16506 8960 0,'0'0'4561'15,"0"0"-3761"-15,0 0-4 0,0 0-168 16,0 0 140-16,0-82 16 0,8 47-64 0,0-3-152 16,4-9-160-16,0-1-116 0,4-6 4 15,-4-6-64-15,4-1-96 0,0-5-136 16,0-1 0-16,0-7-12 0,4 2-160 16,-5-1 112-16,6 0 8 0,-1 3-44 0,3 3-100 15,-7 3-40-15,5 11 76 16,-6 9 16-16,-2 2 56 0,-2 10 80 15,1 10-40-15,-3 3 44 0,-6 6 4 0,1 7 96 16,0 3-8-16,-4 0-16 16,4 3 28-16,-4 0 96 0,0 3-132 15,0 0-56-15,4 10-8 0,0 2 172 0,8 12 64 16,0 3-116-16,4 9-20 0,0 9-92 16,0 5 0-16,3 10 0 0,-2 4-8 15,2 10-68-15,-3 2 56 0,0 4 8 0,0-1 4 16,-4 1 8-16,0-10 0 0,0-10 0 15,-4-5 8-15,0-14 44 16,-4-9-48-16,4-7 0 0,-4-6-12 0,0-5-48 16,-1-9-4-16,-3-1 40 0,0-3-72 15,0-4-28-15,0 0 64 0,0 0 36 16,0-4-404-16,0-3-152 0,0-1 52 16,-7-9-92-16,-9-2-136 0,0-6-224 0,-8-4-748 15,5 11-2205-15,-17-17-1063 0</inkml:trace>
  <inkml:trace contextRef="#ctx0" brushRef="#br0">7084 15963 10748 0,'0'0'1285'0,"0"0"-477"16,0 0-120-16,0 0 452 0,0 0-156 16,0 0-416-16,0 0-316 0,0 0-176 15,0 0 84-15,0 0 312 0,80-9 112 16,-37 9-300-16,0-3-284 0,2 0-184 15,-2 3-52-15,2-6-100 0,-6 2-360 16,5-3-296-16,0-1-588 0,-8 1-1492 0,12-3-4857 16</inkml:trace>
  <inkml:trace contextRef="#ctx0" brushRef="#br0">8618 15998 13509 0,'0'0'1104'0,"0"0"-664"15,0 0-440-15,0 0 440 0,0 0 408 0,0 81 260 16,0-51-404-16,0 6-408 0,0-1-208 16,0-4-40-16,0-5-48 0,0-4-36 0,0-9-188 15,0-4-96-15,0-9-372 16,0 0-296-16,0-13-512 0,4-6-684 0,-4 0-2697 15,0-22-2627-15</inkml:trace>
  <inkml:trace contextRef="#ctx0" brushRef="#br0">8406 15627 1656 0,'0'0'10469'15,"0"0"-9041"-15,0 0-740 0,0 0-260 0,0 0 420 0,0 0-4 16,0 0-560-16,88-36-284 15,-48 34-704-15,-1-1-1084 0,-2 0-1412 0,6 3-5197 0</inkml:trace>
  <inkml:trace contextRef="#ctx0" brushRef="#br0">9136 15849 11837 0,'0'0'1968'0,"0"0"-880"0,0 0-232 0,-37 67 636 15,26-41-180-15,-5-5-564 0,0 5-452 0,4-7-292 16,0 3-4-16,4-6-48 16,4-3-64-16,4-4-36 0,0-3 88 15,4 1-12-15,4-4 72 0,8 0 56 0,3-3 28 16,9 0 52-16,0 4-84 16,0-4-40-16,-4 2 48 0,4 5-48 15,-3 2 184-15,-2 1-12 0,-3 2 72 0,0 5 36 16,-8 2 136-16,-1-3-16 0,-2 3-60 15,-5 0-216-15,0-3-15 0,-4-1-109 16,0 1-12-16,-8-5-36 0,4-6-121 16,-5 2-99-16,2-5-120 0,-5-2-100 0,-4 0-48 15,0-6-152-15,-4 0-184 0,4-3-252 16,-4-1-704-16,4 4-1328 0,-7-7-3921 16</inkml:trace>
  <inkml:trace contextRef="#ctx0" brushRef="#br0">10829 16186 7672 0,'0'0'2180'0,"0"0"-891"16,0 0-157-16,0 0 92 0,0 0 72 0,0 0-212 15,0 0-404-15,0 0-284 0,-84-60-196 0,73 60 148 16,2 0 296-16,-6 12 184 0,2 6-620 15,-2 12-136-15,2 8 4 0,1 6-4 16,1 4-68-16,2-1 96 0,1-2-4 16,5-10-96-16,-1-6-52 0,4-17-96 15,0-3-24-15,0-4-48 0,7-5 220 16,6-11 96-16,6-4 24 0,9-8-120 0,0-5-232 16,0-7-164-16,-4 0 76 15,0 3 160-15,-8 11 108 0,4 2 40 0,-4 8 0 16,-4 8 12-16,4 3 284 0,-5 0-12 15,2 7-100-15,-6 2 172 0,1 3 64 16,-4 5-44-16,1 2-156 0,3-3-132 16,-8 0-72-16,3-1-4 0,1-2-48 15,0-6-112-15,5 2-36 0,-1-3-36 16,-1-2-136-16,1 2-312 0,1-3-260 0,2-3-408 16,-3 3-1340-16,5-3-3285 0</inkml:trace>
  <inkml:trace contextRef="#ctx0" brushRef="#br0">11881 16237 4560 0,'0'0'6377'0,"0"0"-5389"16,0 0-232-16,0 0 444 0,0 0 180 0,99 31-36 15,-63-27-412-15,8-4-396 0,0-4-252 16,-5-12-112-16,6-3-136 0,-6-6-36 15,1-6-320-15,-3-4-288 0,-6-1-400 0,-7-2-628 16,-4 13-1108-16,-9-16-2857 0</inkml:trace>
  <inkml:trace contextRef="#ctx0" brushRef="#br0">12112 15719 7988 0,'0'0'468'16,"0"0"1564"-16,0 0-691 15,0 0-405-15,-8 70 300 0,16-32-60 0,4 14-172 0,0 4 84 16,8 7-160-16,-5 1-148 0,-2 9-144 16,2 0-244-16,-7 3-160 0,-3 1-120 0,-1-5-104 15,-4-1-8-15,0-8-8 16,0-9-80-16,0-3 4 0,-4-11 36 0,-1-7-40 16,1-5-20-16,0-5-200 0,4-11-208 15,0-2-196-15,0-7-180 16,0-3-180-16,0-6-564 0,0-10-936 0,0 3-1785 0,4-19-927 15</inkml:trace>
  <inkml:trace contextRef="#ctx0" brushRef="#br0">12351 15986 7020 0,'0'0'5117'0,"0"0"-4237"15,0 0-268-15,80-13 668 16,-52 17 208-16,-1 5-392 15,1 3-352-15,-4 5-128 0,0-2-16 0,-4 7-184 16,-4 0-132-16,0 4-112 0,-8 3-88 0,-4 5-36 16,-4 5 0-16,0 2-48 0,-12 3-52 15,0 0-180-15,-4-5 12 0,4-4 148 16,0-13 72-16,4-6 120 0,5-10 40 16,-2-3 60-16,5-3-48 0,0-6 32 0,0-10-192 15,5-9-12-15,2-7-12 0,5-10-36 16,4-5 48-16,0-4-120 0,8 1-64 15,-4 2-48-15,-1 4 12 0,-2 2-112 16,-2 8-392-16,2 2-348 0,-6 3-244 0,6 4-484 16,-6 8-2605-16,2-2-2739 0</inkml:trace>
  <inkml:trace contextRef="#ctx0" brushRef="#br0">12805 16170 11925 0,'0'0'1892'0,"0"0"-952"0,0 0-212 15,0 0 580-15,0 0-180 0,24 70-496 0,-12-64-388 16,8-3-192-16,-4-3 32 16,8 0-84-16,-4-9-108 0,3-4-128 15,1-3-232-15,0-3-200 0,-3-3-92 0,-2 0-72 16,1 0 156-16,-4 2 32 0,-4 1-284 16,-4 4 124-16,-4 5 268 15,0 0 100-15,-4 4 0 0,0 3 436 0,-4 3 396 0,0 3 476 16,-4 7 112-16,0-1-540 0,0 7-40 15,0 1 52-15,4 1-28 16,-3 1-88-16,2 0 0 0,5-3 12 0,0-3-16 16,0 0-84-16,0-7-252 0,5-6-88 0,6 3 88 15,1-3 64-15,4 0 36 16,0-7 24-16,8-2-12 0,0 0-104 16,4-1-8-16,-4-4 0 0,-1 6 40 0,1-9-40 15,-4 5 0-15,0-1 0 16,-4-6 112-16,-4 4-60 0,0-5-52 0,-8 1-208 15,0 4 88-15,-4 2 120 0,0 0 220 16,-8 4 44-16,-4 3-68 16,-8-4-132-16,0 6-8 0,0 4-52 15,-3 0 104-15,-5 4-60 0,4 9-36 0,0 3 76 16,-4 6-4-16,3 6 52 0,2 5 112 16,3 0 60-16,5 6 208 0,2 2-236 15,1 0-168-15,5 0-112 0,2-3-8 0,5 1-140 16,0-4 64-16,5-6 80 15,6-1-4-15,1-3-4 0,8-6-72 0,4-2 24 16,4-9-4-16,0-1 16 0,8-7-12 16,0-3 52-16,7-9-80 0,1-8-20 15,-4-2-140-15,3-3-256 0,2-4-276 16,-6-3-328-16,1 4-516 0,-3-1-868 0,-14 8-2269 16,13-9-787-16</inkml:trace>
  <inkml:trace contextRef="#ctx0" brushRef="#br0">13761 16087 11925 0,'0'0'1956'0,"0"0"-1324"0,0 0-376 15,0 74 524-15,-3-46 888 0,-1 4-432 16,-1-1-436-16,5-4-320 0,0-8-152 16,0-5-120-16,5-3-96 0,2-8-40 0,5 0-24 15,4-3 28-15,0-6-76 0,4-7-132 16,4-6-40-16,-1-4 52 0,-2-2-28 15,-1-3-72-15,-1 2-60 0,-6 0 68 16,-5 8 104-16,-1-1 44 0,-7 2 56 0,0 6-76 16,-7-3-28-16,-9 4 40 0,0 8 72 15,-1-2 48-15,-2 8 344 16,3 8-36-16,-4 10-112 0,0 10-48 0,5 10 0 16,-2 5 172-16,1 5 44 0,4 0 184 15,4 0-351-15,-4-2-245 0,12-4-93 16,-4-9-79-16,4-8 28 0,4-7-52 15,12-6-72-15,0-6-72 0,8-7 144 16,4-3-84-16,4-13-124 16,3-3-444-16,2-13-200 0,3 1-344 0,-5-3-888 0,-7 4-2649 15,12-10-2207-15</inkml:trace>
  <inkml:trace contextRef="#ctx0" brushRef="#br0">15419 16161 3848 0,'0'0'4812'15,"0"0"-2808"-15,0 0-331 0,0 0-461 0,0 0-56 16,-88-38-148-16,68 34-116 0,1 4 152 16,-5 7-336-16,3 5-268 15,-3 6-92-15,1 15-44 0,3 11-8 0,3 7 44 16,6 7 152-16,3-2-56 0,4-2-168 16,4-8-96-16,0-13-172 0,4-10-4 0,8-10-108 15,-1-7 52-15,10-6 12 0,3 0-36 16,4-17-4-16,7-4 4 0,5-14-48 15,0-3-200-15,-4-6 16 0,0-1-88 16,-8 3 36-16,-9 9 72 0,1 7 124 16,-12 6 64-16,5 11-16 0,-10 3-36 15,1 6 100-15,-4 3 60 0,8 9 320 0,-4 8 356 16,5 1-188-16,-6 9-232 16,1-5-36-16,-4 0 48 0,4-2-108 0,-4-11-160 15,4-2-184-15,0-7-204 0,8-3 32 16,4-13-72-16,4-6-4 0,4-14-416 15,-1-7-492-15,5-4-960 0,0-7-1777 16,-11 13-191-16,2-19 348 0</inkml:trace>
  <inkml:trace contextRef="#ctx0" brushRef="#br0">15734 15377 4892 0,'0'0'5380'0,"0"0"-3295"0,0 0-705 0,0 0-12 16,0 0 540-16,20 66-324 0,-12-22-612 15,-4 10-240-15,-4 10 76 0,0 10-80 16,0 1-159-16,-8 4-217 0,-5 0-228 16,2 1-124-16,-6-7-100 0,6-7-20 0,3-8-124 15,-1-14 28-15,9-12 72 0,0-10 68 16,0-9 4-16,9-7-97 0,-1 0-235 16,7-6 28-16,-2 0 24 0,2-2 216 15,5-2 124-15,1-2 12 0,-6 4 44 16,9-5 44-16,-4 3-76 0,0 1-8 15,-4 3 4-15,0 0-4 0,-4 0 92 16,-4 3 124-16,3 3 48 0,-7 1-24 0,5-1-64 16,-9 0-80-16,4 5-40 0,-4-5 1 15,0 3 11-15,0 4-24 0,-13-3-48 16,2 2-40-16,-10 4-117 0,2-3-75 16,-5-4-36-16,0-2-196 0,0-1-120 15,4-6-16-15,0 0-236 0,5-3-360 0,2-10-444 16,9-2-668-16,1-2-1801 0,6-8-955 15</inkml:trace>
  <inkml:trace contextRef="#ctx0" brushRef="#br0">16056 16189 1684 0,'0'0'6548'0,"0"0"-3575"16,0 0-681-16,0 0-340 0,0 0-272 16,0 0-392-16,0 0-328 0,0 0-408 0,0 0-296 15,0 0-136-15,80 54 28 16,-68-57 108-16,0-7-72 0,4-2-132 0,0-4-52 15,3-6-120-15,2 3-4 0,-10 0 16 16,2 0 20-16,-6 5 32 16,-3 5 52-16,-4 0 0 0,-4 5-44 0,-3 1 48 15,-6 3-48-15,-2 0-52 0,-2 9-72 16,-2 10 4-16,3 7 68 0,0 6 100 16,0 6 100-16,8 3 120 0,0 1-12 15,4-4-64-15,4-4-108 0,0-1-36 0,4-8-108 16,8-6-64-16,4-7 52 0,7-5 120 15,5-7 92-15,4 0 116 16,0-7-208-16,5-8-144 0,-2-4-76 0,-3-6-132 16,0 2-176-16,-4-2-188 0,-5-4-348 15,1 4-360-15,1-4-764 0,-10 10-2173 16,1-13-1419-16</inkml:trace>
  <inkml:trace contextRef="#ctx0" brushRef="#br0">16722 15591 3208 0,'0'0'7805'16,"0"0"-5933"-16,0 0-724 0,0 0 216 16,0 0 232-16,0 0 48 0,0 0-660 15,0 0-544-15,-4 88-144 0,4-38-76 16,-4 12 60-16,0 9 108 0,-1 2 257 0,1 0-233 16,-3-7-132-16,3 2-136 0,-4-8-144 15,4-3-8-15,-1-10-88 0,5-5-244 16,0-10-353-16,0-4-171 0,5-9-160 15,3-6-480-15,4-10-1380 0,0-3-3421 16,7-13-2259-16</inkml:trace>
  <inkml:trace contextRef="#ctx0" brushRef="#br0">16965 16256 12585 0,'0'0'2388'0,"0"0"-1456"15,0 0-476-15,0 0 80 0,28 70 308 16,-24-54-40-16,3-2-436 0,1 0-368 0,1-4-124 15,-1-1-8-15,-5-2-44 0,5-1-8 16,-4 0-12-16,1 1-40 16,-5-1-48-16,0-3-52 0,0-3-124 0,0 0-40 15,0-3-180-15,0-7-316 0,0-3-32 16,0-5 120-16,0-6 76 0,0 3 292 16,0-4-93-16,4-1-295 0,0 1-160 15,3 6 1088-15,-3 6 464 0,0 7 716 16,0 3 289-16,-4 3-305 0,0 0-336 15,0 0-220-15,5 0-240 0,-5 0-100 0,0 0 8 16,0 0 24-16,0 0-96 0,0 0-204 16,0 0-144-16,0 0-68 15,0 0-16-15,3 0-24 0,1 3-432 0,-4-3-268 16,4 0-432-16,-4 0-689 0,4 0-507 16,-4 0 212-16,0 0 100 0,0 0 416 15,-15-3 1068-15</inkml:trace>
  <inkml:trace contextRef="#ctx0" brushRef="#br0">17096 16183 1120 0,'0'0'444'15,"0"0"-92"-15,0 0 812 16,0 0 556-16,0 0-108 0,0 0-312 0,4-67 220 16,-4 60 173-16,0 4-77 0,0 3-240 15,0 0-248-15,0 0-324 0,-4 0-284 16,0 0 4-16,0 0 108 0,0 0 0 16,4 3-164-16,0-3-148 0,-3 0-36 0,-2 0-12 15,5 0-64-15,-4 0-40 16,0 0 28-16,0 0 52 0,0 0-80 0,1 0 16 15,-1 0-40-15,0 0 28 0,-5 0-36 16,5 3-124-16,-3 4-8 0,-1 3 4 16,-1 3 100-16,5-1-12 0,0-3-8 15,1 1-16-15,3-3 12 0,-4-4-28 16,4-3-56-16,0 0-84 0,0 0-24 16,0 0-4-16,0 0-8 0,0 0 36 15,4-3-4-15,-4 3-168 0,3-3 28 0,1 3 20 16,0-4 48-16,1 4-48 0,-5 0-220 15,0 0-200-15,0-3-136 0,0 3-116 16,4-3-180-16,-4-3-336 0,4-1-612 16,0 4-1917-16,-1-6-1255 0,-34 47 1452 15</inkml:trace>
  <inkml:trace contextRef="#ctx0" brushRef="#br0">16909 15935 12437 0,'0'0'2224'0,"0"0"-1152"0,0 0-340 16,0 0 1004-16,0 0-492 0,0 0-532 0,0 0-420 16,0 0-292-16,0 0-4 0,0 0-104 15,24-16 20-15,-5 13-32 16,2-4-52-16,7 2-552 0,-4-6-744 0,4 2-692 15,-5 4-2977-15,10-9-3711 16</inkml:trace>
  <inkml:trace contextRef="#ctx0" brushRef="#br0">17411 16109 14241 0,'0'0'2292'0,"0"0"-1828"0,0 0-116 16,0 0 356-16,-83 61 208 0,59-35-504 16,7 2-176-16,2 4 112 0,2 3 264 0,5-7 160 15,5 1-416-15,3-7-228 0,0-3-15 16,3-6-61-16,5-4-48 0,9-2 0 16,3-7-76-16,-1 0-93 0,5-13 33 15,4-3-44-15,0-10-64 0,0 1-24 16,0-3-136-16,0-1 52 0,-5 0 116 0,1 1 16 15,-3 6 24-15,-10 3 52 16,-3 3 144-16,-3 10 132 0,-1 1 212 16,-4 5 132-16,0 0 100 0,-4 7-116 0,-1 3-120 15,-3 3-180-15,1 3-15 16,-1 0 3-16,-1-1 68 0,5-5-132 16,4-4-84-16,0-3-192 0,0-3-233 0,4 0-219 15,5-3-100 1,2-6 192-16,6-7-84 0,-2 0-436 0,5-3-356 15,0 0-308-15,-4 3-396 0,3 0-193 0,-2 9 421 0,-6 2 1308 16,-2 5 596-16,3 0 1816 0,-8 9 333 16,-4 4 135-16,3 2-356 0,-3 5-344 15,0-1-436-15,0 0-228 0,0 3-224 16,0-3 48-16,0-2-183 0,0-5-245 0,4-5-280 16,1-1-36-16,3 0-120 0,0-6-4 15,3 0-81-15,2-4-3 16,2 2 88-16,5-4-76 0,-3-1 64 0,-2 7 32 15,-3 0 28-15,4 0 72 0,-4 7 0 16,0-1 72-16,0 6 64 0,-4 1 44 16,-5-4-8-16,6 4-172 0,-5-3-72 15,4-1-296-15,-4-3-300 0,-1 1-472 16,2-4-660-16,-1-3-1368 0,4 0-4301 0</inkml:trace>
  <inkml:trace contextRef="#ctx0" brushRef="#br0">19204 16021 5288 0,'0'0'6037'0,"0"0"-4357"0,0 0-292 15,0 0-64-15,-72-65-208 0,44 63-220 0,0 4-156 16,-4 19-184-16,0 7-140 0,0 13-72 15,1 6-28-15,-1 11 76 0,4-1 120 16,5-3-12-16,6-6-172 0,6-10-328 0,7-10-12 16,4-8-292-16,8-8-36 0,3-9 12 15,9-3 108-15,4 0 208 0,3-13-64 16,10-5-92-16,-1-6-88 0,0-1 20 16,-1 0 44-16,-3 3 8 0,0 10 48 15,-4 5 36-15,-4 7 96 0,4 3 4 0,-9 13 76 16,5 4 72-16,-7 5 72 15,-2 7 84-15,2 5 40 0,-10 2-40 16,-3 3-48-16,4 2-148 0,-8-4-44 0,0 5 56 16,-4-1 136-16,-4 4 72 15,-3-3-71-15,-6 3-41 0,-3-7-20 0,1-3-16 16,-1-6-72-16,0-7-96 0,0-3-4 16,0-6 40-16,4-10-48 0,0-3-156 15,4-3-112-15,0-9 16 0,4-7-201 0,4-12-215 16,0-8-136-16,4-14-248 0,4-7-716 15,0 8-2572-15,4-36-5481 16</inkml:trace>
  <inkml:trace contextRef="#ctx0" brushRef="#br0">19523 16079 10452 0,'0'0'1637'15,"0"0"-513"-15,0 0 300 0,0 0 36 16,0 0-320-16,0 0-148 0,0 0-192 15,75 63-360-15,-66-44-204 0,-5 3-116 0,-1-3-8 16,1 6-16-16,-4-3-84 0,0 1 36 16,0-2 4-16,0-2-52 0,0-5-4 15,0-9-84-15,0-5-44 0,0 0-76 16,12-5 208-16,8-15 48 0,0-2-48 16,8-13-72-16,4 1-336 0,0-8-156 15,4-2 20-15,-4-1 136 0,-4 1-112 0,-4 2-140 16,-1 5-132-16,-3 5-52 0,-5 3-360 15,2 13-572-15,-9 4-789 0,-5 8 125 16,2 4-164-16,-5 4-1428 0</inkml:trace>
  <inkml:trace contextRef="#ctx0" brushRef="#br0">19973 15992 2784 0,'0'0'5252'0,"0"0"-2468"0,-5 67-475 16,5-42-205-16,-3 3 4 0,3 2-160 16,-4-5-200-16,4-3-387 0,0 0-477 15,0-9-400-15,0 0-268 0,4-7-152 16,4-3-64-16,8-3-64 0,4 0-92 15,3-9-156-15,5-10-28 0,4-3-72 16,0-7-132-16,5 0 35 0,-11 3-51 16,2 1 120-16,-3 6 36 0,-9 0 40 0,-4 3-16 15,-9 4 96-15,1 6 284 16,-4-1 164-16,0 7 180 0,-4 0 120 0,-3 0-72 16,-1 10 72-16,-1 5-212 15,-2 4-68-15,3 10 36 0,-5 2 157 0,6-1 95 16,3 1-24-16,0-6-172 0,4-5-276 15,0-5-164-15,4-8-188 0,4-4-300 16,8-3 19-16,3-6 49 0,5-13-148 0,8-3-480 16,0-7-992-16,0-3-468 0,-4 3-436 15,4 4 183-15,-8 0 769 16,0 2 476-16,-5 5 140 0,-2 1 1136 0,-10 11 404 16,2 3 2948-16,-9 6 2200 0,0 7-1219 15,0 9-1485-15,-9 3-796 0,2 3-712 16,-1 0-68-16,-5 8 376 0,2-5-127 15,3-2-357-15,4-4-432 0,4-3-328 16,0-7-96-16,4 1-36 0,4-3 44 0,3-4 16 16,2-6-24-16,-1 0-156 0,4 0-196 15,-1-6-76-15,2-4-45 16,2-3-31-16,-6-2 4 0,2-5-152 0,-2 5-208 16,2-5-372-16,-7 2 64 0,1 2 536 15,-2 3 728-15,1 1 0 16,-8 1 240-16,4 9 196 0,-4 2 220 0,0 0 240 0,0 7 120 15,0-1-316-15,0 6-280 16,0 1-152-16,0 3-132 0,0 0 120 16,0 6 136-16,0-3 252 0,-4 6-168 0,0 0-135 15,0 7-89-15,0 3-20 0,-3 7-40 16,2 8-20-16,5 4 68 0,0 4 544 16,0-5-492-16,0 1-112 0,5-3-180 15,-1-1-60-15,-4 2-120 0,3-8-52 0,5-6-104 16,-4-10-160-16,0-4-184 15,0-12-193-15,0-12-75 0,0 0-620 0,4-12-896 16,-4-12-224-16,0-7-413 0,3 6-1299 16,-2-19-924-16</inkml:trace>
  <inkml:trace contextRef="#ctx0" brushRef="#br0">20706 16138 8584 0,'0'0'2545'16,"0"0"-645"-16,0 0-136 0,0 0-288 15,40-86-220-15,-17 64-276 0,5-6-268 0,0 3-272 16,8-1-180-16,-4 1-28 0,5 5-76 16,-6 5-20-16,1 3 12 0,-4 7 68 15,-1 5 40-15,-7 5-12 0,-3 7-184 16,-6 3-56-16,-3 8-4 0,-4 4-96 0,-4 6-84 16,0-1 20-16,-8 3 12 0,-7 0-96 15,-2 3-96-15,-7 0-64 0,1-3-160 16,-9 0-40-16,-1 0 188 0,7-3 44 15,-2-5-12-15,0-4 12 0,3-4-204 16,5-6-168-16,1-6-464 0,6-4-1728 16,-6-3-6149-16</inkml:trace>
  <inkml:trace contextRef="#ctx0" brushRef="#br0">22412 15537 11633 0,'0'0'2108'0,"0"0"-312"16,0 0-692-16,0 0-208 0,0 0 292 15,43 74-156-15,-23-26-312 0,8 12-256 16,-5 12 12-16,1 2-76 0,-7 3-83 0,-9-4-125 15,-1-7-192-15,-7-2-12 16,0-11-240-16,0-8-165 0,0-9-139 0,0-11-128 16,0-10-148-16,0-5-200 0,0-8-492 15,0-2-964-15,-7-5-3645 0</inkml:trace>
  <inkml:trace contextRef="#ctx0" brushRef="#br0">22547 15598 1396 0,'0'0'10681'0,"0"0"-8069"0,16-65-776 16,3 44-172-16,5 2-272 0,8 0-376 15,0 4-264-15,8 2-251 0,0 4-173 16,0 2-188-16,-5 4-140 0,-3 3-48 16,-8 3-48-16,-3 7-24 0,-6 5-173 15,-11 4 97-15,-4 11 100 0,0-1 96 0,-15 8 12 16,-2 4-8-16,-2 0 4 0,-5 0 100 15,3-5 64-15,6-4-51 0,6-7-49 16,5-6-72-16,4 0-165 0,17-3-91 0,7 0 84 16,3 0 100-16,5-1-24 15,8 2 12-15,0-2 20 0,-4 1-8 16,4 0 72-16,-8 3 0 0,-5-3-8 0,-3 3 12 16,-7 0-4-16,-6 3 72 0,-7 0 64 15,-4 1-16-15,-4 2 52 0,-11 4-52 16,-6-1-24-16,1 1-84 0,-8-1-12 15,1-2-136-15,-1-1 124 0,0-2-232 16,0-4 16-16,0-4-56 0,4-2-44 0,4-8 0 16,1 2-112-16,-2-7-76 15,6 0-100-15,-5 0-124 0,4-7-92 16,-4-1-324-16,3-9-620 0,2-2-628 0,7 7-1821 16,0-16-1231-16</inkml:trace>
  <inkml:trace contextRef="#ctx0" brushRef="#br0">24320 15497 1472 0,'0'0'7564'15,"0"0"-2587"-15,0 0-4181 0,0 0-176 0,0 0 460 16,0 0 16-16,0 0 4 0,0 0-116 16,0 0-484-16,0 0-464 0,-44-38-36 15,4 58-72-15,-3 5-52 0,-6 8 124 16,1 7 60-16,1 4 188 0,-1 3-68 0,4 4 28 16,5-4 72-16,2-2-120 0,10-4-64 15,7-2-92-15,7-11-4 0,9-5-12 16,4-9-96-16,9 0 108 0,14-7 244 0,9-4-172 15,12-3 12-15,4 0-24 0,8-10-60 16,-4-4-52-16,0 0-80 16,-9 1-236-16,-7-4-216 0,-8 9-52 0,-4-3-88 15,-12 2-308-15,-5 6-324 0,-7 1-1380 16,-7 2-3965-16</inkml:trace>
  <inkml:trace contextRef="#ctx0" brushRef="#br0">23710 16279 7312 0,'0'0'9277'0,"0"0"-7689"0,0 0-1280 15,0 0 40-15,0 0 560 0,0 0-260 0,75 59-184 16,-22-59-100-16,10-12-36 0,5-4-144 16,4-3-184-16,0-7-172 0,-9 4-680 15,-7 0-236-15,-8-1-204 0,-4 5-644 16,-12 1-2704-16,-4 2-5053 0</inkml:trace>
  <inkml:trace contextRef="#ctx0" brushRef="#br0">24949 15170 10844 0,'0'0'2157'15,"0"0"-721"-15,0 0-540 0,0 0 176 0,-47 89 284 16,30-41-196-16,2 8-228 0,-1 11-320 16,-5 10-124-16,2 2-48 15,-5 7-76-15,-4 3 1 0,-4-1-113 0,0 1-104 16,-3-6-16-16,3-11-132 0,4-4-12 15,7-18-84-15,10-12-64 0,3-15-104 16,8-11-201-16,0-5-179 0,0-7-196 0,12 0-4 16,-1-12 204-16,6-11-360 0,3-6-260 15,-1-9-248-15,2-3-336 16,-2-7-657-16,1-3-103 0,-8 13-180 0,8-35-1248 16</inkml:trace>
  <inkml:trace contextRef="#ctx0" brushRef="#br0">24861 15329 6748 0,'0'0'2788'0,"0"0"-723"0,0 0-681 0,0 0 28 16,0 0-140-16,0 0 96 0,80 12-500 16,-59 13-248-16,2 11-128 15,5 2 132-15,-4 9 112 0,-4 3-236 0,3 4-148 16,-2 4-72-16,-1-1-100 0,-5 3-68 16,2-5-67-16,-2-2-45 15,-2-4-73-15,-2-9-3 0,1-1 64 0,-3-11-84 0,-2-2-48 16,1-8-88-16,0-5-120 15,-3-7-124-15,-5 1-64 0,3-7-60 0,-3 0-28 16,0-2-60-16,-12-9-368 0,0 3-704 16,-8-9-616-16,-4 1-365 0,-3-3 529 15,-5 0 912-15,-5 0 1300 0,-2-3 140 0,3 3 1056 16,-3 0-28-16,2-4 48 16,5 8 509-16,9-2 3 0,6 5-312 15,10-1-348-15,7 4-124 0,0-1-424 16,11 1-420-16,6-7-92 0,11-3 152 0,11 3 0 15,5-3-104-15,8-1-56 0,8 5-124 16,3-3-112-16,5 1-496 0,-20 4-912 16,23-3-3093-16</inkml:trace>
  <inkml:trace contextRef="#ctx0" brushRef="#br0">26726 15605 7440 0,'0'0'1520'0,"0"0"1453"0,0 0-1869 16,0 0-164-16,12 82 288 16,-4-53 8-16,-3-1-280 0,-2 1-448 0,1-4-248 15,-4 1-184-15,4-7-76 0,0-3-76 16,-4-3-72-16,4-6-76 0,-4-5-296 15,0-2-176-15,0 0-124 0,0-2-504 16,0-5-3025-16,-8-16-3771 0</inkml:trace>
  <inkml:trace contextRef="#ctx0" brushRef="#br0">26646 15358 4712 0,'0'0'4020'0,"0"0"-1523"0,0 0-677 15,0 0-676-15,0 0-8 16,0 0-152-16,0 0-520 0,92-10-464 0,-60 6-64 16,4-3-676-16,4 2-532 0,0-4-752 0,-9 2-2901 15,13 0-2663-15</inkml:trace>
  <inkml:trace contextRef="#ctx0" brushRef="#br0">27320 15402 768 0,'0'0'5920'0,"0"0"-939"0,0 0-3685 0,0 0-128 15,0 0 348-15,-47 85-12 16,26-63-340-16,5 2-448 0,0-3-212 0,0 2-188 16,4-4-84-16,5 0-232 0,3-4-116 15,4-2-8-15,0 3 124 16,8-3 100-16,3 2 96 0,6 2-148 0,2-2-48 16,5 4-4-16,0-3-4 0,0 3 4 15,-1-1 4-15,2 6 0 16,-9-9 4-16,3 4 0 0,-2-3 44 0,-10 0 52 0,1-4-28 15,-8-1 60-15,0-3 4 16,0 6-136-16,-8-9-84 0,-3 6-172 16,-6-5-236-16,-6 0-156 0,-5 1-152 0,0-1-180 15,-7 0-308-15,-2 1-476 0,14-4-1172 0,-22 0-3265 16</inkml:trace>
  <inkml:trace contextRef="#ctx0" brushRef="#br0">28742 15561 4288 0,'0'0'6076'0,"0"0"-4031"0,0 0-693 15,0 0-84-15,0 0-152 0,0 0-36 16,-75-28-152-16,51 28-348 0,0 11-28 16,-4 6 148-16,0 8 44 0,1 10-256 15,2 6-100-15,1 9-35 0,4 1-109 16,5 1-112-16,2-2-124 0,5-6-8 15,8-9-144-15,0-6-64 0,4-6-217 16,13-4-291-16,-2-13-176 0,13-3 68 0,8-6-284 16,8-10-776-16,-12-3-1988 0,24-15-2773 15</inkml:trace>
  <inkml:trace contextRef="#ctx0" brushRef="#br0">29077 15684 6836 0,'0'0'5073'15,"0"0"-3613"-15,0 0-384 0,0 0 388 16,0 0-124-16,0 0-472 0,-68 67-412 0,57-45-88 16,2 7 40-16,1-4-4 0,4 0-148 15,4-3-172-15,-3-5-84 16,3-2-56-16,3-9-28 0,5 5 84 0,0-8-8 16,4 0-92-16,0-3-20 0,4 0 24 15,4-6 96-15,-4-5 0 0,8-3-12 16,-8-3-172-16,0 1 60 0,0 0 64 0,-9 0 52 15,2 4-52-15,-5 2-40 0,0 1 92 16,-4 3 8-16,0 1 196 0,0 3 40 16,0 2-4-16,0 0-48 0,0 0-52 15,0 0 64-15,0 7-76 0,-4 2-120 16,0 1-76-16,-5-1 16 0,9 4 0 16,-4-7 12-16,1 0-88 0,3-3-72 15,0 1-36-15,0-4-88 0,0 0-220 0,7 0-252 16,-2-7 296-16,7 1-228 0,-1-7-472 15,2-6-628-15,2-3-636 0,2 3-1817 16,7-13-379-16</inkml:trace>
  <inkml:trace contextRef="#ctx0" brushRef="#br0">29499 15166 5988 0,'0'0'4748'0,"0"0"-2859"0,0 0-461 0,0 0 40 16,0 0-324-16,-20 67-188 0,12-21-4 15,-3 7-92-15,-2 4 72 0,2 6 92 16,-6 1-259-16,6 3-245 0,-6-4-180 0,2-5-292 16,2-8-48-16,6-6-144 15,3-12-172-15,4-13-120 0,8-6-317 16,4-10-27-16,4-3 20 0,8-6-120 0,4-10-468 16,3-9-652-16,-6-2-1032 15,10-16-3045-15</inkml:trace>
  <inkml:trace contextRef="#ctx0" brushRef="#br0">29659 15177 9912 0,'0'0'2369'0,"0"0"-1081"15,0 0-336-15,0 0 260 0,0 0-44 0,0 0-400 16,-16 104 76-16,11-53-32 16,-2 8 44-16,3 9-16 0,-4-1-132 0,-4 5-223 15,4 2-325-15,0-8-160 0,0 1-132 16,4-10-136-16,0-7-449 15,4-8-207-15,4-10-44 0,12-10 32 0,4-9-328 16,3-7-504-16,5-6-424 0,-7 0-2665 16,11-16-1811-16</inkml:trace>
  <inkml:trace contextRef="#ctx0" brushRef="#br0">29806 15840 8856 0,'0'0'1252'16,"0"0"-1120"-16,0 0-56 16,0 0 464-16,0 0 69 0,-4 69-237 0,4-59-192 15,8-3-168-15,0-2 436 0,0-1 104 16,0-1-248-16,0-3-176 0,4 0 152 16,0-3 12-16,0-3 36 0,4-4-72 0,3-5-4 15,-2-2-88-15,2 2-156 0,-2-5-8 16,3 1-56-16,-5 1-284 15,-2 1-52-15,-2 2 340 0,-3-2 52 0,-4 7 140 16,-4 5 112-16,0-2 28 0,-4 1 124 16,-8 6 224-1,-4 0 276-15,1 0-160 16,-9 6-184-16,-1 4-56 0,-3 9-36 0,0 4-36 0,0 5-52 16,5 4-40-16,3 3-36 0,0 3-108 0,8-4-196 0,4-1 0 15,8-5-120-15,0-3-40 16,12-6-48-16,4-6-12 0,4-7 60 0,4 0 52 15,8-6 8-15,-4 0-120 0,4-6-296 16,3-7-196-16,-3 1-44 0,0-4-56 16,-4-3-140-16,0 3-324 0,-4 1-532 0,-9 2-1321 15,6-7-1843-15</inkml:trace>
  <inkml:trace contextRef="#ctx0" brushRef="#br0">30523 15698 3828 0,'0'0'6416'15,"0"0"-5527"-15,0 0-309 0,0 0 932 0,-91-7 72 16,63 14-588-16,-4 4-416 0,4 11 56 16,-4 3 368-16,4 10-80 0,0 4-248 15,1 5-260-15,3-2-12 0,4-4-76 16,8-6-120-16,8-7-148 0,4-9-60 15,8-6 0-15,11-10-292 0,9 0 72 0,13-16-36 16,2-13-72-16,5-7-224 16,7-8-160-16,-3-3-264 0,-3-3 68 15,-2 1 80-15,-7-1-4 0,0-4-76 16,-4-6-404-16,-1-5-588 0,1 0-477 0,-8-5 569 16,-4 0 404-16,-4 3 520 15,-8 4 884-15,-4 5 24 0,-8 11 1684 0,0 12 656 0,0 13 205 16,-4 6-161-16,-4 10-684 15,4 6-768-15,0 3-356 0,-4 9-28 16,-4 10-112-16,1 13-104 0,-2 10 64 0,2 11 464 16,-2 8 32-16,1 10-256 15,1-1-260-15,-2 4-292 0,-2-5-108 0,2 1-80 0,2-6-176 16,3-4-536-16,-1-9-404 16,5-6-568-16,1-13-1260 0,3 3-4105 15</inkml:trace>
  <inkml:trace contextRef="#ctx0" brushRef="#br0">31850 15912 3572 0,'0'0'4240'0,"0"0"-3576"0,0 0-276 16,0 0 192-16,0 0 532 0,0 0-67 0,0 0-121 15,0 0-196-15,-88-47-80 0,73 47-88 16,-6 0 248-16,2 0 120 0,-5 7-324 16,0 0-68-16,0 1-28 0,-4 9-28 15,0 5 64-15,0 3-104 0,1 7-156 16,-1 3-16-16,4 3-48 0,3-1-36 16,6 1-72-16,6 1-28 0,5-4 40 15,4-7-64-15,0-5-60 0,17-7 0 0,7-7-196 16,4-6 0-16,15-3 124 0,6-5 12 15,9-18 52-15,2-3-200 0,4-8 24 16,1-1-64-16,-7 0-44 0,-5 2-116 16,-14 8 176-16,-7 6 180 0,-8 7 44 0,-11 5-4 15,-6 4 12-15,-7 3 60 16,0 6 224-16,0 7 8 0,0 3 4 0,0 6-284 16,0 3-12-16,0-5-208 0,0-1-172 15,12-6-336-15,8-7-724 0,8-3-664 16,-4-3-2349-16,20-9-4091 0</inkml:trace>
  <inkml:trace contextRef="#ctx0" brushRef="#br0">7446 17034 2720 0,'0'0'10401'15,"0"0"-8813"-15,-7 92-820 16,7-48 104-16,0 13 272 0,4 3-44 0,-1 7-336 15,9 3-288-15,-4-3-168 0,4 0-52 16,0-4-100-16,-5-9-156 0,2-10-12 0,-1-12-96 16,0-10-100-16,-5-9-12 0,6-7 124 15,-5-6-308-15,8-3 120 16,4-9 284-16,3-4 96 0,5-7-96 0,1-3-16 16,-1-2-80-16,-1 3-16 0,5 3-36 15,-4 6 16-15,4 3-44 16,-4 7 116-16,0 6 60 0,-1 0 36 0,-2 6 40 0,-6 7 32 15,-2 0 140-15,-2 0-52 0,2-1-12 16,-9 1 36-16,-1-1-48 16,-3 2-12-16,0 0-24 0,0 0 8 0,-3 2 4 15,-5 0-40-15,-1-4 16 0,-6 4-40 0,-2-3-84 16,2-4-120-16,-2 4 8 16,-2-4-44-16,3-2-40 0,-5-7-88 15,6 0-80-15,-1 0-240 0,0-13-112 0,9-3-136 16,-2-3-224-16,5-6-408 15,4-3-1092-15,13-2-2521 0,2 8-359 0,24-6 4800 16</inkml:trace>
  <inkml:trace contextRef="#ctx0" brushRef="#br0">8378 17517 3568 0,'0'0'1592'15,"0"0"4309"-15,0 0-3669 0,0 0-700 16,0 0-624-16,0 0-4 0,-43 69-8 0,27-41-52 15,0 1-216-15,4 3-152 16,0-1-56-16,4-1-32 0,0-8-80 0,4-3-152 16,4-7-156-16,0-2-180 0,0-7-52 15,0 0 76-15,0-3 152 0,4 0-128 16,4 0-76-16,4-6 64 0,-1-7-52 16,10 0 12-16,-1-6 84 0,-5-4-24 0,6 2 52 15,-6 2 8-15,2 3 60 0,-6 0-56 16,-3 6-40-16,1 1 16 0,-6 6-4 15,1 0 4-15,-4 3 32 0,4 0 52 16,-4 0 0-16,4 3 136 0,0 3 88 0,1 0 204 16,-1 7-204-16,3-3-104 0,-3-3-56 15,0 1-64-15,0-4-132 16,5 3-176-16,-6-4-208 0,5-3-236 16,0 0-128-16,4 0-336 0,4-3-984 0,-5-4-1985 15,10-9-1271-15</inkml:trace>
  <inkml:trace contextRef="#ctx0" brushRef="#br0">8765 17323 7232 0,'0'0'2916'0,"0"0"-1011"0,0 0-101 16,0 0-124-16,0 0-464 16,0 0-468-16,-12 69-252 0,0-40-152 0,0 6 140 15,0 0 216-15,1-7-248 0,-2 1-316 16,5-10-136-16,4-3-12 0,1-4-96 15,3-5-64-15,0-1-144 0,0 0-40 0,11 1 48 16,2-1 24-16,6 1 88 16,5-1-4-16,0-3 188 0,-1 3-88 15,5-1 100-15,-7 0 12 0,-1 4 124 0,-1-2-24 16,-6 2 172-16,2 5 284 16,-6-6-224-16,-5 3-64 0,0 1-60 0,-4 1-84 15,0-1-136-15,-4-2-100 0,0-1-216 16,-5-2-176-16,1-1-160 0,5-6-288 15,-1 0-216-15,0-6-468 0,-1-7-1164 0,1 0-1769 16,4-15-747-16</inkml:trace>
  <inkml:trace contextRef="#ctx0" brushRef="#br0">9012 17526 92 0,'0'0'8688'15,"0"0"-6243"-15,0 0-1113 0,36 66-208 0,-32-44 44 16,0 1-300-16,-4-1-336 0,0 0-272 15,0-5-176-15,0-3-84 0,0 0-324 16,-4-4-572-16,0-8-608 0,0 2-1004 0,-4-4-3877 16</inkml:trace>
  <inkml:trace contextRef="#ctx0" brushRef="#br0">9012 17323 1840 0,'0'0'4256'0,"0"0"-3476"15,0 0-532-15,0 0-236 16,96-32-12-16,-60 20-52 0,3-2-40 0,1 5-204 16,-4 0-800-16,-4-1-1156 0,-4 10-264 15</inkml:trace>
  <inkml:trace contextRef="#ctx0" brushRef="#br0">9370 17247 1420 0,'0'0'4716'0,"0"0"-824"0,0 0-1987 16,0 84-421-16,-7-54-288 0,-1 1 48 15,-5 1-76-15,6-2-288 0,3-5-348 0,0-4-300 16,4-4-232-16,0-5-200 15,0-3-56-15,4-2 20 0,3-1-24 0,6 1 24 16,-5-4 88-16,7 0 24 0,-2-3 12 16,2 3 112-16,-2-3 24 0,-2 6 124 15,1-2 12-15,0 2 128 0,-4 0-16 16,5 4-48-16,-9-1 56 0,3 4 16 16,-3-4-48-16,0 4-100 0,-4-7-76 15,0 1 4-15,0-1-76 0,-4 0-220 0,-4-2-100 16,1 3-108-16,-2-5-128 0,-3 1-92 15,0 0-124-15,4-3-148 0,0 4-508 16,1-1-792-16,-2-3-2265 0,9 0-1931 0</inkml:trace>
  <inkml:trace contextRef="#ctx0" brushRef="#br0">9965 17465 9700 0,'0'0'4981'0,"0"0"-4077"16,4 73 16-16,-4-44 944 0,0 3-232 0,0-7-436 16,0-2-383-16,0-8-349 0,0-5-320 15,3-7-144-15,5 1-144 0,4-4-112 16,0-4 88-16,4-9-28 0,0-2-121 0,0-5-59 16,0-5 120-16,-4 0 60 15,0 2 0-15,-4-2 28 0,-4 6 56 16,-4 0 52-16,0 3-112 0,0 0 0 0,-12 4 0 15,-4-5 76-15,0 8 48 0,-4-4 48 16,4 7 96-16,0 3 112 0,0 3-184 16,4 0-24-16,4 6 0 0,1 4-232 15,2 2-160-15,1 4 120 0,4 0 64 0,0-3-40 16,0-1-268-16,4-2-1216 16,8-4-2220-16,-4-2-1617 0,9-4-955 0</inkml:trace>
  <inkml:trace contextRef="#ctx0" brushRef="#br0">10180 17510 7052 0,'0'0'4737'0,"0"0"-2297"0,83 21-148 0,-51-14 52 16,0 0-900-16,-1-4-368 0,1-3-251 16,0 0-329-16,0-10-328 0,-4-9-168 0,4-2-12 15,-4-12-192-15,-4-2-232 16,0-3-417-16,-5 0-167 0,-2 1-244 0,-6 1-640 16,-6 4-480-16,-5 7-368 0,0 6 199 15,-13 3 1049-15,2 7 1504 0,-6 2 208 16,-2 4 1204-16,3 3 141 0,0 3 355 0,4 4 72 15,4 8-532-15,0 5-624 0,5 5-216 16,3 7-16-16,0 2 156 16,0 11-108-16,7-1-44 0,5 8-72 0,0 5-72 15,0 0-15-15,0 3-37 0,0-2-48 16,-4 1-132-16,-1-2-76 16,1-3-36-16,-3 1-48 0,-1-8-60 0,-4-3 0 15,0-2-72-15,0-7-48 0,0-6-124 16,-4-4-156-16,-9-3-60 0,2-6 71 15,-5-7 1-15,0-2-76 0,-8-7-148 0,0 0-12 16,1-13-28-16,-5-3-272 0,4-9-256 16,-1-10-1000-16,10 10-3361 15,-9-27-3410-15</inkml:trace>
  <inkml:trace contextRef="#ctx0" brushRef="#br0">11052 17395 12985 0,'0'0'4672'0,"0"0"-3696"0,-4 92-312 0,4-48 232 0,-4 14-236 15,0 2-212-15,0 8-156 16,4-5 25-16,0 4 47 0,0-4 36 16,0-3-328-16,-4-9-72 0,4-6-204 0,0-13-268 15,-4-13-197-15,4-10 69 0,0-9 4 16,0-7-236-16,0-11-648 0,0-8-604 15,0-9-624-15,4-6-469 0,0-4-1383 16,-4-3 1276-16,4-2 1664 0,0-4 1620 16,-4 0 808-16,0-3 172 0,0 3 180 15,0 6 768-15,0 7 492 0,0 16 352 16,0 12-75-16,12 13-609 0,0 2-156 16,8 12-164-16,4 8-692 0,4 10-660 0,4 2-316 15,0 8-28-15,-1 0 24 16,1 5-32-16,0 3 8 0,-4 2 48 0,0-1-56 15,0-1 20-15,-9-3-72 0,-2 1 48 16,-6-7-60-16,-3-6-56 0,5-3-308 16,-6-10-212-16,1-3 208 0,1-9 200 15,-5-4 20-15,-4-6-1108 0,0-13-704 0,-4-5-732 16,-5-8-1657-16,-3 4 1193 0,-12-23-828 16</inkml:trace>
  <inkml:trace contextRef="#ctx0" brushRef="#br0">11255 17849 5032 0,'0'0'4412'0,"0"0"-2139"0,0 0-381 0,0 0-196 15,0 0-448-15,0 0-316 0,0 0-424 0,0 0-300 16,0 0 116-16,0 0-68 16,76-76-144-16,-44 64-112 0,3-7-136 15,-3 3-244-15,-4 0-464 0,-4 0-716 0,-8 3-2308 16,4-3-5425-16</inkml:trace>
  <inkml:trace contextRef="#ctx0" brushRef="#br0">12578 17824 13833 0,'0'0'2084'0,"0"0"-1004"15,0 0-696-15,115 23 188 0,-59-21 204 0,8-2-64 16,0-2-320-16,-1-8-220 0,1-3-172 16,-4-3-56-16,4-3-20 0,-8-3-804 15,-4 0-196-15,-9 3-352 0,-15 3-816 16,-8 7-1853-16,-12 2-3443 0</inkml:trace>
  <inkml:trace contextRef="#ctx0" brushRef="#br0">12821 17983 9760 0,'0'0'4801'0,"0"0"-3301"15,0 0-924-15,0 0 48 0,100 71 120 0,-60-63-140 16,3-4-340-16,1-4-264 16,4-10-468-16,-4-9-348 0,0-6-116 0,-5-7-140 15,-7 10-1664-15,-4-17-4129 0</inkml:trace>
  <inkml:trace contextRef="#ctx0" brushRef="#br0">12757 17500 5380 0,'0'0'8485'0,"0"0"-6993"0,-64 102-1116 16,40-64 88-16,1 9 364 0,3 2 64 15,0-2-432-15,0 0-216 0,4 2-32 16,4-5-16-16,0-3-196 0,0-3 0 0,8-3-64 16,0-4-8-16,4-5-40 15,0-3-20-15,8-2 20 0,9 2 112 16,2-1 72-16,5 0 152 0,8 4 44 0,7 2 76 16,2-3 24-16,2 1 304 0,6-7-344 15,-2-3-180-15,5-6-148 16,-5-10-4-16,5-13-348 0,-3-12-332 0,2-8-288 15,-7-8-272-15,0-7-732 0,-13 11-2628 16,9-17-5253-16</inkml:trace>
  <inkml:trace contextRef="#ctx0" brushRef="#br0">13371 17612 8220 0,'0'0'7841'0,"0"0"-6841"0,0 0-800 16,0 0-200-16,0 0 424 0,76 28 20 15,-44-12-88-15,0 0-192 0,3 3-104 16,1 7-60-16,-4-5 4 0,0 8 40 16,-4 3-36-16,-8-1-8 0,-1 7 76 0,-10 0-72 15,-5 4 68-15,-4 2-60 16,0 1-4-16,-13 2-8 0,-2 0-208 16,-5 2 24-16,-5-2-112 0,-3 1-236 0,1 0-4 15,-4-7-84-15,-6-3-388 0,5-7-636 16,9-10-2325-16,-5-13-2719 0</inkml:trace>
  <inkml:trace contextRef="#ctx0" brushRef="#br0">14435 17402 5732 0,'0'0'4872'0,"0"0"-2075"0,0 0-681 16,0 0-488-16,83 54-144 0,-51-19-476 0,-4 5-320 15,4 12-152-15,-4 8-136 0,0 3-144 16,-4 8-48-16,-4 1-3 15,3-2-45-15,-3 0 32 0,1-3 16 0,-6-6 32 0,5-11 148 16,-8-9-172-16,4-9-80 16,-4-16-52-16,0-6-76 0,4-10-8 0,0-7-132 15,0-15-40-15,0-13 88 16,3-9 76-16,-2-10-100 0,-2-7 12 16,-2-9 24-16,-2-5-16 0,-3-5 80 0,5 0-4 15,-6 1-60-15,1 6-96 0,5 6-52 16,-10 10-20-16,5 16-89 0,-4 6-171 15,-4 10-120-15,0 6-164 0,0 6-564 16,-8 7-1080-16,1 2-3493 0,-10 8-3763 0</inkml:trace>
  <inkml:trace contextRef="#ctx0" brushRef="#br0">14697 17792 10468 0,'0'0'3229'0,"0"0"-1393"0,0 0-1004 15,0 0 324-15,0 0 144 0,0 0-320 16,0 0-208-16,0 0-384 0,0 0-180 0,0 0-40 16,100 20-68-16,-60-33-100 15,0-3-76-15,-1 0-348 0,6 0-332 0,-2 1 8 16,-2 2-592-16,-6 2-1284 0,5 3-5145 16</inkml:trace>
  <inkml:trace contextRef="#ctx0" brushRef="#br0">15960 17754 13833 0,'0'0'3024'0,"0"0"-2040"16,0 0-368-16,0 0-244 15,0 0 156-15,0 0 476 0,-79-44-248 16,59 57-308-16,0 9-107 0,-3 10-85 0,-2 5 8 16,5 5 76-16,5 3 168 0,6-8-192 15,1-8-244-15,8-7-72 0,0-6-132 16,4-7-100-16,5-2 4 0,6-7-4 0,2 0 28 15,-2-3 48-15,9-10 20 0,-3-3 40 16,-2-3-84-16,5 0-125 0,-4-1 25 16,0 6 120-16,-4 1 152 0,-4 7 0 15,0 6 8-15,0 0 56 0,-1 3 348 0,-2 8 105 16,3 6-121-16,-1 5-120 16,-2 4-76-16,-2 2-96 0,1 1-24 15,4-1-72-15,-4-3-48 0,4-2-48 0,4-7-108 16,4-6-280-16,0-8-393 15,8-2-327-15,4-7-464 0,-4-5-804 0,-4-1-3009 16,3-9-3971-16</inkml:trace>
  <inkml:trace contextRef="#ctx0" brushRef="#br0">16467 17624 14201 0,'0'0'3192'0,"0"0"-1672"0,0 0-512 15,0 0 28-15,0 0-332 0,-56 67-263 16,43-32-153-16,2 3 16 0,3 6 12 16,4-3 228-16,4 4-36 0,0-3-208 15,0-8-168-15,12-5-84 0,-1-4-48 16,10-2-168-16,-1-8-132 0,4-5-4 0,-5-3-84 16,2-2-228-16,-6-5-329 0,2 0-139 15,-6 0-468-15,2-3-1184 16,-10 1-1872-16,-3-5-1789 0</inkml:trace>
  <inkml:trace contextRef="#ctx0" brushRef="#br0">16426 17948 12177 0,'0'0'3128'15,"0"0"-1220"-15,0 0-448 0,0 0-456 16,0 0-208-16,0 0 312 0,0 0-379 0,84-38-341 16,-48 34-244-16,0 2-140 0,0-1 52 15,0 0-56-15,-4-4-88 0,0-3-260 16,-4 1-637-16,0-4-407 0,-5 3-768 15,-3-2-2032-15,0 2-3201 0</inkml:trace>
  <inkml:trace contextRef="#ctx0" brushRef="#br0">17383 17373 5804 0,'0'0'5765'0,"0"0"-3429"0,0 0-816 0,-59 86 8 15,39-41-188-15,3 12-108 0,-2 9-364 16,-1 8-272-16,-5 5-168 0,6 0-136 15,-5 4-75-15,-4-4-69 0,4 1-148 0,0-11-4 16,1-8-313-16,6-13 97 16,6-14-144-16,2-16 8 0,5-7-8 15,4-8-260-15,4-10-492 0,9-8-532 0,2-10-676 16,-3 2-1869-16,13-25-2019 0</inkml:trace>
  <inkml:trace contextRef="#ctx0" brushRef="#br0">17311 17634 10064 0,'0'0'2585'0,"0"0"-577"0,0 0-404 0,0 0-384 16,0 0-340-16,100 60-280 0,-72-31-132 15,0 9-28-15,-4 3-48 16,4 4-48-16,-4-1-76 0,-5-4-36 0,-2 2-112 16,-2-7-120-16,1-3-84 0,-8-6-184 15,-4-5-232-15,0-2 8 0,-4-2-20 16,0-4-200-16,-12-4-280 0,-4 0-516 0,-3-5-1388 15,2-4-2837-15,-15 0-303 0</inkml:trace>
  <inkml:trace contextRef="#ctx0" brushRef="#br0">17279 17995 8268 0,'0'0'3049'0,"0"0"-717"16,0 0-488-16,0 0-376 0,0 0-240 0,0 0-340 16,0 0-324-16,0 0-196 0,0 0-24 15,0 0 56-15,0 0-68 0,72-66-332 16,-40 54-76-16,4 1-252 0,4 3-208 15,-4-3-200-15,-1 3-260 0,6-3-380 16,-9 5-1124-16,7 3-3481 0</inkml:trace>
  <inkml:trace contextRef="#ctx0" brushRef="#br0">18100 18104 16457 0,'0'0'2612'15,"0"0"-1656"-15,0 0-416 0,-8 76-224 0,4-54-148 16,-4-3-116-16,1 0-52 0,3-3-308 16,-5-4-336-16,1 1-164 15,4 0-328-15,-3-3-564 0,3-4-1524 0,-5 1-5041 16</inkml:trace>
  <inkml:trace contextRef="#ctx0" brushRef="#br0">19136 17573 7524 0,'0'0'6385'0,"0"0"-4201"0,0 0-808 15,0 0 32-15,0 0-268 0,60 70-152 16,-29-54-244-16,10-3-259 0,-1-10-181 0,7-3-100 15,-3 0-116-15,3-10-88 16,2-6-180-16,-1-3-112 0,-1-3 40 16,2 3-4-16,-10-3-109 0,-3 3-75 15,-4 9 64-15,-8 3 72 0,-4 7 120 0,-8 14 184 16,-1 8 56-16,-2 13 92 16,-9 12-28-16,0 2 4 0,0 7 32 0,-13 2 88 15,6-2-48-15,-1-1-64 0,-1-5-56 16,1 1-68-16,1-7-8 0,-1-6 0 0,8-6-48 15,0-9-64-15,0-11-120 0,0-5-304 16,0-4-344-16,0-3-532 16,0 0-760-16,0-6-2392 0,-16-4-4389 0</inkml:trace>
  <inkml:trace contextRef="#ctx0" brushRef="#br0">19351 18002 13357 0,'0'0'3088'0,"0"0"-2032"0,0 0-720 16,0 0-176-16,0 0 136 0,0 0 64 0,100 10-92 16,-68-17-268-16,4 1-456 15,-8-4-248-15,0 4-64 0,-9 3-364 16,-2 0-748-16,-10 3-2057 0,-7 3-1607 16</inkml:trace>
  <inkml:trace contextRef="#ctx0" brushRef="#br0">19360 18266 11145 0,'0'0'3056'0,"0"0"-1464"16,0 0-476-16,0 0-272 0,0 0-372 0,0 0-140 0,0 0-12 15,0 0 60-15,99 7-268 16,-56-24-112-16,2-2-276 0,-2-4-92 16,6-2-324-16,-2-3-248 0,-3-2-640 0,-8 9-740 15,11-14-4933-15</inkml:trace>
  <inkml:trace contextRef="#ctx0" brushRef="#br0">20215 17504 14321 0,'0'0'2692'0,"0"0"-1056"15,0 0-912-15,-23 95-344 0,15-57-40 0,0 0 52 16,4 4-244-16,-4-5-148 0,5-2-268 16,3-3-344-16,0-6-296 0,3-5-476 15,5-5-1176-15,-4 6-3845 0</inkml:trace>
  <inkml:trace contextRef="#ctx0" brushRef="#br0">20172 18275 11777 0,'0'0'1968'0,"0"0"-1588"0,0 0-376 16,0 0 236-16,0 0-72 0,0 0-168 16,40 67-352-16,-28-67-920 0,0-4-885 15,-1-3-4115-15</inkml:trace>
  <inkml:trace contextRef="#ctx0" brushRef="#br0">21411 17358 796 0,'0'0'416'15,"0"0"9164"-15,0 0-7599 0,0 0-809 16,0 0-348-16,0 0 68 0,0 0-148 0,0 0-232 16,0 0-152-16,0 0-100 0,0 0 28 15,64-65-68-15,-56 65 40 0,0 11 24 16,-4 2 136-16,0 5-152 0,0 5 4 0,-4 5-100 15,0 1-76-15,-4 5-96 16,-4 1-40-16,0 0-144 0,0-3-112 16,4-6 40-16,0-8 72 0,4-5 36 0,0-7-60 15,0-2 8-15,0-4-8 16,0 0 8-16,4-6 200 0,3-4 12 0,6-6 100 16,-1-6-112-16,4-4-48 0,-1-6-164 15,6-2-108-15,3-1-44 0,-1 0 56 16,-3 3 20-16,4 4 76 0,1 5 44 15,-10 4 168-15,-2 6 24 0,-2 5 40 16,-3 4-12-16,-1 1 52 0,-2 3-20 16,-1 0 56-16,0 0 60 0,0 0 60 0,4 7-36 15,-1-2-88-15,2 11 0 0,-5 1-128 16,4 4 44-16,-5 5-4 0,-3 2-44 16,0 1 72-16,0 6-76 0,-7 0 48 15,-1 0-48-15,-1 0-4 0,2-7-220 16,-1-3-332-16,4-2-312 0,0-11-464 15,4-2-512-15,0-7-453 0,0 0-1879 0,8-3-2228 16</inkml:trace>
  <inkml:trace contextRef="#ctx0" brushRef="#br0">22025 17531 3848 0,'0'0'5808'16,"0"0"-4115"-16,0 0-425 0,-12 83-44 16,8-50 108-16,-5-1-368 15,2-5-332-15,-1 3-272 0,0-2-172 0,4-3-56 16,-4 0-132-16,8-5-100 0,0-7-64 16,0-4-72-16,0-6-24 0,4-3 84 15,4-3-40-15,4-4 216 0,-1-8 112 0,6-1-60 16,-6-3 20-16,6 0-68 0,-6 3-4 15,2 6 12-15,-1 1 0 16,-5 6-12-16,1-1 0 0,1 4 0 0,-2 0 48 16,1 4 16-16,1 2 8 0,2 4 56 0,-3-1-28 15,0 1-52-15,1-1 16 0,-6 0-56 16,5 1 64-16,-8-1 16 16,0-2-12-16,0 2 36 0,-4-2-52 0,-7 3-60 15,-2-3-236-15,-2 1-88 0,-2-2-60 16,-7 5-284-16,5-6-124 15,-9 5-108-15,4-3-220 0,0-4-724 0,4 3-1065 16,-8-6-2851-16</inkml:trace>
  <inkml:trace contextRef="#ctx0" brushRef="#br0">21149 17240 3196 0,'0'0'1396'16,"0"0"2840"-16,0 0-2968 0,0 0-492 0,0 0 33 16,-49 66-65-16,38-37-28 0,2 6-116 15,1 7-116-15,1 2-56 0,3 4 16 16,0-1-16-16,0 4-40 0,4-4-148 0,0 2-168 16,0-9-72-16,8 2-292 0,7-8-96 15,2-8-304-15,3-4-500 0,7-5-380 16,-7-9-1057-16,16-8-2011 0</inkml:trace>
  <inkml:trace contextRef="#ctx0" brushRef="#br0">22487 17145 7704 0,'0'0'4433'0,"0"0"-2977"0,0 0-304 0,0 0 208 16,88 76 152-16,-72-48-240 0,-1 7-280 16,-3 0-292-16,1 4-324 0,-6 2-48 15,-3-3-192-15,-4 6-100 0,0-6-36 16,0 4-88-16,0-8 16 0,0 5-244 0,-4-8-60 15,-3 2 8-15,-1-5 28 16,-1-3-152-16,-2-3 36 0,3 0-108 16,-1-3-56-1,-2-3-324-15,-1-3-612 0,-1-7-944 0,-6 4-2637 16</inkml:trace>
  <inkml:trace contextRef="#ctx0" brushRef="#br0">23754 17392 3892 0,'0'0'6320'0,"0"0"-1851"0,0 0-3173 15,0 0-644-15,0 0 208 0,0 0 116 0,0 0-456 16,0 0-520-16,-79 57-52 16,66-44-40-16,-2 0 88 0,7-1-80 15,-1-1-76-15,1-3-48 0,5-2 48 0,3 1 36 16,0 0-76-16,0-2 128 0,11 2 60 16,-2 3 12-16,6 0 0 0,2 2 112 15,-2-2-112-15,5-1-116 0,-4 4 16 0,0-3 48 16,-4-1-20-16,0 0 72 15,0 1 72-15,-4-1 4 0,-5 1 24 0,1-1 120 16,-4 2-84-16,0-3-84 16,0 6 72-16,-4-5 12 0,-3 4-136 15,-1 0-184-15,-4-1-196 0,0 1-116 0,4-4-204 16,-4-2-340 0,8-4-628-16,0 0-748 0,0-3-721 15,4 0-1311-15</inkml:trace>
  <inkml:trace contextRef="#ctx0" brushRef="#br0">23965 17637 7268 0,'0'0'2656'0,"0"0"-747"15,0 0-69-15,0 0-220 0,0 0-136 16,0 0-728-16,0 0-272 0,-8 69-164 16,4-58-232-16,4-9-88 0,0-2-320 0,0-2-288 15,4-9-744-15,8-1-132 16,0-3-984-16,8-17-2025 0</inkml:trace>
  <inkml:trace contextRef="#ctx0" brushRef="#br0">24356 17091 8264 0,'0'0'2600'0,"0"0"-1035"0,0 0-121 16,0 0 300-16,0 0-304 15,7 95-484-15,-7-54-252 0,0 4-224 16,0 2 192-16,0 1 124 0,0 0-296 0,0-4-40 15,0 1-372-15,4-7-88 0,0-7-40 16,5-9-80-16,-5-3-112 0,3-6-36 16,-3-6-144-16,0-4-112 0,0-3-260 15,1-3-424-15,-5-10-1288 0,0 6-2701 16,0-15-2231-16</inkml:trace>
  <inkml:trace contextRef="#ctx0" brushRef="#br0">24208 17412 1812 0,'0'0'8828'0,"0"0"-6403"0,0 0-609 15,0 0-68-15,0 0-304 0,0 0-448 16,0 0-344-16,0 0-276 0,0 0-104 16,0 0 472-16,0 0-124 0,80-17-243 0,-40 11-213 15,7 0-164-15,1-4-8 16,1-2-76-16,6-1-172 0,0-4-449 16,1 5-479-16,-3-3-524 0,-10 2-2340 0,9 1-2665 15</inkml:trace>
  <inkml:trace contextRef="#ctx0" brushRef="#br0">25535 17300 11205 0,'0'0'2460'0,"0"0"-716"0,0 0-672 16,0 0 96-16,0 0-376 0,103 6-164 15,-55-12-248-15,8-7-256 0,4 1-116 16,-4-4-8-16,4-3-44 0,-5 3-32 15,1 0-180-15,-4-3-40 0,-5 3-516 0,-10 1-344 16,-1 2-540-16,-17 3-1084 16,-3 4-1633-16,-12 3-2779 0</inkml:trace>
  <inkml:trace contextRef="#ctx0" brushRef="#br0">25778 17319 10044 0,'0'0'2369'15,"0"0"-1385"-15,0 0-144 0,0 0 420 0,0 0-312 16,75 39-276-16,-42-30-312 0,-1 0-312 16,4 1 52-16,-8 3-100 15,-5-4-4-15,-3 4-76 0,-8 3 72 0,-8 3-68 16,-4 0 76-16,0 4 36 0,-12 2-32 0,-4 0 0 16,-4 0-4-16,-4 4-24 15,0-1 24-15,-3-2 60 0,3-1 16 0,0-2-72 16,3-4 208-16,6-6 8 0,2-4 200 15,6 0 260-15,7-5 4 0,0-4-400 16,4 0-284-16,4 0-64 0,12 0 64 16,4 0 88-16,7-4-40 0,5-8-48 0,0-1-208 15,8-4-196-15,4-1-296 16,0-1-224-16,4 0-696 0,8-3-1260 16,-17 6-1065-16,25-13-5063 0</inkml:trace>
  <inkml:trace contextRef="#ctx0" brushRef="#br0">26667 17195 8596 0,'0'0'3037'0,"0"0"-993"0,0 0-296 16,0 0-320-16,0 70-236 0,0-37-488 15,0 0-164-15,0 3-120 0,0-4-200 0,0-4-76 16,0-6-144-16,0-3-56 16,3-6-80-16,5-3-20 0,1-3-116 15,-1-5 28-15,3-2 36 0,6-6 196 0,-2-7 0 16,1-3 0-16,4-2-96 15,0-8 44-15,-4 4 56 0,4-4 8 0,-4 1 64 16,-4 3-52-16,-1-4 84 0,-2 5-92 16,-1 4 0-16,-1 4 168 0,-7 7-12 0,0 3 64 15,4 3-40-15,-4 7-76 0,5 5 64 16,-1 8 132-16,-4 5-72 0,4 2-48 16,0 3-100-16,-4 4 8 0,0-2-92 15,0 0-160-15,0-7-268 0,3 1-624 16,-3-7-452-16,4-6-972 0,4-1-3317 0</inkml:trace>
  <inkml:trace contextRef="#ctx0" brushRef="#br0">27245 17443 8112 0,'0'0'2652'16,"0"0"-1211"-16,0 0-701 0,0 0 204 15,3 86 460-15,-6-57-356 0,-6-1-464 0,-3 0-284 16,5-2-52-16,-6-4-36 15,1 0-52-15,5-5-160 0,3-8-160 16,-1-2-16-16,5-5 40 0,0-2-64 0,5 0 4 16,3-7 196-16,3-1 160 0,6-2 188 15,-2 0-164-15,5 1-172 0,-4 2 36 16,0 4 40-16,0 3 60 0,-4 0-84 0,-4 0-64 16,0 7-4-16,-5 2 4 0,-3-3 124 15,0 8 36-15,0-5-12 0,0 0-48 16,-3 1 48-16,-1-1 24 0,-4 1-60 15,0-4-40-15,4 1-12 0,-8-1 4 16,4 0 20-16,-3-2 0 0,-2-1-84 16,1 0-184-16,-4-3-224 0,4 0-12 15,-4 0 16-15,4-3-232 0,5-7-248 16,-6-2-452-16,9-4-716 0,0 3-2025 16,4-10-1263-16</inkml:trace>
  <inkml:trace contextRef="#ctx0" brushRef="#br0">27503 16983 9800 0,'0'0'1973'0,"0"0"-413"16,0 0 12-16,0 0-428 0,0 0-164 16,48 96-88-16,-44-63-236 0,-4 9-276 15,0-1-120-15,0 4-88 0,-8-1-48 0,-4-2-64 16,4-1-56-16,-4-6-4 0,4-7-48 15,4-2-124-15,0-7-52 16,0-3-20-16,4-7 24 0,0-5 96 0,0-2-60 16,4-2-4-16,4 0 128 0,8-8 60 15,-4-6 8-15,8 2 76 0,0-4 16 16,-4 3-24-16,4 4-64 0,0 2 84 0,-4 4 16 16,-1 3 0-16,2 3 84 15,-6 7-148-15,-3 0-32 0,-3 2 104 0,-1-3 16 16,-4 4 12-16,0 0-36 0,0-3-4 15,0-2-8-15,-9-1-40 0,5-3-60 16,0-1-232-16,-3 0-136 0,-6-3-100 0,5 0-100 16,-3 0-200-16,-6 0-216 15,2 0-464-15,-1 0-740 0,4 0-1889 0,-8 0-1207 16</inkml:trace>
  <inkml:trace contextRef="#ctx0" brushRef="#br0">25547 17942 4608 0,'0'0'820'16,"0"0"4372"-16,0 0-3275 16,0 0-373-16,0 0-132 0,0 0-128 0,0 0-376 15,0 0-244-15,55 82-268 0,-55-47-148 16,0 4-16-16,-4-1 12 0,-3 3-36 15,-1-4-84-15,4-4-48 0,-4-1-76 0,0-7-4 16,4-3-92-16,0-6-100 0,4-3 24 0,-4-7-48 16,4-3-64-16,0 0 28 15,0-3-56-15,4-6 28 0,4-4 76 16,3-5 156-16,2-2 52 0,6-1 60 0,-2-2-60 16,-2 7 0-16,5 1 0 0,-7 10-8 15,2-3-56-15,-7 5-32 16,5 0 96-16,-10 10 0 0,1-1 220 0,0 7-60 15,-4 1 28-15,0-1-128 0,0 3 28 16,-4-4-4-16,0 1-8 16,1 0-16-16,-6-4 40 0,1 1-40 0,0-2-8 15,-3-6-52-15,2 2-88 0,1-5-220 16,-3-2-12-16,2 0-64 0,1 0-36 16,1-2-128-16,3-8-384 0,0-3-440 0,-1-3-960 15,5 1-2181-15,5-20-1535 0</inkml:trace>
  <inkml:trace contextRef="#ctx0" brushRef="#br0">26073 17973 5276 0,'0'0'1196'0,"0"0"-400"0,0 0 3865 0,-36 86-3009 0,20-51-548 15,5 2-60-15,2 5 36 0,1-7-272 16,4-3-264-16,4-6-360 0,0-5-184 15,4-7-208-15,4-2 24 0,4-6 72 16,4-6 112-16,0 0 112 0,0 0-64 16,0-9 28-16,0-7-76 0,-4 1-260 15,0-5-760-15,-5 1-1448 0,-3 3-2953 16,-4-6-2315-16</inkml:trace>
  <inkml:trace contextRef="#ctx0" brushRef="#br0">26010 18189 10152 0,'0'0'2801'0,"0"0"-1577"0,0 0-224 0,0 0-60 16,0 0-212-16,0 0-180 15,0 0 0-15,95 10-380 0,-72-29-168 0,-3 0-572 16,5-6-608-16,-6-1-1044 0,-3 3-2505 16,5-5-1767-16</inkml:trace>
  <inkml:trace contextRef="#ctx0" brushRef="#br0">26368 17849 7160 0,'0'0'3108'0,"0"0"-703"0,0 0-333 0,3 96-20 16,-3-58-504-16,0 3-488 0,-3 3-312 16,-5 0-212-16,4-5-84 15,4-4-308-15,0-7-144 0,0-5-268 0,0-4-96 0,8-2-4 16,-1-6 4-16,2-1-236 15,-1-3-164-15,3-7-300 0,-3 0-536 16,8-10-156-16,-4-2 484 0,4-8 440 0,-4 1 512 16,4-3 320-16,-4-4 168 0,1-2 88 0,-6 0 88 15,1-4 308-15,-4 3 112 16,0 1 84-16,0 5 100 0,0 4-80 16,-4 3-12-16,0 10-76 0,4 3-260 0,-4 3-140 15,0 0-84-15,0 3-40 16,0 9-256-16,0 5-60 0,0-2-100 15,0 5 100-15,4-1-16 0,0-4 68 0,0-2-76 16,4-1-4-16,0-1 40 16,0-2-36-16,4-4-16 0,0 2 100 0,0 0 0 15,-1 2 124-15,6 1 8 0,-6-1-8 16,6 4 12-16,-10 0-52 0,1 0-8 16,1 2-64-16,-5 1 60 0,-4 0-60 15,0-2-12-15,-4 0-68 0,-5-3-104 0,5-3 24 16,-4-1-24-16,1-1 12 0,-6-2-160 15,5-1-220-15,-3-3-392 0,-2 0-72 16,-2 0-364-16,2 0-1692 0,-6-3-4553 0</inkml:trace>
  <inkml:trace contextRef="#ctx0" brushRef="#br0">28531 17583 2904 0,'0'0'5404'0,"0"0"-3124"0,0 0-443 0,0 0-509 15,96-16 28-15,-69 16-172 16,1 0-436-16,-4-3-488 0,0 3-260 16,-3-3-64-16,-6 0-100 0,2-4-396 0,-6 1-536 15,1-1-408-15,-4 5-1144 0,-4-3-3005 16</inkml:trace>
  <inkml:trace contextRef="#ctx0" brushRef="#br0">28471 17783 7748 0,'0'0'4537'0,"0"0"-3717"16,0 0-680-16,0 0 1068 0,0 0-76 15,92 16-312-15,-48-16-536 0,3-4-284 16,5-5-112-16,-3-4-304 0,-2-2-580 15,1-1-496-15,-12 3-1313 0,16-12-2419 0</inkml:trace>
  <inkml:trace contextRef="#ctx0" brushRef="#br0">29475 17440 9640 0,'0'0'2489'0,"0"0"-781"16,0 0-580-16,0 0 320 15,0 0-288-15,0 0-420 0,-24-70-272 0,17 64-84 16,-1 3-80-16,0 0-20 0,-4 3 56 15,0 6 64-15,-4 6-184 0,-4 11-84 16,4 8-4-16,-4 11 16 0,-4 3-4 16,8 2 40-16,1 1-40 0,-2-4-48 15,9-6-20-15,1-9-76 0,7-4-12 16,0-9-88-16,0-3 4 0,7-7 0 0,5-3 52 16,4-3 40-16,9 0-92 0,2-16-96 15,4-3 104-15,1-6 4 0,1-3 0 16,-6-2 8-16,1 2 16 0,0 0 56 15,-4 2-8-15,-4 1-72 0,-4 6 80 16,-8 6-4-16,0 3 4 0,-4 3 4 0,-4 7 40 16,0 0 68-16,0 5-108 0,0 4-88 15,0 7 88-15,0 3 8 0,-4 0 40 16,4 3 0-16,0 0 28 0,0 1-64 16,0-8 96-16,0 2 24 0,4-5-132 15,8 1-124-15,0-5 4 0,4-1 44 16,0-3 68-16,7-4 0 0,1 0 0 15,4 0-64-15,0-6-172 0,8-5 72 16,4 3-84-16,0-6 48 0,4 2-624 0,0-4-416 16,-5 3-740-16,-7 0-2240 0,8 1-4557 15</inkml:trace>
  <inkml:trace contextRef="#ctx0" brushRef="#br0">30495 17786 3788 0,'0'0'13557'0,"0"0"-12161"0,0 0-1396 16,0 0-296-16,0 0-260 0,0 0-560 16,0 0-884-16,0 0-2661 0,0 0-4839 0</inkml:trace>
  <inkml:trace contextRef="#ctx0" brushRef="#br0">23396 9969 7476 0,'0'0'880'16,"0"0"3245"-16,0 0-2113 0,0 0-452 16,0 0-208-16,0 0-200 0,0 0-84 15,0 0-368-15,0 0 4 0,0 0 76 16,47 88-283-16,-27-46-145 0,1 12-72 0,-2 11-64 15,-7 0-60-15,-4 11-44 0,-8 1-100 16,0-1-12-16,-8-3 0 0,4-9-52 16,0-13-44-16,0-14 0 0,4-8 24 15,0-10-36-15,4-5-160 0,0-9-192 16,0-5-1-16,0 0-3 0,0-3-56 16,4-6-104-16,-1-7-208 0,2-7-288 0,-1-5-580 15,-4-4-468-15,0 7-2033 0,-1-17-1163 16</inkml:trace>
  <inkml:trace contextRef="#ctx0" brushRef="#br0">23602 9994 9108 0,'0'0'3021'0,"0"0"-1057"0,0 0-700 16,0 0 104-16,0 0 0 0,0 0-372 15,101-57-332-15,-78 51-248 16,-3 3-160-16,4 3-48 0,-9 0-76 0,-2 3-132 15,-1 3-56-15,-5 7 56 0,-3 3 8 16,1 3-8-16,-5 9-60 0,-9 5-24 16,-2 2-40-16,-10 2 76 0,2 4 12 0,-5-6 36 15,8-3 8-15,4-7 4 16,1-5 0-16,6-4-12 0,1 0 0 16,4-4-48-16,4 4 36 0,4 3 8 0,8 3-48 15,0 0 48-15,8 4-4 0,-1-3-52 16,5 2 52-16,-3-3-64 0,-1 0 72 0,-5 0-12 15,-3-3 4-15,-4 4 8 16,-3-5 0-16,-5 1 120 0,-1 0 40 16,-3 0-64-16,0 1-88 0,-7-4 0 15,2 0 40-15,-7-4-32 0,1 1-8 16,-2 0 0-16,-2-1-8 0,-6-1-160 16,1-3 0-16,-3 2 16 0,-1-3-4 0,0-2-60 15,-4 0-76-15,4-5-60 0,1 0-72 16,2-5-76-16,1 0-116 0,5-6-188 15,3 2-244-15,3-3-896 0,5 2-1925 16,4-6-3235-16</inkml:trace>
  <inkml:trace contextRef="#ctx0" brushRef="#br0">24543 10347 5956 0,'0'0'2328'0,"0"0"-620"15,0 0-223-15,0 0 15 0,0 0-152 0,0 0 16 16,0 0-572-16,0 0-180 0,0 0-4 15,0 0 144-15,0 0-356 0,43 0 20 16,-30 0-108-16,2 0-16 0,2 0-20 0,2 0-16 16,5 0-24-16,0-3 0 15,8 0 12-15,0-4-28 0,0-2-8 16,7 2-64-16,2-5 4 0,2 2-75 0,2 1-69 16,2-4 68-16,1 3-72 0,3-3-12 15,-2 1-36-15,-6 2 0 16,5 1 48-16,-8 0-49 0,-1-1 5 0,-2 1 44 15,-1 2 40-15,-4-2-40 0,-1-1-136 16,-3 1 52-16,-3-1 84 0,-6 0-96 16,1 4-208-16,-4-3-232 0,-4 2 24 15,-4 1-64-15,-4 0-272 0,-1 2-500 16,-3-2-820-16,0 3-1896 0,-7-4-1685 0</inkml:trace>
  <inkml:trace contextRef="#ctx0" brushRef="#br0">25471 9994 4396 0,'0'0'2680'0,"0"0"-564"0,0 0-335 16,0 0 31-16,0 0-476 0,0 0-160 0,0 0-192 15,0 0-260-15,0 0-116 0,84 38-64 16,-68-27-100-16,-4-3-136 0,-4 3-148 15,7 1-36-15,-6 1-76 0,2 3-36 0,1 3 52 16,-3-1-56-16,-5 8 0 16,-4-4 40-16,0 3-40 0,-4 5 0 0,-5-5-4 15,-6 0-4-15,-2 4-72 0,-2-4-112 16,-1 0-88-16,0-3-184 16,-4 2-52-16,0-6-184 0,0-3-336 0,0 2-556 0,5-4-992 15,-9 2-2905-15</inkml:trace>
  <inkml:trace contextRef="#ctx0" brushRef="#br0">24152 11058 4456 0,'0'0'884'0,"0"0"6393"15,0 0-5609-15,0 0-228 16,0 0-124-16,0 0 0 0,0 0-160 0,0 0-276 0,0 0-296 16,-32 38-132-16,28-15 9 15,4 5 111-15,4 3 164 0,13 5-168 0,2 5-168 16,9 0-100-16,4-3-60 0,0 4-32 16,8 0-40-16,-4-9-96 0,3 6-24 15,1-4-40-15,-3 0 0 0,2-3-8 0,-7-4-4 16,4-2-56-16,-8-1 0 0,4-6-36 15,-4-3-84-15,-4-3-64 16,-5-7-56-16,1 1-220 0,-8-5-144 0,-3 1 24 16,-2-3-117-16,-3 0-459 15,0 0-796-15,0-5-1120 0,-4-5-2385 16,0 0-2027-16,-4-6 5636 0</inkml:trace>
  <inkml:trace contextRef="#ctx0" brushRef="#br0">24691 11515 1560 0,'0'0'1708'0,"0"0"4568"0,0 0-4455 16,0 0-345-16,0 0-304 0,0 0 456 16,0 0-496-16,0 0-336 0,43 68-252 0,-30-43-52 15,-2 0 0-15,-3 0 100 16,4 4 80-16,-4-1-284 0,0 1-108 0,-8 3-120 16,0 0 60-16,-4-1-216 0,-12 1-4 15,-4 0-68-15,-8-1-76 0,0-1-100 16,-4-3-72-16,4-2-64 0,4-2 40 15,0-4 32-15,5-6-132 0,3-3-276 16,4-7-508-16,4-3-1036 0,0-3-2261 16,0-4-1795-16</inkml:trace>
  <inkml:trace contextRef="#ctx0" brushRef="#br0">26312 9575 1500 0,'0'0'0'0,"0"0"-188"0,0 0 188 16,0 0 1620-16,0 0 2632 0,0 0-2472 0,0 0-424 16,0 0-91-16,0 0 247 15,0 0-92-15,0 0-220 0,28-25-120 0,-28 25-160 0,0 0-20 16,0 0-100-16,0 0-4 15,0 0-100-15,-4 0-272 0,4 3-156 16,-8 1-23-16,4-1-25 0,0 6-4 0,-4 4-84 16,-4 4-8-16,0 4-28 0,0 5-36 15,0 4 48-15,-4 9 40 0,0 6-28 16,-4 6 12-16,-4 2-24 0,-4 8-60 16,-8 2-44-16,1 0-4 0,-5 1-8 15,4-3-88-15,1-5 24 16,11-5 0-16,3-9 68 0,10-14-44 0,7-5-24 15,4-11-112-15,4-6-56 0,7-6-172 16,6-2-245-16,6-11-283 0,1-9 136 0,8-7-400 16,-4-3-708-16,4-6-1116 15,-8 0-1805 1,0 0-751-16,-9-4 3892 0,-2 11 193 0,2-23 1499 0</inkml:trace>
  <inkml:trace contextRef="#ctx0" brushRef="#br0">26312 9664 836 0,'0'0'520'0,"0"0"-364"0,0 0 3920 0,36-72-1100 0,-28 62-984 15,0 7-535-15,-1 3-177 0,-3 0 52 0,5 6-112 16,2 10-240 0,-3 3-196-16,5 10-68 0,-2 3 96 0,2 2 24 15,-2 8-164-15,1 2-172 0,1 4-112 0,-2-1 1 16,1-3-49-16,0 1-184 16,4-4-68-16,0-3-64 0,0-6 24 15,0-3-96-15,-1-7 24 0,6 0-52 0,-5-3 16 16,-4-3-60-16,-1-2 0 15,2-6-16-15,-9-2-21 0,-1 1-63 0,-3-3-84 16,0-4-12-16,-11 3-96 0,-2-3-52 0,-2 0-136 16,-5-3 84-16,-8-8-64 15,-4 3-260-15,0-3-244 0,-4-3-212 16,1 0 32-16,-6-5 600 0,5 0 576 0,-3 0 88 16,7 3 116-16,4-3 288 15,8 7 156-15,4-1 48 0,5 2 72 16,2 5-40-16,9 4 52 0,0-1-20 0,13-4-252 15,6 0-340-15,13-1-80 0,8-5-132 16,15 1-104-16,5-5-424 0,0-2-556 16,-12 9-1748-16,4-12-5449 0</inkml:trace>
  <inkml:trace contextRef="#ctx0" brushRef="#br0">24882 9947 652 0,'0'0'1064'0,"0"0"-1060"16,0 0 2420-16,0 0-340 16,0 0-696-16,0 0-556 0,0 0-68 0,0 0 76 15,0 0-52-15,0 0 13 0,0 0-85 16,-45-64 40-16,41 64-4 0,0-2 44 16,1 2-52-16,-1 0-176 0,4 0-76 15,-4 0-80-15,4 0-88 0,-4 0-40 0,-5 0-84 16,-2 0-116-16,-1 6-32 0,-4 0 32 15,0 4 52-15,-4 2 0 16,0-2 36-16,1 2 16 0,-2 1 32 0,1 0 88 16,1-4-64-16,6 4-44 0,-2-4-4 15,2 1-88-15,2 3-100 0,-1-1-4 16,3 5-4-16,-2-1-48 0,3-2-24 16,0 3 64-16,0-1 4 0,4 3 4 15,-4-3 24-15,4 3-20 0,0-3 68 16,4-3-60-16,0-1 136 0,0-3 60 15,0-4 60-15,0 1-184 0,0-4-32 16,4-2-52-16,0 3-72 0,4 4 72 0,0-4 8 16,4 1-4-16,0-1 80 0,4-3-12 15,3 0-68-15,-2 0 4 0,3 0-4 16,-1 0-4-16,-2-3-12 0,6-1-148 0,-3-3-144 16,4 1-28-16,0-2-108 15,0 1-136-15,4-5-140 0,-4 1-212 0,4-1-352 16,-8-1-676-16,3 0-1117 0,-7 7-3091 15,-4-4 2420-15</inkml:trace>
  <inkml:trace contextRef="#ctx0" brushRef="#br0">24710 9950 352 0,'0'0'600'0,"0"0"-456"15,0 0 12-15,0 0 64 0,0 0-8 16,0 0-44-16,0 0-88 0,0 0 1548 0,0 0 352 16,0 0-820-16,76 35-432 0,-68-35 116 15,3 0 116-15,-6 0-136 0,3 0-48 16,-4 0-107-16,3 0-53 0,-7 0-24 15,4 0 32-15,-4 0 52 0,0 0-32 0,0 0 0 16,4 0 36-16,-4 0 12 0,0 0 52 16,0 0-48-16,0 0-104 15,0 0-176-15,-4 0-108 0,4 0-52 0,-4 3-84 16,-3-3-12-16,3 6 72 0,-4-1-84 16,0 0-4-16,0 2-8 0,-4-1-4 0,0 3-8 15,0-3 8-15,-4 5 16 16,0-3-52-16,0 5 28 0,0-1-16 0,-4 2-48 15,5 2-48-15,-2-4 0 0,2 1 48 16,-2-4 28-16,6 4-40 16,2-3 1-16,1-4-49 0,5 4-8 15,-5-4 4-15,4 1-9 0,0 2-35 0,-1-3 36 16,5 0-60-16,0-1-28 0,-3-3 52 16,3 2 40-16,-4-2 4 0,4-2 0 0,0 3 4 15,-4 4 0-15,4-4 4 0,0 1 40 16,0 2-40-16,-4-4-4 15,4 5 12-15,0-1-12 0,0 1 0 16,0-4-12-16,0 4 0 0,0-5 0 0,0 2 0 16,0 2-60-16,0-6 12 0,4 3 60 0,-4 1-4 15,4-1 4-15,3 0 12 16,-7-3-8-16,5 3 0 0,-1 0-4 16,0-3 4-16,0 0 8 0,0 3-4 0,3-3-4 15,-3 0 4-15,1 3 0 16,-1-3-8-16,0 0-48 0,3 0 44 15,-3 0-4-15,0 0 8 0,5 4 4 0,-1-4 44 16,3 0 60-16,-2 0-48 0,2 0-48 16,-3 0 40-16,0 0-40 0,4 0 36 15,-4-4-48-15,0 4-4 0,1 0-56 0,-2 0-4 16,-3 0 56-16,4 0 4 16,1 0-4-16,-2 0 8 0,1 0 4 15,4-3 56-15,0 3 4 0,0 0-16 0,4-3-36 16,-1 0-8-16,2 0 0 0,-2 0-4 15,2 0-4-15,2-1-56 0,-3 1-16 16,0 0-8-16,-4 0-48 0,-4 3-124 16,5-4-48-16,-9 4-24 0,3-2-4 15,-3 2 4-15,0 0 32 0,0-5 28 16,5 5-4-16,-2-2-96 0,-3-4-212 16,4 2-300-16,-4-2-396 0,0-1-732 15,-4 2-1117-15,0-9-3051 0</inkml:trace>
  <inkml:trace contextRef="#ctx0" brushRef="#br0">24833 9909 1172 0,'0'0'928'0,"0"0"-928"0,0 0 2504 0,0 0 1680 16,0 0-2280-16,0 0-747 0,0 0-221 15,0 0 32-15,0 0 48 16,0 0-112-16,0 0-272 0,-79 35-268 0,63-26-116 15,-3 1 12-15,-2 2-72 0,-3 1-88 16,0 6-100-16,5 0 0 0,-5 4-52 16,3-1 52-16,2 3-12 0,3 4-88 0,4-1-24 15,8 1 112-15,4-4-124 0,0 0-24 16,16-2-28-16,4-4 0 16,4-3-340-16,12 0-128 0,-1-4-380 0,1-2-528 15,-4-4-1009-15,12 1-2607 0</inkml:trace>
  <inkml:trace contextRef="#ctx0" brushRef="#br0">24997 12281 1188 0,'0'0'6740'0,"0"0"-4304"0,0 0-199 15,0 0-605-15,0 0-108 0,0 0-180 0,0 0-380 16,0 0-36-16,0 0-192 16,88-3 156-16,-48 6 44 0,7-3-339 15,5 0-185-15,-4 0-160 0,-4-3-128 0,-5-7-124 16,6-2-44-16,-10-1-284 0,1-3-192 16,0-3-113-16,-8 6-39 0,0-3-132 15,-12 6-288-15,-4 5-564 0,-8-2-1048 16,-4 3-1509-16,-4 4-1267 0,-8 0 1516 0,-4 0 3884 15,-12 4 80-15</inkml:trace>
  <inkml:trace contextRef="#ctx0" brushRef="#br0">25324 12252 652 0,'0'0'1228'0,"0"0"100"16,0 0 3288-16,0 0-2956 0,0 0-123 0,-36 70-317 16,36-45-16-16,8 4-128 0,0 9 100 15,4 6-36-15,4 4-144 0,0 6-256 16,-5 7-40-16,-6 2-220 0,-5 0-112 15,0-2-124-15,-9-1-52 0,-2-3-80 16,-1-6-100-16,0-4-12 0,4-12-88 0,0-3-48 16,8-10-72-16,-5-6-160 0,5-3-60 15,0-7-236-15,5-2-172 0,-1-4-420 16,4-7-656-16,0-3-1136 0,4-12-2421 16</inkml:trace>
  <inkml:trace contextRef="#ctx0" brushRef="#br0">25383 12671 640 0,'0'0'912'0,"0"0"6016"15,0 0-4552-15,0 0-127 16,0 0-485-16,96-13-264 0,-68 7-196 0,4 3-500 0,3-3-224 16,-3-1-188-16,0 1-340 0,5-3-52 15,-5-1-384-15,-4 1-540 0,0-2-364 16,-9 6-472-16,1-5-1124 0,-4 3-3549 15,-4 4 865-15,-4-3 5309 0</inkml:trace>
  <inkml:trace contextRef="#ctx0" brushRef="#br0">26029 12411 1892 0,'0'0'5108'15,"0"0"-2412"-15,0 0-1764 0,0 0-263 16,0 0 691-16,0 0 268 0,-40 82-416 0,29-43-340 15,-2 1-188-15,2 2-188 0,-2 2-84 16,1 1-80-16,-4-4-208 0,4-2-112 0,-3-1-12 16,-1-3 0-16,-1-7-60 15,6-6 52-15,3 0-4 0,0-9-60 16,0-1-164-16,4-1-172 0,4-9-188 0,0-2-228 16,0 0-296-16,0 0-540 0,0 0-853 15,4-2-699-15,-1-4-1192 0</inkml:trace>
  <inkml:trace contextRef="#ctx0" brushRef="#br0">25957 12458 260 0,'0'0'1032'0,"0"0"4608"0,0 0-4380 15,0 0-156-15,0 0 32 0,0 0 409 16,0 0-37-16,0 0-264 16,0 0-272-16,36 83-328 0,-28-52-96 0,4 5-52 15,-4 2 148-15,4 0 36 0,0 0-264 16,-4-7-120-16,0 5-124 16,4-9-160-16,-4 0 100 0,4-2-52 0,0-3 112 15,-4-3 0-15,-1-3-160 0,1-2 0 16,-3-9-12-16,-5 2-52 0,4-5-68 15,-4-2-40-15,0 0-132 0,0 0-164 0,0-6-232 16,0 0-104-16,-9-7-280 16,1 1-348-1,-3-1-1072-15,-5 0-69 0,0 1 177 0,0-4 396 0,-4 3 424 16,0-3 1564-16,-4-1 964 0,5 3-116 0,-2 1 1232 0,9-4-72 16,0 5-335-16,5 3-261 15,3 2 136-15,4 4-88 0,0 1-408 16,4-3-356-16,7 3-152 0,6-2-164 0,2 1-120 15,5 0-148-15,0-7-40 0,0 4-72 16,-1-7-44-16,5 4-152 0,-4-7-396 16,1 0-500-16,-1 0-436 0,-5-6-1076 15,-6 5-3345-15,2-4-623 0</inkml:trace>
  <inkml:trace contextRef="#ctx0" brushRef="#br0">26375 12262 560 0,'0'0'11217'0,"0"0"-9313"16,0 0-736-16,0 0 88 0,-47 66 428 15,34-37-364-15,-2 9-228 0,7 0-384 16,0 7-172-16,4-1-3 0,0 0-9 0,0 4-188 16,0-4-224-16,4-2-64 0,0-1 0 15,0-3-48-15,0-6-96 0,8 0 8 16,0-10-92-16,0-3 60 0,4-3-16 15,-1-10-56-15,6 0-100 0,-1-6-1 0,4 0-95 16,-4-9-124-16,3-4-72 16,1-6-276-16,-3-3-532 0,-2 0-868 0,-3 3-2044 15,4-13-1961-15</inkml:trace>
  <inkml:trace contextRef="#ctx0" brushRef="#br0">26618 12376 28 0,'0'0'10848'15,"0"0"-8719"-15,0 0-617 0,0 0-148 0,0 0 296 16,28 73-240-16,-20-41-400 0,-3 2-300 16,3 4-232-16,-5 4 8 15,-3-4 29-15,4 0-173 0,-4-6-220 0,0-1-132 16,0-5-12-16,0-3-120 0,0-2-220 16,-4-4-97-16,1-5-99 0,-5-2-48 15,3-4-128-15,5-3-156 0,0-3-180 0,0-3-812 16,0-7-896-16,5-2-2089 15,3-11-1371-15</inkml:trace>
  <inkml:trace contextRef="#ctx0" brushRef="#br0">26738 12528 4468 0,'0'0'4792'0,"0"0"-3099"0,20-70-329 0,-12 55-116 16,8-1 72-16,-4 5-124 0,0 6-244 16,0 5-268-16,4 0-140 0,-8 0-88 15,0 3-52-15,0 4 4 16,-8 2-40-16,0 4-28 0,0 2-60 0,-8 1 0 15,-5 3-84-15,-2 3-36 0,-1 2-4 16,-4-3-68-16,0-2-88 0,0-1-56 0,4-1-28 16,9-4 0-16,-2-4-28 0,5 1-20 15,4-4-100-15,4 0 12 0,12 1 36 16,0-1-108-16,8 1 108 0,4 2 124 16,0 4-8-16,0-4 60 0,-4 4 4 15,0-3-4-15,-9 2 8 0,-3 1 4 16,-3-1 256-16,-2 5 116 0,-7-1-68 0,0-2-64 15,0 3-52-15,-7-1-20 16,-2 0-64-16,-6 3-32 0,-2-3-4 16,-2 3 60-16,-5-4 16 0,0-2-148 15,4-2-68-15,-4-5-220 0,4-4-56 0,5-2-180 16,-2-8-232-16,6-9-188 0,2-5-380 0,5-10-816 16,4 7-2713-16,0-23-3263 15</inkml:trace>
  <inkml:trace contextRef="#ctx0" brushRef="#br0">27328 12350 600 0,'0'0'6296'16,"0"0"-1751"-16,31 73-2469 0,-22-38-216 16,-1 0-204-16,-8 4-476 0,0-2-528 0,0 2-320 15,0-4-136-15,-8 3-192 0,-4-7-4 16,-4 4-112-16,-4-6-280 15,-4 3-64-15,-8-7-136 0,0 0-164 0,0-2-200 16,0-4-528-16,1-3-1064 0,6-7-2185 16,-10-2-1671-16</inkml:trace>
  <inkml:trace contextRef="#ctx0" brushRef="#br0">26340 11725 2904 0,'0'0'2020'0,"0"0"3572"0,0 0-4359 16,0 0-565-16,0 0 368 0,0 0 180 15,0 0-396-15,0 0-292 0,31-67-260 16,-22 52-32-16,-5-2 28 0,4 2-64 0,-5-7-120 16,5 2-80-16,-4-2 0 15,1 3 64-15,3-3 0 0,-1 0-64 0,-3 3 4 16,5-3 4-16,-1-1 28 0,-1-2-36 16,-3 6-88-16,4-4-12 0,1 4-48 15,-6 0-100-15,5 0-80 0,-4-3-76 0,4 3-8 16,-3-4-132-16,2 5 28 0,-3-4-4 15,4-1 72-15,-4 1 104 16,0 0 52-16,0 3 120 0,0 0 172 0,0 0 12 16,0 2 132-16,0 3-80 0,0-3 48 15,0 4-20-15,4-2-80 0,-4 1-12 16,0 0-100-16,4-3-76 0,-4-2 20 16,4 3-20-16,-4-3 32 0,4 2 144 0,-4 3 52 15,3 1 24-15,-3 0 168 16,1 7 292-16,-5 0 268 0,4 0-60 15,-4 2-64-15,4-3-100 0,-4 4-128 0,4 0-140 16,-1-4-72-16,1 2-44 0,0-2-32 16,5 1-152-16,-5-4 48 0,3 3-48 15,-3 1 64-15,-4 3-4 0,4 3-60 0,-4-3 84 16,0 3 28-16,0 0 0 16,0 0 124-16,0 0 36 0,0 3-24 0,-4-3-212 15,0 0-48-15,1 0-308 0,-1 0-172 16,0 0-228-16,-5 0-276 0,5 0-276 15,0 0-552-15,1-3-1065 0,-1-3-1771 16,0 2 540-16,0-2 3520 0,4 0 588 16,0 3-640-16</inkml:trace>
  <inkml:trace contextRef="#ctx0" brushRef="#br0">26631 10709 768 0,'0'0'1072'0,"0"0"-628"0,0 0 1184 0,0 0 1252 0,0 0-1244 16,0 0-900-16,0 0-268 0,0 0-16 15,0 0-40-15,0 0-128 0,11-3-139 16,-11 3 7-16,0 0 172 0,0 3 100 15,-3 0 100-15,-5 0 52 0,-1 0 36 16,-2 4-140-16,-5 2-156 0,0 1-100 16,-4 3 24-16,-4 2-132 0,0 2-108 0,0-2-12 15,4-1 4-15,4-2-92 0,0-6-80 16,4-3-48-16,9 1-252 0,-1-4-144 16,4 0-284-16,0-4-400 15,0-3-321-15,0-1-447 0,7-5-2480 0,-3 1 2532 0,4-2 1269 16,8-5 755-16</inkml:trace>
  <inkml:trace contextRef="#ctx0" brushRef="#br0">26575 10725 340 0,'0'0'468'0,"0"0"444"0,0 0 4288 0,0 0-3212 15,0 0-400-15,75 16-95 16,-55-7-73-16,5 5-188 0,-6 0-424 0,9 9-444 16,-4 0-240-16,4-1-124 0,0 3-176 15,0-3-36-15,8 0-256 16,-5-3-492-16,1-3-352 0,0 0-833 0,-8-6-2319 15,4 3-772-15</inkml:trace>
  <inkml:trace contextRef="#ctx0" brushRef="#br0">27909 11334 732 0,'0'0'9228'0,"0"0"-7347"0,0 0-845 16,0 0-460-16,0 0 96 0,0 0 188 15,0 0-128-15,0 0-256 16,0 0-308-16,-87 0-164 0,71 7 0 0,0-1 4 16,-4 0-8-16,-8 5-100 0,0-3-80 15,-3 2 56-15,-1 3-64 0,-8 3 112 0,4-4-12 16,-4 4-164-16,4-4 48 0,1 2 16 16,3-8-52-16,8-3-128 15,3-3-264-15,6 0-324 0,11-12-840 0,0-4-1169 16,4 3-2687-16,4-16 3672 0</inkml:trace>
  <inkml:trace contextRef="#ctx0" brushRef="#br0">27555 11218 5548 0,'0'0'508'0,"0"0"4681"16,0 0-4121-16,0 0-724 0,0 0 0 15,0 0 548-15,-80 25 44 0,60-10-356 16,1 5-252-16,-2 2-140 0,2 3 52 15,-1 0 40-15,0 3 4 0,0 5-72 16,8-7 0-16,-4 2-136 0,8-3 24 16,0-3-28-16,8-3 48 0,0 0-120 0,0-2-184 15,12-1 132-15,4-7-20 16,8 3 72-16,0-5-324 0,8 0-140 0,4-2-340 16,-1-5-204-16,1 0-644 0,4 0-973 15,-9 0-2763-15</inkml:trace>
  <inkml:trace contextRef="#ctx0" brushRef="#br0">28575 11283 2140 0,'0'0'520'0,"0"0"5820"0,0 0-4464 16,0 0-115-16,8 83-309 0,-8-54-292 15,0 2-100-15,-8 1-148 16,4-3-292-16,-4-4-400 0,4 0-220 0,4-9-24 15,0-2-248-15,0-5 36 16,0-7-224-16,0 3-376 0,4-5-260 0,0 0-336 16,0 0-1437-16,0-11-3215 0</inkml:trace>
  <inkml:trace contextRef="#ctx0" brushRef="#br0">28607 11087 184 0,'0'0'10576'0,"0"0"-8303"16,0 0-761-16,0 0-780 0,0 0-192 15,0 0-376-15,0 0-164 0,0 0-376 16,0 0-712-16,0 0-640 0,88-19-1349 16,-64 16-2915-16,-9 0 3960 0,13 3 480 0</inkml:trace>
  <inkml:trace contextRef="#ctx0" brushRef="#br0">28953 11201 2460 0,'0'0'3924'16,"0"0"-1160"-16,0 0-1340 0,0 0-99 15,-63 64 235-15,42-48 48 0,6 3-284 0,2-7-364 16,6 4-392-16,-1-3-208 16,4-4-76-16,4 5-284 0,0-6 0 0,4 2-100 15,4 3-48-15,-1 0 64 0,6-1 80 16,-1 1-4-16,0 0-68 0,0-1-24 15,-5 1 4-15,6 0 20 0,-5-1 68 16,-4-2 8-16,-4 3-88 0,0-4-72 0,0 0-124 16,-4 1-80-16,-4 0-108 15,-5 0-220-15,-2-1-204 0,-1-2-180 0,0 2-200 16,-4-6-340-16,4 3-753 0,-8-3-1531 16</inkml:trace>
  <inkml:trace contextRef="#ctx0" brushRef="#br0">30093 11401 864 0,'0'0'2100'0,"0"0"5168"15,0 0-4979-15,0 0-849 0,0 0-452 0,0 0-120 16,0 0 100-16,0 0 12 15,-16-67-200-15,0 67-204 0,-4 0-120 0,-3 7 20 16,-9 9-48-16,0 9-112 16,-9 7-8-16,6 5 44 0,-5 2-124 0,4 2-80 15,8-5 21-15,8-11-161 0,9-9 36 16,7-6-44-16,4-8-184 0,0 1-37 16,7-3-7-16,9-3 104 0,8-6 52 0,8-7-244 15,0-3-76-15,3-7-108 0,2 1 72 16,-5 0 60-16,-4 3 84 0,-5 2 212 15,-3 5-52-15,-4 5 124 0,-8 0 100 16,0 10-52-16,0 0 184 0,-4 3 176 0,1 10 56 16,-2 3-160-16,5 7 16 0,-4-1-28 15,0 0-72-15,0 3-16 16,4-5 28-16,0 2 24 0,4-7-171 16,4-1-85-16,7-6-169 0,5-1-39 15,9-3-204-15,2-4-332 0,1 0-40 0,0-4-532 16,0-3-1292-16,-12 4-3189 0,12-6-3207 15</inkml:trace>
  <inkml:trace contextRef="#ctx0" brushRef="#br0">30344 11296 3868 0,'0'0'5160'16,"0"0"-3207"-16,0 0-337 16,0 0-340-16,0 0 12 0,0 0-16 15,0 0-124-15,0 0-148 0,0 0-236 0,48 68-104 16,-36-43-72-16,-5 4-104 0,-2-4-104 15,-1 6-164-15,-4-2-128 0,0-4-88 0,-4 0 0 16,-1-2-76-16,-2-7-8 16,3 0 0-16,4-6 0 0,-4-5-40 15,4 2-32-15,0-7-28 0,0 0-48 0,0 0-96 16,11-4-308-16,6-4 208 0,7-6 8 16,8-1-24-16,-4-7-24 0,4-1-52 15,-4-2 96-15,-5 6 140 0,1-3 236 16,0 6 48-16,-9 2 188 0,-2 9 88 15,-1-1 108-15,-9 6 84 0,6 0 4 16,-5 6-4-16,0 2 20 0,0 6 4 16,-4 5-100-16,4-3-136 0,-4 3-124 15,0-4 4-15,0 1-88 0,0-2-48 0,0-2-108 16,0-10-212-16,3 3-276 0,1-5-264 16,9 0-112-16,-2 0-284 0,1-7-1200 15,8-12-2889-15</inkml:trace>
  <inkml:trace contextRef="#ctx0" brushRef="#br0">31180 11439 8552 0,'0'0'6129'0,"0"0"-4305"15,-19 76-852-15,11-50-20 0,0 0 448 16,0-4-396-16,4-7-484 0,0-1-520 15,0-9-156-15,4-2-236 0,0-3-156 0,0 0-272 16,8-3-384-16,0-2-736 0,-1-5-2952 16,6-9-4381-16</inkml:trace>
  <inkml:trace contextRef="#ctx0" brushRef="#br0">31257 11185 6248 0,'0'0'7277'0,"0"0"-5645"0,0 0-864 16,0 0 60-16,0 0-180 0,0 0-648 0,91 0-24 15,-67-3-1152-15,4-3-1144 0,-5-4-2933 16,-2 4-2723-16,3-4 7780 0</inkml:trace>
  <inkml:trace contextRef="#ctx0" brushRef="#br0">31595 11347 1384 0,'0'0'10241'16,"0"0"-8373"-16,0 0-636 0,-67 73 620 0,46-50 364 16,6-8-464-16,2 1-740 0,6-6-587 15,3-1-325-15,4-2-100 0,0 2-8 16,0 1-56-16,4-1-32 0,3 0-25 0,6 4-15 16,-5 1-20-16,-1-2 60 0,-3-3 96 15,4 3 8-15,-8 2 52 0,5-5 24 16,-5 4 36-16,0-3 28 0,0-2-75 15,0-1-1-15,-5 0-72 0,5-4-8 16,-8 0-100-16,4 0-173 0,1 1-167 16,-1-4-100-16,0 0-100 0,4 0-200 15,0-10-296-15,0-3-656 0,0 1-1360 16,15-13-4265-16</inkml:trace>
  <inkml:trace contextRef="#ctx0" brushRef="#br0">31822 11557 6564 0,'0'0'5061'0,"0"0"-2541"0,0 0-756 16,0 0 160-16,0 0-152 0,9 66-416 0,-6-63-664 15,1-3-339-15,4 0-157 0,8 0 32 16,0-8-228-16,8-6-264 0,0-5-321 16,4 1-47-16,4-5-112 0,-5 1-52 15,1 0-40-15,-4 0-68 0,-4-1-52 16,0 5 164-16,-8-1 404 0,-4 2 388 0,-8 1 464 15,0 3 64-15,-4 1 60 16,-8 2-16-16,0 7-140 0,-4 0-80 16,0 3-348-16,-3 9 168 0,-5 4-100 0,3 6 52 15,1 4 24-15,5-1-52 0,3-4-96 16,3 5-152-16,-2-4-168 16,3-3-656-16,-1-3-960 0,2 5-4709 0</inkml:trace>
  <inkml:trace contextRef="#ctx0" brushRef="#br0">32643 11760 3420 0,'0'0'15049'0,"0"0"-12441"16,0 0-1451-16,0 0 439 0,0 0-412 0,0 0-548 16,0 0-636-16,0 0-360 15,0 0-616-15,0 0-4 0,0 0-448 16,0-73-2253-16,-20 60-6568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cm"/>
          <inkml:channel name="T" type="integer" max="2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cm"/>
          <inkml:channelProperty channel="T" name="resolution" value="1" units="1/dev"/>
        </inkml:channelProperties>
      </inkml:inkSource>
      <inkml:timestamp xml:id="ts0" timeString="2023-07-06T02:13:49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10745 1421 10488 0,'0'0'2709'16,"0"0"-729"-16,0 0-324 0,0 0-116 0,0 0-300 15,0 0-456-15,0 0-248 16,0 0-124-16,0 0-60 0,0 0-71 15,0 0-13-15,0 0-48 0,0 0-4 0,104 96 28 16,-69-58-4-16,2 7 16 0,-1 3-112 16,-1 9 24-16,1 7-108 0,-4 2 60 15,4 4-20-15,-5-1-96 0,1-2 0 16,-4-3-4-16,0-6 0 0,0-5-4 16,-4-6-48-16,-3-6 40 0,2-1-48 15,-3-10 12-15,0-4 44 0,-4-5 4 16,0-4 0-16,-8-4-44 0,3-4 40 0,-7-2-40 15,1-7 40-15,-1 0-56 16,0 0-60-16,-4 0 48 0,4-10 0 16,-1-6 64-16,5-9-4 0,1-10-48 0,-1-7-12 0,-1-5-60 15,1-4-136-15,5-2 16 16,-2 2-16-16,6-1 136 0,2 11-12 16,1-1 32-16,8 5 40 0,0 5-13 0,4 4 1 15,4-1 8-15,3 4-8 16,2 0 36-16,10-1 36 0,5 0-48 0,4 4 52 15,3 0-40-15,1 0-16 0,0 3-44 16,-5 0-88-16,-3 0-96 0,-8 6 12 16,-4 1-112-16,-12 2-316 0,-8 1-548 15,-5 4-664-15,-15-1-504 0,1 6-2425 16,-14-2-2363-16</inkml:trace>
  <inkml:trace contextRef="#ctx0" brushRef="#br0">11211 1221 8552 0,'0'0'3189'0,"0"0"-1817"0,0 0-636 15,0 0 140-15,0 0 1000 0,84 7-496 0,-52-7-396 16,4 0-480-16,7-7-232 16,-2-5-88-16,6-3-108 0,1-8-76 15,0 1-196-15,0-7-308 0,-5 1-416 0,-2 2-380 16,-9-2-988-16,-9 9-2761 0,-7-10-2587 16</inkml:trace>
  <inkml:trace contextRef="#ctx0" brushRef="#br0">11482 746 2056 0,'0'0'1212'0,"0"0"5224"0,0 0-4643 15,0 0-509-15,0 0-88 0,-16 73-96 16,20-38-32-16,1 6-176 0,2 3-72 16,-3 5-204-16,4 4-268 0,-4 8-104 15,0-1-60-15,1 6-96 0,-5 4 96 0,0-3-76 16,0-4 52-16,-5-2 0 15,1-4-16-15,-4-3-8 0,-3-3-76 16,2-7 16-16,-3-2-64 0,5-5 48 0,-1-9-4 16,-1-9-56-16,5-2-48 0,-3-7-12 15,3-7-124-15,4-3-148 16,-4 0 4-16,4-3-28 0,-4-10-224 0,-1-6-308 16,1-6-308-16,4-10-680 0,0-7-1364 15,0 7-3053-15</inkml:trace>
  <inkml:trace contextRef="#ctx0" brushRef="#br0">11992 1238 52 0,'0'0'9612'0,"0"0"-7599"16,0 0-285-16,0 0-92 0,0 0-176 15,16 82-388-15,-16-58-380 0,-4 1-324 16,-3-4-220-16,2 2-48 0,1-1-88 0,0 0-12 15,-4-3-124-15,5 0-368 0,-6-6-448 16,5-1-324-16,0-5-412 0,0-1-1236 16,-3-6-2649-16,3 0-235 0,-5 0 5669 15</inkml:trace>
  <inkml:trace contextRef="#ctx0" brushRef="#br0">12024 1032 1044 0,'0'0'10085'16,"0"0"-7717"-16,0 0-732 0,0 0-128 16,0 0-116-16,0 0-416 0,0 0-412 0,76-16-504 15,-61 13-60-15,6-1-268 0,-5-3-608 16,3 1-472-16,-2 4-1036 0,2-4-4209 16</inkml:trace>
  <inkml:trace contextRef="#ctx0" brushRef="#br0">12231 1196 3876 0,'0'0'8141'16,"0"0"-6597"-16,0 0-112 0,-8 87 568 0,5-62-48 15,-1-6-432-15,4 0-568 16,0-7-636-16,0-1-316 0,0-6-56 0,4-2-40 16,3 1-36-16,1-4-220 0,5 0-172 15,2 0 120-15,1-7 24 0,0-5-60 16,4-1 8-16,0-3 40 0,-4 0 132 0,0-3 172 15,-4 4 12-15,-4-5 76 16,-1 5 72-16,-2 5 52 16,-1 0 60-16,0 8 100 0,-4 2 124 0,4 0 68 0,-4 0 52 15,0 6-136-15,0 0-88 16,0 0 12-16,3 4-36 0,1-1-76 16,0-2-132-16,0 2-72 0,1-2-12 0,-1-1-76 15,0 4 76-15,-1-4-144 0,1-3-368 0,-4 3-232 16,4-3 48-16,0-3 32 15,1 4-140-15,-1-1-276 0,7-3-640 16,-3 0-936-16,5 0-1625 0,-2 0-51 16,1 0 1044-16,8-7 2733 0</inkml:trace>
  <inkml:trace contextRef="#ctx0" brushRef="#br0">12766 1216 4760 0,'0'0'6285'0,"0"0"-4297"0,0 0-960 0,0 0-480 16,-21 89 384-16,9-55 484 0,4 8-100 16,-3-2-284-16,3-4-528 0,-1-4-320 15,5-7-124-15,4-2-60 0,-4-8-80 16,4-5-20-16,0-3-56 0,0-5-276 15,0-2-292-15,4 0-340 16,0-6-436-16,0-4-724 0,5-8-1969 0,-5 1-447 0</inkml:trace>
  <inkml:trace contextRef="#ctx0" brushRef="#br0">12745 939 2204 0,'0'0'1200'0,"0"0"4904"0,0 0-3719 16,0 0-889-16,0 0-544 15,0 0 84-15,0 0-232 0,0 0-724 0,0 0-80 0,0 0-920 16,84-34-600-16,-57 24-2389 16,-6 1-4423-16,14-10 7588 0</inkml:trace>
  <inkml:trace contextRef="#ctx0" brushRef="#br0">13208 689 8400 0,'0'0'2444'0,"0"0"-875"15,0 0-649-15,-24 85 904 0,12-40 184 0,-1 9-128 16,-2 3-228-16,2 3-387 0,2 4-357 16,-1-1-288-16,0-3-320 0,0 1-300 15,4-7-52-15,-4-2-140 0,8-15-100 0,4-5 100 16,0-7 108-16,4-9-64 16,8-3-240-16,0-7-84 0,3-3 47 15,2-3 13-15,3 0-76 0,-1-9-220 0,2-7-76 16,-1 0-4-16,-5-3-204 0,-2-3-168 15,-9-1-164-15,-4-2-20 0,0-4-152 16,-9 1-9-16,-6-4 509 0,-6 1 388 16,-3-1 608-16,-3 7 388 0,-1 2 572 0,-4 7 341 15,4 6-225-15,0 10 172 16,8 0 56-16,0 7-268 0,8 5-40 0,1 4 44 16,7 0-176-16,4-3-312 0,0-1-284 15,15-1-72-15,2-2 328 16,11-6 120-16,4-3-119 0,3-3-317 0,1-6-208 15,4-8-188-15,-1 1-361 0,-6-3-119 16,3 1-16-16,-5 1-224 0,-3 2-448 16,4 2-544-16,-4 7 108 0,-1 3 120 15,-3 3-1589-15,-3 6 1509 0,-10 7 1440 16,2 5 312-16,-9 6 1676 0,-1 1 532 0,-3-4-611 16,0 2-45-16,0-4 152 15,0-3-124-15,0-3-516 0,0-7-376 0,4 0-268 16,0-3-152-16,4-3-108 0,4 0 12 0,0-3 252 15,4-7-228-15,4-2-196 16,0-1-584-16,-4-6-40 0,4 2 84 0,-8 3 220 16,-4-3-4-16,-4 8 116 0,-4-4 120 15,-4 8 88-15,-9-2 100 16,-2 3 220-16,-5 4 108 0,-3 6-424 0,-5 10 140 16,0 6 88-16,0 3 200 0,3 8 128 15,5-1-48-15,5-4-84 0,2-3-4 16,6-6-71-16,7 0-133 0,0-8-88 0,7-6-124 15,10-5 52-15,11 0 376 0,3-3 0 16,9-13-84-16,4-2-352 16,4-8-304-16,0-2-264 0,-1-4-144 0,1-3-153 15,5-4-735-15,-2-5-1004 0,-12 9-1928 16,10-31-1645-16</inkml:trace>
  <inkml:trace contextRef="#ctx0" brushRef="#br0">14108 530 6232 0,'0'0'4284'0,"0"0"-1451"16,-32 64-869-16,20-27-208 0,-8 5 136 16,0 5-104-16,4 4-447 15,-4-1-469-15,1 2-400 0,-1-1-280 0,3-1-192 16,2-3-76-16,2-7-132 0,13-9-176 0,0-6-4 16,5-5 216-16,11-8-44 0,0-6-257 15,3-3-163-15,9-3-192 16,4-3-348-16,4-3-268 0,0 1 248 0,0 5 716 15,-4 0 480-15,-4 5 240 0,-9 8 264 16,1 9 328-16,-4 1 96 0,0 5 80 16,-4 0 96-16,-3 4-328 0,-2 0-312 15,-3-4-111-15,0-2-61 0,4 0-64 16,0-5-120-16,4-1-108 0,0-1 4 16,4-3 44-16,4-1-44 0,3 1-4 0,2 0-8 15,3 3 4-15,-4 1 0 0,4 5 4 16,-4-3 48-16,-5 3 16 15,-3 1 92-15,-4-1 48 0,-8 0 4 0,-4-3-28 16,-12-3 136-16,-12 0-232 0,-8-2-84 16,-3 2-44-16,-14-6-212 0,-2-1 28 0,-5-6 68 15,0 1-44-15,8-7 12 16,1-3 44-16,11-7 144 0,4-7-116 0,12-2-108 16,5-9-248-16,6-7-117 0,9-2-175 15,0-8-248-15,20 4-124 0,4-1-312 16,8 7-468-16,12 1-416 0,8 2-1893 15,-9 10-1479-15,33-13 3712 0</inkml:trace>
  <inkml:trace contextRef="#ctx0" brushRef="#br0">15382 1076 1500 0,'0'0'12301'0,"0"0"-9801"0,0 0-1156 15,-95-3-244-15,59 13-180 0,-3 5-64 0,-1 11-76 16,3-1-219-16,6 3-185 16,4 4-96-16,2 0-148 0,5 0-132 15,12-3-96-15,5-4-76 0,3-6-24 0,3-3 196 16,13-7 472-16,0-3-284 0,12-2-188 16,0-4-144-16,4 0-172 0,4-7 52 15,0-2-41-15,-5-1 25 0,-3 4 136 16,0 3-16-16,0 3 28 0,-4 3 132 15,-4 10 156-15,0 6 136 0,-5 2-108 0,2 9-15 16,-9 5 51-16,-1 3 8 16,-2 3-80-16,-5 4-100 0,0 2 48 15,0 0 120-15,-9 1-92 0,-2 3-28 0,-6 0-84 16,2-6 0-16,-1-8 120 16,-4-2 112-16,0-6-64 0,-4-8-96 0,5-2-76 15,-6-2 124-15,-2-4-12 0,-1-7-120 16,0 0-232-16,3-6 52 0,2 0 24 0,-1-6 8 15,8-7-152-15,4-10-172 16,8-7-112-16,4-12 11 0,4-9-191 16,16-6-324-16,12-10-1208 0,8-5-2272 0,-8 14-3793 15</inkml:trace>
  <inkml:trace contextRef="#ctx0" brushRef="#br0">15829 1333 4680 0,'0'0'11013'16,"0"0"-9213"-16,0 0-316 0,0 0 156 15,0 0-424-15,0 0-355 0,80 22-145 16,-57-28-272-16,2-4-328 0,6-5-116 0,5-4-132 16,5-3-192-16,-2-4-136 0,1-3-48 15,-8 3-112-15,-4-2-37 16,-4 3 133-16,-13 3 100 0,-11 0 44 0,0 6 36 0,-7 3 344 16,-14 7 84-16,-7 6 4 15,-4 9 84-15,-3 7 48 0,-5 13 60 0,1 5 72 16,-2 8 236-16,2 2 189 0,-1 7-25 15,4 0-76-15,8-1-156 16,4-8-232-16,13-7-120 0,6-6-12 0,5-11-32 16,8-1-64-16,4-5-60 0,4-6-44 15,8-3-176-15,4-3-248 0,7-6-244 0,2-9-136 16,3-8-269-16,-5-5-703 16,10-1-2116-16,-14 4-1589 0,17-17-2743 15</inkml:trace>
  <inkml:trace contextRef="#ctx0" brushRef="#br0">16471 1035 6156 0,'0'0'6845'0,"0"0"-4361"0,-24 70-916 16,0-29-204-16,-4 3 96 0,0 4-8 15,4-7-43-15,4 0-573 0,9-9-500 0,7-3-276 16,4-8 100-16,4-4 0 0,11-4-160 16,5-7-144-16,8-6-64 15,4 0-224-15,8-6-272 0,3-10-313 0,2-6-115 0,-2-1-200 16,-7 1 36-16,-5 0-332 15,2 0 244-15,-10 0 408 0,-2 2 352 16,-10 8 624-16,-2 5 612 0,-9 4 1068 0,0 3 232 16,0 10-260-16,-9 2-352 15,-2 4-388-15,-1 7-207 0,-4 2 131 16,0 0-28-16,0 0-36 0,-1 0-180 0,10-1-400 16,7-6-192-16,0-1-12 0,0-2 0 15,12-2 12-15,0-4-48 16,4 1-36-16,4-1-48 0,0-6-184 0,-5 1-68 15,2-4-52-15,-6 0-68 0,-2 0-52 16,-5 3-52-16,-4 0-265 0,0 4-459 16,0 2-484-16,-9 0-1220 0,1 5-4569 0</inkml:trace>
  <inkml:trace contextRef="#ctx0" brushRef="#br0">17232 1546 8068 0,'0'0'9029'16,"0"0"-6769"-16,0 0-1148 16,0 0-368-16,0 0-196 0,0 0-331 0,0 0-129 15,0 0-88-15,0 0-525 0,0 0-499 16,0 0-848-16,4-44-6393 0</inkml:trace>
  <inkml:trace contextRef="#ctx0" brushRef="#br0">5896 4321 8568 0,'0'0'2020'0,"0"0"-475"15,0 0 139-15,0 0 36 0,0 0-164 16,0 0-480-16,0 0-324 0,0 0-112 16,0 0-16-16,0 0-112 0,-32 86-72 0,20-48-4 15,-3 6-11-15,-1 7-109 16,-5 10-60-16,2 5-88 0,-9 9 16 0,0 12-112 15,-4 8-48-15,0 10-20 0,-3 0-4 16,-2 3 0-16,5-7 0 16,0-6-4-16,9-5-92 0,-1-15 84 0,4-8-100 15,8-9-8-15,4-18 0 0,4-4-76 16,0-18-192-16,4-1-205 0,0-14-103 16,8-3-124-16,0 0-160 0,8-16-292 0,0-6-692 15,4-14-2432-15,-4 8-2749 0,0-32 4277 16</inkml:trace>
  <inkml:trace contextRef="#ctx0" brushRef="#br0">5772 4597 1564 0,'0'0'8500'0,"0"0"-6711"0,0 0-713 15,0 0 96-15,0 0 304 0,0 0-96 16,0 0-324-16,56 95-252 15,-32-51-168-15,1 11-120 0,3 11-88 0,3 11 132 16,1 12 0-16,4 2-244 0,-4 5-183 16,0-3-33-16,-1-5-100 0,-6-6 0 15,3-8-64-15,-4-8 64 0,-5-12 52 0,1-6-40 16,-1-10-12-16,-2-6 0 16,-6-7 0-16,-2-6-8 0,3-6-4 0,-8-1 8 15,-1-5-8-15,1-1-36 0,-4-3-24 16,0-3-185-16,0 0-227 0,0-3-224 15,-4-7-24-15,-7-2-436 0,-6-11-1208 16,-6-5-2188-16,-9-7-1649 0,8 7 806 16</inkml:trace>
  <inkml:trace contextRef="#ctx0" brushRef="#br0">5701 5442 404 0,'0'0'8644'0,"0"0"-6731"0,0 0-193 16,0 0-496-16,0 0 232 0,0 0-124 15,0 0-400-15,24-67-300 0,-4 51-140 16,3 0-172-16,5 4-284 0,0-2-36 16,4 2-232-16,4 3-188 0,1-1-644 15,-2 1-700-15,1-4-2740 0,-8 3-5229 0,12-2 8346 16</inkml:trace>
  <inkml:trace contextRef="#ctx0" brushRef="#br0">6618 5092 8264 0,'0'0'4781'16,"0"0"-2941"-16,0 0-92 0,99 22 76 15,-67-15-324-15,0-4-536 0,-1-3-464 16,1 0-368-16,-4 0-132 0,4-3-288 0,-4-7-700 16,4 2-420-16,-12 1-1276 0,-1-5-4861 0</inkml:trace>
  <inkml:trace contextRef="#ctx0" brushRef="#br0">6689 5340 1016 0,'0'0'12461'0,"0"0"-10197"0,0 0-1148 16,0 0 780-16,0 0-520 0,92 26-412 15,-57-26-504-15,6-10-460 0,6-6 0 0,5-3-744 16,4-4-156-16,-1-2-552 0,-10 9-1728 15,11-9-5081-15</inkml:trace>
  <inkml:trace contextRef="#ctx0" brushRef="#br0">7825 4928 3892 0,'0'0'11137'0,"0"0"-9017"0,84-11-796 15,-37 8 152-15,5-6-524 16,12 2-284-16,-1-5 85 0,5 3-305 0,8-4-276 0,-5-3-124 16,1 3-44-16,0 1-4 15,-8-1-96-15,-4 6 8 0,-17 1-56 16,-7 3-100-16,-16 3-68 0,-8 3 7 0,-12 7-11 16,-4 9-100-16,-19 6 364 15,-14 10 52-15,-6 7 8 0,-13 8-8 0,-8 4 0 16,-4 6 4-16,-8 4 0 0,1 3-4 15,4-4 12-15,2 4 40 0,9-7 68 16,13-6 100-16,7-6-40 0,16-10-20 16,8-3 133-16,8-10-29 0,8-3 4 0,12-3-4 15,12-3 76-15,8 0 108 16,12 1 444-16,3-9-312 0,5-2-244 0,4-1-108 16,0-5-32-16,-1 0-88 0,1 0-24 15,-4-7-80-15,-4-3-4 16,0 1-168-16,-5-3-136 0,-2-5-152 15,-5 1-148-15,-8-6-156 0,0 0-256 0,-5-4-561 16,-3-5-2107-16,-8-2-2536 0,-4 12-4897 16</inkml:trace>
  <inkml:trace contextRef="#ctx0" brushRef="#br0">8749 4924 4728 0,'0'0'10317'15,"0"0"-9173"-15,0 0-652 0,-43 86 292 16,18-51 736-16,1 6-172 16,-8 1-316-16,1 2-347 0,-5 0-285 0,-8 4-100 15,0 2-204-15,-8 2-92 0,1 2-4 16,-5-4-56-16,4-3-112 0,5-3-184 16,-2-5-145-16,14-10-99 0,3-10 96 0,8-6-72 15,12-7-188-15,3-6-584 16,9-3-1304-16,0-13-2901 0,5 3-1235 15,14-19 5416-15</inkml:trace>
  <inkml:trace contextRef="#ctx0" brushRef="#br0">9279 4492 17281 0,'0'0'2920'0,"0"0"-2212"16,0 0-208-16,0 0 181 0,-20 80 735 16,4-49-236-16,1 8-456 0,-6 3-340 15,1-2-188-15,-3 4-76 0,-1-2-72 16,0-1-48-16,-1-3-96 0,10-6-84 16,2-10-40-16,10-6-8 0,3-9-60 0,0-7-36 15,3 0-88-15,10-5 136 0,2-3 192 16,10-9 84-16,-1-5-4 0,4-3-36 15,0-7-132-15,4 1-116 0,-1 2-16 16,5 0 112-16,-4 8 140 0,-8 5 44 16,-1 6 16-16,-6 6-8 0,-2 4 144 15,-2 0 72-15,-2 11 148 0,-3 3 36 16,1 5-112-16,-6 8-72 0,-3 5-44 16,0-1-40-1,0 2-120-15,0-3-12 0,-7-1-72 16,7-4-304-16,-5-2-528 0,1-1-416 0,0 0-1337 0,4-9-3467 15,-8 6-6669-15</inkml:trace>
  <inkml:trace contextRef="#ctx0" brushRef="#br0">11279 5922 9820 0,'0'0'4929'0,"0"0"-3693"15,0 0-496-15,0 0-168 0,-8 78 76 16,0-46-8-16,0 0-284 16,-4 2-268-16,-3-1-88 0,2-1-220 0,-2-1-240 15,2 1-416-15,2-10-676 0,-10 16-3152 0</inkml:trace>
  <inkml:trace contextRef="#ctx0" brushRef="#br0">2995 7224 6536 0,'0'0'3872'15,"0"0"-1635"-15,0 0-849 0,0 0-412 16,0 0 320-16,0 0 36 0,0 0-292 0,0 0-292 16,0 0-268-16,0 0 56 15,0 0 148-15,96 104-272 0,-59-44-95 0,-2 9-85 16,1 15-112-16,-8 4-108 0,4 5-24 15,-8 2-24-15,-1-6-24 0,-3-4 56 16,5-12-8-16,-10-9-40 0,5-10 52 16,-4-17 12-16,-4-7 60 0,4-11 24 15,-4-11-12-15,4-1-12 0,0-7 52 16,3-7 68-16,5-5 364 0,1-14-204 0,3-5-136 16,0-7-120-16,-1-13-48 0,1-6-48 15,0-7-96-15,-4-5 24 16,-4-10-36-16,0-4-96 0,-4-3-88 15,-5 0 28-15,2 7-172 0,-9 6-76 0,3 13 75 16,-7 9 1-16,4 12-140 0,-4 11-72 16,0 13-320-16,-8 8-640 0,1 3-736 15,-10 4-288-15,-2 11-1525 0,-1 4-1267 0,4-2 2920 16</inkml:trace>
  <inkml:trace contextRef="#ctx0" brushRef="#br0">3362 7671 628 0,'0'0'6552'0,"0"0"-3376"0,0 0-1463 16,0 0-513-16,0 0 96 16,0 0-84-16,0 0-172 0,0 0 4 0,0 0-80 15,0 0 4-15,88 60-28 0,-49-55-356 16,10 0-268-16,-2-3-156 0,5-2-148 16,0 0-12-16,4-2-208 0,-1-5-484 15,5 1-324-15,8-4-344 0,-16 7-764 16,32-6-4017-16</inkml:trace>
  <inkml:trace contextRef="#ctx0" brushRef="#br0">5781 7489 9308 0,'0'0'6105'0,"0"0"-5045"0,0 0-600 15,0 0 100-15,-92-18 356 0,72 18 484 16,0 9-360-16,-3 3-300 0,-1 7-251 15,-4 6-129-15,0 5-80 0,0 1-48 16,3 4-124-16,2 1-48 0,3-5 12 16,8-2 12-16,0-4-36 0,8-3 0 0,4-6-36 15,0 3 28-15,16-5-40 16,0 0-72-16,12 2 72 0,0 4 76 0,4-5-16 16,0 2 24-16,-1-5-72 0,1 4 0 15,-8-3 84-15,-4 0 12 0,-4 2 0 16,-4 1-20-16,-4-3-4 0,-8 2 12 15,0 2-24-15,0-2-12 0,-8 2-60 16,-8-2 0-16,0 1-84 0,-3-7-24 16,-2 1-52-16,1 0-128 0,1-4-64 15,2-6-68-15,2 0-92 0,-2 0-169 16,2-9-207-16,2-5-356 0,2-1-816 0,7-1-2068 16,4-15-3317-16</inkml:trace>
  <inkml:trace contextRef="#ctx0" brushRef="#br0">6079 7626 12525 0,'0'0'2640'0,"0"0"-1580"0,0 0-24 15,17 67 584-15,-17-38-64 16,-4-4-216-16,-4 3-491 0,-1-6-281 0,2-2-276 16,3-8-208-16,4-5-84 0,0-5-84 15,0-2-112-15,0-2-8 0,0-8-244 16,7-6 0-16,1-6-1 0,5 0-99 15,2-8-60-15,-2 5-140 0,-2 3-36 16,1 11 216-16,0 1 176 0,0 6 156 16,1 4 236-16,-6 14 192 0,5 1 204 0,-4 10 84 15,0 0 124-15,0 7-4 0,0 0-4 16,-5-1-144-16,2-1-64 0,3-2-71 16,-4-6-49-16,0-4-160 0,-4-7-108 15,4-8-76-15,-4-3-132 0,3-3 3 0,1-10-223 16,1-10-56-16,7-8-236 15,-5-11-200-15,2-5-400 0,3-8-1104 0,-5-1-1872 16,-3 12-713-16,5-32-207 0</inkml:trace>
  <inkml:trace contextRef="#ctx0" brushRef="#br0">6399 7166 11717 0,'0'0'2704'16,"0"0"-1468"-16,0 0-356 0,0 0 92 0,0 0-104 15,51 98 80-15,-43-59 104 16,-4 5-200-16,0 3-135 0,-4 11-133 0,0-2-172 15,-4 5-196-15,0-4-148 16,-4-5-68-16,4-8-60 0,0-13-12 16,0-9 68-16,4-12-92 0,0-7-88 0,12-3-288 15,4-10 0-15,8-2 167 0,4-1 97 16,8-4-108-16,0 9-132 0,-1 2 8 16,1 6 84-16,-8 0 36 0,0 9 40 0,-8 3 144 15,-1 5 136-15,-6-2 112 0,-5 1 256 16,-8 0 280-16,0 1 48 0,0-3-100 15,-8 0-123-15,-8-5-97 0,0 1-36 16,-4-1-160-16,-4-3-92 0,-4-3 20 16,1-3 12-16,-1 0-120 0,0 0-40 0,-4 0-80 15,-5-3-160-15,5-5-228 0,1 1-281 16,-1 0-211-16,5 0-288 0,7 2-948 16,3 2-2476-16,6-3-3809 0</inkml:trace>
  <inkml:trace contextRef="#ctx0" brushRef="#br0">7800 7617 11509 0,'0'0'1776'0,"0"0"-1024"0,0 0 96 16,0 0 600-16,0 0-276 0,0 0-48 0,-82-26-212 16,54 29-276-16,3 13-100 0,-6 6 96 0,-1 10 101 0,4 12-237 15,-4 8-96-15,8 5-16 0,0-3 88 16,8-3-84-16,4-10-172 0,8-13-216 15,0-6-12-15,4-11-156 0,0-9-12 0,0-2-16 16,8-2 28-16,4-9-36 0,7-8 200 16,6-6-132-16,-1-1-164 0,4 1-16 15,-8 0 64-15,3 10 68 0,1 5-20 16,0 3-16-16,1 7 63 0,3 7 45 16,-5 5 112-16,5 7 4 0,-8 7 217 15,0 2-25-15,-4 4 8 0,-5 2-12 0,-2 4 28 16,-9 1-88-16,0 6-32 0,0-1 44 15,-4 3 96-15,-9 1 16 16,2 3 44-16,-9-3-20 0,4-7-28 0,0-4-12 16,-3-4-60-16,2-8-92 0,-3-9-28 15,1-4 24-15,-2-2-72 16,-3-7-12-16,0-3-104 0,1 0-104 0,-5-9-80 0,4-10-60 16,0-3-100-16,-1-10-156 0,2-4-112 15,7-5-133-15,8 0-199 0,4 0-572 16,4 0-976-16,0 10-2689 0,12-15-3019 15</inkml:trace>
  <inkml:trace contextRef="#ctx0" brushRef="#br0">8107 7588 2936 0,'0'0'10929'16,"0"0"-9137"-16,0 0-1036 0,49 76 328 15,-34-44 384-15,-2 0-460 16,-6 3-336-16,-3-1-148 0,0 1-136 0,-4 4-35 16,0-4-73-16,0 0-52 0,-8-1-104 15,4 1-28-15,-3-9 12 0,2-5 64 0,1-4 56 16,0-11 124-16,4-3 156 0,0-3-308 16,0-7-196-16,0-8-8 15,0-8-56-15,4-8-84 0,0-4 20 0,5-6-32 16,2-4-96-16,2 4-184 0,6-3-72 15,-3-1-112-15,4 0-209 0,4 5-487 16,4-5-1212-16,-8 13-1740 0,8-9-3145 0</inkml:trace>
  <inkml:trace contextRef="#ctx0" brushRef="#br0">8538 7686 15057 0,'0'0'2184'0,"-24"83"-1576"16,16-48-16-16,-4 4 896 0,5-4 204 0,-2-7-367 15,9-12-589-15,0-7-420 0,0-9-124 16,4-3-156-16,12-10 12 0,4-9-96 16,3-7 12-16,2-9-328 0,3-6-240 15,-4-2-108-15,0 6 92 0,-5 1 111 0,-6 8 33 16,-9-1-12-16,-1 7 184 0,-3 3 120 16,-7 3 48-16,-6 6 136 0,2 6 332 15,-2 7 336-15,1 10-20 0,1 13-368 16,-2 5 61-16,2 4-101 0,3 5 112 15,-5 5 36-15,6 0-52 0,-1-4-56 0,4-4-124 16,-1-4-156-16,1-9-36 0,4-9-204 16,0-1-220-16,4-11 12 0,9-4-196 15,-2-8-37-15,10-11-23 0,-1-2-532 16,-1-7-1800-16,-2 7-3209 0,7-14-2739 16</inkml:trace>
  <inkml:trace contextRef="#ctx0" brushRef="#br0">8833 7626 14645 0,'0'0'3084'0,"0"0"-2132"16,0 0-156-16,-4 85 768 0,-5-55-19 16,5-5-301-16,1-3-496 0,-1-3-360 0,4-9-220 15,0-8-156-15,0-2-12 0,0 0-84 16,7-6-196-16,10-6 76 16,-6-7-96-16,10-3-112 0,-6-7-108 0,5-3-72 15,1 4-48-15,-2-7-5 0,1 3 25 16,1 0-176-16,2 3-72 0,-3 4 424 15,4 3 296-15,-5 6 148 0,-2 7 36 0,-2 5 324 16,-6 4 104-16,2 0 28 0,-3 11 32 16,1 3-60-16,-5 12-172 0,0 6 36 15,-1 9 85-15,1 6 23 0,-4 8 52 16,0 2 68-16,0 3-12 0,-4 8-88 0,-3 1-92 16,-6 1-136-16,2 3-60 15,-6-3-84-15,2-1-72 0,-2-1-12 16,6-9-192-16,-1-5-108 0,0-7-112 0,4-5-84 15,4-10-24-15,-4-10-12 0,8-9 148 16,0-13-4-16,0-6-357 16,0-13-179-16,0-16-484 0,4-7-300 0,0-15-512 15,0 13-1997-15,-4-43-2827 0</inkml:trace>
  <inkml:trace contextRef="#ctx0" brushRef="#br0">9175 7503 11357 0,'0'0'2276'16,"0"0"-1220"-16,0 0-176 0,0 0 176 16,0 0 200-16,0 0-144 0,81 50-388 15,-74-47-384-15,5 4-192 0,-4-1-100 0,0-3-48 16,-4 3-4-16,0 1-56 16,0 2-12-16,-4 7-224 0,0 3-352 0,-12 4 80 15,0 3 112-15,-4-1 112 0,0-3-4 16,0 0 60-16,0-3 188 0,-3 0 16 15,2-7 32-15,6 1-36 0,-6-4-348 16,2-2-280-16,2-4-292 0,2-3-644 16,-2 0-2797-16,5-3-2599 0</inkml:trace>
  <inkml:trace contextRef="#ctx0" brushRef="#br0">5892 7417 8200 0,'0'0'2356'0,"0"0"-915"15,0 0-45-15,0 0 328 16,0 0-140-16,0 0-516 0,0 0-436 0,0 0-304 16,0 0-328-16,0 0 0 0,0 0 124 15,4 54 0-15,8-19 20 0,4 9 176 16,0 3 72-16,4 10 124 0,0 7-212 0,-4 3-148 15,0 0-80-15,4-1-68 16,-9-6 4-16,2-12 0 0,-1-13 256 16,-1-10-36-16,2-12-232 0,-6-4-12 0,5-9-112 15,4 0 116-15,0-2 8 16,4-14-256-16,0-6-12 0,0-10-352 16,-4-10-188-16,-1-2-192 0,2-7-212 0,-6-3-144 15,-2 3-308-15,-5 0-212 0,-4 4-69 16,0 3 989-16,-9 5 956 0,-2 11 296 15,-1 6 596-15,3 6 309 0,6 5-113 16,-5 6-208-16,8 2-168 0,0 3-4 16,0 0-132-16,0 6-100 0,0 3-184 15,4 4 72-15,3 9 72 0,6 4-16 0,-1 2-144 16,0 11-144-16,0-2-132 0,-1 5-112 16,6-1-412-16,-10 0-384 0,10 1-260 15,-6-8-504-15,-3-8-1597 0,12 6-2883 16</inkml:trace>
  <inkml:trace contextRef="#ctx0" brushRef="#br0">10861 7219 5428 0,'0'0'1820'16,"0"0"3533"-16,0 0-3569 0,0 0-460 16,0 0-256-16,0 0 308 0,0 0-20 0,28 98-380 15,-24-52-208-15,4 4-208 0,-5 4-87 16,-3 3-109-16,4 4-148 0,-4-1-116 16,0 1-100-16,-7-1-64 0,3-7-24 15,0-4-20-15,0-11-108 0,4-10-52 16,0-9-193-16,0-3-283 0,0-7-132 0,0-2-328 15,0-7-924-15,0 0-2108 0,0-10-2301 16</inkml:trace>
  <inkml:trace contextRef="#ctx0" brushRef="#br0">10889 7736 4476 0,'0'0'328'0,"0"0"6337"0,0 0-4873 0,0 0-68 0,0 0 336 15,75-21-476-15,-47 21-600 0,0 0-104 16,0 0-64-16,0 0-159 0,0 0-197 15,4 0-240-15,-9 0-128 0,5-4-92 16,0-1-60-16,-4-5-108 0,4-3-344 16,0 1-425-16,-4-2-391 0,0 0-1028 15,-4 0-2792-15,0-5-2853 0</inkml:trace>
  <inkml:trace contextRef="#ctx0" brushRef="#br0">11387 7404 2660 0,'0'0'7040'16,"0"0"-4695"-16,0 0-493 0,0 0-296 0,-4 78-24 15,4-49-72-15,8 3-216 0,-1 0-304 16,1 3-320-16,1 0-244 0,-1 6-204 16,-5 4-87-16,1 2-85 0,-4 4-97 0,0 0-39 15,0 0-240-15,0 0-356 16,4-4-280-16,0 0-320 0,1-5-1072 0,-1-13-2561 15,7-4-3175-15</inkml:trace>
  <inkml:trace contextRef="#ctx0" brushRef="#br0">12972 7359 4620 0,'0'0'4732'16,"0"0"-239"-16,0 0-2621 0,0 0-444 15,0 0-376-15,0 0-4 0,0 0-264 16,-95 32-332-16,59-16-184 0,-4 6-144 15,-4 1-76-15,-3 3-40 0,-5 2-8 0,-4 2-12 16,-4 6-48-16,4 2 52 0,1-3 4 16,3-2 4-16,8-3 24 15,8-4 96-15,8-7 16 0,12-3-76 0,5-7 24 16,2-5 0-16,9-1-8 0,0-3-16 16,0 3 36-16,16 3 0 0,0 1 101 15,12 2-1-15,0 5-28 0,8-6-12 16,-1 5-32-16,2-1-52 0,-1-1 48 15,-5 1 52-15,-3 1 8 0,0 0-84 0,0-4-36 16,-4 1 0-16,0-1 0 16,0 0-52-16,4-2-8 0,-4 3-12 15,-1-4-72-15,1 0 72 0,0 0-96 0,0-2 60 16,-4 2-60-16,-4-3-148 0,0 0-120 16,0 0-84-16,-8 1-137 0,-1-4-159 15,2 3-220-15,-5-3-648 0,0 3-1356 0,-4-3-3777 16</inkml:trace>
  <inkml:trace contextRef="#ctx0" brushRef="#br0">13754 7197 3116 0,'0'0'7504'0,"0"0"-5103"16,0 0-533-16,0 0-220 0,0 0-204 0,0 0-384 15,0 0-372-15,-32 86-64 0,23-35 108 16,-2 12-100-16,3 4 9 0,-1 10-57 16,-6-1-212-16,-2 6-116 0,-2 1-208 0,-9-1-44 15,0-3-4-15,0-3-48 0,0-9 0 16,8-12 48-16,4-14 12 0,5-13-12 16,2-12-108-16,9-10-232 0,0-6-328 15,0-3-497-15,0-13-495 0,4-3-2092 16,9-22-2897-16</inkml:trace>
  <inkml:trace contextRef="#ctx0" brushRef="#br0">13662 7429 10256 0,'0'0'2725'0,"0"0"-1149"0,0 0-492 16,0 0 568-16,0 0-216 0,0 0-368 0,83 23-248 15,-59-4-128-15,0 6-23 0,4 7-25 16,-4 3-256-16,3 3-112 0,-2 6-68 0,-5 0-76 15,-5 8-48-15,6-5-72 16,-10 3-8-16,2-5-4 0,-2 0-12 16,2-10 8-1,-2-4-4-15,-3-6 0 0,-4-1-52 0,1-10 0 16,-1 0-36-16,-4-9-316 0,0 2-220 0,0-4-109 0,0-3 149 16,-4 0 16-16,-9 0-44 0,2-3-448 15,-6-6-292-15,-2-1 112 0,-5-5 568 16,0-5 240-16,-4-2 48 0,0-3 380 15,4-1 12-15,0-2 616 0,4-1 188 0,4 4-36 16,8 5 0-16,4 9 172 0,4 0 44 16,0 8-212-16,0 3-200 15,0 0-96-15,4-3-40 0,4 3-11 0,4-7-25 16,9 5-72-16,-6-2-316 0,9-2-12 0,4 3-148 16,0-4-212-16,4 4-321 15,4 0-255-15,3 3-348 0,-7-3-1296 0,24 3-4413 16</inkml:trace>
  <inkml:trace contextRef="#ctx0" brushRef="#br0">14925 7941 17125 0,'0'0'2700'0,"0"0"-1552"15,0 0-808-15,0 0-120 0,0 0 72 16,-12 76 61-16,0-57-205 15,4-4-148-15,0 5-180 0,-4-5-309 0,4 7-323 0,0 1-436 16,0 2-836-16,0-6-2832 16,-8 13-4857-16</inkml:trace>
  <inkml:trace contextRef="#ctx0" brushRef="#br0">16192 7331 444 0,'0'0'12325'0,"0"0"-9625"0,0 0-732 0,0 0-684 0,0 0-44 16,0 0-484-16,0 0-72 0,103 16 105 15,-51-13-1-15,8-3-368 16,0 0-200-16,4-3-112 0,-8-3-12 0,-5-4-84 16,-3 3-12-16,-1-2 0 0,-6 5-4 15,-6 4-80-15,-3 0 24 16,0 0 48-16,-8 11-48 0,-4 3-8 0,0 3 68 16,-5 5 72-16,-2 0 0 0,-5 7 12 0,-1 2-36 15,-7 8 48-15,0 1-84 16,0 12 100-16,0 3-40 0,-7 8-64 15,-1 0 40 1,-9 6 20-16,6 1-68 0,-1-3-12 0,0-4-36 16,4-8 0-16,4-7 0 0,0-14-64 0,4-8 28 15,0-8-84-15,0-8-172 0,0-3-216 0,0-5-244 16,0-2-121-16,0-2-263 0,-4-5-1196 16,0-3-2760-16,-12-12-3237 0</inkml:trace>
  <inkml:trace contextRef="#ctx0" brushRef="#br0">16527 7925 4288 0,'0'0'9221'0,"0"0"-7313"0,0 0-464 15,0 0 328-15,0 0-312 0,0 0-508 16,0 0-220-16,83-7-51 0,-43 4 31 0,4-4-360 16,-1-2-292-16,-2 3-60 0,-6-1-292 15,-7 1-396-15,0 4-149 16,-8 2-139-16,-4 0-452 0,-8 8-1432 0,-4 5-2957 15,-4 10-3363-15</inkml:trace>
  <inkml:trace contextRef="#ctx0" brushRef="#br0">16626 8243 2964 0,'0'0'484'0,"0"0"8065"0,0 0-6325 0,0 0-524 16,0 0-148-16,0 0-156 15,0 0-256-15,0 0-504 0,0 0-40 0,0 0 157 16,92 18-157-16,-45-30-392 0,5-8-204 15,4 1-96-15,0-3-184 0,4 0-521 16,0 3-415-16,-13 3-1008 0,21-4-5097 0</inkml:trace>
  <inkml:trace contextRef="#ctx0" brushRef="#br0">18252 7832 3360 0,'0'0'952'15,"0"0"-104"-15,0 0 4000 16,0 0-2983-16,0 0-85 0,0 0-188 16,0 0-180-16,-41-69-196 0,30 66-264 0,-6 3-180 15,-2 0-36-15,-1 0-56 0,-8 6-108 16,0 6-95-16,0 7-29 0,1 3 48 16,3 8-24-16,4 1-100 0,-1 7-80 15,10-3-52-15,-1 6-60 0,3 1-72 0,2-2-64 16,-1-5-44-16,4-5-48 0,4-11-24 15,0-10-36-15,0-3-84 32,8 1-12-32,3-7 68 0,10 0-44 0,-1 0-232 15,3-13-56-15,5-6-68 0,0-3 3 0,0-7 45 0,0-2 100 0,-4 6 108 16,-4-1 84-16,0 6 136 0,-8 8 60 16,-4 2 0-16,0 7-88 0,-4 3 88 0,-1 0 264 15,1 3 40-15,1 10 256 0,3 0-159 16,0 5-85-16,-1-1-64 0,2 1-68 15,-1-1 20-15,3-5-144 0,2-2-60 16,-2-2-72-16,6-3-24 0,-2-3 48 16,6 1-84-16,-2-3-304 0,5 0-185 15,0-5-171-15,0-2-492 0,-5 1-1500 0,9-7-5313 16</inkml:trace>
  <inkml:trace contextRef="#ctx0" brushRef="#br0">19296 7303 340 0,'0'0'5200'0,"0"0"2641"0,0 0-6041 15,0 0-132-15,0 0-276 0,0 0-40 0,0 0-216 16,0 0-28-16,0 0-151 16,0 0-241-16,68 25 56 0,-53 22 48 0,-3 7-316 15,-4 6-140-15,-8 4-136 0,0 2-72 16,-4-2-60-16,-8-4-96 0,4-6 0 15,-3-8-60-15,7-11 12 0,-5-7 36 0,9-12-48 16,0-4-60-16,0-5-156 0,0-5-112 16,0 2-68-16,0-4-16 15,0 0 136-15,4-4-28 0,1-3-8 0,6-1 248 16,6-2 40-16,-6-2 76 0,9-1-40 16,-4 0-24-16,0 7-60 0,4 0 24 15,-4 2 96-15,-1 4 12 0,2 0 132 0,-6 4 96 16,6 6-20-16,-9-2-28 15,-1 5-24-15,-3-1 40 0,0 2-40 16,-4 2 12-16,0-4 36 0,-8 4-84 0,1 3 0 16,-10-3-8-16,2-1 8 0,-9 2-60 0,-1-2-60 15,-3 2-40-15,1-5-128 16,3-2-40-16,8-4-44 0,1-1-60 16,2-5-124-16,9 0-144 0,0-2-232 0,4-11-853 15,0-2-719-15,4 1-2052 16,16-7-2529-16</inkml:trace>
  <inkml:trace contextRef="#ctx0" brushRef="#br0">19989 7899 3160 0,'0'0'8929'0,"0"0"-6965"16,0 0-700-16,0 0 716 16,0 0-64-16,0 0-144 15,0 0-483-15,0 0-573 0,0 0-172 0,-88 67-48 0,64-42 56 16,5 1-44-16,6 0-148 0,1-8-192 15,9-5-144-15,-1-4-24 0,4-6-48 16,0 1-84-16,4-1-60 0,3-3-48 16,6 0 24-16,6-10-40 0,-2-2-104 15,6-5-76-15,1-1 60 0,-4-5 16 16,4 1 8-16,-5 3 36 0,-2 0 52 0,-2 7 7 16,2 2 49-16,-10 7 40 15,1 3 80-15,1 0 88 0,-5 6 561 0,0 7-89 16,-1 3-24-16,-3 6-48 15,4 0-12-15,0 3-12 0,0 0-28 0,1-2 0 16,-1-4-128-16,0-7-148 0,-1-1-72 16,1-5-120-16,4-3-88 0,1-3-188 15,6 0-304-15,2-13-232 0,2-4-245 0,-3 6-1723 16,8-22-4360-16</inkml:trace>
  <inkml:trace contextRef="#ctx0" brushRef="#br0">20702 7760 9096 0,'0'0'2069'16,"0"0"-901"-16,0 0-592 0,0 0 1960 15,0 0-1068-15,0 0-228 0,0 0-268 16,0 0-16-16,0 0-124 0,0 0-296 0,0 0-184 16,0 0-135-16,-107 37-105 15,71-10-64-15,-5-2 24 0,6 4-68 16,3-4-4-16,4 0 0 0,4 0-72 0,5-6-12 16,6 0-16-16,5-6 40 0,4 0 52 15,4-4-76-15,0 1-25 0,4-1-15 16,8 0 76-16,8 5 40 0,0-2 8 15,4 1 8-15,0-5 0 0,4 6 40 16,-4-7-40-16,-4 2-8 0,-5-4 0 0,2 2 48 16,-6 0-40-16,-3-1 56 0,-4-2-60 15,1 2-4-15,-5-3 0 16,0 3-8-16,0-3 4 0,-5 7 4 0,-3-1 121 16,-3 1-25-16,-2 2-96 0,2-2-60 15,-1-1-97-15,-1-2-247 0,6-3-104 0,-1-4-116 16,4 0-100-16,-1-4-208 0,5-5-580 15,0-3-472-15,5-2-2713 16,7-8-1275-16</inkml:trace>
  <inkml:trace contextRef="#ctx0" brushRef="#br0">20762 8013 1356 0,'0'0'8488'0,"0"0"-6787"0,0 0-737 0,0 0 476 15,0 0-36-15,12 70-112 0,-21-54-108 16,6-4-356-16,-1-1-240 0,0-2-208 0,4-6-316 15,-4-1-64-15,4 3-212 16,0-5-132-16,0 0-664 0,0-5-720 16,0 3-2144-16,0-14-3681 0</inkml:trace>
  <inkml:trace contextRef="#ctx0" brushRef="#br0">20810 7829 10424 0,'0'0'1905'16,"0"0"-577"-16,0 0 404 15,0 0-360-15,0 0-356 0,92-19-472 0,-69 13-492 16,5-4-52-16,0 1-596 0,3-4-732 16,5 4-324-16,-8-1-828 15,20-7-1769-15</inkml:trace>
  <inkml:trace contextRef="#ctx0" brushRef="#br0">21336 7810 10212 0,'0'0'2305'0,"0"0"-1525"0,0 0-120 16,-60 70 616-16,36-47 120 0,0-4-64 15,4 0-272-15,4-7-372 16,4 1-300-16,9-7-192 0,3 0-196 0,0 1-60 16,3 2-32-16,9 1 92 0,-1-1 60 15,10 2-52-15,-1 1 64 0,-1 1-60 16,2-1-4-16,-1 1-8 0,-9-1 16 16,6 3 92-16,-6-1-96 0,-7 2 60 0,4-4 4 15,-8 1-16-15,0 0 24 0,0 0-12 16,-4-1 4-16,-7 1-76 15,-1-1-8-15,-4 1-92 0,-5 0-92 16,6-3-348-16,-5-1-208 0,4-2-76 16,-4-2-128-16,3 2-280 0,-2-3-648 0,3-1-1288 15,-7-3-2673-15</inkml:trace>
  <inkml:trace contextRef="#ctx0" brushRef="#br0">23264 7096 11609 0,'0'0'1472'0,"0"0"-732"16,0 0 124-16,0 0 620 0,0 0 124 15,0 0-408-15,0 0-576 0,0 0-268 16,0 0-52-16,-48 89 40 0,20-29 68 0,0 6 404 16,4 5-511-16,-4-1-221 0,5-7-84 15,-1-3-120-15,7-9 8 0,2-6-8 16,6-8-89-16,5-11-43 0,4-7 8 16,0-6 48-16,9-10-48 0,3 0 0 15,-1-3-84-15,2 0 56 0,2 0 16 0,-2 0 60 16,2 0 60-16,2 3 124 0,2 10 4 15,-6 3 8-15,2 4 12 16,-6-1 64-16,-5 2-4 0,-1 1 64 0,1 3-12 16,-4-2-40-16,0-1-76 0,0 4 52 15,-7-4-60-15,3 0-40 16,-1-3 40-16,1 0-60 0,0-7-52 0,0 2-84 16,4-8-480-16,0-3-644 0,4-3-900 15,4-3-664-15,-3-3-1653 0,10-16-1207 0</inkml:trace>
  <inkml:trace contextRef="#ctx0" brushRef="#br0">23845 7042 8976 0,'0'0'2121'0,"0"0"-1005"0,0 0 364 16,0 0 64-16,0 0-496 0,0 0-276 0,0 0 332 16,0 0-8-16,13 105-236 15,-22-58-152-15,-6 11-148 0,-6-4-196 0,-3 3-147 16,5-3-69-16,-5-4-4 0,4-2-144 16,0 0-48-16,0-4 44 0,5-2-92 15,2-5 92-15,2-5-56 0,3-7-4 16,3-5-8-16,1-8 12 0,4-2-113 15,0-7-43-15,4-3 44 0,9 0 88 16,-2 0 76-16,6 0 8 0,-2 0 0 16,5 0-4-16,1 0-56 0,-2 0 12 15,-3 6 36-15,0 1-24 0,-4 2 36 16,0 5 88-16,-5-2-76 0,1 1 48 0,-8-1 24 16,0 1-12-16,0-1 28 0,-11 5-16 15,-5-5 0-15,0 1-40 0,-4 0-44 16,-4-4-12-16,0 1-60 0,0-7-84 15,0 0-124-15,5 0-208 0,2-3-24 16,2-3-64-16,-2-3-88 0,6-1-76 16,7-3-312-16,4 1-628 0,0-3-616 0,4 1-1789 15,11-1-451-15</inkml:trace>
  <inkml:trace contextRef="#ctx0" brushRef="#br0">24081 7826 4548 0,'0'0'6629'16,"0"0"-5421"-16,0 0-60 0,0 0 688 0,0 0 144 16,0 0-348-16,15 70-652 0,-23-55-492 15,1 5-220-15,-5 2-36 0,3-3-60 16,-2 0-164-16,7-3-8 0,-5-4-52 16,6 1 4-16,-1-2-60 0,4-5-112 0,0-4-220 15,0-2-292-15,0 0-228 16,0-6-140-16,0-7-716 0,0 5-2264 0,-4-15-3673 15</inkml:trace>
  <inkml:trace contextRef="#ctx0" brushRef="#br0">24053 7619 9912 0,'0'0'3201'0,"0"0"-1425"0,0 0-128 0,0 0 328 16,0 0-652-16,0 0-576 15,91-28-480-15,-59 12-268 0,4-6-368 16,0 3-560-16,-1-7-500 0,-2 10-892 0,3-9-4213 16</inkml:trace>
  <inkml:trace contextRef="#ctx0" brushRef="#br0">24623 7182 4608 0,'0'0'9017'0,"0"0"-7761"0,0 0-728 0,0 0 980 0,0 0 484 15,0 0-436-15,0 0-716 16,0 0-536-16,0 0-168 0,0 0-128 16,27 63 101-16,-22-54-109 0,-5 4-8 0,-5 3-5 15,-7 7 9-15,-3 5 0 0,-9 7-68 16,0 6-4-16,0 1 28 0,-4 5 36 15,5 1 12-15,2-1 60 0,1-5 40 16,5-4-92-16,6-9-8 0,9-7-52 16,0-6-60-16,5-4 28 0,10-2 24 15,2-4-24-15,2 0 20 0,1-3-44 16,4 7-36-16,-1-1 48 0,-2 4 96 16,3 3 12-16,-9 3 48 0,5 0-56 0,-8 0 84 15,4 4 32-15,-8-1-24 0,0 0 40 16,-3 0-16-16,-1 0 88 0,-4 1-51 15,0 3-93-15,0-5-56 0,-9 5 0 16,1-1-8-16,-3 1-64 0,-2-1 16 0,-6 3-281 16,-2-3-571-16,1 5-236 15,-3-5-92-15,3-2-212 0,-4-2-620 16,12-8-1893-16,-8-1-1783 0</inkml:trace>
  <inkml:trace contextRef="#ctx0" brushRef="#br0">26005 7664 8172 0,'0'0'1940'16,"0"0"-635"-16,0 0-125 16,0 0 184-16,0 0-312 0,0 0-200 0,0 0-44 15,0 0-12-15,-92 89-40 0,80-54 92 0,-3 1-148 16,6-3-112-16,5-7-260 0,4-3-180 16,0-11-88-16,13-2-60 15,2-4-48-15,2-6 48 0,2 0-64 16,5-9 16-16,0-8-120 0,1 2-336 0,-6-7-120 15,-3 0 232-15,-8-1 72 0,0 4 0 16,-8 6 124-16,0 1-4 0,-4 5 64 16,-8 1-24-16,0 3 36 0,-4 0-40 15,-4 0 68-15,5 3-68 0,-6 0-132 16,5 0-68-16,4 0-504 0,5 0-608 0,-1 0-1156 16,8 0-1793-16,0 0-1523 0</inkml:trace>
  <inkml:trace contextRef="#ctx0" brushRef="#br0">26252 7807 11189 0,'0'0'2116'0,"0"0"-1152"16,88 6 388-16,-57-6-284 0,10-3-336 0,2-10-148 15,1-2-272-15,0-7-312 16,0-2-160-16,0-4-632 0,-8 3-268 0,-1-4-388 16,-3 1-1160-16,-12 9-2357 0,0-6-1327 0</inkml:trace>
  <inkml:trace contextRef="#ctx0" brushRef="#br0">26615 7482 5904 0,'0'0'2352'0,"0"0"-420"16,0 0-115-16,0 0-349 0,0 0-236 15,-84 46 0-15,76-18-40 0,4 4-16 0,0 9-400 16,0 8-188-16,4 1-96 0,0 4-116 16,-4 2-56-16,1 5-104 0,-2-4-20 15,1 4-60-15,0-2-76 0,0 1 24 16,0 1 196-16,0-1-123 0,1-2 15 0,-1-4-52 15,-5-3-60-15,1-3-60 0,1-8 0 16,-1-5-96-16,-1-6-24 0,5-7-40 16,0-9-81-16,1-7-163 15,-1-2-108-15,-5-4 52 0,5-7-68 0,0-6-160 16,0-5-136-16,1-11-364 0,3-6-316 16,3-9-636-16,5 9-2301 0,12-32-2663 15</inkml:trace>
  <inkml:trace contextRef="#ctx0" brushRef="#br0">27623 7242 12197 0,'0'0'2164'0,"0"0"-1504"16,-48 73-256-16,24-32 700 0,-4 10 724 15,-3 6-244-15,3 7-452 0,0-1-448 0,0 7-187 16,0 0 11-16,0 3-108 0,4-6-400 15,4-2-24-15,0-7 20 16,5-7-236-16,6-10-320 0,5-12-57 0,0-8-67 16,4-7-108-16,0-8-456 0,8-6-844 0,4-9-628 15,-4-2-3101-15,4-17-2538 0</inkml:trace>
  <inkml:trace contextRef="#ctx0" brushRef="#br0">27471 7467 3180 0,'0'0'8073'0,"0"0"-6177"0,0 0-700 16,0 0 268-16,0 0-160 0,0 0 120 16,0 0-368-16,92 76-332 0,-72-34-128 15,-4-1 244-15,4 4-123 0,-5-5-333 0,6 5-200 16,-1-4-100-16,-5 0-84 16,6-1-8-16,-10-7-4 0,6-3-96 0,-6-5 48 15,-3-3-88-15,1-6-128 0,-6-3-28 16,-3-4-181-16,0-3-247 0,-8 0-184 15,-12 1-248-15,-4-1-416 0,-4-3-488 0,-7 0 192 16,-1-3 456-16,-5 0 808 16,6-3 612-16,-5-6 220 0,4-7 292 15,1-3-152-15,3-3 304 0,4-3-208 0,8 3-160 16,4 3 248-16,16 5-40 0,0 2 76 16,16 5-404-16,8-2 12 15,11 0-124-15,9 2-60 0,12-3 0 0,4 1-8 16,0 2 4-16,3-2-136 0,1 4-748 15,-16 0-1596-15,8-1-6045 0</inkml:trace>
  <inkml:trace contextRef="#ctx0" brushRef="#br0">5649 10169 4528 0,'0'0'2812'0,"0"0"-1512"0,0 0 2717 0,0 0-2057 15,0 0-700-15,0 0-356 16,0 0-148-16,0 0-172 0,0 0-116 0,0 0 244 16,0 0-208-16,0 0-160 15,0 0-52-15,-60 93-36 0,37-55 0 0,-1-10-36 16,3-3-88-16,10-9-56 0,3-6-76 15,4-1-8-15,4-9-76 0,4 0-84 0,8 0-140 16,12 0 128-16,8 0 180 16,7 0 0-16,6 0 0 0,-2 0-60 0,-3 11 52 15,-9 1-76-15,1 3 84 0,-11 8 4 16,-5-4 56-16,-4 6 16 16,-5 0 56-16,-7 1 28 0,0-1-4 0,0-2-80 15,-7-2-68-15,-1-5 4 0,-5 1-12 16,2-5 0-16,-2-2-172 15,2-4-156-15,-1-4-76 0,-1 3 24 0,2-5-60 16,-1 0-64-16,4 0-88 0,-4-5-88 16,4 0-112-16,-4-4-316 0,4-4-380 15,0-4-820-15,0 5-2113 0,4-20-1127 0</inkml:trace>
  <inkml:trace contextRef="#ctx0" brushRef="#br0">5972 10328 2980 0,'0'0'5936'0,"0"0"-4232"0,0 0-147 16,32 73 447-16,-28-45-52 16,0 5-428-16,-1-2-360 0,1-2-440 15,1-4-456-15,-1-6-268 0,4-7-84 0,-1-5-28 16,6-7-24-16,2 0 76 0,6-9-172 16,3-10-224-16,-5-4-224 0,5-5-124 15,0-2 180-15,0 0 264 0,-8-3-148 16,0 2 156-16,-4 2 164 0,-4 4 64 15,-5 6 124-15,-3 3 112 0,4 4 64 16,-4 7 176-16,0 5-64 0,0 0-8 16,0 11 56-16,5 5 176 0,-1 6-64 0,4 6 36 15,-4 1 168-15,3 0-112 0,-2 3-96 16,-1-4-4-16,0 1 36 0,0-7-136 16,0 3-340-16,-1-6-36 0,1 0-172 15,5-3-220-15,-1 1-392 0,-1-9-336 16,1 2-268-16,1-3-864 0,6-1-3581 0</inkml:trace>
  <inkml:trace contextRef="#ctx0" brushRef="#br0">6702 10353 5076 0,'0'0'7281'0,"0"0"-6409"0,0 0-620 15,0 0 688-15,-84-6 448 0,63 16-448 16,10 5-416-16,-6 14-252 0,6 6 88 16,3 10 84-16,-1 2 224 0,5 3-80 15,4 1-148-15,0-4-132 0,0-8-212 16,9-4-96-16,3-16-60 0,-1-6-52 0,13-13-56 16,1-4-40-16,3-15-308 15,3-12-480-15,1-7-532 0,0-3-872 0,-8 5-1829 16,12-20-1367-16</inkml:trace>
  <inkml:trace contextRef="#ctx0" brushRef="#br0">6921 9693 10024 0,'0'0'1445'0,"0"0"-789"0,0 0 644 15,0 0 276-15,0 0-384 0,-36 92-216 16,36-53-144-16,0 1-68 0,0 14 12 15,0 3-188-15,0 7-124 16,0 6-272-16,-5 3-56 0,1-4-52 0,4 5-84 16,0-7-72-16,0-10-36 0,4-13 56 15,5-12-20-15,-2-10 60 0,1-16-72 16,5-6-88-16,-2-3-24 0,5-13-36 0,0-9-48 16,1-3-140-16,2-7 16 0,-7-4-40 15,4 4 172-15,-5 7 0 0,2 2 272 16,-5 11 8-16,-1 5-8 0,2 7-4 15,-5 3 4-15,4 10 248 0,3 2 260 16,-2 10-116-16,2 3 184 0,1 4-256 16,1 3 20-16,-6 3-108 0,5-3 88 15,-3-1-116-15,-2 1 40 0,1-4-72 16,1 1-124-16,-2-7-48 0,1 0-132 16,0-8-100-16,4-3-392 0,0-4-388 0,4-3-428 15,-4-4-1008-15,-1 0-2549 0,6-4-3647 16</inkml:trace>
  <inkml:trace contextRef="#ctx0" brushRef="#br0">8212 10394 3392 0,'0'0'7605'0,"0"0"-5989"0,0 0-340 0,0 0-48 15,0 0 32-15,11 87 144 16,17-65-364-16,8-3-316 0,3-4-88 15,10-8-136-15,3-7-184 0,-1-10-156 16,1-9-104-16,0-9-56 0,-9-4-184 0,2-5-276 16,-9-5-408-16,-5 3-204 0,-3 2-252 0,-12 8-1196 15,0-6-3573-15</inkml:trace>
  <inkml:trace contextRef="#ctx0" brushRef="#br0">8518 10179 8372 0,'0'0'4153'0,"-12"83"-2917"15,8-39 132-15,4 3 316 0,0 11-84 16,0-4-372-16,0-10-568 0,0-6-500 0,8-9-160 16,0-6-120-16,4-9-164 0,3-9-240 15,2-5-4-15,3-14 24 0,3-8-276 16,1-7-476-16,0-6-1140 0,-3 7-2597 15,-2-16-1415-15</inkml:trace>
  <inkml:trace contextRef="#ctx0" brushRef="#br0">8900 9740 10044 0,'0'0'1805'0,"0"0"-717"0,4 89 148 0,-4-37 604 0,0 7-340 15,-4 5-176-15,1 3-392 0,-1 6-272 0,0 1 120 16,-5 1-172-16,1-2-339 0,1-7-269 16,3-5-44-16,4-13-56 0,0-11-69 15,4-11-99-15,3-12-84 0,5-14-64 0,1 0-72 16,2-17-172-16,5-8-88 0,1-4-264 16,-6-3-72-16,1 0 256 0,0 0 364 15,-4 7 336-15,0 6-36 0,-4 6 104 16,0 7-40-16,0 6 100 0,0 6 512 15,-4 11 556-15,3 1-208 0,-2 4-228 0,-1 1-164 16,0-1-64-16,0-3-72 0,0-6-136 16,3-4-144-16,6-2-52 0,-5-4-124 15,8-3-24-15,-1-6 88 0,2-7-40 16,2-6-208-16,-2 3-108 0,2-3 32 16,-7 3 100-16,4 4 84 0,-7 2 88 15,-2 3 52-15,1 7 4 0,-4 0 56 16,0 3 200-16,0 8 308 0,-4 1 84 15,4 4-100-15,-4 0-48 0,4 3-80 16,-4-3 140-16,4 3 216 0,-4-3-224 0,4-1-191 16,0-2-145-16,0-4-156 0,-1-4-4 15,6-3-64-15,-1-2-32 16,3-7-1-16,2-9 85 0,2-5-244 0,6-8-340 16,3-6-172-16,3-7-188 0,-3-2-140 0,4-4-544 15,0 1-972-15,-8 6-1721 16,8-26-579-16</inkml:trace>
  <inkml:trace contextRef="#ctx0" brushRef="#br0">9634 9862 1592 0,'0'0'8120'16,"0"0"-5811"-1,0 0-1133-15,0 0-144 0,0 0 580 0,0 69-108 16,0-28-452-16,4 7-128 0,3 3 188 0,6 3-88 0,2 0-247 16,2-1-209-16,2-2-240 0,-3 0-220 15,4 0-96-15,-4-7-12 0,-4 1-60 0,0-7-108 16,-4 0-148-16,-4-6-60 15,0-3-24-15,-4-4-85 0,-4-6-123 16,-4-3-128-16,-12-6-132 0,-4-1-464 0,-3-3-516 16,-6-6-52-16,-3 0 164 0,-3-3 516 15,3-9 1052-15,0-4 168 0,1-6 748 16,3-1-260-16,4 2 532 0,7-6-396 16,14 5-192-16,7 3 88 0,7 0-40 0,14 0-28 15,14-3-76-15,5 0 76 0,8-3 24 16,7 0-44-16,5-5-108 0,4-2-248 15,-1 4-76-15,2-5-288 0,-18 12-1092 16,21-10-3784-16</inkml:trace>
  <inkml:trace contextRef="#ctx0" brushRef="#br0">22650 9109 1488 0,'0'0'952'0,"0"0"-588"0,0 0-24 15,0 0-28-15,0 0 2100 0,0 0 496 0,24-66-1032 16,-24 47-655-16,4-1 227 0,-4 1-88 15,5-3-140-15,-5 0-156 0,0-4-304 16,0 7-128-16,0-1 32 0,0 1-100 16,-5 7-160-16,1-4-60 0,-4 7 32 15,1 2-48-15,-6 1 64 0,5 3-76 0,-7 3-51 16,-2 3-45-16,-3 7-112 0,-3 5-24 16,3 8-80-16,-4 9 48 15,4 2-40-15,4 5 36 0,1 5 48 0,6 1 48 16,1-4 28-16,4 0 44 15,4-3-36-15,0-10-132 0,0-5-48 0,8-11 0 16,5-1-60-16,2-11 60 0,-4 0 40 0,10-7 36 16,-1-5-28-16,3-8-48 15,-3-2-96-15,1-3-96 0,-2-4-84 16,1 0-52-16,-3 1-24 0,2-5-73 0,-3-1-63 16,4-1 64-16,-4-3-76 15,0-3-28-15,0 0-8 0,-1-7-56 0,-6 0-12 16,-1 3-40-16,-1 1 96 0,2 0-12 15,-5 3-32-15,0 3 228 0,0 5 24 16,0 8 340-16,-4 4 224 0,0 4-20 16,0 1 108-16,0 7 108 0,0 2 140 15,0 4 24-15,0 0-48 0,0 3-156 16,-4 0-168-16,4 3-64 0,-8 4-64 0,4 5 28 16,-1 4 48-16,1 7-12 0,4 2 48 15,0 7 84-15,0 6 28 0,0 3 156 16,0 6-36-16,0 1-52 0,0 6-24 15,-3 0-83-15,-1-4-101 0,4 5-32 16,-4-4-64-16,4-4-68 0,0-2-4 16,0-7-48-16,0 0 0 0,8-9-60 15,-1-7-149-15,2-3-255 0,-1-7-220 16,3-1-160-16,2-3-288 0,-5-2-592 0,-1 1-1436 16,-3-3-2533-16</inkml:trace>
  <inkml:trace contextRef="#ctx0" brushRef="#br0">23168 9166 3384 0,'0'0'8'16,"0"0"72"-16,0 0 236 0,0 0 4132 15,0 0-2804-15,0 0-728 0,0 0-371 16,0 0-21-16,0 0 260 0,0 0 84 0,0 0-32 15,4-6-116-15,-4 6-100 0,0 0 20 16,0 0 24-16,0 0-168 0,0 0-172 16,0 9-116-16,0 1 88 0,0 5 12 15,-4 1 0-15,4 3 0 0,-4-3-24 16,4 1-152-16,0-3-32 0,-4 3-28 16,4-4 16-16,0 2-76 0,0-2-12 15,0 0-4-15,0-3-8 0,-4-1 0 16,4 0-52-16,0 1-8 0,0-7-16 15,-3 3-56-15,3-6-140 0,0 5-304 0,0-5-264 16,0 0-232-16,0 0-472 0,7-5-668 16,-3 3-265-16,9-11-1963 0</inkml:trace>
  <inkml:trace contextRef="#ctx0" brushRef="#br0">23459 9038 4136 0,'0'0'8073'0,"0"0"-6821"0,0 0-1076 0,0 0-72 15,0 0 392-15,0 0 188 0,0 0-196 16,0 0-488-16,0 0-100 16,83-2-264-16,-62-2-956 0,-5 1-1048 0,7-2-4125 0</inkml:trace>
  <inkml:trace contextRef="#ctx0" brushRef="#br0">23969 9043 4772 0,'0'0'6313'0,"0"0"-5001"0,0 0-892 16,0 0-136-16,0 0 184 0,0 0 4 16,0 0-384-16,0 0-88 0,0 0-584 15,80-7-1052-15,-69 7-1125 0,14-4-2963 16</inkml:trace>
  <inkml:trace contextRef="#ctx0" brushRef="#br0">24380 9024 1684 0,'0'0'300'15,"0"0"6972"-15,0 0-5980 0,0 0-439 0,0 0 351 16,0 0 276-16,0 0-280 0,0 0-396 16,0 0-324-16,83 27-296 0,-67-27-184 15,5 0-156-15,-2 0-576 0,1 0-1072 0,8-2-2837 16</inkml:trace>
  <inkml:trace contextRef="#ctx0" brushRef="#br0">25332 8985 5732 0,'0'0'8989'0,"0"0"-8069"16,0 0-912-16,0 0-8 0,0 0 400 0,0 0 444 16,0 0 48-16,-80-32-260 0,69 39-348 15,-6 8 12-15,-3 4 180 16,4 7 480-16,-4 5-296 0,1 1-188 0,6 1-83 16,2-2-121-16,3-6-88 0,3-5-20 0,5-5-52 15,0-5-24-15,5-3-84 16,3-5-44-16,7-2-52 0,5-9 92 15,12-11-140-15,0-8-296 0,8-7-361 0,0-6-247 16,-4-3 56-16,3-1 228 0,-3 1 60 16,-4-4-128-16,0 0-136 0,-4-3-392 15,-4 1 128-15,-4-1 464 0,-8 1 768 0,-4 1 64 16,-5 5 268-16,-3 0-152 16,0 6 152-16,0 2 140 0,-3 9 248 15,-1 7 212-15,0 7-100 0,0 10-32 0,4 0 68 16,-4 3-352-16,4 0-96 15,-4 6-100-15,0 7 48 0,0 9-40 0,-4 3 136 16,0 7 72-16,0 3-48 0,0 3-208 16,4 0-147-16,-4 6-21 0,4-2-64 15,-3 6-48-15,-6-1-12 0,5 2-40 16,-3-5-68-16,2 3-25 0,1-2 97 16,-3-4-64-16,2 1-192 0,5-2-156 0,0-5-152 15,4-6-72-15,0-4-176 0,0-5-364 16,8-11-1436-16,1-3-2297 0,2-6-2951 15</inkml:trace>
  <inkml:trace contextRef="#ctx0" brushRef="#br0">25763 8988 3180 0,'0'0'10077'0,"0"0"-9249"0,0 0-828 15,0 0 0-15,0 0 872 0,0 0 400 16,0 0-136-16,0 0-492 0,31 63-284 16,-23-40 32-16,-8-1 224 0,4 0 56 15,-4 4-304-15,0-1-136 0,0-2-76 16,0-2-80-16,0 2 8 0,-4-4-36 0,0 0-48 16,0-3 0-16,4-3 0 0,-4-4 4 15,0-3 4-15,4-6 56 0,0 3 56 16,0-3 12-16,0 0 4 0,0 0 20 0,0-6 40 15,0-6 29-15,8-8-225 16,0-8-112-16,8-3-57 0,0-5 57 16,-1 1-20-16,2 7-12 0,-6 6 68 0,6 6 4 15,-6 0-48-15,2 7-200 16,-2-2-20-16,-3 5-112 0,5 4 24 0,-6-3 12 16,1 5-100-16,-4 0-92 0,0 11-196 15,-4-3-788-15,0 9-1080 0,-4-8-2677 16,-8 14-2270-16</inkml:trace>
  <inkml:trace contextRef="#ctx0" brushRef="#br0">24805 9312 1420 0,'0'0'9404'0,"0"0"-8655"0,0 0-493 16,0 0 320-16,0 0 724 0,0 0 156 0,24 82-512 15,-24-56-500-15,-3-3-360 0,-1 2-84 16,0 0-52-16,0-6-24 0,0 3-136 16,-1-6-496-16,5 0-528 0,0 0-432 0,0-4-837 15,0-5-3895-15</inkml:trace>
  <inkml:trace contextRef="#ctx0" brushRef="#br0">28113 9004 1200 0,'0'0'104'15,"0"0"6828"1,0 0-5172-16,0 0-739 15,0 0-81-15,0 0 328 0,0 0-36 0,79-12-60 16,-66 30-168-16,-2 4-244 0,6 1-240 0,-10 5-72 16,1-2-44-16,5-1-120 0,-6 1-100 0,-3-4-72 15,4-3-100 1,1 0-4-16,-6-7-8 16,1-1-12-16,0-5-52 0,0-4 16 15,-4-2 40-15,0 0 8 0,0 0 8 0,4 0-8 0,0-2-160 16,-4-4 12-16,4-8-24 0,4 2-48 0,-4-4 60 0,0 0 0 15,4 0-40-15,-4 0 52 0,4-3 12 16,0 1-36-16,0-5 84 0,3 1 80 0,6 2-156 16,-1-2 92-16,3 10-116 15,-6 2 52-15,2 4-188 0,2 6-120 16,-6 0-344-16,6 0-704 0,-6 6-1056 0,1 0-1669 16,4 5-995-16</inkml:trace>
  <inkml:trace contextRef="#ctx0" brushRef="#br0">29280 8845 1420 0,'0'0'11845'0,"0"0"-10121"0,0 0-1256 0,0 0-256 15,0 0 472-15,0 0 696 0,0 0-492 16,0 0-520-16,0 0-368 0,0 0-148 16,-63 29 60-16,39-10 88 0,-4 0 88 15,0 3-16-15,0-3 28 0,0 3-40 16,0-3-56-16,5 4-4 0,-5-2-40 0,3 3-48 16,1-3 16-16,0-1 60 0,13-2-64 15,-1-5 28-15,3-3-8 0,9-1 56 16,0 1 136-16,9-4 96 0,3 4-24 15,3 3-48-15,9-4-12 16,0 3-52-16,0-1-32 0,4-6-56 0,0 4-8 16,0 2-84-16,-4-3-112 0,4-1-296 0,-8 3-136 15,0-1-136-15,-4 4-408 0,-5-6-1084 16,-2 5-3281-16</inkml:trace>
  <inkml:trace contextRef="#ctx0" brushRef="#br0">28925 9363 340 0,'0'0'9912'0,"0"0"-7815"0,0 0-921 15,0 0-464-15,0 0 172 0,0 0 524 16,0 0-236-16,0 0-384 0,0 0-404 16,0 0-176-16,0 0-144 0,8-3 44 0,1 3-32 15,-1 0 20-15,3 0-32 0,2 0-56 16,-2 3 0-16,6 3 76 0,-6 0-24 16,1 1-48-16,4 3-12 0,-4-3 4 15,4 1-4-15,4-2 0 0,0 1-48 0,0-3-88 16,4-4-304-16,-1 0-412 15,-2 0-264-15,6 0-288 0,-2-7-820 0,-10 0-2145 16,13-4-1855-16</inkml:trace>
  <inkml:trace contextRef="#ctx0" brushRef="#br0">29774 8836 6672 0,'0'0'6497'16,"0"0"-5089"-16,0 0-1080 0,0 0 40 0,0 0 436 15,0 70 808-15,-3-48-416 16,-6 6-448-16,5 1-416 0,-4 3-160 15,4 0 24-15,1-5 84 0,3 3-48 0,-4-5-156 0,4-3-76 16,0-6 0-16,0-6-8 16,0-1 0-16,4-5 4 0,-4-2-44 15,0 1 44-15,0-3 4 0,3 0 0 0,1 0-232 16,0-5 36-16,9-5 24 16,2-3 160-16,5-3-48 0,0-6 0 15,4-3-28-15,4-5 40 0,-4 3 48 0,0 2-4 16,-1-5-8-16,5 5-124 0,-4 0 4 15,0 2 56-15,-4 8 28 16,-4 2 44-16,-4 7-56 0,-4 2-52 0,0 4 112 16,0 4 64-16,0 8 60 0,0 1 48 15,-4 9 24-15,0 0-12 0,-4 4-16 16,0 2-164-16,0-2-4 0,-4 2-144 16,-4 1-332-16,0-1-224 0,-4 4-300 15,-4-3-504-15,4-7-1568 0,-8 10-4177 0</inkml:trace>
  <inkml:trace contextRef="#ctx0" brushRef="#br0">9359 11744 6292 0,'0'0'1444'0,"0"0"2585"0,0 0-2649 16,0 0-236-16,0 0 208 0,0 0 4 0,0 0-292 15,0 0-200-15,0 0-248 0,0 0 80 16,39 28 268-16,-22 4-307 16,2 10-197-16,-6 8-108 0,2 14-36 0,-2 13-76 15,-6 5-32-15,1 7-208 0,-4 3 0 16,0-6-88-16,-4-7-80 0,5-12-24 15,-5-13-148-15,7-13-240 0,1-10-101 16,0-15-3-16,0-6-208 0,0-7-496 16,0-3-724-16,0-9-528 0,0-1-1649 15,-4-15-1127-15</inkml:trace>
  <inkml:trace contextRef="#ctx0" brushRef="#br0">9621 12243 5868 0,'0'0'7669'15,"0"0"-6313"-15,0 0-812 0,0 0 260 0,0 0 692 16,97 54-372-16,-74-42-288 16,-3-2-264-16,4-1-240 0,4-5-140 15,0-4-80-15,4 0-28 0,0-7-72 0,0-9-12 16,0 0-92-16,-4-6-444 0,3 3-308 16,-7-3-176-16,0 0-168 0,0-1-768 15,-13 10-1196-15,2-9-2433 0</inkml:trace>
  <inkml:trace contextRef="#ctx0" brushRef="#br0">10076 11816 560 0,'0'0'5932'0,"0"0"-3284"0,0 0-1768 16,0 0-404-16,0 0 633 0,0 0 671 15,24 103-184-15,-17-58-184 0,1 5-316 16,-3 7-352-1,-1 0-80-15,4 0-12 0,-8 1-212 0,3-1-148 0,-3 0-120 16,0-6-60-16,0-1-112 0,0-2-52 0,0-10-68 16,0-3-40-16,0-10-292 0,8-2-224 15,1-11-196-15,-1-8-244 0,3-4-904 16,2 0-896-16,2-20-2865 0</inkml:trace>
  <inkml:trace contextRef="#ctx0" brushRef="#br0">10738 12197 3588 0,'0'0'12677'0,"0"0"-10849"0,0 0-1448 16,0 0-256-16,0 0 296 0,0 0-40 15,0 0-160-15,0 0-160 0,0 0-60 16,79-2-380-16,-59-8-244 0,0 1-364 0,-4-7-524 15,4 3-748-15,-9 5-1917 0,1-6-1951 16</inkml:trace>
  <inkml:trace contextRef="#ctx0" brushRef="#br0">10706 12334 6432 0,'0'0'4412'0,"0"0"-1835"0,0 0-1713 16,0 0-648-16,0 0 480 15,0 0 776-15,0 0-144 0,0 0-156 0,0 0-436 16,79 61-360-16,-55-65-156 0,0-1-196 0,4-5-24 16,-5-2-572-16,5 5-336 15,-4-3-324-15,4 2-680 0,-7 1-1880 16,2-6-6033-16</inkml:trace>
  <inkml:trace contextRef="#ctx0" brushRef="#br0">12008 11783 3008 0,'0'0'4180'0,"0"0"-1276"16,0 0-1535-16,0 0-613 0,0 0 240 0,0 0 516 15,0 0-192-15,0 0-180 0,0 0-420 16,0 0-248-16,0 0-128 0,-24 88-208 16,4-53-136-16,1 3 12 0,-9 1-4 15,3 1 32-15,1 2-40 0,-4-1 0 16,9 0 0-16,-5-3 4 0,4-2 104 15,4-5-48-15,0-2 64 0,4-4 24 16,1 1 0-16,2-8-16 0,1 4-44 0,4-3-28 16,4-2 52-16,0-2-52 0,0 1 88 15,8 1 20-15,5-2-20 0,2 1 0 0,2 0-64 16,2 0 24-16,5-1-100 16,0 1 36-16,4 0-36 0,0 1 36 15,4-3-32-15,0 5-12 0,-4-2-4 0,4 2-84 16,-1 0-32-16,-3-3-332 15,-1 3-244-15,1-3-376 0,0 3-428 0,-11-7-1268 16,2 7-3189-16</inkml:trace>
  <inkml:trace contextRef="#ctx0" brushRef="#br0">12813 12216 836 0,'0'0'1980'16,"0"0"4756"-16,0 0-4835 0,0 0-761 16,0 0 160-16,0 0-8 0,0 0-108 0,0 0-276 15,-88 14-212-15,69-1-192 0,2 6-8 16,-3 3 252-16,5 9 20 0,-2 4-184 16,6 4-120-16,-1 2-15 0,0 3-1 15,8 1-48-15,0-7-84 0,4-6-76 16,0-7-80-16,0-6-112 0,0-6-40 0,8-7-8 15,-1-2 0-15,2-2 0 0,3-2 84 16,4-6 96-16,0-10-108 16,8-4-72-16,-4-5-84 0,-1-6-132 0,1-4-88 15,1-3-44-15,-6 0 8 0,5 0-12 16,-8-1 0-16,4-1-85 0,0-8 37 16,-5 1-136-16,-2-5-40 0,-5-1-72 15,0-1-164-15,-4-4-80 0,0 4 284 16,0 7 172-16,-4 2 112 0,0 8 164 15,-5 8 160-15,6 10 280 0,-1 2 44 16,4 9-12-16,-4 1 148 0,4 0 0 16,0 7-80-16,0-3-96 0,0 3-184 15,0 3-92-15,0 4-4 0,0 8 144 0,4 8 124 16,-4 8 192-16,7 8-84 0,-7 2-48 0,5 6-28 16,-1 4-36-16,-4-3-60 0,4 3 20 15,-4-4-128-15,4 0-100 16,0-1-64-16,-4-5-32 0,7-6-112 0,-3-1-120 15,5-1-172-15,-5-8-208 0,7 0-288 16,-2-5-516-16,-1-5-1572 16,-1-5-2001-16,1-7-1263 0</inkml:trace>
  <inkml:trace contextRef="#ctx0" brushRef="#br0">13156 12490 1252 0,'0'0'9464'16,"0"0"-7843"-16,0 0-613 0,0 0-180 0,0 0 320 15,0 0 172-15,0 0-176 16,0 0-388-16,0 0-300 0,0 0-212 16,0 0-72-16,39 70-72 0,-39-61-40 0,5 1-48 15,-5-3-12-15,0 2-44 0,0-2-20 16,0-1-32-16,0-3-28 0,0 2-156 15,-5 0-140-15,5-3-36 0,-4 2-152 16,0-4-276-16,1 0-384 0,-5-4-760 0,4-5-2025 16,0 3-1547-16,-5-16 2488 15</inkml:trace>
  <inkml:trace contextRef="#ctx0" brushRef="#br0">13176 12176 732 0,'0'0'11737'0,"0"0"-10017"0,0 0-1404 0,0 0 164 16,0 0 464-16,0 0 124 0,0 0-708 16,0 0-360-16,0 0-324 15,91 9-728-15,-75-9-904 0,12-6-3309 0</inkml:trace>
  <inkml:trace contextRef="#ctx0" brushRef="#br0">13956 12125 220 0,'0'0'1448'16,"0"0"-1448"-16,8 70-376 0,-3-44 376 16,-1-4 780-16,-4 3-620 0,0-3 112 15,0-6 1280-15,0-3-196 0,-4 0-1356 0,4-6-184 16,-5-5-440-16,1 1 156 0,0-3-28 15,1 0-328-15,-5 0-844 0,0-3 1224 16,3 1 224-16,-2-9-200 0</inkml:trace>
  <inkml:trace contextRef="#ctx0" brushRef="#br0">13578 11725 5488 0,'0'0'380'0,"0"0"4436"0,0 0-3311 15,0 0 103-15,0 0 24 0,40 70 24 16,-28-35-356-16,0 6-120 0,-1 3-300 16,-2 5-196-16,-1-2-88 0,0 0-87 0,-5 4-85 15,1 0-168-15,-4-3-100 16,0 0-48-16,0-1-16 0,0 0-88 16,-4-6-8-16,4-2 0 0,-3-4-56 0,3-7 0 15,0-9 48-15,0-6-60 0,0-6 24 16,0-5 48-16,0-2-4 0,0 0-76 15,3-6-92-15,1-3-44 0,5-10 32 16,6-3-8-16,2-4-4 0,-2 1 51 16,2 0-51-16,-2 9 28 0,1-1 32 0,0 12 16 15,0 1-40-15,-4 4 40 16,4 0 48-16,-4 4 4 0,-1-2 68 16,-2 8 76-16,-1 0 56 0,0-1 40 0,-1 0 32 15,-2 3-8-15,-5 2 24 0,0 2 9 16,0-4-57-16,0 4-16 15,-9 0-32-15,2 0 8 0,-5 0-48 0,0 1-24 0,-4-6-48 16,0 3 0-16,0-6-12 16,0-1-12-16,4 0-168 0,-4-7-52 0,4 0-192 15,1 0-73-15,-2-3-115 0,5-8-56 16,1-1-116-16,3-4-92 0,4 0-632 16,0 0-656-16,8 1-764 0,3-4-2649 15</inkml:trace>
  <inkml:trace contextRef="#ctx0" brushRef="#br0">14136 12481 3952 0,'0'0'6080'0,"0"0"-4659"16,0 0-1089-16,0 0-176 0,0 0 472 15,0 0 620-15,0 0 4 0,20 69-472 16,-16-66-388-16,4 4-164 0,-1-3 20 0,2-4-24 15,-1 2-60-15,0-2-16 0,3 0-72 16,-2 0-16-16,-2 0-60 0,1 0-44 16,0 0-32-16,4 10-8 0,-8 3 84 15,4 2 200-15,-4 8 100 0,1 2-52 16,-1 1-40-16,-4-1 40 0,3-3-16 16,1-3-84-16,0-3-76 0,0-4-72 15,-4-1-4-15,4-8-60 0,-4-3-20 0,4 0 8 16,-4-7-344-16,5-6-184 0,-2-2-268 15,1-11-612-15,0 7-1400 16,0-13-4233-16</inkml:trace>
  <inkml:trace contextRef="#ctx0" brushRef="#br0">14267 12157 3192 0,'0'0'11629'0,"0"0"-9789"0,0 0-1432 15,0 0 64-15,0 0 160 0,0 0 184 16,92-16-512-16,-64 3-304 0,4-3-612 16,-1 4-664-16,-3-1-1256 0,0-3-5621 15</inkml:trace>
  <inkml:trace contextRef="#ctx0" brushRef="#br0">14738 11868 2356 0,'0'0'104'16,"0"0"7952"-16,0 0-5871 0,0 0-505 15,0 0-368-15,0 0-132 0,0 0 24 16,0 0-292-16,0 0-92 0,15 85-12 0,9-60-56 15,4 5-203-15,0-1-125 0,4-8-168 16,4 2 36-16,-4-4-76 0,-4-4-24 16,4-2-20-16,-8-2-88 0,-1-3-72 0,1 2 120 15,-4-3-36-15,0-2-88 16,-8 2-8-16,4-4-4 0,-8 1-56 16,4 2 0-16,-4-4 12 0,-1 2-36 0,-2-2 24 15,-5 5-64-15,4 0 28 0,-4 5 84 16,-4 2 4-16,-5 7-100 0,-10 5-120 15,-5 9-136-15,0 3-24 0,-8 0-89 16,0 3-103-16,0 1-264 0,-3-1-112 16,-1 4-744-16,12-14-1424 0,-20 20-2841 0</inkml:trace>
  <inkml:trace contextRef="#ctx0" brushRef="#br0">22870 10157 6900 0,'0'0'5457'0,"0"0"-4181"0,0 0-640 15,0 0-280-15,0 0 324 0,-84-70 540 0,67 64 212 16,2 1-200-16,-5 3-340 0,8 2-416 16,-4 7-144-16,-3 5 8 0,2 7 12 15,-3 6 97-15,1 7 27 0,-2 0-76 16,6 3-136-16,-2-3-96 0,2 0-20 16,2-4-40-16,6-3-12 0,3-6 0 15,4-3-52-15,0-3-44 0,0-7-84 16,0-2 0-16,0-2 12 0,4-2 24 0,3 0 48 15,6 0 44-15,2 0 28 16,2-9-72-16,2-3-24 0,1-8-192 16,5-5-28-16,-6 0-72 0,5-7-80 0,0-3-44 15,0-2-81-15,-1-5 21 0,1-3-144 16,1-3-104-16,-5 1-184 16,3-7-132-16,-7 0-660 0,5 0-388 0,-10 4 480 15,1 1 512-15,-3 8 903 0,-2 6 217 0,-3 7 617 16,-4 6 335-16,4 5-60 15,-4 5-12-15,0 5 4 0,0 4 8 0,0 3-248 16,0 0-120-16,0 0-164 0,0 7-100 16,-4 5 48-16,4 8 160 0,-4 5 432 15,0 7-176-15,1 2-4 0,-1 8-148 16,4 0-220-16,-5-2-135 0,1 5-9 0,0-1-112 16,-4 4-36-16,1-3-56 0,2-1-4 15,-3-3-60-15,4-3-24 16,4 0-88-16,0-2-69 0,0-5-451 0,0-2-284 15,4-4-204-15,4-3-612 0,1-9-2448 16,2-4-2625-16</inkml:trace>
  <inkml:trace contextRef="#ctx0" brushRef="#br0">23112 10503 4424 0,'0'0'340'0,"0"0"5340"16,0 0-4235-16,0 0-589 0,0 0-432 15,0 0 312-15,0 0 328 0,0 0-196 0,0 0-348 16,0 0-220-16,0 0-128 0,28-60-36 15,-19 49 92-15,2 3-120 0,-3-5 44 16,5 3-104-16,-6 1 40 0,1-1-40 16,0 0 28-16,-3 4-76 0,-2 3-56 15,-3-1-56-15,4 4-36 0,-4 0 12 16,0 10 48-16,4 3 88 0,-4 6 224 0,0 6-12 16,0 4-40-16,-8 3-36 0,0-1-36 15,0 1 12-15,0-6 0 0,4-1 12 16,1-8 72-16,-1-6-24 0,4-4 12 15,0-4-96-15,0-3-28 0,0 0 0 16,7 0 52-16,-3-3 96 0,8-4 64 0,0-4-248 16,0-3-24-16,4-2-468 0,-4-3-172 15,0-3-148-15,0 0-344 16,-4 0-792-16,-4 2-2221 0,-1-12-3495 0</inkml:trace>
  <inkml:trace contextRef="#ctx0" brushRef="#br0">23156 10150 7188 0,'0'0'5533'0,"0"0"-3701"16,0 0-960-16,0 0-560 0,0 0 232 16,0 0 168-16,0 0-80 0,0 0-296 0,0 0-336 15,0 0-148-15,72-3-612 16,-56 0-492-16,-8-1-1012 0,8-5-3961 15</inkml:trace>
  <inkml:trace contextRef="#ctx0" brushRef="#br0">23726 9693 7596 0,'0'0'3044'0,"0"0"-719"0,0 0-1181 15,0 0-676-15,0 0 112 0,0 0 520 0,0 0-16 16,0 0-328-16,0 0-424 0,0 0-244 0,5 22 132 16,-5 0 160-16,0 10 260 15,0 3-116-15,0 7-180 0,-5 5-76 0,1 4-88 16,0 9-8-16,-4 4-36 0,4 2 32 15,-4 7-24-15,4 1-92 0,-4-2-52 16,4 1 0-16,0-3-64 0,1-7 16 16,3-4-60-16,-4-9 12 0,4-6-172 15,0-3-160-15,0-5-60 0,4-7-36 16,3-1-104-16,-3-9-172 0,4-3-328 16,1-7-1028-16,-6-3-1092 0,5-6-2709 0</inkml:trace>
  <inkml:trace contextRef="#ctx0" brushRef="#br0">24161 10236 784 0,'0'0'388'0,"0"0"8228"0,0 0-7107 15,0 0-557-15,0 0-364 16,-80-4 152-16,68 8 540 0,0 6-36 0,-4 6-68 16,4 3-184-16,0 6-204 0,-4 6-176 15,4 4-144-15,1 0-92 0,-2-3-20 16,9-6-100-16,0-4-64 0,0-6-68 0,4-7 56 15,0-3-20-15,8-2-87 16,0-4-13-16,4 0 48 0,0 0-8 0,8-7-64 16,0-5-36-16,0-1-96 15,0-6-173-15,-1-1-95 0,5-2-52 0,-7 0 16 16,2-3-16-16,5-7-36 0,-3-3-28 16,2-4 0-16,1-5 12 0,4-3-200 15,-4-4 196-15,-4 4-24 0,3-4-108 0,-6 3-24 16,-2 0 84-16,-6 1 204 15,2 5 164-15,-7 2 176 0,-4 4 140 16,0 5 112-16,0 2 64 0,-4 7-92 0,1 5-20 16,-1 9 132-16,0 2 196 0,4 6-32 15,-5 0-188-15,1 6-52 16,0 9 60-16,-3 11 76 0,-1 5 100 0,-1 14-28 16,-2 2 44-16,3 11-72 0,0-1-132 15,-1 3-4-15,2 1 36 0,-1-1 160 16,4 0 37-16,-4-5-333 0,4-5-132 0,4-2-72 15,0-7-48-15,0-5-24 0,4-3-96 16,4-3-197-16,-4-5-183 16,4-3-136-16,-4-3-48 0,8-3-164 0,-4-3-512 15,0-7-1064-15,-1 0-1685 0,6-6-1491 0</inkml:trace>
  <inkml:trace contextRef="#ctx0" brushRef="#br0">24535 10518 2644 0,'0'0'1172'0,"0"0"5544"0,0 0-5427 16,0 0-597-16,0 0-56 0,0 0 536 15,51 70 128-15,-47-57-296 16,-4 4-456-16,0-6-312 0,0 6-112 0,0-5-24 15,-4 1-24-15,4-3-76 0,-4-1-44 16,1-3-52-16,3-2-28 0,-4-4-176 16,4 3-184-16,-4-3-60 0,4 0-144 15,-4-3-96-15,-5-4-180 0,6-10-684 16,-1 9-1541-16,0-21-4327 0</inkml:trace>
  <inkml:trace contextRef="#ctx0" brushRef="#br0">24614 10243 3300 0,'0'0'8237'0,"0"0"-5389"0,0 0-1424 0,0 0-544 15,0 0 472-15,0 0-280 0,0 0-604 16,0 0-456-16,0 0-12 0,0 0-320 16,0 0-172-16,80 6-284 15,-64-6-452-15,0 2-1040 16,-4-2-2033-16,0 4-2051 0</inkml:trace>
  <inkml:trace contextRef="#ctx0" brushRef="#br0">24762 10632 3064 0,'0'0'1892'0,"0"0"3404"16,0 0-4047-16,0 0-425 0,0 0 20 0,0 0 604 15,0 0 48-15,0 0-196 0,88 17-356 16,-64-20-368-16,-5-4-84 16,5 0-184-16,0 1-164 0,-3-2-144 0,2 1-88 15,-3-5-168-15,0 1-444 0,4-1-436 16,-8-1-464-16,4 0-976 0,-8 0-2429 15,-5 4-2243-15,-3-4 6220 0</inkml:trace>
  <inkml:trace contextRef="#ctx0" brushRef="#br0">24957 10429 5032 0,'0'0'1004'16,"0"0"3432"-16,0 0-3523 0,-19 89-309 0,10-57 140 16,5 0 672-16,-4-1-232 0,4-1-288 15,4-5-432-15,0-3-316 0,0-6-144 16,0 0-4-16,0-4-8 0,4-5-80 16,0-4-172-16,4-3-460 0,4-3-376 15,0-7-492-15,1 1-1481 0,2-13-3999 16</inkml:trace>
  <inkml:trace contextRef="#ctx0" brushRef="#br0">25272 10359 1864 0,'0'0'1020'0,"0"0"7357"16,0 0-7001-16,-4 70-484 0,0-41 604 0,-4 3 400 15,4 0-396-15,0 3-564 0,4-4-448 16,0-1-292-16,0-5-96 0,0-3-100 15,0-4-68-15,4 2-164 0,-4-5-308 16,0 1-244-16,0-3-456 0,0-3-1320 0,0 2-3761 16</inkml:trace>
  <inkml:trace contextRef="#ctx0" brushRef="#br0">19092 8887 2060 0,'0'0'9621'0,"0"0"-7461"16,0 0-1132-16,0 0-108 0,0 0-28 0,-7 98-196 15,7-54 36-15,4 14-152 0,-1 5-176 16,1 4-108-16,-4 6-124 15,0 0-76-15,-4-4-88 0,-3-2 80 0,3-13-88 0,-5-8 0 16,5-16-60-16,4-4-4 16,0-13-8-16,0-7-52 0,4-4-428 15,5-2 108-15,-1 0-260 0,-1-2-428 0,10-15-528 16,-2-1-2288-16,-3 3-2793 0,0-17 4497 16</inkml:trace>
  <inkml:trace contextRef="#ctx0" brushRef="#br0">19196 9024 9160 0,'0'0'1965'0,"0"0"123"0,0 0-628 15,0 0-48-15,0 0-324 0,0 0-60 16,0 0-152-16,95-4-312 16,-75 16-172-16,1 1-48 0,-10 4-28 0,-3 1-84 15,-4 5-72-15,-4-1-148 0,0 0 0 16,-12 3-12-16,-3 0-12 0,-5-2-52 15,-5 0-68-15,5-2-148 0,1-5-160 16,-5-3-24-16,8 0-40 0,0-7-36 0,4-3-116 16,8-3-312-16,0 0-284 0,0-3-148 15,4-6-884-15,8-7-305 16,4-3-723-16,3-4-992 0,2 2 3508 0,11-6 300 16</inkml:trace>
  <inkml:trace contextRef="#ctx0" brushRef="#br0">19435 9125 1880 0,'0'0'2604'0,"0"0"2540"0,0 0-3815 0,0 0-17 16,0 0-48-16,0 0 244 0,24 67-236 0,-24-52-460 0,0 2-304 16,0-5-208-16,0-3-92 0,0-3-112 15,4-2-96-15,-4-4-100 16,4 0 28-16,3 0 68 0,6-6 0 0,-1-5-92 16,4 2-104-16,-4-7-60 0,4 0-64 15,-8 1 16-15,-1 2 80 0,5-3 56 0,-7 1-28 16,-5 2 32-16,0-3 164 15,0 3 4-15,0 0 116 0,-5 1 12 16,-3 5 68-16,1 0 4 0,3 7 124 0,0 0 12 16,-5 0-36-16,1 0-188 0,1 5-112 15,-1 4-124-15,-5 0 36 16,2 4-24-16,-6 0-76 0,10-1-48 0,-5 4-212 0,3-3-380 16,2 0-296-16,3-1-516 15,0-5-657-15,4-1-967 0,4-6-896 16,0 0 2608-16,16-6 1096 0</inkml:trace>
  <inkml:trace contextRef="#ctx0" brushRef="#br0">19937 8941 1188 0,'0'0'7168'16,"0"0"-4980"-16,0 0-887 0,0 0 3 15,0 0 132-15,0 0-300 0,0 0-392 0,-100 51-348 16,80-36-168-16,-3 7-68 15,3-6-36-15,-1 3-12 0,10-3-64 0,3-3-48 16,4-7-72-16,4 1 64 0,0-1-104 0,0 0 28 16,8 1 84-16,3-1 4 15,6 4 0-15,2-1 0 0,-2 1-4 16,3 2-4-16,-1 1 0 0,-2-1 4 0,-6 4 12 16,2-3 112-16,-6-1 88 0,1 1 0 15,-8 0-4-15,0-1-20 16,0-1-80-16,0-2-108 0,0-2-36 0,-8 2-260 15,-4-6-336-15,0 3-388 0,-3-2-192 16,2-4-156-16,-2 0-460 0,-2 0-1021 16,2 0-1671-16,-1 0 1652 0,4-4 2188 15,3 1 292-15</inkml:trace>
  <inkml:trace contextRef="#ctx0" brushRef="#br0">20655 9043 11109 0,'0'0'1744'0,"0"0"-472"0,0 0 344 15,-17 82-248-15,13-47 68 0,4 6-320 0,-4-4-392 16,4 1-248-16,-3 1-232 0,3-7-180 16,-4-7-64-16,4-5-84 0,0-8-16 0,0-3-216 15,0-2-308-15,0-7-332 16,0 0-252-16,4-3-1016 0,-1-10-2861 15,1 3-3547-15,0-15 8356 0</inkml:trace>
  <inkml:trace contextRef="#ctx0" brushRef="#br0">20726 8960 1460 0,'0'0'11457'0,"0"0"-9237"0,0 0-660 0,0 0-32 0,0 0-212 16,0 0-496-16,0 0-480 0,0 0-340 0,0 0-60 15,0 0-612-15,56-4-372 0,-48 1-312 16,-1 0-1124-16,-3 3-2565 0,1 0-3287 16,-10-3 8112-16</inkml:trace>
  <inkml:trace contextRef="#ctx0" brushRef="#br0">20838 9096 900 0,'0'0'8984'16,"0"0"-6779"-16,0 0-165 0,0 73-272 15,-5-50-328-15,1-5-452 16,0-2-492-16,0-4-364 0,4-5-132 0,-3-1-72 16,3 0-52-16,0-6-72 0,3 0-384 15,9 0-128-15,-3 0 136 0,6-6 32 16,-2 0 12-16,-2-3 136 0,1 2 244 16,-3 2 32-16,-2 5-8 0,-3 0 124 0,0 0 288 15,0 2 632-15,-4 8-192 0,0-1-120 16,0 3-72-16,0 2-120 0,0-5-216 15,0 1-164-15,0-7-36 0,0 3-124 16,0-6-72-16,4 0-372 0,4-3-528 16,0-6-36-16,4-4-676 0,4-6-2693 15,-4 2-2619-15,4-11 6676 0</inkml:trace>
  <inkml:trace contextRef="#ctx0" brushRef="#br0">21160 8668 1016 0,'0'0'9937'0,"0"0"-8269"0,0 0-252 0,0 0 540 16,0 0-8-16,4 92-360 0,-4-51-416 15,0 1-272-15,0 5-123 0,-4 1-193 16,0-1-284-16,0 0-204 16,1 1-96-16,-1-7-60 0,4-2-12 15,0-11-60-15,0-6 12 0,0-3-4 0,0-5-32 0,0-2-172 16,0-5-96-16,4-5-1 0,-4 2-75 15,0-4-180-15,0 0-240 0,0 0-324 0,-9-4-420 16,1 2-960-16,-3-9-361 0,-6 5-1123 16,-2-7 1372-16,2 1 520 15,-3-4 2216-15,5 0 220 0,-6 0 2440 0,10 1 384 16,3 5-364-16,-1 4-555 0,9 3-165 16,0-1-336-16,0 4-412 0,0 0-308 15,5 0-176-15,7 0-28 0,8-3-104 0,-1 3-168 16,6-3-48-16,3-4-116 15,-4 2-116-15,4-2-148 16,-5 1-44-16,1-4-152 0,-4 0-400 0,4 3-408 16,-4-1-272-16,0-3-772 0,-9 5-2592 15,6-7-4265-15</inkml:trace>
  <inkml:trace contextRef="#ctx0" brushRef="#br0">3525 14277 4560 0,'0'0'1496'0,"0"0"-740"0,0 0 3805 16,24-79-3213-16,-24 60 292 0,0 0-200 0,-7 6 284 15,-5-2-228-15,-4 2-40 16,-5 3-212-16,-2-2-383 0,3 2-113 0,-4 0-8 16,0 4-308-16,0 3-204 15,4 0-8-15,-4 3-64 0,0 0 0 16,1 0-60-16,-5 12-92 0,-4 8-4 0,-4 11-96 15,-4 18-72-15,-8 10 12 16,-4 12 24-16,-4 13 56 0,-3 12 64 16,4 3-84-16,6 5 88 0,6-3-64 0,11 1 68 15,8-4 0-15,8-8-52 0,12-10-52 16,4-14-48-16,7-12 48 0,10-12-12 16,7-14-148-16,4-6-20 0,12-12-64 0,3-7 12 15,9-3-252-15,4-16-5 16,4-3-375-16,0-9-512 0,-1-2-568 0,-7 5-524 15,-4-3 704-15,-9 6 1064 0,-11 2-933 16,-7 5 681-16,-6 4 1060 0,-11 5 12 16,0 6 1336-16,-4 0 313 0,0 0 343 15,0 6-400-15,-4 5-388 0,4 2-272 0,0 5-104 16,0 1-64-16,4 7-4 16,1-1-64-16,6 0-64 0,-3-5-231 15,4-8-181-15,0-5-184 0,3-4-48 0,2-3 8 16,3 0-8-16,3-14 0 0,1 0-108 15,1-5-76-15,-1-6-85 0,-5-5 41 16,-3 2-88-16,-4 3 84 0,-3 1 60 16,-9 3 172-16,0 2 52 0,-9-1-44 15,1 1-8-15,-12 0 88 0,5 4 128 16,-10 5-128-16,5 4 32 0,1 3 40 0,2 3-116 16,2 0-40-16,-1 6 36 0,0 7-40 15,-4 7 0-15,4 1-132 0,0 1-28 16,4 0-60-16,4 0-96 0,4-5-268 15,4-9-448-15,0-1-276 0,9-7-664 0,2-2-800 16,5-8-1241-16,8-15-1135 0</inkml:trace>
  <inkml:trace contextRef="#ctx0" brushRef="#br0">3841 14963 10256 0,'0'0'1341'0,"0"0"-865"0,0 0 788 0,0 0 488 16,71 64-492-16,-59-39-364 0,-4 7-16 15,-4 0-164-15,0 3-212 0,-4 3-136 16,0-3-148-16,0 0-116 0,-8-7-104 0,8-6-84 16,-4-8-40-16,4-5 28 15,0-6 8-15,0-3 40 0,0-3-36 16,0-3-52-16,0-11 124 0,8-2 12 0,4-6 8 16,4-7 116-16,0-3-40 0,8-2-80 15,4 1 0-15,4 8 8 0,-1 3 160 0,5 2-48 16,4 7-124-16,-4 4-196 15,0 2-112-15,-4 4-196 0,-4 3-916 16,-9 3-1140-16,-6 0-2865 0,-13 6-2179 0</inkml:trace>
  <inkml:trace contextRef="#ctx0" brushRef="#br0">2450 15954 14261 0,'0'0'1352'0,"-91"67"-988"0,66-51 4 0,9-1 936 0,8-2 508 15,8-6-928-15,4-5-568 0,20-2 12 0,12 0 328 0,12 0 221 16,7 0-201-16,5-6-252 16,9 0 12-16,2-7 152 0,4 1-224 15,9-4-208-15,12 3-96 0,8 1 72 16,7-4 84-16,12 3-168 0,1 2 0 0,7-1 48 15,1-1-24-15,-4-2-72 0,-1-1-96 16,-3-3-12-16,-9 0-12 16,-8 3-84-16,-2-3-108 0,-19 3-100 0,-9 1 28 15,-17-2-4-15,-8 8-60 0,-13-5-48 16,-11 6-48-16,-9-2-89 0,-6 7-471 0,-5-1-624 16,-8 4-752-16,0 0-1948 0,-21 0-1981 15</inkml:trace>
  <inkml:trace contextRef="#ctx0" brushRef="#br0">5709 14332 3208 0,'0'0'4376'0,"0"0"-1320"0,0 0-1963 16,0 0-681-16,0 0 612 0,0 0 688 0,0 0-528 15,0 0-496-15,0 0 36 0,63 12-32 16,-22-5 112-16,2 0-288 15,6-5-140-15,-2-2-44 0,-3 0-76 0,3 0 12 16,2-7 48-16,-6-2-144 0,5-3 36 16,-8-4-208-16,-1 0-64 0,-2 0-176 0,-10 3-140 15,-7-3-204-15,1 7-248 0,-14-1-264 16,-3 4-372-16,-4 0-808 0,0 0-816 16,-7 2-2729-16</inkml:trace>
  <inkml:trace contextRef="#ctx0" brushRef="#br0">6000 14240 1408 0,'0'0'2988'0,"0"0"3541"0,0 0-4965 0,0 95-428 16,8-53 232-16,-1 5 84 0,6 6-148 0,-5 9-328 15,3 4-288-15,-7 6-272 0,5 2-196 16,-5-1-72-16,0 0-100 0,-1-4-48 0,1-5-44 15,-4-7-4-15,0-7 40 0,4-4-56 16,-4-15 4-16,5-5 0 16,-1-14-16-16,-4-2-144 0,4-10-308 0,0 0-196 15,-1-7-204-15,-3-2-68 0,4-10-252 16,0-3-1124-16,-4 3-2401 0,0-20-1515 16</inkml:trace>
  <inkml:trace contextRef="#ctx0" brushRef="#br0">6015 14796 3220 0,'0'0'9137'0,"0"0"-7441"0,0 0-1392 16,0 0 404-16,0 0 892 0,0 0-332 15,0 0-604-15,0 0-24 0,81-13-88 0,-46 7-64 16,5-1-168-16,0-3-128 0,0-3-192 16,3-2-128-16,2-1-56 0,2-7-36 15,1 4-184-15,-1-3-392 0,-6 3-376 16,-1 4-420-16,-12 5-1176 0,3-3-3429 0</inkml:trace>
  <inkml:trace contextRef="#ctx0" brushRef="#br0">6880 14335 928 0,'0'0'10417'0,"0"0"-8533"15,0 0-832-15,0 0 200 0,0 0 388 16,0 0-252-16,0 0-404 0,0 0-496 16,0 0-244-16,0 0-144 0,0 0 496 0,97-10 597 15,-46 10-553-15,-3 0-336 0,3 0-136 16,-7 0-32-16,4-7-4 0,-8 1-132 0,0-3-40 15,-1-4-72-15,-3 0-44 0,1 1-36 16,-9-4-292-16,-1 0-208 0,-7 7-197 16,-9-1-271-16,-2 4-536 0,-9 3-688 15,0 3-1528-15,-4 0-2789 0,-16 0 1574 16</inkml:trace>
  <inkml:trace contextRef="#ctx0" brushRef="#br0">7239 14325 1032 0,'0'0'2632'0,"0"0"3796"0,0 0-4535 16,0 0-369-16,-4 80 208 0,4-52-72 16,4 10-396-16,4 7-400 0,-5 5-216 0,6 8-156 15,-9 2-140-15,4 3-156 0,-4 1-48 16,0-1-148-16,0-2 0 0,0-5-52 16,0-7-44-16,0-5-76 0,0-9-20 0,8-7-104 15,-1-9-204-15,2-2-212 0,3-9-240 16,8-1-216-16,-5-7-528 15,6 0-208-15,-2-2-2017 0,1-8-2059 0</inkml:trace>
  <inkml:trace contextRef="#ctx0" brushRef="#br0">7797 14398 28 0,'0'0'8584'0,"0"0"-6308"0,0 0-655 16,0 0-397-16,0 0 132 0,0 0-24 0,0 0-272 15,0 0-268-15,0 0 168 0,99-7-224 16,-55 7-260-16,4-2-84 0,0-4-176 16,-1 0-68-16,-6-5-100 0,-2 5-48 15,1-3-72-15,-8-3-12 0,0-2-308 0,-5 1-340 16,-6 4-288-16,-1 0-300 15,-12-1-704-15,-4 3-2256 0,-4 1-2925 0</inkml:trace>
  <inkml:trace contextRef="#ctx0" brushRef="#br0">8036 14360 2788 0,'0'0'404'0,"0"0"7192"0,-17 67-5823 16,17-32-445-16,0 10 112 0,0 1 32 15,0 12-120-15,5-1-488 0,-5 7-424 16,0-5-256-16,0 2-96 0,0-4-88 16,0-5-36-16,0-8-76 0,0-6-120 15,4-9-176-15,0-8-60 0,4-5-236 16,-4-6-340-16,3-4-364 0,2-2-860 0,-5-4-1925 16,0 0-787-16</inkml:trace>
  <inkml:trace contextRef="#ctx0" brushRef="#br0">8051 14846 2844 0,'0'0'5936'0,"0"0"-3996"0,0 0-307 16,0 0-1-16,0 0 36 0,0 0-336 15,0 0-588-15,0 0-260 16,0 0 156-16,0 0 208 0,80-48-408 0,-48 48-296 0,4-2-144 16,0-3-44-16,4 3-40 15,0-4-64-15,8-5-380 0,-5-1-528 16,1-1-232-16,4-2-656 0,-16 5-2252 0,7-8-4109 15</inkml:trace>
  <inkml:trace contextRef="#ctx0" brushRef="#br0">9040 14255 2320 0,'0'0'5380'0,"0"0"-3992"0,0 0 304 16,0 0 17-16,0 0-25 0,0 0-244 0,0 0-372 15,0 0-224-15,0 0-284 16,-76-57-56-16,61 67-24 0,-6 6-88 0,1 3-108 16,1 9-124-16,-1 8-16 0,-1 4 4 15,6 8 60-15,-2 6 0 0,2 9-28 0,-1 4-80 16,0 3-92-16,0-1 0 16,0 2 52-16,4-5 12 0,4-8 76 0,4-8 8 15,4-8 16-15,0-10-40 0,4-4 52 16,8-9 373-16,0-6-217 15,4-1-180-15,0-5-88 0,3-4-72 16,-2-3-72-16,3 0 20 16,-1-3-20-16,2-6 12 0,-1-8-180 0,3-1-76 15,-3-2-173-15,1-2-191 0,-6 0-160 0,-7 0-168 16,0 2-284-16,-4 1-456 0,-4-3-752 0,-4 6-1717 16,-4 4 921-16,-8-4-812 15</inkml:trace>
  <inkml:trace contextRef="#ctx0" brushRef="#br0">8869 14852 4480 0,'0'0'2500'15,"0"0"44"-15,0 0-491 0,0 0-197 0,0 0-212 0,0 0-356 16,0 0-232-16,0 0-200 16,0 0-168-16,0 0 196 0,28 7-380 0,-8-11-312 0,3-2-192 15,1 0-88-15,4-7-228 16,-4 4-248-16,0-4-308 16,-1 1-192-16,-2-1-56 0,-6 0-176 0,2 7-412 0,-10-4-124 15,-3 7 171-15,-4-1 857 16,0 4 804-16,0 0 712 0,-8 4 489 15,-3 3-261-15,2 1-8 0,-2 5 12 16,3 6-120-16,-5 4-120 0,9 2-24 16,-3 3-116-16,3-2-28 0,0 3-4 0,4 3-12 15,0-4-112-15,0 4-200 0,4-4-84 16,4 2 0-16,-1-9-124 0,6-2-184 16,-2-3-260-16,6-7-520 0,2-2-284 15,1-4-176-15,-8-3-964 0,12 0-3877 16</inkml:trace>
  <inkml:trace contextRef="#ctx0" brushRef="#br0">9709 14191 2584 0,'0'0'7148'0,"0"0"-5087"0,0 0-741 0,0 0 64 16,0 0 192-16,0 0-228 0,0 0-432 15,0 0-260-15,0 0-92 0,-19 71 72 0,14-43 144 16,1 7-196-16,4 4-231 0,-8 2-73 15,1 6 12-15,-1 8-16 0,-12 4-68 0,-1 8-40 16,-2 7-24 0,-5-2-8-16,0-2-128 0,0-6 4 0,4-7-12 15,4-6-64-15,4-17-104 0,9-5-48 16,2-9 68-16,5-15-80 0,0-5-208 0,9 0-161 16,6-16-183-16,5-3 36 15,1-9-296-15,6-10-604 0,-7 0-764 0,0 3-2729 16,-5-16-2923-16</inkml:trace>
  <inkml:trace contextRef="#ctx0" brushRef="#br0">9585 14405 184 0,'0'0'9384'0,"0"0"-7771"0,0 0-277 0,0 0 296 16,0 0 32-16,96 82-176 0,-72-53-384 15,4 2-328-15,-4 1-164 0,0 3-124 16,0 0-120-16,0 0 8 0,-4-1-132 15,-1-1-160-15,-6-1-84 0,-2-7 0 16,2 0-120-16,-5-3-124 0,-5-3-108 16,5 0-52-16,-4-5 12 0,1-2-12 15,-5-2-48-15,0-1 80 0,0-3 52 16,-9 1 320-16,-2 0 224 0,-6-4-104 16,-6-1-20-16,-1 1 24 0,-4-3 24 0,0 0-140 15,-4-5-8-15,4-2-100 0,0 0 100 16,4-2 100-16,5 3 84 0,2 3-24 15,10-1-64-15,7 1-96 0,0 3-96 16,0 0-112-16,15 0 208 0,5 0 20 16,12 0-20-16,4 0-160 0,12-6-172 0,-5-3-200 15,6-5-272-15,-2 0-360 0,-15 0-892 16,12-8-3341-16</inkml:trace>
  <inkml:trace contextRef="#ctx0" brushRef="#br0">6446 15643 4116 0,'0'0'1264'0,"0"0"4425"0,0 0-3969 16,0 0-320-16,0 0-148 15,-79 13-84-15,75-10-308 0,-5-3-192 16,9 0-124-16,0 0-52 0,0 0-4 0,0 0-60 15,4-3 244-15,5-1 60 0,-2 4-283 16,10-3-61-16,2 0-72 0,9 0-36 16,12-3 432-16,4 2-336 15,7 1-124-15,14 0-96 0,2 0-48 0,12 0-24 16,9 0-76-16,17 0 4 16,9-7 0-16,10 3 60 0,16-5-64 0,2-1 56 0,10 1-64 15,8-5-16-15,-1 2 16 16,1-2 0-16,-5 2-4 0,-7 2-8 15,-6 1 4-15,-2 2-148 0,-9 0-96 0,-3 1-208 16,4-4 28-16,-1 4 164 0,0-7 172 16,9 0 36-16,-8-3 48 0,-1 0 8 15,-4 0 4-15,-11 3 84 16,-4-3-84-16,-13 3-100 0,-11 0 16 0,-4 0 32 16,-9 4-20-16,-7-1 24 0,-12 3-12 0,0 4 12 15,-13 0-24-15,-7 0-12 0,-8 1-76 16,-4 3-56-16,-12 2 20 15,-4 0-61-15,-4 0-287 0,-4 0-484 0,-12 2-704 16,4 3-544-16,-20 4-3453 0</inkml:trace>
  <inkml:trace contextRef="#ctx0" brushRef="#br0">13052 14103 92 0,'0'0'1876'15,"0"0"3188"-15,0 0-3920 0,0 0-352 16,0 0-236-16,0 0 168 0,0 0-39 0,0 0-209 15,4-22-248-15,-4 22-228 16,0 0-128-16,0 0-68 0,0 0-152 16,-4 6-517-16,0 1-531 0,-4 2-320 15,0 0-872-15,28-18-1812 0</inkml:trace>
  <inkml:trace contextRef="#ctx0" brushRef="#br0">11829 14522 1880 0,'0'0'9381'0,"0"0"-8569"16,0 0-712-16,0 0 440 0,0 0 1052 15,0 0-268-15,0 0-544 0,0 0-656 16,0 0-124-16,0 0-8 0,0 0-152 0,32-4-144 16,-25 14-412-16,-2 3-816 0,-5-1-2349 15,0 12-2091-15</inkml:trace>
  <inkml:trace contextRef="#ctx0" brushRef="#br0">11793 14859 7264 0,'0'0'2100'15,"0"0"-948"-15,0 0-19 0,0 0 443 16,0 0 172-16,80 38-372 0,-57-38-668 16,1 0-384-16,4 0-312 0,4 0-12 15,4 0-184-15,0-7-52 0,8 1-264 16,0-4-560-16,4 1-900 0,-16-1-2501 16,19-8-2599-16</inkml:trace>
  <inkml:trace contextRef="#ctx0" brushRef="#br0">13100 14023 2312 0,'0'0'1476'0,"0"0"-1476"0,0 0 1080 16,0 0-544-16,0 0-68 16,0 0-224-16,0 0-244 0,0 0-168 0,0 0-52 15,0 0 52-15,0 0 168 0,31-9 120 16,-31 9 452-16,0 0 156 0,0 0 116 15,0 0 196-15,0 0 84 0,0 0-39 16,0 0-225-16,0 0-152 0,0 0-172 0,0 0-244 16,-3 0-228-16,3 0-20 0,0 0-44 15,-4 0-116-15,0 0-88 16,0 0-140-16,0 4-104 0,0-4 76 16,-4 0-244-16,4 0 448 0,-4 3-12 0,4-3-593 15,-4 2-223-15,0 2 116 0,0-1 228 16,0 3 316-16,-4-2 128 0,4 2 204 0,4-3-8 15,-4 0-172-15,1 4-1024 0,2-4-1308 16,1 0-208-16,0-3 2384 16,4 0 45-16</inkml:trace>
  <inkml:trace contextRef="#ctx0" brushRef="#br0">13100 14023 1068 0,'-104'39'744'16,"104"-39"-352"-16,0 0-92 0,0 0-208 0,0 0 4556 0,0 0-2780 15,0 0-728-15,4 0-107 16,0 0 95-16,5 0-104 0,6-3-200 0,9 3-104 15,12-4 528-15,4-2-324 16,4 3-264-16,3-7 16 0,-2 4-48 16,-2-6-160-16,0 2-148 0,-6 0-248 0,-1 3-60 15,-8-1-12-15,0 2-60 0,-9-1-188 16,-3 1-104-16,-4 2-376 16,-4 2-212-16,-3 2-340 0,-5 0-1272 0,0 0-2565 15,-5 2-579-15</inkml:trace>
  <inkml:trace contextRef="#ctx0" brushRef="#br0">13176 14186 3724 0,'0'0'432'0,"0"0"6172"0,4 69-4651 0,3-37-313 16,1 6-240-16,1 1-68 0,-5 2-280 15,-1 0-448-15,1 0-420 0,-4 0-184 0,0-3-96 16,4 1-64-16,-4-4-40 0,0-1-220 15,0-1-296-15,0-1-144 0,0-1-224 16,0-3-700-16,-4-5-2129 0,-3 2-1455 16</inkml:trace>
  <inkml:trace contextRef="#ctx0" brushRef="#br0">13040 14884 3024 0,'0'0'5604'0,"0"0"-3496"0,0 0 13 16,0 0-353-16,0 0-168 0,0 0-640 15,0 0-276-15,0 0 268 0,0 0-80 16,0 0-324-16,104-12-328 0,-72 12-184 16,0-7-36-16,3 1-108 0,-3-10-88 15,4 0-440-15,0-3-448 0,0 0-440 0,-13 2-1168 16,5-8-4065-16</inkml:trace>
  <inkml:trace contextRef="#ctx0" brushRef="#br0">13622 14630 3160 0,'0'0'9289'0,"0"0"-7469"16,0 0-420-16,80 35 576 0,-49-28-224 15,1-2-564-15,4-5-400 0,4-5-299 16,4-12-245-16,-1-5-244 0,2-3-377 0,2-6-267 16,-3-2-248-16,-4-2-640 15,-12 7-944-15,0-10-4241 0</inkml:trace>
  <inkml:trace contextRef="#ctx0" brushRef="#br0">13913 14119 3088 0,'0'0'6764'0,"0"0"-5011"16,0 0-329-16,0 0 124 0,-41 89-100 16,41-54-208-16,0-1-188 0,9 7-264 15,7 7-124-15,0 7-164 0,-1 1-120 16,2 8-196-16,-2 3-100 0,2 2-84 15,-6 1-8-15,2-3 8 0,-2-2 4 16,-3-9-4-16,1-5-40 0,-5-4 32 16,3-8-44-16,-3-4 48 0,0-5 4 15,-4-1-12-15,0-6 12 0,0-7 0 16,-4-3 88-16,0-4-16 0,-3-6 76 0,-2-3 32 16,-3 0-180-16,-8 0-108 0,-3-6-100 15,-5-4-84-15,-4 1-76 0,0-7-192 16,-4-1-176-16,0 3-52 0,-4-7-32 15,5 3-352-15,-1-4-772 0,-1 4-888 0,10-2-2277 16,3 4 397-16,8 3 3824 16,0-3 548-16</inkml:trace>
  <inkml:trace contextRef="#ctx0" brushRef="#br0">15869 13897 6432 0,'0'0'3216'15,"0"0"-447"-15,0 0-653 0,0 0-932 0,0 0-368 16,0 0 392-16,-56 105-160 15,40-48-296-15,-8 9-116 0,5 7-208 0,-5 10 8 16,-4 0 76-16,-4 5 1 0,-4 1-165 16,0 3-92-16,-8 0-88 0,5 1-8 15,-2-7 8-15,5-11-48 0,1-8-96 16,11-16-24-16,4-13-168 0,8-12-12 0,8-15-124 16,4-11-436-16,16 0-245 0,4-11 361 15,8-13-60-15,7-6-272 0,2-12-480 16,-1-5-736-16,-1-5-444 0,-3-5-257 15,-8 3 121-15,-1-3-1428 0,-10 0 1541 16,-1 13 2639-16</inkml:trace>
  <inkml:trace contextRef="#ctx0" brushRef="#br0">15682 14386 640 0,'0'0'496'15,"0"0"24"-15,3-92 4908 0,-3 60-3896 0,0 3-96 16,0 10 165-16,0 7-193 0,0 5-188 16,0 3-296-16,4 4-472 0,5 7-212 15,10 13 464-15,2 5 292 0,7 9-316 0,-1 7-272 16,5 11 8-16,-4 5 100 15,4 6-12-15,-4 5-236 0,-5-2-72 16,1 3-184-16,-3-2-12 0,-6-6-4 0,2-3-8 16,-10-12-52-16,1-5-44 0,-3-5 8 15,-1-8-32-15,-1-3-100 16,-3-8-88-16,0-5-220 0,0-3-296 0,0-5-356 16,-3-4-136-16,-6-7-276 0,1-4-1272 0,-7-9-1069 15,-2-2 1201-15,-2-4 696 16,-5-2 2048-16,-8-1 368 0,0 0 1076 15,0 4 912-15,-4-1 176 0,0 4-579 0,4 0-645 16,0 6-452-16,8 0-208 16,5 7 112-16,6-1-52 0,10 8-92 0,3-3-336 15,3 5-188-15,14-2-84 0,7 2 260 0,12 0 32 16,11-4-164-16,1 2-136 16,8-2-52-16,0-2 0 0,-1-1-136 15,1-1-372-15,0 1-652 0,0-7-716 0,-16 5-2809 16,16-10-3363-16</inkml:trace>
  <inkml:trace contextRef="#ctx0" brushRef="#br0">16845 14618 7916 0,'0'0'6881'16,"0"0"-5985"-16,-4 75-824 0,4-43 132 15,0 7 448-15,0-1 232 0,0-3-412 0,4-4-472 16,-4-2-112-16,4-7-100 0,4-6-148 16,-3-4-424-16,2-1-260 0,-3-8-472 0,0-3-1120 15,4-10-2349-15</inkml:trace>
  <inkml:trace contextRef="#ctx0" brushRef="#br0">16690 14395 12177 0,'0'0'4044'0,"0"0"-2984"0,0 0-860 0,0 0 148 15,0 0-276-15,0 0-32 16,0 0-40-16,116-29-896 0,-81 23-836 0,17-13-3109 16</inkml:trace>
  <inkml:trace contextRef="#ctx0" brushRef="#br0">17419 14500 9216 0,'0'0'5945'0,"0"0"-4173"15,-68 79-692-15,41-50 4 16,-1-1 180-16,4-2-364 0,7-4-400 0,6-2-488 16,7-6-12-16,4 0-24 0,0-2 24 15,11 4 60-15,6-4-60 0,2 5-52 16,5-4-96-16,4-1-44 0,-4 4-40 0,4-6 0 15,-5 2 12-15,-2 1 12 16,-1-4 16-16,-5 4 44 0,2-3-48 16,-9 0-60-16,-5 2-40 0,-3 1-84 0,-3 2-320 15,-13 1-56-15,0 0-616 16,-8 1-760-16,4-5-1004 0,-12 4-2613 16</inkml:trace>
  <inkml:trace contextRef="#ctx0" brushRef="#br0">18582 14443 4620 0,'0'0'8709'0,"0"0"-6885"0,0 0-1132 16,0 0 264-16,0 0 396 0,0 0-476 15,0 0-240-15,88 22-120 0,-68-22-124 16,4 0-212-16,-1-3-56 0,5-7 8 0,8-2-120 16,-3-4-12-16,3-3-84 0,-1 0-40 15,5-3-300-15,-5-1-140 0,-3 4-296 16,-4-3-148-16,0 3-360 0,-7 0-560 16,-10 3-1937-16,-3-3-2147 0</inkml:trace>
  <inkml:trace contextRef="#ctx0" brushRef="#br0">18921 14036 444 0,'0'0'8280'0,"0"0"-6480"15,0 0-359-15,0 0-137 0,0 0-60 0,0 0-460 0,0 0-380 16,0 0-128 0,-36 83 16-16,32-49 80 0,4 8-84 0,0-1-12 15,4 4 144-15,0 2-124 0,0 2-84 0,4 1-164 16,0 0 16-16,0 5 48 15,-4-1-40-15,4 0-68 0,-4-4 84 0,0 1-40 16,-4-3-48-16,0 0-36 0,0-4 36 16,-4-6-8-16,-5-3 8 0,2-6 84 15,-1-4-20-15,0-9-20 0,0-3-40 0,4-4 0 16,-4-6 84-16,4-3 40 16,-3 0-128-16,-2-6-172 0,1-4-172 0,0-5-188 15,1-7 48-15,3-4-424 0,-1-3-248 16,5 1-732-16,5-4-560 0,3 3-1601 15,-1 7-87-15,14-6 1508 0</inkml:trace>
  <inkml:trace contextRef="#ctx0" brushRef="#br0">19319 14570 1056 0,'0'0'1552'16,"0"0"3600"-16,0 0-3208 0,0 0-215 0,17 70-89 15,-17-48-392-15,0-3-364 0,0 4-392 16,0-9-156-16,-4 3-172 0,0-1-164 16,-1-7-76-16,1-3-100 0,4 0-276 0,-4-1-240 15,4-5-320-15,0 0-648 16,0-7-2245-16,0 1-863 0</inkml:trace>
  <inkml:trace contextRef="#ctx0" brushRef="#br0">19419 14402 3880 0,'0'0'496'15,"0"0"5272"-15,0 0-4027 0,0 0-565 16,0 0-120-16,0 0-360 0,0 0-668 0,0 0-28 16,0 0-292-16,0 0-736 0,0 0-624 15,0 0-1133-15,-16 3-2815 0</inkml:trace>
  <inkml:trace contextRef="#ctx0" brushRef="#br0">19738 14468 1096 0,'0'0'10085'0,"0"0"-8493"16,0 0-712-16,0 0 260 0,0 0-296 16,0 0-176-16,-56 92-20 0,44-54-76 0,4 4-76 15,4-5-112-15,0 0-64 0,0-10-172 16,4-4-136-16,4-15-12 0,4-1-100 15,4-7 40-15,4-7 48 0,4-7 12 16,4-12 68-16,0-9-68 0,-1 0-184 16,1 0 24-16,-3 3 148 0,-6 1-112 0,2 2 40 15,-6 6 68-15,2 4 8 0,-9 10-52 16,3 2 48-16,-7 7-12 16,4 0 24-16,-4 7 220 0,0 6 164 0,0 2-128 15,0 5-132-15,0-1-12 0,0 2-40 16,-4-4-64-16,4 2-8 0,-4-6-44 15,1-1-4-15,3-2-28 0,0-4 16 16,0 0 48-16,-4-2-88 0,4-1-36 16,0 0-172-16,0 0-136 0,0 1-52 15,7-2 52-15,1 5-56 0,0-4-316 0,4-3-308 16,4 0-436-16,0 0-801 16,3-12 641-16,6-11 772 0,-1-5-312 15,4-10-1124-15</inkml:trace>
  <inkml:trace contextRef="#ctx0" brushRef="#br0">20288 13979 1720 0,'0'0'1096'16,"0"0"1172"-16,0 0 2372 0,0 0-2927 15,0 0-301-15,0 0-420 0,0 0-16 0,0 0-4 16,0 0 56-16,0 0-232 0,0 0-276 16,36 92-176-16,-36-38 64 0,3-2-52 15,-3-2-136-15,0 0-152 0,4-5-68 16,-4-3-124-16,0-4 24 0,4-7-108 15,-4-5-12-15,0-8 12 0,0-5-40 16,0-6 40-16,0-7-188 0,0 3-276 0,-4-3 112 16,-7 3 28-16,-2 1-168 0,-6-2 68 15,-1 5 480-15,-1-5 152 16,2 2 192-16,3-1-104 0,0-3 288 0,7 0 76 16,6 0-24-16,3 0-172 0,0-3-184 15,12-3 16-15,7-3 12 0,6-8-36 16,6 1-64-16,5-6-152 0,1 0 16 0,-1 3-40 15,3-3-116-15,1 3-96 16,-9 2 48-16,6 8 0 0,-10 4 336 0,-3 5-4 16,-3 0-200-16,-6 14 208 15,1 5 188-15,-4 11 180 0,1 1-180 16,2 7-36-16,-3-2 512 0,4-4-196 0,0-7-44 16,0-6-28-16,4-11-60 0,4-4-128 15,-1-4-36-15,1-9-48 16,1-11-12-16,3-7-112 0,-9-5-196 15,5-1-252-15,-11 5 76 16,-2 3 236-16,-7 2 128 0,-4 8 8 0,-4 2 44 0,-7 7 80 0,-6 2 84 16,-3 4 52-16,1 6 64 0,-2 14 132 15,1 5-236-15,5 7-60 0,-2 6-36 16,6-3-52-16,3-4-72 0,4-8-4 16,4-4-216-16,8-10-76 0,16 1-272 15,8-7-100-15,15-3-40 0,5-6-196 0,8-10-1080 16,-8 4-3857-16,27-21-2238 0</inkml:trace>
  <inkml:trace contextRef="#ctx0" brushRef="#br0">21849 14205 13981 0,'0'0'2248'0,"0"0"-1248"0,0 0 188 0,-96 19-56 15,61 6-584-15,-1 10-120 0,0 13 96 0,5 3 60 16,6-1-207-16,10-6-169 0,10-5-208 15,5-8-48-15,9-12-172 0,2-2-61 16,10-11-59-16,2-4 184 0,5-2 144 0,0-5-76 16,4-11 40-16,-4-3-132 15,0-4-16-15,-4 4-72 0,-4-3-40 16,3 3 112-16,-6 3 88 0,3 7-4 0,-5 2-84 16,2 4 24-16,-6 6 112 15,1 10 60-15,-3 6 148 0,-2 6-76 0,5 4 76 16,-8 7 0-16,4 1 48 0,-4 1-148 15,-4 6 76-15,0 1-28 0,-4 3 64 16,-8 0 48-16,-4 6-16 0,-4-4-116 16,-4 5-8-16,-4-2-68 0,-4-2-48 15,0-3-64-15,0-7 4 0,1-9-28 16,3-10-72-16,5-13 52 0,6-9-16 16,2-9-160-16,10-17-144 0,5-14 92 0,9-18 128 15,10-9-524-15,9-12-992 16,-4 15-2456-16,15-35-2121 0</inkml:trace>
  <inkml:trace contextRef="#ctx0" brushRef="#br0">22161 14391 1280 0,'0'0'10753'0,"0"0"-7837"0,0 0-932 0,0 0-300 0,32 77-576 16,-21-61-340-16,-3 0-220 0,8-7-376 16,0-2-128-16,4-7-44 0,8-4 0 15,4-11 108-15,7-8-108 0,-3-5-168 16,5-7-124-16,-6 1 144 0,-3 1-512 0,-8 1 196 15,-8 4 392-15,-9 3 24 0,-7 2 48 16,-4 1 48-16,-11 3 0 16,-5 3 100-16,-8 7-148 0,4 5 132 0,-4 4 104 15,5 17-4-15,-5 11 12 0,7 7 24 16,2 3 36-16,-1 3-84 16,7-2 44-16,2-5-88 0,11-5-176 0,0-4-120 15,3-9-4-15,5-3-192 0,5-7-220 16,2-6 48-16,2 0 12 0,3-13 8 15,3-9-180-15,1-3-356 0,0 0-568 0,0-7-180 16,-1 1 60-16,2 1 612 0,3 2 1080 16,-4-1-24-16,-4 7 128 15,-5 6 100-15,-3 10 1344 0,-3 6 328 0,-9 3-108 16,0 10-72-16,0 9-492 0,0 3-460 16,0 4-280-16,-9 3-52 0,9-4 13 15,0-2 171-15,0-7-428 0,0-3-168 16,9-4-60-16,2-5-24 0,1-4-12 0,8-3-4 15,0-3-56-15,5-10-64 16,-2 0 64-16,5-6-101 0,3 3-35 16,-6 3-84-16,3 0 204 0,-8 11 64 0,-5 2 0 0,-3 0 108 15,-3 7 160-15,-6 5 48 16,1 1 12-16,0 6-52 0,-4-3-156 16,4-1-12-16,0 1-444 0,5 0-324 0,2-7-164 15,6 1-724-15,2-4-1228 16,-3-3-2469-16,7-3-3455 0</inkml:trace>
  <inkml:trace contextRef="#ctx0" brushRef="#br0">24025 14297 3496 0,'0'0'9341'0,"0"0"-7613"0,0 0-568 16,0 0-68-16,0 0-148 0,0 0-288 16,0 0-116-16,-92 61 4 0,64-24 68 15,-4 11-28-15,4 9-180 0,0 1-212 0,9-2-32 16,3-8-116-16,16-10-44 0,0-13-84 15,16-9-28-15,12-10 32 0,4-6 80 16,7-12 60-16,5-14 84 0,4-11-144 0,4-5-136 16,-8-5-276-16,-1 3 132 15,-6 2 36-15,-2 4 36 0,-7 3 12 16,0 6 36-16,-8 4 24 0,-8 8 124 16,0 5 12-16,-8 10 0 0,-4 2 12 0,0 5 308 15,0 15 60-15,0 5 20 0,-4 4-32 16,0 8-40-16,-4-2-36 0,8 0-196 15,0-7-96-15,0-4-12 16,8-6-160-16,7-8-44 0,2-10-88 0,3 0-124 16,7-16-256-16,6-9-224 0,-1-11-536 15,7-5-944-15,-11 9-2577 0,8-21-2251 16</inkml:trace>
  <inkml:trace contextRef="#ctx0" brushRef="#br0">24874 13566 10124 0,'0'0'5157'0,"-13"89"-4097"0,2-32-104 0,-6 10 368 15,-2 12-120-15,-5-2-276 0,0-4-88 16,5-4-291-16,-2-5-357 0,5-7-144 16,4-3-48-16,1-3-120 0,6-3 24 15,1-4-76-15,0-9-169 0,4-3-71 16,4-10-28-16,9-9 88 0,-2-3-4 0,9-10 248 15,0 0 108-15,0-4 52 16,4 1 36-16,4-4-84 0,0 4 80 16,-5 0-72-16,1 3 100 0,0 0 132 0,-8 0 12 15,0 3-88-15,-4 4-20 16,-3-1-104-16,-6 0-44 0,1 1-96 0,-4 2 8 16,-7-2 88-16,-6 0 44 0,-11 1 20 15,-3-2-4-15,-5-1 24 0,-5-3-84 0,-6 2-108 16,3-4-236-16,0 0-204 0,0 0-272 15,5 0-408-15,3-6-1180 0,0-5-2452 16,8 5-3889-16,-8-13 6805 0</inkml:trace>
  <inkml:trace contextRef="#ctx0" brushRef="#br0">25662 14424 1828 0,'0'0'636'16,"0"0"-452"-16,0 0 3784 0,9-71-968 16,-14 57-1003-16,-3 0 51 0,4 5-604 0,-7 2-72 15,2 7-228-15,1 3-180 0,-3 10-276 16,-6 9-172-16,2 14-196 0,-5 2-128 15,0 6-20-15,4-2-112 0,5-5-60 16,2-9-72-16,5-2-36 0,4-10-4 16,0-3 4-16,0-7 32 0,8-3 4 15,4-3 24-15,8-3 48 0,0-9 8 16,8-7-8-16,0 0-88 0,4 0-192 16,-4 2-100-16,0 9 160 0,3 4 72 0,-3 4 136 15,0 9 8-15,-1 11 4 0,1 7 8 16,0 9 112-16,-7 2-56 0,-6 4 20 15,1 2 16-15,-8-4 36 0,-8-1-52 16,0 3 100-16,0-1-72 0,-11 4 44 16,-6-1 4-16,-6 0 0 0,-10 0-40 15,1 1-44-15,-3-3 56 0,-1-5-8 0,4-8-40 16,0-7-84-16,0-8 72 0,8-9-8 16,0-5-16-16,5-3-48 15,3-16-100-15,4-6-216 0,8-10-184 0,4-13-160 16,8-9-216-16,8-10-336 0,3-9-784 15,9-4-2288-15,-3 20-1573 0,10-22 837 16</inkml:trace>
  <inkml:trace contextRef="#ctx0" brushRef="#br0">26141 14364 5216 0,'0'0'3040'0,"0"0"1713"0,0 0-3493 0,84-20 168 16,-65 20 76-16,-3 3-504 15,0 8-344-15,-8 3-188 0,0 9 32 0,-4 3-60 16,-4 2-160-16,0 4-180 0,-8-1-28 15,-4 4 12-15,0-5 52 0,-4 1-100 16,0-3-36-16,4-5-48 0,0-5-36 0,8-5-4 16,1-6 88-16,-1-7 40 15,4 0-40-15,7-13-328 0,9-6-40 16,4-10 364-16,8-5-68 0,4-8-368 0,0-2-260 16,4-1-100-16,-1 1-20 0,-3 6-204 0,-4 2-260 15,0 11-252-15,-8 6 184 0,0 7 23 16,-8 5-63-16,-4 7 456 15,-4 0 936-15,-4 10 480 0,0 6 1252 0,0 3-19 16,-8 6-105-16,-4 4-132 0,0 6-292 16,0-4-100-16,0 4-136 0,4-7-232 15,4-7-360-15,4-7-320 0,8-3 12 16,4-9 0-16,8-2 320 0,4-6-196 16,8-10-128-16,-4-3-44 0,3-6-332 15,1-4-108-15,-4 4 112 0,-4 0 180 16,-8 2 24-16,0 4 24 0,-4 4-20 0,-8 2 120 15,-4 3 36-15,0 8 184 0,-4 2 76 0,-4 0 60 16,-3 12-52-16,-6 3-8 16,6 5-40-16,-2 2-100 0,5-3-108 15,4-3-48-15,4-4-8 0,0-2-64 0,12-4-36 16,1-3 32-16,6-3-32 0,5-3 24 16,4-6-188-16,0-4-240 0,0-3-140 15,0-3 12-15,0 3 44 0,-9 1 112 16,1-2 76-16,-4 9 336 0,-4 1 72 15,-4 7 76-15,-4 0 308 0,-4 7 508 16,0 1 196-16,-4 9-344 0,-4-2-228 16,5 5-16-16,-6-2-12 0,1-2-136 15,8 0-47-15,0-3-181 0,0-4-124 16,0-2-196-16,13-4 3 0,-2-3 33 16,1 0-68-16,8-3-4 0,0-7-124 15,4 0-168-15,0-5-124 0,0 2 0 0,0-3-8 16,0 4-220-16,-1 2-332 0,-3-3-408 15,5 4-408-15,-6-3-265 0,1 1 321 16,0-2 684-16,4-1 360 0,-8 0-288 16,4 1 260-16,-4 10 952 0,-4 3 680 0,-4 7 1688 15,-4 9 576-15,0 10-523 16,-4 5-737-16,0 10-332 0,0 6 192 0,0 4-428 16,-8 7-316-16,4 2-136 0,-5 1 132 15,6-2-104-15,-5-1-144 0,0-8-400 16,4-5-148-16,4-1-148 0,-5-9 4 15,2 0-196-15,-5-3-124 0,0-7 12 16,0-3 24 0,0-2-136-16,0-8-248 0,4-5-376 0,0-4-356 15,0-3-96-15,1 0 184 0,3-7-457 0,0-8-1015 16,0-10 756-16,0-10-276 0,0-10 868 0,3-12 644 16,5-9 388-16,4-14 548 0,-4-3 300 15,4-3-172-15,8-3-124 16,-4 10 1092-16,4 13 92 0,8 11 1600 0,0 17 1968 0,4 13-3019 15,3 9 39-15,-3 6-156 0,4 4-600 16,0 6-100 0,-1 3 132-16,-3 7-180 0,0 3-368 0,-4-1-328 0,-4 4-176 15,-4 0-88-15,-4-4 16 0,-8 5-48 0,-4-1 32 16,-4 0 16-16,-16 0-76 16,-12 2 140-16,-12 1-56 0,-8 0-204 15,-12 4-100-15,-7-2-88 0,-8 2-216 16,-9 2-308-16,-8-2-632 0,21-4-1252 15,-49 3-3421-15</inkml:trace>
  <inkml:trace contextRef="#ctx0" brushRef="#br0">6717 16859 8308 0,'0'0'4769'0,"0"0"-3469"16,0 0-668-16,0 0 260 0,0 0 384 16,84-19-380-16,-41 13-208 0,13 2-120 0,16-2 32 15,0 0 144-15,11 3-416 0,-3-4-132 16,4-2-196-16,-5-1-4 15,-3-3-120-15,-4-2-204 0,-9-4-60 0,-7-4-176 16,-7 4-160-16,-10-2-212 0,-7 1-656 16,-17 4-1388-16,-2-6-2789 0</inkml:trace>
  <inkml:trace contextRef="#ctx0" brushRef="#br0">7390 16398 3864 0,'0'0'1576'0,"0"0"1916"0,-39 93-1992 0,26-36-107 16,6 13-65-16,-1 10 60 16,4 5-180-16,4 4-300 0,0-3-348 0,4-10-324 15,4-17-212-15,3-10-24 0,6-21-52 16,7-12-20-16,-1-10 72 16,5-6-12-16,4-16 12 0,4-6-448 0,0-13-344 0,-4-5-264 15,0-12-692-15,0-5-1257 16,-4-3-1567-16,-4 9 52 0</inkml:trace>
  <inkml:trace contextRef="#ctx0" brushRef="#br0">7868 16040 5168 0,'0'0'5556'0,"0"0"-4655"0,24 79 51 0,-7-31 272 0,-6 15 80 16,6 11-156-16,-6 5-76 15,-3 3-60-15,1 7-40 0,-6 0-396 16,1 3-380-16,-4-3-116 0,0-3-80 0,4-10-88 15,0-10-56-15,0-14-116 0,5-18-32 16,6-11 44-16,1-17 16 16,4-6-284-16,4-13-152 0,0-12 108 0,4-11 88 0,0-5-272 15,-5 0-48-15,-3-3 452 16,-3 6 216-16,-2 7 124 0,-3 5 0 16,-7 10 48-16,-2 9 128 0,1 7 28 0,0 0 312 15,0 10 216-15,-4 6-160 0,8 2-308 16,-4 1-80-16,8-2-60 0,-4-4-12 15,8-4-112-15,3-6-40 0,2-3 40 16,3-3 12-16,4-10 112 0,-5-6-16 16,5-2-108-16,-4-5-64 0,-4 0-84 15,-4 1-12-15,-4 6 20 0,-4 3 80 16,-4 3 52-16,-4 7 8 0,0 0 128 16,-12-1-4-16,0 4-124 0,-4 0 100 0,0 3-64 15,-3 3-36-15,-2 7 0 16,1 5 24-16,1 11 200 0,-1 6-176 0,-1 6 224 15,6 2-24-15,-2-1 24 0,2-1-136 16,6-6-136-16,5-6-120 0,4-8-76 16,0-4-64-16,9-9-24 0,3-5-88 15,8-5-224-15,8-15-356 0,4-5-472 0,0-7-1176 16,-4 6-2833-16</inkml:trace>
  <inkml:trace contextRef="#ctx0" brushRef="#br0">8777 16821 6140 0,'0'0'4328'0,"0"0"-1851"0,0 0-1101 0,0 0-216 0,32 89 348 16,-28-68-256-16,-4-1-512 16,0-4-360-16,3-7-320 0,1-5-60 15,5-4-232-15,-1 0 148 0,3-4 80 0,10-5-52 16,-6-7-56-16,5-6 100 16,1-3-72-16,-2 2-28 0,1-2 64 15,0 9 44-15,-4 3-4 0,4 4 8 0,-4 6 36 16,4 3 260-16,-4 0-112 0,0 6 12 15,0 7-24-15,-4-1-112 0,4 4-60 16,-1 3-148-16,6 4 40 0,-6-4-116 0,2 3-240 16,2-3-376-16,1 0-356 15,-3-3-844-15,6 0-3605 0</inkml:trace>
  <inkml:trace contextRef="#ctx0" brushRef="#br0">11116 16319 8324 0,'0'0'2456'0,"-28"121"-1347"0,16-45 219 16,-8 13 376-16,-4 18-460 0,-4 2-304 15,0-1-296-15,1-3-172 0,-1-8-128 16,4-4-124-16,0-17-108 0,8-12-52 16,4-20-4-16,8-15-56 0,4-17-224 15,4-7-392-15,12-12-188 0,7-13 168 16,1-15-532-16,8-9-956 0,4-6-921 0,1-11-1707 15,-6-3 1572-15,1 1 717 0</inkml:trace>
  <inkml:trace contextRef="#ctx0" brushRef="#br0">11223 16621 2888 0,'0'0'756'0,"0"0"4724"0,0 0-3700 16,0 0-43-16,0 0-209 0,0 0-304 16,0 0-508-16,88 96-324 15,-64-62 32-15,-4 8-36 0,-1-1 20 0,-2 4-64 16,-2 2 4-16,-2 0-248 0,-2 1-100 15,2-4-48-15,-9 1 36 0,0-7-36 16,-1-6-28-16,1-4-20 0,-4-9 84 0,0-3-88 16,0-10-48-16,0 1-200 0,0-7-36 15,0 0-40-15,-7 0 36 16,-1-4-264-16,-5-1-144 0,-6-2-164 0,-1-3 284 16,-4-5 168-16,0 2-32 0,-4-3 28 15,1-3 180-15,-6-3 332 16,-3 3 36-16,4-3 156 0,0 5 208 0,4 2 24 0,5 5 416 15,7 4-52-15,8 6-16 16,4-4 12-16,4 4-320 0,4 0-416 16,12 4 44-16,4 5 108 0,8 1 36 0,4-1-84 15,-1-6-152-15,5 1-12 16,0-4-52-16,-4-4-236 0,3-4-228 0,2-9-264 16,-1 2-740-16,-4-5-2789 0,-8 4-4563 15,8-9 8572-15</inkml:trace>
  <inkml:trace contextRef="#ctx0" brushRef="#br0">11865 16980 9256 0,'0'0'4009'0,"0"0"-3857"0,0 0 116 15,0 0 204-15,87-16-4 0,-55 0-140 16,8-3 24-16,4-6 228 0,3 0 212 0,5-8-120 15,-3 5-240-15,-6 3-12 16,-3 2 200-16,-8 11 188 0,-8 5-220 16,-4 4-248-16,-8 3 88 0,0 3-40 0,-8 7 52 15,0 2-15-15,0 8-61 0,-1-2-184 16,-3 5-56-16,0-1-112 0,4 1 84 16,-4-4 0-16,4-7-40 0,5 1-56 15,-1-5-12-15,3-1 4 0,2-3-52 16,2-1 12-16,5-3-72 0,-4 0-244 15,4-7-244-15,-3-2-85 0,-2-1-75 0,-3 1-76 16,0 3-484-16,-8 0-1052 0,-4 1-1856 16,-4 5-2101-16</inkml:trace>
  <inkml:trace contextRef="#ctx0" brushRef="#br0">12032 17329 4440 0,'0'0'8233'0,"0"0"-6641"16,0 0-1236-16,0 0 916 0,0 0 4 16,83 9-232-16,-51-12-268 0,9-6-312 15,-2-5-144-15,5 2-184 0,-4-1 20 0,4-2-156 16,0 2-40-16,-8 1-96 16,3 2-96-16,-3 0-516 0,-4 7-300 0,-4 0-272 15,-12 3-1136-15,0 0-3445 0</inkml:trace>
  <inkml:trace contextRef="#ctx0" brushRef="#br0">13554 16481 1136 0,'0'0'6884'0,"0"0"-4012"0,0 0-1139 0,80 19 63 16,-33-7-196-16,5 5-348 0,8-1-460 15,4-7-272-15,4 4-248 16,3-10-100-16,1-3 12 0,4 0 36 0,-9-7-60 0,-2 0-36 15,-10 2-16-15,-11-1-108 0,-8 6-160 16,-16 0 4-16,-4 3-28 16,-13 10-16-16,-6 6 188 0,-18 9-48 0,-2 10-184 15,-17 7-64-15,0-1 292 16,-3 7 16-16,-6-3 112 0,2-1-60 16,-1 3 68-16,0-1 16 0,4-2-24 0,1-2 8 15,6 0-56-15,5-1 44 0,9-6-8 0,3 3-100 16,12-6 0-16,8 0-56 15,0-7 56-15,19-5 12 0,9-8 184 16,13-2 132-16,2-3-204 0,13-10 48 0,0 0-64 16,4-4-44-16,4-8-52 0,-4-4-8 15,-2 0-4-15,-2-4-64 16,-3 1-364-16,-5-2 100 0,-5-2-396 0,-3 2-276 0,-5-2-444 16,-7 1-816-16,-7 6-1001 15,-6-6-3663-15</inkml:trace>
  <inkml:trace contextRef="#ctx0" brushRef="#br0">14686 16684 3464 0,'0'0'8673'0,"0"0"-7497"16,0 0-692-16,0 0 72 0,0 0 252 0,-80 70 48 15,52-41-312-15,-4 6-272 16,0 6-84-16,-4 4-140 0,-3-1-48 0,-1 7-96 15,-4 2-32-15,0 5-84 0,0-4-88 16,-3 3-252-16,6-3-356 0,-2-3-144 16,7-4-812-16,0-3-1053 0,5-5-2607 15,6-14 2500-15</inkml:trace>
  <inkml:trace contextRef="#ctx0" brushRef="#br0">15021 17380 1448 0,'0'0'1316'0,"0"0"2668"0,0 0-1984 16,0 0-256-16,0 0-611 0,0 0-245 15,0 0-48-15,0 0 0 0,0 0-116 16,0 0-160-16,0 0 16 0,0 0-64 16,-32-42-32-16,23 42-24 0,1-3-100 15,1 3 24-15,-1 0 72 0,4 0 12 16,-5 7-136-16,-2 2-188 0,3 7-144 0,-4 6-156 15,0 6 156-15,4 4 12 0,0 3 72 16,4 0 4-16,0-6-28 0,0-4 0 0,4-3-52 16,0-9 40-16,0-7-48 15,4 1-48-15,4-7 48 0,0 0 184 0,8-9-24 16,0-8-40-16,0-5-120 0,4-6-48 16,-5-5-24-16,2 0-16 15,-2-3-20-15,1 1-16 0,-4 0-48 0,-3 0 28 16,2-3 8-16,-3 0 0 0,5-3 12 15,-10 0-48-15,5-4 40 16,0 1-4-16,0 0-12 0,-4 2 72 0,0 7-72 16,0 7 56-16,0 9 92 0,-4 6 172 15,0 7-24-15,4 6-88 0,-4 0 16 16,0 0 20-16,0 6 116 0,4 3 68 0,-4 7 188 16,4 10-236-16,-4 2-84 15,0 7-64-15,0 3 12 0,0 4-32 0,0 2-64 16,-4 0-12-16,0 1-88 0,0 2-44 15,0 0-92-15,0 2-44 0,0-8-320 16,0 0-204-16,4-3-36 0,-4-2-364 16,4-8-660-16,0-3-596 0,0-6-693 15,0-6-1295-15,4-7 916 0,0-6 3048 16</inkml:trace>
  <inkml:trace contextRef="#ctx0" brushRef="#br0">15347 17602 900 0,'0'0'8612'0,"0"0"-6691"0,0 0-701 0,0 0-276 16,20 73-308-16,-20-54-144 0,4 4-336 0,-4-2-156 15,4-1-100-15,-4-1-104 0,4-4-100 16,-4 1-304-16,3-3-540 16,2-4-1093-16,-1-2-2815 0</inkml:trace>
  <inkml:trace contextRef="#ctx0" brushRef="#br0">15889 16821 3952 0,'0'0'6184'0,"0"0"-4059"0,0 0-493 16,0 0-620-16,0 0 284 0,0 0 228 0,0 0-132 15,0 0-228 1,0 0 224-16,88 63-487 0,-60-30-309 0,4 1-264 15,-4 1-148-15,-5 0-68 0,-3-7-112 0,0-2-60 16,-4-3-60-16,4-4-60 0,-5-7-220 16,2 1-184-16,3-4-217 0,-1-6-183 15,6-3-264-15,-1-3-764 0,4-13-2000 16,0-7-1205-16,-9 4-2675 0</inkml:trace>
  <inkml:trace contextRef="#ctx0" brushRef="#br0">16407 16761 612 0,'0'0'8916'0,"0"0"-7083"16,0 0-845-16,-80-16-4 0,61 16 452 0,-5 6-356 16,-4 10-524-16,0 6-156 15,0 7-188-15,0 9-100 0,-4-1-64 16,0 12-32-16,0-5 56 0,4 0-72 0,0-2-40 16,4-8-148-16,5-5-124 0,11-6-316 15,3-8-908-15,5-5-1564 0,5-7-4245 0,14-9 4361 16</inkml:trace>
  <inkml:trace contextRef="#ctx0" brushRef="#br0">16718 16646 588 0,'0'0'11321'0,"0"0"-9761"0,0 0-508 15,99-25 500-15,-59 22-204 0,0 0-432 16,8 3-116-16,0 0-88 0,8 0-124 15,-5 3-136-15,5 0-220 0,0-3-188 16,-4 3-44-16,-1 0-100 0,-7 0-20 0,-8 4-124 16,-4-4 36-16,-13 3-144 0,-2 0-52 15,-13 7 12-15,-4 6 168 16,-16 3 224-16,-4 10 48 0,-8 3-44 0,-8 10-4 16,-3-1 72-16,-2 6 28 0,-2-1-28 15,-2 1-12-15,6-2-8 16,3-1 20-16,0 1-12 0,12-10 52 0,4-3 36 15,5-6-144-15,11-6 0 0,4-4 4 16,7-5 88-16,10 0 4 0,-2-9-16 16,13 2 28-16,4-7 92 0,4 0-156 0,3-12-48 15,6-8-208-15,-2-5-160 16,1 0-392-16,0-7-312 0,-5-3-580 16,-11 10-1492-16,4-13-3225 0</inkml:trace>
  <inkml:trace contextRef="#ctx0" brushRef="#br0">17530 16815 468 0,'0'0'10917'15,"0"0"-9337"-15,0 0-1008 0,0 0-192 16,-67 78 432-16,43-40 284 16,-1 4-380-16,-2 3-216 0,-1 2-52 0,-3 0-40 15,-1-1-100-15,0 1-292 0,0-5-16 16,-1-2-212-16,1-1-1016 0,5-7 108 15,3-4-1244-15,4-12-3173 0,-8 3-2222 0</inkml:trace>
  <inkml:trace contextRef="#ctx0" brushRef="#br0">17689 17237 312 0,'0'0'2976'0,"0"0"4961"16,0 0-6437-16,0 0-364 0,-67 94 392 16,51-58-368-16,4 5-328 0,0 0-248 0,5 1-164 15,-2-4-88-15,5-6-172 0,4-10-108 16,9-6-52-16,2-10-160 15,5-3 12-15,4-3 40 0,4-13-28 0,0-9 64 16,4-6 72-16,-5-7 0 0,5-7-8 16,-3-2-116-16,-1 0-12 0,0-5 12 0,-5 5 0 15,1-3-12-15,0-1-72 16,-4-2-80-16,-1-1-60 0,-2-3 36 16,-5 0 88-16,-8 6 212 0,0 6 12 0,0 11 224 15,-4 9 76-15,0 9 48 0,4 7 160 16,-4 6 76-16,4 0-32 0,0 16-220 15,0 6 12-15,-4 10-232 0,-1 12-52 0,5 4 16 16,-3 3 104-16,3-1 4 16,-4-3-160-16,4-2-24 0,0-4-208 15,4-2-232-15,-1-4-532 0,-3-3-316 0,5-4-844 16,-5-6-2217-16,0 7-2487 0</inkml:trace>
  <inkml:trace contextRef="#ctx0" brushRef="#br0">18104 17380 7416 0,'0'0'7493'0,"0"0"-5953"0,0 0-1016 16,0 0 232-16,0 0 440 15,0 0-312-15,0 0-384 0,92-10-292 0,-80 10-116 16,4 0-92-16,-8 0-124 0,-1 3 16 16,-3 7 48-16,-4 6 60 0,0 2 8 15,0 8-8-15,-7 3 4 0,-5-1 0 16,-1 1-4-16,2 0-52 0,3-7-32 15,4-3 24-15,4-4-52 0,0-5-120 16,12-7-88-16,3 0 16 0,6-3-264 16,7-6-196-16,3-10-404 0,1-3-836 0,-4 3-2161 15,8-12-1699-15</inkml:trace>
  <inkml:trace contextRef="#ctx0" brushRef="#br0">18602 16875 756 0,'0'0'9516'0,"0"0"-7675"0,0 0-1137 0,0 0-180 15,0 0 532-15,0 0 116 0,0 0-176 16,80 42-360-16,-57-33-328 0,5-4-172 0,4 2-136 16,0-3-8-16,5-4-252 0,-1 0-712 15,3-4-336-15,-3-8-340 16,-8 5-2433-16,4-8-4879 0</inkml:trace>
  <inkml:trace contextRef="#ctx0" brushRef="#br0">19308 16887 11553 0,'0'0'3216'16,"0"0"-2248"-16,0 0-968 0,0 0-240 15,0 0-84-15,0 0-512 0,80-31-908 16,-61 18-3197-16</inkml:trace>
  <inkml:trace contextRef="#ctx0" brushRef="#br0">19686 16859 6168 0,'0'0'4208'0,"0"0"-2239"16,0 0-1701-16,0 0 180 0,0 0 304 16,0 0-92-16,84 13-104 0,-60-17-292 0,-1-2-264 15,1-4-204-15,4 1-544 16,-8 0-408-16,0-1-932 0,0 1-3801 16</inkml:trace>
  <inkml:trace contextRef="#ctx0" brushRef="#br0">21068 16602 5532 0,'0'0'6513'0,"0"0"-4749"0,0 0-572 16,0 0-376-16,60 98 164 0,-36-50 100 16,-4 0-180-16,8 2-284 15,-4-3-336-15,8-5-280 0,-1-10-36 0,5-6-136 16,1-8-280-16,2-8-364 0,1-4 136 0,-1-3-304 15,2-3-1004-15,-9-6-2241 16,4-10-2487-16</inkml:trace>
  <inkml:trace contextRef="#ctx0" brushRef="#br0">21611 16767 7096 0,'0'0'6785'0,"0"0"-5369"16,-88 22-576-16,48-3-184 0,-4 13-24 0,-3 7-36 15,-2 1-276-15,6 2-244 0,-5 2-76 0,8-2-12 16,5-5-124-16,7-4-60 0,7-8-176 16,6-3-264-16,2-6-304 0,9-1-796 15,1-5-2225-15,3 0-2191 0</inkml:trace>
  <inkml:trace contextRef="#ctx0" brushRef="#br0">22017 16668 4832 0,'0'0'6913'0,"0"0"-6065"0,0 0-160 15,0 0-380-15,0 0-68 0,0 0-100 0,0 0 444 16,0 0 624-16,84-28 72 0,-33 28-88 15,9 3-368-15,0 6-380 0,-1 4-140 16,1 3-204-16,-4 1 32 0,-9-3-120 16,-2 3-12-16,-13-1-24 0,-8 0-60 15,-9 3-16-15,-11 3 88 0,-4 3 12 16,-15 7 172-16,-9 2-172 0,-8 2-196 0,-4 2 60 16,-8 3 124-16,0-2 12 15,1 1 4-15,-5 2 60 0,4-4-60 16,0 3 0-16,8-2 44 0,8-5-44 0,8-3 68 15,12-5-60-15,8-6 64 0,4-2 108 16,12-2 12-16,16-3-64 0,4-3-60 16,7-4 40-16,9-6-100 0,-3 0-12 15,6-6 0-15,-7-7-56 0,4 0-164 0,-5-3-196 16,-6-6-320-16,-2 0-224 0,-7-3-492 16,-4-4-1052-16,-8 10-2665 0,-4-10-2867 15</inkml:trace>
  <inkml:trace contextRef="#ctx0" brushRef="#br0">22782 16723 352 0,'0'0'8656'0,"0"0"-7308"0,0 0-303 16,0 0-161-16,-80 76-192 0,56-35-56 0,-4 10-40 15,1 3-48-15,-1 3 16 0,0 0-248 16,-4-4-176-16,4 2-140 0,4-5-76 15,-4-2-200-15,8-7-560 0,4-2-304 0,0-8-408 16,8-5-1317-16,0-4-2627 16,1-6 2244-16</inkml:trace>
  <inkml:trace contextRef="#ctx0" brushRef="#br0">23291 17376 4576 0,'0'0'2176'0,"0"0"2117"16,0 0-3009-16,0 0-264 0,0 0 36 15,0 0-148-15,-82-47-292 0,65 44-72 16,2 3 16-16,-2 0 12 0,-3 5 132 0,-3 9-136 15,3 8-248-15,-5 10 24 0,1 6 216 16,1 4-324-16,-5 5-104 0,8 0 4 16,0 1-52-16,4-4 12 0,9-8-20 15,7-8-76-15,0-12 0 0,15-7-172 16,5-9-108-16,12-6 168 0,4-13 52 16,7-12-24-16,2-8-88 0,7-6-208 0,-9-2-48 15,1-1 120-15,-8 4 196 16,0-1 104-16,-13 4 8 0,1-3 36 0,-4 3 76 15,-8-1 48-15,-8 7-12 0,1 3 148 16,-5 10 8-16,-9 7 52 0,1 8-4 16,-3 1-48-16,2 6-20 0,1 0 444 15,1 0-207-15,-1 9 27 0,-1 4-260 16,-2 6-204-16,3 3-12 0,-1 10-12 0,-2 7 52 16,3-1-100-16,-5 6-12 15,6 0-48-15,-5 0-40 0,0 1-44 0,0-3-204 16,4-1-176-16,0 0-105 0,4-5 45 15,4-6-88-15,0-4-340 0,8 0-872 16,4-8-1152-16,4-2-1817 0,-4-3-2367 16,8-7 4597-16</inkml:trace>
  <inkml:trace contextRef="#ctx0" brushRef="#br0">23630 17649 1880 0,'0'0'9937'0,"0"0"-8469"0,0 0-220 0,0 0 272 16,0 0-564-16,0 0-508 0,84 7-200 16,-76 2 24-16,4 5 12 0,0 1-64 15,-4 1-32-15,-4 3-40 0,0 0-64 16,0 3-24-16,-4-6-8 0,0 0 8 0,0-6-48 15,0-1 52-15,0-6 80 16,0-3 40-16,0 0-96 0,0 0-28 0,4-6-60 16,0-4 0-16,0-3-32 0,7-9 32 15,2-6 0-15,6 0-120 16,1-5-124-16,1-2-212 0,3 7-172 0,-5-4-164 16,5 4-280-16,-7 5-668 0,-2 4-1248 0,2-2-2937 15</inkml:trace>
  <inkml:trace contextRef="#ctx0" brushRef="#br0">24535 16745 380 0,'0'0'10224'0,"0"0"-9143"16,0 0-117-16,0 0 372 0,96 76 196 0,-68-35-252 16,4 7-188-16,-1 3-92 0,1-4-384 15,4-6-396-15,0-9-220 0,8-7-12 16,-1-5-40-16,6-15-192 0,2-5-628 0,5-2-228 16,-4-15-716-16,-9 3-1320 0,6-19-3017 15</inkml:trace>
  <inkml:trace contextRef="#ctx0" brushRef="#br0">25196 16802 2908 0,'0'0'9829'0,"0"0"-7985"15,-92 19-708-15,49 3 44 0,-1 7-536 16,0 5-380-16,0 8-264 0,-3 3-108 0,-2 2-104 16,2-3 12-16,-1 3-196 0,1-2-384 15,2 0-400-15,2 2-612 16,7-11-1253-16,-12 11-2775 0</inkml:trace>
  <inkml:trace contextRef="#ctx0" brushRef="#br0">26148 16693 7140 0,'0'0'3084'0,"0"0"-1563"0,0 0-277 15,0 0-392-15,0 0 176 0,0 0 268 0,0 0-732 16,0 0-364-16,0 0 172 0,68-25 88 15,-20 16 48-15,3-1-336 0,5-2-96 16,0 2 32-16,4-2-96 0,0-1 40 16,0 0-52-16,-4 0-148 0,-5 0 96 15,-3 4-44-15,-4 0 88 0,-8 2-80 0,-4 0 88 16,-9 5 8-16,-3-1-8 16,-3 3-4-16,-6 0 4 0,-7 0-8 0,0 0 8 15,-4 0 156-15,0 3-40 0,-8 6-116 16,-8 4-260-16,1 3 28 0,-2 10-4 15,-6 2-64-15,-5 3-60 0,0 8 0 0,-4 1 148 16,0 9 204-16,-8 1-68 16,0 4 68-16,1 0 8 0,-6 3 112 15,6-3 0-15,3 1 64 0,4-5 0 0,4-2-16 16,4-1 88-16,13-5 148 0,3-7 112 0,8-3-64 16,8-7-236-16,12-3 12 15,12-10 40-15,3-2 364 0,13-3 48 16,8-7-296-16,3-4-96 0,1-9 0 0,0-5-39 15,0-5-69-15,-8-2-136 16,-1-3-36-16,-6 3-120 0,-6-1-76 16,-3 1-157-16,-4 5-83 0,-12 1-100 0,-1 0-136 15,-2 3-76-15,-6 1-140 16,2-1-416-16,-6 0-716 0,-3-4-744 0,0 7-2169 16,-4-5-2151-16</inkml:trace>
  <inkml:trace contextRef="#ctx0" brushRef="#br0">27181 16630 2568 0,'0'0'10213'0,"0"0"-8485"16,0 0-980-16,0 0-60 0,-76 63 256 16,52-37-312-16,0 6-320 0,-4 0-176 15,0 3-136-15,0-1-52 0,0 5-44 0,0-1-40 16,-3 0 12-16,-5 3-112 15,4-2-276-15,0 1-192 0,-3-1-124 16,3-1-336-16,4-7-468 0,0-2-1161 0,7-10-1907 16,-6 3 492-16</inkml:trace>
  <inkml:trace contextRef="#ctx0" brushRef="#br0">27515 15618 8400 0,'0'0'64'0,"0"0"4685"0,0 0-3413 16,0 0-116-16,0 0 124 15,0 0 152-15,0 0-256 0,0 0-544 16,-16 73-208-16,16-41-120 0,0 6 129 0,0-1 75 16,0 8-236-16,0-4-128 0,0 4-136 15,0-7 0-15,0 0-72 16,0-3-12-16,0-1-132 0,0 1-16 0,-7-2-68 15,3-5-28-15,-5-2 136 0,5-7 112 0,0-4-88 16,4-5 92-16,-4-4-132 16,4-3-33-16,0-3-99 0,0 0 112 0,0 0 44 15,4-6-44-15,0 0 156 16,0-1 0-16,9-5 60 0,-2-1-60 0,1-3 0 16,0 4-84-16,0-2-16 0,0 2 52 15,4 3 48-15,-5 2 0 0,6 3-4 0,-6 2 4 16,6-1 0-16,-6 3 4 0,2 0 88 15,2 3-4-15,-7 3-40 16,5-3-40-16,-6 4-8 0,-3-1 12 16,5-1 60-16,-5 2 28 0,0 0-92 0,-1 3 64 15,1-1-12-15,-4 0 12 16,0 4 0-16,0 0-20 0,0 0-40 0,-4 2 0 16,-3-2-12-16,-6 3-88 0,2-6 40 15,-2-1-36-15,-2 1 80 0,-2-8-128 0,6 2-76 16,-10-1-84-16,2-3 84 15,3 0-24-15,-4-3-160 0,0-3-184 16,4-6-148-16,-4-2-152 0,4-5-392 0,4-3-1024 16,0 6-2093-16,4-13-2379 0</inkml:trace>
  <inkml:trace contextRef="#ctx0" brushRef="#br0">18829 18214 6772 0,'0'0'508'0,"0"0"3893"0,0 0-3273 16,0 0-68-16,0 0-112 0,0 0 96 15,0 0-124-15,0 0-212 0,0 0-112 0,0 0-56 16,0 0-20-16,-79 0-80 0,71 4-120 16,-4 9-176-16,0 3-80 15,-1 5-64-15,2 9 0 0,3 3-4 0,-1 3-72 16,6-4 4-16,-1 0 24 0,4-7 36 15,0-2-40-15,4-11 44 0,4-5-112 16,4-7-52-16,8-4 48 0,3-9 64 0,5-12-28 16,0-7-180-16,8-6-40 15,-4-6-76-15,0 0-36 0,-1 0 124 16,2 2-16-16,-6 0 88 0,1 3 28 0,-7-1-116 16,-1 3 12-16,-9-3 92 0,1 3-4 15,-7 2 12-15,-1-1 200 16,-4 5 64-16,0 3 72 0,-9 2 28 0,1 0-100 15,1 8 176-15,3 5-88 0,0 7 32 16,0 2 92-16,-1 4 196 16,1 0-48-16,0 10-68 0,1 9-156 0,-5 3-92 15,-1 10 52-15,1 10 52 0,5 2-64 16,-5 3 36-16,0 1-124 0,3-4-60 0,1 0-184 16,1-2-60-16,3-4-400 0,0-3-260 15,0-7-312-15,0-2-992 0,0-7-2165 16,3 4-1683-16</inkml:trace>
  <inkml:trace contextRef="#ctx0" brushRef="#br0">19244 18348 7476 0,'0'0'5717'0,"0"0"-4533"0,0 0-780 0,0 0 312 15,0 0 380-15,0 0-88 0,28 71-500 16,-24-59-444-16,0 1-64 0,-1-1-84 0,-3 1-76 15,0-1-264-15,0-2-148 16,0-3 12-16,0-1-136 0,0 0-448 16,-3-3-856-16,-5-3-1961 0,4 0-791 0</inkml:trace>
  <inkml:trace contextRef="#ctx0" brushRef="#br0">19280 18202 9852 0,'0'0'3969'0,"0"0"-2489"0,0 0-1240 0,0 0 112 0,0 0 288 16,0 0-4-16,0 0-348 0,0 0-288 16,95-7-484-16,-75-5-584 15,8-1-520-15,-8 1-2297 0,11-15-4395 0</inkml:trace>
  <inkml:trace contextRef="#ctx0" brushRef="#br0">19746 17679 11761 0,'0'0'2032'0,"0"0"-1348"0,0 0-316 15,0 0 736-15,0 0 424 0,0 75-316 16,0-40-388-16,3 3-252 0,-3 7-192 16,0 6-76-16,0 6-84 0,-3 3-136 0,-1 6-4 15,-8 8-80-15,0 0-48 16,0-2-40-16,-8-3-288 0,8-2-16 0,-4-12-168 15,8-5-228-15,0-9-36 0,5-5-56 16,-1-14-188-16,4-4-468 0,0-8-832 16,4-6-2505-16,7-4-1951 0</inkml:trace>
  <inkml:trace contextRef="#ctx0" brushRef="#br0">20288 18319 5488 0,'0'0'2056'16,"0"0"-524"-16,0 0-720 0,0 0 172 0,0 0-355 15,0 0-229-15,-56-76 188 0,39 66-24 16,6 4-4-16,-6 3 0 16,2 0 112-16,-5 3 32 0,1 6 16 0,-2 7-148 15,1 3-172-15,-3 12-104 0,-1 5 16 16,3 8-52-16,2 0-88 0,7 0-84 15,4-2-4-15,0-5-72 0,8-11-12 0,0-8-44 16,12-5-56-16,4-10-144 16,3 0 56-16,9-16 188 0,4-6-100 0,0-7 96 15,4-3-328-15,-4-6-56 0,-1-3 104 16,1 3 72-16,-8-1 48 0,4 1 88 16,-7 3 76-16,-2 1 64 0,-3-1-12 0,0 0-40 15,-7 0-12-15,-2 0 0 16,-3 3 0-16,0 0 136 0,-4 4 12 0,0 3 16 15,-8 0-40-15,1 6-72 16,3 5 132-16,-1 9-8 0,5-2-28 0,-4 7 12 16,4 0 148-16,0 12-8 0,0 5-152 15,0 8 108-15,0 10-44 0,0 6-116 16,0 6-36-16,0 5 40 0,0-5-100 16,0 4 0-16,0-7-112 0,0 0-96 15,0 0-344-15,0-5-292 0,-4-4-152 0,4-3-440 16,0-13-1028-16,0 6-2749 0</inkml:trace>
  <inkml:trace contextRef="#ctx0" brushRef="#br0">20522 18506 8960 0,'0'0'2197'0,"0"0"-1389"0,0 0-180 0,0 0 188 15,0 0 112-15,0 0-184 0,52 67-212 16,-44-54-108-16,1 6-56 0,-5-3-56 0,-4 7-76 15,4-5-108-15,-4-2-52 16,0 4-76-16,-4-8-60 0,4 1-140 16,-4-5-528-16,-1-1-76 0,1-7 84 0,4 0-156 15,-4-7-628-15,4-7-1253 16,0 0-1383-16,0-16-1227 0</inkml:trace>
  <inkml:trace contextRef="#ctx0" brushRef="#br0">20638 18329 9520 0,'0'0'2745'16,"0"0"-897"-16,0 0-772 0,0 0-336 0,0 0-248 16,0 0-180-16,0 0-136 0,0 0-176 15,0 0-188-15,84 2-148 0,-56-7-672 0,-4-2-612 16,-5 1-812-16,6 3-2829 0</inkml:trace>
  <inkml:trace contextRef="#ctx0" brushRef="#br0">20930 18473 456 0,'0'0'10617'0,"0"0"-8605"16,0 0-1284-16,0 0-20 0,0 0 252 15,0 0-164-15,0 0-520 0,0 0-164 0,82 46-112 16,-61-55-200-16,-1-3-244 0,-1-2-172 16,-2-4-192-16,-2-1-204 0,-2-4-432 15,-6 7-1201-15,1-9-2679 0</inkml:trace>
  <inkml:trace contextRef="#ctx0" brushRef="#br0">21001 18231 9292 0,'0'0'2285'0,"0"0"-1069"16,0 0-412-16,-24 79 184 0,16-44-40 16,4 9-40-16,0-2-312 0,4 2-136 15,0-2-112-15,0-4-88 0,0-7-260 0,4-3-248 16,8-5-448-16,4-11-444 0,3-5 48 15,6-7-584-15,6-9-336 16,-6-5-909-16,18-20-1727 0</inkml:trace>
  <inkml:trace contextRef="#ctx0" brushRef="#br0">21463 18208 10000 0,'0'0'3125'0,"0"0"-2045"0,0 0-764 0,-4 86 64 16,0-44 100-16,1 5 24 15,-2 7-124-15,1 3-220 0,-4 0-160 0,4 4-72 16,-7 0-284-16,2-5-892 0,1-15-1000 16,-3 13-4881-16</inkml:trace>
  <inkml:trace contextRef="#ctx0" brushRef="#br0">25025 1648 272 0,'0'0'7844'0,"0"0"-2747"15,0 0-3585-15,0 0-216 0,0 0-256 16,0 0 164-16,0 0-332 0,0 0 0 0,0 0-128 16,40-4 96-16,3 4 301 15,17 0-413-15,8 0-248 0,4 0-32 16,-4-3-232-16,-1-6-132 0,-3-2 0 0,0 3-76 15,-5-5-8-15,-3 1-60 0,4 1 12 16,-8-1-48-16,-4 2 0 0,-8 1-96 16,0 7-12-16,-12-3-16 0,0 5-20 15,-13 0-16-15,-2 5 16 0,-6 0 72 0,-7 8 68 16,0 2 100-16,-7 4 0 0,-10 6-96 16,-7 8-60-16,-12 5-40 15,-3 3-44-15,-6 7-40 0,-10 3 11 0,-4 0-35 16,-5 3 36-16,-5 0 64 0,-2-1 68 15,-4 5 136-15,2-2 60 0,2 2 88 16,3-1 72-16,0 0 168 0,13 1-35 16,3-8-157-16,12-6-64 0,12-5 0 0,12-11 4 15,8-2-16-15,8-10-116 16,17-4-4-16,10-5-12 0,13-4 12 0,11-3 120 16,9-3-12-16,9-7-32 0,2-2-16 15,4-5-60-15,1 2-60 0,-4-2 8 16,-9-1-20-16,-3 1-48 0,-8 2-184 0,1-4-132 15,-6 0-125-15,1 0-35 16,-5-3-272-16,6-4-640 0,-6 5-972 16,-7-3-1476-16,12-7-2593 0</inkml:trace>
  <inkml:trace contextRef="#ctx0" brushRef="#br0">26320 1762 10768 0,'0'0'1657'16,"0"0"-533"-16,0 0-20 0,0 0 308 16,-108 92-200-16,72-57-284 0,-3 3-320 0,-5 4-316 15,-4 2-96-15,-8 0-120 0,-4 7-76 16,-7-3-36-16,-1 3-76 0,-4-4-172 16,4 1-232-16,1-4-88 0,7-9 20 15,8-3 36-15,16-10-296 0,4-6-248 16,12-10-308-16,12-6-620 0,1 0-969 15,11-19-1231-15</inkml:trace>
  <inkml:trace contextRef="#ctx0" brushRef="#br0">26674 1226 10424 0,'0'0'1701'0,"0"0"-449"0,0 0-288 16,0 0-16-16,0 0 196 0,0 0-160 0,0 0-288 15,0 0-364-15,0 0-36 0,0 0-12 16,0 63-40-16,0-38-84 0,-4 0-12 16,1 1-140-16,-5-1 64 0,-1-2-8 15,1-1 8-15,1-3-72 0,-1-3 0 16,-1 0-8-16,6-4 8 0,-1-2-8 16,0-1-4-16,0-6-76 0,4 1-44 0,0-1-152 15,0-3-36-15,4 0 28 0,4-7 92 16,4-2 152-16,7-7 36 15,5 0-52-15,1-6 64 0,3-3 0 0,-5 0-4 0,1-1 4 16,-4 3-8-16,-4 9-64 16,0 0-16-16,-4 8 76 0,-4 6 8 15,0 0 4-15,4 3 184 0,-5 9 28 0,2 7 8 16,-1 4-12-16,-5 3-36 16,1 2 40-16,-4 0-80 0,4 4-132 0,-4-3-72 15,5-1-100-15,-1-3-184 0,7-2-384 16,-3-4-200-16,5-3-492 0,2-3-704 15,-7-7-2333-15,8 0-2847 0</inkml:trace>
  <inkml:trace contextRef="#ctx0" brushRef="#br0">27292 2232 1160 0,'0'0'5552'0,"0"0"-4200"0,0 0-264 16,0 0 180-16,0 0-83 16,0 0-69-16,0 0-8 0,0 0-372 0,0 0-220 0,0 0-48 15,72-29-40-15,-49 29-48 16,1 0-44-16,4 0-88 0,0 0-84 16,4 0 32-16,0 0-8 0,4 4-88 0,3-4-16 15,6 0-32-15,2 0 36 16,1-7-80-16,8-2 64 0,4-1-68 0,0-2-4 0,7-1-132 15,-3-4 84-15,0 2-116 16,-4-1-244-16,-4-3-304 0,-9 3-344 16,-7 0-44-16,-8 3-324 0,-9-3-901 0,-6 7-2203 15,-9-8-508-15</inkml:trace>
  <inkml:trace contextRef="#ctx0" brushRef="#br0">28240 1876 5044 0,'0'0'1888'0,"0"0"-512"15,0 0-452-15,0 0 200 0,0 0 305 0,0 0-393 16,0 0-344-16,0 0-248 16,0 0 112-16,0 0-136 0,80 45-68 15,-64-29-140-15,4-1-36 0,-4 4-124 0,4 1 24 16,-5 2 60-16,-2 3-48 0,-2 0-36 15,-3 1-48-15,-3-1-4 0,-5 0-64 16,-5 5 64-16,-3-5 36 0,-7 0-36 16,-5 4-324-16,-4-1-140 0,-4 0-180 15,-8 1-348-15,0 1-412 0,-3 1-397 0,7-9-1219 16,-16 10-1416-16</inkml:trace>
  <inkml:trace contextRef="#ctx0" brushRef="#br0">29189 1549 4676 0,'0'0'156'15,"0"0"1552"-15,0 0 720 0,0 0-904 16,0 0-211-16,0 0-157 0,0 0-112 0,0 0-8 15,0-16-244-15,-4 22-324 16,0 7-80-16,-5 12-16 0,-2 14 40 0,-2 8 132 16,-2 10 36-16,-9 14-88 0,0 1-160 15,0 9-112-15,-7 3-24 0,-6 9-36 16,-3-1-156-16,-3 3-4 0,-5 0-64 0,0-9 60 16,4-6-48-16,8-11-8 15,8-15 0-15,13-13 0 0,2-11-88 0,13-12 24 16,0-8-156-16,8-5-116 15,12-5-96-15,1-2 36 0,7-11-92 0,3-10-224 16,5-8-360-16,4-4-376 16,-1-9-572-16,2-1-697 0,-6-6-67 0,-10 13-48 15,10-28 348-15</inkml:trace>
  <inkml:trace contextRef="#ctx0" brushRef="#br0">29352 1698 628 0,'0'0'2360'16,"0"0"-1228"-16,0 0 248 0,0 0 2864 0,0 0-2643 15,0 0 167-15,0 0-156 0,0 0-528 16,67 73-156-16,-58-25 20 0,-9 9-160 16,4 6-124-16,0 5-196 0,-4 5-124 15,0-1-212-15,0 2 140 0,0-5-104 0,4-6-164 16,3-5 8-16,6-11-12 16,2-2 0-16,2-9-44 0,-6-5 40 0,6-6-100 15,-10-4 4-15,5-1-120 0,-8-7-156 16,0-7-116-16,1-3-100 0,-5-3-48 15,0 0 20-15,-9-3-92 0,-7-9-328 16,0-8-732-16,-8-1-412 0,1-9-349 16,-9-1 485-16,0-4 864 0,0 0 1184 0,-4 0 128 15,0-3 512-15,-4 4 384 16,5-2 28-16,3 1 164 0,4 7 113 16,8 3 19-16,8 6-60 0,12 2-300 0,4 2-396 15,11 5-88-15,18 0-188 0,10 1-64 16,13 0-68-16,4 2-184 15,8 4-160-15,3 1-4 0,2-3-392 0,-6 5-716 0,-20 0-968 16,9 0-3401-16</inkml:trace>
  <inkml:trace contextRef="#ctx0" brushRef="#br0">1609 15252 116 0,'0'0'8740'16,"0"0"-6043"-16,0 0-561 0,-88 10-428 15,60-20-200-15,5-5 92 0,-1-8-556 0,0-12-56 16,4-7-268-16,0-11-296 0,9-13-155 16,-2-11 95-16,9-9 508 0,4-5-460 15,4-8-244-15,4-6-36 0,8-3-128 16,-4 0 8-16,8-3-12 0,0-3 0 15,3 0-12-15,2-4 0 0,3 1-84 16,0-4-12-16,3 11-60 0,1 7 8 16,-4 18-32-16,0 15 60 0,-9 22-28 0,2 13 40 15,-10 16 72-15,2 9-132 0,-5 7-136 16,4 3-36-16,4 3 95 16,4 14 125-16,8 1 48 0,4 14-8 0,7 10 84 15,5 12-20-15,4 12 20 0,8 11 8 16,0 6-12-16,-1 8-48 15,-3 4-124-15,0 1-120 0,-9-4-136 0,-3-10-96 16,-12-6-4-16,-8-13 344 0,-12-8 196 16,-8-8 132-16,0-5-56 0,-12-11 108 0,-4-1-12 15,-7-5-88-15,-5-6-36 0,-4 0-48 16,-9-7-60-16,-10 1-208 16,-12-4 244-16,-10 1-64 0,-11-4 16 0,-3-3 64 15,-4 0 8-15,-5-3 0 0,-4 0 0 16,4 0-100-16,5-3 100 0,8 0 36 15,10-3 12-15,17 3-32 0,13 0 156 0,15-1-52 16,16 1 16-16,12-3-136 16,0 0-296-16,20-10-244 0,20-10 528 15,11-12 12-15,18-13 112 0,14-9-112 0,12-10 12 16,13-3-8-16,0-6 0 0,7 3 60 0,5-4-64 16,4 4-4-16,-1 0-116 15,-3 6 20-15,-9 10 40 0,-15 5 44 16,-21 14-92-16,-19 16 108 0,-20 6-52 0,-16 13 52 15,-20 6 8-15,-4 12 448 16,-24 10-136-16,-12 17-232 0,-11 11 24 16,-9 17-108-16,-12 9-4 0,-4 10 52 0,-4 6-52 15,1 7-52-15,-5 5-68 16,-4 11-16-16,4 8 48 0,-2 8 40 0,2 5-100 16,0 10-244-16,8 3-536 0,0 1-900 15,5-1-308-15,7-12-100 0,16-33-401 16,-7 24-627-16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cm"/>
          <inkml:channel name="T" type="integer" max="2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cm"/>
          <inkml:channelProperty channel="T" name="resolution" value="1" units="1/dev"/>
        </inkml:channelProperties>
      </inkml:inkSource>
      <inkml:timestamp xml:id="ts0" timeString="2023-07-06T02:17:26"/>
    </inkml:context>
    <inkml:brush xml:id="br0">
      <inkml:brushProperty name="width" value="0.05292" units="cm"/>
      <inkml:brushProperty name="height" value="0.05292" units="cm"/>
      <inkml:brushProperty name="color" value="#7030a0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13634 5511 3756 0,'0'0'1304'0,"0"0"3592"15,32-82-3427-15,-24 50 107 16,3-6-304-16,-2 3 4 0,-1 0-120 15,-5 0-148-15,-3 1-216 0,0 2-56 0,0 0-88 16,-7 4-72-16,-1 5-160 0,-4 4-148 16,0 0-64-16,-4 6 16 0,0 4 61 15,-4 6 23-15,-8-1-160 0,0 4-92 16,-8 7-52-16,-7 5-12 0,2 8-144 16,-6 8 48-16,3 3 20 0,-4 11 28 15,4 6 52-15,0 5-40 0,1 8-13 0,-1 9 1 16,4 6 48-16,8 4 12 0,0 2 8 15,4 4 52-15,12 2 13 0,4-1 111 16,9-5-136-16,3-6 60 0,3-7-24 16,18-11 48-16,2-10 28 0,9-10 56 15,4-13-44-15,8-6 32 0,-1-7 388 0,5-8-132 16,1-4-256-16,-2-4-84 16,5-8-60-16,-5-7 36 0,2-2-88 15,-6-6-8-15,-2-1-72 0,-10-1-96 0,-3 4-228 16,-12 0-100-16,-5-1-60 0,-2 5-64 15,-9-2-169-15,-4 4-207 0,-12-3-880 16,-4 3-1876-16,-7-1-1113 0,2 5-1807 0</inkml:trace>
  <inkml:trace contextRef="#ctx0" brushRef="#br0">13264 5903 2672 0,'0'0'5364'16,"0"0"-1355"-16,0 0-2489 15,0 0-212-15,0 0 228 0,0 0-104 0,0 0-284 16,95 6-400-16,-63-12-296 0,0-1-208 15,0-5-172-15,-4 1-72 0,-4-1-196 16,-1 2-352-16,-3-2-276 0,0 2-160 16,-8 3-324-16,0 1-652 0,-8 6-460 0,0 0-481 15,-4 0 201-15,0 13 1684 16,0 3 1016-16,-4 3 1784 0,0 3 212 0,4 3-175 16,-4 4-205-16,0 3-240 0,4 0-176 15,-4-1-220-15,0 4-204 16,4 0-120-16,-4-4-88 0,0 5-160 0,4-8-248 15,0-2-160-15,4-4-260 0,8-3 40 0,0 0 20 16,4-7-72-16,8 1-520 0,0-7-336 16,-1-6-520-16,9 0-980 15,0-12-2413-15,-8 3-1423 0</inkml:trace>
  <inkml:trace contextRef="#ctx0" brushRef="#br0">14534 5515 9820 0,'0'0'2857'16,"0"0"-1965"-16,28 73-304 0,-16-35 888 0,4 6 288 15,-4 3 28-15,8-1-556 0,-1 1-492 16,2-6-440-16,3 0-232 0,0-5-72 16,4-8-240-16,-1-3-28 0,1-6-488 15,4-9-148-15,0-7-180 0,4-3-828 16,-13-6-2636-16,14-20-3869 0</inkml:trace>
  <inkml:trace contextRef="#ctx0" brushRef="#br0">14920 5575 12357 0,'0'0'2508'0,"-71"67"-1652"0,31-29-432 15,-4 13 308-15,-11 3 544 0,-1 6-32 16,0 0-520-16,4-2-312 0,1 1-308 0,6-1-104 15,2-7-232-15,11-7-308 0,8-6-428 16,8-6-168-16,8-13-688 0,8-6-1276 16,12-13-3933-16</inkml:trace>
  <inkml:trace contextRef="#ctx0" brushRef="#br0">15857 5328 3240 0,'0'0'208'0,"0"0"64"16,0 0-272-16,0 0 4180 0,0 0-2236 15,0 0-215-15,0 0-333 16,0 0-12-16,0 0 104 0,0 0-184 0,0 0-236 0,-4 15-160 15,4-15-196-15,0 4-136 16,0-1-124-16,4 6-64 0,0 4-60 16,4 12 401-16,4 7-1 0,4 16-196 0,0 6 84 15,7 6 60-15,1 6-292 16,1 5-144-16,-1-5-96 0,0 1-48 16,3 0-88-16,-7-7 4 0,8-3-4 0,-4-4-8 15,4-11-84-15,0-4-108 16,0-9-204-16,4-10-88 0,0-6-44 0,0-7-88 15,-4-6-100-15,-5-6-181 0,-3-7-479 16,0-6-512-16,0-13-1064 0,-4 7-3101 16,3-29-1859-16</inkml:trace>
  <inkml:trace contextRef="#ctx0" brushRef="#br0">16407 5489 14397 0,'0'0'2140'0,"0"0"-1540"15,-88 58-500-15,44-27 248 0,-11 11 332 0,-9 5 268 16,-4 8-140-16,0 1-320 16,-3 8-268-16,-1-1-136 0,4 7-84 15,0-6-144-15,5 0-160 0,7-8-148 0,12-8-28 16,12-13-96-16,12-10-16 0,12-12-28 16,5-4-460-16,3-6-1316 0,11-3-1929 15,-3 0-2123-15</inkml:trace>
  <inkml:trace contextRef="#ctx0" brushRef="#br0">17128 5981 8988 0,'0'0'6861'0,"0"0"-5393"16,0 0-740-16,0 0-720 15,0 0 476-15,0 0 240 0,95-34 220 16,-39 27 68-16,8 1-283 0,12 3-169 0,3 0-64 16,5 3-160-16,4-4-128 0,0-3-160 0,-1-1-48 15,-3-5-132-15,-8-6-232 16,-8-4-328-16,-9 1-121 0,-11-3-123 15,-4-1-532-15,-16 8-2424 0,-5-17-3049 0</inkml:trace>
  <inkml:trace contextRef="#ctx0" brushRef="#br0">17992 5515 12585 0,'0'0'4616'0,"0"0"-4172"0,0 0-60 0,0 0 296 16,96 35 352-16,-64-26-56 0,4-2-320 15,0 2-252-15,4 1-175 0,-5-1-21 16,5 0-160-16,-8 4-48 0,1 0-48 16,-2 3 48-16,-7 3 4 0,-4 1-4 15,-9 5-40-15,-7 0-32 0,-4 7-112 0,-15 2-121 16,-13 5 209-16,-16 2-136 0,-11 7-108 16,-5-1-88-16,-8 0-72 0,1 1 144 15,-2-3 16-15,9-7-4 0,9-3-200 16,7-4-208-16,12-8-232 0,8-4-552 15,8-10-1156-15,13-6-4089 0</inkml:trace>
  <inkml:trace contextRef="#ctx0" brushRef="#br0">19886 5223 10232 0,'0'0'1505'0,"0"0"-289"0,0 0-4 15,0 0-36-15,0 0 116 16,0 0-284-16,0 0-104 0,0 0-104 16,79 75-128-16,-51-30-120 0,0 9 8 0,3 10-148 15,-3 3-71-15,4 5-25 0,-4-2-136 16,0 3-32-16,4 0-76 0,0-5 0 15,0-2 108-15,3-6-116 0,5-9-64 0,-3-9-60 16,6-14 0-16,-3-9-108 16,0-10-220-16,0-5-365 0,-5-4-223 15,-3-10-272-15,-4-7-676 0,-11 5-2492 0,-6-20-5305 16</inkml:trace>
  <inkml:trace contextRef="#ctx0" brushRef="#br0">20630 5426 9108 0,'0'0'5525'0,"0"0"-4729"15,-76 25-620-15,37-3 24 0,-9 3 292 0,-11 8 244 16,-10 4 320-16,-10 8-600 0,-5 3-356 16,-12 6-88-16,-7 6-12 15,-9 7-248-15,-7 6-260 0,-1 3-536 0,-4 3-524 16,33-15-1328-16,-40 21-4645 0</inkml:trace>
  <inkml:trace contextRef="#ctx0" brushRef="#br0">14160 7122 2936 0,'0'0'8809'16,"0"0"-7681"-16,0 0-108 16,0 0-208-16,0 0-80 0,-28-73 8 15,28 56 88-15,0 4 64 0,-4 1-4 0,0 2-272 16,-1 4-76-16,2 0-28 0,-5 3 108 15,-4-1-96-15,0 4-219 0,-4 0-97 16,-8 7-88-16,-4 5-120 0,0 10-4 16,0 4 4-16,0 6 8 0,5 0-8 0,-1 2-4 15,8-5-80-15,4-4 24 0,4-5-88 16,4-8-33-16,4-6 45 0,0-3-20 16,4 1-52-16,4-4 200 0,7-4 8 15,6-5 0-15,-1-3 0 0,-1-5-244 16,2-1-168-16,-1-8-4 0,-1 4 24 15,1-1-24-15,4 1 36 0,-4 7 72 16,4 0 120-16,-4 8 16 0,-1 4 164 0,-2 3-68 16,-1 3 76-16,4 9 72 15,-8 8-64-15,4 2 152 0,-5 6-148 16,2 4 100-16,-6 2 136 0,1 1-28 0,-8 4 12 16,0 2-108-16,0 3 160 15,0 1-64-15,0-4-12 0,-8 0-204 0,1 1 164 16,-6-7-152-16,5-4 92 0,-3-1-104 15,3-5 80-15,-4-10-8 0,0 1 44 16,4-7 40-16,-4-5 8 0,-4-4-8 0,4 0-52 16,-4 0-8-16,0-7-100 0,-3-1-148 15,-2-6-96-15,1 2 12 16,-4-4-12-16,8-3-108 0,-4 3 60 0,5-3-52 16,-2 3 36-16,6 0 24 0,3 0 100 15,-1 4-320-15,6-2-88 0,-1-2-344 16,4 2-496-16,0-3-708 0,4-2-493 0,3 1-2147 15,-2 1-976-15,11-2 5749 16</inkml:trace>
  <inkml:trace contextRef="#ctx0" brushRef="#br0">14718 7172 4652 0,'0'0'6024'0,"0"0"-3571"16,0 0-1637-16,0 0-740 0,0 0-24 0,0 0 644 16,0 0 424-16,0 0-116 0,0 0-396 15,0 0-236-15,0-16-100 0,0 16-76 16,0-3-196-16,0 3-12 0,0 0-184 15,0 0-76-15,0 0-76 0,0 0-136 16,0 0-328-16,4-3-336 0,-1 0-880 0,5-3-1937 16,-3-1-1895-16,3 1 4336 0,-36 34-168 15</inkml:trace>
  <inkml:trace contextRef="#ctx0" brushRef="#br0">14777 7182 2560 0,'0'0'1684'16,"0"0"3960"-16,0 0-4467 0,0 0-73 0,0 0-528 15,0 0 24-15,0 0-12 0,0 0-8 16,0 0-60-16,0 0-128 0,0 0-56 15,25 25-20-15,-22-8 36 0,1-3 100 16,0 6-140-16,-4-1-140 0,0 0-84 16,0 0-80-16,0 0-8 0,0-3-12 15,-4 3 8-15,0-3-12 0,1-4-132 0,-6 1-88 16,5-6-100-16,0 0-100 16,4-2-208-16,-4-5-188 0,4 0-44 0,-4 0-344 15,4 0-721-15,0-5-1311 0,0-6-1576 16,0 5 2792-16,4-13 1476 0</inkml:trace>
  <inkml:trace contextRef="#ctx0" brushRef="#br0">15172 7054 3904 0,'0'0'1432'0,"0"0"2596"0,0 0-3084 16,0 0-43-16,0 0 271 0,0 0 180 0,79-35-400 15,-59 26-312-15,5-1-288 16,-6-2-124-16,5 2-140 0,-4 4-88 0,0 3 0 16,-4 3 40-16,4 0 192 0,-4 13 216 15,0 2-24-15,0 5-124 0,-5 8 44 16,2 1 52-16,-6 6-12 0,-3-1-112 15,-4 1 8-15,0-3-68 0,0-4-140 16,0-5-72-16,0-7-72 0,0-4-52 0,0-5 24 16,4 0-108-16,1-7-100 15,3 0-124-15,-1-7-272 0,5-3-320 16,4-9-512-16,0 1-1160 0,0-7-2541 0,-4 5-1718 16</inkml:trace>
  <inkml:trace contextRef="#ctx0" brushRef="#br0">15678 6915 4244 0,'0'0'6961'0,"0"0"-5201"0,0 0-716 16,-92 76-272-16,52-38-68 0,1 0 304 15,-5 6-12-15,-4 1-316 16,0-4-436-16,0 0-244 0,4 1-160 0,-8-5-212 16,5 2-436-16,-1-4-696 0,0 0-916 15,-4-4-2529-15,17-8-2435 0,-21 3 7112 16</inkml:trace>
  <inkml:trace contextRef="#ctx0" brushRef="#br0">13295 6953 2544 0,'0'0'4'0,"0"0"-4"15,0 0 4756-15,0 0-3196 0,0 0 28 0,-20 66-195 16,20-33-165-16,0 7-120 0,8 9-96 15,4 4-272-15,0 2-108 0,8-1-184 16,-4-4-52-16,4-3-184 0,4-2-212 16,-1-8-136-16,1-1-88 0,4-7-176 0,4-4-236 15,4-6-396-15,4-6-424 16,4-10-1092-16,12-6-1485 0,-13-7-911 0,30-15 2896 16</inkml:trace>
  <inkml:trace contextRef="#ctx0" brushRef="#br0">15909 6817 6292 0,'0'0'7345'15,"0"0"-6453"-15,0 0-756 0,79 60 16 0,-58-31 392 0,-10 6 312 16,-3-1 92-16,1 8-412 16,-6 0-264-16,-3-2-148 0,0 2 60 15,0-5-60-15,-7 4-124 0,-6-2 0 0,-2-1 0 16,-5-3-100-16,-5 3-12 16,1-7-208-16,-3 1-324 0,-1 0-356 0,-4-4-308 0,4-2-804 15,0-3-1825-15,4-4-1467 16,4-7 3372-16</inkml:trace>
  <inkml:trace contextRef="#ctx0" brushRef="#br0">17455 6982 6492 0,'0'0'4745'0,"0"0"-2529"0,0 0-632 0,-4 89-288 16,4-51-184-16,0 9-320 0,4 4-188 15,-4 0-112-15,0-1-28 0,0 5 24 0,-4-8-156 16,-1-3-332-16,1-2-48 0,4-7-40 16,-3-6-84-16,3-4-108 15,0-6-256-15,0-6-216 0,0-6-200 0,3-5-452 16,6-2-1312-16,-1-2-2689 0,0-5-1767 16,-5-13 6364-16</inkml:trace>
  <inkml:trace contextRef="#ctx0" brushRef="#br0">17498 7388 144 0,'0'0'7160'0,"0"0"-5188"0,0 0-512 0,0 0-107 16,0 0 459-16,0 0-44 15,105-35-324-15,-58 32-392 0,5-4-348 16,12 5-188-16,3-8-28 0,13 1 212 0,3-5-264 16,1-2-228-16,0-2-208 0,-5-2-36 15,-2-2-172-15,-10 3-304 0,-3-3-160 16,-8 3-236-16,-9 0-364 0,-10 0-1156 15,-6 7-1969-15,-15-1-1707 0,-4 0 1556 16</inkml:trace>
  <inkml:trace contextRef="#ctx0" brushRef="#br0">18486 7042 236 0,'0'0'1328'16,"0"0"5388"-16,0 0-4852 0,0 0-883 16,0 0-557-16,0 0 564 0,0 0 516 0,0 0-252 15,0 0-168-15,73 73-164 0,-45-47-212 16,-1 2-92-16,1-3-124 0,0 5-208 15,-8-2-52-15,-5-3-48 0,2 4-12 16,-9-4-160-16,-8 3-12 0,0-2-8 16,-8 6-152-16,-16-4 88 0,-4 5-136 0,-4 0-64 15,-4 3-132-15,1-5-188 0,-5 1-76 16,3-4-192-16,2-5-572 0,10-10-1604 16,-2-4-3669-16</inkml:trace>
  <inkml:trace contextRef="#ctx0" brushRef="#br0">20184 7131 912 0,'0'0'848'0,"0"0"-572"0,0 0 88 16,0 0 4880-16,0 0-3444 0,0 0-480 16,0 0-443-16,-55-67 315 0,46 57 16 0,-6 1-44 15,2 2-224-15,-2 4-96 0,3 3-76 16,-4 0-88-16,-5 7-100 0,2 10-176 15,-1 4-84-15,-4 10-76 0,-1 11-12 16,2 5-84-16,7 2 44 0,1-2-20 16,2-7-36-16,9-4-96 0,4-8-40 0,0-11-88 15,4-5-20-15,9-5-36 0,6-5 56 16,5-2 84-16,4-9 4 16,8-7 0-16,-1-3-104 0,2-9-80 0,-1-2-84 15,-1 2-4-15,-7 0 100 0,0 0 28 16,-8 2-16-16,0 4-64 0,-9 0 120 15,-2 9 104-15,-1 3 48 0,-4 4-48 16,0 6-8-16,-1 0 8 0,1 3 72 16,5 10 360-16,-1 6-52 0,-1 6-52 15,6 4-44-15,-5 6 8 0,-1 3 0 16,5 0-72-16,-7 6-52 0,3 1-116 0,-5 2-44 16,-3 0 148-16,0 2-144 15,0-2 60-15,-3-1 4 0,-5-6-68 0,-5 2 0 16,6-8 4-16,-5-4 48 0,3-5 37 15,-2-3-1-15,3-7 28 0,-1-2-52 0,2-4 0 16,-1-2 12-16,-5-4 28 16,2-3-40-16,-5 0-36 0,0-3-36 15,-1-6-196-15,-2-1-44 0,3-6-52 0,-3-3-61 16,-2-4 49-16,1 2 36 0,5-2 60 16,-6-2 64-16,6 3-4 15,-2 3 76-15,10 2-52 0,-1 2 16 0,-1-1-40 16,9 0-148-16,0 4-8 0,0-8-64 15,13 5-124-15,-2-1-400 0,6-3-504 16,2 0-560-16,5-1-532 0,-3 5-717 0,3-5-2075 16,-5 8 2200-16</inkml:trace>
  <inkml:trace contextRef="#ctx0" brushRef="#br0">20634 6997 248 0,'0'0'9324'0,"0"0"-7159"16,0 0-321-16,0 0-640 0,0 0 284 0,0 0-132 15,44 89-268-15,-24-53-144 0,0 1-208 16,3 1-80-16,1 0-144 0,4-2-11 16,-3-4-237-16,-1-4-192 0,4-6-72 15,-5-6 0-15,-3-3-96 0,4-4-36 16,-5-6-172-16,6 0-245 0,-5-3-219 15,-5-3-24-15,6-6-488 0,-5-4-1172 16,-4-6-2384-16,-1 7-2145 0</inkml:trace>
  <inkml:trace contextRef="#ctx0" brushRef="#br0">21113 7052 2512 0,'0'0'576'0,"0"0"5768"0,0 0-5000 0,0 0-251 16,0 0-105-16,-92-26 300 0,72 35-392 15,-4 8-252-15,-4 2-184 0,0 9-252 0,-4 7-36 16,-4 6-168-16,1 8 0 0,-5-2-4 16,-4 4-124-16,4 2-232 15,-3-2-536-15,-2 1-904 0,13-19-2849 0,-7 19-3943 16</inkml:trace>
  <inkml:trace contextRef="#ctx0" brushRef="#br0">20462 7356 6624 0,'0'0'2740'0,"0"0"-135"0,0 0-1021 16,0 0-732-16,0 0 120 16,0 0 184-16,0 0-260 0,0 0-324 15,0 0-424-15,0 0-148 0,0 0-196 0,13-6-116 16,-5 3-196-16,-4 3-420 0,3-4-544 15,-2 4-2673-15,-1 0-3495 0,-45 13 4692 0</inkml:trace>
  <inkml:trace contextRef="#ctx0" brushRef="#br0">14052 8871 2996 0,'0'0'236'0,"0"0"-236"16,0 0 5128-16,0 0-3276 15,0 0-395-15,0 0-201 0,0 0-96 0,0 0-88 16,0 0-216-16,0 0-200 0,-16-61-148 16,13 58-136-16,-6-3 52 0,1 2-16 15,0 4-52-15,-4 0-12 0,0 0-12 0,-3 4-48 16,-1 8 32-16,-5 4-48 0,-2 6-96 15,3 3-100-15,3 5-72 16,-2-2-8-16,7-2-4 0,4-4-120 0,4-7 8 16,4-2-72-16,0-6-84 0,0 0-52 0,4-7 160 15,8 0 64-15,0 0-40 16,0-4 72-16,4 1 28 0,-1-7-12 16,-2-3-52-16,2 4-12 0,-2-1 0 15,2-2 64-15,-2 5-16 16,-2 1-8-16,-3 3 20 0,5 0-20 0,2 3-4 15,-2 6 40-15,6 4 48 0,1 5 0 0,0 2 148 16,0 4-144-16,4 4-4 0,-4 8 0 16,0-1 8-16,0 6 52 0,-5 0 28 15,-6 3-80-15,-1-4 52 0,-5 2 64 16,-3-4 76-16,-3 0-128 0,-10-2 100 16,2-3 48-16,-10 3-48 0,2-5-72 15,-1-6-12-15,-4-3-40 0,4-3 60 0,-4-6-104 16,0-7 4-16,5 0 68 0,-2-3-72 15,-3-6-4-15,0-4-4 0,1-3-84 16,-1-6-20-16,-4 0 60 0,4-1-212 16,4-1-48-16,0 2 52 0,4 0 32 15,0 3-48-15,4 0-84 0,4 3 156 16,4 4-72-16,0-1 24 0,4 1-16 16,0-4-48-16,4 3 52 0,8-2 4 0,4 2-160 15,8-6-604-15,0 4-416 16,4-4-460-16,0 4-561 0,0-2-2263 0,-8 2 665 15</inkml:trace>
  <inkml:trace contextRef="#ctx0" brushRef="#br0">14447 9010 10044 0,'0'0'5133'16,"0"0"-3613"-16,0 0-824 0,0 0-520 15,0 0-116-15,0 0 212 0,0 0 148 0,0 0-24 16,0 0-396-16,0 0-236 16,16-16-108-16,-8 10-40 0,3 3-172 15,6 0-512-15,-6-4-732 0,2 4-1268 0,-2-3-2697 0,-3 3 270 16,5-7 5495-16</inkml:trace>
  <inkml:trace contextRef="#ctx0" brushRef="#br0">14953 8715 3980 0,'0'0'1448'0,"0"0"3968"0,32 92-3527 0,-17-50-209 0,6 5-128 16,3-2-104-16,-5-4-504 0,5-6-368 15,0-3-328-15,-4-10-236 0,4-3-12 16,-8-3-116-16,3-6-8 0,2-8-232 16,-6-2-308-16,5-2-308 0,-3-8-304 0,-2-3-824 15,-7 3-2129-15,4-11-2799 0</inkml:trace>
  <inkml:trace contextRef="#ctx0" brushRef="#br0">15255 8804 5368 0,'0'0'3248'0,"0"0"845"16,0 0-3317-16,-75 58-344 0,47-33 64 16,-4 3 300-16,0 7-168 0,-4-3-400 15,-4 3-228-15,-3-1-232 0,-1-2-472 0,0 3-676 16,8-6-1232-16,-24 9-4445 0</inkml:trace>
  <inkml:trace contextRef="#ctx0" brushRef="#br0">12905 8518 1748 0,'0'0'364'0,"0"0"304"16,0 0 4752-16,0 0-3372 0,0 0-491 0,0 0-557 15,0 0-4-15,0 0 68 0,0 0-172 16,0 0-248-16,0 0 128 0,48 38-200 16,-37-9-164-16,1 6-136 0,-3 9 60 0,-2 0-136 15,-7 8 28-15,0-2-128 0,0 4-96 16,0 0-4-16,-7-3 4 16,-2-7-48-16,5-2-40 0,0-10 88 0,0-7-4 0,4-9-112 15,0-6-108-15,0-4 16 16,4-3-40-16,4-3-24 0,1 0 16 15,-2 0-56-15,5-6 28 0,1-7-16 0,-2 1 12 16,1-1 40-16,4-3 16 16,-4 0 132-16,4 0 92 0,-4 4 4 0,4-2 4 15,0 2 8-15,-4 5 0 0,4 4-8 16,-4 0 52-16,4 3 204 0,-5 6 28 16,-2 4-20-16,2-1-16 0,2 7 52 0,-5 1-52 15,-1-3-12-15,-3 0-168 16,0-1-68-16,0-4-48 15,1 0-100-15,2-2-40 16,-3-1-48-16,0-2-260 0,0-4-284 0,4 0-552 0,0-4-1792 0,4-12-4705 16</inkml:trace>
  <inkml:trace contextRef="#ctx0" brushRef="#br0">13539 8921 5216 0,'0'0'1236'0,"0"0"4097"15,0 0-4129-15,0 0-528 16,0 0 84-16,0 0-104 0,0 0-656 0,0 0-188 16,0 0-928-16,0 0-1556 0,19-12-3413 0</inkml:trace>
  <inkml:trace contextRef="#ctx0" brushRef="#br0">13758 8579 1356 0,'0'0'796'0,"0"0"272"0,0 0 4568 16,0 0-4216-16,0 0-271 0,0 0-237 0,0 0 96 15,0 0-408-15,0 0-196 0,0 0 216 16,-25 31-228-16,18-12-80 16,3 9 216-16,-1 8 176 0,1-1-184 0,4 6-256 15,-4 3-16-15,0 5-128 0,1-2 28 16,-1 0-76-16,0 1-68 16,0-1 0-16,-1-2-4 0,5 3-36 0,0-4-52 0,0-3-72 15,5 1-76-15,3-1-100 0,3-6-284 16,2-3-296-16,6-7-244 15,5-3-492-15,4-5-929 0,-7-9-2307 0,26-4-476 16</inkml:trace>
  <inkml:trace contextRef="#ctx0" brushRef="#br0">15921 8624 14853 0,'0'0'2124'0,"0"0"-1692"0,0 0-280 0,0 0 96 16,0 0 428-16,0 0 420 0,75 69-288 15,-62-44-332-15,2 7-220 16,1 0-16-16,-4 3-8 0,1-3-108 16,-2 2-28-16,-3-2-35 0,1 0-13 0,-9 0-48 15,0-1 0-15,0 2-85 16,-5-2-75-16,-7 4-240 0,-4-3-160 16,-4 6-124-16,-4-7-40 0,0 4 0 0,5 0-152 15,-5-6-508-15,4-7-936 16,4-3-688-16,4-6-1317 0,0-7-1239 0,4-6 5240 15</inkml:trace>
  <inkml:trace contextRef="#ctx0" brushRef="#br0">16499 9043 10816 0,'0'0'2933'15,"0"0"-1881"-15,0 0-548 0,103-14 176 0,-67 11 136 0,-4 3-168 16,-4 0-216-16,0-2-328 0,-4 2-104 16,0 0-188-16,-5 0-504 0,-3 0-552 15,-8 0-584-15,-4 2-2029 0,-4 4-3715 16</inkml:trace>
  <inkml:trace contextRef="#ctx0" brushRef="#br0">16514 9274 10152 0,'0'0'6145'0,"0"0"-5137"0,0 0-808 0,0 0 84 0,0 0 436 15,0 0 640-15,0 0-392 0,0 0-460 0,0 0-312 16,100 41-128-16,-76-41-68 15,0 0-156-15,0-3-516 16,4-6-352-16,0-1-256 0,-9 0-968 0,5-2-3897 0</inkml:trace>
  <inkml:trace contextRef="#ctx0" brushRef="#br0">17491 8738 5832 0,'0'0'4632'0,"0"0"-2843"0,0 0-157 16,0 0-28-16,0 0-24 0,0 0-192 15,0 0-184-15,0 0-200 0,0 0-236 16,0 0-135-16,0 0-261 0,28-30-188 16,-21 56 156-16,5 6 348 0,1 12-156 0,-6 8-220 15,-3 1-168-15,-4 4-96 16,-4-3-4-16,0 0-44 0,-3-3-72 0,-2-7 0 16,5-6 0-16,0-6-60 0,0-6 0 15,4-10-24-15,0-7-52 0,0-2-92 16,0-4-16-16,4-3 52 0,4 0-28 0,5 0 100 15,-2-7 68-15,6-5 52 16,-6-1 60-16,5-4 0 0,-4 5-96 16,-4 3-12-16,0 2 8 0,-4 7-9 0,0 0-135 15,0 0 148-15,4 7 108 0,-1 2 268 16,2 8-87-16,3 1 51 0,-5 5-40 16,2-5-92-16,-1-1-28 0,-4-2-72 15,3-2-56-15,-3-4-80 0,9-2-92 16,2-4-237-16,6-3-79 0,3 0-432 0,8-6-1080 15,-8-4-2620-15,11-6-4033 16</inkml:trace>
  <inkml:trace contextRef="#ctx0" brushRef="#br0">18180 9144 7764 0,'0'0'6129'15,"0"0"-4837"-15,-80 53 16 0,49-26 492 0,-5 0-68 16,3 2-304-16,10-10-567 15,7-3-485-15,8-6-328 0,4-7-48 16,4 0-96-16,0-3-36 0,0 0-136 0,12 0-72 16,0-6 171-16,7-7-99 0,6-3-60 15,-1-6-100-15,0-1-132 0,3 1 68 16,-7 6 136-16,-4 4 148 0,4 5-12 16,-8 7 72-16,0 0 148 0,-1 3 240 0,2 10 68 15,-1 3-12-15,-5 3 120 0,6 4 0 16,-5 2-52-16,-1 7-20 15,2 0-16-15,-1 5 121 0,-4 1 35 0,-1 1-132 16,-3 2-96-16,0-3-76 16,0 0-24-16,-11 0-72 0,3-2 16 0,-4-2 8 15,-4-2-24-15,4-7 24 0,-4-3-12 16,4-3-84-16,4-6 0 0,-4-3 0 16,4-7 40-16,0-3-52 0,-4 0-96 0,0 0-108 15,-8-7 0-15,4-5-136 16,-3-4-24-16,-1-6-120 0,-5-4-85 0,5-2-51 15,1 0-236-15,-1-4-432 0,0 0-1040 16,0 0-2376-16,4 4-2005 0,8 5 1494 16</inkml:trace>
  <inkml:trace contextRef="#ctx0" brushRef="#br0">17232 8950 3600 0,'0'0'612'15,"0"0"-444"-15,0 0 4312 16,0 0-2696-16,0 0-499 0,0 0-133 0,0 0-172 16,0 0-244-16,0 0-80 0,-60 67 32 0,55-35-144 15,2 9 4-15,3 3-116 0,0 4-96 16,0-1-140-16,3 0-108 15,2-2-88-15,3-3-40 0,0-6-96 0,-1-9-160 16,6-4-188-16,2-8-140 0,2-5-320 16,11-8-684-16,4-2-772 0,-8-5-2357 15,19-21-2218-15</inkml:trace>
  <inkml:trace contextRef="#ctx0" brushRef="#br0">18383 8864 3696 0,'0'0'4148'0,"0"0"-1043"0,0 0-1153 16,0 0-568-16,96 57-84 0,-64-40-116 15,-4-5-168-15,3 7-100 0,1-3-180 0,0 0-268 16,-4 3-176-16,-4-1-156 0,0 1-64 15,-8 4 24-15,-9 0-8 0,-3 5-28 16,-4 4-12-16,-7-1-48 0,-5 4-60 16,-8 4-112-16,-1-1-220 0,-2-4-280 15,-1-5-128-15,8 1-128 0,0-9-364 0,5-2-928 16,-2-7-1957-16,9-6-1551 0,1-1 1473 16</inkml:trace>
  <inkml:trace contextRef="#ctx0" brushRef="#br0">19192 9062 116 0,'0'0'6588'0,"0"0"-3748"16,0 0-1355-16,0 0-649 0,0 0-28 0,0 0-104 16,0 0-336-16,0 0-228 0,0 0-132 15,84-58 96-15,-69 51 72 16,2-2 40-16,3 3 24 0,-1-4 12 0,1 1 140 16,1 2 196-16,-2-2-56 0,-3 3-144 15,4 3-128-15,-8-1-172 0,4 1 12 16,-4 3-28-16,0 0 16 0,-5 0-76 0,6 7 0 15,-5 2 112-15,3 0 124 16,-2 7 160-16,3 0-12 0,-5 6-12 0,1 4-80 16,1-5 4-16,-2 5-16 0,-3 3 4 15,4-3-76-15,-8-4-124 0,5 0-92 16,-1-3-4-16,-4 0-4 0,4-7-68 16,-4-1-12-16,3-3-16 0,1-4-132 15,0-2-88-15,0-2-8 0,5 0-116 0,2-6-184 16,5-7-288-16,0-5-812 15,-1 2-2444-15,6-13-2425 0</inkml:trace>
  <inkml:trace contextRef="#ctx0" brushRef="#br0">19889 8775 3800 0,'0'0'9409'16,"0"0"-8225"-16,0 0-728 0,0 0-16 15,-80 89 692-15,56-54 312 0,1 0-308 16,-9 0-488-16,4 3-340 0,-8 0-148 16,5 4-76-16,-6-4-84 0,-3 3-36 15,5-3-124-15,-1 1-440 0,4-6-272 16,0-3-80-16,0-2-344 0,8-5-1004 16,0-5-2845-16,4-8-2951 0,-3-1 7964 0</inkml:trace>
  <inkml:trace contextRef="#ctx0" brushRef="#br0">18941 9224 300 0,'0'0'13753'0,"0"0"-11229"0,0 0-1356 16,0 0-228-16,0 0 128 15,0 0-264-15,0 0-484 0,0 0-320 0,0 0-588 0,0 0-600 16,0 0-640-16,0 0-3980 0</inkml:trace>
  <inkml:trace contextRef="#ctx0" brushRef="#br0">27320 7736 8716 0,'0'0'6341'16,"0"0"-5949"-16,-88-33-392 0,45 29-316 15,-9 4 316-15,-8 4 452 16,-8 8 40-16,1 7-224 0,-10 10-44 0,2 2 172 0,-5 7 276 15,-3 10 32-15,-5 6-368 0,-3 9-164 16,-9 11-100-16,-4 8-72 16,-3 8 12-16,-1 8 52 0,1 6 8 0,-1 4-24 15,4 1 44-15,-4 8-84 0,5 3 28 16,4 10-32-16,-5 7 0 0,8 9 96 16,0 4-4-16,9 1-96 0,8 5 64 15,2 3-64-15,10 0-4 0,3 5 4 0,4 3 40 16,8 0-28-16,5 5-24 15,7 2 12-15,0 1-160 0,8 0 0 16,0 6-24-16,8 0 60 0,12-4 16 16,5 0 20-16,7-2-280 0,11-3 56 0,17-7 40 15,12-6 100-15,16-4 36 0,7-9 0 16,10-9 60-16,10-3-12 0,12-10 88 16,10-7 60-16,9-9-48 0,6-7 24 0,12-5 100 15,7-14-108-15,9-9-28 0,11-16-8 16,4-6 8-16,13-13 88 15,3-13-12-15,12-9 60 0,4-12 76 0,9-11-152 16,3-12-12-16,4-13 16 0,5-12 84 16,3-9-24-16,0-8 60 0,-4-6-184 15,-4-10-8-15,0-8 8 0,0-7 84 16,-4-10 76-16,5-8 132 0,-9-11-216 0,4-7-76 16,-4-8 0-16,1-4 40 15,-5-12 20 1,-8-1-48-16,-8-9-12 0,-7-6-184 0,-10-3 52 15,-10-3 32-15,-12-4 88 0,-13-3-64 0,-12-4-120 0,-14 4 84 16,-15-3 100-16,-10 7-36 0,-16-2 48 0,-16 9-112 16,-8-5-184-16,-16 6-24 0,-12 1 132 15,-12 6 28-15,-12 10 156 16,-16 6 4-16,-16 6 60 0,-11 10 52 0,-22 9 12 16,-10 10-24-16,-13 6 124 0,-16 10-100 15,-7 2-64-15,-8 8-48 0,-4 0-12 16,-5 5-144-16,1 1-64 0,-5 3-92 0,4-4-184 15,-3 7 124-15,3 4-16 16,1 2 32-16,3 3 108 0,1 7 84 16,4 6 76-16,4 7 64 0,-2 3 8 0,2 9 4 15,0 7 188-15,3 2-124 0,-3 10 60 0,3 5-120 16,-3 1 172 0,3 7-176-16,1 0-48 0,3 7-40 0,1 5-40 15,7-3 124-15,5 3-4 0,3 2-48 0,4-2 56 16,8-2 60-16,1 3-60 15,3-1 0-15,5 1-24 0,-1-1-204 16,4 5-212-16,1 1-1260 0,19-5-1341 0,-24 9-2887 16</inkml:trace>
  <inkml:trace contextRef="#ctx0" brushRef="#br0">27826 10876 1436 0,'0'0'4288'15,"0"0"-4276"-15,0 0 3004 16,0 0-627-16,0 0-593 0,0 0-420 15,0 0-204-15,0 0-16 0,0 0-96 16,0 0-284-16,0 0-308 0,-8-25-124 0,8 25-36 16,0 0 36-16,0 0 8 0,0 0-80 15,0 0-164-15,0 0-100 0,0 0-8 16,0 0-60-16,0 0-28 0,0 0-80 16,0 4-52-16,0-1 48 0,0-3 172 15,0 7 0-15,0-4 8 0,0 3 40 0,-4 3-36 16,-4-2 64-16,0 3 20 15,0 2-92-15,-4-6-4 0,1 4-84 0,-2-1-16 16,5-5 16-16,1-1-16 0,3 0-32 16,-1-3 44-16,5 0 28 0,0 0 56 15,0 0 4-15,0-3 4 0,0-4-4 16,9-2-148-16,-6-1 64 0,5-2 84 0,4 2 84 16,-4 4 40-16,-4-1-52 15,0 5-72-15,-4 2-40 0,4 0-32 0,-4 0-28 16,0 0-24-16,0 0-8 0,0 0 20 15,0 0-12-15,0 2 16 16,0-2-80-16,-4 0-84 0,4 4-220 0,0-1-364 16,0 3-600-16,0 1-1180 0,-4 2-2997 15</inkml:trace>
  <inkml:trace contextRef="#ctx0" brushRef="#br0">27810 11366 5564 0,'0'0'456'15,"0"0"-92"-15,0 0 76 0,0 0 3432 0,0 0-2535 16,0 0-569-16,0 0-268 0,0 0-16 16,0 0-56-16,40-25-84 0,-32 21-104 15,4-2-100-15,-1 0 24 0,2 0-16 16,2-1-44-16,-7 4 8 0,5 0 0 0,-6 0-12 16,1 0-92-16,-3 3-8 15,-1 0-88-15,3 0 36 0,-3 6 52 16,0 3 80-16,4 4 108 0,1 3-52 0,-6 4 4 15,5-2 28-15,-4 4-20 0,4 0-136 16,-3 0-12-16,-2-2-36 0,1-4-52 16,4 0-28-16,0-4 16 0,-3-5-88 0,2-1-28 15,1-3-8-15,4-3-332 16,-4 0-304-16,0 0-300 0,4-9-921 16,-4 2-1847-16,8-9-1576 0</inkml:trace>
  <inkml:trace contextRef="#ctx0" brushRef="#br0">28169 11303 5004 0,'0'0'1068'0,"0"0"516"15,0 0-480-15,0 0-352 0,-76 31-68 16,48-15 40-16,0 3-287 0,0 1-349 0,1 2-76 16,-10 4-12-16,1-1-248 0,-3 3-537 15,-1 4-1067-15,8-7-408 16,-12 6-3352-16</inkml:trace>
  <inkml:trace contextRef="#ctx0" brushRef="#br0">29607 9131 4104 0,'0'0'3228'16,"0"0"-2308"-16,0 0-528 0,0 0 836 15,0 0 629-15,0 0-1177 0,0 0-256 16,-83 51 84-16,70-45-48 0,1 0-56 16,0 1-212-16,0 2-116 0,1 1-76 0,-2-1 0 15,6 0 212-15,-5 2 88 0,-1-3-60 16,2 3 52-16,-2-3-92 0,2 3-136 15,-1 1 60-15,0 1-36 16,-4 3-88-16,4-4 0 0,-4 5 0 0,0-2 0 16,0 1-4-16,0 0 4 0,0 4 56 0,-4-1-56 15,5-5-8-15,-2 5 0 0,2-2 8 16,-5-1 0-16,3 3 0 16,-2 0 140-16,-1 0-24 0,4-3-52 0,-4 3 60 15,5-3-36-15,-2-1-40 16,1 2-44-16,4-2-4 0,-3 2 188 15,2-5-88-15,-2 4-92 0,2-3 56 0,2-1-4 16,-2 4-52-16,2-3-4 0,-1-1 0 16,-1 5-4-16,6-5-8 0,-1 1-52 15,0 2-4-15,-4-1 64 0,4 2 0 0,-5 3 136 16,2-4 28-16,-5 4 20 16,4 0-184-16,-4 0 52 0,0 0-28 0,1 1 12 15,-2-1-24-15,2-1 40 0,-6 2-40 16,5-5 36-16,1 2-48 0,3-5 4 15,0 1 60-15,0-1-28 0,4-2-36 16,0-1-4-16,0 1-60 0,0 0 60 16,-1-1-8-16,6 1-84 0,-5 2 96 15,0 1 0-15,0 4 48 0,-4-3-48 0,0 3 48 16,0 2-36-16,0-4 64 0,-3 5 36 16,-2-5-68-16,6 1-44 15,-6 3 0-15,2-3 88 0,-1 0-80 0,0 0-4 16,4-4-4-16,-4 1-36 0,4 4 36 15,0-5 0-15,-4 1 0 0,4 0-52 16,0 2-8-16,0-5-44 0,4 2 96 16,0-2-36-16,-4-1 40 0,4 1 4 0,-3 2-8 15,-2 1 8-15,1 0-64 0,-4 3 64 16,4 1-8-16,-8-3-56 0,5 5 56 16,-2 1-52-16,-2-4 52 0,3 3-44 15,-5-3-20-15,6-1 8 0,-1-2 64 16,0 1 12-16,5-2-8 0,-6-3 84 15,9 0-88-15,0-2-4 0,-4 3-8 16,4-3-124-16,1-1 84 0,-2 0-72 0,1 3 12 16,1-2 64-16,-1-2-88 0,-1 2 60 15,-2 3-12-15,-2-2-12 16,2 3-76-16,-1 2-16 0,-4-4 80 0,0 0 48 16,0 4-8-16,-4 0 20 0,0 0 44 15,0-4-80-15,4 3 24 0,-4 2 16 16,5-5-80-16,-6 1 128 0,1-1 4 15,5 1-4-15,-5 3-8 0,-5-5-4 16,6 6-36-16,-1-5 48 0,0 4-8 0,-4-4-156 16,0 4 100-16,4 0 64 0,1-1-8 15,-2-2-44-15,1 3 40 0,1-4-88 0,2 3 12 16,2-1 80-16,-5 1-108 0,3 1 16 16,-2-1-256-16,-5 5-12 15,-4 2 64-15,0-3 128 0,0 2 176 0,-4-2 36 16,0 0 168-16,1-3 12 0,-5-1 52 15,4 1-56-15,-4-1-200 0,4 2 48 16,-3-2-8-16,3 2 0 0,4-2 48 0,-4 1 16 16,4-1 32-16,4 1 132 15,0-3-16-15,5 2 12 0,2-6-100 0,-3 4-28 16,4-1-28-16,0 1-60 0,1-4-8 16,2 0-48-16,-2 1 4 15,2-1 4-15,-2 1 64 0,3-4-72 0,3 4 8 16,-2-5 0-16,-1 5 64 0,-4 0-76 15,-1-5-4-15,6 5 4 16,-9 2 100-16,4-2 24 0,-4 3-112 0,1-5 0 0,-2 5-4 16,1 0 44-16,1-4 20 15,-2 3-20-15,1 1 72 0,-3 0-68 16,-1 2-56-16,-4 1-12 0,0-4 12 0,0 4 48 16,4-4 48-16,-4 1 28 15,9-1-60-15,-9-2-56 0,3 2 40 0,1-2 28 16,5 0 24-16,-1 2 24 0,0-6-36 15,4 3-28-15,-4 1 16 0,4-4-64 16,0 0 72-16,1-1-76 0,-6 5 104 16,1-4-112-16,1 1-8 0,-2 3-4 15,-3-5-52-15,1 2 60 0,-1 2 4 16,4-4-12-16,1 5 4 0,-2 0 4 16,1-4-4-16,5 3 8 0,-2 1 124 0,2-4-24 15,-2 0-4-15,2 0-80 0,2 0 44 16,-2 4-60-16,-2-4-12 0,-2 6-136 15,-5-2-100-15,0 2 76 0,-4 4 12 16,-4-4 60-16,4 5 24 0,0-2 68 16,0 1 8-1,5-1 8-15,-1-2 116 0,8-1-64 0,0-3-56 0,4 1 0 16,4-3 56-16,4-4-60 0,4 0 0 16,0 0-72-16,0 0-4 0,0 0-72 0,0 0-164 15,4 0-160-15,4-7-296 0,4 0-96 16,12-8-136-16,8-4-604 0,-5-1-1253 0,38-24-4883 15</inkml:trace>
  <inkml:trace contextRef="#ctx0" brushRef="#br0">29444 10243 432 0,'0'0'2972'15,"0"0"-1368"-15,0 0-772 0,0 0-36 16,0 0 448-16,0 0-164 0,0 0-176 0,7-64-92 16,-7 54-295-16,0 0-29 15,0 1-52-15,0 3-228 0,-4-1-56 0,4 1-60 16,-3 3 136-16,-5 0 128 0,4-4 28 15,-5 7-128-15,2-6-16 0,-1 6-152 16,-5 0-84-16,-2 0 136 0,-2 0-64 16,6 0-76-16,-9 10-100 0,4 2-4 15,-4 1 104-15,4 3-8 0,-4 6-20 16,0-3 28-16,1 6 52 0,2-3 48 0,2 3 12 16,-5 2 4-16,4 1 72 0,4 0-124 15,-4 1 12-15,4 7-76 16,-4-5 4-16,4 4 0 0,4 0 72 15,-4-3 12-15,8-4-36 0,1 0 100 0,3-2 136 16,3-7 52-16,5-1 76 0,0-1-164 16,4-1-76-16,4-7 36 0,0 4 24 0,0-7 48 15,4 1 0-15,-1-4-60 16,5 0-76-16,-3-3-140 0,-2 0 80 16,1 0-40-16,0-6-48 0,0-1-52 0,-4 1-208 15,0-3-260-15,-8-1-240 16,4-2-120-16,-8 2-280 0,0-4-660 15,-4 3-765-15,0 1-2047 0,-4-2 740 0</inkml:trace>
  <inkml:trace contextRef="#ctx0" brushRef="#br0">29193 10569 2964 0,'0'0'2452'0,"0"0"-488"0,0 0-432 0,0 0-72 15,0 0-119-15,0 0 219 0,0 0-188 16,84 19-440-16,-65-15-160 0,1-2-324 15,4-2-288-15,-4 0-144 0,0 0-16 16,-5 0-100-16,2 0-340 0,-1 0-252 0,-4-2-288 16,-1-2-216-16,-2 4-360 0,-5 0-441 15,0 0-675-15,-4 0 396 0,0 0 684 16,0 0 1216-16,0 0 376 0,0 0 796 16,-4 6 272-16,-5 1 300 0,5 3 528 15,-3 3-304-15,3-1-443 0,-4 3-169 16,4 5-124-16,-5-4-128 0,6 3-132 15,-1 0 12-15,0 0-204 0,4-4-164 16,-4 2-188-16,4-1-52 0,0-4-104 0,0-2-208 16,4-4-260-16,4 0-544 15,-1-2-536-15,-2 2-1317 0,7-6-2923 0</inkml:trace>
  <inkml:trace contextRef="#ctx0" brushRef="#br0">30121 10582 1604 0,'0'0'2348'16,"0"0"-980"-16,0 0 244 0,0 0 388 0,0 0-344 15,0 0-511-15,0 0-373 0,-88 19-264 16,76-13-112-16,-8 5-28 16,5-3-112-16,-5 5-180 0,-1 3-76 0,2 3-88 15,-1 3 0-15,-4-3-68 0,-1 7 56 16,-2-1-52-16,3 1-104 0,-4 0-100 15,4-1 12-15,4-3-312 0,1-4-204 16,-2-1-85-16,10-5-307 0,-2-6-708 16,9 1-556-16,-3-1-1863 0</inkml:trace>
  <inkml:trace contextRef="#ctx0" brushRef="#br0">29739 10665 4864 0,'0'0'2616'0,"0"0"-516"0,0 0-331 15,0 0 63-15,0 0-108 16,0 0-428-16,0 0-280 0,0 0-348 0,0 0-308 16,0 0-164-16,0 0-84 0,23-39-12 15,-14 33-16-15,-2-1 16 0,5 1-40 16,-3 0 0-16,2-1-44 0,1 5-8 0,0-2-8 16,0 1-52-16,-4 0-20 0,0 3-52 15,-4 0 112-15,4 0-48 0,-4 0-52 16,-4 0 112-16,4 6 0 0,-1 5 100 15,-3 1-88-15,0 1-12 0,0 6 4 16,0 0 0-16,0 2 56 0,0 2-60 16,0 2-8-16,5 3 8 0,-1-2-8 0,-4 3 8 15,8-4-36-15,-4 1 36 16,3-8 96-16,6 5 16 0,-1-7 0 0,-1-1-52 16,2-5-60-16,2 2-12 15,1-5-208-15,5-4-16 0,-2 0-36 0,5-3-232 16,0 0-380-16,4-6-344 0,0-3-708 15,-8 2-1333-15,8-6-3507 0</inkml:trace>
  <inkml:trace contextRef="#ctx0" brushRef="#br0">6127 12912 5624 0,'0'0'3272'0,"0"0"-1820"0,-20-69-655 15,9 47-193-15,-1-4 1900 0,-1 0-1268 16,-2 8-556-16,-1-1-240 0,-5 9-76 16,2 0-128-16,-1 7 36 0,-4 3-24 15,-3 3 48-15,-1 13 88 0,-4 7 24 16,0 9 32-16,-1 8-84 0,1 12-112 15,0 7-48-15,4 11-108 0,-3 7-76 16,4 6 60-16,3 5-68 0,7 4-4 0,6 0-8 16,11-3 8-16,0-6 4 0,11-7 0 15,13-7 68-15,0-8 224 0,8-10-28 16,4-7 192-16,0-9 28 0,-1-9-207 16,2-7-29-16,-1-6-80 0,-4-7 56 15,-1-3-32-15,1-3 20 0,-4-6-12 16,0-4-104-16,-1-6-52 0,1-3-40 0,-4 0-8 15,-3-6-132-15,-10-1-228 0,2 1-260 16,-6 3-97-16,-7 0 1 0,0 3-148 16,0 0-624-16,-12 2-948 0,0 9-2156 15,-16-9-1745-15</inkml:trace>
  <inkml:trace contextRef="#ctx0" brushRef="#br0">5828 13630 3648 0,'0'0'5068'0,"0"0"-3140"15,0 0 37-15,0 0 563 0,0 0-620 0,84 13-508 16,-63-13-292-16,2 3-336 0,1-3-176 16,-4-3-184-16,-1-4-204 0,5 1-184 0,-7-3-24 15,2-1-108-15,-2-3-256 16,-6 4-344-16,2-4-184 0,-2 3-156 0,-7 4-328 16,0 4-516-16,0-3-396 0,-4 5 147 15,0 0 109-15,0 0 188 16,-4 11 856-16,4-3 988 0,-4 9 1312 0,4 2 728 15,0 6-347-15,0 4-193 0,0-1-260 16,4 4-264-16,0-1-168 0,1 5 36 16,-1-4-168-16,-4-1-144 0,3 1-272 15,1-4-96-15,4-1-12 0,-4-8-152 16,5-7-212-16,-6-5-136 0,9-1-12 16,-4-6-276-16,4 0-356 0,0-6-536 0,4-5-836 15,-4 3-2609-15,12-18-1687 0</inkml:trace>
  <inkml:trace contextRef="#ctx0" brushRef="#br0">6513 13572 7160 0,'0'0'3200'0,"0"0"-1771"0,0 0-441 16,0 0 880-16,0 0-116 0,0 0-596 15,0 0-388-15,0 0-432 0,77-72-188 16,-53 53-144-16,0 3 0 0,-1 0 44 0,-3 10 100 16,1 3-140-16,2 3 128 0,-7 6 8 15,4 3 56-15,-4 11-56 16,0-2-44-16,0 5 108 0,0 5 280 0,-1 0-136 16,6 5-20-16,-6 2-16 0,2-1 36 15,-2 1 13-15,-2 0 59 0,-2 0-136 16,1-3-80-16,-4 0-88 0,0-10-120 0,0-3-4 15,-4-6-80-15,1-4-84 16,-2-3 32-16,5-6-128 0,-4 0-344 16,4-3-181-16,0-9-127 0,4-4-224 15,-1-10-712-15,2-6-1280 0,-5 7-2737 0,3-22-2263 16</inkml:trace>
  <inkml:trace contextRef="#ctx0" brushRef="#br0">7063 13376 7716 0,'0'0'3056'0,"0"0"-1783"0,0 0-377 0,0 0 796 16,0 0-64-16,-83 67-272 0,59-42-356 16,4 7-296-16,-4 0-216 0,1 6-36 0,-1 0-132 15,-4 3-188-15,0-3-76 16,0 0-56-16,0 1-84 0,3-1-148 16,-1 0-84-16,1-4-188 0,5-2-132 0,1-3-92 15,2-6-64-15,6-4-368 16,6-10-984-16,1-4-708 0,0-1-1861 15,4-8-1295-15</inkml:trace>
  <inkml:trace contextRef="#ctx0" brushRef="#br0">7406 13468 1540 0,'0'0'11333'0,"0"0"-8885"0,0 0-604 0,84-22-236 16,-60 16-564-16,4-1-492 0,-4-3-356 16,-1 1-196-16,1 3-184 0,4-4-160 15,-7 3-404-15,-2 2-320 0,-3 2-696 0,-8-1-2244 16,-4 4-2745-16</inkml:trace>
  <inkml:trace contextRef="#ctx0" brushRef="#br0">7478 13589 11249 0,'0'0'1988'0,"0"0"-1940"0,0 0 412 0,0 0 1976 15,0 0-404-15,0 0-804 0,0 0-604 16,88 27-328-16,-69-27-104 16,9 5-192-16,-4-5-304 0,1 0-528 15,3-5-496 1,-5 3-1008-16,10-1-3005 0</inkml:trace>
  <inkml:trace contextRef="#ctx0" brushRef="#br0">8729 12764 6080 0,'0'0'1404'0,"0"0"332"0,0 0 49 16,0 0 63-16,0 0-132 0,0 0-368 16,0 0-308-16,0 0-604 0,0 0-424 15,0 0 88-15,0 0 100 0,-68 114-4 16,57-58 152-16,-6 5 48 16,-2 6-28-16,-1-4-124 0,-1-5-160 0,6-5-84 15,-2-11-8-15,6-8 8 0,7-7 96 0,0-13 52 16,0-3-148-16,4-9-124 0,0 1-60 15,0 0-24-15,0-3-12 16,4 0-4-16,0 4-144 0,4-1 84 0,3 4 108 16,2-4 104-16,-2 6 72 0,6 1 4 15,-6 5 56-15,6 2 40 0,-6 1 48 16,6 8 200-16,-9-1-16 0,3 5-124 0,2-3-36 16,-6 5-72-16,1 0 168 15,0-7-180-15,-3 1-88 0,-1-4-8 16,-1-6-92-16,-3 0 16 0,4-4-16 0,0 1-84 15,-4-7-296-15,4 0-312 0,0-1-412 16,0-3-484-16,-4-2-1292 0,8-2-3485 0</inkml:trace>
  <inkml:trace contextRef="#ctx0" brushRef="#br0">9419 13090 6020 0,'0'0'5217'0,"0"0"-3897"0,0 0-704 15,0 0 8-15,-77 63 564 0,58-30 200 16,-5 4-292-16,4 5-452 0,4-1-100 0,4-3-80 15,8-3-56-15,0-9-208 16,4-4-200-16,0-9-172 0,8-7-136 16,4-6-12-16,8 0 88 0,0-10-64 0,4-10 60 15,0-1-60-15,-5-2 12 0,2-5 84 16,-1 3 16-16,-9-1-4 0,5 4 76 0,-7 0-24 16,-2 3-152-16,1 3-56 0,-4 6 196 15,-4 4 148-15,0 3 188 16,0 3-96-16,0 0-84 0,5 3 92 0,-5 7-24 15,4 5 320-15,3 5 16 16,1 8-16-16,0 1-108 0,4 3 68 16,-4 2-36-16,4 5 52 0,0 2-40 0,-4 0-64 15,0 4-72-15,0-1-72 0,0 1-16 16,0 2 16-16,-5 1 156 0,-3 0 36 16,0-4-96-16,0-3-24 0,0-3-28 15,-3-3-92-15,-5 1-76 0,0-8 0 16,-4 0-4-16,4-6 0 0,-4-3 4 0,0-3 4 15,-4-10 48-15,0 1-52 0,-3-4-88 16,-2 0-44-16,-3-3 120 0,-4-3-96 16,0-7-52-16,0-2-132 0,-4-4-124 15,1-3-96-15,3 0 168 0,0-1 36 16,8 1-184-16,4 5 148 0,4-5 60 16,5-1 136-16,7 4-228 0,4-3 16 15,7 0 136-15,6 0 52 0,-2-4 20 16,9 2 92-16,0-9-104 0,8 5-116 15,-4-3-144-15,8-1-156 0,-1 1-408 16,5-1-940-16,-12 10-2201 0,13-6-1479 0</inkml:trace>
  <inkml:trace contextRef="#ctx0" brushRef="#br0">9801 13119 4744 0,'0'0'2732'16,"0"0"-1216"-16,0 0-740 0,0 0 92 16,0 0 85-16,0 0-261 0,0 0-332 0,0 0-196 15,0 0 40-15,0 0 156 16,0 0-196-16,63-67-88 15,-54 58-24-15,-1 6 12 0,-4-4 60 16,3 4 44-16,-3 0-28 0,0-1-52 0,1 2 52 0,3-3 24 16,-5 0 24-16,5 2 28 0,-4-1-16 15,1 2 4-15,-1-2-40 0,0 1-64 0,-1 3-60 16,-3 0-40-16,4 0-60 16,-4 0 8-1,4 0-12-15,-4 3 64 0,4 3 176 0,5 4 276 16,-5-1-136-16,-1 4-176 0,5-3 32 0,-4 2-8 15,0 5-4-15,0-5-144 0,4 7 80 0,0-3 68 16,-4 6-28-16,4 0-64 0,0 3-20 16,0-2-4-16,0 3 4 0,0-1-40 15,0-3 88-15,0 0-100 0,-4-6-4 16,4 0 4-16,4-6 8 0,-4-3 140 0,-1-1 12 16,1-4-12-16,5 1 24 15,-6-3 12-15,5 0-24 0,1 0-24 0,-2-3-136 16,-2-3-180-16,2-1-176 0,1-5-76 15,-3-1-212-15,2 1-244 0,-3-4-344 16,0 0-428-16,-3 3-1265 0,2-9-2827 0</inkml:trace>
  <inkml:trace contextRef="#ctx0" brushRef="#br0">10227 12932 6108 0,'0'0'2120'0,"0"0"-464"0,0 0 61 15,0 0-181-15,0 0-276 0,0 0-388 0,-60 72-356 16,45-49-256-16,-2 2-92 0,2 4-92 16,-5 2-12-16,0 1-64 0,0 3-4 0,-4 2-60 15,0 2 0-15,0-1 12 16,-4 1-48-16,1-2 84 0,3-1-96 15,0-8-100-15,-1-3-192 0,10-2-224 0,2-7-172 16,2-7-156-16,7-3-400 0,0 1-825 16,4-7-1899-16</inkml:trace>
  <inkml:trace contextRef="#ctx0" brushRef="#br0">9685 13398 7400 0,'0'0'2452'0,"0"0"-787"0,0 0-589 16,0 0 200-16,0 0-48 0,0 0 20 16,0 0-540-16,0 0-320 0,0 0-92 15,0 0-36-15,0 0-24 0,12-15-192 16,-8 15-44-16,-4 0-12 0,4-4-88 0,-4 4-24 16,0 0-136-16,4-3-100 0,0 3-324 15,1-4-208-15,-1 4-568 16,-1-3-1336-16,1 0-5017 0,-48 35 4037 0</inkml:trace>
  <inkml:trace contextRef="#ctx0" brushRef="#br0">10729 12602 9760 0,'0'0'1793'0,"0"0"-1165"16,0 0-460-16,0 0 856 0,0 0 524 16,0 0-356-16,0 0-340 0,0 0-404 15,0 0-76-15,0 0 76 0,28 82 32 16,-16-47-48-16,-4 6-116 0,0 1-20 0,0-1-28 16,0 6-72-16,-4 7-72 15,-4 4-64-15,4 2 0 0,-4 6-52 0,0-3 68 0,0 1-76 16,-4-7-84-16,0-3-24 15,4-6-28-15,0-4-144 0,-4-5-172 16,4-8 80-16,0-8-8 0,0-8-28 0,4-9-260 16,4-6-464-16,-4-2-808 15,4-10-324-15,0-2-2609 0,0-14-2195 16</inkml:trace>
  <inkml:trace contextRef="#ctx0" brushRef="#br0">11614 13153 1788 0,'0'0'4852'0,"0"0"-3696"0,0 0-300 0,0 0 168 15,0 0 589-15,0 0-177 16,0 0-276-16,0 0-324 0,0 0-244 16,-28-66 0-16,24 63 124 0,0 3 108 0,-4 0-180 15,0 3-4-15,-4 10-528 0,-3 3-100 16,-6 9-4-16,5 10 64 0,-3 5-20 15,2 6-4-15,6 1 64 0,3-5-16 16,-1-7-44-16,5-10-52 0,4-9-108 16,0-7-100-16,0-5-64 0,4-4-36 15,9-4-64-15,-2-2 248 0,10-10 76 0,-2-3-28 16,1-4-120-16,0-2-128 16,0 3 64-16,-4 0 24 0,-4 3 96 15,4 6 16-15,-4 7 0 0,4 6 120 16,-4 0 4-16,4 6 184 0,-1 7 164 0,2 3-36 15,-2 6-16-15,2 3-36 0,-6 0-96 16,1 5-32-16,0 1-8 0,-4 4-24 16,-4-3-40-16,0 2 116 0,-4 4 32 0,0-2-12 15,-8-1-24-15,0-1-48 16,-4 1 12-16,0-6-40 0,1 0 16 0,-2-8-4 16,2-1 40-16,-2-4 60 0,1-3-12 15,1-4 120-15,-2-6-84 0,2 0-72 16,-6-3-88-16,6 0-72 0,-6 0-72 15,-2-9-100-15,-1-1-96 0,1-3 88 0,2-2-56 16,1 2-8-16,0-3 112 16,5 3 56-16,2 0-84 0,1 1 0 15,8 3-48-15,0-4-136 0,0 0-76 16,0 1-72-16,8-5-168 0,5 2-592 0,2-4-196 16,9-3-424-16,-12 6-893 15,16-17-1951-15</inkml:trace>
  <inkml:trace contextRef="#ctx0" brushRef="#br0">12299 12991 10016 0,'0'0'2213'0,"0"0"-1149"0,0 0-380 15,0 0 820-15,0 0 216 0,0 0-212 16,0 0-392-16,0 0-356 15,0 0-212-15,0 0-356 0,0 0-192 0,-36 32-32 16,17 3 32-16,2 7 148 0,2-1 44 16,-2 4-32-16,6-1-3 0,6-6 15 15,1-3-28-15,4-10-48 0,0-2 4 16,9-8 8-16,-1-2-108 16,3-3-12-16,2-4-36 15,2-3 48-15,5-3-76 0,-4 0-56 16,8 0-48-16,-4-9-161 0,0-1-135 0,0-5-144 0,-4-2-224 15,-4 2-272-15,-1-1-592 0,-7 3-996 16,1 0-2057-16,-10 4-879 0</inkml:trace>
  <inkml:trace contextRef="#ctx0" brushRef="#br0">12164 13249 7220 0,'0'0'2684'16,"0"0"-623"-16,0 0-809 0,0 0-92 0,0 0 24 15,0 0-228-15,0 0-244 0,0 0 132 16,0 0-80-16,0 0-372 0,0 0-172 15,95 29-220-15,-71-32-60 0,4-7-100 16,0-3-136-16,4-6-320 0,0 0-472 16,0-4-668-16,-8 8-2524 0,12-10-3961 15</inkml:trace>
  <inkml:trace contextRef="#ctx0" brushRef="#br0">13017 12589 11957 0,'0'0'2068'16,"0"0"-1384"-16,0 0-432 0,0 0 480 15,0 0 796-15,0 0-216 0,-81 92-328 16,57-54-324-16,5 3-124 0,-5 7-36 0,-4 6 36 16,4 0-171-16,0 6-161 0,1 0-56 15,-2-3-64-15,9 3-76 16,4-5-8-16,5-5 0 0,7-5-48 15,0-7 48-15,7-3 36 16,9-9 132-16,0-5-12 0,8-4 4 0,1-5 104 0,-2-2 136 0,5-7-136 16,0-3-152-16,-4 0-112 15,4-13 0 1,0-3-184-16,0-6-188 0,0-6-232 0,-5 0-172 16,-3-5 23-16,-4 1-139 0,-4 4-296 0,-4 3-440 15,-8 1-144-15,0 6 172 0,-12-1-196 16,-8 4-585-16,-4-2-135 0,5 9-280 0,-22-6-320 15</inkml:trace>
  <inkml:trace contextRef="#ctx0" brushRef="#br0">12785 13191 8612 0,'0'0'3941'0,"0"0"-1701"0,0 0-516 15,0 0-60-15,0 0-176 0,0 0-204 16,0 0-151-16,0 0-285 16,108 23-316-16,-76-42-256 0,0-7-276 0,3-4-48 15,-3-3-400-15,0-2-180 0,-4 7-64 0,0-1-37 16,-4 4-87-16,-8 5-224 15,0 9-328-15,-8 0-64 0,0 8 264 0,-8 3 612 16,0 3 556-16,0 10 428 0,-8 10 480 16,0 5-56-16,-4 7-244 0,0 3-112 15,-1 3 96-15,6 3 36 0,-1 1-92 16,0-1-120-16,0-2-172 0,4-1-120 16,4 1-16-16,0-4 28 0,0-10-136 15,0-2 0-15,4-8-244 0,4-5-308 16,0-7-56-16,4 1 4 0,0-4-160 0,4-3-452 15,-9 0-1352-15,10-13-3357 0</inkml:trace>
  <inkml:trace contextRef="#ctx0" brushRef="#br0">13395 12500 13489 0,'0'0'1852'0,"0"0"-1464"16,0 0-388-16,0 0 0 0,0 0 756 16,0 0 588-16,0 0-272 0,0 0-604 0,0 0-468 15,0 0 84-15,0 0 64 0,0 0 48 16,91-3-136-16,-70 3 28 15,2-4 8-15,-7 1-92 0,-4-3-4 0,0 6-60 16,-4 0-64-16,-4 0-44 0,-4 3-92 16,4 10 260-16,-4 12 12 0,0 10 272 15,-4 9-76-15,-8 10-12 0,0 10-28 0,0 0 52 16,0-1-48-16,-4 0 204 16,5-3-216-16,-2-5-64 0,5-7 16 15,5-11 68-15,-1-8 4 0,4-6-51 0,0-8-73 16,0 1-60-16,7-7 0 15,1-2-4-15,0-2-128 0,4 0-197 16,0-5 13-16,4 0 36 0,0 0 84 0,4-5 88 16,0 3-16-16,0-1-84 0,-4 3 28 15,0 0 92-15,0 5 88 0,-4 12 44 0,0 5-32 16,-4 4 88-16,-1 5-88 16,-3 4-12-16,0 7-8 0,5-4 8 0,-5 3 0 15,0 0 4-15,-1 1 4 0,1-4 4 16,-4 0 60-16,4-3-60 0,-4-3 40 15,0-4-52-15,0-3-4 0,0 0 0 16,0-2 0-16,0-4-84 0,0-3-304 16,0 0-244-16,-4-7-16 0,0 1-76 15,4-4-416-15,-7 0-832 0,3-2-880 0,-9-4-2901 16</inkml:trace>
  <inkml:trace contextRef="#ctx0" brushRef="#br0">14458 13106 8188 0,'0'0'2548'0,"0"0"-1219"0,0 0-781 16,0 0 52-16,0 0 316 0,0 0 476 0,0 0-276 15,0 0-180-15,0 0-220 0,-39-3-76 16,39 3-100-16,3 0-184 0,10 0-72 16,2 0 92-16,13 0 4 0,0 0 80 15,8 0-264-15,4 0-52 0,-4-3-144 16,4 0 0-16,-1-4 4 0,2-2-4 16,-2-1-44-16,1 1-76 0,-8-1 12 0,0 4-100 15,-8 3-232-15,-9 0-192 16,2 3-336-16,-13 3-724 0,-4 3-1108 15,0 3-2269-15,-8 4-2611 0</inkml:trace>
  <inkml:trace contextRef="#ctx0" brushRef="#br0">14542 13322 9852 0,'0'0'3833'0,"0"0"-3197"0,0 0-156 16,0 0-240-16,0 0 504 0,0 0 520 15,0 0-332-15,0 0-252 0,0 0-300 16,0 0-208-16,0 0-12 0,8 10-12 16,28-17-144-16,0-2-4 0,8 2-12 15,-5-2-40-15,2 2-56 0,-6-2-100 16,1 3 84-16,0 3-172 0,-1-4-468 16,2 4-292-16,-5-4-652 0,4 4-680 15,-12 0-1549-15,4 0-843 0</inkml:trace>
  <inkml:trace contextRef="#ctx0" brushRef="#br0">16666 12344 1604 0,'0'0'1316'0,"0"0"-700"16,0 0 3812-16,0 0-3104 0,0 0 136 15,0 0-471-15,0 0 163 0,0 0 248 16,-68-44-652-16,60 41-144 0,-4 3-88 0,4 0 184 16,-3 0-264-16,-6 0-136 0,2 0-116 15,-2 3 4-15,2 0 60 0,-1 3-4 16,-5 0 64-16,6 1-12 0,-2 3-88 15,-2-1-120-15,3 3 20 0,-4 1-20 16,0 4-16-16,0-3-68 0,1 5-4 16,-2 4-84-16,-3 6 36 0,0 0-52 15,-3 6 28-15,-1 2 8 0,4 2 16 16,0 2 40-16,0 0 0 0,1 1 0 16,6-5-56-16,1 5 28 0,0-4 36 15,5 0 40-15,2-3-40 0,1 1-40 16,5-5 40-16,3-4 8 0,0 0 56 15,3-2 20-15,5-3 28 0,8 0 84 0,0 0-12 16,0-3 24-16,5-3 172 0,2 1 168 16,-3-8-112-16,4 0-228 0,-1 1-52 15,1-8 17-15,1 3 23 0,3-5-28 0,-1 0-36 16,-2-5 4-16,-2-3-28 16,1 2 0-16,-4-5-96 0,-1-1 36 0,-2 2-48 15,-1-1-8-15,0-3-52 0,-9 2 0 16,6-4-124-16,-5 3-176 0,-1 0-189 15,-7 1-107-15,4-4-212 0,-4 3-284 0,0 0-616 16,-7 0-988-16,-5-2-1837 16,-1 2-1259-16,2 4 1965 0</inkml:trace>
  <inkml:trace contextRef="#ctx0" brushRef="#br0">16284 12890 1332 0,'0'0'848'0,"0"0"4588"0,0 0-2792 15,0 0-879-15,0 0 327 0,0 0-640 0,0 0-108 0,83 19-312 16,-59-16-304-16,-8 4-276 16,3-4-204-16,6-3-188 0,-9 0-60 15,7 0-60-15,-3 0-88 0,1-6-344 0,-6 2-432 16,1-2-196-16,-4 3-364 0,1 0-596 16,-6 3-1197-16,-3 0-2243 0,-4 0 1612 15,0 0 3544-15,0 0 364 0,0 0-55 16,-4 0 55-16,0 0 331 0,-4 0 1205 0,4 0-960 15,-4 3-356-15,4 3 80 16,-3 4 4016-16,3-1-2524 0,-1 7-128 0,1 4-351 16,0 2-237-16,0 3 196 0,4 4-160 15,-3-1-220-15,3 1-192 16,-4-1-92-16,4-2-188 0,0-1-148 0,0-3-272 16,0-4-64-16,0-4-96 0,0-1-36 15,7-4-176-15,-3-3-448 0,9 1-200 16,-6-7-416-16,5 0-1244 0,1 0-3689 15</inkml:trace>
  <inkml:trace contextRef="#ctx0" brushRef="#br0">17945 12237 2332 0,'0'0'664'0,"0"0"5956"0,0 0-5215 15,0 0-377-15,0 0 164 0,0 0 304 16,-76 41-160-16,60-26-432 0,-4 1-336 16,0 7-144-16,-3 5-80 0,-9 3 76 15,0 8 48-15,-5 2-16 0,-6 7-120 0,-5 5-88 16,-7 8-12-16,-5-1-84 16,-9 7-88-16,-6 3 24 0,-5 6-80 15,-3 1-4-15,-5 2-48 0,1 6-36 0,-9 1 8 16,0 3-116-16,-3 3-164 0,3-3-36 15,4-1 84-15,5-2 88 0,7-3 112 16,9-7-4-16,-2-6-96 0,13-6-88 0,2-4-28 16,9-6 104-16,6-10 68 15,6-6 4-15,14-2-100 0,3-11-212 16,3-6-244-16,10-6-164 0,3-4-268 0,4-9-456 16,0 0-957-16,4 0-2347 0</inkml:trace>
  <inkml:trace contextRef="#ctx0" brushRef="#br0">17786 13258 1088 0,'0'0'1696'15,"0"0"5348"-15,0 0-5467 0,0 0-105 0,19-75-288 16,-11 52 56-16,-3 4-32 0,-5 0-360 16,4 0-240-16,-4 0-176 0,0 3-76 15,0 3-12-15,0 1-24 0,-4 2 0 16,-5 0 72-16,5 8-28 0,-3-5-84 15,3 4 124-15,-9 0 68 0,5-1-251 0,1 2-153 16,-6 2-68-16,2 0-12 0,-5 0 8 16,0 0-68-16,-8 6-13 0,-1 7-87 15,2 2-8-15,-5 7 32 0,0 7 40 16,-3 3-16-16,-1 2-32 0,4 4 44 16,0 1-8-16,0 2 60 0,4 4-64 0,4-3 120 15,0-2-4-15,0 5-64 16,4-4 60-16,9 3 8 0,-6-2-8 0,5-1 8 15,5 0 4-15,3 1 48 0,0-1 48 16,3-4 40-16,5-1-4 0,5-4-56 16,2-4 80-16,1-2 40 0,4-8-52 15,0-2 64-15,0-5 12 0,3-6 9 16,2-2-21-16,-1 1 8 0,0-4-80 16,-1-4 20-16,1-2-60 0,0-3-24 0,-4-4-60 15,-4-3 28-15,0 0-40 0,0-3-88 16,-4 0-56-16,0-7-268 0,-1 5-49 15,-2-4-51-15,-5-5-72 0,0 5-12 16,-4 2-128-16,0 1-260 0,-8 0-428 16,-4 3-836-16,-4-3-1857 0,-4 6-1647 15,4 7 960-15,-12-8 4685 0</inkml:trace>
  <inkml:trace contextRef="#ctx0" brushRef="#br0">17515 13595 2680 0,'0'0'1016'0,"0"0"5548"0,0 0-4927 16,0 0-269-16,0 0-112 15,0 0-56-15,0 0 40 0,0 0 16 0,0 0-260 16,0 0-164-16,91-4-280 0,-71 2-212 16,0-1-208-16,-5 0-124 0,6-4-8 15,-5 3-12-15,0-2-108 0,0 4-232 0,-1-4-164 16,-2 1-144-16,-1-1-64 16,-5 6-28-16,2-3-120 0,-5 3-68 15,0 0-100-15,-4 0 152 0,0 0 344 0,4 7 544 16,-4 2 188-16,0 1 168 0,0 3 444 15,0 6-160-15,0-5 4 0,0 6-84 16,0-1-36-16,0 3-164 0,3 0-100 16,-3 1-64-16,0 2-60 0,0-2-136 15,0-4-48-15,0 3-88 0,0-3-72 16,0-3-276-16,0-4-164 0,0 1-180 16,0-3-192-16,4-7-744 0,0 0-2381 0,5-3-2003 15,2-3 3540-15</inkml:trace>
  <inkml:trace contextRef="#ctx0" brushRef="#br0">18160 13747 380 0,'0'0'9652'16,"0"0"-8015"-16,0 0-673 0,0 0 4 0,0 0 616 15,0 0-228-15,55 67-248 16,-42-51-292-16,-2 3-272 0,6-3-176 0,-6 3-76 16,6 0-120-16,-2 3-164 0,2 0 4 15,-2-3 172-15,-2 4-184 16,2-4 0-16,-2-4-8 0,-6-2-88 0,1 0-16 16,0-7-108-16,0-2-172 0,0-1-136 15,0-3-140-15,0 0-188 0,0-10-408 16,0-2-1036-16,-4 2-2521 0,4-12-2515 0</inkml:trace>
  <inkml:trace contextRef="#ctx0" brushRef="#br0">18479 13694 6308 0,'0'0'1016'16,"0"0"3809"-16,0 0-3969 0,0 0-372 15,0 0 240-15,0 0 540 0,-88 78-308 16,64-55-516-16,5 3-392 0,-6 2-48 0,-3-3-88 15,0 4 40-15,4-4-64 16,-8 5-40-16,4-2-200 0,-3 4-124 0,-1-1-16 0,0 1-356 16,-4 3-868-16,12-10-2349 15,-15 13-2359-15</inkml:trace>
  <inkml:trace contextRef="#ctx0" brushRef="#br0">18097 13871 3616 0,'0'0'0'0,"0"0"1564"15,0 0-1564-15,0 0 3200 0,0 0-1040 0,0 0-1191 0,0 0-381 16,0 0 220-16,0 0 208 16,-5-9-52-16,5 9-244 0,5-4-220 15,-5 4-84-15,0 0-4 0,0 0 12 0,0 0-152 16,0 0-72-16,0-3-28 0,3 3-84 15,-3 0 60-15,4-3 60 0,0 0-48 16,0 0-60-16,0 0-40 0,0-4 4 16,1 4-4-16,-2 0 12 0,1 0-20 0,-4-1-4 15,4-3 12-15,0 7-52 0,-4-2 0 16,4-1-8-16,-4 0 0 0,4 0-48 16,0 3 0-16,-4-3 36 0,4 3-88 15,0-4-60-15,0 1 24 0,0 3 28 16,0 0-68-16,4 0-108 0,-5 0-24 15,2 0 0-15,3 0 84 0,-4 3-152 16,0 4-60-16,0-1-280 0,-1 4-308 16,-3-1-484-16,0 1-945 0,0-1-2175 15,-3 0-668-15</inkml:trace>
  <inkml:trace contextRef="#ctx0" brushRef="#br0">16538 15484 4028 0,'0'0'2020'0,"0"0"2404"0,0 0-2879 15,0 0-485-15,0 0-92 0,0 0 208 0,-75-70-104 16,63 64-188-16,0 3 24 16,-1 3-132-16,6 0-236 0,-9 6-36 15,4 4-4-15,-4 6-24 0,-4 9-148 0,5 4-48 16,-6 6-12-16,1 2-51 0,1 5-57 15,2 2-16-15,2-6-72 0,2-2-72 16,6-8-4-16,3-6 0 0,4-9-44 16,0-3-24-16,11-8-24 0,2-2 24 15,6-2 64-15,1-11 4 0,5-7-48 16,-2 1-80-16,1-6-77 0,0 4-19 16,-4-5 128-16,0 3 52 0,-4 4 36 15,-1 0 8-15,-2 4 0 0,-1 2 4 16,-5 3 0-16,-3 3 0 0,5 7-48 0,-5 0-28 15,0 0 76-15,3 7 48 0,1-1 12 16,1 11 24-16,2-2-8 0,-3 4-28 0,1 3 84 16,-2 7-128-16,-3-1 92 15,0 1-44-15,0 6-44 0,-4-6-8 16,0 2 60-16,0 1 1 0,0 1-61 0,-8-5 4 16,4 0 56-16,0 1 0 0,-3-4-60 15,-2 0 8-15,5-2 68 16,-3-5-76-16,-1 1 4 0,-1-3-4 0,1-2 0 15,-3-2 8-15,-2-2 52 0,2-1 12 16,-6-2 24-16,6-5-36 0,-10 2 28 16,6-4-4-16,-5 0-72 0,0 0 84 15,4-6-88-15,1-4 4 0,-6 1-4 16,10-2 40-16,-6-1 12 0,10-1-56 0,-2 0-4 16,5 1 0-16,4-1-4 15,0 1-4-15,0-1-4 0,0 0 8 0,9 1-8 16,-2-1-48-16,5 0 56 0,4-2-8 0,0 1 12 15,0 5-12-15,0-3-72 16,0 1 0-16,0 6 32 0,-4-2 48 16,4 0-4-16,-4 4-4 0,4 0 4 0,-4-3-64 15,0 6 0-15,-5-2-36 0,6-3 0 0,-5 5-4 16,-1-2-105 0,1-2-163-16,1 4-104 0,-1-3-68 0,-5 0-8 15,1 3-216-15,0-2-716 0,0 2-1192 0,1-5-2065 16,-1 5-2091-1</inkml:trace>
  <inkml:trace contextRef="#ctx0" brushRef="#br0">17491 15097 3024 0,'0'0'0'15,"0"0"0"-15,0 0 5644 0,0 0-3780 0,0 0-563 16,0 0-85-16,0 0 180 0,0 0-208 16,-21-70-244-16,18 64-236 0,-1-1-184 15,0-2-44-15,-4 6 40 0,8-1-104 0,-9 2-96 16,6 2-100-16,-1 0-48 0,-4 0-40 16,0 0-44-16,0 0-76 0,-4 6-4 15,-4 6 40-15,0 1-40 0,0 3 36 16,-4 6-40-16,0 0 44 0,-4 3-44 0,5 4 8 15,-1 2 48-15,-5 5-52 0,6 2-8 16,3 0-4-16,0 4 4 16,4 2 0-16,4-3-72 0,0 3 72 0,8-2 4 15,-4-6 0-15,4-3 40 0,4-1 52 16,4-9 52-16,4-1 96 16,0-9 388-16,7-1-316 0,-2-6-111 0,3 1-33 15,-1-4-76-15,2-3-48 0,-2 0 0 16,-3-3-40-16,5 1-4 0,-6-5 4 15,1-3-4-15,-4 4-4 0,-4-1 0 16,0 1-216-16,-4 0-112 0,-4 2-157 0,0 1-139 16,0-3-132-16,0 3-300 15,-4 0-948-15,-4-4-1972 0,0 4-1461 0,-4-7-2031 0</inkml:trace>
  <inkml:trace contextRef="#ctx0" brushRef="#br0">17232 15493 640 0,'0'0'2320'0,"0"0"-1120"0,0 0 5104 15,0 0-3839-15,0 0-633 0,0 0-208 16,0 0-220-16,0 0-120 0,0 0-204 16,0 0-168-16,0 0-328 0,59 4-267 0,-43-4-121 15,1 0-104-15,-2 0-92 16,2-4-96-16,-6-2-257 0,1 0-111 16,0 4-168-16,0-5-136 0,-8 3 8 0,0 4-80 15,-4 0-148-15,0 0 140 16,0 0 204-16,-4 6 280 0,-4 4 364 15,0-1 88-15,0 5 428 0,0 2 12 0,0-2-104 16,4 3-24-16,0-1 32 16,1 0-96-16,3 3-140 0,0-3-84 0,0 3-16 15,0 0 16-15,3 1-52 0,5-1 4 16,0-5-64-16,0 3-112 0,0-2-36 0,4-3-232 16,-1 2-364-16,2-5-192 0,-1-2-332 15,4-4-1692-15,-4-1-2261 0,8-2-1870 16</inkml:trace>
  <inkml:trace contextRef="#ctx0" brushRef="#br0">17714 15523 6432 0,'0'0'364'0,"0"0"5365"0,0 0-4481 16,0 0-636-16,0 0 1064 15,0 0-328-15,0 0-244 0,0 0-404 0,63 75-308 16,-50-55-160-16,-2-1-24 0,-3 0 88 16,1-3-40-16,-1-1-52 0,-5-2-132 15,5-1-72-15,0 2-76 0,0-5-20 16,0 0-100-16,0-2-232 0,0-2-220 15,0 0-40-15,0-3-188 0,0 1-256 16,-1-3-740-16,2 0-956 0,-5 0-1513 0,4 0-295 16</inkml:trace>
  <inkml:trace contextRef="#ctx0" brushRef="#br0">17996 15630 2284 0,'0'0'964'0,"0"0"-692"0,0 0 2580 15,0 0 1624-15,0 0-2751 0,0 0-565 16,0 0-360-16,0 0 196 0,0 0 96 15,-75 16-196-15,51 3-216 0,-4 0-172 0,0 6-92 16,-4-3-120-16,0 3-88 16,-3-2-160-16,-5 3-48 0,-1-1-196 0,6-3-332 15,-5 0-384-15,1 2-316 0,11-10-836 16,-12 5-3333-16</inkml:trace>
  <inkml:trace contextRef="#ctx0" brushRef="#br0">15096 15312 392 0,'0'0'10076'0,"0"0"-7379"0,0 0-1073 16,0 0-580-16,0 0 308 0,0 0-148 15,0 0-308-15,0 0-172 0,12 84-176 16,-4-43-84-16,-4 1-24 0,0 2 45 16,0 3-73-16,0-2-180 0,-4-4-112 0,3-4-120 15,-3-4-12-15,0-3-72 0,0-7-24 16,0-4-136-16,5-2-96 0,-5-8-281 15,4 0-243-15,-4-2-164 0,0-1-736 16,0-3-2404-16,0-3-3441 0</inkml:trace>
  <inkml:trace contextRef="#ctx0" brushRef="#br0">15052 15719 548 0,'0'0'11157'0,"0"0"-9113"16,0 0-904-16,0 0-208 0,-87-13 372 15,63 13-240-15,-1-2-272 0,2 2-340 16,-1 0-232-16,0-4-72 0,-4 4-64 16,0-2-20-16,-4-3 8 0,-3 3 0 15,-1 2 40-15,-4-4-28 0,-4 4 16 0,-3 0-92 16,-6 0 40-16,-2 0 12 16,-13 0-56-16,-8 6-4 0,-3 5-80 15,-5 1 72-15,-4 1 0 0,5 2-128 0,-1 2 132 16,0-1-80-16,0 3 72 0,-8 0 8 15,1-4 4-15,-5 1 48 0,5 0 112 16,-1-4 48-16,0-2-208 0,1-1-64 16,-5-2-32-16,4-1 48 0,1 0 48 15,8-6 0-15,3 0-36 0,8 0-64 0,5 0 100 16,7 0 92-16,4-6-8 0,8 0-84 16,4-1 0-16,5 5 0 15,7-5 48-15,8 4 124 0,0-4-172 0,7 5-48 0,6-2-76 16,-1 1 64-16,3 0-88 0,-2 3-12 15,-1-3-192-15,0 0 56 16,0-1 4-16,0 4 20 0,0 0 76 0,4 0-248 16,1 0-16-16,-2 0-72 0,9-3-64 0,-4 3-172 15,4 0-468-15,0-3-556 16,0-3-725-16,4-1-411 0,0-8-1268 16,4 2 973-16,0-15 3223 0</inkml:trace>
  <inkml:trace contextRef="#ctx0" brushRef="#br0">12279 15516 28 0,'0'0'180'15,"0"0"6844"-15,0 0-2719 0,0 0-2525 0,0 0-576 0,0 0-560 16,0 0-240-16,0 0-88 16,0 0-104-16,-80 57-124 0,65-34 28 0,-5 2 48 15,-1 0-16-15,2 1 16 0,-1 6 48 16,-4-1 12-16,0 0 24 0,4 5-100 15,-4 2 24-15,4-4-72 0,1 1-100 0,2 0-8 16,2-2 8-16,6-2 4 16,1 1 120-16,1-4-36 0,7-3-88 15,0-2 4-15,15-4 56 0,5 0 176 0,8 0 220 16,8 4 120-16,8-4-256 16,8 3-160-16,7-3 60 0,5-1-220 15,8-1-4-15,4-2-120 0,4 2-36 0,3-2-416 16,-3-5-308-16,0 3-320 15,-5-7-864-15,-7 0-2901 0,-20-3-4775 16,3 1 9468-16</inkml:trace>
  <inkml:trace contextRef="#ctx0" brushRef="#br0">7411 15509 1880 0,'0'0'532'15,"0"0"380"-15,0 0 6532 0,0 0-5771 16,0 0-589-16,-96-25-348 0,76 25 336 16,-4 3 0-16,0 10-260 0,4 6-192 0,-4 6-88 15,8 4-16-15,-3 6-84 0,2 0-80 16,2 3-8-16,2-7 72 16,5-2 12-16,1-4-272 0,3-12-144 0,4-3-8 15,0-8 44-15,0 3-48 0,8-5-40 16,-1 0 40-16,10-10 0 0,-6 1 0 15,6-7-168-15,-2-1-28 0,2-1 24 16,-2-4-24-16,-2 2 52 0,-2 1 96 16,1 0-76-16,-4 3-48 0,0 1 88 15,0-2 84-15,-1 8 8 0,-3-3-4 0,1 5 44 16,-1 3-48-16,0 1 8 16,0 3-4-16,0 0 56 0,-1 3 200 0,1 4 44 15,5 6 0-15,-1-1-48 0,3 5-36 16,-2-2-24-16,3 4-16 0,-1 4-32 15,2-4-27-15,-2 6-37 0,6 0 0 0,-10 4-16 16,5 3-60-16,1-1-8 16,-6 8 56-16,5-2-52 0,-8 5 4 15,1 3 64-15,2-1-8 0,-7 0-64 0,4 1-8 16,0-1-52-16,0 1 60 16,-4-4 0-16,4-2 4 0,-1-6 8 0,-3-3 84 15,0-5-36-15,0-3-8 0,0 0-44 16,0-6 40-16,-3 0 36 0,-1-4-24 15,-8-2 24-15,0 4-12 0,-4-8-24 16,0 2 28-16,-3-1-72 0,-2-3 44 16,1-1 12-16,-3-3-60 0,-1 0 4 0,-4-3 0 15,7-8-4-15,-2 3-36 0,7-5-60 16,-4 1-40-16,8-2-8 0,4 1 36 16,5 4 48-16,-1-1-4 0,4 1-20 15,0 0-36-15,0-8 0 0,0 5 32 16,4-7 4-16,3-3-1 0,5 0 73 0,0-1-60 15,0 2-16-15,4 1 4 16,-4-2-24-16,3 6-28 0,-2-3 28 0,-2 6-52 16,6-3-8-16,-6 6-76 0,2 1-184 15,-1-3-160-15,-1 5-232 16,2-2-876-16,-6 2-1424 0,9-6-3585 0</inkml:trace>
  <inkml:trace contextRef="#ctx0" brushRef="#br0">7749 15756 3720 0,'0'0'340'0,"0"0"-328"0,0 0 4620 16,0 0-2720-16,0 0-803 0,0 0-365 0,0 0 24 15,0 0 184-15,0 0-156 0,0 0-304 16,-3-5-140-16,3 5 0 0,0 0 28 16,0 0 44-16,0 0-52 0,0 0-88 15,0 0-24-15,0 0-84 0,0 0 8 0,0 0 24 16,0 0-8-16,0 0 20 0,0 0 0 16,0 0-36-16,0 0-12 0,0 0-36 15,0 0 0-15,0 0 8 0,0 0-8 16,0 0 24-16,0 0-12 0,3 0-16 15,-3 0-8-15,0 0-64 0,0 0 12 16,0 0 12-16,0 0-8 0,0 0 32 16,0 0-24-16,0 0 88 0,0 0 36 15,0 0-28-15,0 0-80 0,0 0-40 0,0 0-12 16,0 0-48-16,4 0-4 0,-4 0-8 16,0 0-48-16,0 0 12 0,0 0 48 15,0 0-16-15,0 0 12 0,0 0 4 16,0 0 8-16,0 3-8 0,0-3-44 0,0 0-40 15,-4 2 0-15,4-2-12 0,0 0 24 16,-3 0 72-16,3 0 52 16,0 0-52-16,0 0-120 0,0 0-24 0,0-2-4 15,0-1-24-15,0-4-8 0,0 1-88 16,3-3-124-16,1-1 136 16,0 7 132-16,0-1 100 0,-4 1 24 0,4 3 256 15,-4 0 100-15,0 0-100 0,0 0-96 0,0 0-152 16,0 3-8-16,0 1-4 15,0-1-64-15,0 4 64 0,0-4 4 16,0-1-156-16,0 2-116 0,-4-1-44 0,4-3-124 16,-4 3-240-16,0-3-320 15,0 3-812-15,1-3-1292 0,-2 0-3157 0,29-32-199 16</inkml:trace>
  <inkml:trace contextRef="#ctx0" brushRef="#br0">8036 15529 3160 0,'0'0'888'0,"0"0"8709"16,0 0-8041-16,0 0-1192 0,0 0 200 16,0 0 700-16,0 0-544 0,0 0-488 0,0 0-220 15,0 0-12-15,47-77 0 0,-38 65 72 16,2 2 4-16,-3 1 44 0,5-1-8 15,-6 7 60-15,5-3-60 0,-3 2-16 16,-2 2-32-16,1-3 56 0,0 5 4 16,4-2 12-16,0 2-52 0,1 0 16 15,-2 0-28-15,1 7-24 0,4 2-40 0,0 4 44 16,0 6-4-16,-5-1 48 16,10 8 76-16,-6 0 60 0,2 4 316 15,-1 3 0-15,-1-1-207 0,2-4-133 0,-6-2-100 16,5-3-108-16,-4-4-48 0,4-8 44 15,0 3-8-15,0-8-108 0,0 0-185 16,0-3-195-16,0-3-232 0,-1-3-24 16,6-6-116-16,-5-5-648 0,-1 0-1028 15,-2 0-1897-15,-1-8-2011 0</inkml:trace>
  <inkml:trace contextRef="#ctx0" brushRef="#br0">8661 15344 2644 0,'0'0'9401'0,"0"0"-7193"0,0 0-1336 0,0 0-168 16,-83 80 736-16,59-52-80 15,-4 4-524-15,0 0-456 0,0 0-172 0,-4 3-120 16,0 3-88-16,-3 0-148 0,-6 3-144 16,2 0-432-16,-5 4-448 0,9-10-692 15,-18 18-3577-15</inkml:trace>
  <inkml:trace contextRef="#ctx0" brushRef="#br0">14156 11246 5804 0,'0'0'4120'0,"0"0"-2199"16,0 0-501-16,0 0-200 16,0 0-8-16,0 0-256 0,0 0-188 15,0 0-244-15,16 28 116 0,-9 20 172 0,-7 8-384 16,0 12-120-16,0 5-112 0,-7 3-112 15,-1-3 60-15,0-4-144 0,-1-9-4 0,6-11-140 16,3-11 84-16,0-10 48 16,0-8-40-16,0-8-8 0,8-6-36 15,-4 1-16-15,0-7 76 0,4 0 36 0,-1 0 0 16,6-7-12-16,-1-2-208 0,-5 0 96 16,6-1 64-16,-6 0 0 15,1 4-52-15,0 3 40 0,1 0-40 0,-2 3 0 16,1 0 52-16,-4 0 48 0,5 0 12 15,-9 3 44-15,3 3 116 0,-3 4-36 16,0-1 24-16,0 4 32 0,0-4-56 0,-3 5-40 16,-6-6 52-16,1-2 0 15,4 5-28-15,-3-9 4 0,-6 4-4 16,5-2 4-16,1-1-100 0,-6-3 40 0,5 0-52 16,1 0-4-16,-5 0-252 0,3-9-392 15,2-3-360-15,3-7-52 0,0-1-324 16,4-5-1192-16,8 2-2953 0,3 5-2339 15,10-9 7868-15</inkml:trace>
  <inkml:trace contextRef="#ctx0" brushRef="#br0">14471 11760 2916 0,'0'0'68'16,"0"0"6320"-16,0 0-4603 0,0 0-17 0,0 0-152 16,0 0-120-16,0 0-192 0,15 70-452 15,-15-54-284-15,0 3-260 0,-4-6-308 16,0-1-36-16,4-2-184 0,-3-1-4 15,3-3-48-15,-4 1-232 0,0-4-380 0,0-3-508 16,-1 0-1220-16,1 0-3113 16,0-13-1474-16</inkml:trace>
  <inkml:trace contextRef="#ctx0" brushRef="#br0">14467 11623 6796 0,'0'0'2968'0,"0"0"-135"0,0 0-1113 0,0 0-84 0,0 0-184 15,0 0-536-15,83-22-744 16,-63 18-172-16,-4-1-232 0,4 2-572 16,-4-3-912-16,0 6-2468 0,-4 0-4537 0</inkml:trace>
  <inkml:trace contextRef="#ctx0" brushRef="#br0">14746 11858 560 0,'0'0'10785'0,"0"0"-8941"16,0 0-560-16,0 67 288 0,3-42-256 16,-3 3-276-16,0 2-436 0,0-1-300 15,0 2-32-15,0 1-40 0,0-4-144 16,0 4-40-16,0-3 4 0,0-4-52 0,-7-6-60 16,3 0 8-16,-5-6-32 15,5-4-76-15,1 1-156 0,-1-10-252 16,0 0-136-16,-5 0-288 0,1-3-852 0,1-10-1052 15,-1-6-1493-15,4 3-1611 0,-8-22 4065 16</inkml:trace>
  <inkml:trace contextRef="#ctx0" brushRef="#br0">14714 11687 4448 0,'0'0'676'0,"0"0"5429"15,0 0-4093-15,0 0-88 16,83-25-252-16,-63 21-576 0,0-3-544 0,0 2-364 15,-4 2-188-15,4-3-136 0,-4-5-160 16,4 5-632-16,-5-3-940 0,-2 6-2913 16,-1-4-5323-16</inkml:trace>
  <inkml:trace contextRef="#ctx0" brushRef="#br0">15032 11830 6960 0,'0'0'1844'0,"0"0"2141"0,0 0-2749 15,0 0 216-15,0 0 16 0,0 0-388 16,0 0-352-16,0 0-188 0,0 0-108 16,0 0-312-16,96-26-120 0,-76 7-440 15,-1 1-136-15,-2-2-92 0,-6 7 24 16,-2-2-76-16,-1 5-24 0,-8 4 168 0,0-1 364 16,-8 4-68-16,-5 0 104 0,2 3 176 15,-6 0 204-15,6 6 84 0,-6 7 28 16,2 6 48-16,3 3 128 0,0 11-92 15,0-2-4-15,5 1 40 0,-6 0-64 16,9-4-116-16,0 0-256 0,4-5-36 0,0-4-112 16,0-4-112-16,8-5-136 15,0-3-352-15,4-7-116 0,4-4 44 0,4-9-356 16,4-6-1977-16,-5 0-3711 0,9-12 2997 16</inkml:trace>
  <inkml:trace contextRef="#ctx0" brushRef="#br0">15438 11569 3148 0,'0'0'7304'0,"0"0"-5731"15,0 0-677-15,-28 86 540 0,21-51 380 0,3 0-232 16,4 0-572-16,0-3-556 0,0-8-456 16,4-3 0-16,3-7-172 15,6-3-60-15,2-5-140 0,2-6-60 0,2-10 24 0,5-5-276 16,-4-8-332-16,5-5-448 0,-2-4-804 15,-3 6-1665-15,4-18-911 16</inkml:trace>
  <inkml:trace contextRef="#ctx0" brushRef="#br0">15730 11074 2232 0,'0'0'7764'0,"0"0"-5139"0,0 0-713 0,0 0-680 0,0 0 100 0,-20 70-144 15,16-29-340-15,4 6-124 0,0 8 216 16,0-1-232-16,7 6-87 15,1-3-137-15,5 0-292 0,-6 0-192 0,-3-3-52 16,0-2-56-16,1-8-172 0,-5-6-168 16,0-6 35-16,0-10 145 15,0-3-96-15,-5-6-40 0,-3-4-72 0,-3 1-284 0,-6-7-548 16,2 0-752-16,-5-3-672 16,-4 0-81-16,-1-6 637 0,-2-4 864 15,3-6 1052-15,-4 0 260 0,0-6 988 0,8 4 1140 16,5-5 437-16,7 7-121 0,3 4-508 15,5 2-668-15,5 0-476 0,10 4-116 0,6-7 168 16,3 4-272-16,-1-4-240 16,9 4-152-16,-4-4-92 0,4 1-88 15,-4-5-76-15,0 5-68 0,-4-4-260 0,4 2-376 16,-4 3-200-16,-1-3-392 16,-3 5-1320-16,8-7-3353 0</inkml:trace>
  <inkml:trace contextRef="#ctx0" brushRef="#br0">15973 11519 6260 0,'0'0'5517'0,"0"0"-3421"16,0 0-1008-16,0 0 56 0,4 73 444 16,0-54 40-16,-4 3-356 0,0 0-432 15,0-6-219-15,0 0-333 0,0-7-240 16,0 1-48-16,4-4-120 0,-4-3-84 0,0 1-137 16,0-4-391-16,0 0-184 0,0 0-136 15,0-4-480-15,0-2-960 0,0-3-2705 16,0-1-1691-16</inkml:trace>
  <inkml:trace contextRef="#ctx0" brushRef="#br0">16052 11493 3048 0,'0'0'416'0,"0"0"7185"16,0 0-6137-16,0 0 28 0,0 0 12 0,0 0-224 16,0 0-508-16,0 0-604 0,0 0-168 15,0 0-112-15,80 60-100 16,-64-56-220-16,-4 3-156 0,0-2-244 0,-1 4 104 15,-2 5 272-15,-1 5 276 0,-8 7 80 16,0-1 100-16,0 0 152 0,-4 0-12 0,0-3-52 16,4-6 12-16,0-2 16 15,0-9-116-15,0-2 8 0,12-3 4 16,-5 0 240-16,6-12 52 0,2-1-144 0,6-6-160 16,-1-3-128-16,-1 0-188 0,1 0 152 15,1 3 164-15,-6-1 8 0,5 8 104 16,-8 2 380-16,-1 4 208 0,-6 6-8 0,-1 0 128 15,0 0 132-15,-4 0-16 16,0 2-436-16,4 5-292 0,-4-3-208 16,0 2-64-16,0 0-72 0,4 4-192 0,-4-1-164 15,4 3-100-15,-4 5 52 0,0 5-592 16,-4 0-688-16,-4 0-2224 16,-20 11-1861-16</inkml:trace>
  <inkml:trace contextRef="#ctx0" brushRef="#br0">14347 12274 5756 0,'0'0'6005'0,"0"0"-4409"0,0 0-84 0,0 0-112 15,0 0-216-15,0 0-444 0,0 0-96 16,0 0 200-16,92 4-168 0,-53-4-128 16,10 0-100-16,6-7-144 0,4 4-107 15,18-3-41-15,7 0-32 0,15-4 32 16,12 1 52-16,17-5 68 0,3-5-92 0,5 0-172 16,0-6-12-16,-9-1-64 0,-4 1-144 15,-7 0-192-15,-9-1-121 0,1 7-51 16,-4 0 292-16,-9 0-72 15,-7 7-924-15,-24 1-2640 0,-1-1-4353 0</inkml:trace>
  <inkml:trace contextRef="#ctx0" brushRef="#br1">5402 12256 3612 0,'0'0'8817'0,"0"0"-7541"0,0 0-436 0,-100-45 232 15,65 36 444-15,3 2-216 0,-4 3-240 16,1 4-132-16,-2 0-208 0,-3 6-136 16,1 5-243-16,3 4-101 0,0 1-32 0,0 3-16 15,4 4-108-15,-4 5-84 0,4 10-60 16,-3 6-72-16,-5 8 36 15,4 11 20-15,-4 7 28 0,-4 3-36 0,5 10 24 0,-2 1-24 16,2 6 80-16,7-1-144 16,0 0 88-16,12-7 0 0,0 1-25 15,8-4 25-15,8-2-76 0,4-1 28 16,8 1 48-16,8-2-4 0,12 1 64 16,4 1 52-16,8-5-40 0,8 2-12 0,3-1-48 15,5-7-100-15,4-2 100 16,0-4-112-16,3-3 4 0,-3-2 144 15,4-2-52-15,-4-5 40 0,3-4-36 0,5-6 52 16,4 0 8-16,3-8 84 0,6-5-8 16,1-6-24-16,6-7-48 0,-4-2-4 15,8-7 96-15,-4-3-92 0,3 0 56 0,1-9 4 16,0-4 44-16,-1-9 124 16,-3-3-148-16,-1-8-72 0,1-8 148 0,-8 0-39 15,4-4-25-15,-9-2 16 0,0-1-104 16,-2 0 52-16,-6 4-52 0,1-3-4 15,-8-1 0-15,-1 0 44 16,-6 1-48-16,-6 3 60 0,-3-1-12 0,-4 3 12 16,-5-2-52-16,-3 0-8 0,-4 2-72 15,0-6 24-15,-4-2-24 0,4-4-24 16,-5-7-16-16,2 1 40 0,-1-4-1 0,-4 5 65 16,-1 1-4-16,2 1-36 15,-1 6 48-15,-9 0 0 0,1 7 4 16,-3-1 44-16,-2 1 73 0,-3 2-25 0,-4-2 4 15,0-3-28-15,0-4-72 16,-7 0-36-16,-10-6-72 0,-2-3-161 0,-9 0 37 16,-8-3-36-16,-4-5-36 0,-11 5-24 15,-5-4-172-15,-12 7 180 0,-4 2-120 0,-4 4 220 16,-8 7 220-16,-3 3 64 0,-1 5 24 16,1 1 340-16,-5 6-220 0,-4 0 160 15,0 4 92-15,-3 3 52 0,0 3-108 16,-1-1-199-16,-4 7-205 0,-7 7-36 0,-9-1-293 15,1 3-11-15,-5 7 208 16,-3 0 128-16,-1 4-208 0,-4 9-264 0,1 3-136 16,0 3 476-16,3 6 88 0,5 4 0 15,3 2 36-15,1 7-272 16,-1 4 76-16,4 2 148 0,0 13-348 0,2 7-692 16,2 9-440-16,0 9-404 0,9 7 68 15,27-19-1309-15,-15 39-1963 0</inkml:trace>
  <inkml:trace contextRef="#ctx0" brushRef="#br1">17614 12811 4528 0,'0'0'1656'16,"0"0"-824"-16,0 0-352 0,0 0 716 15,-99 25 1245-15,71-15-925 0,0 2-700 16,-4 5-396-16,-4-2 76 0,4 7 348 16,-3 5-240-16,-2 0 16 0,5 5-124 0,-3 0-108 15,3 3-116-15,4 0-72 16,0-1-64-16,5 1 36 0,2 0-112 0,-3-3 12 15,9 3-68-15,-5 3-8 0,-1 0 0 16,2 4 4-16,-1 2-40 0,-4 0 28 16,4 7-60-16,-4 0 72 0,4 0 4 15,-4 6-4-15,4-3-4 0,4 3-8 0,1 0 0 16,2 4 12-16,5-5 0 16,8 2 60-16,0-4 88 0,0-3-60 0,12 0-80 15,4-4 76-15,8-6 4 0,8 1-40 16,12-5-36-16,4-1 40 0,12-1-44 15,3-7 4-15,9 1-8 0,8-7-4 0,-1 0-48 16,-3-3-164-16,3 1-72 16,-2-5 76-16,2 1-240 0,5 0 276 0,4-3 172 15,3-4 24-15,9-2 200 0,-1-7-88 16,1 0-88-16,4-13 200 16,-5-3-64-16,0-6-132 0,-2-7-44 0,-7-3 140 15,-2-3-24-15,-8-3-64 0,-4-3-60 16,-13-7-12-16,-3 0-76 0,-4-5 16 15,-8-7 12-15,-8-1-16 0,-4-2-36 16,-5 0 0-16,-6-4-84 0,-9 0 184 16,-8-1 12-16,-4 3 88 0,-4 1-40 15,-12-2 12-15,-12 3 116 0,-12-2-80 0,-8 5 116 16,-12-1-76-16,-8 5-4 0,-7-2-20 0,-13 2-104 16,1 1-8-16,-18 1-84 15,-2 1-128-15,-9 2-108 0,-7 3-172 16,-9 4-156-16,-3 3 24 0,0 8 220 0,-9 5 268 15,5 12-52-15,-1 3-292 16,1 13-416-16,0 3-616 0,2 11-825 0,34 0-2235 16,-40 19-1439-16</inkml:trace>
  <inkml:trace contextRef="#ctx0" brushRef="#br1">27834 10978 5336 0,'0'0'276'0,"0"0"5349"0,0 0-4417 0,0 0-544 15,0 0-28-15,0 0 328 0,0 0 156 16,0 0-288-16,0 0-360 0,47-44-188 16,-47 41 52-16,4 0 96 0,-4 0 320 15,0 3-184-15,0 0-228 0,0 0-84 0,0 0-20 16,0 0-20-16,0 0-56 15,0 0-160-15,0 0 0 0,0 0-96 16,0 0-52-16,5 0-36 0,-5 3-84 0,0 6 96 16,4 4 172-16,-4 3 96 15,0 0-96-15,0 3 0 16,0-2 0-16,0 2-52 0,-9-5 44 16,2 3-64-16,-1-2 12 0,0-5 0 0,-1 0 8 0,2-1 52 15,3-6-8-15,0 1-164 0,0-4-36 16,0 0 112-16,0 0 32 0,-4-7-32 0,4 1-88 15,-4-7-28-15,0 1-36 0,4-1 4 16,-4 0 8-16,4-3-48 0,0 3 108 16,0-6-20-16,0 4 144 0,4-1-44 15,0-3 96-15,0 3 0 0,0 0-84 16,4 0-16-16,8 0 0 0,-4 4-124 16,4 2-40-16,4 4 36 0,-4 3 64 0,0 3-100 15,0 6 176-15,0 7 88 0,-1 2 228 16,-2 4 44-16,-1 0 36 0,0 0 116 15,-8 0-76-15,0 1 0 0,0-1-112 16,0-4-12-16,-4 2-52 0,-8-5 12 16,3 1-72-16,2 0-112 0,-5-7-4 0,0 0-156 15,0 1-148-15,0-4-92 16,0-3-108 0,-4 0-472-16,-4 0-200 0,9-7-1200 0,-6 1-2441 15,6-13-1547-15</inkml:trace>
  <inkml:trace contextRef="#ctx0" brushRef="#br1">28770 10481 1720 0,'0'0'628'0,"0"0"-408"0,0 0 5236 16,0 0-3500-16,0 0-459 16,0 0-177-16,0 0-72 0,0 0 16 15,0 0-204-15,0 0-376 0,0 0-348 0,32-13 24 16,-32 13-100-16,0 0-132 0,0 0-128 16,0 0-148-16,0 0 88 0,0 0-28 15,-4 3 36-15,-4 2 28 0,1 2 24 16,-6 0 64-16,-2 3 8 0,-2-4-8 15,-2 0-52-15,-1 0-8 0,-1-2-4 0,2-1-88 16,-1 0 80-16,-4-3-80 0,3 0 40 16,6 0 40-16,-1-3-180 0,4-4 4 15,0 1 12-15,0-3 32 0,4-1 16 16,4-2-12-16,-3 2 84 0,3-3-60 16,4 4 40-16,-5-8-80 0,5 5-64 15,0-1 92-15,0-2-116 0,9-1 104 16,-6-1 20-16,1 5 104 0,4-1-64 15,0 1 16-15,-3 2 48 0,2-2 12 16,1 5 0-16,4-5 0 0,0 5 80 0,0-3 112 16,4 1-80-16,0 3-24 0,0 0-84 15,-4 2 44-15,0 1 28 0,-8-1 64 16,4 4-140-16,-8 0 0 0,4 0-12 16,-1 4 12-16,5 3 136 0,-3-1 0 0,-1 0-136 15,0 1 12-15,-4-1-12 16,0 0 200-16,0 3-88 0,-8-2-4 0,-1-1-104 15,2 1 92-15,-9-1-20 0,4 0 60 16,-8 1-24-16,0-4 12 0,0 0-24 16,4 0-100-16,-4 0-12 0,5-3 12 15,2 0 4-15,5 0 56 0,1 0-56 0,3-3-4 16,-1 0-60-16,1 0 56 16,0-4 0-16,4 1-408 0,0-3 164 15,0 2-100-15,0-2-84 0,0 3 44 0,4-1-128 16,-4 1-356-16,4 2-528 15,1-2-549-15,-1-1-483 0,3-1-2232 0</inkml:trace>
  <inkml:trace contextRef="#ctx0" brushRef="#br1">29252 9804 4212 0,'0'0'940'0,"0"0"4088"15,0 0-3727-15,0 0-313 0,0 0 264 0,0 0 264 16,0 0-244-16,0 0-436 0,0 0-488 16,0 0-348-16,4-29-12 0,-8 29-140 15,-3 0 52-15,-6 0 4 0,-2 7 20 16,-2 3 76-16,-2-1 40 0,-1 3-32 0,0-1 132 15,0-6-56-15,4 2 52 16,0-4 16-16,0-3 8 0,4 0-60 16,0 0-88-16,4-3 96 0,0-1-108 0,0-4-12 15,4-3-272-15,4-1 76 0,0-1-4 16,4-3 12-16,4 1 64 16,0-5 0-16,9 5 24 0,-6-4 100 0,5 3-64 15,0 0 76-15,-1-4 0 0,6 5-88 0,-10 3 40 16,6-2-16-16,-6 5 64 15,2 2 72-15,-5 1-60 0,-5 6 44 0,-3-3-56 16,4 3-48-16,-4 0 36 0,0 0-52 0,0 0-24 16,0 0-136-1,0 0-244-15,0 0-424 0,0 0-428 0,0 0-736 16,-4-6-3509-16</inkml:trace>
  <inkml:trace contextRef="#ctx0" brushRef="#br1">29834 9251 1280 0,'0'0'808'0,"0"0"6432"16,0 0-4891-16,0 0-1157 0,0 0-452 0,0 0-28 15,0 0 32-15,0 0-52 16,0 0-264-16,0 0-324 0,0 0 172 16,44 20 96-16,-44-8 64 0,0 4-176 0,-4 0-100 15,-4-3-72-15,4-1 24 16,-4-2-108-16,0-3-4 0,4-4-8 0,0-3-80 15,-4 3 88-15,0-3 0 0,-4 0-144 16,-4-6-140-16,4-4 24 0,1 1 136 16,2-8 48-16,-3 2-136 0,8-4 12 15,1 3 52-15,3-4 8 0,0-2 128 16,0 6-204-16,0-3-60 0,0 4-12 0,3-1 24 16,1 3-4-16,-4 4-464 0,0 2-1348 15,-4 1-4581-15</inkml:trace>
  <inkml:trace contextRef="#ctx0" brushRef="#br1">27001 11411 2764 0,'0'0'300'0,"0"0"2800"0,0 0-784 0,0 0-1296 15,0 0-360-15,0 0 349 0,0 0-45 16,0 0-236-16,-91-10-168 0,74 10-188 16,6 0-108-16,-2 0 104 0,9 0-76 15,1 0-16-15,3 0 40 0,0-4-12 16,0 2-116-16,3-4 240 0,1 2-312 0,9-3 44 16,-2 5-96-16,2-5 24 0,2 2-28 15,2 1 4-15,-6 4-56 16,1 0 36-16,0 0-44 0,0 4 0 0,1 1 0 15,-10 2 76-15,5-1-12 0,-4 1 48 16,0-1 24-16,-4 0 24 0,0 1 28 0,0-1-28 16,0-2 88-16,-4 1-64 0,-4-2-48 15,1 4-24-15,-10-3-104 16,6 2 104-16,-10-3-112 0,1-1-124 0,5 1-60 16,-6 1 36-16,6-1-128 0,-1-3-280 15,0 0-444-15,0 0-272 0,0 0-760 16,-8 0-3721-16</inkml:trace>
  <inkml:trace contextRef="#ctx0" brushRef="#br1">26176 11576 3544 0,'0'0'652'0,"0"0"3764"0,0 0-3248 0,0 0-280 16,0 0 233-16,81 38 211 0,-70-29-352 15,1 1-132-15,-4 0-220 0,-4-2-112 0,0-1 12 16,0 3-52-16,-4 0-4 0,0-4-4 16,0 3-108-16,-4 4-88 0,-4-4-40 15,-4 4-108-15,-4 3-72 0,-8 0-52 16,0 2-8-16,0-1-116 0,-4 2-36 15,1-3 112-15,7 0 0 0,0-7 48 0,8 1 0 16,4-7 12-16,3 0-12 0,2 0-68 16,3-3 56-16,0 0-60 15,0 0-76-15,0-6-284 0,0-4-16 0,0-2-124 16,3-1-244-16,-3 0-88 0,0 1-956 16,-3-7-3161-16</inkml:trace>
  <inkml:trace contextRef="#ctx0" brushRef="#br1">27627 10528 3252 0,'0'0'272'0,"0"0"2516"0,-40 66-1644 16,28-34 0-16,0 7 84 0,4-4-39 16,0-1 7-16,4 1-248 0,0-3-160 15,4 3-220-15,-4-3-112 0,4 0-28 0,0 2-124 16,0-2-68-16,-4 6 84 0,0-3 80 16,4 4 96-16,-4 2-224 0,1 0-36 15,-2 6 64-15,5 1-216 0,-4 6-20 16,4 1 36-16,0 4 72 0,-4 2 12 15,4-1-44-15,0 0-140 0,8-6 0 16,0 0 108-16,4-9-36 0,4-5-32 16,4-4-36-16,8-1-4 0,-4-3 88 15,8-4 108-15,-1 4-128 0,5-3-64 0,4-4 32 16,0 0-36-16,0-6 0 0,3-3-76 16,-2-9 32-16,2-7 44 15,2-3 84-15,-6-13-32 0,5-3-52 0,0-8 0 16,-5 0-136-16,1-5 12 0,-3-3-36 15,2-3-60-15,-7 0 84 0,4-7 0 16,-4 1-36-16,0-4 12 0,-8-6 24 0,4-4-96 16,-4-5 228-16,-9 0-204 15,5-11 60-15,-8 2 48 0,-8-2-248 16,-4-1 48-16,0-1 40 0,-16 0 120 0,-8 2-88 16,-11 5-100-16,-6 6 64 0,-14 4-136 15,-5 6-108-15,-3 9 40 0,-14 6-52 16,-2 8 316-16,-1 5 88 0,-4 6-12 15,-4 6 52-15,5 10-116 0,-1 3-116 16,-3 0-1192-16,3 13-1373 0,-3 3-1091 16,23-3 248-16</inkml:trace>
  <inkml:trace contextRef="#ctx0" brushRef="#br1">19611 12951 4952 0,'0'0'976'16,"0"0"4089"-16,0 0-3869 0,0 0-176 0,0 0-168 16,0 0 288-16,0 0-56 0,0 0-412 15,0 0-324-15,0 0-196 16,0 0-40-16,-68 38-28 0,59-29 4 0,2 1-12 16,-5 3-28-16,-1-1 64 0,2 4-12 0,-6 0 8 15,6 0-44-15,-9 3-64 16,0 3 4-16,-4 3-4 0,0 0-40 15,-8 5-84-15,-3 1-36 0,-1 1-104 0,-9 3-56 16,-2 4 60-16,3-6-52 16,-3 3-52-16,2-1 124 0,6-3-36 15,3-7 124-15,4 0-104 0,4-6 248 0,4-3-44 16,5-4-12-16,-2 2-184 16,10-5 244-16,-2-2-156 0,6-4-296 0,3-3-280 15,4 0-604-15,0 0-897 0,0-3-1747 16,4-8-456-16,-1 3 2928 0</inkml:trace>
  <inkml:trace contextRef="#ctx0" brushRef="#br1">18814 13452 1592 0,'0'0'692'0,"0"0"-472"0,0 0 2792 15,0 0-1164-15,0 0-552 0,-92 32-492 0,75-26-184 16,6 7-64-16,3 0 73 0,4-1-201 15,4 4-120-15,0 0-40 0,12 0-76 16,4-1 192-16,4-1-64 0,8-3-144 16,3 0 156-16,5-5-12 0,9 1-68 15,-2-4 12-15,9-3-248 0,-1 0-4 16,1-7-12-16,4 1-28 0,-4-3-312 0,3 2-804 16,-3 1-640-16,-3 0-1085 15,2-1-1715-15,-3 3 2080 0,-12 4 1316 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cm"/>
          <inkml:channel name="T" type="integer" max="2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cm"/>
          <inkml:channelProperty channel="T" name="resolution" value="1" units="1/dev"/>
        </inkml:channelProperties>
      </inkml:inkSource>
      <inkml:timestamp xml:id="ts0" timeString="2023-07-06T02:21:2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2167 4229 5460 0,'0'0'8373'15,"0"0"-7017"-15,0 0-516 0,0 0-96 0,0 0 188 16,0 0-240-16,0 0-152 0,0 0 64 16,0 0 128-16,91 0-292 0,-46 0-184 15,11 0-48-15,7 0 36 0,9 0 60 0,12 0-208 16,7 0 125-16,9 0-89 16,7 3-24-16,9 3 0 0,3 1-100 0,12-4 116 15,13-3-28-15,8 0 24 0,3-3-108 16,8-10 64-16,9-3-76 0,2-6 0 15,6-4-84-15,7-2 144 0,5 0-60 16,-5-5 72-16,-3 2-72 0,-10 2-88 16,-10 4 84-16,-12 2 8 0,-17 8 52 15,-15 5-48-15,-10 1-8 0,-18 6 0 0,-12 3-12 16,-16 0-132-16,-12 0-72 16,-12 6 32-16,-9 0 16 0,-6 4 20 15,-10-3 3-15,1-5-87 0,-8 4-24 0,0-2-24 16,-3-4-24-16,-5 0-84 0,0 0-248 15,0 0-432-15,0 0-420 0,-5-4-744 16,-7 1-2381-16,5-2-2955 0,-21-5 5548 0</inkml:trace>
  <inkml:trace contextRef="#ctx0" brushRef="#br0">3386 4936 184 0,'0'0'872'0,"0"0"-232"0,0 0 4848 16,0 0-3644-16,0 0-8 0,0 0-155 15,0 0-101-15,0 0-292 0,-4-66-228 16,4 66-264-16,0 0-100 0,0 0-4 16,4 0-152-16,-4 7-100 0,8 5 12 0,0 4-48 15,4 10-24-15,7 11 32 0,-2 5 0 16,3 12 89-16,-4 3-233 16,0 3-88-16,-4 7-96 0,-5-1 24 0,2 1-108 15,-5 3 0-15,0 3 0 0,-4-6-4 16,0-1-36-16,0-8-32 0,0-5-144 0,0-8 44 15,-4-7 16-15,0-5-4 0,4-8-33 16,0-6-27-16,-5-11-108 16,5 3-148-16,0-11-72 0,0 0-184 0,0 0-276 15,0-4-444-15,-4-8-504 0,0-4-508 16,-3-7-357-16,-1-5-251 0,-5-4-1080 16,6-3 2376-16,-1 1 1308 0,0-1 388 15,3 5-191-15,5 5 271 0,0 3 1395 0,0 6 105 16,5 4-1408-16,7 2 6972 15,3 4-5183-15,6-1-521 0,7 5-612 0,3-2 176 16,5 1 20-16,8 0-128 0,-4 0-204 16,0-1-68-16,4 1-24 0,-4 0-88 0,-1-4-112 15,2 0-148-15,-2-1-28 16,1-5-72-16,-5 1-72 0,-3-1-64 0,0-4-228 16,-4 3-384-16,-4-3-104 15,-4-2-240-15,0 3-248 0,-4-3-748 16,0-3-2425-16,-8-1-1555 0</inkml:trace>
  <inkml:trace contextRef="#ctx0" brushRef="#br0">4103 5054 628 0,'0'0'10569'0,"0"0"-9501"16,0 0-980-16,0 0 92 0,0 0 560 0,0 0 340 15,0 0 144-15,0 67-180 0,9-35-296 16,-1 3-128-16,3 9-116 0,5 1-60 15,-4 6-184-15,4 2-64 0,-4 4-36 16,0 8-12-16,-4-7-100 0,0 4 36 16,0-5-84-16,-4-3 0 0,3-7-12 15,-2-8-120-15,-1-8-40 0,4-5-52 16,-4-5-80-16,-1-4-192 0,1-1-192 16,1-7-8-16,3-6-140 0,0 1-248 0,-1-4-792 15,2-7-1349-15,-1-9-2167 0,-1 3 1040 16,-3-14 4052-16</inkml:trace>
  <inkml:trace contextRef="#ctx0" brushRef="#br0">5482 5254 9532 0,'0'0'5573'15,"0"0"-4633"-15,0 0-308 0,0 0-296 0,0 0 184 16,11 86 324-16,-2-54 4 0,-1-1-136 16,-4 1-212-16,3 0-136 0,-3-3-168 15,1-4-80-15,-1-3-116 0,0-4-100 16,-4-4 16-16,0-1-196 0,0-3-220 16,0-5-176-16,0-5-208 0,-8 0-476 15,-1-9-1304-15,2 0-3933 0,-9-17-1215 0</inkml:trace>
  <inkml:trace contextRef="#ctx0" brushRef="#br0">5306 5010 6836 0,'0'0'6685'0,"0"0"-5545"0,0 0-508 0,0 0 440 16,0 0 296-16,0 0-588 0,0 0-564 15,0 0-216-15,0 0-184 0,96-29-680 0,-68 23-736 16,4-1-2248-16,-12 5-4561 0,8-3 5413 15</inkml:trace>
  <inkml:trace contextRef="#ctx0" brushRef="#br0">5940 5086 8824 0,'0'0'5913'0,"0"0"-4881"0,0 0-424 0,-39 86 152 15,22-57 788-15,2-1-296 0,2-3-508 16,2-2-476-16,3-4-144 0,-1-6-124 15,9-1-60-15,0-2-120 0,9-1-76 16,3 1 48-16,3-1 132 0,5 0 28 0,1-2 36 16,7-1-36-16,-5 1 48 0,5-1 0 15,-4 1 84-15,0-1 16 16,-5 0-28-16,-2 4 24 0,-6-1 40 0,-2 4 72 16,-9-4-64-16,0 4-68 0,0 4-4 15,-9-5 36-15,1-3-84 0,-3 3-24 16,-6-1-156-16,-2-5-88 0,3-4-136 15,-5 2-72-15,2-4-160 0,-5 0-160 16,0 0-316-16,0 0-928 0,1-4-2833 16,2 2-3991-16,-10-4 8476 0</inkml:trace>
  <inkml:trace contextRef="#ctx0" brushRef="#br0">7510 5150 4364 0,'0'0'9501'16,"0"0"-8589"-16,0 0-736 15,0 0-12-15,0 0 352 0,0 0 316 0,-80-54 212 0,61 50-300 16,-5 4-92-16,-1 0-232 0,-3 13 20 15,0 3-24-15,0 10-12 0,0 5 44 16,5 7-44-16,-5 10-52 0,4-1-123 16,4 1-69-16,5 0-76 0,2-7 72 0,9-10-144 15,4-5 52-15,0-10-60 0,4-6-4 16,5-7-148-16,2-3 28 16,6-6 24-16,2-7 84 0,1-6-184 0,1-7-37 15,2-2-119-15,1-4 36 0,0 3 96 16,-4 1 76-16,-1-1-16 15,2 10 112-15,-6 6 48 0,2 5-12 0,-6 3 12 0,2 5 100 16,-2 5 268-16,1 7-4 16,0 1-96-16,0 2-24 0,-4 4-123 15,4-1-37-15,0-1-20 0,-5-4 44 0,6-3-108 16,-1-1-144-16,4-6-97 16,-1-3 21-16,10 0-228 0,-5 0-116 15,8-6 40-15,-5-4-296 0,5 1-600 0,-4-1-1284 16,-4 0-3593-16,8-2-1231 0</inkml:trace>
  <inkml:trace contextRef="#ctx0" brushRef="#br0">8670 4949 496 0,'0'0'1396'0,"0"0"5364"0,0 0-5016 15,0 0-211-15,0 0 103 0,0 0 48 16,0 0-400-16,0 0-152 0,0 0-264 15,0 0-20-15,0 0 8 0,55 86-344 16,-35-25-120-16,-4 11-40 0,0 11 25 0,-4 13 23 16,0 5-96-16,0 4-160 0,-9-4-40 15,1 1-104-15,1-10-84 0,-5-6-168 0,0-16 44 16,4-10 76-16,0-15 36 16,-4-14-4-16,4-8-93 0,0-14-171 15,-4-6-184-15,0-3-260 0,0-12-516 0,0-11-260 16,0-8-576-16,0-14-384 0,-4-6-2065 15,0 10-1363-15</inkml:trace>
  <inkml:trace contextRef="#ctx0" brushRef="#br0">8670 5026 5216 0,'0'0'456'0,"0"0"4917"16,0 0-4129-16,0 0-348 0,0 0 132 15,83-67 276-15,-55 64-336 0,-4 3-160 0,4 0-124 16,0 5 8-16,-5 2-252 0,1 6-84 15,-4 3-108-15,-4 0 8 16,-4 0-136-16,0 6-8 0,-4 0 12 0,-8 1-124 16,0 5 84-16,-4 4-84 0,-12-3-36 15,0 2-40-15,-7 1-8 0,-1-3-100 16,-4-1-84-16,4-5 24 0,-4-4 20 0,4 0-92 16,0-7-216-16,8-5-184 0,1-1-168 15,2 0-196-15,9-6-456 0,0 0-1172 16,4-6-3573-16,0 3 1569 0,12-13 4228 0</inkml:trace>
  <inkml:trace contextRef="#ctx0" brushRef="#br0">9363 5254 6644 0,'0'0'324'16,"0"0"2956"-16,0 0-2031 0,0 0-349 0,0 0 972 16,0 0-196-16,84-3-520 0,-53 3-448 15,5 0-424-15,-4-3-136 16,0 0-148-16,0-4-100 0,-4-2-248 0,0 3-444 15,0-7-300-15,0 0-624 0,0-3-2821 16,-5 3-3903-16,12-5 8296 0</inkml:trace>
  <inkml:trace contextRef="#ctx0" brushRef="#br0">10307 4898 2812 0,'0'0'10785'0,"0"0"-7657"0,0 0-1664 15,0 0-688-15,-104-37 304 0,72 33-16 16,4 4-323-16,0 4-185 16,5 8-132-16,-1 11-156 0,0 9-148 15,4 8 24-15,0 8 28 0,4 0-28 0,8 2 48 16,-3 2-56-16,7-8-128 0,-1-3-8 0,5-3-4 16,0-10-84-16,0-5 16 0,5-7 12 15,2-6-120-15,9-4-148 16,0-6 28-16,0 0 32 0,4-4-96 15,0-5 24-15,0-3-25 0,0 1 25 0,4 3-12 16,-5-3 36-16,-2 5 24 16,-6 0 84-16,2 4 160 0,-6-3 48 0,1 5 8 15,0 0 8-15,-3-2-4 0,-1 2-12 16,3 0 4-16,-7-4-4 0,4 4-4 16,0 0-96-16,-4-3-168 0,0 3-76 0,0 0-172 15,0 0-124-15,-4-3-264 16,4 3-208-16,-4-2-184 0,-3-5-24 15,3 3-136-15,-5 1-641 0,-3-3-975 0,1 6-132 16,-2-3 1000-16,-2-1 1240 0,94 36 336 0</inkml:trace>
  <inkml:trace contextRef="#ctx0" brushRef="#br0">10128 5220 12305 0,'0'0'1764'0,"0"0"-1008"0,0 0 616 15,0 0 52-15,0 0-252 0,79-23-360 0,-59 14-324 16,-3-1-264-16,6 0-116 0,-7-2-108 16,4-1-80-16,-4 4-80 0,0-1-148 15,-4 0-204-15,-5 5-216 0,1-1-72 16,-3 6 4-16,-5 0 12 0,0 0 12 16,0 0-184-16,-5 6 232 0,1 6 444 15,-3-2 280-15,3 2 148 0,0 1 284 0,0 3 200 16,4 0-128-16,-4-1-124 0,4 5 32 15,0 2 44-15,0 3-20 0,4 3-48 16,0 2-104-16,4 1-48 0,-5 1-16 16,-3 0-32-16,4-4 20 0,0 0-108 15,1-9-100-15,-1 0-36 0,0-8-100 0,0-3-76 16,-1-4-244-16,5-1-240 16,1-3-220-16,-5-3-264 0,3-6-968 15,1-1-3113-15,-4-2-1295 0,5-5 6336 0</inkml:trace>
  <inkml:trace contextRef="#ctx0" brushRef="#br0">10582 5109 5500 0,'0'0'4532'0,"0"0"-1587"16,0 0-1205-16,0 0-744 0,0 0-92 0,0 0 28 15,0 0-176-15,0 0 32 0,75 47-112 16,-58-22-76-16,-9 1-188 0,3-1 76 16,-3 0-196-16,-3 2-120 0,-5-2-15 0,0-3-97 15,0-3 40-15,0-1-92 16,0-5 88-16,-5 3-48 0,-3-6-40 0,4-4 0 15,0 1 52-15,1-7 36 0,-1 0-32 16,4-4-64-16,-4-5-156 0,4-7 24 0,0-3-40 16,0-10 40-16,0-3-209 0,4-2-47 15,3-8-236-15,5 1-340 0,4 3-256 16,0 3-948-16,4 6-1676 0,-3 7-1361 16,2 6-967-16,-3 7 5324 0</inkml:trace>
  <inkml:trace contextRef="#ctx0" brushRef="#br0">10921 5111 4000 0,'0'0'5156'0,"0"0"-311"0,0 0-3521 16,8 70-376-16,-8-48 124 0,0 1 336 16,0-1-60-16,0-6-224 0,-4-1-347 15,4-8-313-15,0-4-368 0,0-3-96 16,0 0-148-16,4 0-92 0,3-5 68 16,1-9 52-16,5 1-185 0,-2-6-71 0,2-3-76 15,-2 0-72-15,-3 0 168 0,0 0 16 16,-8 6 104-16,5-1 140 0,-5 9 96 15,0-3 196-15,-5 9 24 0,1 2 0 16,-4 0 112-16,0 13-124 0,-4 2 84 0,0 11 24 16,5 2-12-16,-6 1-12 0,5-4-48 15,1 0-147-15,3-9-97 0,4-3-181 16,0-7-51-16,4-6-36 0,3 0-120 16,6-6 8-16,2-7-48 0,6-3-84 15,-2-3-80-15,5-6-356 0,0 3-644 16,-5-1-592-16,2 2 56 0,-1 5 287 15,-1 6 393-15,-2 0 1188 0,-6 10 260 0,2 0 1308 16,-6 6 393-16,-3 8 307 0,0 5-44 16,-4 3-484-16,0 3-204 15,0 4-72-15,0-4-212 0,0 1-296 0,0-7-356 16,0-4-208-16,9-5-132 0,-1-3-12 16,3-4-204-16,2-3-116 0,2-7-140 0,5-6-212 15,0-6-16-15,0 0-28 0,4-3-136 16,-5 0-104-16,2 0 160 15,-1 3 168-15,-1-1 172 0,-2 2 468 0,-2 4 116 16,-6 9 476-16,2-2 36 0,-3 7-24 16,1 0-20-16,-2 7 48 0,1 5-52 15,0 6-24-15,1 6 8 0,-6 4-48 0,5 7-16 16,-4 6 48-16,0 4 60 16,-4 6-99-16,0 2 99 0,0 7 44 0,0-2-256 15,-4-4-188-15,0-3-88 0,-4-7-120 16,5-6-12-16,3-6 0 15,0-3-120-15,-5-11-64 0,5 2-32 0,0-11-136 16,0-6-120-16,5-3-144 16,-2-3 7-16,5-6 97 0,0-11-192 15,4-5 164-15,0-9-172 0,-4-7-932 0,0-14-524 16,-4-5-420-16,0-11-1661 0,-4-4-1043 16,0 17 3504-16,4-34 900 0</inkml:trace>
  <inkml:trace contextRef="#ctx0" brushRef="#br0">11673 5010 2480 0,'0'0'9985'0,"0"0"-7985"0,0 0-1056 0,0 0-352 16,0 0 112-16,0 0 440 0,72 74-280 16,-67-60-300-16,-1 5-160 0,-4-2-108 15,0-1-88-15,0 0-60 0,-9-1-28 16,-3-2-72-16,1 3-4 0,-6-3-44 0,-7 2-156 16,-4 1-176-16,0-3-20 0,-4-1-288 15,-3 1-360-15,3-7-440 0,-4 1-1348 16,4-3-3221-16,8-4-1083 0,-4-11 6556 15</inkml:trace>
  <inkml:trace contextRef="#ctx0" brushRef="#br0">12961 4914 11713 0,'0'0'1600'16,"0"0"-584"-16,0 0-196 0,0 0 380 0,99-9-244 16,-63 2-184-16,4 1-84 0,0 3-132 15,7-2-164-15,-3-2-148 16,4 0-100-16,-4 1-144 0,0-1-60 0,-5 1-12 0,2-3-136 16,-6 2-136-16,1-2-36 15,-8 3 0-15,-4-1-324 0,-5 1-116 16,-6 0-472-16,-9 2-664 0,-4 1-884 0,0 3-2565 15,-8 0 277-15,-16 3 5124 0</inkml:trace>
  <inkml:trace contextRef="#ctx0" brushRef="#br0">7813 4277 2472 0,'0'0'1084'0,"0"0"2500"0,0 0-536 16,0 0-1363-16,0 0-785 15,0 0-224-15,0 0 136 0,0 0 136 16,0 0-208-16,0 0-160 0,-56-45 20 0,52 45-40 15,0 3 44-15,-4 4-272 0,4 5-72 16,-4 4-52-16,0 9-48 0,5 11 60 16,-2-1 100-16,1 0 84 0,4-1-100 15,0-5-84-15,0-7-36 0,0-10-64 16,4-1-32-16,1-6-88 0,-2-2 0 16,-3-3-100-16,4 0 4 0,0 0 36 15,0 0 8-15,0 0-8 0,0-6-84 0,1 4-112 16,-2-5-52-16,-3 1 52 0,4-1 96 15,-4-3-12-15,0 1 12 0,0-1-24 16,0 1 12-16,0-4-36 0,0 1-88 16,-7 2 36-16,2-3-24 0,-3 1-88 15,0-1-124-15,4 3-140 0,-4 3-72 0,4 2-172 16,-4 5-324-16,4-3-72 0,-3 3 104 16,3 0-41-16,-1 0-67 0,-3 3 164 15,0 0-288-15,5-1 60 0,-1-2 732 16,0 5 364-16,-1-5-76 0,1 2-460 0,0-2-88 15,0 0 820-15,4 0 52 16,-3 0 1172-16,3 0-116 0,-4 0-168 16,0 3 544-16,-1 1 204 0,-3-1-56 15,4 1-147-15,1-2-185 0,3 5-48 0,-4-7-84 16,4 3-156-16,0-1-56 16,0-2-156-16,7 0-40 0,1 0 8 0,9 0 68 15,3-2-108-15,3-4-92 0,5 0-48 16,0-8-36-16,4 5-219 15,-4-4-161-15,0-2-72 0,0 1-48 0,-4-1-8 0,-1-1-112 16,1 3-52-16,-4-3-277 0,-4 4-235 16,-4-1-132-16,0 4-216 15,-8-1-512-15,-4 0-1012 0,0 1-2433 0,0 3-2739 16,-12-7 5980-16</inkml:trace>
  <inkml:trace contextRef="#ctx0" brushRef="#br0">7733 3968 104 0,'0'0'8404'16,"0"0"-5751"-16,0 0-1077 0,0 0-404 0,0 0 120 0,0 0-44 15,0 0-116-15,-20 77-144 16,25-45-252-16,6 5-120 0,1 5-92 16,0 3-84-16,0 5-112 0,0 4-156 0,0 2-100 15,-4 2 12-15,-1 7-36 16,2-7-44-16,-5 7-4 0,0-8 0 0,-4 0-48 15,4-10 48-15,-4-2-12 0,3-7-96 16,1-10 96-16,-4-4 8 0,9-6-120 16,-9-8-84-16,4-5 40 0,-4-1 20 0,0-4-60 15,0 0 4-15,0 0-28 16,0-4-136-16,0-1-112 0,0-5-184 16,0-6-52-16,-4-5-316 0,-1-6-612 0,1-4-664 15,4-4-1933-15,0 0-615 0,0 7 1988 16,4-16 2556-16</inkml:trace>
  <inkml:trace contextRef="#ctx0" brushRef="#br0">8131 4346 3860 0,'0'0'1172'0,"0"0"3708"0,0 0-3099 16,0 0-361-16,0 0 80 0,0 0 8 15,0 0-180-15,0 0-352 0,72 80-448 0,-72-61-328 16,0-4-200-16,-4 2-52 0,-8 2-316 15,5-1-384-15,-6-1-228 0,2-1-300 16,-2-7-756-16,1 1-1917 0,5-8-927 16,-1-2 644-16,-5-7 4132 0</inkml:trace>
  <inkml:trace contextRef="#ctx0" brushRef="#br0">8139 4223 5640 0,'0'0'1248'0,"0"0"4453"0,0 0-4033 15,0 0-568-15,0 0 392 0,0 0-224 0,0 0-564 0,0 0-484 16,69-67-220-16,-62 64-232 16,-3-4-424-16,4 1-408 0,-4 3-732 15,0 0-2296-15,1 3-3237 0</inkml:trace>
  <inkml:trace contextRef="#ctx0" brushRef="#br0">8326 4309 1840 0,'0'0'1836'0,"0"0"5392"15,0 0-6031-15,0 0-57 0,0 79 784 16,0-66-52-16,0-4-656 0,0-3-660 0,0-6-384 16,0 0-76-16,9 0-20 0,-5 0-72 15,4-9-4-15,-1-2-444 0,6-7-124 16,-5-1-52-16,3 0-88 0,2 0-84 16,-6 0-164-16,5 3-92 0,-3 7 104 0,-2 2 280 15,5 4 304-15,-3 3 360 16,-5 6 388-16,3 5 416 0,-3 0 72 15,0 5-168-15,-4 1-64 0,4-5-40 0,-4 1 0 16,0-5-56-16,4-1-152 16,-4-4-208-16,5 1-188 0,-5-4-140 0,0 0-20 15,3-4-52-15,-3 1-420 0,8-4-200 16,-4-1-84-16,0-5-352 16,4 1-1140-16,4-7-3053 0,0 5 65 0,4-11 5224 15</inkml:trace>
  <inkml:trace contextRef="#ctx0" brushRef="#br0">8681 3975 2472 0,'0'0'1540'15,"0"0"2044"-15,0 0-2260 0,0 0-20 16,-7 82 413-16,7-62 83 0,0-8-408 16,0-3-1152-16,0 2-240 0,4-8-580 15,-1-1-512-15,5-2-376 0,0-2-1433 16,-3-5-3275-16,2-3 4376 0,-3-6 664 0</inkml:trace>
  <inkml:trace contextRef="#ctx0" brushRef="#br0">8674 4134 6748 0,'0'0'4128'0,"0"0"-2751"16,0 0-817-16,0 0 16 0,-9 76 844 0,9-48 192 16,0 1-368-16,0-1-500 15,0-2-364-15,5-5-268 0,-1-4-56 0,0-5-56 16,-4-1-96-16,3-9-152 0,-3-2-60 15,4 0-236-15,-4-2-252 0,4-12-280 16,0-5-616-16,5-2-1080 0,-5-12-3185 0,-1 11 905 16</inkml:trace>
  <inkml:trace contextRef="#ctx0" brushRef="#br0">8717 3613 3572 0,'0'0'1292'0,"0"0"740"0,0 0-176 0,0 0-420 0,0 0 149 16,0 0-509-16,0 0-8 16,44 73-192-16,-40-45-244 0,0 4 44 0,0 10-136 15,-4-1-140-15,0 9-300 0,0 1-88 16,0 3-12-16,0 4-4 0,-8-2-120 16,8-1 24-16,0-5 0 0,0-2 100 15,4-7-4-15,4-9-52 0,7-3-72 0,2-14-20 16,7-1 144-16,0-12-108 15,-1-2 104-15,9-6 8 0,0-11 52 0,0-2-52 16,1-2-88-16,-6-5-140 0,0 1-172 16,-2 0-56-16,-1-1-84 0,-9 3-156 0,-6 9-16 15,-5-6 20-15,-4 7 92 0,0-2 176 16,-13 2 424-16,-6 1 164 16,-1-2 236-16,-8 5 36 0,0 7-168 0,0 2-260 15,0 2 80-15,1 10 116 16,3 7 168-16,3 6 60 0,6 1 60 15,6 2 92-15,1-1-4 0,5-8-56 0,3-7-92 16,7-6-260-16,6-2-20 0,2-4-40 16,6 0 12-16,3-13 100 15,3-3-64-15,-3-6-160 0,4-3-88 0,0-4-344 16,-4 0-80-16,0 1-56 0,-5 3 128 16,-2 5-112-16,-6 5-32 0,-3 8 304 15,-8 1 96-15,5 6 184 0,-5 3 216 0,0 7 176 16,-9 5 36-16,1 1-188 0,1 3-24 15,-1 3 212-15,3-2 52 0,1-5-68 16,4 2-140-16,0-5-72 0,4-2-100 16,5 3 72-16,2-4-8 0,6 0 60 15,-2 1-224-15,9-1-28 0,-4-2-368 16,4 2-252-16,-8-3-596 0,0 1-348 0,-4 3-1156 16,-4-3-3049-16,-8 1 1077 0</inkml:trace>
  <inkml:trace contextRef="#ctx0" brushRef="#br0">7076 4536 600 0,'0'0'196'16,"0"0"8280"-16,0 0-6731 0,0 0-753 0,0 0 324 16,0 0 396-16,0 0 48 0,0 0-556 15,0 0-316-15,0 0 216 16,0 0-300-16,83 87-316 0,-46-59-148 0,6 10-59 16,0 1-109-16,9 1-4 0,4 8-84 15,0 3-76-15,4 3-8 0,-4 0-60 16,3 0 48-16,-7-4-72 0,0-5-36 15,0-8 108-15,-4-7 4 0,0-8 8 16,-5-6-8-16,-7-3 4 16,0-4-8-16,-5-3-132 0,-3 1 47 0,-3-4-27 15,3-3 28-15,-4 0-12 0,8-10-4 0,3-5 64 16,14-7-24-16,5-7 64 16,10-9-112-16,16-6-16 0,8-11-72 0,8-5-12 15,11-3-120-15,5-4-64 0,7 6-48 0,5-2 168 16,3 9 212-16,-3 0 72 15,-1 4 0-15,1 2 12 0,-1 3 96 16,-11 7-96-16,-5 3-12 0,-7 3-60 0,-17 4-224 16,-6 3-148-16,-14 3-208 0,-11 5-380 15,-8 2-340-15,-8 5-348 0,-5 0-660 16,-10 4-2137-16,-6 6-1135 0</inkml:trace>
  <inkml:trace contextRef="#ctx0" brushRef="#br0">12526 5296 572 0,'0'0'5872'16,"0"0"-1560"-16,0 0-2259 0,0 0-409 15,92 15-48-15,-56-12-356 0,-1 0-112 16,5-3-228-16,4 0-144 0,8-6-72 0,0 0-136 16,7-10-144-16,-3 4-127 0,8-8-69 15,4 5-52-15,-1-4-96 0,2-1-8 0,-6 2-40 16,-3-1-24-16,-5 3-88 0,-3-3-164 15,-12 2-285-15,-3 1-83 0,-10 2-124 16,-7 0-116-16,-4 1-344 0,-12 1-1196 16,-4 2-2993-16,-16 1-4823 0</inkml:trace>
  <inkml:trace contextRef="#ctx0" brushRef="#br0">12749 4594 9880 0,'0'0'4445'0,"0"0"-3661"16,0 0-444-16,0 0 312 0,0 0 424 0,0 0-268 16,-75 57-204-16,47-22-236 0,-4 7-220 15,0 2-48-15,-8 4 12 0,4 5-4 0,-3 2 64 16,-2 5-100-16,-6 0-64 0,3 3 8 15,0-2 44-15,4 2-60 0,1-6-88 0,6-6-8 16,10-3 52-16,3-10 44 16,12-3 0-16,8-10-48 0,4 1 48 15,11-7 112-15,13 0 144 0,13-4 184 0,6 2 112 16,13-4 20-16,7-1-15 16,10-2 135-16,2-4-64 0,1 3-216 15,8-2-232-15,-4-1-32 0,2-3-136 0,-2-3-12 16,0 0 0-16,-8 0-172 0,0-6-212 15,-9-4-136-15,-7-5-172 0,-8-2-97 16,-8-5-163-16,-5-6-564 0,-7-8-1468 0,-8-2-3449 16,-7 7-2111-16,-6-23 7828 0</inkml:trace>
  <inkml:trace contextRef="#ctx0" brushRef="#br0">13685 4451 7628 0,'0'0'6829'0,"0"0"-5581"16,0 0-268-16,88 60-48 0,-56-35 316 15,0 5-120-15,0 1-164 0,-1 1-344 16,1 3-303-16,0-1-169 0,-4 4-76 0,0 4-72 16,0 0-8-16,-8 2-4 15,-4 1-76-15,-4-1-141 0,-8-3-63 0,-4 3 12 16,0-5-48-16,-4-2 24 0,-8 5-28 15,-4-7 40-15,-8 0-100 0,0 0-40 16,-4 0-32-16,-4-3-144 0,0-4-108 16,-3-3-424-16,-1-3-900 0,0-9-852 0,1-3-2477 15,7-4 425-15,-17-3 4604 0</inkml:trace>
  <inkml:trace contextRef="#ctx0" brushRef="#br0">12706 5111 1540 0,'0'0'116'0,"0"0"236"16,0 0 52-16,0 0 2412 0,0 0-1136 15,0 0-484-15,0 0-188 0,0 0 28 16,-80-2-55-16,68 2-157 0,0 0-172 0,0 0-12 16,4 2-16-16,-4 1 112 0,0 0 44 15,5 1-52-15,-6 3-36 16,5-4-132-16,1 0-152 0,-2 3-72 0,1-3-16 15,4 4-60-15,0-4-52 0,-3 0-36 16,2 2-72-16,5-5-4 16,-4 5 64-16,4-5-24 0,0 0 24 0,4 0 48 0,1 0 168 15,-1-5-80-15,7 3-52 16,1-4-40-16,8 0-104 0,4-5 56 16,4 3-56-16,8-6-56 0,0 5-44 15,8-4-12-15,7 0-100 0,5-2 100 16,4 2-60-16,7-3 12 0,1 1-100 0,0-2-132 15,-4 2-60-15,0-1 8 0,-8 0 40 16,3-4-52-16,-3 5-184 0,-8-3-312 16,4-1-740-16,-9 2-1504 0,-3 1-3017 0,-12 7-519 15,0-4 6148-15</inkml:trace>
  <inkml:trace contextRef="#ctx0" brushRef="#br0">15518 4391 8644 0,'0'0'1500'0,"0"0"-635"16,0 0-233-16,0 0 2324 0,0 0-1620 0,0 0-232 16,0 0-160-16,0 0-44 0,0 0-104 15,4-35-36-15,-4 35 56 0,0 0-232 16,0 5-207-16,0 2-61 0,0 9-88 15,0 10-8-15,4 15-52 0,4 10-96 16,1 13-24-16,-6 12-40 0,1 10-8 16,-4 9-52-16,0 3-32 0,0 4-96 15,0 3-112-15,-4-10-84 0,1-4-36 0,-6-11-49 16,5-13 57-16,4-13 28 16,-4-16 108-16,4-10-76 0,0-15-132 0,4-9-200 15,5-4-424-15,2-13-584 16,1-13 124-16,8-5-1056 0,-8 1-2365 0,8-26-1555 15</inkml:trace>
  <inkml:trace contextRef="#ctx0" brushRef="#br0">15805 4696 11205 0,'0'0'1248'0,"0"0"-240"0,0 0-372 16,0 0 112-16,0 0 372 0,0 0 204 15,0 0-420-15,32 88-312 0,-23-46-100 0,2 5-100 16,-3 8 160-16,0-2-160 16,-8 4-332-16,0-3-60 0,0 1-124 0,0-5-168 15,-4-9-332-15,-4-2-112 0,4-11-64 16,0-9 32-16,4-9-44 16,0-8-156-16,0-2-432 0,4-2-760 0,8-15-689 15,0-4 553-15,0-5-232 0,-1-6 1420 16,2-3 1068-16,-1 4 40 0,-5-5 1252 15,2 9 376-15,-1 2 296 0,-1 5 176 16,6 7-15-16,-1 7-297 0,-1 3-44 0,2 3-80 16,2 3-428-16,5 3-276 15,1 0-252-15,2 1-72 0,1-4-212 0,0 0-324 16,4-3-76-16,4-3-24 0,-4-7-136 16,4-5-132-16,-1-4-232 0,1-1-316 15,0-8-304-15,-4 2-564 0,-9 5-1376 16,6-15-3605-16</inkml:trace>
  <inkml:trace contextRef="#ctx0" brushRef="#br0">16395 4635 5732 0,'0'0'6313'0,"0"0"-5057"16,0 0-648-16,0 0 216 0,-4 86 524 16,4-48 200-16,4 10-188 0,-1 2-296 0,6 7-244 15,3 4-200-15,-5 2-147 16,2 2-217-16,-1-7-220 0,-4 4-36 15,0-6-244-15,-1-4-385 0,1-8-43 0,1-6-84 16,3-13-176-16,3-2-128 0,2-14-472 16,2-6-660-16,-7-3-1725 0,12-12-1047 0</inkml:trace>
  <inkml:trace contextRef="#ctx0" brushRef="#br0">17001 4396 11237 0,'0'0'1400'0,"0"0"-596"0,0 0-208 16,0 0 368-16,0 96 484 0,0-52-132 16,0 8-204-16,0 11-340 15,3 3-232-15,1 8-188 0,-4 8-96 0,0 1-124 16,0 3-132-16,-7 3-84 0,3-7-28 15,-4-6-72-15,-1-4 16 0,5-7-260 16,-3-5 24-16,3-10-112 0,-4-5-12 16,3-6-104-16,5-8-112 0,0-12-128 15,0-3-428-15,0-10-1524 0,0-6-3509 16</inkml:trace>
  <inkml:trace contextRef="#ctx0" brushRef="#br0">17682 5003 17905 0,'0'0'1332'0,"0"0"-864"16,0 0-360-16,95-28-8 0,-54 12 68 15,2 0-68-15,-3 1-100 0,0 1-184 16,0 3-368-16,-4 0-272 0,-5 3-188 0,-3-3-952 16,-7 5-2853-16,-10 3-3883 0</inkml:trace>
  <inkml:trace contextRef="#ctx0" brushRef="#br0">17606 5254 14985 0,'0'0'1776'0,"0"0"-1380"0,0 0-272 0,0 0 436 16,0 0-40-16,0 0 120 15,111 32 72-15,-66-39-360 0,-2-5-352 0,9-4-12 16,-4-6-488-16,0 3-436 0,-5-6-336 16,-2 6-632-16,-13 3-2556 0,4-6-4625 15</inkml:trace>
  <inkml:trace contextRef="#ctx0" brushRef="#br0">18889 4801 9652 0,'0'0'1497'0,"0"0"-273"15,0 0-332-15,0 0 176 0,0 0 168 16,0 0-128-16,0 0-164 0,0 0-228 15,0 0-72-15,12 88-20 0,-8-43-148 16,4 15-96-16,-4 3 24 0,0 14 92 16,-1-1 285-16,2 10-297 0,-5-1-216 0,0 4-204 15,0-3-64-15,-8-3-4 16,0 0-44-16,0-11-88 0,-4-9-20 0,0-9-76 16,4-12-56-16,5-14-17 0,3-5-11 15,0-14 72-15,0-6-256 0,0-3-196 16,0 0-136-16,3-12-228 0,5-7-56 15,0-7-492-15,0-5-760 0,-4 1-2281 16,4-23-635-16</inkml:trace>
  <inkml:trace contextRef="#ctx0" brushRef="#br0">18913 4981 7884 0,'0'0'2760'0,"0"0"-1691"0,0 0-517 0,32-85 264 16,-12 62 292-16,4 1-32 0,-1 3-212 15,9 0-148-15,0 7-292 0,5-1-12 0,-2 3-152 16,1 4-140-16,0 2 68 0,-4 4-128 16,-1 0 52-16,-6 4-112 15,-10 2-52-15,-6 0 52 0,-5 7 0 0,-4 0 60 16,-8 6 52-16,-9 3-112 0,-11 6-128 16,-3 4 40-16,-9 0 88 15,0 3 0-15,0 0 8 0,-3-3 4 0,7-4 32 16,4-3-44-16,4-2-12 0,0-1-224 15,8-6-296-15,-1 0-252 0,10-6-384 16,3-1-780-16,0-2-2989 0,8-5-3223 0</inkml:trace>
  <inkml:trace contextRef="#ctx0" brushRef="#br0">20065 5388 14705 0,'0'0'0'16,"0"0"-3636"-16,0 0-5629 0</inkml:trace>
  <inkml:trace contextRef="#ctx0" brushRef="#br0">19603 4346 6460 0,'0'0'548'0,"0"0"-68"16,0 0 2356-16,0 0-1455 15,0 0 15-15,0 0-152 0,0 0-56 0,0 0-32 16,0 0-272-16,0 0-68 0,19-54-140 16,-19 54-196-16,0 0-100 0,4 0-88 0,0 6-24 15,1 5 160-15,2 1 132 16,5 7-196-16,-4 7-219 0,0 2-133 16,-4 4 88-16,-4 2-88 0,-4 4 72 0,0-5-84 15,-4-3 0-15,0 0-72 0,0-8-64 16,5-6 16-16,3-7-53 15,0 1-31-15,0-7-64 0,0 0 24 0,0-3-12 0,0 0-48 16,3-3-40-16,5-3 16 16,4-7 108-16,0 0 60 0,4-3 0 15,0-5 36-15,-1-2 12 0,6-5 64 0,-1 2 40 16,-5-2-64-16,6 2 64 16,-6 4-68-16,2 3 76 0,-2 3 4 0,-2 6 48 15,2 4 32-15,-2 3 52 0,-6 3 144 16,5 7-32-16,-4 5 68 0,0 4-216 15,0 3 48-15,-4 3-52 0,0 4 52 16,-4-1-80-16,0 1-68 0,-4 2-208 16,-4 0-392-16,4 1-356 0,-4 0-628 15,4 2-944-15,0-12-456 0,4 13-3765 16</inkml:trace>
  <inkml:trace contextRef="#ctx0" brushRef="#br0">19630 4334 2216 0,'0'0'888'0,"0"0"-620"0,0 0-264 16,0 0 4-16,0 0 380 15,0 0 240-15,0 0-96 0,0 0-428 16,0 0 80-16,0 0 24 0,48-32 64 16,-48 32 2212-16,0 0-1344 0,0 0-400 15,0 0-188-15,0 0-7 0,0 0-33 16,0 0-48-16,0 0-28 0,0 0-56 0,0 0-136 15,0 0-76-15,0 0 8 0,0 0 80 16,0 0 36-16,0 0 88 0,0 0 48 16,0 0 0-16,0 0 12 0,0 0 80 15,0 0 40-15,0 0-48 0,0 3-64 0,-4-3-80 16,4 0-32-16,0 4 8 0,0-4 12 16,0 5 0-16,0 5-52 0,4 2 16 15,0 8-4-15,-4 6 124 0,4 5-76 16,-4 4-48-16,4 6-95 0,-4 6 59 15,3 5-76-15,-3 2-8 0,0 2-28 16,0 2-24-16,0-1-20 0,0-3-112 16,0-4-4-16,5-6 4 0,-1-4-8 15,0-9 0-15,4-6-4 0,-4-3-72 16,-1-5-16-16,6-8-32 0,-5 0-36 16,-4-6-112-16,4 1-180 0,0-4-113 0,-4 0-47 15,4 0-64-15,-1-7-52 0,1-2-100 16,5-4-116-16,-5-6-508 0,0-3-736 15,0 3-1693-15,-1-19-1763 0</inkml:trace>
  <inkml:trace contextRef="#ctx0" brushRef="#br0">19762 4473 1828 0,'0'0'8180'0,"0"0"-6983"0,0 0-733 0,0 0 36 15,0 0 524-15,0 0 248 0,0 0-264 0,0 0-252 16,47-70-244-16,-34 63-36 0,6 7 120 16,1-2-16-16,5 2-160 0,-6 2-64 15,5 3 144-15,-8 4-32 16,4 0-152-16,-4 1-84 0,-4 3-24 0,-5-1-64 16,6 4-44-16,-9-2 20 0,0 0-116 15,-1 2 56-15,-3 1-48 0,0-1-8 16,-7 3 4-16,-5-3 0 0,0-1-4 0,-8 4 0 15,0-3 4-15,0-3-8 0,-4-1 52 16,1-2 8-16,2-4 0 16,-3 0-60-16,5-6-44 0,-5 0-140 0,3 0-84 0,2 0 36 15,3-2-8-15,-1-8-92 16,6 3-60-16,-1-5-60 0,0-1-76 16,8 1-88-16,0-1-400 0,4-3-464 0,4 4-476 15,0-2-528-15,16-1-2489 0</inkml:trace>
  <inkml:trace contextRef="#ctx0" brushRef="#br0">20252 4375 1188 0,'0'0'10893'0,"0"0"-8585"0,0 0-908 0,0 0-136 15,-40 79 160-15,24-54-232 16,4 5-164-16,4-5-456 0,0-3-292 0,8-3-136 15,0-3-68-15,4-4-76 0,4-2-44 16,4-4 32-16,4-2-88 0,0-4-20 16,7 0-100-16,1-10-12 0,4-2-192 15,0-5-92-15,0-1-44 0,-3-1 20 0,-1 0 96 16,-9 0 184-16,-3-1 160 16,-4 4 100-16,0 0 92 0,-8 4 120 15,0-4 32-15,-8 3 64 0,-4-2 60 0,-4-2-72 16,4 4-112-16,-7 3 36 15,2 10-52-15,2 0 116 0,-6 5-16 16,1 11-12-16,5 3-28 0,-6 3-56 0,10-3-52 16,-2-1-120-16,2-1-164 0,7-2-164 15,0-5-160-15,0-1-320 0,4-3-196 16,0-6-108-16,8 0-724 0,7 0-1192 16,-2-6-2029-16,6-7-747 0</inkml:trace>
  <inkml:trace contextRef="#ctx0" brushRef="#br0">20527 4336 4500 0,'0'0'6328'0,"0"0"-4387"0,0 0-389 0,0 0-204 16,0 0-16-16,12 87 80 15,-12-59-160-15,0-2-360 0,0-1-280 0,0-3-28 16,0-6-159-16,4-3-293 0,3-7-128 16,6 1-4-16,2-7-48 0,2 0-36 15,6-5-88-15,1-3-21 0,0-5-183 16,4-3-28-16,-4 3 16 0,-5-2 168 0,6-2-36 15,-9 5 164-15,-1 2 92 16,-2 1 0-16,-1 3 0 0,-5-1 96 0,-3 4 36 16,0 3-80-16,-4 3 216 0,0 4 108 15,0 2 16-15,0 4-92 16,0 0-79-16,5-1-49 0,-5 1 80 0,4-4 40 16,3 1-76-16,1-7-164 0,5-3-40 0,-2 0 84 15,1-3 0-15,8-7-36 16,-3-3 60-16,6-1-48 0,1-6-64 15,-4-2-8-15,4-4-80 0,-5 4-112 0,2-4-232 16,-2 0-60-16,-3-2-125 16,1 3-375-16,-6 0-364 0,-3 6-428 15,0 0-708-15,1 9-724 0,-6 4-1713 0,1 3-267 0</inkml:trace>
  <inkml:trace contextRef="#ctx0" brushRef="#br0">21212 4353 9772 0,'0'0'2193'15,"0"0"-417"-15,0 0-408 0,0 0 28 16,64 66-164-16,-40-59-108 0,4-4-436 0,-1-3-360 16,1-3-80-16,9-7-116 0,-5-5-132 15,-1-2-244-15,1-1-256 0,-5-2 68 16,-3 2-120-16,-7 1 268 0,-6 1-40 16,-7 5 220-16,-4-3 104 0,0 1 96 15,-8 4 4-15,-7-1 160 0,-1 4 12 0,-1 3 72 16,-6 3-12-16,3 6 24 0,-4 10-64 15,1 3 40-15,2 6 144 0,-3 4 472 16,0 3-231-16,5 0-233 0,-2 3-120 16,6-4-48-16,2-1-112 0,10-9-132 15,3-5-60-15,0-3 116 0,11-5-128 16,6-3-60-16,3-3-12 0,3-2-108 0,-3 0-148 16,8-7-264-16,-4-1 12 0,4-5-165 15,-5-3-315-15,2-3-324 0,-1 0-644 16,-4 0-628-16,-1-6-1821 0,-2 9 389 15,2-20-780-15</inkml:trace>
  <inkml:trace contextRef="#ctx0" brushRef="#br0">21794 4178 156 0,'0'0'10548'15,"0"0"-7907"-15,0 0-1193 0,0 0 204 16,68 67-260-16,-61-35-160 0,1 0-104 16,-3 1-176-16,-5 3-151 0,0-1-37 0,0 0-24 15,-5 1-248-15,-3-6-152 16,1 3-124-16,-6-5-168 0,5-2-48 0,1-8-8 15,-1-5-52-15,8-3-12 0,0-7-96 16,0-3-60-16,8 0 44 16,3-7 184-16,6-5 0 0,11-7 132 0,3-6-120 0,9-10 52 15,8-7-4-15,-1-3-60 16,6-5-48-16,-1 1-76 0,-1 2-164 16,-3 6-268-16,-1 6-160 0,-2 7-205 0,-10 9-727 15,-10 10-1476-15,-2 2-4589 0</inkml:trace>
  <inkml:trace contextRef="#ctx0" brushRef="#br0">22889 4657 18597 0,'0'0'3068'0,"0"0"-1335"0,0 0-861 15,0 0-500-15,0 0-200 0,0 0-172 16,0 0-220-16,0 0-408 0,0 0-60 15,0 0-220-15,-79-34-1049 0,51 27-5043 0</inkml:trace>
  <inkml:trace contextRef="#ctx0" brushRef="#br0">4761 8883 5672 0,'0'0'584'0,"0"0"4044"0,0 0-1707 16,0 0-1353-16,0 0-548 0,0 0 52 16,0 0-180-16,0 0-156 0,0 0 220 0,0 0-404 15,0 0-128-15,0 86 28 0,0-51-15 16,0 4-37-16,0 1-48 0,0 11-36 15,0 3-76-15,0 9-84 0,-5 7-92 16,5 10-16-16,-7 9-48 0,-1 9-4 16,0 7-96-16,-4 13-32 0,-4 8 12 15,4 8-96-15,-4 2 32 0,4 7 28 16,0 0-4-16,4-10-32 0,5-12 84 0,-1-13-16 16,4-16 52-16,0-15-25 15,7-14 25-15,1-13-16 0,0-9-128 16,4-5-28-16,4-11-120 0,-4-6-188 0,4-6-44 15,-4-3-32-15,4-8-220 0,0-2-544 16,3 0-760-16,-6-2-908 0,2-17-2489 16</inkml:trace>
  <inkml:trace contextRef="#ctx0" brushRef="#br0">5414 9563 5580 0,'0'0'5705'0,"0"0"-3657"15,0 0-500-15,0 0-276 0,0 0-108 16,0 0 48-16,0 0-376 0,84 47-224 0,-44-18-148 16,3 6 48-16,9 6 204 0,4 7-299 15,4 6-273-15,-5 3-136 0,1 6-8 16,0 1 0-16,-4 3-8 0,-5-4-40 15,-2 0-24-15,-6 1 60 0,-3-10-184 0,-4-7-109 16,-4-5-71-16,0-14-12 0,-8-6 120 16,-1-8 60-16,-6-8-76 15,-1-3-120-15,0-3-136 0,-4-6-48 0,0-7-292 0,-1-10-644 16,-3 9-1228-16,1-25-3721 0</inkml:trace>
  <inkml:trace contextRef="#ctx0" brushRef="#br0">6458 9474 784 0,'0'0'10389'0,"0"0"-9233"0,0 0-736 16,0 0 256-16,0 0 660 0,-87 51 108 15,59-26-356-15,-4 7-280 0,0 10-144 0,-8 2-72 16,0 10-28-16,-4 9-148 0,-12 7-160 15,0 6-244-15,-7 10-4 0,-5 0 0 16,5 3-8-16,-1-5-100 0,8-1-132 16,8-6 24-16,8-10-328 0,8-17-56 15,12-9-48-15,8-11-40 0,5-11-28 16,3-7-156-16,4-2-372 0,0-7-860 0,0 0-2465 16,0-3-1607-16</inkml:trace>
  <inkml:trace contextRef="#ctx0" brushRef="#br0">7031 9090 5916 0,'0'0'636'0,"0"0"5217"0,9 67-4601 16,-1-32-252-16,0 9 84 0,-1 7-4 15,6 9-260-15,-5 10-312 0,8 6-148 16,-4 6-176-16,3 5-124 0,-2 4-56 15,2 5 0-15,-2 2 60 0,-2-2-16 16,2-5-12-16,-6 1-36 0,1-3-96 16,-4 0 20-16,4 0 16 0,-8 0-16 0,0-6 64 15,0-4 0-15,0-5-88 0,0-18 16 16,0-5-52 0,0-10-124-16,0-6-172 0,0-6 20 0,5-8-24 0,-5-1 48 15,0-4 60-15,3-7-364 0,-3-2-432 0,0-4-840 16,0-3-909-16,0 0-1027 15,0-6-404-15</inkml:trace>
  <inkml:trace contextRef="#ctx0" brushRef="#br0">8243 9693 3980 0,'0'0'1800'0,"0"0"2860"15,0 0-3167-15,0 0-97 0,0 0 40 16,0 0-344-16,0 0-336 0,0 0-84 0,0 0-148 16,60-12 80-16,-20 7 392 15,3 5-372-15,5-2-244 0,8 2-112 0,-1 0-24 16,1 0 36-16,0 2-72 0,4 3-52 16,-4-3-100-16,4-2-56 0,0 0-48 15,0 0-36-15,-1 0 24 0,-4-2-52 16,5-3 28-16,-4 3-60 0,0-1-88 15,-8-4-100-15,-4 5-144 0,-9-3-84 0,-7 3-80 16,-7-2-164-16,-6 4-348 16,-11 0-936-16,-4 0-2285 0,-12 11-987 0</inkml:trace>
  <inkml:trace contextRef="#ctx0" brushRef="#br0">8530 10007 1528 0,'0'0'8556'15,"0"0"-6587"-15,0 0-1009 0,0 0-168 16,0 0 576-16,0 0-196 0,0 0-388 16,0 0-164-16,88-3 0 0,-45 3-68 0,5 0-84 15,0 3-188-15,4 1-156 0,0-4-120 16,-5 0 44-16,1 0-48 0,5 0-108 15,-10 0-28-15,0 0-120 0,-2-4-372 16,-2 4-312-16,-7 0-92 16,-4 0-312-16,-7 0-1244 0,-6 0-3001 0,-15 6-1467 15</inkml:trace>
  <inkml:trace contextRef="#ctx0" brushRef="#br0">8514 10306 3496 0,'0'0'6296'0,"0"0"-5107"0,0 0-677 16,0 0 272-16,0 0 836 0,0 0-152 0,0 0-348 15,0 0-384-15,0 0-92 16,0 0 296-16,123 0-108 0,-67 0-280 0,4 0-272 16,0 0-96-16,-4 0-140 0,7 3-44 15,1 0-108-15,0-3 96 16,8 3-172-16,-1-3 12 0,1 0-368 0,-5 0-564 15,-3 0-368-15,-16 0-1180 0,12 0-2889 0</inkml:trace>
  <inkml:trace contextRef="#ctx0" brushRef="#br0">10410 8941 4408 0,'0'0'532'0,"0"0"3624"16,0 0-2592-16,0 0 325 0,0 0-665 0,0 0 132 0,0 0 168 16,0 0-296-16,25 95-204 15,-22-48-164-15,-3 11-104 0,4 11-208 0,-4 8-180 16,0 8-140-16,0 7-92 0,0 7-63 16,0 9-1-16,0 6-28 0,0 7-44 15,-7 5-8-15,-1-1-64 0,-1-6 12 0,5-3 47 16,4-15-95-16,0-12-28 15,4-9-120-15,9-17-204 0,2-12-128 16,2-9 184-16,7-11-72 0,-1-15 20 0,5-7-208 16,4-9-424-16,-1-6-644 0,10-13-572 15,-18 0-1649-15,18-22-2359 0</inkml:trace>
  <inkml:trace contextRef="#ctx0" brushRef="#br0">11283 9512 3420 0,'0'0'9957'0,"0"0"-8713"0,0 0-928 16,0 0-140-16,0 0 916 15,91 63 36-15,-63-31-152 0,4 7-200 0,4 5-260 16,1 10-100-16,2 3 440 0,-3-1-176 16,0 2-363-16,-1-1-173 0,-3-5-68 15,0-8-76-15,-4-6-36 0,0-4-28 0,0-5-117 16,-4-10-183-16,0-3-112 16,4-7-220-16,-5-4-100 0,1-5-248 15,4-14-292-15,0-2-196 0,-4-9-580 0,1-4-1865 16,-10 7-327-16,5-19 76 0</inkml:trace>
  <inkml:trace contextRef="#ctx0" brushRef="#br0">12096 9462 8412 0,'0'0'5585'0,"0"0"-5245"16,0 0-340-16,0 0 4 0,-84 53 428 15,52-24 600-15,-7 2 296 0,-2 14-336 16,-6 3-364-16,-9 6-48 0,0 3-44 15,-8 7-44-15,-3 2-224 0,-1 4-72 16,-8 2-76-16,5-1-112 0,-1-1-8 0,4-7-256 16,4-6-60-16,13-10-176 15,10-7-132-15,10-15-28 0,15-6-148 16,12-13-272-16,4-6-612 0,0-3-1368 16,20-19-2445-16</inkml:trace>
  <inkml:trace contextRef="#ctx0" brushRef="#br0">12311 8857 1280 0,'0'0'1080'15,"0"0"-728"-15,0 0 0 0,0 0-52 0,0 0 80 16,0 0 2576-16,0 0-1516 15,0 0-556-15,0 0-96 0,0 0 208 0,-20-28 265 16,20 25-149-16,0 1-172 0,0 2-128 16,0 0-56-16,0 0-76 0,0 0 68 15,0 0-28-15,0 0-104 0,0 0-36 0,0 0-52 16,0 0-160-16,0 5-112 0,0 2-72 16,0 12 60-16,4 6-76 15,0 7 52-15,1 9 36 0,-5 3 132 0,3 2-11 16,-3 1-193-16,0 4-28 0,0-4-84 15,-3 3-72-15,-2-5 0 0,1 0 0 16,0-4-8-16,0-9-4 0,4-7-60 16,0-6 0-16,0 0-12 0,0-7-12 0,0-1-40 15,0-5-157-15,-4 0-95 16,4-2-208-16,0-1-124 0,0-3-128 0,0 0-160 16,0 0-272-16,0-3-304 0,0-1-532 15,0-5-593-15,0 0-1851 0,4-8 500 16</inkml:trace>
  <inkml:trace contextRef="#ctx0" brushRef="#br0">12315 9315 1084 0,'0'0'6308'16,"0"0"-4192"-16,0 0-363 0,0 0-533 0,0 0 68 0,28-72-96 15,-16 65-160-15,0 0-180 16,4 4-4-16,0 1 104 0,7 2-68 0,1-4-248 16,0 4-184-16,4-3-76 0,0-1-48 15,0 1-60-15,4-6-132 0,0 2-136 16,0-2-84-16,-4-1-60 0,4-2-112 0,-4 2-196 15,-5-2-96-15,5-1-148 0,0 1-128 16,-4-1-500-16,-4 0-692 0,-4-1-2024 16,0 0-2213-16</inkml:trace>
  <inkml:trace contextRef="#ctx0" brushRef="#br0">12793 8826 9320 0,'0'0'1256'0,"0"0"-1192"0,0 0 593 0,0 0 791 0,0 0 120 16,16 89-180-16,-12-57-484 0,0 3-232 15,0 7-40-15,0-2 220 0,-4 8-348 16,4-3-468-16,-4 2-36 0,0 0-196 16,0-2-380-16,0-1-352 0,0-2-168 15,4-7-528-15,4-9-1496 0,7-5-3293 0</inkml:trace>
  <inkml:trace contextRef="#ctx0" brushRef="#br0">13690 8772 10392 0,'0'0'4741'0,"0"0"-3909"15,0 0-832-15,0 0-452 0,0 0 452 16,0 0 892-16,-44 71 428 0,32-40-368 15,3 7-500-15,2 10-108 0,3 9 100 16,4 9 188-16,-4 8-8 0,4 5-152 16,0 3-107-16,0-1 35 0,4-6 124 15,0 1-56-15,0-6-272 0,-4 0-184 16,3-3-12-16,2 0-48 0,-5-8-12 0,0 5-24 16,0-4-64-16,0 4-152 0,0-4-16 15,0-3-60-15,-5 4 0 0,2-7 11 16,-5-4 85-16,8-2 84 15,-4-3 4-15,4-10 32 0,-4-4-60 0,4-9-12 16,0 1-48-16,-4-8-52 0,4-2-184 16,-4-4-296-16,0-2-252 0,0-7-312 0,0 3-340 15,0-3-928-15,0-3-2481 0</inkml:trace>
  <inkml:trace contextRef="#ctx0" brushRef="#br0">15571 9344 11409 0,'0'0'2960'16,"0"0"-1444"-16,0 0-748 16,0 0-84-16,0 0 564 0,0 0-80 15,0 0 52-15,7 66-564 0,-3-33-255 0,0 5-217 16,0-4-76-16,0 1-48 0,0-3-60 15,0-7-4-15,4-6-80 0,0-2 24 0,-4-5-48 16,3-3-4-16,-7-5 16 0,5-1-49 16,-5-3-99-16,4 0-120 15,-4 0-52-15,0 0-8 0,0 0 128 0,0-7-8 16,4 0-16-16,0-4-24 0,4-6 260 16,-5-5-28-16,10-6 64 0,-1-4 36 15,4 0-64-15,-1 0 32 0,6 4 44 16,-1 5 72-16,-5 4-68 0,2 7 208 15,-2 3 80-15,-3 5 28 0,-4 4 48 16,-4 0-40-16,4 11 76 0,-4-3 0 0,0 9-88 16,-4-2-64-16,0 3-116 15,0 6-88-15,0-6-35 0,0-2-9 16,0-3-4-16,0-4-61 0,8 1-51 0,-4-7 4 16,8-3 24-16,0 0-76 0,8-3-56 0,0-7 68 15,8-5 140-15,0-1 8 16,0 0-4-16,-5 2-4 0,-3 9-40 15,-4 2-24-15,-4 3 72 0,-4 3 168 0,0 9 224 16,0 4 20-16,0 10-83 16,0-1-77-16,0 7-68 0,-4-4-52 15,0-2-12-15,0 0 64 0,0-5-64 0,4-1-72 16,-4-8-48-16,8-2 0 16,-4-4-72-16,3-3-84 0,2 0-232 0,-1-3-208 15,4-3 111-15,-1-6-123 0,6-4-356 0,-2-3-636 16,5-4-1384-16,-8 6-2881 15,12-9-2047-15</inkml:trace>
  <inkml:trace contextRef="#ctx0" brushRef="#br0">16598 9566 13269 0,'0'0'1916'0,"0"0"-1264"0,0 0-324 16,-4 85 748-16,0-62 372 0,4-4-480 0,0-6-772 15,0-4-196-15,4-6 0 16,4-3 88-16,8 0 84 0,4-3-172 0,0-9-28 15,4-8-216-15,4-1-12 0,-1-2-52 16,-3 1 76-16,-3-3 36 0,-1 5-28 16,-13 1 212-16,-3 0 12 0,-4 3 184 15,-7 4 112-15,-10-1-208 0,2 10 192 16,-13 3-84-16,4 0 24 0,-8 13 16 16,0 6 68-16,4 3-72 0,0 0-76 15,4 0-156-15,5 0-60 0,6-6-72 0,2 1-248 16,7-5-316-16,0 1-264 0,4-7-476 15,4 1-784-15,15-7-3117 0</inkml:trace>
  <inkml:trace contextRef="#ctx0" brushRef="#br0">17167 9557 15557 0,'0'0'2336'0,"0"0"-1300"16,0 0 204-16,-43 69 404 0,19-44-59 0,-4 0-437 15,5 2-616-15,3-8-388 0,3-4-84 16,9-2 24-16,1-6-84 0,7-7 0 16,0 0-84-16,0 0-36 0,4 0-36 0,7 0-112 15,6-4 88-15,11-5 84 16,-1-1-192-16,5-6-64 0,-4 1-20 16,4-5 44-16,-4-1 36 0,4-5 76 0,-4 0-16 15,4-5-44-15,-4-11-17 16,4-5-83-16,-1-7-148 0,1-13-148 0,0-9-332 15,4-7-340-15,3-9-224 0,-3-2-132 16,5-2 36-16,-14 11-597 0,-3 14 2261 16,-8 20 36-16,-8 23 1741 0,-8 15 131 0,0 9-232 15,0 4-336-15,0 4-292 16,-12 9-260-16,0 6-188 0,-4 10-96 0,0 5-80 16,-3 8-32-16,-2 3 228 0,10 5-123 15,-6 4-229-15,6 4-64 0,-6 1-56 16,6 5-88-16,-6-1-52 0,2-2-8 15,-1-4-12-15,8-3-112 0,0-7-92 16,3-2-64-16,5-10 4 0,0-4-141 16,5-5-215-16,7-7-124 0,-1 0-136 15,6-6-572-15,7-1-948 0,-9-5-1960 0,13-7-5925 16</inkml:trace>
  <inkml:trace contextRef="#ctx0" brushRef="#br0">18112 9487 9336 0,'0'0'7005'0,"0"82"-6021"16,-4-25-640-16,-4 13-8 0,-4 13 196 0,0 2 364 15,-8 1 316-15,5-4-396 0,-2 1-319 16,10-6-253-16,3-1-148 15,4-13-40-15,0-6-56 0,4-9-48 0,12-13-180 16,-1-10-101-16,6-6-171 0,-2-6-84 16,1-7-52-16,0-6-136 15,-4-3-272-15,0-10-360 0,4-5-404 0,-8-11-1096 0,-4 7-2849 16,0-23-391-16</inkml:trace>
  <inkml:trace contextRef="#ctx0" brushRef="#br0">18204 9515 4516 0,'0'0'9229'16,"0"0"-7937"-16,0 0-888 0,0 0 284 16,0 0 216-16,0 0-96 0,91 25-216 15,-70-8-76-15,-2 1-48 0,-3 1-136 0,0 4-112 16,-4-1-160-16,-4 1-60 0,-8 2-84 16,0 3-420-16,-15 4-48 15,-13 0-288-15,-9 0-124 0,-10 3-356 0,-9-5-880 16,8-3-2569-16,-28 1-607 0</inkml:trace>
  <inkml:trace contextRef="#ctx0" brushRef="#br0">15463 9071 7272 0,'0'0'2384'16,"0"0"-471"-16,0 0-469 15,-25 67 184-15,10-33-68 0,-1 11-248 0,0 9-336 16,-8 6-112-16,0 10-92 16,5 5-52-16,-9 9-64 0,3 7-159 0,5 2-133 15,1 2-228-15,6 0-52 0,10-5-84 16,3-8-196-16,3-9-80 0,14-9-29 16,11-7-71-16,11-16-136 0,9-10-72 15,16-11-176-15,12-18-124 0,15-8-516 0,-19-6-1348 16,55-30-4201-16</inkml:trace>
  <inkml:trace contextRef="#ctx0" brushRef="#br0">19431 9017 5580 0,'0'0'11049'15,"0"0"-9853"-15,99 51-924 0,-74-23 36 16,-1 10 504-16,-5 3 328 0,-10 8 272 16,-2 3-395-16,-7 6-557 0,0 2-168 15,-7 3-136-15,-14 5-144 0,-7 1-12 16,-3 1 0-16,-13 3-120 0,-4 1-148 0,-12-2-92 16,-4-2-76-16,-3 1-208 15,-9-5-121-15,4-3 9 0,1 4-52 16,-2-4-472-16,2-2-976 0,19-17-960 0,-35 19-3937 15</inkml:trace>
  <inkml:trace contextRef="#ctx0" brushRef="#br0">4633 8360 3636 0,'0'0'3164'0,"0"0"-2568"16,0 0-412-16,0 0 840 15,0 0 788-15,0 0 333 0,-92-63-665 0,65 63-228 16,-10 9-232-16,-6 7-160 0,-13 9-88 16,-8 7 212-16,-11 9-184 0,-9 10-116 15,-4 3-208-15,-3 9-88 0,-1 4-228 0,-3 3-52 16,3 2-100-16,-4 7 64 16,1 1-24-16,-5 7-40 0,4 1 104 0,0 7-108 15,1 10 4-15,3 9 89 0,9 4 35 16,3 6-120-16,9 2-12 15,11 1-12-15,4 7-60 0,13-1 68 0,2 4 4 16,13-5-60-16,9 3 52 0,6-5-4 16,13 0-133-16,0-6 81 0,21 3 16 15,10-3-24-15,9 2 72 0,16-2-48 0,11-2 44 16,14 1 4-16,14-2-108 16,8-5 92-16,17 6 4 0,16-8 8 15,11 4 4-15,17-7-4 0,6-1 4 0,18-5 0 16,11-3-132-16,9-10 124 15,15-3-112-15,11-9 120 0,13-4 52 0,13-4-52 16,11-1-256-16,12-5 256 0,16-6 44 16,6 1 100-16,15-7-144 0,6-3 0 15,18-7 100-15,6-4-64 0,13-1-28 16,7-7-8-16,8-3 0 0,13-1 0 0,-1-6-120 16,8 1 120-16,5-1-4 0,4-10-36 15,-1 1 40-15,8-3 52 0,1-7-44 16,3-3-8-16,8 0 0 0,1-13-52 15,7 0-20-15,0-12-36 0,4-3-76 16,5-7-36-16,3-6 208 0,-3-4-268 16,2-6 164-16,2 0 108 0,-5-6-32 15,-4-3 40-15,0-4 60 0,-8-5-8 0,5-5-52 16,-9-2 244-16,-3-6-232 16,-8-4 160-16,-5-6-84 0,-8-6-80 0,-16-4 104 15,-7-6-112-15,-16-6-328 0,-20-4-40 16,-17-6 88-16,-23 1-148 0,-17-1 192 15,-22-3 176-15,-21 0 48 0,-24-3-36 16,-24-4-76-16,-24 1 124 0,-23-7 184 0,-28 1 36 16,-21-1 52-16,-28 0-28 0,-27-2 0 15,-20-6-196-15,-24 3-48 16,-28-7-168-16,-23-3-64 0,-29-5-40 0,-20 2 64 16,-27-1 36-16,-21 0-112 0,-18 3 76 15,-18 0 12-15,-16 8-16 0,-19 2 124 16,-12 7 40-16,-16 8 48 0,-16 1 40 15,-12 5 36-15,-7 4-4 0,-14 2-72 16,-7 5-84-16,-11 2-72 0,-8 4 156 16,-9 7 36-16,-12-1 40 0,-8 10-64 0,-15 0 48 15,-17 6 76-15,-8 7-60 0,-11 7 156 16,-16 1-24-16,-4 14-208 16,-9 3-4-16,-7 9 4 0,-5 7-172 0,-2 10 172 15,-6 5 0-15,-6 4-120 0,-2 10 120 0,-8 5 0 16,-2 4 48-16,-5 11 0 0,-5 8 124 15,2 3-120-15,-6 9 216 16,1 7-256-16,4 7 124 0,-8 6-136 0,0 6-124 16,0 10 64-16,-8 5-40 0,4 8-204 15,0 8 32-15,0 8-160 0,7 5 108 16,-3 7 124-16,5 6-108 0,2 11 56 0,1 8-32 16,12 6-120-16,4 10 240 15,8 7-236-15,16 0 48 0,7 6 136 16,16 0-48-16,17 2 176 0,12 3-28 0,19 1-212 15,25-3-268-15,15 0-56 0,31-4-476 16,81-5-1141-16,80-38-1851 0,75 40-1359 16</inkml:trace>
  <inkml:trace contextRef="#ctx0" brushRef="#br0">22730 10188 1684 0,'0'0'11493'15,"-56"-73"-9997"-15,41 34-976 0,2-5 208 16,1-13 476-16,12-3-40 0,0-6-316 0,21-8-440 15,11-5-4-15,7-7-220 16,8-6-28-16,18-6-156 0,3-7-100 0,7-6-84 16,9-3 136-16,4-4-184 0,3 1 228 15,1 0-96-15,7 3 16 0,-3-2-164 16,7 5 200-16,1 4-112 0,-1 5-148 16,-3 7 112-16,-8 9 72 0,-9 13 116 15,-11 10-116-15,-8 16 28 0,-16 5 84 16,-9 13-64-16,-15 12 76 0,-12 9-76 0,-3 5-20 15,-5 3-176-15,-1 11 36 0,-3 16 236 16,0 11 96-16,0 15 44 16,-3 21 180-16,-5 15-136 0,-1 16-108 0,-2 16 36 15,-1 8 36-15,-1 7 28 0,2 1-176 16,3-7-100-16,3-6 20 0,5-16 80 16,0-9 12-16,13-20 36 0,-2-13 52 15,6-11-88-15,-6-17 0 0,1-10-12 16,-7-12 0-16,-1-3-8 0,-4-10 8 0,-17 0 68 15,-7-3-68-15,-19-6-104 0,-17-7-108 16,-15-6-184-16,-21 0 176 0,-20-6 220 16,-20-4-4-16,-19 1-8 0,-16-2-248 0,-12 2 208 15,-13-3-92-15,5 2 140 16,-4 4-68-16,12-1 72 0,11 3-60 0,17 4 84 16,16 5-24-16,23 0 100 0,28 5 72 15,17 2 4-15,26-2-52 16,22-1 96-16,23-2-180 0,16-7-40 0,36-6-200 15,28-7 28-15,27-3 8 0,28-10 28 16,29 1 12-16,19-4 124 0,20 1 100 16,12 3-32-16,13 2-68 0,2 1-100 15,6 6 100-15,-9 0 12 0,-12 7-4 16,-12 4-8-16,-28 10-48 0,-23 7-16 16,-29 7-36-16,-35 3-24 0,-28 13 12 0,-32 5-224 15,-28 12 60-15,-28 5 160 16,-28 6-60-16,-27 8 88 0,-22 4 88 15,-22 11 112-15,-12-1 96 0,-21 11 52 0,-7 2 28 16,-16 7-76-16,-8 6-36 0,-9 4 72 16,-6-1 84-16,2 3 116 0,9 0-44 0,12-6-180 15,15-6-224-15,25-13-104 16,27-9-80-16,25-17-24 0,27-15-264 0,28-10-124 16,20-9-400-16,16-13-784 0,11 0-2809 15,45-10-503-15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cm"/>
          <inkml:channel name="T" type="integer" max="2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cm"/>
          <inkml:channelProperty channel="T" name="resolution" value="1" units="1/dev"/>
        </inkml:channelProperties>
      </inkml:inkSource>
      <inkml:timestamp xml:id="ts0" timeString="2023-07-06T02:23:2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12216 5292 1396 0,'0'0'900'16,"0"0"6188"-16,0 0-6132 0,0 0-295 15,0 0 291-15,0 0 224 0,0 0-80 16,0 0-364-16,0 0-292 0,0 0-36 0,0 0 188 16,0 0 180-16,28 105-152 15,-21-48-100-15,-3 6-52 0,-4 8 0 16,0 8-28-16,-7 4-180 0,-6 2-128 0,-6 2 4 16,2-5 0-16,-3-6-128 0,5-6 100 15,3-10-60-15,3-9 40 0,2-14-36 16,7-1-52-16,-4-11-4 0,4-3-68 15,0-9-52-15,0-3-8 0,0-4-140 0,0-3-264 16,4-3-180-16,-4-3-24 16,7-10 36-16,2-6-500 0,-1-12-496 0,-1-7-708 15,1-14-649-15,1-5-1755 0,-9-7 1724 16</inkml:trace>
  <inkml:trace contextRef="#ctx0" brushRef="#br0">12164 5509 1188 0,'0'0'1760'0,"0"0"232"15,20-71 2332-15,-12 56-3120 0,7-5-135 16,-2 8 7-16,2 2-16 0,5 4-108 16,-4 3-120-16,4 3-204 0,0 3-112 0,0 7-44 15,0 2-136-15,-4 4-160 0,-4 3-28 16,-4 3-148-16,-5 3 0 16,-3 1-88-16,0-3 88 0,-11 2 0 0,3 0 0 0,-8-3 76 15,0-2-76-15,0-1 0 0,0-4 56 16,0-5-44-16,1-1 60 0,-2-2-72 15,2-7-136-15,2 0-236 0,-2 0-152 16,2 0-140-16,-2-10-52 0,2-3-232 16,2-2-488-16,3-1-1585 0,-1-12-3363 15</inkml:trace>
  <inkml:trace contextRef="#ctx0" brushRef="#br0">12801 4884 6320 0,'0'0'340'0,"0"0"2864"0,0 0-1823 0,0 0 183 16,0 0-36-16,0 0-52 0,55 84-420 15,-42-51-300-15,2 4-12 0,-2 9 16 16,2 4-220-16,-2 7-184 0,-5 9-124 15,-1 5-72-15,-7-2-156 0,0 7-4 16,0 1 0-16,-4-4-8 0,1-4-88 16,-5-5-40-16,4-4-280 0,4-6-88 0,-5-9-136 15,5-7 0-15,5-10-28 16,-1-5-80-16,7-7-72 0,1-7-364 16,4-3-648-16,-8-6-997 0,12-3-2475 0</inkml:trace>
  <inkml:trace contextRef="#ctx0" brushRef="#br0">13625 4966 796 0,'0'0'9124'0,"0"0"-7511"0,0 0-525 15,0 0-220-15,0 0 312 16,0 0-84-16,0 0-176 0,0 0-300 0,0 0-184 15,0 0-212-15,0 0 120 0,25 37 100 0,-22 8 464 16,1 12-272-16,1 10-148 0,-5 6-12 16,0 6-88-16,0 0-228 0,0-3-87 15,-9 4-25-15,-2-4-48 0,-1-2-4 16,0-5-8-16,4-8 8 0,0-14-8 16,8-5-61-16,0-11-123 0,4-5-204 15,8-11-76-15,4-2-72 0,0-4-148 0,4-9-180 16,4 0-444-16,4-6-1004 0,-9-3-1997 15,5-17-1935-15</inkml:trace>
  <inkml:trace contextRef="#ctx0" brushRef="#br0">14458 5207 3208 0,'0'0'5588'0,"0"0"-2683"0,0 0-1857 16,0 0-320-16,0 0 288 0,0 0 84 15,0 0-20-15,-92-19-72 0,69 44-244 16,-1 10-124-16,-4 9 48 0,4 11-64 15,-4 5-160-15,0 3-28 0,5 7-60 16,-1-3-59-16,4-4-13 0,4-2-108 0,4-11 8 16,12-2 4-16,0-13-64 0,8-3 48 15,8-11 16-15,4-4-16 16,4-4-36-16,3-7-144 0,1-6-12 0,4 0-60 16,-4-10-144-16,4-2-244 0,0-4-192 15,-8-3-141-15,0 0-119 16,-4-4-284-16,-12 4-540 0,0 0-360 0,-8-3-1100 15,-4 0 15-15,-13 0-1135 0,-2 0 1252 16,-5 3 981-16</inkml:trace>
  <inkml:trace contextRef="#ctx0" brushRef="#br0">14315 5661 1332 0,'0'0'2008'0,"0"0"3108"0,0 0-2904 15,0 0-243-15,0 0-89 0,0 0-136 16,0 0-276-16,0 0-88 0,0 0-300 0,0 0-288 16,84 25-268-16,-52-27-244 15,0-5-207-15,4-6-73 0,-5 0-197 16,1 1-555-16,0-4-348 0,0 0-348 0,-4 0-944 15,-4 0-2236-15,-8 0-2777 16</inkml:trace>
  <inkml:trace contextRef="#ctx0" brushRef="#br0">14654 5568 1748 0,'0'0'10045'0,"0"0"-8609"0,0 0-460 0,-44 93 540 0,32-58 100 15,0 3 0-15,4-4-328 0,0 2-460 16,4-5-448-16,4-2-376 0,0-4-4 15,4-5-120-15,8-5-196 0,0-5-196 16,8-4-172-16,4-6-308 0,4 0-680 0,-8-6-1436 16,8-17-4581-16</inkml:trace>
  <inkml:trace contextRef="#ctx0" brushRef="#br0">15068 5188 8432 0,'0'0'4809'16,"0"0"-3681"-16,0 0-168 0,0 0 400 16,9 89 32-16,-9-49 84 0,-5 9-304 15,1 1-428-15,-8 7-259 0,5 6-181 16,-10 1-152-16,2 3-152 0,-6 0-8 16,5-4-4-16,1-3-108 0,3-6-36 0,3-2-149 15,6-11-71-15,3-6 84 16,7-4-148-16,2-3 12 0,3-2-120 0,4-7-128 15,-1-6-396-15,-3-3-748 0,4-7-960 16,5-6-3409-16</inkml:trace>
  <inkml:trace contextRef="#ctx0" brushRef="#br0">16395 5715 9168 0,'0'0'4113'0,"0"0"-3197"15,0 0-92-15,0 0 168 0,84-4 24 0,-32 2 260 16,7-4-264-16,9-5-108 16,3-1-208-16,6 2-284 0,-6-3-132 0,-3 1-156 15,-12 2-124-15,-4 1-136 0,-9 3-108 16,-3 2-376-16,-12 1-160 0,-4 0-252 15,-8 3-848-15,-12 0-2124 0,-4 3-2293 16,-20 4-442-16</inkml:trace>
  <inkml:trace contextRef="#ctx0" brushRef="#br0">16550 5889 7096 0,'0'0'4909'0,"0"0"-4309"0,0 0 128 16,0 0 164-16,120 28 596 0,-68-28-36 15,11-2-436-15,1-8-572 0,7-6-184 0,-2-3-212 16,-5 0-48-16,-5 0-368 0,-7 0-744 16,-4 0-164-16,-1 0-272 0,-19 3-1668 15,16-9-3777-15</inkml:trace>
  <inkml:trace contextRef="#ctx0" brushRef="#br0">17092 5359 4680 0,'0'0'5260'0,"0"0"-4199"0,0 0-57 15,0 0 132-15,107 13 340 0,-62-7-192 16,-2 4-220-16,9-1-216 0,0 7-256 0,-1 0-272 16,-2 6 84-16,-10 0-108 15,2 3-12-15,-14 5-108 0,1 1-172 0,-12 1-8 16,-8 6 0-16,-8 0-8 0,0 4-168 15,-20-1 68-15,-7 3-208 0,-10 4 224 16,-3-1 20-16,-3 0 16 0,-1-2-88 16,0 0-60-16,5-4-176 0,-2-3-220 15,9-3-244-15,4-6-432 0,13-10-884 16,-2 0-3037-16</inkml:trace>
  <inkml:trace contextRef="#ctx0" brushRef="#br0">18793 5229 10304 0,'0'0'3945'0,"0"0"-2657"15,0 0-20-15,0 0-288 0,0 0 208 16,0 0 12-16,0 0-372 0,0 0-340 0,0 0-136 15,0 0 257-15,0 0-173 0,112 0-124 16,-60-6-120-16,-1-4-184 16,2-2 8-16,-1-1-16 0,-1-3-44 0,-3 3-16 15,-5 1-48-15,-2 1-72 0,-5 6 8 16,-8-2 88-16,-5 4-36 0,-7 3-60 16,-4 0-52-16,-4 7-12 0,-4 8 91 0,-4 3 149 15,0 9 8-15,0 8 5 0,0 6 75 16,-4 6-12-16,-4 8-64 15,0 2 4-15,-4 6 40 0,0 1-52 0,0 2 0 16,9-2-4-16,-6-10 0 16,9-3 0-16,0-14 0 0,0-2-4 15,5-8-44-15,-1-6-44 0,-1-2 96 0,-3-7-48 16,4 2-49-16,-4-5 9 0,0-2-264 0,0-1-280 16,0-3-112-16,0 0-264 15,0 0-708-15,-7-3-708 0,3 0-828 16,-20 0-3861-16</inkml:trace>
  <inkml:trace contextRef="#ctx0" brushRef="#br0">18861 5772 4484 0,'0'0'2996'0,"0"0"-264"16,0 0-1043-16,0 0-385 0,88-25 144 15,-53 14-124-15,10 3-348 0,-2-5-228 16,5 3-280-16,-8 1-344 0,-4 2-124 15,-5 4-196-15,-6 1-88 0,-5 2-264 0,-5 2-792 16,-11 8-488-16,1-3-2393 16,-10 12-1355-16</inkml:trace>
  <inkml:trace contextRef="#ctx0" brushRef="#br0">18973 5997 2568 0,'0'0'5104'0,"0"0"-2484"0,0 0-1039 16,0 0-425-16,0 0-12 0,0 0 168 15,0 0-316-15,95 0-224 0,-50-9-312 16,2-4-288-16,9-3-172 0,-4 0 0 16,3 4-320-16,-3-4-516 0,0 4-344 0,-12 5-1024 15,8-3-4133-15</inkml:trace>
  <inkml:trace contextRef="#ctx0" brushRef="#br0">20866 5747 1892 0,'0'0'7636'0,"0"0"-6384"16,0 0-659-16,0 0-169 0,0 0 256 16,0 0 292-16,0 0-20 0,-52-67-144 15,44 60-104-15,3 7-76 0,1 0-88 0,0 0 4 16,-3 7-60-16,-5 9-164 0,-4 5-48 15,-5 9-16-15,6 8 16 0,-5-1 0 16,4 2-76-16,4-8-52 0,8-1-44 16,4-16-88-16,0 0 0 0,12-8 72 15,8-3 4-15,4-3-4 0,4-6-84 16,4-11-72-16,3-2-212 0,1-2-80 0,-4-5-56 16,0 4-48-16,-8-4 36 0,0 4 100 15,-9 3 32-15,2 4 92 16,-9-1 168-16,-1 6 40 0,-2 4 164 0,-5 0 168 15,0 6-108-15,0 0-148 0,0 0 60 16,0 3 96-16,0 6-180 0,0 4 144 16,0 2-72-16,0 5 48 0,0 2-12 0,8 0 24 15,0 0-76-15,3-6-108 16,6 0-4-16,3-4-104 0,8-5-188 0,4-1-244 16,0-6-192-16,7 0-212 15,-3 0-512-15,-8-2-1644 0,11-9-4565 0</inkml:trace>
  <inkml:trace contextRef="#ctx0" brushRef="#br0">21455 5635 5368 0,'0'0'156'16,"0"0"3080"-16,0 0-1440 0,0 0-419 0,0 0-273 0,0 0-304 15,0 0 0-15,0 0 108 16,0 0-88-16,0 0-172 0,0 0-88 16,36 51-188-16,-36-32-116 0,0 4-132 0,0-8-64 15,0 5-60-15,-4-8-4 0,4-2-60 0,0-1 64 16,0-3-4 0,0-2 0-16,0-4-44 0,0 3 40 0,0-3 0 15,0 0-204-15,0 0-24 0,0-3-24 0,0-1-72 16,8-5 56-16,0-1 88 15,4-3 88-15,0 4 52 0,-1 0-4 16,2-1-44-16,-2 4 44 0,-3 3-12 0,-3 3 64 16,3 0 120-16,-1 3 204 0,1 6 172 15,1 4-36-15,-5-1-64 16,3 5-160-16,1 2-88 0,-4-3-28 0,0-1-32 16,1 1-88-16,-1-3-52 0,3 0-48 15,-3-4 24-15,4 1-72 0,-3-1-244 0,2-5-340 16,1 2-284-16,4 1-140 0,0-7-580 15,-4 2-1397-15,3-2-3039 0</inkml:trace>
  <inkml:trace contextRef="#ctx0" brushRef="#br0">22642 5785 10104 0,'0'0'2637'0,"0"0"-1449"15,0 0-760-15,0 0 484 0,0 0 108 16,0 0-36-16,0 0-140 0,100 28-312 16,-69-37-460-16,2-7-72 0,3 0-296 0,-4-6-184 15,0 0 44-15,-8-1 128 16,-1-2 32-16,-3 2-12 0,-8 5 116 16,-8 2 168-16,0 0 4 0,-4 3 172 0,-8 0-44 15,0 0 20-15,-7 4 40 0,2 0-128 16,-2 6 140-16,-2 3-112 0,-3 0 72 15,1 6 40-15,2 13 96 0,-6 7 60 16,-1 5 100-16,0 7 0 0,0 6 56 16,0 1 16-16,4 3-212 0,0-7-96 15,8 0-112-15,5-5-96 0,7-11-12 0,0 0-60 16,4-6 12-16,7-3-36 16,1-7-16-16,12 1 16 0,4-10-280 0,0 0-16 15,7-4-148-15,1-8-184 0,0-7-252 16,4-6-268-16,-4-1-456 0,-8 3-984 15,12-17-3053-15</inkml:trace>
  <inkml:trace contextRef="#ctx0" brushRef="#br0">23471 4842 1188 0,'0'0'1732'0,"0"0"-816"0,0 0-476 16,0 0-100-16,0 0 156 0,0 0 2272 15,0 0-1044-15,0 0-1024 0,0 0-456 0,0 0-100 16,0 0 269-16,-20 28-41 15,20-28-348-15,0 0-24 0,0 0-180 0,0 0-192 16,0 0-285-16,-4 0-275 0,0 0-532 16,0 0-932-16,-7 0-2608 0,54-28 4508 15</inkml:trace>
  <inkml:trace contextRef="#ctx0" brushRef="#br0">23463 4816 5488 0,'0'0'3956'0,"0"0"-2880"15,0 0-651-15,0 0 39 0,0 0 512 16,0 0 428-16,0 0-140 0,4 89-184 0,-4-45-200 16,-8 14 76-16,0 5 4 0,-4 7-184 15,-3 6 40-15,-2 0-192 0,2-2-212 16,-2-2-132-16,1-5-23 0,1-4-101 15,3-5-84-15,7-11-12 0,-3-9 0 16,8-6-48-16,0-7 48 0,0-5-60 16,4-4-12-16,0-4-100 0,5-2 28 15,-1-1-48-15,-5-5-88 0,5-1-133 0,1 0-207 16,-5-3-36-16,3 0-16 16,-3 0-148-16,0 0-264 0,5-10-604 0,-5 4-1212 15,-4-10-3509-15</inkml:trace>
  <inkml:trace contextRef="#ctx0" brushRef="#br0">23978 4940 12821 0,'0'0'1644'0,"0"0"-936"16,0 0-584-16,0 0 268 0,0 0 488 16,0 0 200-16,0 0-116 0,0 0-544 15,0 0 108-15,0 0 232 0,39 98 20 16,-39-33-332-16,-8 0-11 0,0 2-13 15,-4 1-48-15,4-5-180 0,0-3-124 0,0-7-72 16,0-1-48-16,4-11-12 0,4-6 12 16,0-7 40-16,4-9-92 0,4-3 40 15,0-2-24-15,0-6-48 0,0-4-124 16,-4-2-289-16,0 3-175 0,-4-5-72 0,0 0-88 16,0-5-340-16,-8-1-508 15,-3-2-812-15,-6-6-264 0,2-5 11 16,-6 0 545-16,1-6 1312 0,-4-1 936 0,1-2 404 15,-5-4 24-15,4 3-76 0,-4 4 260 16,8 3 388-16,4 6 372 0,8 7 284 16,5 5 41-16,3 4-221 0,0 0 128 0,7 0-636 15,9 0-420-15,8 0 212 16,8 4 76-16,12-4-172 0,3 0-224 16,9-4-256-16,0-5-184 0,4-1-48 0,0-2-220 15,-5 2-188-15,-3-4-552 16,-4 3-256-16,-12 1-720 0,3-2-3501 15</inkml:trace>
  <inkml:trace contextRef="#ctx0" brushRef="#br0">25467 5540 2948 0,'0'0'1904'0,"0"0"-1280"0,0 0 4388 0,0 0-3647 16,0 0 207-16,40-73-252 0,-40 63-48 15,4 1-204-15,-4 6 32 0,0-4 48 16,0 7-172-16,0 0-208 0,0 0-292 0,-4 0-147 16,0 0-109-16,0 0-28 0,-7 10-84 15,-2 6-20-15,-6 6 68 0,-2 7 12 16,-3-1 16-16,9 1-52 0,2-3-76 16,2-8-56-16,7-5-72 15,0-3-12-15,4-4-112 16,0-3 52-16,8-3 48 0,-1 0-124 0,10 0 88 15,2 0 124-15,5-6-112 0,4-4-148 0,0-2-97 0,-4-1-75 16,4 0 88-16,-8 0-28 0,0 7 76 16,-1 3 60-16,1 3 60 15,1 3 84-15,-2 10 100 0,-3 6 4 16,0 3 120-16,0 3-120 0,-4 5 84 0,0 1-28 16,-4 4 112-16,0 0 144 0,-8 0-192 15,0 6 8-15,0-4 112 0,-4 5-36 0,-8-1-36 16,0-6 120-16,-4 3 0 15,0-3-87-15,-3-2-57 0,2-8-4 0,-3 0-36 16,5-6-12-16,-6 0-44 16,6-7-44-16,-5-5 64 0,0-4-12 0,4-3-60 15,-4 0-8-15,4-13-64 0,0-2-52 0,0-11-20 16,9-9-76-16,-2-5-265 16,9-15-415-16,4-8-236 0,12-5-900 15,-8 15-3796-15,24-30-4125 0</inkml:trace>
  <inkml:trace contextRef="#ctx0" brushRef="#br0">26444 5166 9880 0,'0'0'2165'16,"0"0"-1241"-16,0 0 348 0,-13 79 268 16,-2-40 108-16,-6 5-200 0,-6 3-344 0,-1 7-224 15,3 3 80-15,2 0-243 16,-1 0-293-16,8-6-280 0,4-6-140 0,8-7-4 15,4-9 0-15,4-4 0 0,13-9 4 16,2-4 44-16,9-6-48 0,0-2-236 16,8-4-20-16,-1-6-156 0,2-10-233 15,2 0-219-15,-7-6-356 0,0-1-1004 16,-13 8-2060-16,-2-15-2213 0</inkml:trace>
  <inkml:trace contextRef="#ctx0" brushRef="#br0">26416 5464 13061 0,'0'0'2560'0,"0"0"-920"0,0 0-860 16,0 0 60-16,0 0 104 0,0 0-52 16,0 0-64-16,4 70-355 0,27-61-61 0,9-5-120 15,8-4-232-15,12-4-60 0,11-11-460 16,5-8-305-16,4-5-403 0,4-4-736 16,-21 7-1072-16,29-14-3101 0</inkml:trace>
  <inkml:trace contextRef="#ctx0" brushRef="#br0">27606 5070 14673 0,'0'0'2376'0,"0"0"-1816"0,0 0-76 0,0 0 748 0,-103 51 184 15,64-22-63-15,-2 9-301 16,5 0-400-16,5 6-108 0,3 0 168 16,0 3-268-16,8 5-144 0,0-1-200 0,5-4-16 15,-2 1-84-15,9-7-8 16,8-2 8-16,0-5 4 0,4-4 120 0,13-9-124 15,-6-5-84-15,5-3-160 0,-4-3-188 16,0-7-60-16,0-1-52 0,-4-2-60 16,-4 0-96-16,-4-2-184 0,0-5-65 15,-4-2-467-15,-8-7-404 0,-4-1 48 16,0-2 248-16,-4-2 584 0,0-2 916 0,-4-2 24 16,5 6 648-16,2 3 300 0,10 3 348 15,-1 7 404-15,8 6-164 0,0-3-388 16,0 3-199-16,4 0-41 0,7 0-276 15,6-6-248-15,11-1-276 0,7-2-108 16,5-1-12-16,3-6-216 0,2 3-328 16,-6-2-148-16,-3 3 63 0,1-2 21 15,-10 1-64-15,-7 4-124 0,-4 6 136 0,-12 0 400 16,0 3 172-16,-4 0 100 0,-4 9 284 16,-4 10 308-16,-4 3-8 0,0 7-144 15,-4 3 12-15,4 6-24 0,-4-3-76 16,8 3-47-16,1 1-77 0,3-6-128 15,4-1-100-15,4 0-72 0,11-3 72 16,9-7-84-16,4 4-72 0,8-11-137 0,3 2-327 16,6-4-332-16,-2-4-472 15,-11-4-2388-15,16-5-4409 0</inkml:trace>
  <inkml:trace contextRef="#ctx0" brushRef="#br0">20052 7169 10696 0,'0'0'2029'0,"0"0"-1073"0,0 0-120 16,0 0 776-16,-11 73 88 15,-2-54-368-15,2-3-440 0,-6 3-512 0,2-4-356 16,3 2-24-16,4-4-196 0,4-4-120 16,0 0-336-16,4-5-380 0,0-4-468 15,11 0-780-15,10-16 244 0,-10 3-2273 16,17-18-659-16</inkml:trace>
  <inkml:trace contextRef="#ctx0" brushRef="#br0">20391 6645 10576 0,'0'0'2133'16,"0"0"-985"-16,0 0 140 0,0 0 308 15,-36 98-216-15,20-56-236 0,1 8-312 16,3 1 12-16,-1 10 189 15,2-1-233-15,2 7-364 0,5-7-268 0,4-3-168 16,0-6-44-16,0-13-52 0,13-7-12 16,-2-8-12-16,10-10 24 0,-2-7-304 15,1-3 168-15,1-3-36 0,-2-3-265 0,-3-7-395 16,-4-5-700-16,-4-2-1392 0,-4 5-2501 16,-8-7-1679-16</inkml:trace>
  <inkml:trace contextRef="#ctx0" brushRef="#br0">20148 7045 6624 0,'0'0'2816'0,"0"0"-711"0,0 0-489 16,0 0 348-16,0 0-80 16,0 0-412-16,0 0-448 0,0 0-560 15,0 0-196-15,44-70 100 0,4 61-136 0,4-1-232 16,0-3-44-16,-1 4-160 0,1-1-128 16,-5 1-512-16,-2 3-1044 0,-13 3-1956 15,11 3-3549-15</inkml:trace>
  <inkml:trace contextRef="#ctx0" brushRef="#br0">21001 7232 16397 0,'0'0'2540'16,"0"0"-1752"-16,0 0-396 0,0 0-380 0,0 0-12 15,0 0-232-15,0 0-372 0,0 0-588 16,0 0-536-16,0 0-2176 0,47-3-4793 15</inkml:trace>
  <inkml:trace contextRef="#ctx0" brushRef="#br0">19758 6922 2832 0,'0'0'1304'0,"0"0"2876"15,8-70-2848-15,-4 41 77 0,0-3 323 16,-4-3-460-16,3 7-84 0,1-4-4 0,-4 6 76 15,0 4-112-15,0 6-56 0,-7 3-176 16,-1 7-200-16,-9 3-191 0,2 3-273 0,-5 9-204 16,-4 7-48-16,0 8-4 15,-3 3-4-15,-1 2 0 0,3 3 8 0,9-1 40 16,1-2-40-16,3-4-4 0,3 2-44 16,5-2 36-16,1 0-64 0,-1 0 72 15,4 0 4-15,0 4 0 0,7-7-8 16,1 3-40-16,5-1 40 0,2-3 4 15,5-2 4-15,-3-1-36 0,-2 1 44 16,6-2-8-16,-6-1 0 0,-3-3 4 0,0-1 4 16,0-2 4-16,-4 3 36 0,-4-1-48 15,0 8-48-15,-4-5 48 16,-4 7 12-16,-8-2 96 0,-4 2-108 0,-4-3 8 16,-4 0-8-16,1-3 0 0,-1-4-60 15,-1 1-72-15,1-7-136 16,9 0-133-16,-5-6-195 0,8 0-148 0,-1 0-300 15,2-2-636-15,7-2-1168 0,-9-9-3145 16</inkml:trace>
  <inkml:trace contextRef="#ctx0" brushRef="#br0">22973 7089 1472 0,'0'0'12'0,"0"0"7728"16,0 0-6228-16,-36 77-391 0,29-46 107 16,-2 7-232-16,5 1-176 0,0-2-124 0,4-1-196 15,0-8-108-15,0-6-104 0,4-2-152 16,9-11 100-16,-2-6 24 0,5-3 264 15,8-5 4-15,0-9-208 0,8-8-136 16,-4-3-52-16,4-7-132 0,-4-3-4 16,-4 3-8-16,-1 0-84 0,-3 4 96 15,-8 2-8-15,0 1 8 0,-4 3 0 0,-8 2 0 16,0 1 24-16,-8 1 24 16,-4 5-56-16,-8-3 16 0,0 6-16 0,-4 4-80 15,1 3-4-15,-1 3 88 0,0 3-80 16,3 6-52-16,2 7-24 15,3 1 24-15,0-2-36 0,4 2 24 0,4-3-88 16,4 0-160-16,4-2-688 0,0-2-528 0,4-7-2613 16,12-3-2503-16</inkml:trace>
  <inkml:trace contextRef="#ctx0" brushRef="#br0">23280 6947 6200 0,'0'0'4316'0,"0"0"-2723"0,0 0-517 0,0 0 144 15,88-11-8-15,-69 22-468 0,1 5-248 0,-3 3 4 16,-2 3-116-16,-3 0-88 16,4 6-108-16,-8 2 8 0,1-3-84 15,-6 3 48-15,-3 1-104 0,0 1-56 0,-12-4 0 16,0 1 48-16,0-4-48 16,-4 0-4-16,0-5 4 0,8-8 16 0,-3-2 68 15,7-7 52-15,4-3 144 0,0 0 64 16,0-6-184-16,7-10-160 0,5-7 0 0,1-2 8 15,6-3-8-15,1-4-148 16,0 3 16-16,0 1 8 0,4 2-440 16,0 5-300-16,4 5-540 0,0-1-864 0,-9 8-2749 15,13-4-2623-15</inkml:trace>
  <inkml:trace contextRef="#ctx0" brushRef="#br0">23901 7099 1540 0,'0'0'10289'0,"0"0"-8589"0,0 0-560 0,-91 57 476 16,66-31-408-16,2-4-416 0,-1 3-176 15,8-2-112-15,8-4-208 0,4-4-200 16,4 2-96-16,0-9-124 0,4-2 40 16,4-1 72-16,4-5 12 0,4 0 0 15,8-7 4-15,0-9-4 0,4-3-48 16,0-3-236-16,-1-4 52 0,1 1 48 15,0 0 84-15,-4-4-60 0,0 0-24 16,-4 1-52-16,0-4-12 0,0 0-84 0,-5-6 20 16,2 3-12-16,-6-7 124 0,-3 2 40 15,1 1 48-15,-5 5 112 16,-4 5 72-16,0 10 228 0,0 6 24 0,0 6 60 0,0 7 164 16,-4 0-80-16,4 0-184 0,-4 5-176 15,-1 4-44-15,1 10 8 0,0 3 100 16,-3 6 64-16,-1 5 104 0,-5 1-44 15,6 4-88-15,-5 4-64 0,0-1-72 16,0 4-60-16,-4-1-12 0,4 1-76 0,-4-4-156 16,4-4-316-16,4-2-140 15,1-6-100-15,2-4 44 0,5-2-200 0,0-7-480 16,9-10-720-16,-2-3-1057 0,9-3-1803 16</inkml:trace>
  <inkml:trace contextRef="#ctx0" brushRef="#br0">24618 7111 1016 0,'0'0'10297'0,"0"0"-8925"0,0 0-464 15,0 0 360-15,0 0 40 0,0 0-144 16,0 0-76-16,-75-19-240 0,59 36-272 16,-4 8-148-16,-4 7-24 0,0 6-100 0,5 3-24 15,-2 0-96-15,5 4-88 16,4-7-36-16,5 0-60 0,7-3-108 0,0-10 0 15,7-3-88-15,10-5-388 0,6-12-100 16,5-1-4-16,8-8-360 0,8-8-888 16,-16-1-1988-16,15-9-2325 0</inkml:trace>
  <inkml:trace contextRef="#ctx0" brushRef="#br0">24925 7229 8460 0,'0'0'5301'0,"0"0"-4261"0,0 0-272 15,-47 67 552-15,23-35 192 0,-1-4-368 0,6 4-228 16,3-7-368-16,8-6-408 0,8-2-140 16,0-5-124-16,0-2-32 0,12-7-16 15,4 1 24-15,-1-4 40 0,2-4-124 0,2-3-60 16,5-6-16-16,-7 1 76 0,2-1 0 16,-6-3 84-16,-2 3 12 15,-3 1 124-15,1 2-52 0,-6 1 56 16,1-1 8-16,0 4 64 0,0 6-64 0,-4-3-24 15,4 3-188-15,0 3 200 0,4 7 12 16,-4 2 184-16,0 4-36 0,0 6-72 16,4 1 108-16,-8 5 24 0,4 7 0 15,-4 0-12-15,0 9 36 0,0 2 76 0,0 1-116 16,-4 0-184-16,0 4 0 0,-4-3 4 16,0-1 0-16,-4 0 36 0,0-2-48 15,-4-4 48-15,4-2-44 0,-4-7 4 16,0-1 40-16,0-8-48 0,4-2 56 15,-3-4-52-15,-1-8 56 0,4-3 0 0,-1-3 0 16,-2-3 24-16,-1 0 4 16,4-3 0-16,-8-9-88 0,8-4-132 15,-4-3-164-15,0-10 68 0,0-2-32 0,8-1-92 16,-3-7-64-16,6 2-148 0,1-1-40 16,4-1-216-16,0 1-448 15,9-3-1132-15,-2 9-2701 0,5-22-3483 0</inkml:trace>
  <inkml:trace contextRef="#ctx0" brushRef="#br0">25296 7117 8112 0,'0'0'4245'0,"0"0"-3425"0,0 0 120 0,0 0 524 0,87 17-268 15,-63-8-412-15,1 1-56 16,-1 6-24-16,-1 0-216 0,1 6-292 15,-4 0-108-15,-8 3 60 0,0 7-92 0,-8-1-52 16,-4 5 0-16,-4-1 0 16,-8 1-4-16,-7-3-48 0,-2-1-64 0,1 1-36 15,-4-5-32-15,1-6-8 0,6-6-140 0,6-3-116 16,-2-7-176-16,9-6-160 16,0 0-560-16,4-3-1356 0,0-16-3649 15</inkml:trace>
  <inkml:trace contextRef="#ctx0" brushRef="#br0">25881 7217 3024 0,'0'0'10693'16,"0"0"-8649"-16,0 0-304 0,84-20 332 15,-60 17-280-15,4-3-611 0,-4 3-421 16,3 0-444-16,1 3-316 0,0-4-12 0,-4 1-180 15,4 0-328-15,0 3-256 0,0 0-309 16,-8 0-479-16,-8 0-3364 0,-4 6-2565 0</inkml:trace>
  <inkml:trace contextRef="#ctx0" brushRef="#br0">25894 7424 6976 0,'0'0'5905'0,"0"0"-4201"0,0 0-580 15,0 0 604-15,0 0-52 0,0 0-340 16,0 0-144-16,79 5-339 0,-47-10-453 16,4-2-268-16,0 0-132 0,0-3-144 0,-1 4-280 15,1 0-501-15,-4 3-355 16,-4 3-732-16,-4 0-1100 0,4 0-4589 0</inkml:trace>
  <inkml:trace contextRef="#ctx0" brushRef="#br0">27029 7064 5380 0,'0'0'7385'15,"0"0"-6661"-15,0 70-252 0,-8-26 352 16,0 16 344-16,-4 13-88 0,0 10-76 15,4 9 648-15,0 0-700 0,1 4-416 0,2-1-280 16,1-3-16-16,0-3-67 16,4-3-173-16,0-4-13 0,0-12-59 0,0-7-136 15,0-13 76-15,0-4-64 0,0-11-292 16,8-10-352-16,-3-8-96 0,2-5-260 16,1-10-852-16,0-2-2016 0,1-14-557 0,-2 0-1963 15</inkml:trace>
  <inkml:trace contextRef="#ctx0" brushRef="#br0">27049 7200 3332 0,'0'0'8941'0,"0"0"-7869"0,0 0-484 15,0 0-96-15,40-83 468 0,-20 65 60 16,4-4-124-16,4 4-176 15,3-3-276-15,5 9-36 0,-4-1-88 0,4 4 12 16,-4 2-112-16,-4 4-76 0,-4 3-128 16,-4 0-16-16,-9 3-148 0,-3 4-84 15,-4 6-4-15,-4 2 64 0,-4 12 160 0,-7 0-148 16,-10 4-268-16,-2 8-128 16,-5-4-40-16,-4 0 84 0,-4 0 52 15,0-4 32-15,-4-1 136 0,1-5-120 0,2-3-168 16,-6-3 8-16,7-3-76 15,-3-7-528-15,7 2-869 0,0-11-1951 0,12 2-2076 16,-12-4 5996-16</inkml:trace>
  <inkml:trace contextRef="#ctx0" brushRef="#br0">6455 11665 588 0,'0'0'10853'16,"0"0"-9377"-16,0 0-584 16,0 0 360-16,0 0 248 0,0 0-148 15,39 79-328-15,-24-34-312 0,6 9-196 0,-5 9-4 16,-4 0 24-16,3 5-88 16,-2 1-143-16,-2-3-133 0,-3 1-52 15,-3-3-40-15,-1-3-76 0,-4-9 28 0,0-6-32 0,0-11-48 16,0-7-108-16,0-9-233 15,0-3-219-15,-4-10-184 0,-1-6-28 16,5 0-128-16,-4 0-560 0,0-2-752 0,4-12-492 16,-4 3-73-16,4-9-83 15,0-2 760-15,0-4 1508 0,0 4 640 0,-3 3 1436 16,3 0 632-16,-4 5 332 0,4 3-475 16,0 1-325-16,4 3-276 0,7-2-152 15,13 2 60-15,12-2 48 0,5 4-316 16,6-2-256-16,5-3-132 0,8 0-64 15,0-5-36-15,3-1-52 0,5-3-191 16,-1-4-197-16,-3-5-36 0,-4 0-145 0,-4-2-331 16,-4-1-364-16,-13 2-248 15,-3-2-440-15,-12-1-2264 0,-3 10-3353 0,-18-14 222 16</inkml:trace>
  <inkml:trace contextRef="#ctx0" brushRef="#br0">7271 11620 3152 0,'0'0'952'0,"0"0"2276"0,0 0-572 15,24 64-735-15,-13-33-169 0,6 7-132 16,-2 4 36-16,2 9-376 0,2 3-260 16,-3 6-260-16,-4 0-308 0,4 7-244 15,-4 3-208-15,-3-4-68 0,-2 1-20 31,1-10-92-31,0-7-28 0,1-8-112 0,2-10-84 16,4-10-136-16,2-9-104 0,-2-7-308 0,6-6-612 0,-1-3-2292 16,4-16-2117-16,-5 3 1017 0,13-22 4053 0</inkml:trace>
  <inkml:trace contextRef="#ctx0" brushRef="#br0">8259 12169 11677 0,'0'0'1536'0,"0"0"-976"0,12 68-24 0,-4-40 484 15,-4 0 428-15,0-2-444 0,0-6-360 16,-1-2-480-16,-3-9-164 0,0-3-112 0,4-6-84 16,-4 0-436-16,5-8-400 0,-5-6-540 15,0-2-1648-15,0 1-4149 16,0-11 4945-16</inkml:trace>
  <inkml:trace contextRef="#ctx0" brushRef="#br0">8203 11823 5044 0,'0'0'9809'0,"0"0"-8209"0,0 0-868 16,0 0-48-16,0 0 228 0,0 0-432 15,84-3-284-15,-60-3-196 0,-5 0-256 16,5-7-580-16,0 1-628 0,1-4-2428 0,-6 6-4381 15,5-6 5565-15</inkml:trace>
  <inkml:trace contextRef="#ctx0" brushRef="#br0">8816 11783 7596 0,'0'0'6505'16,"0"0"-5053"-16,0 0-684 0,-31 72-68 15,11-43 824-15,-4 2-172 0,0-2-512 16,0-1-512-16,5-3-252 15,2-8-76-15,10-5-48 0,-1-1-100 0,8-5-36 16,0 0 16-16,11 1 68 0,1-5-8 16,8 5-136-16,1-4-100 0,2 3 112 0,1-2-12 15,0 2-4-15,-4 0 164 0,-1 1 84 16,-2 2 72-16,-2 0 52 0,-2 1 48 16,-5-1-52-16,-8 4-32 0,0-3-4 15,0 2 100-15,-4 2 24 0,-9-2-120 16,-2 1-4-16,-2-5-84 0,-2 3-220 15,-5-5-124-15,0 0-144 0,-4-2-328 0,0 2-672 16,-4-3-1676-16,13-3-3985 16,-22 0 606-16</inkml:trace>
  <inkml:trace contextRef="#ctx0" brushRef="#br0">10008 12033 2628 0,'0'0'0'15,"0"0"0"-15,0 0 6360 16,0 0-4187-16,0 0-225 0,0 0-476 15,0 0-148-15,0 0-84 0,0 0-112 0,0 0-44 16,0 0-180-16,-16-50-232 0,12 62-248 16,-8 4-84-16,1 6-107 0,-2 13-13 15,-2 3 20-15,2 0 172 0,2 1 156 0,-2-6-276 16,9-10-148-16,0-6-144 16,4-11-52-16,0-3 44 0,0-3-52 15,0 0 48-15,8-9-108 0,8-4 108 0,5-7 8 16,2-1-116-16,-3-9-100 0,0 5-156 15,-4 3 16-15,-4 6 116 0,-4 7 88 16,0 6 8-16,0 3 148 0,8 6 96 16,-4 6 40-16,4 5 8 0,3 1 0 15,-6 4-20-15,2-3-4 0,-2-2-24 0,2-2-96 16,2-5-4-16,2-4-92 16,5-6-120-16,0-2-344 0,8-8-241 15,-4-6-239-15,8-6-788 0,-5-1-2680 0,5-2-2749 16</inkml:trace>
  <inkml:trace contextRef="#ctx0" brushRef="#br0">10929 11884 1228 0,'0'0'5472'0,"0"0"365"15,0 0-4141-15,47 73-372 0,-27-35-316 16,-3 6-76-16,-2 10-40 0,-3 6-216 0,0 3-160 16,-4 8-184-16,-4 2-124 15,-4 3-40-15,0 0 40 0,0 1-12 16,-8-8-100-16,0-5-96 0,4-10-48 0,0-14-184 15,0-13-72-15,4-12-16 16,0-5-204-16,0-10-104 0,0 0 60 0,4-10-224 16,0-5-368-16,4-7-608 0,-4-8-884 15,0-8-1709-15,0-3-1019 0,-4 10 4624 16,0-23-52-16</inkml:trace>
  <inkml:trace contextRef="#ctx0" brushRef="#br0">11000 11947 1736 0,'0'0'2840'0,"0"0"4589"0,0 0-6089 16,0 0-640-16,0 0 60 0,0 0 512 0,0 0-244 16,88-44-336-16,-72 47-332 0,3 3-88 15,-2 7-36-15,-2-1-152 0,-7 4-76 16,-3 3-8-16,-5 4-96 0,0 2 32 0,-9 4 56 16,-10 3-52-16,-1-1-40 15,-8 4-60-15,0 1-76 0,0-5-36 0,5-2-88 16,-2-7-172-16,5-3-260 15,9-13-164-15,3 1-232 0,3-7-756 0,5-13-3397 16,0 0-375-16,16-19 5492 0</inkml:trace>
  <inkml:trace contextRef="#ctx0" brushRef="#br0">11351 12008 7584 0,'0'0'6385'0,"0"0"-5081"16,0 0-424-16,0 0 108 0,96-7 436 15,-68 7-196-15,-1-4-324 0,6 2-500 0,-6-4-320 16,4 0-84-16,-3-5-204 0,4 3-528 16,-4-6-408-16,4 1-364 0,-4 1-1556 15,-4-1-4173-15,4 1-7 0</inkml:trace>
  <inkml:trace contextRef="#ctx0" brushRef="#br0">12147 11833 1396 0,'0'0'10201'0,"0"0"-8373"0,0 0-1000 15,0 0-196-15,0 0 412 16,0 0 248-16,0 0-128 0,-11-66-228 16,-1 66-240-16,-4 0-244 0,0 5-60 0,-8 12-4 15,0 8 60-15,-8 10-55 0,4 9-45 16,-4 7-32-16,4 2 388 15,0 2-172-15,5-7-244 0,7-7-144 0,8-6-140 16,4-16-4-16,4-6-8 0,0-7-124 16,12-6-60-16,8 0-40 0,3-12-56 15,9-11-64-15,5-3-12 0,-2-5-120 0,-3-4-12 16,-4 4 47-16,-5 1 69 16,-6 8 148-16,-1 3 88 0,-4 10 8 0,-4-1 88 15,-1 10 48-15,-2 3 160 0,-1 11 252 16,4 4 76-16,-1 4-147 0,1 11-157 0,1 1-124 15,6 8 36-15,-2 2 12 16,-2 1 4-16,6 5-4 0,-6 1-36 16,1-1 24-16,0 8 88 0,-8-4-28 15,4 1 36-15,-8-5-84 0,0 0 40 0,0-5 80 16,-4-4-36-16,0-6-80 0,-8-6-52 16,0-7-56-16,4-3-4 0,-8-10-12 0,1-5-208 15,-2-4-80-15,-2-4-100 16,-5-8-36-16,4-11 84 0,-5-9 28 15,6-6-57-15,-5-12-91 0,0-7-236 16,0-10-320-16,4-9-880 0,4 3-764 16,1 1-2585-16,2 17-2947 0,9-13 8060 0</inkml:trace>
  <inkml:trace contextRef="#ctx0" brushRef="#br0">12351 11862 8624 0,'0'0'5625'0,"0"0"-4425"0,80-4-760 0,-52 4 16 15,4 4 564-15,0 2 144 0,-4-3-404 16,-5 4-368-16,-3-1-244 0,4 3-72 16,-5-2-76-16,-2 2-4 0,-6 4-48 15,2-1-56-15,-9 4 20 16,-4 3 40-16,0 1-12 0,0 2 12 0,-8-3 48 16,-4 0-52-16,4-3 52 0,4-7 136 15,0-5 144-15,-1-1-96 0,5-3 12 16,0 0 60-16,0-10-108 0,0-5-148 15,5-8-124-15,3-2-364 0,0-7-248 0,4-3-60 16,0 6-320-16,3 1-312 0,1 9-68 16,0 3 352-16,4 4-108 15,-7 5-49-15,2 0 809 0,-7 7 492 0,1 0 929 16,-2 0 407-16,-3 10 80 0,4 0 428 16,-8 9-356-16,4 0-236 0,-4 3-308 15,4 3-280-15,-4 4-152 0,0-3-60 0,4-5-28 16,0-2-71-16,0-3-181 0,8-6-132 15,0-3-40-15,0-5-136 0,8-2 52 16,-1-6-101-16,5-7-143 0,1-3-84 0,3-6-28 16,-4-1 24-16,3 2 40 15,-3-2 20-15,-4 1-12 0,-4 6 96 16,0 1 160-16,-8 2 112 0,-1 3 88 0,-2 3 144 16,-5 5 176-16,0 2 140 15,0 2-144-15,0 9-108 0,-8 5 80 0,4 6 0 16,-4 3-36-16,0 3 101 0,0-3 307 15,0-2-68-15,8-8-368 16,-4-5-236-16,4-3-76 0,4-7-60 0,4 0-60 0,0 0-108 16,8-7-88-16,0-5-108 15,0-5 24-15,4-2-48 0,-1 1 23 16,1-1 61-16,-3 3 72 0,-2 0-28 0,-2 3 16 16,-2 4 120-16,-3 3 184 15,0 6 112-15,0 0 276 0,-4 3 52 0,4 6 12 16,-4 4-51-16,-4 3-49 0,4 3 24 15,-4 0-36-15,4-3-100 0,-4-3-108 16,4-1-124-16,0-5-4 0,4-7 4 16,0 3-4-16,4-3-4 0,4-3-44 0,0-8-88 15,3-1-84-15,-2-4-16 0,2 0-12 16,-3 0 28-16,1 1-4 16,-2-1-9-16,2 3-63 0,-2 4 48 0,2-1 12 15,-2 4 64-15,1 6 104 0,-4 0 16 16,0 6 48-16,0 7 60 0,-4 6 136 15,3 3 24-15,-2 10 12 0,-1 3-4 16,3 7 137-16,-2 2 47 0,-1 7-12 16,-4 6-60-16,-4-3-136 0,0 3-68 0,0 0-84 15,0 0-52-15,-4 0-60 0,-4-3-36 16,-1-7-28-16,2 2-44 16,3-8 96-16,-4-3 72 0,8-4-8 0,-4-4-88 15,-1-5-112-15,5-6-144 0,0-6 4 16,0-4 3-16,0-6 93 0,0-3 68 0,0 0 52 15,0-3-40-15,0-11-168 0,0 0-100 16,0-5-112-16,0-11-244 16,0 2-156-16,-7-10-1260 0,3 7-2709 0,-12-30-3011 15</inkml:trace>
  <inkml:trace contextRef="#ctx0" brushRef="#br0">13602 11868 13277 0,'0'0'2116'0,"0"0"-1272"0,0 0-232 16,55-71 0-16,-34 52 316 0,3 1-240 16,4 2-344-16,0 6-88 0,3 4-84 15,-3 3-120-15,0 3 44 0,-1 12-12 16,-6 1-76-16,-5 9 4 0,-4 1 4 0,-5 2-12 16,-7 1 68-16,0 2 12 15,-11-2-8-15,-6 2-20 0,-2-3-56 16,-1 5 0-16,-8-9-8 0,0 1-92 0,-4 1-92 15,-4-10-140-15,4-1-136 0,1-8-168 16,3-4-244-16,4 0-312 0,4-7-772 16,8 1-2141-16,0-10-3279 0</inkml:trace>
  <inkml:trace contextRef="#ctx0" brushRef="#br0">15092 11878 5196 0,'0'0'6521'0,"0"0"-5241"16,0 0-656-16,0 0 532 16,96 15-24-16,-37-15 220 0,9-3-300 15,8-6-360-15,7-7-264 0,-7 0-184 0,3 0-172 16,-6-3-72-16,-6 2-172 0,-7 3-208 15,-4 0-88-15,-12 2-444 16,-9 2-308-16,-7 0-1440 0,-11 7-3061 0,-13 3-1983 0,-8 0 7444 16</inkml:trace>
  <inkml:trace contextRef="#ctx0" brushRef="#br0">15427 12026 5592 0,'0'0'7825'0,"0"0"-6341"0,0 0-488 16,-45 67-516-16,54-54 316 0,15-4 628 15,12-5-208-15,11-4-408 0,13-7-332 16,8-8-200-16,8-11-164 0,-1-6-112 0,1 1-88 16,0-11-620-16,-13 4-268 15,-7 0-376-15,-11-1-1580 0,-10 2-3537 0,-12 12-1739 16,-10-11 7636-16</inkml:trace>
  <inkml:trace contextRef="#ctx0" brushRef="#br0">15953 11465 8188 0,'0'0'4305'0,"0"0"-3001"0,0 0-644 0,95 63-496 0,-50-34 452 15,-6 3 568-15,5 2-312 0,0 1-264 16,-1 3-112-16,-3 0-176 0,-8 0-220 16,-4 1-100-16,-16-1-136 0,-4 0 36 15,-8 3 12-15,-8-3 4 0,-12 4-112 16,-8-4 20-16,-12 6 16 0,-4-2-148 15,-7 2-16-15,-5-4-112 0,0 0-204 16,0-6-416-16,1-2-820 0,-1-7-2993 16,16-6-2839-16,-8-6 7540 0</inkml:trace>
  <inkml:trace contextRef="#ctx0" brushRef="#br0">17283 11611 9672 0,'0'0'2945'0,"0"0"-1313"16,0 0-20-16,0 0-668 0,0 0-160 0,0 0-92 15,84-10 208-15,-24 4 44 16,15-6-116-16,9-4-244 0,4-1-267 0,-4 1-245 15,-1-3-24-15,-7 4-48 0,-4-1 0 16,-13 3-72-16,-7 4-49 0,-12-2-63 16,-12 8-32-16,-8 1-152 0,-12 2-120 15,-8 5-60-15,-4 12-28 0,-16 5 392 0,-8 10 96 16,-12 3-56-16,-4 9 8 0,-7 6 124 16,-5 2 12-16,4-2 60 0,-4 5-56 15,1 2 0-15,3-3 0 0,-4-1 96 16,8-2 48-16,4-6 24 0,5-1 12 15,11-9-64-15,7-6-108 0,10-10 100 16,11 0 72-16,4-6 60 0,16-3 24 16,12 2-108-16,7-3-4 0,17-2 28 0,4-4-24 15,11 0-148-15,1-3-4 0,0-6-8 16,3-7 0-16,-7-2-76 0,-8-8-288 16,-4-2-148-16,-4-4-100 15,-9-3-124-15,2-6-488 0,-17 10-1508 0,11-20-3765 16</inkml:trace>
  <inkml:trace contextRef="#ctx0" brushRef="#br0">18642 11207 7612 0,'0'0'6489'15,"0"0"-5189"-15,0 0-720 0,0 0-404 16,0 0 328-16,0 0 748 0,-88 64-140 15,69-26-96-15,2 10-260 0,6 9-196 16,-1 7 1-16,3 5 35 0,2 2-236 0,7 1-176 16,-4-2-64-16,4 0-120 0,0 0 0 15,0-10-4-15,4-4-56 16,0-7 12-16,3-5-84 0,2-9 32 0,6-10-56 16,2-5-148-16,6-7-192 0,5-13 83 0,0 0-159 15,12-7-100-15,-4-12 36 16,4-7-408-16,-1-5-1344 0,-3-7-2236 15,1-4-1533-15,-14 11 801 0</inkml:trace>
  <inkml:trace contextRef="#ctx0" brushRef="#br0">19117 11211 3372 0,'0'0'9881'0,"0"0"-8041"16,0 0-468-16,0 0-652 0,3 85 160 15,1-44 192-15,4 7-128 0,-4 10-160 0,0-1-276 16,0 3-164-16,0 0-79 16,-4-2-45-16,0 1-100 0,0-4-68 15,-8-8-52-15,-4-2-48 0,1-4-48 0,-2-9-124 16,5-4-157-16,1-9-155 16,-1-3-176-16,3-10-136 0,5-6-500 15,0 0-1276-15,9-15-2877 0,-5 5-1071 0,7-19 3896 16</inkml:trace>
  <inkml:trace contextRef="#ctx0" brushRef="#br0">19240 11681 1500 0,'0'0'13085'0,"0"0"-10845"0,0 0-972 16,0 0-368-16,88 12 424 0,-56-9-216 16,3 1-63-16,1-4-417 0,4 0-376 15,0-7-156-15,0-5-96 0,-1-7-280 16,1-4-252-16,0 2-196 0,-4-12-49 15,0 5-263-15,-4-7-1296 0,-1 3-2976 16,-10 7-2609-16,3-7 3402 0</inkml:trace>
  <inkml:trace contextRef="#ctx0" brushRef="#br0">19865 11207 860 0,'0'0'10209'0,"0"0"-8029"0,-15 64-808 16,15-26-340-16,-5 6 384 0,1 11 172 0,0-1-228 15,0 3-300-15,1 0-364 0,-5-3-223 16,-5 0-205-16,6-6-176 0,-1-2-92 0,4-4-84 16,-5-4-136-16,2-9-156 0,3-4-157 15,-4-5-223-15,8-5-184 16,0-9-648-16,0 1-1500 0,8-7-2577 0,3-3-2475 16,6-13 7960-16</inkml:trace>
  <inkml:trace contextRef="#ctx0" brushRef="#br0">20299 11265 12665 0,'0'0'1856'16,"0"0"-1084"-16,25 101-232 0,-18-53 588 15,-3 3 164-15,0 3-320 0,-4-4-384 16,0 1-308-16,0 0-56 0,0-3-116 15,0 0-108-15,-12-1-96 0,-3 1-64 16,-5-4 24-16,-4-3-96 0,-4 1-72 0,-4-5-28 16,0-1 72-16,0-5-172 15,-4-5-148-15,-3-4-352 0,2-10-724 0,1 1-1276 16,13-10-3337-16,-13-3 645 0</inkml:trace>
  <inkml:trace contextRef="#ctx0" brushRef="#br0">20646 11747 848 0,'0'0'11197'0,"0"0"-9293"0,0 0-740 0,0 0-172 16,0 0-164-16,0 0 152 0,108-15 108 16,-69 15-220-16,10 0-144 0,2 2-128 0,1 1-256 15,0-3-184-15,4 0-56 0,-5 0-100 16,1-5-124-16,-8-5-312 16,0-3-368-16,-8 0-176 0,-8 1-224 0,0 2-1140 15,-17 1-2857-15,-3 2-3279 0,-8 4 7856 16</inkml:trace>
  <inkml:trace contextRef="#ctx0" brushRef="#br0">20790 11855 7248 0,'0'0'7521'0,"0"0"-5933"0,0 0-568 0,0 0-572 16,0 0 404-16,95 64-56 0,-47-64-120 15,8-7-300-15,3-12-376 0,1-3-120 0,0-6-344 16,-4-4-248-16,-4-3-360 0,-9 0-828 15,2 3-2248-15,-17 7-3061 0,-5-10 2889 0</inkml:trace>
  <inkml:trace contextRef="#ctx0" brushRef="#br0">21200 11134 9664 0,'0'0'2001'0,"0"0"-693"16,-12 89 356-16,8-31 500 0,-3 11-156 16,-2 11-320-16,-3 9-580 0,1 3-571 0,-6 3-221 15,2-4-236-15,-2 2-80 0,-3-11-232 16,1-2-144-16,-1-10-257 0,-5-7-279 16,10-5-92-16,-5-8-760 0,4-2-2064 15,4-6-1777-15,4-14-1643 0,-3 0 6504 16</inkml:trace>
  <inkml:trace contextRef="#ctx0" brushRef="#br0">22081 11633 4000 0,'0'0'624'15,"0"0"5753"-15,0 0-5029 0,0 0-480 0,0 0-152 16,0 0 584-16,0 0-76 0,0 0 8 15,0 0-296-15,107 29-284 0,-71-26-124 16,0-3-172-16,4 0-172 0,-1-7-124 0,-2-5-60 16,-1-4-108-16,-1-3-428 15,1-3-224-15,-4-3-216 0,0-2-452 0,-4-1-1248 16,-4 0-2801-16,-13 5-2039 0,2-5 7084 0</inkml:trace>
  <inkml:trace contextRef="#ctx0" brushRef="#br0">22507 11166 1436 0,'0'0'1956'0,"0"0"3584"0,0 0-4104 15,0 0-43-15,0 0-77 0,0 0 60 0,-52 102-104 16,48-58-216-16,0 8-12 16,-3 4-132-16,2 8 20 0,-3 5-244 0,-4 1-152 15,5 0-136-15,-2 1-120 0,5-12-84 16,4-8-192-16,0-6-4 0,4-14-8 15,12-5-68-15,4-11-32 0,0-5-112 16,8-7-228-16,4-3-164 0,0-7-192 0,3-7-220 16,-3-5-712-16,-4-4-2264 0,-4 7-2625 15,0-9 514-15</inkml:trace>
  <inkml:trace contextRef="#ctx0" brushRef="#br0">22814 11623 4832 0,'0'0'2356'15,"0"0"2801"-15,0 0-4261 0,0 0-400 16,0 77 76-16,0-52 600 0,4 0-152 16,-4 3-384-16,4-2-312 0,-4-4-164 0,0 1 28 15,0-4-4-15,0-3-36 16,0-4-60-16,0-5 8 0,0-1 92 0,0-3 44 16,0-3 200-16,0 0 144 15,3-6-196-15,1-4-172 0,5-5-208 16,-1-4 0-16,3-6-136 0,6-4 52 0,-2-3-28 15,5 0 16-15,1 0-88 0,-2-2-100 16,-3 5-72-16,4 0-172 0,-4 4-200 16,3 6-256-16,-6 0-836 0,2 3-2188 0,-2 3-2213 15,-5 4 3141-15,-1 2 1361 0</inkml:trace>
  <inkml:trace contextRef="#ctx0" brushRef="#br0">23224 11589 2980 0,'0'0'9077'0,"0"0"-7313"0,0 0-660 16,4 66 76-16,0-37 284 0,-4-1 52 16,0 4-388-16,0-4-432 0,4-5-320 0,-4-2-228 15,4 0-92-15,0-9-56 16,-4 1-72-16,4-7-148 0,-4-3-132 0,4-3-356 16,0 0-212-16,4-6-104 0,0-4-1016 15,0-6-2964-15,0 3-3753 16</inkml:trace>
  <inkml:trace contextRef="#ctx0" brushRef="#br0">23291 11404 572 0,'0'0'408'0,"0"0"712"16,0 0 5048-16,0 0-4704 0,0 0-576 15,0 0-539-15,0 0-129 0,0 0-40 16,0 0 116-16,0 0-168 0,56 7-128 15,-48-14-1157-15,1 0-1239 0,-5 5-3484 0,-4-4 5488 16</inkml:trace>
  <inkml:trace contextRef="#ctx0" brushRef="#br0">23555 11550 10280 0,'0'0'1097'0,"0"0"-789"15,0 0 400-15,0 0 1152 0,0 0 184 16,0 0-464-16,0 0-200 0,0 0-484 15,15 93-336-15,-22-58-156 0,-1-4-28 0,0 1 257 16,-1-4-137-16,6-2-268 16,-1-7-152-16,0-3-72 0,4-3 68 15,0-5 12-15,0-4 0 0,0-1 36 0,4-3-60 16,3 0 52-16,6 0-64 16,-1-7-36-16,4-1-12 0,3-9-44 0,2-5-80 15,3-4 40-15,-5 1-60 0,1-6-124 16,4-1-140-16,-8-3-92 0,4 0-217 15,0 4-87-15,-4-1-396 16,0 3-1260-16,0 4-2420 0,-5 6-2349 0,6-3 3333 0</inkml:trace>
  <inkml:trace contextRef="#ctx0" brushRef="#br0">24021 11487 9292 0,'0'0'6049'0,"0"0"-4305"0,0 82-420 0,-4-47-72 15,0 0 252-15,4-6-363 16,0-4-557-16,-4-6-428 0,4-6-156 0,0-4-156 16,0-2-136-16,0-4-192 15,0-3-321-15,0 0-143 0,0-3-316 16,0-4-1372-16,-4 1-2676 0,-4-10-453 0</inkml:trace>
  <inkml:trace contextRef="#ctx0" brushRef="#br0">24017 11455 392 0,'0'0'1448'0,"0"0"8085"0,0 0-7777 16,0 0-612-16,40-70-96 0,-28 67 500 0,4 3-148 16,0 0-244-16,3 7-396 0,2-1-492 15,-1 0-268-15,-1-6-452 0,1 3-380 16,5-3-216-16,2 0-532 0,1-3-1400 0,-8-1-3425 16,12 2-515-16</inkml:trace>
  <inkml:trace contextRef="#ctx0" brushRef="#br0">24431 11468 3088 0,'0'0'12061'16,"0"0"-9765"-16,-36 69-1432 0,25-39-296 0,-2 0 804 16,2-1 297-16,3-4-205 0,4-5-628 15,4-4-536-15,0-7-180 0,4-2-108 0,4-4 24 16,7-3-36-16,5 0-132 16,4-13-72-16,1 1-172 0,3-4-104 15,-5-3 20-15,5-4 60 0,-4 1 36 0,4-1 24 16,-4-5-61-16,4 0-207 0,-5-7-272 15,5-4-172-15,0-5-96 16,4-7-260-16,-4-6-328 0,0-2-364 0,4-6 19 16,-8 8 85-16,0 0 1012 15,-1 10 984-15,1 5 24 0,-4 7 1300 16,1 7-16-16,-6 9 249 0,-7 6 43 0,4 10-304 0,-8 3-88 16,0 5 136-16,0 15-180 15,0 6-156-15,-4 5 104 0,0 5-88 0,-4 7 165 16,-4 3-41-16,-4 4-400 0,4-2-300 15,-4 2-232-15,-4 2-108 0,4-5-60 16,5-3-48-16,-2-2 0 0,9-5 44 16,0-1 16-16,0-5-60 0,4-2-4 15,8-6-212-15,-4-5-264 0,0-2-368 16,1-3-276-16,2-4-345 0,-3-2-2239 16,12 2-4657-16</inkml:trace>
  <inkml:trace contextRef="#ctx0" brushRef="#br0">25694 11868 3464 0,'0'0'12357'16,"0"0"-9557"-16,0 0-1520 0,0 0-340 15,0 0 20-15,0 0-547 0,0 0-413 16,0 0-364-16,0 0-657 0,-88-25-499 16,65 19-1336-16,-13-5-3809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cm"/>
          <inkml:channel name="T" type="integer" max="2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cm"/>
          <inkml:channelProperty channel="T" name="resolution" value="1" units="1/dev"/>
        </inkml:channelProperties>
      </inkml:inkSource>
      <inkml:timestamp xml:id="ts0" timeString="2023-07-06T02:24:2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15833 2317 1448 0,'0'0'104'16,"0"0"-104"-16,0 0 2880 0,0 0 1492 0,48-66-2616 15,-40 47-159-15,-4 0-305 0,4-3-164 16,-5 0-68-16,2-3-116 0,-5 2-72 0,0 0-8 16,0-2-124-16,-12 6-4 15,4 3-160-15,-4-1-64 0,-4 5-40 16,4 5-68-16,0 1-175 0,-4 1-105 0,4 5-64 15,-4 0-48-15,-4 0 0 0,1 3-8 16,-5 5 0-16,0 6 0 0,-4 8 44 16,0 3-48-16,-4 10 0 0,-4 4 0 15,4 5 64-15,0 7-64 0,-3 3-4 16,3 6 0-16,0 4-8 0,0-1 4 16,4 8 8-16,8-5 60 0,8 3 12 15,0-2 16-15,12-3 56 0,0-1-12 0,9-6-8 16,10-10 8-16,5-1 144 15,12-12 340-15,-1-5-396 0,6-10-124 0,2-3 0 16,1-7-24-16,0-6-24 16,3-3-12-16,-2-6-36 0,-2-4-12 15,-2-2-72-15,-6-4-48 0,1-3-48 0,-12 0-64 16,-1-4-116-16,-10 5-112 0,-1-4-72 16,-9-3-40-16,-3 2-121 0,-3-3-331 15,-13-2-744-15,0-4-812 0,-8-1-220 0,-3 0-2365 16,-1 1 1869-16,-4 6-952 15</inkml:trace>
  <inkml:trace contextRef="#ctx0" brushRef="#br0">15689 2682 156 0,'0'0'104'16,"0"0"1108"-16,-75 0-468 0,55 7 3320 16,4-1 801-16,4-3-3041 0,8 1-428 0,4-2-332 15,0-2-72-15,4 0-80 0,4 0 64 16,8 0-188-16,4 0-76 16,8-2-136-16,0-8-348 0,4-3-228 0,0 1-404 15,-4-4-392-15,-5 0-312 0,1-3-592 16,-4 3-1112-16,1 0-2321 0,-10 3-1199 15,1 5 4632-15</inkml:trace>
  <inkml:trace contextRef="#ctx0" brushRef="#br0">15921 2628 40 0,'0'0'11541'0,"0"0"-9345"0,11 67-512 0,2-29-740 0,-5 4 52 16,-1 4 120-16,2 6-120 16,-5-2-152-16,4-2-272 0,-4-3-316 15,-4-4-208-15,3-6-48 0,1-10-316 0,0-5-320 16,1-5-96-16,-1-2-180 0,0-3-124 15,0-3-476-15,-1-5-976 0,-3-2-2665 16,0 0-1927-16,0-2 5713 0</inkml:trace>
  <inkml:trace contextRef="#ctx0" brushRef="#br0">14802 1952 1136 0,'0'0'300'0,"0"0"428"0,0 0 4560 0,0 0-3680 15,0 0-208-15,0 0-11 0,0 0-109 16,0 0-72-16,0 0-108 0,0 0-168 15,-5 86-84-15,5-61-68 0,0 4-176 0,5 9-124 16,-5 3-100-16,0 7-96 0,0 12-100 16,0 10-112-16,3 16 136 0,1 9-200 15,0 13-4-15,4 12 44 0,4 8-44 16,-4-1 0-16,0 0-4 0,4-7-120 16,-4-9-212-16,4-9-132 0,8-12-336 15,-1-18 20-15,2-15 24 0,3-15-72 16,0-13-152-16,-1-17-960 0,5-10-2081 0,0-4-923 15,-8-8 1672-15</inkml:trace>
  <inkml:trace contextRef="#ctx0" brushRef="#br0">17044 1727 8564 0,'0'0'5209'15,"0"0"-4281"-15,0 0 80 0,0 0-140 0,13 89 116 16,-13-51 236-16,0 10-188 0,0 2-236 16,0 7-260-16,0 7-256 0,-4 0-88 15,0 6-120-15,4 2-28 0,-9 7-44 16,5 4-8-16,0 0-4 0,-3 3-88 16,-1-4-128-16,-5-3-92 0,6-2 4 15,-6-8-24-15,2-4-40 0,7-9 88 16,-4-2-40-16,4-6 148 0,-1-11-124 15,5-4 76-15,0-8-252 0,0-9-8 16,0 0-416-16,0-7-788 0,0 1-1168 0,5-1-2685 16,-5-6-371-16,0 4 5556 0</inkml:trace>
  <inkml:trace contextRef="#ctx0" brushRef="#br0">17630 2416 8324 0,'0'0'7321'0,"0"0"-5529"16,0 0-792-16,0 0-444 0,0 0 448 16,0 0-320-16,84-9-112 0,-60 2 37 0,8 1-185 15,-4-7-304-15,3 3-120 16,-3-3-168-16,0 4-184 0,-5-1-233 16,2 4-207-16,-5-3-184 0,-5 2-416 0,-2 4-652 15,-5 3-1940-15,-8 0-2997 0</inkml:trace>
  <inkml:trace contextRef="#ctx0" brushRef="#br0">17661 2657 10736 0,'0'0'4761'0,"0"0"-3953"15,0 0-708-15,0 0 164 0,77-38 108 0,-38 22-320 16,10-3-52-16,6 0-388 0,0 0-568 15,5 0-508-15,-11 6-1396 0,10-6-5761 16</inkml:trace>
  <inkml:trace contextRef="#ctx0" brushRef="#br0">18595 2232 116 0,'0'0'9508'16,"0"0"-8023"-16,0 0-537 0,0 0-100 16,0 0 360-16,0 0 232 0,31 82-172 15,-19-38-248-15,0 11-204 0,0 5 116 16,0 13-124-16,0 2-176 0,4 12-120 0,-4 5 25 16,4 6-113-16,-9 4-196 0,2 0-128 15,-9 3-100-15,0-3-132 0,0-8-24 16,-13-5-88-16,10-10 4 0,-1-12-41 15,0-13 73-15,4-16 100 0,0-9-76 16,4-13-72-16,3-9-208 0,-7-7-144 16,4 0-128-16,1-11-508 0,-1-4-880 0,0-11-992 15,0-2-2657-15,-4 3-47 16,0-20 5116-16</inkml:trace>
  <inkml:trace contextRef="#ctx0" brushRef="#br0">18677 2321 4516 0,'0'0'6949'0,"0"0"-6117"0,0 0-244 0,0 0-64 16,65-80 240-16,-42 65 248 0,5 2-44 16,0 3-192-16,0 3-192 0,-4 5-300 15,-4 2-268-15,-4 0 44 0,-1 2-60 0,-10 11 0 16,-1-1-8-16,-4 12 8 15,-9-2 0-15,-6 6 8 0,-9 4-8 16,-4 4-240-16,-4-5-192 0,-4 1-92 0,1-4-108 16,-1-9 32-16,4-3 120 0,4-10 140 15,8-3 72-15,1-3-124 0,2-9-296 16,2-4-412-16,2-6-893 0,6-6-1959 0,-1-4-200 16,3 3 3484-16,1-21 200 15</inkml:trace>
  <inkml:trace contextRef="#ctx0" brushRef="#br0">19128 1667 484 0,'0'0'11785'0,"0"0"-10205"16,0 0-512-16,0 0-364 0,20 95 176 16,-20-66 316-16,0 6-232 0,-4-4-560 15,-4 1-220-15,4-7-172 0,0-2 36 16,0-4-48-16,4-10-12 0,0-3-48 16,0-3 48-16,0-3-60 0,0 0-100 15,4 0-76-15,0-5 88 0,0-8 0 0,4 1-52 16,0-8-20-16,8-2-40 0,-4-4-140 15,4 1 4-15,-4 2-80 0,4 4 144 16,-4 1 120-16,0 4 224 0,-1 8 12 16,-2 4 352-16,3 2 104 0,-5 0 68 15,6 0 44-15,-5 8-160 0,3 3-148 16,2 3-48-16,-6 3-52 0,5 5 12 16,-3-3-84-16,-2 4-96 0,-3-1-4 15,0 0-124-15,0 0-84 0,-4 3-248 0,4 1-100 16,-4 0-104-16,0 2-148 0,0-2-276 15,0 2-424-15,0-3-832 0,0 5-1937 16,0-9-1043-16,5-2 5140 0,2-1-1268 16</inkml:trace>
  <inkml:trace contextRef="#ctx0" brushRef="#br0">20303 2638 1720 0,'0'0'40'0,"0"0"40"0,0 0-56 16,0 0 120-16,0 0 1892 0,0 0-332 15,0 0-364-15,0 0-144 0,52-69-96 16,-44 56-76-16,-4 1-31 0,5-5-17 16,-2-2 96-16,1 0-20 0,-4 0-204 15,-4-3-120-15,4 2-200 0,-4 2-168 0,0-1-84 16,-4 2 20-16,-4 1-60 0,1 4 112 15,-2-1 132-15,1 7-36 0,0 3-52 16,1 0-84-16,3 3-52 0,-5 0-108 16,1 0-28-16,-3 12 40 0,2 4-76 15,-6 9 28-15,2 8 80 0,-2 11 28 16,-2 3-24-16,6 7-12 0,-5 1-16 0,4-8-8 16,4-3-76-16,4-12-11 15,0-6 11-15,4-7 4 0,0-6-76 16,8-5-12-16,0-4-44 0,4-1 44 0,4-3 32 15,4-7-32-15,-1-5-172 0,9-7-97 16,4-7-11-16,-4-2 0 0,4-4-108 16,0 1 96-16,-4-4-28 0,0-3 124 15,-4 7-72-15,0-2 0 0,-9 8 72 16,2 6 60-16,-6 6 132 0,1 7 4 0,-3 6 148 16,-2 0 144-16,5 12 76 0,1 4 24 15,-2 3-136-15,6 3-160 16,-2 0-68-16,1 2-28 0,4-6-4 0,4-5-4 15,4 0-68-15,0-7-144 0,7-3-244 16,5-3-236-16,4 0-480 0,0-9-1120 16,-9-2-2457-16,14-4-3811 0</inkml:trace>
  <inkml:trace contextRef="#ctx0" brushRef="#br0">24013 2421 8796 0,'0'0'5353'16,"0"0"-4721"-16,0 0-632 0,0 0 64 15,0 0 136-15,0 0 356 0,0 0 512 16,-88-63 12-16,68 63-388 0,1 11-212 0,-1 8-48 16,-1 9 180-16,-3 10 48 0,1 10-100 15,3-1 60-15,4 4-51 0,0-3-133 16,8-7-168-16,4-3-76 0,4-13-96 15,0-6-20-15,4-6-28 0,8-6-48 16,4-2 0-16,0-5-8 0,4-2-176 0,4-8-116 16,4-5-124-16,-1-10-84 15,5-2-5-15,-4-4 1 0,0-4 0 0,0 0 136 16,0 0 8-16,-4-7 60 0,0 5 136 16,-5-2-24-16,-6 8 148 15,-2 2-24-15,1 7 72 0,-7 6 60 0,-1 9 236 16,-4 7 120-16,0 5 72 0,4 6-196 15,-4 9 112-15,3 5-100 0,-3 4-132 16,4 2-100-16,0 4-12 0,0-3-60 16,5-3-64-16,2-1-120 0,6-3-412 0,-2-5-208 15,5-5-144-15,0 1-596 16,4-6-836-16,-4-4-2441 0,8 1-3675 0</inkml:trace>
  <inkml:trace contextRef="#ctx0" brushRef="#br0">24730 2730 6764 0,'0'0'7189'0,"0"0"-6049"16,0 0-852-16,0 0-212 0,0 0 136 15,0 0 356-15,0 0 456 0,0 0-168 16,0 0-252-16,-4 66-408 0,0-43-196 0,-4-4-84 16,4-3-128-16,-4 0-32 15,4-4-152-15,0-2-360 0,4-7-244 16,0-3-272-16,0-3-1120 0,4-10-3201 0,0 1-643 15,8-17 5672-15</inkml:trace>
  <inkml:trace contextRef="#ctx0" brushRef="#br0">25129 2358 6048 0,'0'0'2364'0,"0"0"2149"0,0 0-3365 16,11 83-100-16,-7-38 200 0,-4 8 292 0,0 8-184 16,0 6-144-16,0 3-384 0,-4 3-352 15,0-1-271-15,0-2-81 0,-3 1-88 16,3-8-36-16,0-3-48 0,-1-3-100 16,5-9-69-16,0-10 9 0,0-6 12 15,9-4-96-15,2-6-196 0,-3-2-84 16,5-1-88-16,-6-6-56 0,1-1-212 15,0-2-416-15,4-4-776 0,0-3-1853 0,-3-3-1651 16,2-6 1092-16</inkml:trace>
  <inkml:trace contextRef="#ctx0" brushRef="#br0">25419 2421 2664 0,'0'0'2140'16,"0"0"3032"-16,0 0-3779 0,0 0-225 16,84 0-20-16,-52 11-144 15,-8 2-348-15,4-1-168 0,-9 4-224 0,-2 6-96 16,-6-3-168-16,-2 4-268 0,-9-2-184 0,-9 2-88 16,-6-1 84-1,-9 3 12-15,-8 1-128 0,-8-4-104 0,-4 0-80 16,-7 1-40-16,2-5-457 0,-6-5-1531 0,11-2-3052 15,-27-5 5548-15</inkml:trace>
  <inkml:trace contextRef="#ctx0" brushRef="#br0">23443 2221 3892 0,'0'0'548'0,"0"0"3896"0,0 0-3836 15,0 0-24-15,0 0 397 0,0 0 547 16,-79-14-280-16,62 23-196 0,2 7-296 16,-1 3-12-16,0 9-44 0,0 14-44 15,0 6 344-15,4 4-188 0,0 16-116 0,4 6-160 16,0 4-180-16,4 5-152 0,4-4-156 15,0 0-48-15,8-9-220 0,4-6-268 16,8-13-112-16,7-7 100 0,14-11 44 16,6-12-20-16,9-9-452 0,12-12-860 15,8-6-2348-15,-16-2-3537 0,39-28 3781 16</inkml:trace>
  <inkml:trace contextRef="#ctx0" brushRef="#br0">26431 2498 8264 0,'0'0'6205'0,"20"67"-5233"0,-20-36-696 16,4 8-212-16,-4 2 60 0,0 0 292 15,-7-2 84-15,-6-1-376 0,1-4-124 16,-8-2-148-16,1 0-264 0,-5-7-356 0,0-2-228 16,0 0-288-16,4-11-1257 15,8-3-3255-15,4-5 1884 0,4-4 3076 16</inkml:trace>
  <inkml:trace contextRef="#ctx0" brushRef="#br0">27026 2621 4668 0,'0'0'8097'0,"0"0"-7157"0,0 0-632 0,0 0 224 0,95-2 188 16,-76-1-368-16,-2 0-328 0,-2 0-24 16,2-4-856-16,-6 0-948 0,2 2-2693 15,-6-5-2815-15,-7 4 6452 0</inkml:trace>
  <inkml:trace contextRef="#ctx0" brushRef="#br0">26874 2867 3860 0,'0'0'13073'16,"0"0"-11573"-16,0 0-1116 16,0 0 228-16,92 15 136 0,-53-15-64 0,9-9-320 15,0-4-364-15,8-2-352 0,0-2-236 16,-1-1-352-16,1-1-192 0,-4-3-696 15,-13 5-2612-15,13-11-4937 0</inkml:trace>
  <inkml:trace contextRef="#ctx0" brushRef="#br0">27941 2191 7524 0,'0'0'9849'0,"-4"76"-8389"0,4-35-1008 0,0 7 4 16,0 12 424-16,0 6 373 0,-4 1-221 15,1 5-296-15,-5 5-448 16,-5 2-140-16,2 4-148 0,-2-6 0 0,-2-1-220 16,3-7-176-16,4-5-172 0,4-7-160 15,4-6-149-15,0-7-451 16,0-2-1236-16,4-7-3240 0,-1-10-3757 0,14 4 8725 15</inkml:trace>
  <inkml:trace contextRef="#ctx0" brushRef="#br0">2801 7506 11849 0,'0'0'4560'0,"0"0"-3700"0,0 0-512 16,0 0 184-16,0 0 784 15,115 0-104-15,-55 0-104 0,8-3-575 0,7-4-289 16,-3-3-124-16,4-2-48 0,-5-1-72 16,-3-3 0-16,-4 0-204 0,-9-3-368 15,1 3-229-15,-8-3-211 0,-8 0-572 16,-12 6-1420-16,-4-8-3865 0</inkml:trace>
  <inkml:trace contextRef="#ctx0" brushRef="#br0">3107 7245 156 0,'0'0'10368'0,"0"0"-8007"0,-7 83-429 15,14-42-92-15,-3 9-376 0,0 9-392 0,4-1-520 16,-3 3-420-16,2-4-132 16,5-5-120-16,4-15-88 0,4-11 72 15,4-7 76-15,8-10-40 16,-1-2-328-16,5-7-252 0,5-10-112 16,2-9-912-16,-3-9-816 0,-4-8-1973 0,-13 8-1551 0</inkml:trace>
  <inkml:trace contextRef="#ctx0" brushRef="#br0">3785 6639 4112 0,'0'0'1044'0,"0"0"3704"0,0 0-2519 16,0 0-229-16,28 89-144 0,-17-45-20 15,2 7-568-15,-5 12-348 0,-1 14-272 0,-7 9-284 16,-4 8-180-16,-3 12-112 15,-6-5 52-15,5-6 92 0,5-12-80 0,3-17-3 16,0-17 619-16,0-14-412 0,3-14-340 16,5-9 0-16,1-1-112 0,2-8-8 15,-3-3-72-15,5 0-196 0,-2-10 96 0,1-2 195 16,0-5-15-16,-4-1 28 0,-4-5-12 16,-4 2-112-16,0 1 160 15,0 4 48-15,0 3 72 0,0 7 40 0,0 6-104 16,0 0 52-16,0 6 108 0,8 10-120 15,0 3 64-15,4 3 193 0,-1 10 7 16,2 0-32-16,6 0-24 0,-2 0-4 16,3-1 76-16,-1-9-208 0,2-6-116 15,-6-2-4-15,5-8-4 0,-3-3-68 16,-2-3-60-16,1 0-292 0,0 0-268 0,0-9-85 16,0-2-135-16,-4 3-396 15,4-6-644-15,-5-2-820 0,2-3-472 0,-2 0-1457 16,-2-3-147-16,-5 6 3996 0,4 4 80 15,-4 5 1516-15,3 4-744 16,6 3 1476-16,-5 3 1404 0,3 4 2929 0,2-2-4193 0,-6 2-292 16,10 0 292-16,-2-4 64 15,2 0-344-15,2-3-232 0,5 0-284 16,-4-3-308-16,3-7-172 0,2-5-196 0,-1-5-104 16,0-6-40-16,-5 1-192 15,1-3-160-15,1-1-200 0,-10 4-80 0,-3-3 228 16,-4 2 60-16,-4 8 120 0,-8-3 64 15,0 6 160-15,-8 5 40 0,1 7 228 0,3 3-20 16,-4 0 68-16,-1 13 16 16,-2 6 84-16,-1 9-28 0,4 7-44 0,-4 7 32 15,3 2 61-15,2 7 159 0,3 3-136 16,0 0-220-16,8-6-144 16,4-4-96-16,0-12-96 0,8-7 12 0,4-7 24 15,8-7-60-15,-4-5-28 0,8-6-264 16,-1 0-217-16,5-3-271 15,0-11-432-15,4-4-728 0,-4-4-1092 0,4-3-1273 16,-4-8-287-16,-4 2-356 0,0-1 5068 16,-1-2-136-16,-2 8 136 0,-5 4 0 0,-1 7 2360 15,-2 8-1004-15,-5 4 5584 0,-1 3-3863 16,-3 3-1217-16,4 6-468 0,1 4-216 16,-2 5-80-16,5 5-28 0,-3 3 208 15,-2 2-315-15,1 1-393 0,0-3-336 16,4-8-232-16,0-1-108 0,0-9 0 0,4-1-24 15,4-4-12-15,3-3-136 0,1-7 0 16,4-4-144-16,0-10-113 0,0 0 17 16,0-2 44-16,0-2 12 0,-4 3 168 15,-4 6 88-15,0 2 12 0,-5 6 120 16,-2 8 76-16,-1 0 328 0,-5 8-44 0,6 9-284 16,-2-1-12-16,2 3-196 15,-1 3-284-15,-1 0-308 0,2 0-540 16,-2 2-1240-16,2-9-2801 15,-2-2-2523-15,1-1 7240 0</inkml:trace>
  <inkml:trace contextRef="#ctx0" brushRef="#br0">7462 6953 5612 0,'0'0'1600'16,"0"0"1444"-16,0 0-1551 0,0 0 159 0,0 0-192 15,0 0 0-15,0 0-352 0,0 0-252 16,0 0-180-16,0 0-172 0,0 0-148 16,24-29 160-16,4 29 240 0,4 0-176 0,7 0-311 15,2-2-145-15,-2-3-40 0,5-1-36 16,-7 4-48-16,2-4-8 15,-3 2 4-15,-4-3-4 0,-1 7-100 0,-3-3 20 16,-7 3-57-16,-2 7-39 0,-3 3 4 16,-8 8 80-16,0 11 96 0,-4 6 4 15,-4 6 64-15,0 14 20 0,-4 4-76 16,-8 8 60-16,0 0-68 0,-4 6-84 16,5-6 84-16,-6-6-120 0,6-8-40 15,2-9 52-15,1-12 100 0,4-7-80 0,1-12-104 16,3-1-272-16,0-8-124 0,0-1-160 15,0-3-264-15,0 0-884 0,0 0-1112 16,0 0-1713-16,-13-12-2343 0</inkml:trace>
  <inkml:trace contextRef="#ctx0" brushRef="#br0">7546 7464 10816 0,'0'0'1605'15,"0"0"-493"-15,0 0-60 0,0 0-28 0,0 0 80 16,0 0 28-16,0 0-84 0,91-12-496 15,-51 9-416-15,4-1-76 0,-4 1-60 16,-4-1-192-16,-1 4-348 0,-7 0-296 16,-7 0-220-16,-6 4-576 0,-6 6-892 15,-5-1-1989-15,-12 12-1743 0</inkml:trace>
  <inkml:trace contextRef="#ctx0" brushRef="#br0">7518 7785 7948 0,'0'0'1684'0,"0"0"-275"0,0 0 335 15,0 0-76-15,0 0-548 0,0 0-300 0,0 0-96 16,0 0 108-16,84-3 92 0,-41-4-336 16,9 1-292-16,4-3-296 0,4-4 0 15,4 0-208-15,3 1-384 16,8-2-428-16,2 2-348 0,-14 2-3116 0,25-5-5693 16</inkml:trace>
  <inkml:trace contextRef="#ctx0" brushRef="#br0">9638 7296 16293 0,'0'0'2160'0,"0"0"-1960"0,0 0-192 16,-92 12 272-16,49 14 336 15,-2 9 104-15,-2 6-168 0,2 3-92 0,6 1-240 16,11-3-220-16,4-5-24 0,12-5-160 16,5-10-8-16,2-2 80 0,5-8-132 15,0-5-72-15,8-7 48 16,12 0 108-16,4-14-108 0,4-5-224 0,4-6 52 16,-1-6-152-16,5-1-116 0,-8 0 188 15,0 6 308-15,-4 12 212 0,-8 0 0 0,0 11 60 16,-4 3 464-16,-5 6 180 0,2 9 40 15,-5 9-120-15,4 1-36 0,-1 0-148 16,2 7-36-16,-1-1-4 0,3-1-204 16,6-5-196-16,2 0-24 0,5-6-100 15,4-6-68-15,4-3-272 0,0-4-232 16,7-6-300-16,-2 0-520 0,-5 0-1664 16,4-6-4777-16</inkml:trace>
  <inkml:trace contextRef="#ctx0" brushRef="#br0">11868 7506 4000 0,'0'0'900'16,"0"0"4084"-16,0 0-3819 0,-59-74-137 15,35 59 84-15,-4 2 488 0,4 3-328 0,-4 7-272 16,4 3-204-16,1 6 68 0,-5 14-188 16,8 8 84-16,-4 13-28 0,4 9-124 15,4 8-35-15,8 5-29 0,1-2-84 16,2-4-136-16,5-6-196 0,0-13-128 16,5-9-12-16,10-11-124 0,5-11-80 15,12-7 36-15,4-12-64 0,7-16-72 16,9-14-425-16,4-9-351 0,-5-6-380 15,1-7-1140-15,-16 17-2424 0,5-20-1853 0</inkml:trace>
  <inkml:trace contextRef="#ctx0" brushRef="#br0">12152 6734 7220 0,'0'0'6065'0,"0"0"-4629"0,0 66 0 16,0-24 112-16,0 8-120 0,0 8-116 0,0 2-276 15,-5 4-295-15,5 3-221 0,-4 5-180 16,-3 1-148-16,-5 0-180 0,0-3-12 16,0-3-60-16,-1-16-180 0,6-10-28 0,7-12 88 15,0-14 8-15,7-4-20 0,6-11-76 16,7 0 47-16,0-14 17 16,4-5-40-16,0-3 24 0,-5-6 40 0,5-1 92 15,-7-3-68-15,-2 4-16 0,-7 6 160 16,4 2-36-16,-4 10-40 15,0 8 16-15,4 2 72 0,-4 9 380 0,4 10 44 16,-4 3-120-16,4 7-108 0,-4 3 36 16,4 0 97-16,-4-1-53 15,3 2 16-15,2-5-88 0,2-6-152 0,2-7-52 0,7-1-124 16,-1-9-32-16,1-2-112 16,4-3-289-16,0-5-235 0,4-5-244 15,4-3-684-15,-12 1-2108 0,15-5-2517 0</inkml:trace>
  <inkml:trace contextRef="#ctx0" brushRef="#br0">12980 7382 13773 0,'0'0'1936'16,"0"0"-1044"-16,0 0-156 0,-75 50 576 0,39-15 160 16,0 6-328-16,4 4-183 0,1-4-125 15,6-3-160-15,9-6-276 0,4-7-232 16,9-6-168-16,3-5-12 0,0-8-72 15,7-3-24-15,10-3-28 16,2-3 124-16,5-10 4 0,4-6 8 0,4-6-168 16,-4-1-96-16,0 0-16 0,0 4-8 15,-9 0 8-15,-2 10 112 0,-6-1 80 0,-3 10-8 16,-3-1 24-16,-1 4 72 0,-1 10 60 16,1 6 292-16,0 0-36 0,0 6-124 15,5 0-12-15,-2 1-32 0,1-4-16 16,4-1-36-16,4-1-96 0,4-5-12 15,0-2-36-15,0-4-36 0,4 1-36 16,-1-5-208-16,5-2-180 0,-4 0-208 0,4-2-97 16,4-5-543-16,-12 1-1236 0,16-7-3596 15</inkml:trace>
  <inkml:trace contextRef="#ctx0" brushRef="#br0">13367 7452 8748 0,'0'0'1964'16,"0"0"-419"-16,0 0-65 0,0 0-100 15,0 0 92-15,0 0-144 0,0 0-264 16,28 82-160-16,-28-50-304 0,0-1-136 16,0 1-172-16,-4 0-72 0,0-4-148 0,-5-2-72 15,2-5-8-15,3-4-88 0,0-4-124 16,0-4-232-16,4-6-208 0,-4 1-196 15,4-4-240-15,0 0-544 0,0-7-1100 16,0-2-2045-16,4-10-1183 0</inkml:trace>
  <inkml:trace contextRef="#ctx0" brushRef="#br0">13406 7324 8200 0,'0'0'1684'15,"0"0"57"-15,0 0-165 0,0 0 140 0,0 0-320 16,0 0-396-16,80-53-296 0,-59 49-372 0,-2 1-332 15,1 3-132-15,1 0-576 16,-2 0-768-16,1 3-884 0,-8 1-2865 16,0 2-3011-16</inkml:trace>
  <inkml:trace contextRef="#ctx0" brushRef="#br0">13642 7531 768 0,'0'0'10132'15,"0"0"-8743"-15,0 0-505 0,0 0 664 16,-40 73 16-16,36-64-332 0,4-5-524 15,0-2-488-15,8-2-84 0,0-2 12 0,12-5 416 16,3-9-60-16,5 0-248 0,4-9-256 16,0 3-48-16,5-1-160 0,-9 7 24 15,-1 4 88-15,-3 6-40 0,-4 6 12 16,-1 0 12-16,-6 8 112 0,-2 9 120 16,-2-1 128-16,-1 5 8 0,0-1 12 15,-5 2-36-15,1-3 12 0,5 1-36 16,-1-5-172-16,-1 2-36 0,10-5-232 0,-2-2-12 15,13-3-452-15,0-7-448 0,12 0-816 16,-12 0-2660-16,24-10-1529 0</inkml:trace>
  <inkml:trace contextRef="#ctx0" brushRef="#br0">15045 7436 16585 0,'0'0'2244'16,"0"0"-1580"-16,-49 82-4 0,29-57 484 16,9 1-39-16,-1-4-401 0,12-9-536 15,0-7-168-15,16-3-72 0,4-3 72 0,8-3 168 16,7-10-80-16,1-2-88 0,0-4-196 16,3-8-312-16,-2 2-60 15,-1 3 55-15,-8-3 41 0,-9 6-4 0,1-2-72 16,-16 4 280-16,0-2-40 0,-8 6-84 15,-7-3 356-15,-10 0 36 0,-7 7 84 16,0-1 52-16,0 8 12 0,-3 2-28 0,3 12 116 16,0 7-16-16,1 3-40 0,6 0-180 15,5-2-24-15,8-1-304 16,4-6-260-16,4-5-584 0,4 2-1084 0,4-3-820 16,16-3-2817-16</inkml:trace>
  <inkml:trace contextRef="#ctx0" brushRef="#br0">15494 7445 14757 0,'0'0'2360'0,"0"0"-1060"16,116-9-292-16,-64-1-248 0,-1-6-200 15,2-3-180-15,-1-6-380 0,-1-5-36 16,-3 0-540-16,-5-2-572 0,-2-4-964 0,-18 11-3068 16,1-10-6201-16</inkml:trace>
  <inkml:trace contextRef="#ctx0" brushRef="#br0">15745 7019 12057 0,'0'0'1740'0,"0"0"-840"0,0 0 284 15,-51 70 280-15,46-42-240 0,1 8-32 16,4 5-412-16,4 7-60 0,5 2-111 16,-1 8-1-16,-4-1-248 0,-1 3-284 15,-3 1-76-15,4-1-12 0,0-3-88 16,-4 4 4-16,0-7 0 0,0 3-36 0,0-10-172 15,-4-3-73-15,-3-2 37 16,-5-7-24-16,-1-3-64 0,-2-4 72 0,2-9 4 16,-6-3 20-16,3-10 88 0,-4-2-64 15,-4-4 24-15,4-10-172 0,-4-2-544 16,5-11-1308-16,-2 7-2965 16,-10-19-3895-16</inkml:trace>
  <inkml:trace contextRef="#ctx0" brushRef="#br0">16885 7322 1684 0,'0'0'9445'0,"0"0"-8597"0,0 0-692 0,0-73 24 15,-4 53 140-15,0 4 432 0,-4 3 316 16,1 7 40-16,-2 3-88 16,-3 3 136-16,0 3-280 0,-4 13-236 0,-8 9-28 0,-4 11 136 15,-4 8-128-15,1 4-220 16,-1-1-119-16,0-3-73 0,8-9-208 16,8-9-24-16,9-7-184 0,2-6-85 0,5-7-83 15,12-6 156-15,8 0 32 0,8-6 188 16,8-13 0-16,4-3-100 0,3-6-108 15,2 2-72-15,-6 0 0 0,1 10 8 16,-5 6 76-16,-3 7 76 0,0 3 32 16,1 13 52-16,-6 6 36 0,-3 9 124 15,0 7 72-15,-4 7 120 0,0 2 28 16,-4 2 24-16,0 1-212 0,-4-3-8 0,-8 4 8 16,-4-4 52-16,-4 3 24 15,-8-2-16-15,-12 3 53 0,0-7-37 0,-4 0 8 16,0-2-8-16,0-8 48 0,4-5-64 15,5-10-96-15,3-4-36 0,8-9 16 16,-5-3 8-16,6-6-108 0,3-13-184 16,0-6-80-16,0-13-52 0,4-11-144 0,8-10-169 15,3-15-151-15,6-5-244 16,3-3-872-16,-1-5-1144 0,2 24-2473 16,7-16-1527-16</inkml:trace>
  <inkml:trace contextRef="#ctx0" brushRef="#br0">17375 7159 2584 0,'0'0'11013'0,"0"0"-9545"16,0 0-548-16,0 0 220 0,0 0-160 16,88 10-328-16,-77-4-84 0,6 4-164 15,-6-1-248-15,2 4-156 0,-2 4-8 0,-7 1 8 16,0 1 148-16,-4 6 12 0,0-3-148 16,0 4-12-16,-8-4-44 0,5-6 44 15,-1-3 0-15,0-7 0 0,4-3-88 16,0-3 84-16,0 0 4 0,0 0 76 0,4-3 44 15,3-3-44-15,10-4-64 16,-6-2-12-16,6-4-136 0,-2 0-120 0,2 0-172 16,-2 0-100-16,1-3-140 0,0 3-124 15,-5-3-204-15,6 0-388 0,-9 3-1128 16,4-9-3793-16</inkml:trace>
  <inkml:trace contextRef="#ctx0" brushRef="#br0">17762 7229 3968 0,'0'0'7617'0,"0"0"-6529"16,0 0-552-16,-17 67 660 0,14-48 660 16,-1 0-104-16,4-6-460 15,0-1-544-15,4-5-208 0,3-1 56 0,6-3 61 0,2-3-233 16,2 3-144-16,-2-3-172 16,5-3-52-16,1-6-56 0,2-4-120 15,1-4-24-15,0-2-64 0,-4-2-48 0,3 2 27 16,-2-4 69-16,-6 1-44 15,2 0 80-15,-6 0 64 0,-2 0-12 0,-5 6 60 16,0 2 12-16,-4 9 12 0,0 2 192 16,0 3-56-16,-4 3 132 0,0 7-111 15,-9 5-45-15,6 7 44 0,-10 7 52 0,6-4 128 16,3 1-68-16,-5-7-76 16,9 0-132-16,4-7-72 0,0-3-132 15,4-2 24-15,5-3-36 0,3-4 44 0,8 0-140 16,-1-6 20-16,9-8-228 15,0-2-269-15,4-2-159 0,0-4-276 16,0 2-268-16,-4 5-20 0,0-5 40 0,-8 8-340 16,-1-1-208-16,-2 0 555 0,-10 7 1393 15,1 3 764-15,-8 3 985 0,0 3 403 16,0 3-36-16,0 7-332 0,0 0-444 16,-8 6-168-16,4 1-211 0,-3-2-5 0,3-2-192 15,0-3-340-15,4-1-352 0,0-3-72 16,8-2-60-16,3-3 12 0,6-4-184 15,6 0-168-15,5-11-44 0,0-4-212 16,4-1-193-16,-1-3-395 0,-3-4-1180 0,-7 11-1948 16,3-13-2209-16</inkml:trace>
  <inkml:trace contextRef="#ctx0" brushRef="#br0">18602 7024 12793 0,'0'0'2084'0,"0"0"-1352"16,0 0 48-16,0 0 848 0,-15 87 204 0,10-48-256 15,5 5-435-15,0 7-197 0,5 3-136 16,3 6 120-16,-1 5-240 0,5 3-232 16,-4 3-144-16,4-2-60 0,-4 2-120 0,0-5-68 15,0-3-64-15,-4-9-48 0,0-4 36 16,0-4-132-16,0-11 0 0,4-7-36 16,-4-5-24-16,4-11 12 0,0-6-132 15,-5-6-136-15,6 0-56 0,-1-12 212 16,0-8 4-16,-5-10-124 0,-3-6-180 0,0-9-472 15,-11-5-981-15,-6-5-787 16,-2-5-1396-16,3 13-1437 0,-16-32-1722 16</inkml:trace>
  <inkml:trace contextRef="#ctx0" brushRef="#br0">18614 7172 11297 0,'0'0'2188'0,"0"0"-564"0,91-19-376 15,-50 16 256-15,2 0-392 0,-3-1-168 16,1 4 56-16,-10 0-284 0,-3 4-215 0,-8 2-201 15,-8 4-128-15,-4-1-88 16,-8 1 72-16,0 5 4 0,-12 5-28 0,-4 1-12 16,-8 2-120-16,0-1-72 15,-3-2-156-15,3-1-232 0,7-7-269 16,6-5-295-16,7-5-380 0,4-2-1020 0,15-7-1840 0,2-1-677 16,22-17-2415-16</inkml:trace>
  <inkml:trace contextRef="#ctx0" brushRef="#br0">19343 7153 13669 0,'0'0'2664'0,"0"0"-748"16,0 0-332-16,0 0 112 0,0 0-215 0,0 0-381 15,0 0-596-15,0 0-320 0,0 0-40 16,-71 76-120-16,62-56-24 0,5-5-84 16,4 7 24-16,0 0 60 0,9 4 64 15,-1-4-4-15,-1 4 12 0,10-4-60 16,-9 0-12-16,3 1-4 0,-2-8 4 15,-1 3-4-15,-5-1 0 0,-3-1-4 16,0-3 8-16,-3 2 8 0,-10 2 64 16,-6-5-72-16,-9 4-60 0,0 0-268 0,-8-1-80 15,-8 2-160-15,-7-1-132 0,-9 3-184 16,-13-1-417-16,-14-1-1339 0,19-5-3388 16,-67 11-5805-16</inkml:trace>
  <inkml:trace contextRef="#ctx0" brushRef="#br0">10594 9836 7628 0,'0'0'4389'0,"0"0"-1969"16,0 0-388-16,0 0-404 0,0 0 80 15,0 0-400-15,0 0-543 0,0 0-329 16,0 0-24-16,0 0 132 0,0 0-12 0,75 89 48 16,-70-20-168-16,-5 13-136 0,-9 11-60 15,-6 9-96-15,-9 3-60 0,-1 2-60 16,-2-2 0-16,7-10-4 0,0-14-92 0,8-25-144 15,4-18 72-15,4-20 0 16,4-7-136-16,4-11-104 0,8-4-28 0,4-11 232 16,8-10-4-16,4-14-68 0,4-8-16 15,-1-7 0-15,-6-10 16 16,-6-6-53-16,-3-3-23 0,-8-3-160 0,-4-3-112 16,-4-7-60-16,-4 7 84 0,-8-1 168 15,0 8 260-15,0 7 172 16,1 18 172-16,7 9 60 0,-1 15 236 0,5 8 72 15,0 11-160-15,9 4-196 0,6 4 192 16,2 11 64-16,11 8-136 0,-5 12-12 16,5 6 73-16,0 8 71 0,-4 1 60 0,0 7-144 15,0 3-136-15,-5 3-60 0,-6 1-108 16,2-4-44-16,-2-2 0 0,2-11 4 0,-3-9 52 16,0-9-12-16,0-13-36 15,-4-4 4-15,4-6 32 0,-4-6-48 0,4 0 84 16,0-12 156-16,4-10 48 0,8-10-80 15,-4-12-100-15,8-11-108 16,-5-8-96-16,1-10-160 0,4 0-284 0,-4 0-260 16,0 4-20-16,1 11-81 0,-2 13-243 15,1 17-856-15,-8 9-1868 0,0 16-2005 16</inkml:trace>
  <inkml:trace contextRef="#ctx0" brushRef="#br0">11402 10794 14201 0,'0'0'2584'0,"0"0"-1764"15,0 68-436-15,4-54 284 0,9-3 300 16,2-8-268-16,5-3-140 0,8-7-148 16,8-14-24-16,4-11-31 0,4-6-117 15,3-7-156-15,-2-2-76 0,-6-2-8 0,-3 9-40 16,-8 1-104-16,-12 8-28 0,-4 5-45 15,-12 7-111-15,0 4 96 0,-16 2 220 16,-4 3-84-16,-4 3-52 0,-4 5 148 16,4 2 136-16,-4 6-100 0,5 7-36 15,-1 2-148-15,0 5-20 0,3 2-116 0,2 0-20 16,3 3-136-16,4 2-320 16,1 0-720-16,2-4-1140 0,5 9-3197 0</inkml:trace>
  <inkml:trace contextRef="#ctx0" brushRef="#br0">12813 10055 4892 0,'0'0'1004'0,"0"0"-172"15,0 0 4393-15,0 0-3413 0,0 0-256 0,80-54-284 16,-76 47 96-16,0 5-272 0,0-2-200 16,-4 4-16-16,0 0-176 0,0 0-231 0,-4 0-133 15,-4 4-168-15,-8 5-172 16,-8 1-152-16,-8 8-28 15,-8 4 60-15,-3 3 108 0,-2 8 12 0,2-2 4 0,2 5 68 16,-2-1-60-16,7-3 0 0,4 1 48 0,1 0-56 16,6-1-4-16,5-7-12 15,5 1-96-15,7-7-28 0,8-1 3 16,0-4 121-16,12 1 12 0,8 1 213 0,3 0-77 16,5 0-40-16,4-4-36 15,0 4 12-15,4-3 28 0,-4-3 20 0,4 2-48 16,-8 1-72-16,0-3-68 0,-5-1-4 15,1 3-24-15,-4-1-16 16,0 1-8-16,0-5 36 0,0 5-100 0,3-2-97 16,-2-1-215-16,3-2-284 0,0-1-272 15,-1-3-504-15,1-3-844 0,-4 0-2485 16,8 0-3059-16</inkml:trace>
  <inkml:trace contextRef="#ctx0" brushRef="#br0">13713 9824 3768 0,'0'0'7421'0,"0"0"-6189"15,-11 79 56-15,3-35 332 0,-8 10 88 0,0 7-96 16,0 5-388-16,-5 5-88 0,6 1-199 15,-5 4-245-15,0 1-292 0,0-1-256 0,-4-4-140 16,5-5-4-16,-5-10-108 16,3-9-72-16,10-14-28 0,-2-11 16 15,9-6-100-15,4-15-293 0,0-2-327 0,4 0-64 16,0-9-156-16,9-10-652 16,-2-7-240-16,6-9-664 0,-6 4-1257 0,9-26-339 15</inkml:trace>
  <inkml:trace contextRef="#ctx0" brushRef="#br0">13638 9988 7736 0,'0'0'2536'0,"0"0"-743"0,0 0-337 15,0 0 252-15,0 0-272 0,52 74-268 0,-37-40-84 16,6 4-212-16,-6 4-52 0,2 2-4 16,-6 4-283-16,1 2-265 0,0-2 0 15,-8-1-160-15,0-2 0 0,0-7-96 0,0-6 108 16,1-7 16-16,-2-6-4 0,5-9-132 15,0 0-40-15,4-10-20 0,4 0 60 16,8-14 68-16,4-7 24 16,4-11-92-16,3-10-252 0,1-9-64 0,0-2-60 15,-4-4-49-15,-8-7-39 16,0 5-72-16,-9-6-172 0,-2 2-232 0,-1 9-320 0,-9 6-976 16,1 13-652-16,1 10-977 15,-1 9-675-15</inkml:trace>
  <inkml:trace contextRef="#ctx0" brushRef="#br0">14439 10401 13745 0,'0'0'1720'0,"0"0"-964"15,4 80-368-15,-4-52 644 16,4 0 264-16,-4 1-532 0,3-7-388 0,1 1-240 15,0-5-136-15,5-1-52 0,-5-5-84 16,3-2-220-16,-3-7-416 0,5 0-548 16,-5-3-632-16,0 0-3077 0,-1 0-3979 0</inkml:trace>
  <inkml:trace contextRef="#ctx0" brushRef="#br0">15996 9972 9984 0,'0'0'1961'0,"0"0"-825"16,0 0-728-16,0 0 344 0,0 0 384 0,-87 29-264 16,55-6-500-16,-8-1-260 0,0 3-100 15,-3 3 164-15,-1-2 124 16,0 2-52-16,0 1-64 0,4 0 28 0,1-4 36 16,7 1-52-16,0-1-36 0,4-3 16 0,8 0-4 15,4-6-28-15,4 0-20 16,4 0-36-16,4-1 96 0,4 9 208 15,0-6 220-15,8 4-296 0,3 1-120 0,6-1-52 16,3 0-20-16,-1 0-64 0,6 0-12 16,-1-3-48-16,0-3 8 15,3 0 0-15,1-4-8 0,0-1-60 0,4-5-76 16,-1-4-44-16,1-2-392 0,5 0-312 16,-1 0-568-16,-8-2-1260 0,3-8-5897 15</inkml:trace>
  <inkml:trace contextRef="#ctx0" brushRef="#br0">16630 9890 12821 0,'0'0'1744'16,"0"0"-708"-16,0 0-308 0,-16 98 644 15,0-54-52-15,-8 7-168 0,0 3-360 16,1 1-304-16,-5 2-87 0,4 0-37 16,-4 3-96-16,4-2-180 0,-1-8-88 0,6-9-60 15,7-6-136-15,0-13-204 16,8-6-185-16,4-10-83 0,0 1-296 0,4-7-676 16,-4 0-1244-16,8-7-3457 0</inkml:trace>
  <inkml:trace contextRef="#ctx0" brushRef="#br0">16535 10013 11385 0,'0'0'2560'0,"0"0"-992"0,0 0-476 16,0 0 88-16,0 0 460 0,0 0-220 0,47 68-520 16,-35-37-283-16,4 7-133 0,-8 4-132 15,4-2-84-15,0-1-100 16,0-4-96-16,4 0-24 0,0-10-48 0,-1-3-4 0,2-6 4 15,-2-7 72-15,6-2 24 16,-1-7-8-16,-1-2 128 0,1-12 216 16,4-8-324-16,1-7-108 0,-2-12-72 0,-3-3-84 15,4-4 96-15,-5-6-96 0,-2 0-316 0,-2-1-192 16,-2 5 36 0,-5 2-89-16,-1 4-23 0,6 12-360 0,-5 11-680 15,-1 8-728-15,1 7-1408 0,-3 6-761 0,3 8-723 16</inkml:trace>
  <inkml:trace contextRef="#ctx0" brushRef="#br0">17092 10159 1708 0,'0'0'6472'0,"0"0"-3936"0,0 0-391 0,40 67-477 0,-28-47-248 16,8-2 8-16,-8 1-128 0,4-2-308 0,-4 1-292 16,4-2-276-16,-9 0-128 15,6 0-144-15,-5-3-152 0,3 0-4 16,2-4-4-16,-6 1 4 0,1-1-80 0,5 0-28 15,-6-2-20-15,-3 6 68 0,0 0 64 16,-4 1 60-16,0 10 60 0,-8-2 40 16,-3 0 8-16,2 0 64 0,1-3 24 15,5-3-99-15,3-4-45 0,0-1-16 16,11-6 24-16,6-2 64 0,7-3 80 16,7-3-8-16,9-6-256 0,3-10-304 0,6 0-192 15,3 0-185-15,-5-7-219 16,1 4-264-16,3 0-908 0,-19 3-2508 15,17-12-5001-15</inkml:trace>
  <inkml:trace contextRef="#ctx0" brushRef="#br0">18192 10153 16013 0,'0'0'2688'0,"0"0"-1756"0,0 0-480 16,83 4 28-16,-51-4-240 0,-4-4-240 0,0 1-100 15,4-3-288-15,0-1-704 0,3 1-588 16,-11 0-2132-16,12-4-5525 0</inkml:trace>
  <inkml:trace contextRef="#ctx0" brushRef="#br0">18861 10137 796 0,'0'0'12017'0,"0"0"-10513"0,0 0-1076 15,84-19 40-15,-60 13 136 0,-4 0-72 0,-1-4-532 16,2 4-800-16,-1-1-1008 16,-8 5-1257-16,8-3-2979 0</inkml:trace>
  <inkml:trace contextRef="#ctx0" brushRef="#br0">19455 10083 3360 0,'0'0'8897'0,"0"0"-8897"16,0 0-88-16,0 0 88 0,88 4 576 15,-69-4 164-15,2-4-40 0,-6 2-144 0,9-5-228 16,-4 1-316-16,0-5-12 0,4 0-1036 16,-12 4-1508-16,8-8-5133 15</inkml:trace>
  <inkml:trace contextRef="#ctx0" brushRef="#br0">20627 9734 716 0,'0'0'9308'16,"0"0"-7851"-16,0 0-317 0,0 0 580 15,3 77-68-15,-3-31-152 0,0 12-312 0,-7 6-376 16,-6 3-176-16,-2-1-136 0,-6 7-36 15,1-7-88-15,1 5-84 16,-5-8-87-16,3-5-201 0,6-14-4 0,2-9-48 16,10-13-49-16,3-9-99 0,0-7-436 15,3-3 0-15,6-3-40 0,7-7-212 16,0-8-588-16,-1-1-1076 0,13-22-3709 0</inkml:trace>
  <inkml:trace contextRef="#ctx0" brushRef="#br0">20730 9832 8536 0,'0'0'2997'0,"0"0"-1497"16,0 0-572-16,0 0 172 0,0 0 8 15,0 0 180-15,0 0-4 0,44 83-436 0,-28-45-200 16,4 3-100-16,-5 4-144 16,2-8-160-16,-2 5-124 0,2-3-108 0,-2-4 0 15,5-7 0-15,1-2 317 0,-2-4-169 16,1-9-28-16,-5-1-84 0,6-9 0 15,-1-3 24-15,-1 0-12 0,2-6-56 16,-1-8-4-16,-1-4-8 0,5-4-136 0,-3-10-12 16,-2 0-4-16,1-6 15 15,0-6-63-15,-4-7-168 0,0-6-280 0,0-3-152 16,4-5-456-16,-9 2-572 0,2 19-1268 16,2-13-3549-16</inkml:trace>
  <inkml:trace contextRef="#ctx0" brushRef="#br0">21702 10404 4636 0,'0'0'68'0,"0"0"4268"16,0 0-3172-16,0 0-27 0,0 0-213 16,0 0-68-16,0 0-40 0,0 0-108 0,0 0-152 15,0 0-128-15,16 70-152 16,-12-51 12-16,-4 3 16 0,0 0 96 0,-4-2-16 15,0-1-112-15,0-7-108 0,0-1-64 16,4-3-88-16,0-4-12 0,0-2-8 16,0-2-56-16,0 0 16 0,0 0 36 15,4 0-48-15,4-6 60 0,8-2 272 16,3-9-72-16,6-2-140 0,-1-3-48 16,8-4 40-16,-4 1 8 0,-4 3-56 15,-1 5-4-15,-3 5-72 0,-8 5 44 0,4 7 28 16,-8 0 212-16,4 11 256 0,-4 1 208 15,4 4-164-15,-5 6-180 0,2 0-148 16,-5 0-32-16,4 0-152 0,-5 1-72 16,6-1-52-16,-5-2-120 0,4-1-548 15,-1-4-404-15,1 1-504 0,-3-3-1444 0,3 0-4177 16</inkml:trace>
  <inkml:trace contextRef="#ctx0" brushRef="#br0">11096 12525 3920 0,'0'0'1224'0,"0"0"-388"15,0 0 4425-15,0 0-3389 0,0 0-448 16,0 0-480-16,0 0 212 0,0 0 76 0,0 0-292 16,-64 89-156-16,45-64-160 15,-2 4-148-15,1-4-124 0,5 4-60 0,-2-7-72 16,9 0-160-16,5-2-60 0,3-2-204 15,7-1 20-15,10 1-24 16,6 1 160-16,5-2 48 0,8-2-4 0,0 1-100 16,0-3 40-16,-8 0 64 0,0-1-12 15,-5-3 12-15,-7 2 4 0,-4-3 84 0,-3 3-4 16,-5-3-80-16,-4 3 68 0,0 3 52 16,-13 3-52-16,1-1-72 15,-4 0-340-15,1 0-160 0,-2-4 12 0,6-2-140 16,-1-4-280-16,3 1-344 0,5-7-580 15,1 0-1244-15,3-4-3145 0</inkml:trace>
  <inkml:trace contextRef="#ctx0" brushRef="#br0">11415 12916 2672 0,'0'0'7392'0,"0"0"-5255"15,0 0-465-15,0 0-4 0,0 0-88 0,32 73-464 16,-28-60-452-16,-1-1-320 15,-3-3-184-15,4 1-136 0,0 0-24 0,0-4-160 16,5 0-356-16,-2 1-668 0,5-4-404 16,1-3-1016-16,15-7-3433 0</inkml:trace>
  <inkml:trace contextRef="#ctx0" brushRef="#br0">11956 12353 8536 0,'0'0'1824'0,"0"0"-959"16,-11 77 147-16,11-39 344 0,0 13 64 15,0 2-228-15,0 5-64 0,3 2-212 0,5-3-376 16,0 4-156-16,1-4-252 16,2-6-132-16,2-3-132 0,-2-10-92 15,1-10-144-15,4-6-52 0,-4-6 124 0,4-6-112 16,-8-4-228-16,0-3-392 15,-4-3-688-15,-4 0-2233 0,-8-3-2631 0</inkml:trace>
  <inkml:trace contextRef="#ctx0" brushRef="#br0">11701 12909 11129 0,'0'0'2244'0,"0"0"-548"0,0 0-12 0,0 0-464 15,0 0-492-15,0 0-4 0,92-41 84 16,-45 25-356-16,13 0-260 0,0 1-192 15,4-2-112-15,-4 4-96 0,3 1-304 16,-7-1-604-16,0 7-464 0,-11-1-1080 16,6 1-3997-16</inkml:trace>
  <inkml:trace contextRef="#ctx0" brushRef="#br0">12801 13036 11309 0,'0'0'6956'0,"0"0"-6956"0,0 0-260 0,0 0-620 16,0 0 132-16,0 0-500 15,0 0-1996-15,0 0-6225 0</inkml:trace>
  <inkml:trace contextRef="#ctx0" brushRef="#br0">14016 12293 508 0,'0'0'4260'0,"0"0"-3048"0,0 0 4441 16,0 0-3849-16,0 0-284 0,0 0-364 16,0 0 8-16,0 0-208 0,0 0-204 15,0 0-92-15,0 0-96 0,4 0-40 0,0 7-48 16,-4 8-100-16,5 14 61 0,2 13 111 15,-3 8-208-15,4 11-28 0,5 2-20 16,-6 4-88-16,-3 3-84 0,4-3-60 16,0-1-60-16,0 1-8 0,0-4-112 0,0 0-36 15,-1-5-76-15,6-7-200 0,-1-7-272 16,0-9-109-16,0 0-115 16,-1-10-244-16,2 1-620 0,-2-11-764 0,-3-2-1993 15,1-4-2755-15</inkml:trace>
  <inkml:trace contextRef="#ctx0" brushRef="#br0">14793 12325 9352 0,'0'0'5649'16,"0"0"-4581"-16,0 0-676 0,4 98-232 0,-8-47 428 15,-8 9 796-15,1 10-264 0,-6 7-364 16,2-5-268-16,2 2-172 16,2-1-304-16,-6-9-12 0,2-1-316 15,2-9-220-15,-2-3-100 0,-1-11-124 0,4-4-128 16,0-11-228-16,8-6-364 0,-4-6-648 15,8-10-1001-15,-4-3-2283 16</inkml:trace>
  <inkml:trace contextRef="#ctx0" brushRef="#br0">14817 12462 9744 0,'0'0'1225'0,"0"0"-209"16,0 0 100-16,0 0 228 0,0 0-208 15,0 0-92-15,0 0 248 0,0 0-180 16,0 0-108-16,84 98-196 0,-69-56-176 0,2 2-183 16,-2 3-193-16,2 1-136 0,-2-3-12 15,-2-8-64-15,-6 2-44 0,1-4-52 16,1-7-8-16,-5-6 0 0,-1 0 60 16,1-8-8-16,0-8-4 0,-4 0-36 15,4-6 48-15,5 0 64 0,-2-12 156 0,5-7-40 16,8-11-12-16,4-4-96 0,0-10-72 15,0-8-172-15,-4-1-276 0,-1-5-221 16,-2 1-171-16,-6 4-184 0,-2-2-304 16,-1 11-620-16,-4 9-1200 0,-4 7-3161 15</inkml:trace>
  <inkml:trace contextRef="#ctx0" brushRef="#br0">15379 13078 11145 0,'0'0'1964'15,"0"0"-908"-15,0 0-336 0,0 0 276 16,0 0-504-16,0 0-92 0,0 0-164 0,0 0-36 16,0 0 8-16,0 0-8 0,80-62-28 15,-69 69 200-15,-2 6 504 0,-1 6-164 16,-4 4-212-16,-4 2-132 0,0 0-88 0,0 0-48 15,0 1-124-15,-4-7-96 0,4-6-4 16,0-1-8-16,0-8-108 0,0-1-64 16,7-3 0-16,1 0-364 0,5-9 48 15,-2-4-284-15,6-4-576 0,-6-5-828 16,-3 6-2000-16,1-9-1829 0</inkml:trace>
  <inkml:trace contextRef="#ctx0" brushRef="#br0">15463 12804 572 0,'0'0'12561'0,"0"0"-10101"16,0 0-1504-16,0 0-12 0,0 0 72 15,0 0-20-15,0 0-300 0,83-9-636 0,-55 3-60 16,4-11-476-16,0 2-420 0,-4-1-772 16,12-16-2768-16</inkml:trace>
  <inkml:trace contextRef="#ctx0" brushRef="#br0">15957 12211 12673 0,'0'0'2164'0,"0"0"-1636"16,0 0 456-16,0 0 768 0,24 79-152 0,-17-41-224 15,-3 3-523-15,-4 11-317 16,4 1-76-16,-4 7 84 0,0 8-196 15,0-2-232-15,0 0-116 0,-4-3-60 0,0 2-48 16,1-8-292-16,3 0-120 16,-4-10 12-16,4 1 11 0,0-10-51 0,0-3-96 0,7-3-284 15,-3-6-464-15,5-5-784 16,-5-1-976-16,4-5-4057 0</inkml:trace>
  <inkml:trace contextRef="#ctx0" brushRef="#br0">16315 12741 14409 0,'0'0'2032'0,"0"0"-1160"16,0 0-168-16,100 10 0 0,-64-10-212 15,-1 0-272-15,6 0-216 0,-6-4-4 0,1 1-184 16,0-7-564-16,-4 4-580 0,-4 0-880 16,-12 3-2793-16,-8-1-4075 0</inkml:trace>
  <inkml:trace contextRef="#ctx0" brushRef="#br0">16398 12928 8292 0,'0'0'8989'0,"0"0"-7873"15,0 0-1068-15,84-9 176 0,-31-1 8 16,2-6-48-16,9 1-148 0,4-5-36 16,3-2-232-16,1 0-880 0,0-1-572 0,-25 8-1416 15,22-10-5797-15</inkml:trace>
  <inkml:trace contextRef="#ctx0" brushRef="#br0">17515 12474 13193 0,'0'0'1728'0,"0"0"-824"16,0 0-360-16,0 0 204 0,0 0 132 15,79 45-40-15,-67-7-128 0,-4 9-396 0,0 17-108 16,-4 7 76-16,-4 6 128 0,0 13 540 15,0 6-371-15,-4 2-109 0,-4 4 36 16,0 2-156-16,5-5-148 0,-6-4-124 16,5-9-80-16,0-10-288 0,4-13-100 15,0-9-84-15,12-12 36 0,0-11 12 16,8-6-97-16,0-8 9 0,0-12-64 0,-1-5-304 16,2-5-512-16,-1-12-740 0,-5 2-2020 15,-2-17-2621-15</inkml:trace>
  <inkml:trace contextRef="#ctx0" brushRef="#br0">17579 12591 3848 0,'0'0'9213'15,"0"0"-7993"-15,0 0-676 16,0 0 176-16,103-76 748 0,-71 67-216 0,-1 0-500 15,1 5-348-15,-4 4-148 0,4 10-84 16,-8 6-48-16,-4 4-16 0,-4 5 4 16,-8 2 84-16,-5 5-64 0,-3 3-32 0,-7 0 8 15,-5 0-24-15,-8 1-68 16,-4-5-12-16,1 1-4 0,-5-7-208 16,4-2-196-16,-4-8-96 15,3-5-4-15,6-4-124 0,3-6-212 16,0 0-252-16,4-3-484 0,0-10-900 0,4 4-2237 15,0-10-1395-15</inkml:trace>
  <inkml:trace contextRef="#ctx0" brushRef="#br0">18097 12185 9640 0,'0'0'1693'0,"0"0"-705"0,0 0-260 16,0 0 720-16,0 0 0 0,0 0-292 16,0 0-464-16,79-51-184 0,-67 49-16 0,-4-2 212 15,0 4-216-15,-4 0-132 0,3 6 8 16,-2 7 220-16,-1 6-120 15,-4 6-123-15,0 7-161 0,0 3-120 0,-9 4-12 0,2-4-36 16,3-1 36-16,-4-5-36 16,4-3-4-16,4-4-4 0,0-7-4 15,4-5 0-15,0-4 0 0,7-2 60 0,-2-4 24 16,7 0-80-16,4-13-4 16,-1-6-220-16,5-6-116 0,0-7-349 15,4 0-311-15,-4-6-400 0,0 0-660 0,-4 9-2688 16,0-19-2965-16</inkml:trace>
  <inkml:trace contextRef="#ctx0" brushRef="#br0">18288 11690 12477 0,'0'0'2052'16,"0"0"-944"-16,0 0-264 0,0 0 784 0,0 0-56 15,0 0-472-15,0 0-404 0,0 0-380 0,0 0-195 16,87-6-121-16,-47-4-169 0,3 1-355 15,6-5-328-15,3 0-484 0,-16 3-1192 16,15-4-5873-16</inkml:trace>
  <inkml:trace contextRef="#ctx0" brushRef="#br0">20108 9874 6776 0,'0'0'988'16,"0"0"-272"-16,0 0 3437 15,0 0-2893-15,0 0 232 0,84-31-148 0,-68 31-52 16,-4 0-256-16,0 0-20 0,-1 0-160 16,-2 3-128-16,-5 2 161 15,0-1-297-15,-4-2-168 0,0 5 156 0,0 0-208 0,-4 3-192 16,-12 2-68-16,0 4-64 16,-4 6-44-16,-8-3-4 0,0 3 0 15,0 0 0-15,-8 1-60 0,1 3-4 0,-1-5-8 16,0 5 12-16,-1-4 48 0,6 3 0 15,4-3-60-15,3 1-12 16,7-4 12-16,9-2 64 0,5-3-40 0,3 3-12 16,3-2 0-16,14 4 56 0,-2 1-8 15,6 2 8-15,2 0 0 0,5-3-8 16,0 7-48-16,0 0 48 0,3-1-48 16,-3 0-76-16,4 0-200 0,-8 4-64 15,1-4-36-15,-6 4-449 0,-3-4-735 16,0-2-840-16,-8-4-1636 0,0 9-2569 0</inkml:trace>
  <inkml:trace contextRef="#ctx0" brushRef="#br0">20638 9051 980 0,'0'0'792'0,"0"0"252"16,0 0-508-16,0 0 388 0,0 0 420 15,0 0-396-15,0 0-388 0,0 0-40 16,0 0-92-16,-15-57 1516 0,15 57-243 16,-5-6-789-16,1 6-376 0,4-3-68 15,-4 0 28-15,0 0-152 0,0-1 36 0,4 4-92 16,-3-3-24-16,-1 3-12 0,-5 0-36 15,1 0-104-15,-3 7 12 0,-2 6-60 16,2 5-12-16,-5 4-44 0,0 10 80 0,-5 7 76 16,6 5 224-16,-1 6 268 15,0 10-184-15,0 1-164 0,-3 9-72 16,2 6 24-16,-3 7-164 0,-3 9-16 0,-1 9-80 16,3 8-124-16,2 5-24 15,3 6 36-15,8 4-48 0,8 3 88 16,0 1 8-16,15-2 56 0,6-2-4 0,7-6 8 15,3-7 4-15,5-13 48 16,12-9 40-16,3-10 72 0,9-8 0 16,8-8-160-16,4-9-44 0,7-3-32 0,5-10 76 15,4-6-48-15,8-7-12 0,-1-2 20 16,9-10 40-16,3 0 0 0,5-10 176 0,-1-2-68 16,1-4-104-16,-5-7 180 0,5-12 0 15,-5-9-176-15,5-8 4 0,-4-8-12 16,3-10-140-16,-3-4-96 0,-4-2-32 15,-1-6 20-15,-7-4-24 0,0-6 12 16,-8-4 24-16,-5-12-24 0,1-6-76 16,-9-7-40-16,-3-7 188 0,-4-5 36 15,-5-7 140-15,-7-2 12 0,-8-2 252 16,-4 2 384-16,-12 2-152 0,-8 0-236 16,-12 4-248-16,-12-1-136 0,-8 0-60 0,-16 3-292 15,-20 4-32-15,-12 13-48 0,-16 8 328 16,-11 13 240-16,-12 17 176 0,-14 13 68 15,-6 15-236-15,-9 13 164 0,-7 9-128 16,-4 13-44-16,-9 10-204 0,-7 15-136 16,3 13 272-16,0 9 68 0,6 8 104 0,10 2-104 15,17 3-48-15,10-7-16 0,26-1-24 16,16-8-352-16,23-9-712 16,20-10-788-16,16-9-2493 0,28-13-3170 0</inkml:trace>
  <inkml:trace contextRef="#ctx0" brushRef="#br0">23703 7931 11461 0,'0'0'4492'0,"0"0"-4036"0,0 0-380 16,0 0 272-16,0 0 372 0,0 0 544 0,-92 38-16 15,68 0-528-15,-4 9-328 16,0 14-64-16,0 2-160 0,-4 8-44 16,4 5-124-16,-8-4-84 0,1 5-40 0,-1-8-8 15,0-2-272-15,4-6-156 0,8-14-12 16,12-12-16-16,8-9-140 0,4-17-596 0,4-3-1528 16,12-12-4109-16</inkml:trace>
  <inkml:trace contextRef="#ctx0" brushRef="#br0">22945 8445 7948 0,'0'0'2600'0,"0"0"-427"0,12 93-797 0,-7-59-252 16,-2 4 0-16,1-3-28 16,0-4-108-16,0-1-224 0,4-8-152 0,4-3-148 15,0-3-12-15,8-4-124 0,-1-5 4 16,9-1-4-16,4-6-111 0,0 0-69 15,9-6-52-15,-2-4-36 0,5-2-60 0,4-7-48 16,4-4-36-16,-1 1-233 16,5-6-147-16,0-2-132 0,-4 5-236 15,-1-3-332-15,-6 3-808 0,-14 3-2428 0,9-10-2881 16</inkml:trace>
  <inkml:trace contextRef="#ctx0" brushRef="#br0">24500 7322 548 0,'0'0'6932'0,"0"0"-5300"0,0 0 2513 16,0 0-2609-16,0 0 264 0,63 82-248 15,-51-48-260-15,-5 8-228 0,-3 2-248 16,0 1-195-16,-4-1-197 0,0-3-108 0,0-2-136 16,0-7-168-16,0-7-12 0,0-6-12 15,0-6-84-15,0-7-72 0,0-3-352 16,0 0-417-16,5-3-311 0,-5 0-1064 15,0-3-2652-15,-5-10-4701 0</inkml:trace>
  <inkml:trace contextRef="#ctx0" brushRef="#br0">24503 6994 11365 0,'0'0'2356'0,"0"0"-588"0,0 0-360 15,0 0-416-15,0 0-436 0,0 0-556 16,0 0-72-16,79-6-336 16,-62 9-636-16,7 6-512 0,-9-5-892 0,10 5-2821 0</inkml:trace>
  <inkml:trace contextRef="#ctx0" brushRef="#br0">25359 7261 15353 0,'0'0'2388'0,"0"0"-2388"0,0 0 48 15,-87 16-48-15,51-7 544 16,-4 11 196-16,-3 2-296 0,2 3-444 0,2 4 0 16,3 2 72-16,8-2 136 0,8-4-12 15,8-3 0-15,8-8-48 0,4-2-140 16,4-3 76-16,8 1-12 0,4-3-64 15,4 2-8-15,0-3-12 0,4 1 0 16,0-1 0-16,-5 0-48 0,5 4-36 0,-3-4 20 16,-6 4 68-16,1-1 8 0,-4 0 4 15,-3 1 56-15,-5 4 160 0,-1-5 60 16,-3 3-60-16,0 4-60 0,-7-3-52 16,-2 2-36-16,-6-1-72 0,-2-2-60 0,-2 1-452 15,-5-4-172-15,3-2-72 0,2-1-132 16,-1-3-360-16,4-3-672 0,4 0-1144 15,-4 0-3461-15</inkml:trace>
  <inkml:trace contextRef="#ctx0" brushRef="#br0">26551 7258 9640 0,'0'0'2565'0,"0"0"-653"16,0 0-448-16,0 0 116 0,0 0-204 15,0 0-284-15,0 0-528 0,0 0-172 0,0 0-76 16,-92 57 108-16,73-13 137 0,-1 4 35 15,3-3-136-15,2-1-172 0,2-9-80 16,2-10-100-16,7-3-96 0,0-12-12 16,4-4-132-16,4-6-40 0,7 0-92 15,6-6 20-15,7-7-20 0,8-6-224 16,-4-3-69-16,4-6-91 0,-5 0 28 0,-3 2-80 16,-4 0 124-16,-5 7 48 0,-2 3 144 15,-5 7 376-15,-4 5 8 0,-1 4 72 16,-3 0 252-16,4 10 240 0,1 6 160 15,-1 4-244-15,0 1-140 0,3 5-72 16,1 2 0-16,1 1 12 0,2-4 12 0,6-3-96 16,2-3-107-16,5-3-89 0,4-7-133 15,4 1-319-15,8-3-364 16,-1-5-148-16,2-2-612 0,-9 5-2784 0,15-5-6513 16</inkml:trace>
  <inkml:trace contextRef="#ctx0" brushRef="#br0">27909 6896 10256 0,'0'0'2109'0,"0"0"-1137"0,0 0-108 16,0 0 612-16,0 0-56 0,0 0-172 0,0 0-420 16,0 0-276-16,0 0-188 0,0 0-156 15,-87-7-120-15,55 40-88 0,-8 4 8 16,1 11 88-16,-2 4 100 0,9-2 60 0,9-6 220 16,7-9-100-16,16-4-147 0,0-5-185 15,16-7-44-15,7 3-52 0,9-2 52 16,9 2 76-16,-2 0-64 0,5 0 0 15,0 0-12-15,-1 1-8 0,-7-2 8 16,1 5 52-16,-14-4 104 0,-3 0 16 16,-3 1 68-16,-6-4 52 0,-7 0 372 15,0-3-228-15,-4-4-172 0,0 1-84 0,-4 1-84 16,-8-2-84-16,0-5-12 0,-4-1-116 16,0-3-136-16,-3-1-220 0,-2-2-84 15,1 0-84-15,1-5-88 0,3-6-85 16,0-1-435-16,0-4-1104 15,4 0-2416-15,0-12-3205 0</inkml:trace>
  <inkml:trace contextRef="#ctx0" brushRef="#br0">28197 7457 12437 0,'0'0'2920'0,"0"0"-1076"0,8 71-396 15,-8-46 448-15,-4 4-143 0,-9-4-361 16,5-3-440-16,5-6-468 0,-1-7-292 15,4-6-72-15,0 1-12 0,0-4-108 0,7-4-200 16,5-1-256-16,4-9 116 16,9-5-68-16,-1-3-52 0,-1 0-24 0,1-3 12 15,-4-1 108-15,-4 5 196 0,-4 0 36 16,-4 6 56-16,-4 5 64 16,0 5 12-16,0 2 0 0,-1 3 148 0,1 3 68 15,5 6 76-15,-1 10 108 0,8 4-124 16,3 8-56-16,2 4 80 0,-2 6-104 15,1 3 56-15,-3 5 12 0,-2 4-60 16,-2 4 4-16,-6 4-52 0,-7 1 24 16,0 3-60-16,-4 2-48 0,-8-4-12 15,0 0-60-15,1-6-4 0,-2-7 0 0,2-8-44 16,2-6 40-16,5-14-4 0,0-6-60 16,4-9-48-16,-4-7-72 0,4 0-96 15,-7-4-40-15,-1-6 52 0,-8-6-64 16,0-9-56-16,-8-10 20 0,4-9-48 0,-4-3-60 15,4-14-29-15,4-3-339 16,4-9-1056-16,8 13-1888 0,4-32-2061 0</inkml:trace>
  <inkml:trace contextRef="#ctx0" brushRef="#br0">28901 6680 10965 0,'0'0'2016'0,"0"0"16"16,0 0-248-16,0 0-236 0,0 0-12 15,0 0-460-15,0 0-372 0,0 0 49 16,24 108 119-16,-16-51-316 0,1 9 36 15,-1 5 168-15,-5-1-304 0,1 2-176 0,0-2-40 16,-4-3-192-16,0-6-48 0,0-8-144 16,-4-9-100-16,4-6-248 0,-4-9-232 15,4-7-72-15,0-8 36 0,4-8-244 16,9-6-557-16,-2-10-547 0,10-9-1776 16,-6-2-837-16,1 4-159 0,4-15 1644 0</inkml:trace>
  <inkml:trace contextRef="#ctx0" brushRef="#br0">29129 7299 4316 0,'0'0'4840'0,"0"0"-2207"15,0 0 311-15,0 0-532 0,0 0-580 16,15 76-524-16,-15-47-260 0,0-1-171 16,0 1 67-16,0-8-316 0,0-4-252 15,0-8-244-15,4-2-128 0,5-4-4 0,-1-3-56 16,3 0-40-16,2-7-112 0,-2-5-80 16,6-5-40-16,-2 2 28 15,-2-3-16-15,-2-2 24 0,-3 4 16 0,-4-3 80 16,0 0 63-16,-4 3 73 0,0-2 60 15,-4 1 0-15,-4 4 0 0,-3 5 157 16,2 4 159-16,-3 4 48 0,1 4-316 0,-9 10-44 16,-1 5 68-16,6 8 60 15,-9-5 124-15,8 3-4 0,0-6-252 16,4-3-60-16,8-4-300 0,0-5-392 0,4-4-197 16,4-3-379-16,12-3-1028 15,-5-4-576-15,26-14-3333 0</inkml:trace>
  <inkml:trace contextRef="#ctx0" brushRef="#br0">29591 7249 14397 0,'0'0'2628'0,"0"0"-1624"0,0 0 660 16,0 79 432-16,0-51-291 0,0-6-501 0,0-3-632 16,4-3-456-16,8-5-92 15,0-6 20-15,4 2-144 0,4-7-124 0,8 0-12 16,0-7 16-16,0-5-48 0,4-1-120 15,-4-6-24-15,-1 3-40 0,-3-3 4 16,-4 5 56-16,0 0 76 0,-4 3 36 16,-5 6-64-16,2 2 88 0,-9 3-88 0,0 0 244 15,-1 12 292-15,-3 7 12 0,0 10-124 16,0-1-48-16,-3 7-12 0,-5-4-8 16,4 1 92-16,4-6 12 0,0-5-24 15,0-4-48-15,8-7-20 0,-1-4 8 16,10-6-12-16,-2 0-112 0,2-6 0 15,7-7 0-15,-1-6-8 0,5-4-4 16,0-5-116-16,0 0-72 0,0-5-196 16,0-1-216-16,-4-1-96 0,-5-7-352 0,2 5-1325 15,-10 4-3523-15,-2-11-6369 0</inkml:trace>
  <inkml:trace contextRef="#ctx0" brushRef="#br0">28165 8982 11249 0,'0'0'2420'0,"0"0"-700"15,0 0-324-15,0 0-32 0,0 0 4 0,0 0-392 16,0 0-304-16,0 0-272 0,-33 73-95 16,22-52-37-16,-5 6-100 0,0-5-36 15,0-3-68-15,0 0-16 0,4-3-40 16,0-1-4-16,4-5-4 0,0-1-60 16,8-2-52-16,0 2-8 0,0 0 0 0,0 4 72 15,8 7 44-15,4-1 4 0,0 0 96 16,4 0 0-16,0 0-92 0,0-3 68 15,-4 0-12-15,0-3 4 0,-5-1 56 16,2 1-24-16,-9-4-48 0,4 4-48 16,-4-1 12-16,-4 1 72 0,-5 4-84 15,-2-5-48-15,-6 4-84 0,2 0-112 0,-1-7-20 16,4 1-40-16,0-4-37 16,4-3-23-16,0-3-16 0,4-3-108 15,4-10-332-15,0-6-360 0,4-12-720 0,4 6-944 16,20-27-3445-16</inkml:trace>
  <inkml:trace contextRef="#ctx0" brushRef="#br0">28400 9194 7976 0,'0'0'3877'15,"0"0"-1717"-15,0 0 8 0,0 0-348 0,0 0-328 16,59 68-260-16,-55-54-196 0,0 3-283 16,-4-1-113-16,4-4-48 15,1-2-144-15,-5-3-256 0,4-5-180 0,-1 2-12 0,5-1-48 16,-4-3-36-16,9 0-156 0,2 0-76 15,1-7 16-15,4-5-4 16,4-7-12-16,0 0-8 0,-4 0 32 0,0-1 36 16,-4 5 51-16,-1 5 9 0,-7 4 24 0,5 6 32 15,-2 0 140-15,2 6 412 16,-2 4 281-16,-3 3-185 0,5 2-96 16,-6-3-96-16,-3 2-136 0,4-5-84 0,-4 1-96 15,4-4-48-15,-4-6-48 16,4 0-232-16,0-3-56 0,4-10 8 15,4-10-120-15,0-2-209 0,3-2-603 0,2-9-992 16,-1-2-1612-16,-8 9-845 0,8-21-1635 16</inkml:trace>
  <inkml:trace contextRef="#ctx0" brushRef="#br0">29033 8620 2824 0,'0'0'7824'0,"0"0"-5359"0,0 0-1029 15,0 0 228-15,0 0-132 0,0 0-396 0,0 0 324 16,25 70-376-16,-25-29-283 15,0 7-49-15,-5 2 68 0,-3 8-348 16,0-4-196-16,1-1-196 0,-6-4-80 0,5-2-48 16,1-6-132-16,-2-6-96 0,5-9 8 15,4-8 76-15,0-4 60 0,0-6-52 0,9-4-176 16,2-4 8-16,5 0 120 16,0-4 28-16,4 1-52 0,8 0-1 15,-4 1 65-15,4 2-4 0,0 0 40 0,-4 0 20 16,4 8 80-16,-4 3 56 15,-5-3 0-15,1 5 12 0,1-1 112 16,-6 2-16-16,1 2 72 0,-8-4 112 0,0 1-11 16,0-4-133-16,-8-2 8 0,0-1-24 15,0 1-8-15,-8-1-124 0,-4-3-84 16,-4 0-108-16,0-3-112 0,-4 0-61 16,0 0-327-16,-3-9-408 0,2-4-956 0,5 3-2484 15,-3-15-4053-15</inkml:trace>
  <inkml:trace contextRef="#ctx0" brushRef="#br0">29715 9210 9804 0,'0'0'4385'0,"0"0"-2969"16,-24 96-660-16,16-49 476 0,-9 13 396 0,6 8-220 16,3 1-496-16,-4 5-327 0,8 1-273 15,-4 5-92-15,4-2-52 16,-5-1-120-16,2-4-40 0,3-4-8 0,0-5-88 0,0-5-116 15,4-12-16-15,0-6 88 16,0-3-60-16,4-10 8 0,-4-5-145 16,4-5 61-16,-4-5-84 0,4-2-4 0,-4-11-32 15,4 0-40-15,-1-7-124 16,6-10-76-16,3-8 96 0,-5-3-12 16,-2-13-276-16,3-8-576 0,-4-8-724 0,0-6-485 15,-4 8-1387-15,0-36-812 0</inkml:trace>
  <inkml:trace contextRef="#ctx0" brushRef="#br0">29638 9224 9156 0,'0'0'1460'15,"0"0"-467"-15,0 0-157 0,37-80 464 16,-25 61 92-16,8-3-244 0,-5 6-312 0,6 3-376 16,-2 3-88-16,1 3-52 0,0 7-72 15,0 0-76-15,-4 7 36 0,-4 3 160 16,0 6 208-16,-8 3-112 0,0 0-156 15,-4 3-176-15,-4 0-132 0,-5 3-8 0,2-2-124 16,-9 2-76-16,0-2-112 0,0-1-156 16,-4-6-100-16,5-1-40 0,-2-2 84 15,6-7-64-15,2-2-300 0,1-4-640 16,5 0-804-16,3-4-1925 0,0-5-499 16</inkml:trace>
  <inkml:trace contextRef="#ctx0" brushRef="#br0">27077 7671 8748 0,'0'0'2040'0,"0"0"1857"15,0 0-2877-15,20 85-240 0,-8-50 540 0,-5 6-236 16,2 7-104-16,3 6-160 0,-9 3-260 16,1 9-172-16,1 5-35 0,-5 5 11 15,0 3 156-15,0-2-132 0,0-1-216 0,0-6-128 16,0-4-44-16,-5-9-172 0,5-6-44 15,-4-6 12-15,4-10 32 16,0-7 64-16,-3-6 12 0,3-6-76 0,0-6-252 0,0-8-13 16,0-2-111-16,0-6-76 15,3-9-488-15,-3-8-780 0,4-8-528 16,1-4-432-16,-1 3-1885 0,0-19-1983 0</inkml:trace>
  <inkml:trace contextRef="#ctx0" brushRef="#br0">27161 7741 5184 0,'0'0'4564'0,"0"0"-2927"0,0 0-237 0,0 0 216 16,0 0-28-16,0 0-372 15,0 0-388-15,0 0-356 0,0 0-56 16,0 0 52-16,59-23-40 0,-43 39-120 0,0 6-40 16,-8 4 0-16,0 2 0 15,-3 0-48-15,-5 5-64 0,0-1-68 0,-13-1-88 16,1 4-112-16,-4-3-56 0,-3-4-76 15,-2 0-100-15,1-5-56 0,5-4-164 16,2-7-112-16,2-5-100 0,3-3-316 16,4-8-780-16,4-3-2477 0,0-14-2847 0</inkml:trace>
  <inkml:trace contextRef="#ctx0" brushRef="#br0">27404 7775 13045 0,'0'0'2384'15,"0"0"-1192"-15,0 0 780 0,0 0-268 0,0 0-484 16,91-34-503-16,-66 27-377 0,2-2-244 16,1-1-96-16,3-2-168 0,-3-2-609 15,0 5-419-15,0 0-420 0,-7 2-2712 16,-2 0-6001-16</inkml:trace>
  <inkml:trace contextRef="#ctx0" brushRef="#br0">29567 9112 5336 0,'0'0'2472'15,"0"0"-2200"-15,0 0 16 0,0 0 2309 16,0 0-1069-16,0 0-468 0,0 0-272 15,0 0-56-15,0 0 112 0,-20-19 60 0,12 25-296 16,-4 11-420-16,0 5-28 0,0 9 40 16,-4 7 36-16,4 4-4 15,5 2-72-15,-6-6-72 0,5-3-28 0,5-9-52 0,-1-14-8 16,4-3-96-16,0-5 8 16,4-1-208-16,3-3 48 0,6 0 164 15,2-3 20-15,2-4-196 0,2-4-48 0,-3-6-104 16,5 1-48-16,-10 3 92 15,-3-2 80-15,0 5 112 0,-4 3 60 0,0 4 116 16,-4 0 76-16,0 3 40 0,0 0-56 16,0 0 4-16,0 3 12 0,0 10 172 15,0 3 108-15,4 6-80 0,-4 10-4 0,4 3 28 16,0 5-28-16,0 2-24 16,0 0-52-16,-4 2-20 0,0 1-28 15,0 2-52-15,-8 1-44 0,0 2 20 16,-4-1 40-16,0-2 36 0,-3-3 24 15,-2-3 24-15,2-3 100 0,-2-5-76 16,6-5-112-16,-6-3-56 0,10-6-48 0,-6-3 4 16,5-6 40-16,-3-1-40 0,3-5-8 15,-1-2-108-15,-2 2 60 0,-2-4-48 16,-2 0-124-16,-5 0-40 0,-4-6-8 16,4-4-80-16,-4 0-72 0,-4-2-36 0,4-1-64 15,5-3-204-15,-2 1-132 0,6-4-356 16,6 0-772-16,5 2-865 0,4-10-2335 15</inkml:trace>
  <inkml:trace contextRef="#ctx0" brushRef="#br0">30898 9049 7988 0,'0'0'4637'16,"0"0"-3157"-16,0 0-544 0,0 0 248 0,0 0 40 16,-92 54-248-16,69-26-188 0,-1 1-224 15,3 3-196-15,1 0 20 0,5-5 40 16,3-4 24-16,3-7-176 16,6-3-140-16,3-7-27 0,0-3-61 0,0-3-48 15,3 0-12-15,1 0-257 0,9-3-7 0,2-7 188 16,2 1-68-16,2-7-196 15,1-1-124-15,-3-2-16 0,2 1 128 16,-7 2 32-16,0-3 36 0,0 3-36 0,-4 4 24 16,-4-1 96-16,-4 3 52 15,0 1 60-15,0 2 100 0,-8 1-108 0,-4 6 104 16,0 0-4-16,0 0-264 0,-4 6 24 0,0 4 60 16,4 3 52-16,5-1 0 15,-2 1-92-15,5 0-1192 0,4-7-1716 16,0 3-4089-16</inkml:trace>
  <inkml:trace contextRef="#ctx0" brushRef="#br0">31109 9147 12117 0,'0'0'2348'0,"0"0"-1076"0,0 0-4 16,84 6 316-16,-56-9-136 0,0-3-460 0,0-7-344 15,4-6-399-15,3 0-245 16,-3-6-109-16,0 0-683 0,0-5-208 15,-8 5-324-15,-5-3-836 0,-2 9-2188 16,-6-10-2345-16</inkml:trace>
  <inkml:trace contextRef="#ctx0" brushRef="#br0">31392 8712 2812 0,'0'0'4316'16,"0"0"-1980"-16,0 0-631 0,0 0-497 0,0 0-24 15,-80 29 212-15,68-4-252 0,0 3-80 16,1 4-24-16,-2 6-52 0,9 4-132 15,-3 2-220-15,3 7-112 0,0 5-148 16,-5 5-35-16,5 6-13 0,1 3-48 16,-5 0-196-16,4-1-84 0,-1 1 0 0,5-6-8 15,0-4 0-15,0-5 8 0,9-8-132 16,2-3 120-16,2-3 4 16,2-5 8-16,2-4 0 0,-2-1-16 0,2-6 4 15,-6-2 0-15,1-8-84 0,-4-5-268 16,-4-7-85-16,0 0 61 15,0-3 44-15,-4 0 100 0,0 0 196 0,0-13-108 16,-4-2-260-16,0-11 0 0,0-9-76 16,1-5-396-16,-2-9-404 15,5-8-1088-15,0 13-2101 0,0-31-3107 0</inkml:trace>
  <inkml:trace contextRef="#ctx0" brushRef="#br0">32237 8629 14013 0,'0'0'3120'16,"0"0"-2104"-16,0 0-412 0,0 0 588 15,-28 83 40-15,4-39-79 0,0 13-281 0,-4 6-364 16,-4 8-120-16,9 2 324 0,-1 3-136 16,-1 3-252-16,9-5-104 0,4-5-76 15,9-5-60-15,3-10 0 0,0-14 24 16,15-4 24-16,5-8-60 0,1-5-60 15,3-7 28-15,-1-7-40 0,1-3-60 16,4-6-96-16,-4 0-72 0,0-12-148 16,-1-4-164-16,-2-10-112 0,-5-2-96 15,-4-1-120-15,-9-3-577 0,-3-2-1095 0,0-1-1680 16,-3 10-1181-16,-18-14-3151 0</inkml:trace>
  <inkml:trace contextRef="#ctx0" brushRef="#br0">32093 9236 6352 0,'0'0'4989'0,"0"0"-1813"16,0 0-548-16,0 0-700 0,0 0-92 0,0 0-255 15,0 0-313-15,0 0-292 16,0 0-252-16,16 67-264 0,16-67-172 0,4-4-108 16,0-8-180-16,-1-4-196 0,-3-4-300 15,-4-2-284-15,-4 3-88 16,-4 3 140-16,-12 4-140 0,4-1-409 0,-8 4-423 16,-4 6-72-16,0 3 664 0,0 0 872 15,-4 6 236-15,-4 6 484 0,4 7 212 0,-4 11 160 16,4 3 68-16,0 9-144 0,0 3-156 15,0 5-232-15,-4 5-76 0,0 2 36 16,0-3-23-16,0 6-329 16,-3-6-48-16,2 0-673 0,-6-3-351 0,-2-1-312 15,6-17-1752-15,-13 14-7549 0</inkml:trace>
  <inkml:trace contextRef="#ctx0" brushRef="#br0">32965 10106 18337 0,'0'0'2052'0,"0"0"-2052"16,0 0-1336-16,0 0-1128 0,0 0-1660 15,-79-42 223-15,43 35-4135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cm"/>
          <inkml:channel name="T" type="integer" max="2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cm"/>
          <inkml:channelProperty channel="T" name="resolution" value="1" units="1/dev"/>
        </inkml:channelProperties>
      </inkml:inkSource>
      <inkml:timestamp xml:id="ts0" timeString="2023-07-06T02:25:3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5278 4026 7672 0,'0'0'7225'16,"0"0"-5861"-16,0 0-456 0,0 0 232 0,0 0-116 16,0 0-192-16,24-73-160 0,-3 44 176 15,11-6-299-15,-1 0-173 0,5-6-12 16,7 3 132-16,2-7-172 0,2 4-168 16,5 3 4-16,4 0-76 0,8 2-36 0,0 8 48 15,-1 6-36-15,14 4 24 0,-6 7-76 16,4 8-4-16,5 3-4 0,-5 14 0 15,2 4-8-15,-10 7-100 0,1 7 36 16,-5 10 12-16,-7 5-24 0,-3 7 84 16,-10 3-60-16,-11 10 0 0,-4 6 12 0,-16 4 32 15,-8 1-68-15,-4 5 84 16,-16-3 0-16,-8-1 4 0,-8-4 96 16,-12-1 56-16,-4-2-12 0,-7-4-24 0,-5-8-48 15,-3-6 36-15,-6-10 36 0,2-9-92 16,-1-9-8-16,1-13-44 15,3-7-100-15,0-6-164 0,4-16 24 0,4-9-88 16,0-10-216-16,4-6-120 0,9-11-172 16,-5-4-357-16,8-6-1323 0,8 18-2828 15,-3-22-3601-15</inkml:trace>
  <inkml:trace contextRef="#ctx0" brushRef="#br0">5884 3851 2584 0,'0'0'8124'0,"0"0"-6823"0,0 0-305 16,0 0 136-16,0 0-196 0,0 0-116 15,0 0 72-15,80 77 40 0,-72-40-464 16,0 11-196-16,-1 6-60 0,2 13 240 16,-5 6-228-16,0 9-128 0,-4 11-88 15,-8 4 0-15,-4 8 188 0,-12 3-72 0,0 7-120 16,-11-5 216-16,-2 2-60 0,-6-7-40 15,3-7 52-15,-4-6 36 16,0-9 156-16,9-11 76 0,-6-1-296 0,5-11-144 16,4-6-80-16,4-9 32 0,9-14 0 15,3-8 36-15,4-11-112 0,3-6-132 16,6-6-60-16,-5 0-136 0,4-13-84 0,0-5-52 16,0-8-200-16,4-9-328 0,4-6-412 15,4 6-1144-15,12-25-2521 0</inkml:trace>
  <inkml:trace contextRef="#ctx0" brushRef="#br0">7291 4361 16557 0,'0'0'3984'0,"0"0"-3408"15,79-12-272-15,-38 9 169 0,-2-3 327 16,5 0-172-16,-9 0-336 16,2-1-172-16,-1 0-96 0,-4-2-24 0,3-1-132 15,-7 1-508-15,-7 0-356 0,-10 5-221 16,-7 4-975-16,-4 0-3224 0,-15 11-4577 16</inkml:trace>
  <inkml:trace contextRef="#ctx0" brushRef="#br0">7056 4816 12537 0,'0'0'2264'0,"0"0"-1824"0,0 0-224 0,0 0 1052 15,0 0 764-15,0 0-488 0,103 26-156 16,-55-26-511-16,4 0-309 0,8-7-72 16,-5-2-280-16,1-4-216 0,-4 1-48 15,-5-5-216-15,2 1-280 0,-1 1-196 16,3 2-137-16,1 1 37 0,4-2-480 0,-13 5-3324 15,25-4-4105-15</inkml:trace>
  <inkml:trace contextRef="#ctx0" brushRef="#br0">8757 3552 15693 0,'0'0'2308'15,"0"0"-1592"-15,0 0-432 0,0 0 316 0,0 0 536 16,0 0-124-16,0 0-551 16,0 0-217-16,-96 11-172 0,64 20-12 0,-3 16-52 15,-9 17 4-15,0 13 108 16,0 11 52-16,0 10 20 0,4 7 108 0,1-7 40 15,7-2-328-15,8-14-12 0,4-12-132 16,4-12-24-16,12-18-52 0,4-10 52 16,0-9-12-16,8-11-172 0,4-4 0 15,8-2 120-15,0-4 52 0,-1 0 59 16,6-4-39-16,-1 2 16 0,-5 2-16 16,1 2 16-16,4 15 132 0,-3 8 4 0,-6 9 0 15,2 11 176-15,-2 6-32 0,-3 6-88 16,0 0 60-16,-4 7 29 0,-1-4-53 15,2-3-12-15,-5 1-84 0,0-8-56 16,0-2-64-16,-4-7-89 0,4-5-227 16,-1-6-184-16,-3-4-152 0,4-5-320 0,5-7-780 15,-5-4-984-15,0-4-2665 0,0-6-2687 16</inkml:trace>
  <inkml:trace contextRef="#ctx0" brushRef="#br0">9832 4528 12493 0,'0'0'1556'16,"0"0"-808"-16,0 0-92 0,0 0 424 15,-87-36 68-15,67 36-284 0,4 10-88 16,1 12-68-16,-2 10-256 0,2 13-36 16,2 8 20-16,2 4 173 0,7 7-185 15,-4-7-96-15,8-5-132 0,0-8-124 0,0-16-72 16,0-9 0-16,12-9-148 0,-1-10 4 15,6-4 12-15,2-9 132 0,5-8 100 16,4-9-100-16,0-8-292 0,-4 1-36 16,-5-2 39-16,2 2 81 0,-9 2 88 15,0 2-4-15,-1 8 64 0,-2 6 16 16,-1 7 44-16,-4 5 0 0,-4 7 244 16,7 3 168-16,-3 10 1 0,9 6 23 15,-2 9-84-15,2 2-136 0,-2 3 4 0,-3 0 8 16,0-1-96-16,4-7-12 0,-4-6-120 15,0-3-108-15,4-10-96 0,0-2-52 16,4-8 4-16,0-9-28 0,4-9-216 0,-1-6-245 16,2-7-439-16,-1-10-968 15,-1 10-2136-15,5-19-2601 0</inkml:trace>
  <inkml:trace contextRef="#ctx0" brushRef="#br0">10291 3838 6948 0,'0'0'7537'0,"0"0"-6301"16,0 0-516-16,4 90 336 0,-4-40 548 0,-4 14 72 16,4 8-167-16,0 10-381 15,0 6-212-15,0-1-432 0,0 2-184 16,-4-2-188-16,4-11-112 0,0-10-156 0,0-13-136 16,0-14-128-16,0-7 60 15,8-16 56-15,0-7-168 0,0-9-72 0,4 0 24 0,4-15-41 16,-1-7-203-16,2-11-288 15,2-4-672-15,-2-15-672 0,-2-4-1428 16,-2 11-1389-16</inkml:trace>
  <inkml:trace contextRef="#ctx0" brushRef="#br0">10574 3794 3952 0,'0'0'10133'16,"0"0"-8229"-16,0 0-852 0,0 0-144 15,52 108 176-15,-41-54-152 0,-6 9 128 16,3 10-231-16,-4 6-77 0,3 7-40 0,-3 3-384 15,0 3-188-15,-4 1-140 16,5-5-72-16,-5-2-120 0,4-7-304 0,0-12-328 16,-1-9-125-16,5-11-147 0,0-15-428 15,8-7-856-15,-8-12-2396 0,8-10-2597 16</inkml:trace>
  <inkml:trace contextRef="#ctx0" brushRef="#br0">12244 4349 8836 0,'0'0'6445'0,"0"0"-5189"0,15 89-332 16,-7-38-132-16,1 13 204 0,-2 12 72 15,-3 6-204-15,0 8-63 0,0 5-241 16,-4 3-148-16,0 0-28 0,0-2-56 16,-4-5-40-16,0-4-264 0,0-11-24 15,0-9-96-15,1-15-72 0,-2-6-84 16,5-18 116-16,0-9-200 0,0-12-272 0,0-7-133 16,0-10-171-16,0-9-372 0,0-13-1172 15,0 4-1628-15,-4-33-2113 0</inkml:trace>
  <inkml:trace contextRef="#ctx0" brushRef="#br0">12120 4492 6080 0,'0'0'7529'0,"0"0"-6361"0,0 0-588 0,0 0 340 16,87-60 100-16,-59 54-176 0,-4 3-20 16,4 3-148-16,0 3-124 0,-4 9-52 15,-1 1-96-15,-2 3-64 0,-1 3-100 16,-9 4-128-16,-3 4-112 0,-8 5-24 15,0 3-196-15,-11 7-192 0,-10-1-148 16,-2 4-52-16,-5-4-172 0,0 0-116 16,0-6-176-16,4-10-380 0,4-6-540 15,8-6-732-15,1-13-2353 0</inkml:trace>
  <inkml:trace contextRef="#ctx0" brushRef="#br0">12674 4632 6584 0,'0'0'8665'0,"0"0"-7281"16,79-3 32-16,-51 3 224 0,0 0-80 0,-4 0-431 16,-4 0-365-16,4 0-340 0,0-6-244 15,0-1-180-15,4-6-4 0,4 1-360 0,-4-4-420 16,4 0-357-16,-5-3-495 16,-3 7-2372-16,0-5-4749 0</inkml:trace>
  <inkml:trace contextRef="#ctx0" brushRef="#br0">14471 3873 10408 0,'0'0'1661'0,"0"0"-637"15,-77 73-8-15,46-37-16 16,-5 5-320-16,-4 6-100 0,5 4 132 0,-6-4-144 16,9 4 16-16,5 0-252 0,7-7 12 15,12-2-96-15,8-7-248 0,4-3 0 16,12-1-8-16,0-1 4 0,8-5-64 0,3 0 64 16,-3 0 8-16,4-2 0 0,0-2 84 0,0 2-84 15,4-4 4-15,-4 0 44 16,-4 1-52-16,4-6 0 0,-1 2-4 15,-7-2 8-15,1 0-8 0,-6 3 4 0,-2 2-4 16,-10 4 8-16,-3 2 40 16,-3 3 20-16,-10 4 8 0,1-1 28 15,-8 5-100-15,1-4 60 0,-1-7 12 0,-1-3-64 16,6-9 68-16,-1-4-76 0,4-6-344 16,-1-3-296-16,2-3-212 0,-1-6-104 15,4-7 16-15,0-3-384 0,4-6-736 0,4 6-1161 16,0-23-2071-16</inkml:trace>
  <inkml:trace contextRef="#ctx0" brushRef="#br0">14722 4667 10136 0,'0'0'1701'0,"0"0"-829"0,16 75 184 16,-16-42 212-16,0 5 4 0,0 3-512 15,-9 1-224-15,2-4-92 0,3-4-132 0,-4-8-312 16,8-7-16-16,0-9-180 0,8-4 24 15,-1-6-16-15,6-3 188 0,2-10-4 16,2-6-160-16,-2-9 40 0,5-4 36 16,-4-4 40-16,0-1-28 0,-4 2-36 15,0 0 28-15,0 3-144 0,0 7 116 16,-4 8 12-16,-4 5-36 0,4 9-24 0,-4 3-48 16,0 0 208-16,3 9 168 0,2 4 296 15,-1 5-140-15,3 6-116 16,2 1-68-16,-2 7 68 0,-3 2 152 0,5 5-88 15,-6 5-160-15,-3 7 36 0,0 9 12 16,0 3-76-16,-4 8-20 16,0 5-4-16,-8 3-60 0,-3 1 0 0,-6 3 0 15,2-1 12-15,-9 0 76 0,0-6 96 16,-1-3 428-16,2-12-136 0,-1-7-132 0,4-17-112 16,4-5-100-16,4-12-72 0,-4-11-60 15,0-3 0-15,1-6-340 16,-2-9 0-16,-2-13-4 0,-5-10-96 0,4-12-124 0,0-11 8 15,-4-11-84-15,4-10-380 16,0-13-576-16,0-6-624 0,4 18-1745 16,-3-50-1983-16</inkml:trace>
  <inkml:trace contextRef="#ctx0" brushRef="#br0">15064 3845 11357 0,'0'0'1128'0,"0"0"-796"0,0 0 192 16,0 0 848-16,0 0-252 0,44 83-16 0,-32-36-108 15,3 7-280-15,2 12 8 16,-2 5-212-16,6 1-252 0,-1 4-132 0,-5 4-128 16,2-1-4-16,-6 1-8 0,-3-7-132 15,1-3-40-15,-6-7-284 0,1-9-120 16,4-10-276-16,-4-12-316 0,8-16-656 15,0-10-860-15,1-6-2145 0,6-25-583 0</inkml:trace>
  <inkml:trace contextRef="#ctx0" brushRef="#br0">15550 4679 5336 0,'0'0'7965'0,"0"0"-6673"16,0 87-532-16,-4-50 56 0,1 8 72 15,-6-7 20-15,5-3 88 0,0-7-208 16,0-9-360-16,4-9-244 0,0-7-184 0,8-3 0 15,5-6 0-15,6-10 120 0,1-9-120 16,4-11-72-16,-1-5-440 0,2-3 204 16,-5 3-48-16,-5 3 48 15,-2 2-136-15,-9 11 112 0,-4 9 124 0,0 4 144 16,-12 9 64-16,0 3 384 0,-4 15-136 16,0 7-28-16,0 10 64 0,-4 6-76 15,4 1-48-15,4-1-12 0,0-3-52 0,4-4-20 16,4-9-76-16,4-2-144 15,0-7-188-15,12-11-392 0,4-2-92 0,4-6-332 16,8-13-652-16,4-7-528 0,0-8-817 16,0-1-139-16,0 0 1212 0,-1 7 1760 15,-3 2 312-15,-4 14 1160 0,-4 5 1000 0,0 7 240 16,-8 7-23-16,4 12-157 16,-4 6-136-16,-5 4-520 0,2 5-624 0,-1 1-340 15,-1 0-204-15,2-6-44 0,-1-7-32 16,3-3-148-16,2-9-172 15,6-7-80-15,1-3 80 0,0-16 160 0,4-3-148 16,0-10 44-16,-4 1-56 0,3-4-72 16,-2 6 12-16,-1 1-40 15,-5 9-8-15,-2 3-28 0,-1 10-84 0,-5 3 12 16,6 0 208-16,-2 10 196 0,-3 2 12 16,5 1-124-16,-2 0 64 0,-3 0 12 0,4-7-152 15,-4 0-8-15,4-3 84 0,0-3 0 16,4-6 40-16,0-7 168 15,-4-5-84-15,4-5-184 0,-4-2-24 0,0 0-352 0,-4 6-392 16,0-7-212-16,-8 3-328 16,4 1-640-16,-4 7-2884 0,0-11-6161 15</inkml:trace>
  <inkml:trace contextRef="#ctx0" brushRef="#br0">17523 4048 16861 0,'0'0'1812'0,"0"0"-1812"0,0 0-172 16,0 0 172-16,0 0 228 0,-72 73 140 15,35-32-60-15,-6 7-52 0,3-4-8 0,-4 0-4 16,8-2-112-16,8-7-132 0,4-7-144 15,13-5-64-15,3-4-52 0,4-4-20 16,4 2 8-16,8-5-8 0,7 4-40 0,6 3 72 16,-1-1 200-16,8 6 48 0,-5 1 12 15,1 0 96-15,0 4 104 16,-4-1 20-16,-4 1 140 0,-4-3 92 0,-4-1-60 16,0 0 24-16,-8-2-12 0,0-4-76 15,0-1-120-15,-4-2-216 0,-4 0-4 0,-4-2-12 16,-4-6-292-16,0 3-404 15,-3-9-124-15,2-2-100 0,6 0-60 16,2-13-544-16,1-6-316 0,8-3-352 16,0-6-297-16,0 2-1759 0,13-22-700 15</inkml:trace>
  <inkml:trace contextRef="#ctx0" brushRef="#br0">17571 4601 12913 0,'0'0'2396'16,"0"0"-1012"-16,19 76-264 0,-11-51 212 0,-3 4 220 15,-2-7-580-15,5-7-447 0,-4-2-257 16,4-10-100-16,4-3-96 0,4 0-72 0,8-12 0 16,0-7-108-16,4-10-64 0,0-6-128 15,4 0-41-15,-4 0 49 0,-5-2 60 0,-3-3-36 16,-4 3 48-16,0 2 0 16,-4 3 88-16,-9 10 132 0,6 9 12 15,-9 6 48-15,4 7 244 0,-4 7 160 0,0 9-208 16,0 10 305-16,-4 6-77 0,0 2-208 15,-1 2-8-15,-2-5-4 0,3-2 404 16,0-4-440-16,0-6-228 0,4-3-64 16,0-6-80-16,0-8-40 0,8 3-44 15,-4-5 0-15,3 0 32 16,6-5-44-16,-1-1-148 0,-4-7-12 0,4 1 23 0,-4-4-35 16,-1 0-40-16,2 1-72 15,-5-2-208-15,0 5-152 0,-4-1 128 0,4 7 360 16,-4 2 76-16,0 4-116 0,3 0-292 15,1 4 48-15,0-1-580 0,5 0-1244 16,-5-1-3405-16</inkml:trace>
  <inkml:trace contextRef="#ctx0" brushRef="#br0">18252 3994 13729 0,'0'0'1604'15,"0"0"-1112"-15,0 0-380 0,0 0 168 16,0 0 72-16,0 0 480 16,0 0 356-16,0 0-536 0,0 0-432 0,0 0-132 15,-9 9 180-15,2 7 28 0,3 3-16 16,-4 3 60-16,-1-3 332 0,2 4-163 0,-1 3-73 15,0 2-24-15,-1 10-12 0,-2 3-72 16,-1 10-112-16,4 5-36 16,-8 5-68-16,5 3-28 0,-2 0-76 15,1-1-8-15,4-6-72 0,0-10-28 0,8-3-8 16,0-11-72-16,4-11-76 0,5-9-152 16,2-3 92-16,6-10 108 0,-2 0 112 15,5-4 96-15,0-5 0 0,4-7-60 16,0 0-84-16,4 0-16 0,-4 4-9 15,-1 5 21-15,1 1 28 16,-3 0 12-16,3 6-16 0,-5 0 28 0,-3 0 48 16,-4 3 44-16,-1 0-40 0,-2-1 44 0,-1 2 4 15,-8-2 56-15,0 3 172 0,0-3 205 16,-8 2-169-16,-4 4-4 0,-4 3-216 16,-4-2-48-16,1-2-60 0,-5 2-24 15,-1-5-60-15,1-2-124 0,0-2-1 16,9 0-95-16,-2-2-124 0,6-8-244 15,3-6-580-15,4-3-996 0,4-1-2000 0,16-7-3069 16</inkml:trace>
  <inkml:trace contextRef="#ctx0" brushRef="#br0">18690 4511 13921 0,'0'0'2388'0,"0"0"-1540"0,0 0-92 0,0 0 540 0,0 0-84 16,-36 71 116-16,20-52-491 15,0-4-449-15,4-2-256 0,0 0-132 0,5-4-60 16,3-3-60-16,4-3-88 0,0-3-156 16,0 0-241-16,0 0-127 0,8 0 296 15,3 0 432-15,2 4 4 0,2-1-12 16,5 3-40-16,3 5 52 0,-2 3-8 0,7 9 8 16,-4 5 124-16,0 7 168 0,-5 1-60 15,2 1 96-15,-1 4 85 0,-9-3-37 16,1 1-96-16,-3 2-76 15,-5-3-68-15,-1 4 8 0,-3-2-36 0,-3 2 84 16,-6 3-92-16,-10-1 56 0,-2 0-72 16,-3 1 0-16,1-4 0 0,-5-3 12 15,4-6-84-15,-4-7-4 0,4-2-8 0,4-10 0 16,-4-7-48-16,8-6-264 0,-3-6-256 16,-2-17-196-16,10-12-173 15,2-9-255-15,5-16-676 0,4 11-1256 0,17-45-4049 16</inkml:trace>
  <inkml:trace contextRef="#ctx0" brushRef="#br0">19089 4616 11597 0,'0'0'1512'0,"0"0"-544"0,0 0 220 0,43 82 268 16,-39-33 60-16,0 7-28 15,0 14-220-15,-4 16-235 0,0 12-73 0,4 6 28 16,-4 8 172-16,4 0-548 0,-4-8-308 15,0-2-148-15,0-9-108 0,0-14-48 16,0-10-92-16,0-12-124 0,4-10-100 16,0-11 76-16,4-11-84 0,-8-12-88 15,4-7-56-15,0-6-88 0,0-16-72 16,0-9 56-16,0-14 16 0,0-11-209 0,0-10-275 16,-1-10-136-16,-3-13-144 15,0-5-120-15,0-11-20 0,0-12-740 0,0-7-749 16,0-5-1067-16,5 5 1540 0,7 11 916 15,-4 21 1560-15,4 19 2284 0,0 25 1652 16,-1 17-1384-16,6 15-303 0,-2 4-313 16,5 6-324-16,1 0-224 0,7 11-372 15,-5-3-364-15,1 11-160 0,0 1-136 16,-4 2 8-16,-4 0-32 0,-9 4-148 0,-7 2-88 16,0-3-12-16,-7 0-84 0,-9 1-72 15,0-3-208-15,-8-4-184 0,1-7-208 16,-5-5-28-16,4-7-140 0,-1-5-404 15,5-13-984-15,9 3-3097 0,-1-29-3854 0</inkml:trace>
  <inkml:trace contextRef="#ctx0" brushRef="#br0">20168 3730 9232 0,'0'0'1600'0,"0"0"-607"0,0 0 415 0,0 0 12 16,0 0-160-16,79-35-232 0,-70 38-20 16,-9 13-232-16,0 4-88 15,0 11 72-15,-13 11-128 0,-2 5-276 0,-5 8-200 16,-4 4-44-16,1-4 8 0,2 1-120 16,5-7 0-16,0-9-108 0,13-5 8 0,-1-9-44 15,0-4 72-15,4 0-4 16,0-3 64-16,4 0 8 0,3 4-4 0,1-1 4 15,-4 4-56-15,5 2 0 0,-2 0 48 16,5 4 8-16,-4 0 4 0,4 2-12 16,4 2-52-16,-8-1-44 0,8-4-64 15,-4-2 40-15,4 2 8 0,0-5-108 16,-4-1-84-16,3 1-140 0,-2 0-36 16,7 2 248-16,-5 0 240 0,2 1 8 15,-2 6 0-15,-3 0-4 0,-3 0 96 16,-9 3 92-16,0 3-188 0,-13 3-320 0,-6-2-856 15,6-10-956-15,-23 9-4101 0</inkml:trace>
  <inkml:trace contextRef="#ctx0" brushRef="#br0">20790 5261 18033 0,'0'0'1980'16,"0"0"-1980"-16,0 0-344 0,0 0-1092 15,0 0-1552-15,0 0-2621 0</inkml:trace>
  <inkml:trace contextRef="#ctx0" brushRef="#br0">21276 4242 5624 0,'0'0'2652'0,"0"0"1429"16,0 0-3085-16,0 0 112 0,0 0 228 15,0 0 116-15,0 0-92 0,0 0-192 0,0 0-252 16,-48 9-196-16,48-6-175 0,12-3-133 15,4 6-84-15,15-2 264 0,10 2 36 16,10-6-348-16,5 0-232 0,8-10-48 16,-1-5-192-16,-3-7-244 0,0 0-144 0,-4-4 60 15,-13 7-100-15,-2 3-329 16,-14 6-799-16,-7 4-1200 0,-7 6-2068 0,-13 0-3517 16</inkml:trace>
  <inkml:trace contextRef="#ctx0" brushRef="#br0">21538 4407 11357 0,'0'0'1780'0,"0"0"-988"0,0 0-124 0,-15 82 656 15,26-62-320-15,10-1-108 0,3-7-464 16,12-5-136-16,11-7-124 0,5-5-124 0,8-6-48 16,7-15-48-16,1-6-656 0,4-3-500 15,-16 4-1036-15,19-20-3145 0</inkml:trace>
  <inkml:trace contextRef="#ctx0" brushRef="#br0">22977 3279 13565 0,'0'0'1448'0,"0"0"-856"0,0 0-204 16,0 0 192-16,0 0 540 15,0 0 296-15,0 0-384 0,0 0-568 16,0 0-272-16,-96 70-116 0,61-19 32 0,-1 13 124 16,-5 2 24-16,6 0 229 0,-1 5-169 15,4-4-316-15,8-7-180 16,5-6-101-16,2-10-23 0,6-8 156 0,7-11 52 0,4-10-60 16,0-1-52-16,4-5-120 15,4 1 144-15,3-4 136 0,2 3 36 16,-2 4-52-16,6 6 52 0,-2 3 12 0,-2 6 60 15,2 11 36-15,2 2-92 0,-6 7-8 16,1 3-4-16,-4 3-40 16,0 6 40-16,-4-3-56 0,-4 4 56 0,0-2 4 15,0 2-68-15,-4-1-208 0,0-2-236 16,0-4-492-16,0-7-180 0,4-6-92 0,0-6-420 16,0-12-1152-16,0-4-3989 0</inkml:trace>
  <inkml:trace contextRef="#ctx0" brushRef="#br0">23766 4013 11821 0,'0'0'1800'0,"0"0"-848"0,0 0-232 0,0 0 252 15,0 0 572-15,19 82-312 0,-15-31-240 16,5 10-248-16,-5 9 144 0,4 6-399 15,-5 3-201-15,5 3-56 0,-3-2-112 16,-1-1-120-16,4-3 0 0,-5 1-96 0,1-7-48 16,0-5-64-16,1-3 40 0,-1-12-40 15,4-6 51-15,-5-11-63 0,1-11 0 16,4-6-192-16,-3-13-248 0,-1-3-344 16,0-3-324-16,-1-17 284 0,5-8-816 15,-4-9-604-15,-4 1-2205 0,0-30-1179 0</inkml:trace>
  <inkml:trace contextRef="#ctx0" brushRef="#br0">23746 4079 940 0,'0'0'9888'0,"0"0"-8615"16,0 0-733-16,0 0 84 0,36-69 468 0,-20 53 132 15,-1 4-228-15,6 1-372 0,7 3-128 16,0 1-28-16,4 4 40 0,-1 3-116 15,5 3-196-15,-4 6 0 0,0 8 64 16,-4 2-140-16,-4 3-32 0,-9 3-84 16,-2 0 4-16,-13 7 52 0,0 3 12 15,-5-4-72-15,-10 8-48 0,-6-4-12 0,-7-1-52 16,5 1 28-16,-5-7 80 0,4-2 4 16,0-10 0-16,5 1 0 15,2-8-256-15,6-6-116 0,2 0-104 16,5-3-240-16,0-6-592 0,4-1-1440 0,0-12-4825 15</inkml:trace>
  <inkml:trace contextRef="#ctx0" brushRef="#br0">25117 3949 12625 0,'0'0'4280'16,"0"0"-3660"-16,0 0-408 0,0 0 232 15,0 0 284-15,0 0-52 0,0 0-332 16,-80 86-336-16,48-54-8 0,-4-1 0 0,-8 5-4 16,4 1-8-16,-3 2 0 0,-1 2-52 15,0 3 56-15,0 1 8 16,8-3 4-16,4 2 144 0,4-6-68 0,9 0-80 15,6-4-60-15,6-4 0 0,7-2-52 16,4-3 112-16,7-6 112 0,9 3-64 16,5-5-36-16,3-5 48 0,3-3 0 15,1 2-56-15,0-6-8 0,0 2-68 16,0-4-148-16,-4 1-196 0,4-1-260 16,-8 0-176-16,-1-1-652 0,-7 2-1684 0,-4-2-6693 15</inkml:trace>
  <inkml:trace contextRef="#ctx0" brushRef="#br0">25838 3742 3332 0,'0'0'7621'15,"0"0"-6129"-15,0 0-16 0,0 0-96 16,0 0-96-16,0 0-28 16,0 0-220-16,0 0-212 0,0 0-228 0,0 0-144 0,0 0-12 15,-36-63-112-15,36 63-172 16,-4 0-104-16,0 3-12 0,0 4-40 0,-4 2-8 15,0-2 8-15,4 2 0 0,0-2 84 16,1-1 37-16,-2-3-21 0,5-3-4 16,-4 0 12-16,4 0 24 0,0 0-8 0,0 0-52 15,0 0-12-15,0 4-12 16,-4-4 0-16,4 3-36 0,-4-3-4 16,0 3-4-16,0-3-4 0,4 2-4 0,-3-2 4 15,3 4 0-15,-5-1 0 16,1 0 0-16,-4 1-4 0,4-1 0 0,0 1 4 15,1 1 4-15,-6-2 4 0,1 1 0 16,0 3 4-16,1-5 0 0,-2 5-4 0,1-2-4 16,1 0 0-16,-1-3-4 15,3 5-4-15,-3-4 0 0,4 0-4 16,4 0-4-16,-3-3 8 0,-1 4 4 16,4-4 0-16,-4 3 8 0,0-3 4 15,-1 3 36-15,1 0-40 0,4 0 8 0,-4 0-4 16,1-3 36-16,-1 4-40 0,4-4-4 15,0 0-4-15,0 0-12 0,0 0 0 16,0 0 0-16,0 0 8 0,0 0 0 16,0 0 4-16,0 0 44 0,0 0 28 15,0 0-24-15,0 0-40 0,0 0 0 0,0 0 40 16,0 0-44-16,0 0 8 0,0 0-4 16,0 0-8-16,0 0-4 0,0 0-44 15,0 0-24-15,0 0-36 0,0 0-4 16,0 0 16-16,0 0-12 0,0 0 12 15,0 0 20-15,0 0 68 0,0 0 4 0,0 0 4 16,0 0 12-16,0 0 4 0,0 0 56 16,0 0 0-16,0 0 0 0,0 0-12 15,0 0 24-15,0 0-20 0,0 0-64 16,0 0 4-16,0 0-4 0,0 0 0 16,0 0-4-16,0 0-12 15,0 0-32-15,0 0 0 0,0 0 40 0,0 0-4 16,0 0 0-16,-4 3 4 0,0 3-4 15,-5 3 8-15,2 8 0 0,-5 4-44 0,-4 9 48 16,0 5-72-16,4 5 68 16,0 8 0-16,1 6 4 0,-2 3 0 0,1 0 0 15,5 1-56-15,2 1 48 16,1-1 8-16,4-4 40 0,0-4 128 0,13-6 76 16,2-2-4-16,5-3-8 0,4-8 308 0,0-1-92 15,7-5-232-15,-3-6-120 0,0 0 64 16,4-10-120-16,0 1-40 15,4-8-60-15,0-2-12 0,-4 0-148 0,0-9-44 16,0-3-88-16,-4-7-104 16,-5-4-64-16,-3 2 0 0,-8-6-52 0,-3 5-37 15,-9-3-135-15,0 3-280 0,-21 0-492 0,-3-4-1272 16,-8 3-1529-16,4 8-447 16,-19-8-88-16</inkml:trace>
  <inkml:trace contextRef="#ctx0" brushRef="#br0">25602 4413 836 0,'0'0'4152'0,"0"0"-3552"0,0 0 6513 15,0 0-4917-15,0 0-844 16,0 0-280-16,0 0 140 0,0 0-132 0,88 0-176 16,-64 0-304-16,4 0-236 0,-4-6-148 15,-4 0-132-15,4-4-84 0,-8 1-160 16,4-5-348-16,-8 5-384 0,3-1-224 16,-7 1-452-16,1 0-784 0,-5 2-676 15,0 4-1601-15,-4 3-343 0</inkml:trace>
  <inkml:trace contextRef="#ctx0" brushRef="#br0">25898 4382 4988 0,'0'0'4368'0,"0"0"-1763"0,0 75-409 0,0-40-496 16,0 4-232-16,3 2-540 0,5 0-348 16,-4-3-236-16,5 0-100 0,-2 1-60 15,5-8-172-15,4-6-12 0,0-2-208 16,4-4-332-16,8-7 48 0,-4-5-92 0,4-4-136 16,-1-3-544-16,-7-6-1192 0,12-16-4153 15</inkml:trace>
  <inkml:trace contextRef="#ctx0" brushRef="#br0">26595 3235 10576 0,'0'0'4705'0,"0"0"-4029"0,0 0-448 0,0 0-228 15,0 0 1424-15,20 92 684 0,-17-37-196 0,-3 14-675 16,4 7-509-16,-4 13-268 16,5 7-148-16,-5 2-96 0,0 6-132 0,0 5-84 15,0 2-40-15,0 0 32 16,0-7-112-16,0 1-84 0,-9-12-12 16,2-5-148-16,-1-9-144 0,4-5-108 0,-5-11-137 15,9-5-391-15,0-11-324 0,-3-6-212 0,3-9-508 16,0-10-1676-16,0-9-2597 0</inkml:trace>
  <inkml:trace contextRef="#ctx0" brushRef="#br0">27520 3860 9140 0,'0'0'3993'0,"0"0"-3065"0,0 0 36 15,0 0-196-15,0 0 272 0,0 0 312 16,0 0-168-16,0 0-388 15,0 0-76-15,0 93-40 0,0-52-131 0,0 10-17 16,0 2 204-16,0 2-324 0,3-1-224 16,5-4-188-16,-4 2-72 0,4-5-96 15,0 0-196-15,0 1-156 0,4-3-168 0,-5-1-5 16,-2-2-75-16,3-5-184 16,0-2-436-16,-4-3-600 0,4-9-856 0,0-4-1477 15,-4-7-335-15</inkml:trace>
  <inkml:trace contextRef="#ctx0" brushRef="#br0">28145 3898 6168 0,'0'0'368'0,"0"0"4797"0,0 0-3849 15,0 0-332-15,-4 96-36 0,4-42 156 0,0 7 136 16,0 12-260-16,0 9-216 0,0 0-360 15,-4 4-108-15,-1 3-124 0,-2-3-84 16,3-1-88-16,-4-2-60 0,4-7-160 16,0-3-236-16,4-9-132 0,-5-7 132 15,5-6-188-15,0-11-128 0,0-8-472 16,5-3-552-16,3-16-416 0,0-10-773 0,-1-3-2143 16</inkml:trace>
  <inkml:trace contextRef="#ctx0" brushRef="#br0">28236 4045 6868 0,'0'0'4849'0,"0"0"-3557"16,0 0-1024-16,0 0-260 0,0 0 492 0,0 0 788 15,0 0-268-15,100 19-516 0,-72-4-292 0,-4 1-208 16,0 3-4-16,-8 4 64 0,-5-1-52 15,-11 3 48-15,0 4 52 16,-11 6-100-16,-14 3-12 0,-6 0-92 0,-9 4-208 16,0-5-152-16,-4-2-28 0,4-9 64 15,9-11 4-15,-1-8-84 16,12-7-276-16,0-7-312 0,12-15-821 0,4-12-775 16,4 7-3748-16,0-33 5176 0</inkml:trace>
  <inkml:trace contextRef="#ctx0" brushRef="#br0">28551 3740 6232 0,'0'0'3152'0,"0"0"-1407"0,0 0-741 16,0 0 4-16,71 79 228 0,-54-38 148 0,-2 4-292 16,-2 6-272-16,-2 6-212 15,-3 3-164-15,5 4-172 0,-10 0-180 16,5 5-92-16,-4-3-12 0,-4 1-48 0,0 0-16 15,0-6-144-15,-8-4-384 0,4-3-288 16,1-7-400-16,-1-5-792 0,4-14-2257 16,-9 10-2639-16</inkml:trace>
  <inkml:trace contextRef="#ctx0" brushRef="#br0">29245 4245 11761 0,'0'0'7384'0,"0"0"-6504"0,0 0-780 0,0 0-100 15,111-26 280-15,-72 17 24 16,2 0-244-16,-2-1-60 0,1 3-244 0,-3 1-476 15,-6 3-484-15,-7-1-980 0,-12 4-5525 16</inkml:trace>
  <inkml:trace contextRef="#ctx0" brushRef="#br0">29228 4553 9320 0,'0'0'6561'0,"0"0"-5321"0,0 0-1116 16,0 0 88-16,0 0 468 15,0 0-172-15,96 22-128 0,-52-36-380 0,4-5-76 0,4-6-1044 16,-17 6-692-16,14-12-3493 0</inkml:trace>
  <inkml:trace contextRef="#ctx0" brushRef="#br0">30077 4260 7704 0,'0'0'6709'15,"8"74"-5521"-15,0-26-560 0,4 8-116 16,4 17 372-16,0 4 464 0,4 2-624 0,-4 1-480 16,-1-1-244-16,2 0-76 0,-2-3-192 15,-2-6-212-15,-5 0-48 0,-1-10-100 16,-3-9-32-16,0-6-60 0,1-11-48 0,-5-5-52 16,4-10 52-16,-1-3 40 15,-3-10-368-15,0-6-693 0,0-3-1187 0,0-3-2208 16,0-16 3020-16</inkml:trace>
  <inkml:trace contextRef="#ctx0" brushRef="#br0">30185 4245 3360 0,'0'0'9985'15,"0"0"-8349"-15,0 0-992 0,0 0-408 0,0 0 320 16,0 0 468-16,0 0-220 0,0 0-300 15,95-35-244-15,-63 38-164 16,4 3-32-16,-8 4-64 0,0 3-64 0,-8-1-32 16,-5 4 8-16,-6 0 84 0,-5 3 4 15,-4 0 0-15,-8 3-148 0,-8 0-36 16,-5 4-76-16,-2-4-84 0,-5-3-28 0,0-3-88 16,0 0-12-16,0-10-60 15,4-2-308-15,9-4-780 0,-2-4-1197 0,6-9-2451 16,2-5 356-16,5 2 4225 0</inkml:trace>
  <inkml:trace contextRef="#ctx0" brushRef="#br0">30603 3689 3524 0,'0'0'8713'0,"0"0"-7089"0,0 0-396 16,0 0 32-16,0 0 208 0,44 76-260 16,-37-45-252-16,-7 2-224 0,0-2-404 15,0 1-228-15,0-7-92 0,-3 0-8 16,-1-4-56-16,0-9-68 0,4-3-96 0,0-2-96 16,0-4 96-16,0-3 60 0,0 0-132 15,4 0-16-15,0-6 308 0,8-7 88 16,4-6 60-16,0 0-100 0,-1-4-48 15,6 1-56-15,-2 0-4 0,-6 6-24 16,2 7-52-16,-3 2-60 0,0 4 136 16,1 3 60-16,-2 3 196 0,-3 7-24 0,0 2 12 15,0 5 36-15,0-2 36 0,0 5-48 16,-4-4-208-16,-1-2-12 0,-3 3-124 16,5-5-292-16,-5 5-232 0,0-2-144 15,0-2-384-15,-5-3-1196 0,2 6-2941 0</inkml:trace>
  <inkml:trace contextRef="#ctx0" brushRef="#br0">31535 3260 2612 0,'0'0'9685'0,"0"0"-7417"15,0 0-768-15,0 0-336 0,0 0 36 0,0 0-264 16,0 0-436-16,0 0-268 0,0 0-48 16,0 0 12-16,0 0-108 0,84-44-88 15,-68 31-16-15,4 4-68 0,-5-1-12 0,-2 3 8 16,-1 5 28-16,-5-2 12 16,-2 4 36-16,-1-2-48 0,-4 2 60 15,0 0 16-15,4 0 32 0,-4 0-48 0,0 0-64 16,0 0-20-16,0 2-100 0,0 11 52 15,0 10 132-15,0 5 180 0,0 13-56 16,-8 10 36-16,-8 13-100 0,-8 12-12 16,-8 6 40-16,-4 10-52 0,-4-3-32 15,5-3-8-15,7-13 0 0,4-9 4 16,7-16 184-16,13-14 32 0,4-9-68 0,0-1-140 16,4-10 64-16,9-3-68 0,-2-6 48 15,6-2-52-15,6-3-132 0,-3-8-16 16,4-6 4-16,4-2-124 0,-8-3-40 15,4 1 4-15,-8-1 132 0,0 6 112 0,-9 4 12 16,2 4-76-16,-5 5 48 0,-4 0 76 16,0 11 492-16,0 5-16 15,0 6-144-15,0 6-140 0,0 8-116 0,0-3-68 16,0 7-8-16,4 1-100 0,3 0 88 16,6 6-40-16,-1-2 52 0,4 0 8 15,-4-4 52-15,3-4-48 0,-6-2 40 16,2-2-4-16,-3-2-8 0,-3-6-40 15,-1 1-12-15,-4-4-160 16,0 0-204-16,0-3-248 0,-4 0-40 0,-1 1 24 16,-7-4-188-16,1-4-340 0,-6 1-356 0,-3-1-472 15,5 1-757-15,-2-7-2259 16,-6-2 40-16</inkml:trace>
  <inkml:trace contextRef="#ctx0" brushRef="#br0">5215 9007 11417 0,'0'0'3192'0,"0"0"-1920"15,0 0-692-15,0 0-208 0,0 0 600 0,0 0 456 16,0 0-300-16,8 76-348 0,0-34-296 16,4 12-55-16,0 10-5 0,4 14 132 15,-4 18-60-15,0 12-88 0,-8 13-8 0,-1 8-112 16,-3 5-216-16,-3 6 0 16,-1-1-60-16,-8-2-12 0,3-7 0 15,6-9 0-15,-1-10-12 0,4-13-144 0,0-15-132 16,0-14-64-16,7-14-80 0,2-15-64 15,7-10-84-15,-5-9-53 16,9-11-71-16,1-10-248 0,3 0-508 0,3-19-772 16,-7 3-1628-16,16-28-2097 0</inkml:trace>
  <inkml:trace contextRef="#ctx0" brushRef="#br0">6099 9493 5804 0,'0'0'6841'15,"0"0"-6089"-15,0 0-676 0,0 0 216 16,0 0 648-16,0 0 432 16,0 0-368-16,0 0-300 0,0 0-120 0,0 0-192 15,0 0-60-15,28 38-36 0,-28-38-52 16,0 0-48-16,0 0-36 0,0 0-24 0,4 0-4 16,-4 0-8-16,0 0-52 0,0 0-12 15,0-3-8-15,4 0-40 16,-4-7 72-16,8 4-24 0,-3-4-48 0,-1 1 88 15,-1 0-4-15,1 2 12 0,4-3 184 0,1-3 220 16,2 5-195-16,1-9-125 0,4 1-132 16,8-2 4-16,3-5-52 0,6 1-4 15,3 0 0-15,7 0-4 16,2 2 80-16,2 5 24 0,1 4-24 0,3 5-80 16,1 6-4-16,1 6 48 0,-2 11-40 15,1 5 116-15,0 7 8 0,-5-1-12 0,1 7 12 16,-4 3-8-16,-4 4-52 0,-8 2 48 15,-9 4-24-15,-2 9-12 16,-14 2-12-16,-7 5-68 0,-11 9 0 16,-13 1-4-16,-12 2-8 0,-4 0 8 0,-4-3 4 15,1-3 0-15,-2-9 4 16,2-11 4-16,3-9 64 0,3-9-76 16,6-6 0-16,-1-11-52 0,0-9-176 0,0-6-36 15,4-2-124-15,-4-15-120 0,4-5-245 0,5-9-259 16,3-7-600-16,0-7-824 15,8 7-2176-15,-8-29-3877 0</inkml:trace>
  <inkml:trace contextRef="#ctx0" brushRef="#br0">6478 9506 8340 0,'0'0'4125'0,"0"0"-3357"0,0 0-4 0,0 0 712 16,0 0 368-16,52 76-164 0,-48-34-564 15,-1 8-372-15,1 10 20 0,-4 10-131 0,5 2-197 16,-5 9-96-16,0 5-136 0,-9 5-120 16,-2 4-84-16,-6 1 4 0,-2 3-4 15,-9-8-48-15,0-2-36 0,0-6-132 16,4-4-64-16,0 1-48 0,5-8 112 16,2-1-209-16,6-14-147 0,3-7 24 15,4-12 156-15,-1-12 24 0,5-8-208 0,0-7-456 16,5-11-608-16,3 0-464 15,0-11-804-15,-1-1-1441 0,14-20-651 0</inkml:trace>
  <inkml:trace contextRef="#ctx0" brushRef="#br0">7542 8813 3524 0,'0'0'5148'0,"0"0"-4084"16,0 0 2201-16,0 0-1561 15,0 0 432-15,0 0-1056 0,0 0-116 0,0 0 4 0,39 67-232 16,-26-29 80-16,2 13-87 16,2 6-173-16,-2 13-36 0,2 13 132 15,-6 12-84-15,1 10 144 0,-7 6-28 0,-1 0-284 16,-4 3-196-16,0-5-200 0,0-2-4 16,0-6-48-16,0-5-48 15,3-4 24-15,5-9 60 0,0-7-72 0,1-6 36 16,-2-7-48-16,5 1-28 15,-3-8-20-15,-6-1 48 0,5-8-156 0,-4-3-204 16,0-11-64-16,3-5 12 0,2-5-12 16,-1-4 12-16,0-7 48 0,-5 1-181 15,1-7-271-15,1-3-432 0,-1-3-284 0,0 0-144 16,4-3-436-16,-1-13-492 16,2 3-2289-16</inkml:trace>
  <inkml:trace contextRef="#ctx0" brushRef="#br0">8633 9906 14173 0,'0'0'6124'16,"0"0"-5172"-16,0 0-952 15,0 0-376-15,0 0 376 0,0 0 364 16,112-23 293-16,-68 21 83 0,4-3-232 0,4 5-192 16,3 0-136-16,1 0 36 0,-4 7-176 15,0-3-40-15,-5-1-12 16,2-3-60-16,-6 0-264 0,-3 0-196 0,-4 0-160 0,-4-3-157 15,-13-1-419-15,-6 2-1220 0,-5 2-2664 16,-12-5-4361-16</inkml:trace>
  <inkml:trace contextRef="#ctx0" brushRef="#br0">8614 10268 12925 0,'0'0'6576'0,"0"0"-5612"0,0 0-964 16,79-6 60-16,-35-5-60 0,8 3 548 0,-4-3 148 16,-1 5-3-16,5 0-489 0,-4 4-132 15,-4-3 0-15,4 3-68 16,-8 2-4-16,-5-4-72 0,-3 4-84 0,-4 0-244 0,-8-3-281 16,0 3-171-16,-4 0-296 15,-4 0-976-15,-8 0-2588 0,0 3-3765 0</inkml:trace>
  <inkml:trace contextRef="#ctx0" brushRef="#br0">8629 10537 14721 0,'0'0'2972'0,"0"0"-2184"0,0 0-588 15,0 0-4-15,100 7 308 0,-64-4 512 16,0 0-16-16,4 4-515 16,3-5-169-16,1 5-112 0,0-4-8 0,0 4-40 15,-4-5-88-15,-1 2-68 0,-2-1-48 16,-1-3-108-16,-4 0-244 0,-1 0-173 16,1 0-215-16,-4 0-276 0,0 0-548 0,-1-3-680 15,-7-1-2264-15,5-2-2669 0</inkml:trace>
  <inkml:trace contextRef="#ctx0" brushRef="#br0">10498 9481 8432 0,'0'0'324'0,"0"0"4585"0,0 0-3541 0,24 88 104 16,-8-31-16-16,0 10-52 0,4 12-280 16,0 6-272-16,-5 2-231 0,-2-2-221 15,-2-2-120-15,-2-3-76 0,-5-4-116 0,0 0-40 16,-4-2-48-16,0-5-60 0,-4-3 8 15,0-1-32-15,-1-12-228 0,5 1-40 0,0-7-317 16,0-1 73-16,5-9-88 16,7 1-200-16,-5-6-496 0,10-7-1056 15,-6-6-1692-15,13-6-2197 0</inkml:trace>
  <inkml:trace contextRef="#ctx0" brushRef="#br0">12901 9655 6004 0,'0'0'456'0,"0"0"2052"0,0 0 421 15,0 0-1013-15,0 0-196 0,0 0-240 16,0 0-428-16,0 0-164 0,0 0-124 0,0 0-240 15,-4-4-132-15,16 17-16 0,0 4 280 16,7 5-71-16,5 6-257 0,-3 4-136 16,2 6-68-16,-7 0 20 0,-4 4-24 15,-3 2-24-15,-6 3-12 0,-3-2-76 16,0 2-4-16,-3-2-4 0,-10-1-4 16,5-3-56-16,-3-3-24 0,6-6-60 0,-3-9-64 15,4-10 28-15,4-7 36 16,0-3-52-16,0-3-56 0,0 0-165 0,8-9 17 15,5-4 132-15,2-6 208 0,5-6-36 16,4-7 96-16,-4-3-112 0,4-7-44 16,0 1 56-16,0-6-60 0,-1 2 40 0,1 1-52 15,0 2 24-15,-3 8 140 16,-2 8 4-16,-6 10-44 0,-2 6 36 0,-7 7 12 16,0 3 0-16,-4 0 136 0,4 6-40 15,-4 5 236-15,0 3-112 0,0 5-52 16,-4 1-20-16,0-4-16 0,-4 3-8 15,4-6-120-15,1-7-4 16,3 1-12-16,0-7-64 0,0 0 28 16,7-4-48-16,5-5 96 0,8-4 24 0,-1-3 56 15,9-3-80-15,-3 4-84 0,-5 5 76 16,-5 3-116-16,2 7 16 0,-2 0 108 16,-2 12 180-16,-6 8 136 0,5 2 60 0,-3 7-71 15,-6 3-133-15,5 2 44 16,-4-1 40-16,0-3-64 0,0 0-48 0,1-2-32 15,-2-5-40-15,1-4-28 0,0-3-44 16,0-4-48-16,0-3-12 0,0-2 0 16,4-1-64-16,-4-6-264 0,0 0-193 15,4 0-199-15,0 0 124 0,0-6-152 16,4-3-620-16,8-3-1028 0,-1-8-652 0,-2 4-1881 16,11-13-375-16</inkml:trace>
  <inkml:trace contextRef="#ctx0" brushRef="#br0">13900 10032 8976 0,'0'0'2905'0,"0"0"-697"0,0 0-868 16,32 74-160-16,-27-52-208 0,-1 0-168 0,4-6-240 16,-1 0-232-16,6-10-136 15,6-6 76-15,1 0-140 0,8-9-32 16,0-7-24-16,4-3-76 0,-4-7-108 0,0 4-16 16,-5-3 16-16,-2 3 56 0,-6 2 48 15,1 4 4-15,-8 2 56 16,-4 0 88-16,-4 4 40 0,0 1-36 0,-4-4 72 15,-7 4-60-15,-6-1-16 0,-2 4 64 16,-1 0-48-16,-4 6 92 0,-1 0 176 16,-2 12-75-16,-1 7-197 0,0 10-72 15,4 2 52-15,0 2 8 0,0-3-64 0,9 0-80 16,3-5-108-16,7-9-76 0,5 0-140 16,0-10-201-16,13-3-71 0,6-3 120 15,9-6-12-15,9-10-52 0,6-9-392 0,4-4-740 16,6-5-872-16,-5 1-1657 15,-9 11-695-15,10 0-64 0</inkml:trace>
  <inkml:trace contextRef="#ctx0" brushRef="#br0">14403 10011 8772 0,'0'0'4465'0,"0"0"-2261"0,0 0-464 15,-44 88-388-15,32-69-112 16,4 0-216-16,4-6-232 0,0-4-195 0,4-5-197 16,0-4-148-16,8 0-64 0,4 0-180 0,3-10-12 15,2 1 4-15,7-7-48 0,0-3-64 16,-5-3 40-16,6-1 12 15,-5 2-120-15,-1-5-40 0,5-3-8 0,0-2 32 16,0-11-61-16,4-5-155 0,-1-10-100 16,1-7-84-16,0-7-80 15,0-4 12-15,-7-4-60 0,-2-4-32 0,-3 1-20 16,0-1-104-16,-8 6-52 0,0 11 428 16,-4 15 504-16,0 14 456 0,0 11 476 15,-4 10 112-15,0 9-28 0,0 1-184 0,5 6-192 16,-5 0-64-16,0 0-100 0,0 0-84 15,0 4 56-15,0 1-120 0,-5 8 52 16,-3 9-39-16,4 8 131 0,-4 7-12 16,0 8 24-16,0 8 60 0,-4 5-196 15,0 8-108-15,0 5-56 0,1 5 8 0,-2 0-48 16,6 0-12-16,-1 0-64 16,4-3-68-16,4-3-72 0,0-10-24 15,8-2-36-15,-1-11-84 0,10-8-64 0,-2-6 64 16,2-3-36-16,-2-5-16 15,1-6-68-15,0 0-28 0,0-6-96 0,-4-3-84 16,0-3-125-16,0-5-319 0,-4-2-800 16,-4 0-988-16,-1 0-2096 0,2-7-3037 15</inkml:trace>
  <inkml:trace contextRef="#ctx0" brushRef="#br0">12510 9350 7280 0,'0'0'1220'16,"0"0"-496"-16,0 0-244 15,0 0 1301-15,-75 10-181 0,62 2-416 0,5 8-148 16,1 8 100-16,3 9 92 0,0 9-116 0,-1 4-152 15,5 10-240-15,-4 8-160 0,4 4-96 16,0 7-99-16,0 1-109 0,4 7-100 16,5-3-96-16,-1 5-60 0,3-3-120 15,6 0-88-15,3-10-337 0,3 0-247 16,9-9-212-16,8-6-260 0,4-9-760 16,-5-10-2120-16,30-3-3765 0</inkml:trace>
  <inkml:trace contextRef="#ctx0" brushRef="#br0">16001 9763 5612 0,'0'0'2300'0,"0"0"496"16,0 0-1075-16,36 105 27 0,-25-51-96 15,-7 9-200-15,4 9-240 0,-3 8-312 0,-5 9-140 16,0 3-76-16,0 10-88 16,0 9-183-16,-17 4-193 0,2 8-4 15,-5-2-208-15,-1 0-8 0,2-4-104 0,3-8-92 16,4-12-349-16,-1-8 141 15,6-12 76-15,3-13 196 0,0-10-4 0,4-17-24 0,0-8-60 16,8-7-60-16,-1-13-76 16,6-9-60-16,2-3-104 0,6-16-292 15,-1-6-308-15,-1-13-592 0,1-9-1012 0,-4 5-2437 16,4-31-815-16</inkml:trace>
  <inkml:trace contextRef="#ctx0" brushRef="#br0">16048 9972 8584 0,'0'0'1320'16,"0"0"393"-16,-11-66-97 0,11 50 8 0,3-3-416 15,9 3-144-15,4 4-272 16,12 5-172-16,4 3 140 0,8 4-120 0,3 4-288 16,6 6-108-16,-1 6-156 0,-9-2-40 15,1 6-48-15,-8-1-8 16,-4 3-52-16,-12 4 52 0,-4-1-56 0,-12 0 4 15,0 5 52-15,-8 1 8 0,-12 4 36 16,-12 6 40-16,-8 1-76 0,-4 2-88 16,-3 3-156-16,-5-5-148 0,3-4-244 15,6-9 84-15,7-8-252 0,8-8-276 16,4-10-820-16,16-6-836 0,1-5-1937 0,7-28-755 16</inkml:trace>
  <inkml:trace contextRef="#ctx0" brushRef="#br0">17272 9201 9744 0,'0'0'2461'16,"0"0"-93"-16,91 67-352 0,-59-36-440 15,4 4-432-15,0 6-164 0,-5 1-200 0,1 5-244 16,0 7-135-16,-8 0-49 0,-4 6-144 15,-4 4-144-15,-8 3-64 16,-4 2-12-16,-8 5-96 0,-12-1 8 0,-4-1-68 16,-12-1-24-16,-7-1-77 0,-10 0-107 15,-6-4 8-15,-1-2 16 0,-3-5-112 16,-1-1-112-16,4-10-124 0,0-6-324 0,5-9-504 16,-1-3-592-16,12-9-688 15,-20 2-2817-15</inkml:trace>
  <inkml:trace contextRef="#ctx0" brushRef="#br0">6371 12506 8868 0,'0'0'5009'0,"0"0"-3957"0,0 0-512 16,0 0 444-16,0 0 616 0,0 0-624 0,0 0-484 15,3 70-212-15,9-16 260 0,1 13 360 16,6 15-159-16,5 10-265 0,-4 3-224 16,-1 7-204-16,-2 2-36 0,-6 5-4 15,-7 1 104-15,-4 2-112 0,0-7 0 16,0-10-208-16,0-15 88 0,0-17-124 16,5-19-132-16,7-12-281 0,4-13-231 0,7-13-348 15,5-9-496-15,13-19-1180 16,-9-1-2189-16,15-27-3235 0</inkml:trace>
  <inkml:trace contextRef="#ctx0" brushRef="#br0">7239 12916 5120 0,'0'0'2044'15,"0"0"-448"-15,0 0-420 0,0 0-272 16,0 0-231-16,0 0-289 0,0 0-128 16,0 0-52-16,0 0-88 0,0 0 12 15,0 0-24-15,-8-51-40 0,4 44 100 16,1 5 52-16,-2-5 52 0,1 1-100 0,0 2-44 15,0-2-8-15,0 0 0 0,0 0 72 16,4 1 156-16,-3 3 60 0,3 2 48 0,-4-3 4 16,4 3 24-16,0 0 68 15,0 0 12-15,-5 0-176 0,5 0 48 0,0 0-48 16,0 0-52-16,0 0-60 0,0 0-52 16,0-3 24-16,5-1-60 15,6-5-184-15,5 3-64 0,4-4 64 0,8 3 136 16,4 1 44-16,3 6 16 0,5 0 36 15,4 3 36-15,0 11 76 0,12-2-104 16,0 1-116-16,4 2-120 0,-1-2-4 16,-3 3-96-16,-1 0 88 0,-6 3 0 15,-6 0 0-15,-2 3-4 0,-10 8 0 0,-6 3-72 16,-10 9 84-16,-11 3 12 0,-4 9 48 16,-16 3-8-16,-12 0-40 15,0 3 60-15,-7 0-60 0,-6 1 72 0,-2-11 24 0,3-5 64 16,0-7-3-16,0-7-161 15,4-8-8-15,5-10-132 0,-5-7-197 16,4-6-159-16,4-6-48 0,0-13-112 0,8-6-112 16,1-14-336-16,6-5-492 15,5 2-2316-15,-3-25-3133 0</inkml:trace>
  <inkml:trace contextRef="#ctx0" brushRef="#br0">7553 12944 9412 0,'0'0'1873'0,"0"0"-297"0,28 77-24 16,-20-40 200-16,1 11-292 0,-1 4-520 15,-5 1-264-15,1 4-220 0,-4 0-68 0,0 4-8 16,-4 2-28-16,-7 4-108 0,-2 0-120 16,-6 5-40-16,-1 1-84 0,-8 1-72 15,0-2-196-15,-4-2-112 0,0 4-280 16,-4-5-256-16,5 2-24 0,-1-8-312 15,0-3-344-15,0-9-436 0,8-17-933 16,-4 8-3267-16</inkml:trace>
  <inkml:trace contextRef="#ctx0" brushRef="#br0">3283 10243 3100 0,'0'0'6028'16,"0"0"-5084"-16,0 0 1553 0,0 0-1261 15,0 0-348-15,0 0-84 0,0 0 304 0,0 0-40 16,87-32-300-16,-63 32-188 0,4 0-100 16,0 0-152-16,-4 7-84 15,-5-1-60-15,-2 2 24 0,-2 6 36 0,-6-2 0 16,-5 1-36-16,-4 3 24 0,0 3 8 16,-4 3-7-16,-9 0-1 0,2 0-136 15,-6-2-24-15,6-5 12 0,-5-2-72 16,0-7-12-16,8 0 0 0,-4-2-180 0,0-4 32 15,0 0-32-15,0-4 19 16,0-4 5-16,0-3 108 0,0-1-24 0,5-7 8 16,-6 3 4-16,5-6 60 0,4 0-12 15,1-4-36-15,-1 1 44 0,4 3-44 16,0-3-100-16,11 5-56 0,2 1-28 16,-2 6 24-16,10 4 60 0,-6 3-24 0,1 2 172 15,0 4 104-15,-5 6-92 0,2 1 136 16,-5 6-40-16,-1 2 28 15,-7 4 32-15,0 0 16 0,-3 0 24 0,-5 4-28 16,-4-4 4-16,-4 0-64 0,0 0 4 16,0-6-112-16,8-4 72 0,1-3 25 15,-2-6 7-15,5 0-116 0,4 0-8 0,0 0 4 16,0-9-72-16,-4-4-141 16,4-2 81-16,0-4 28 0,0-3 12 0,0-1 8 15,4 1 40-15,0 4-24 0,8 1-24 16,-4 4 20-16,0 7-68 15,4 0-160-15,-4 6-28 0,4 0 76 0,-5 0 36 16,6 6 24-16,-1 4-184 0,-4 2-148 16,0 2-116-16,0 7-136 0,-8-5-1388 15,0 25-3237-15</inkml:trace>
  <inkml:trace contextRef="#ctx0" brushRef="#br0">4036 13408 9924 0,'0'0'2357'0,"0"0"-1257"15,0 0-720-15,7-67 280 0,6 45 688 16,-2 0-168-16,6 0-184 16,-2 5-232-16,6 2-124 0,3 2-76 0,-1 4-64 15,1-1-60-15,0 3-4 0,0 5-72 0,-8-2 41 16,0 4-81-16,-4 0-68 15,-9 0-76-15,1 4-56 0,-4-4-52 16,0 2 12-16,0 5 12 0,-4-2-12 0,-3 9-36 16,-5-1 12-16,0 2-8 0,-9 2-40 15,2-2 72-15,-1 1 0 0,0-3 12 16,-4-7-24-16,8 1 24 0,-3-5-12 0,2-2-8 16,6 0 68-16,-6 0-24 15,10-2-120-15,-5-8-24 0,3 0-180 16,2-9 8-16,3 4-80 0,4-1 32 0,0-3-32 15,4 6 96-15,7-1 68 16,6 6-56-16,3 4 108 0,-1 2 60 0,5 2 36 16,0 2 48-16,-4 8-84 0,0 3 8 15,-4 3 32-15,-8-4 56 0,0 4-8 16,-4 0 20-16,-4 3-48 0,0-6 48 16,0 0 24-16,-8-1 4 0,0-3-52 15,-1 2-12-15,2-6-72 0,-1-2-12 0,0 1-72 16,0-4-172-16,0 0-56 0,-4 0-76 15,0-7-84-15,-4 2-161 0,0-1-415 16,-3-8-792-16,2 9-1328 0,-7-9-4193 16</inkml:trace>
  <inkml:trace contextRef="#ctx0" brushRef="#br0">8382 12408 10664 0,'0'0'2773'0,"0"0"-761"0,0 0-244 15,32 104-408-15,-19-50 52 0,-2 10-180 16,1 6-223-16,0 9-137 0,0 7-208 0,1 9-336 15,-2 3-172-15,1 4 96 0,0 3-96 16,-4-1-36-16,3-5 0 0,-7-7-116 16,9-3 52-16,-5-10-56 0,-1-5-64 15,6-8-72-15,-5-9-92 0,3-5-180 16,-2-11-52-16,2-7-108 0,1-12-100 0,-3-6-133 16,6-9-415-16,-2-7-1292 15,-6-3-2844-15,14-20-6049 0</inkml:trace>
  <inkml:trace contextRef="#ctx0" brushRef="#br0">9307 11839 10981 0,'0'0'2940'0,"0"0"-1220"0,0 0-476 16,0 0 216-16,44 89-412 0,-32-41 88 0,4 15-160 15,-1 10-199-15,-3 12-37 16,4 15-4-16,0 11-180 0,-4 13-48 16,4 12-256-16,4 12-60 0,-3 15 36 0,-2 2-220 15,5-3-8-15,-4 0-84 16,8-3-12-16,-4-14-192 0,3-1-76 0,1-8-188 16,0-9-76-16,1 1-40 0,3-8-20 15,0 0 199-15,7-5 89 0,5-7 120 16,-1-10 268-16,2-12-268 0,-5-10-1176 15,-5-13 272-15,1-2-232 0,-8-10-788 0,-4-16-888 16,0 6-3037-16</inkml:trace>
  <inkml:trace contextRef="#ctx0" brushRef="#br0">10382 12671 6472 0,'0'0'1484'16,"0"0"3317"-16,0 0-3157 0,0 0 80 16,0 0-384-16,0 0-104 0,0 0-388 15,0 0-212-15,-3 73-136 0,10-22-24 0,6 19-64 16,-5 9-95-16,3 7-133 0,2 6 80 16,-2 0-20-16,-3-6-180 15,5-3-64-15,-6-8-72 0,5-5-124 0,-3-7-192 0,-2-5-145 16,1-8-115-16,0-2-96 15,0-6 12-15,4-8-168 0,0-8-424 16,12-10-596-16,-8-10-1108 0,16-12-2373 0</inkml:trace>
  <inkml:trace contextRef="#ctx0" brushRef="#br0">11638 12614 4500 0,'0'0'4336'0,"0"0"-2860"15,0 0-355-15,0 0 23 0,0 0 424 0,0 0-56 16,0 0-20-16,0 0-352 15,0 0-216-15,0 0-300 0,0 0 0 0,-76 70-172 16,49-29-124-16,2 6-12 0,-3 11 37 16,0 5 243-16,0 10-160 0,4 7-136 15,-4 6-92-15,5 5-28 0,7 8-24 16,0-5 12-16,8-1 28 0,8-11 8 16,0-8-12-16,12-20-96 0,4-9-32 0,8-14-64 15,0-10-120-15,4-4 12 0,4-10 24 16,7-4-84-16,-3-3-12 0,8-10-16 15,-4-7 4-15,-1-4-76 16,-3-4-128-16,0-6-148 0,-8-2-101 0,-8 1-207 16,-8 1-404-16,-4-1-668 0,-8 4-804 15,-3-2-1461-15,-6 9-1303 0,-19-14 129 16</inkml:trace>
  <inkml:trace contextRef="#ctx0" brushRef="#br0">11443 13325 10104 0,'0'0'2229'0,"0"0"75"0,0 0-820 0,0 0-84 15,0 0 84-15,0 0-504 0,0 0 20 16,0 0-135-16,87 58-273 0,-47-55-216 16,4-3-240-16,0-14-136 0,3 0-352 0,-7-10-340 15,4 2-61-15,-8-6-39 16,-4 6-128-16,-8 0-348 0,0-2-544 0,-9 10-664 16,-3-2-1417-16,-3 2-607 0,-9 6 1216 15,0 4 1956-15,0 2 1328 16,-9 2 4228-16,1 8-1096 0,1 5-712 0,-1 6 133 15,-1 6-485-15,5 7-648 0,0 6-264 16,4 3-292-16,0 8-164 0,0 1 48 16,4 4-188-16,0 0-156 0,5-4-100 15,-1 2-112-15,3-5-152 0,-2-5-40 16,2-8-132-16,1-9-244 0,1-8-148 16,-2-9-100-16,9-8-260 0,0 0-632 0,0-14-924 15,0 1-2257-15,3-23-3631 0</inkml:trace>
  <inkml:trace contextRef="#ctx0" brushRef="#br0">12686 12652 15177 0,'0'0'2180'0,"0"0"-1476"0,20 70-356 16,-12-32 428-16,3 16 592 0,-3 7 21 15,4 5-481-15,-4 4-348 0,5 6-212 16,-6 1-80-16,5 2-88 0,-4 3-84 0,0 1-96 16,-4-1-80-16,0-6-124 15,-4-2-208-15,0-5-168 0,-4-1-196 0,-8-2-101 16,0-6-155-16,1 1-636 0,-2-17-1320 16,-6 19-4353-16</inkml:trace>
  <inkml:trace contextRef="#ctx0" brushRef="#br0">23153 8424 9400 0,'0'0'1985'15,"0"0"739"-15,0 0-1548 0,0 0 156 16,0 0 72-16,0 0 48 0,0 0-324 0,-28 66-324 16,20-15-147-16,-1 15-53 0,5 20-168 15,0 15-96-15,1 20-88 16,-1 15-108-16,-4 14 40 0,-5 9-112 0,2-1 24 16,-6-5-96-16,2-11 0 0,6-15-268 15,2-16-20-15,7-15-148 0,3-19-144 0,10-14-257 16,6-16-175-16,5-12-404 15,8-12-1032-15,-8-14-2128 0,25-11-2085 0</inkml:trace>
  <inkml:trace contextRef="#ctx0" brushRef="#br0">24133 8969 10288 0,'0'0'5053'0,"0"0"-4133"0,0 0-260 0,0 0-112 16,0 0 244-16,-76 32 548 0,52 10-44 16,-4 14-432-16,1 17-271 0,-1 12-85 15,3 15 292-15,-3 5-196 0,4-1-172 16,5 1-164-16,3-13-256 0,8-9-12 16,8-14 0-16,4-15 96 0,11-16-36 15,5-9-60-15,8-10-132 0,0-10-36 16,8-5 8-16,0-8-152 0,8-9-112 15,-8-9-92-15,0-6-116 0,-12-4-240 0,-5-3-237 16,-14 0-1055-16,-1 10-2616 0,-13-17-3765 16</inkml:trace>
  <inkml:trace contextRef="#ctx0" brushRef="#br0">23817 9753 16993 0,'0'0'2480'0,"0"0"-1660"0,0 0-268 16,0 0 164-16,0 0 329 0,108 54-89 15,-64-57-388-15,8-16-544 0,0-3-24 0,-1-7-304 16,-3-2-336-16,-8-4-256 0,-4 3-161 16,-8 3-687-16,-4 4-1264 0,-8 0-1656 15,-8 5-1169-15,-8-2-174 0</inkml:trace>
  <inkml:trace contextRef="#ctx0" brushRef="#br0">24268 9496 10692 0,'0'0'3981'0,"0"0"-2101"15,0 86-736-15,0-39 16 0,0 7 40 16,8 3 44-16,-4 7-343 0,4 0-113 15,-4-1-232-15,0-9-148 0,4-7-320 16,-1-8-88-16,2-11-352 0,3-9-132 16,4-9-132-16,7-10 44 0,1 0 39 0,8-16-27 15,0-13-528-15,4-8-1524 0,-8 4-3392 16,16-27-3625-16</inkml:trace>
  <inkml:trace contextRef="#ctx0" brushRef="#br0">24945 8849 12269 0,'0'0'2988'0,"0"0"-1384"0,8 92-532 15,-8-41 96-15,0 19 388 0,0 9 25 0,-8 9-189 16,1 11-512-16,-10 2-324 0,2 7-280 16,-6-2-136-16,-3-2-140 15,5-2-204-15,-1-7-72 0,3-7-148 0,6-8-56 16,3-10-160-16,4-16-28 0,4-7-96 15,0-12-269-15,4-9-359 0,4-11-988 16,0-8-1640-16,4-10-1957 0</inkml:trace>
  <inkml:trace contextRef="#ctx0" brushRef="#br0">25268 9674 17273 0,'0'0'2368'15,"0"0"-1352"-15,87 0-552 0,-51 0 68 0,1-6 369 16,-5 2-429-16,-4 2-472 16,0-5-316-16,-1 3-388 0,-7-1-61 15,0 2-187-15,-12-1-936 0,-1 4-2840 16,-10 0-2969-16</inkml:trace>
  <inkml:trace contextRef="#ctx0" brushRef="#br0">25209 9890 10604 0,'0'0'6073'0,"0"0"-4041"15,0 0-940-15,0 0-52 0,19 69 149 16,9-62-49-16,12-4-304 0,8-3-488 0,4-10-300 16,-1-5-48-16,-3-4-336 0,-4 0-316 15,-4 0-256-15,-13 0-149 0,-3 0-1031 16,-7 9-3856-16,-2-5-7005 0</inkml:trace>
  <inkml:trace contextRef="#ctx0" brushRef="#br0">26356 9420 5836 0,'0'0'8101'0,"0"0"-6409"0,32 73-348 16,-21-26-352-16,-3 14 276 15,-3 14-216-15,-5 15-244 0,0 8-68 16,-5 17-119-16,1 9-65 0,-7-1 120 0,3 1-324 16,-1-6-176-16,2-14-176 15,3-11-256-15,0-17-300 0,4-18-108 0,4-14 180 16,3-13 71-16,2-12-23 0,3-9-164 15,-5-10-620-15,6-7-1000 0,-2-2-1912 16,1-27-1665-16</inkml:trace>
  <inkml:trace contextRef="#ctx0" brushRef="#br0">26375 9594 10736 0,'0'0'1109'0,"32"-66"-249"16,-8 50-212-16,0 0 432 0,8 3 332 15,0 6-208-15,4 7-248 0,-1 0-328 16,2 7-96-16,-10 3 8 0,1 6 32 16,-8 0-240-16,-12 6-128 0,-4 0-56 0,-4 8 12 15,-4-3-160-15,-11 9-88 16,-10-2-68-16,-6 1-40 0,-5 3-132 0,-5-3-124 16,-2-7 84-16,7-3 96 15,4-8 40-15,4-8-88 16,4-9-76-16,5 0-72 0,7-7-80 15,0-7-136-15,8-9-44 0,0-9-696 0,4 7-844 0,8-23-2861 0</inkml:trace>
  <inkml:trace contextRef="#ctx0" brushRef="#br0">26977 8706 11461 0,'0'0'2108'15,"0"0"-712"-15,0 0 92 16,0 0 100-16,0 0-108 0,72 82-284 0,-68-44-332 16,-4 4-291-16,0 5-137 15,-8 1-160-15,0-7-128 0,-3 0-92 0,-2-6-56 16,1-9-108-16,9-4-28 0,-2-9-44 16,1-4 72-16,4-6-16 0,0 1-152 15,4-4-309-15,8-4 209 0,0-5 240 16,8-4 84-16,0-9 52 0,4 0 0 0,-4-1-44 15,0-3 44-15,-1 5 4 16,-2 1 104-16,-2 5-32 0,-6 5-16 16,-1 4 48-16,-1 3 52 0,-3 3-4 0,0 0 40 0,5 9 97 15,-5 1-29-15,3 2-20 16,-3 4-112-16,4 3 4 0,1 1-76 16,-2 5-60-16,1 0-8 0,0 1-128 0,-3-4-188 15,2 6-248-15,-7 1-317 0,4 3-331 16,-4-6-1368-16,0 15-5409 15</inkml:trace>
  <inkml:trace contextRef="#ctx0" brushRef="#br0">27603 9839 17009 0,'0'0'4060'15,"0"0"-2711"-15,0 0-705 0,0 0-268 0,0 0-40 16,0 0-44-16,0 0-76 0,0 0-216 16,0 0-144-16,0 0-436 0,91-32-220 15,-71 24-257-15,1-3-511 0,-6 5-2296 16,9-7-3461-16</inkml:trace>
  <inkml:trace contextRef="#ctx0" brushRef="#br0">28671 9557 7988 0,'0'0'7745'0,"0"0"-5769"0,0 0-1064 16,0 0-492-16,-92 22 96 0,56 6 500 15,-3 8-8-15,-6 8 73 0,6 3-477 16,3 4-204-16,4-7-88 0,8-2-104 0,12-7-100 16,4-7-96-16,8-5 0 0,0-11-12 0,16 1-36 15,4-7-180-15,8-6-136 16,7-3 52-16,10-10-88 0,-6-6-48 15,9-6 96-15,0 0-73 0,-4-4 145 16,0 1 72-16,-9-1 88 0,6 4 12 0,-9-1 36 16,-9 4 56-16,-3 6 4 15,-5 6 96-15,-6 7 60 0,-9 3 136 0,4 13 161 16,-4 12 67-16,0 10-120 0,-4 3-136 16,-5 10-32-16,9-4 104 0,0 1-32 15,0-4-112-15,17-2-184 0,-1-11-8 16,11-3-48-16,1-6-264 0,4-6-232 15,5-7-352-15,-5-6-125 0,-9 0-871 16,9-3-4364-16</inkml:trace>
  <inkml:trace contextRef="#ctx0" brushRef="#br0">14172 13271 12537 0,'0'0'4036'0,"0"0"-3664"0,0 0-372 15,0 0-60-15,0 0 60 0,0 0 656 16,80-9 112-16,-41 9-260 0,13 3-336 0,8 3-124 16,8 1 100-16,3-1-64 15,13-3 4-15,0 3-4 0,8-2 112 0,-1-4-196 16,-4 0-92-16,-7-4-80 0,-5-2-296 16,-10 0-420-16,-10-4-268 0,-7 4-600 15,-16-1-2084-15,0-5-2349 0</inkml:trace>
  <inkml:trace contextRef="#ctx0" brushRef="#br0">14335 13443 3220 0,'0'0'9545'0,"0"0"-8517"0,0 0-1024 0,0 0 68 16,0 0 864-16,0 0 324 0,104 50 40 15,-52-40-384-15,12-4-360 0,3-3-224 0,8-3-136 16,5 0-100-16,-4-6-8 0,0-3-88 16,-9-4-296-16,-3-3-564 0,-8-3-244 15,-9 3-324-15,-6-3-1036 0,-13 7-2553 16,-5-7-3055-16</inkml:trace>
  <inkml:trace contextRef="#ctx0" brushRef="#br0">14916 12897 7080 0,'0'0'8933'0,"0"0"-7841"15,0 0-1092-15,0 0 0 0,0 0 48 0,0 0 1004 16,96 35 376-16,-63-20-524 15,-1 7-440-15,3 4-268 0,5 6-188 0,3-1 148 16,-2 8-8-16,-2-2-4 0,-7 5-20 16,0 3-27-16,-12-1-37 0,0 0-60 0,-8 0 4 15,-8 1-4-15,0 6-84 0,-4-3-77 16,-12 2 29-16,-8 1-64 0,0-3-20 16,-8 3-64-16,-8-4-88 0,4-2-48 15,-7-4 12-15,-1 0 112 0,0-6-112 16,0-2-276-16,4-2-460 0,4-6-576 15,8-9-988-15,0 3-3009 0</inkml:trace>
  <inkml:trace contextRef="#ctx0" brushRef="#br0">17057 12608 5824 0,'0'0'4752'16,"0"0"-3031"-16,0 0-621 0,0 0-60 15,39 70 236-15,-26-39 116 0,-2 11-116 16,1 4-356-16,-4 13-344 0,-4 1-232 16,0 10-124-16,-4 6 12 0,0 3 84 0,0-4 500 15,0 2-403-15,4-6-197 0,-4-8-132 16,4-6-84-16,0-9-148 0,0-8-80 15,-1-4-197-15,6-14-99 0,-1-3-112 16,-4-13-292-16,3 1-648 0,2-7-2476 0,3-4-2409 16</inkml:trace>
  <inkml:trace contextRef="#ctx0" brushRef="#br0">17439 12922 7952 0,'0'0'5885'0,"0"0"-4505"0,0 0-512 0,0 0 284 16,87-83 184-16,-51 55-292 0,5 0-284 0,2 2-296 15,5 1-196-15,3 2-16 16,2 4-20-16,6 0-96 0,-3 6 21 16,4 7-97-16,0 6 12 0,-9 0-72 0,1 13-12 0,-12 6 4 15,-5 6 4-15,-7 7 4 16,-7 10 88-16,-10-2 20 0,-7 12 72 16,-8-2-108-16,-11 8 16 0,-9-1 56 0,-8 0-72 15,-4-3 12-15,0-3 28 16,-8-7 44-16,5-9-48 0,-6-7-108 15,6-5-36-15,-5-14-388 0,0-3-192 0,4-6-165 16,1-13-59-16,-2-9-332 0,14-6-852 16,7 2-2216-16,0-28-2953 0</inkml:trace>
  <inkml:trace contextRef="#ctx0" brushRef="#br0">17813 12827 7312 0,'0'0'6389'0,"0"0"-5197"15,0 0-548-15,13 92 88 0,-10-53 760 0,-3 5 208 16,0 6-440-16,0 4-444 0,-3 4-391 16,-5 1-73-16,3 2 0 0,-3-1-36 15,-3 1-148-15,3-1-168 0,-5-6-168 16,-2-1-292-16,2 2-305 0,-6-5-259 0,3-2-136 16,0-3-552-16,4-4-992 0,0-12-1581 15,8-1-1851-15</inkml:trace>
  <inkml:trace contextRef="#ctx0" brushRef="#br0">18726 12122 14485 0,'0'0'2716'16,"0"0"-1552"-16,0 0-1056 0,0 0 436 0,0 0 780 16,39 89 24-16,-26-48-183 15,-5 13-593-15,3 9-236 0,-2 7 28 0,-5 13 32 16,-4 3 184-16,0 12-328 0,-4 0-132 16,-9 4-120-16,2 0 0 0,-2 2-72 15,-2-2 60-15,-2 3-60 0,-2-1-192 16,-1-2 36-16,-1-4-136 0,-2-2-32 15,3-7-100-15,8-7-84 16,0-8-28-16,4-8-57 0,1-12 17 0,7-6-228 0,0-10-496 16,0-13-872-16,0-6-2032 15,7-12-2629-15</inkml:trace>
  <inkml:trace contextRef="#ctx0" brushRef="#br0">19180 11262 7856 0,'0'0'6421'0,"0"0"-4349"16,24 95-716-16,-8-44 36 0,4 19-164 16,3 9-12-16,1 15-219 0,0 8-125 15,1 10-320-15,-6 6-320 0,1 8-112 16,-4 11-48-16,-4 14 0 0,0 18 36 0,0 9-24 16,-4 12-28-16,0 4-56 0,-5 3-216 15,6 0 120-15,-5-3-96 0,4-4-40 16,-4-9-68-16,-1-3-196 0,6-13-24 15,-1-6-24-15,-4-13 167 0,7-9 229 16,-2-18 64-16,3-10-76 0,-1-11-132 16,-2-15-60-16,2-10-160 0,-3-16-112 15,5-6-176-15,-6-9-360 0,1-13-752 0,1-11-1312 16,-5-3-2509-16,0-8-439 0,-4-7 6068 16</inkml:trace>
  <inkml:trace contextRef="#ctx0" brushRef="#br0">20953 13319 1488 0,'0'0'11317'0,"0"0"-9461"16,0 0-972-16,0 0-408 0,0 0 92 15,-4-79 476-15,4 53-252 0,-4-2-212 0,0 0-224 16,-4-2-136-16,5 2 36 0,-6 3 112 15,1 5 156-15,0 5 84 0,1 5-144 0,-6 3-15 16,2 7 167-16,-6 0-192 16,-2 17-168-16,-9 8-116 0,-4 13-136 15,-5 17 52-15,5 10 88 0,1 9 40 0,4 1-28 16,3-1 24-16,3-11 0 16,14-12-12-16,3-13-8 0,4-13 20 15,7-8-88-15,9-11-92 0,0-3-120 0,8-6-24 16,8-10-88-16,4-9 4 0,0-6-96 15,3-11-52-15,-2 1-120 16,2-3-24-16,-3 3 108 0,-4 0 72 0,-4 2 99 16,-4 8 81-16,0 6 52 0,-12 6 12 15,3 7 32-15,-6 9 64 0,2 3 100 16,6 16 421-16,-2 6-145 0,6 8-84 16,7 4-212-16,0 1-80 0,7 4 0 0,5-8-4 15,8-2-68-15,7-13-572 0,10-7-217 16,-14-1-1207-16,33-15-4036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cm"/>
          <inkml:channel name="T" type="integer" max="2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cm"/>
          <inkml:channelProperty channel="T" name="resolution" value="1" units="1/dev"/>
        </inkml:channelProperties>
      </inkml:inkSource>
      <inkml:timestamp xml:id="ts0" timeString="2023-07-06T02:26:4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5964 4810 11297 0,'0'0'4220'0,"0"0"-3340"0,0 0-880 15,0 0 0-15,0 0 0 0,0 0 588 0,0 0 92 0,8-82-196 16,12 52-236-16,12 2-64 0,0-7 12 16,8 3-36-16,-1 1 0 0,2 6-36 15,-2-1 48-15,5 1 36 0,0-1 172 0,3 4 36 16,5 0-220-16,1 3-112 0,-6 0-36 15,1 6-44-15,-1-1 8 0,2 6 0 16,-6 1 32-16,1 1-44 0,0 6-48 16,-5 2 40-16,2 9 8 0,-2 4 0 15,-3 11 56-15,0 3-52 0,-4 8 68 0,-4 8-12 16,0 6-12-16,-8 6 64 16,-1 3 32-16,-10 3-36 0,-1 4-8 15,-8 3-88-15,-8 4 84 0,-9-5-12 0,-3 4-8 16,-7-6-4-16,-1-7 1 0,-4-6-13 15,1-7-60-15,-1-8-4 0,0-4-44 16,4-10-61-16,0-6-159 0,4-6-120 16,0-7-124-16,-1-6-236 15,-3-3-256-15,2-13-420 0,-2-6-944 0,3 3-2705 16,-10-22-2847-16</inkml:trace>
  <inkml:trace contextRef="#ctx0" brushRef="#br0">6430 4803 7856 0,'0'0'2408'16,"0"0"-1055"-16,0 0-749 0,0 0 316 0,0 0 580 15,56 76 100-15,-52-50-340 16,4 9-308-16,-4 6-260 0,-4 10-180 0,0 6-96 16,0 7-36-16,0 9-64 0,-12 4-24 15,-4 5-60-15,0 3-120 16,-8 4-4-16,0 0-100 0,-4-1 0 0,0-2-8 15,0 1 4-15,-4-5-4 0,0-3 0 16,1-6 8-16,3-6-8 0,1-10-4 16,6-7-180-16,1-8-20 0,5-10-152 0,2-6-156 15,5-14-112-15,1-2-48 16,3-10-192-16,4-4-488 0,0-2-1752 0,0-23-3241 16</inkml:trace>
  <inkml:trace contextRef="#ctx0" brushRef="#br0">8315 5223 3600 0,'0'0'808'0,"0"0"5356"15,0 0-4647-15,0 0-521 0,0 0-152 0,0 0 520 16,0 0-256-16,0 0-36 0,107-7-316 16,-63 7-192-16,4 0-132 0,0 0-76 15,0-3-76-15,-5-3-132 0,1-4-64 0,-4 1 4 16,-4-1-88-16,0 0-100 0,-4 1-96 15,-4 0-352-15,0-1-440 16,-4 4-188-16,-5-4-680 0,-3 7-3057 0,-8-1-4239 0,-8 4 8892 16</inkml:trace>
  <inkml:trace contextRef="#ctx0" brushRef="#br0">8522 5550 6596 0,'0'0'5821'0,"0"0"-4797"0,0 0-452 16,0 0-128-16,0 0 376 0,0 0-144 16,0 0 116-16,0 0 128 0,83 22-164 15,-31-22-312-15,4-4-224 16,0-5-196-16,4 0-24 0,0-1-84 0,-5 4-100 0,1-4-200 16,4 3-60-16,-8 1-796 15,-13 0-1064-15,13-1-4205 0</inkml:trace>
  <inkml:trace contextRef="#ctx0" brushRef="#br0">10594 4284 3024 0,'0'0'7248'0,"0"0"-5687"0,0 0-525 16,0 0-320-16,0 0 44 0,0 0 136 15,0 0-140-15,0 0-164 0,0 0-192 0,-80 27-52 16,64 8 108-16,-8 13 4 0,0 12 120 16,-4 10-4-16,1 7-160 0,-14 6-132 15,6 1-152-15,-1 2-44 0,-3-6-80 16,7-11-8-16,8-8-12 0,7-20 4 0,6-12-8 15,7-16-68-15,4-4 0 16,0-6-100-16,7-1 36 0,5-2 12 0,1 0 40 16,2-5-16-16,5-4-20 0,-4 2-56 0,4-2 92 15,-4 2-52-15,0 4-48 16,0 3-88-16,-4 10 284 0,-1 9 0 16,2 9 272-16,-2 7 48 0,2 9 0 0,-1 8-112 15,-1 5 132-15,2 0-32 0,-2 4-124 16,6-2 36-16,-2 1-212 15,2-2-8-15,-2-4-52 0,5-6-80 0,1-4-272 16,2-9-452-16,1-7-120 0,-4-9-612 16,-1-3-1340-16,5-6-3481 15</inkml:trace>
  <inkml:trace contextRef="#ctx0" brushRef="#br0">11997 5188 3092 0,'0'0'1588'0,"0"0"4793"0,0 0-4597 0,0 0-548 16,0 0-36-16,-84-54 308 15,67 51-108-15,-6 3-376 0,3 5-484 0,-4 12-160 16,-4 5-64-16,4 10-24 0,1 6 0 15,2 3 12-15,5 4 48 0,0-8-11 16,5 2-97-16,6-11-124 0,1-6-72 0,4-6-40 16,0-5-8-16,0-6-56 0,9-2-40 15,2-3 12-15,5 0-12 0,4-8-16 16,-3-9-8-16,2 1-13 0,1-6-27 16,0-4-8-16,0 4 32 15,0 0 28-15,-5-1-4 0,2 8 52 0,-2 5 0 16,-2 4-48-16,2 6-64 0,-2 0 172 15,2 12 24-15,2 11 96 0,-2 3-56 0,1 9-16 16,0 6 60-16,-4 3-20 16,0 4-28-16,-4 3-48 0,4 3 36 15,-8-1-40-15,0 2 52 0,0 2-48 0,-4 3 52 16,0-2 92-16,0-2-24 0,0-2 53 16,0-9 23-16,-8-5 32 0,0-4-68 15,-4-11-64-15,-4-3 36 0,4-3 16 16,-4-9-16-16,-4-7 36 0,0-3-48 0,1-3-132 15,-6-13-104-15,1-6-40 16,1-10-100-16,-1-5-180 0,0-5-84 16,0-9-137-16,5 3-75 0,2 1 112 0,6-1-44 15,2 7-604-15,9 3-344 16,9 3-532-16,2-1-1953 0,6 11-2235 0,6-16 3228 0</inkml:trace>
  <inkml:trace contextRef="#ctx0" brushRef="#br0">12753 4759 3268 0,'0'0'9225'16,"0"0"-7049"-16,-11 86-384 0,11-45-464 16,0 7 116-16,0 12-48 0,3 3-143 15,1 14-245-15,0 5-368 16,4 7-60-16,-3 7-148 0,-1 1-252 0,-1 3-180 15,-3-2 0-15,0 3-48 0,0-2-48 16,-7-1-168-16,2-8-60 0,5-11 80 0,-4-13-32 16,4-9-52-16,0-15 60 0,4-11-104 15,5-9 152-15,-2-15-72 16,-3-7-97-16,4-3-351 0,4-19 56 16,0-13-372-16,4-13-224 0,0-10-532 0,0-14-2232 15,-8 14-3061-15,7-46 2226 0</inkml:trace>
  <inkml:trace contextRef="#ctx0" brushRef="#br0">12793 4797 6552 0,'0'0'7637'0,"0"0"-6649"16,0 0-384-16,0 0 124 0,0 0-92 16,0 0 208-16,0 0 68 0,0 0-248 0,91-25-128 15,-54 34 4-15,-5 7-116 0,0 3-216 16,3 3-160-16,-7 1-48 0,0 2 0 15,-8 3-72-15,-4 5-136 0,-12-2-192 16,-4 4 32-16,-8 3 160 0,-12 3-12 0,-8 3 88 16,-12 5-28-16,-8-2 24 0,-3 0 40 15,-5-2-16-15,0-1 100 16,0-5-64-16,13-11 68 0,7-9-4 0,8-6-356 16,8-13-584-16,8-3-1220 15,4-7-3721-15,0-15-2727 0</inkml:trace>
  <inkml:trace contextRef="#ctx0" brushRef="#br0">13622 5423 14897 0,'0'0'2088'0,"0"0"-1380"0,0 0-388 16,0 0 100-16,-83-64 268 0,62 61 600 16,1 6-168-16,1 16-547 0,2 10-113 15,-7 15 36-15,5 10 48 0,3 2-256 16,0 3-116-16,7-9-136 0,2-9-36 16,7-12-96-16,0-10-112 0,4-6-44 0,4-10-124 15,4-3 124-15,8 0 104 0,3-12 52 16,1-11-96-16,4-2-88 15,-4-4 36-15,1-3-13 0,-6 4 41 0,1 2 20 16,0 1 76-16,-8 9-28 0,3 4 76 16,2 8 72-16,-6 4 60 0,2 10 100 15,2 12 8-15,-2 6 100 0,2 11-48 16,2 8-147-16,-2 7 59 0,-2 3-32 16,2 7-28-16,-7 6 60 0,-4-4 28 15,1 1-4-15,-5 0-36 0,0-7 64 0,-5-6-28 16,-3-4-48-16,-4-5 12 0,0-7-8 15,4-9-108-15,-3-7-4 0,-2-6-8 0,5-10 4 16,-3-6-72-16,-6-2-128 16,6-15-72-16,-6-8-88 0,2-10-36 15,2-12-41-15,2-14-191 0,3-9-368 0,0-16-1236 16,8 17-2392-16,0-51-2869 0</inkml:trace>
  <inkml:trace contextRef="#ctx0" brushRef="#br0">14156 4940 10516 0,'0'0'6013'15,"0"0"-4161"-15,0 0 368 0,0 0-311 0,87 54-545 16,-59-47-360-16,4-5-428 16,4-2-408-16,8-6-168 0,4-6-168 0,-1-7-384 15,2-7-352-15,-2 0-148 0,-11 4-1733 16,0-6-3851-16</inkml:trace>
  <inkml:trace contextRef="#ctx0" brushRef="#br0">14630 4477 8704 0,'0'0'4445'0,"0"0"-2377"0,0 0-396 0,0 0 420 15,-8 65-452-15,8-23-23 16,0 12-297-16,0 6-488 0,0 3-360 0,4 5-184 15,0 1-132-15,-4 1-156 0,4 0-4 16,-4-3-296-16,0-6-304 0,-4-4-400 16,0-3-472-16,0-20-1097 0,0 14-4203 15</inkml:trace>
  <inkml:trace contextRef="#ctx0" brushRef="#br0">15470 4248 3040 0,'0'0'8149'15,"0"0"-6469"-15,0 0-180 0,0 0-12 0,64 101 4 16,-32-37-132-16,4 15-352 16,-4 17-180-16,-4 14-228 0,-8 15-236 15,-4 5-60-15,-8 3 325 0,-1 4-177 0,-7-7-452 16,4 1 0-16,-4-12-208 16,4 0-180-16,1-9-60 0,-1-8-101 15,4-10-195-15,-1-13-60 0,2-15-288 0,3-14-644 16,-1-8-832-16,-2-17-1633 0,10 0-1999 15</inkml:trace>
  <inkml:trace contextRef="#ctx0" brushRef="#br0">17017 5226 12285 0,'0'0'2736'0,"0"0"-1580"0,0 0-876 16,0 0 144-16,0 0 344 0,0 0 380 0,0 0-432 16,-80-41-252-16,60 59-232 0,-4 11-48 15,0 9 72-15,0 9-36 0,0 2 0 16,5-2-52-16,2-9-32 0,6-10-88 16,2-4-48-16,5-16-60 0,4-2-4 15,0-6-192-15,0 0-156 0,13-2-76 16,-2-8 268-16,10-6 0 0,2-6 84 0,-3 0-96 15,0-3-88-15,-4 2 12 16,0 7 112-16,0 7 8 0,-4 5-32 0,4 4 220 16,4 17 332-16,-1 8 64 0,1 7-100 15,1 10-152-15,-6 5-60 0,5 0-84 16,-4 4-36-16,0 0 32 0,-4 3 4 16,0 3 0-16,-4 0 8 0,-8 0 52 15,0-3-12-15,0-3 64 0,-4-4 48 0,-4-8 180 16,-4-7-108-16,4-7-60 0,-3-6 0 15,-6-10-16-15,6-5 28 16,-10-4-88-16,-3-10-96 0,0-9-168 0,5-6 108 16,-5-8-100-16,0-1 64 0,4-10-188 15,-4-4-168-15,8-2-136 0,0-5-88 0,0-2-200 16,8-3-700-16,0-4-860 0,8 7-2425 16,4 13-1475-16,17-20 5944 0</inkml:trace>
  <inkml:trace contextRef="#ctx0" brushRef="#br0">17981 4940 9440 0,'0'0'5489'0,"0"0"-4077"0,-40 92 68 0,24-45-284 16,-8 14 52-16,-4 2-76 15,5 7-179-15,-1 0-373 0,-1 0-244 16,10-6-100-16,2-5-192 0,6-7-84 0,7-8-120 15,4-12-24-15,16-4 144 0,-1-9 0 16,13-2 0-16,0-11-80 0,8-4-128 16,4-2-128-16,-5-12-40 0,6-7-136 15,-6-2-217-15,-3-6-15 0,-4-1-208 0,-8-1-612 16,-8 1-908-16,-4-1-1432 16,-8-3-989-16,-4 10-495 0,-16-16 4452 0</inkml:trace>
  <inkml:trace contextRef="#ctx0" brushRef="#br0">17917 5324 4912 0,'0'0'8297'0,"0"0"-5765"16,0 0-580-16,-60 67-732 0,56-48-32 16,4-6-248-16,16 2 33 0,8-8-209 0,12-1-328 15,8-3-120-15,7-6-88 16,9-10-180-16,0-12-48 0,4-3-472 0,-1-4-120 16,1-4-389-16,-4 3-91 0,-4 0-888 15,-17 5-3484-15,17-7-6045 0</inkml:trace>
  <inkml:trace contextRef="#ctx0" brushRef="#br0">19311 4664 8264 0,'0'0'9713'16,"0"0"-8309"-16,0 0-840 0,0 0 120 0,-95 85 448 0,55-40-43 15,-4 12-25-15,4 3-388 0,5 7-192 16,3 3 8-16,4 3 88 15,0 3-268-15,11-3-168 0,6-3-84 0,7-3-60 16,4-10-8-16,12-6 8 0,12-7 12 16,8-3-4-16,3-2 44 15,10-8-52-15,-2-5-48 0,1-7-180 0,-4-10-60 16,-4-5-40-16,-8-4-104 0,-4-6-196 16,-5-11-140-16,-6-8-44 0,-9-1-144 15,-4-5-429-15,0-1-427 0,-17 0-80 16,-2 1 1256-16,-9-1-1444 0,-8 0 1916 0,-4 0 164 15,4 1 380-15,-4 5 300 0,9 4 292 16,6 3 112-16,10 6-8 16,6 6 20-16,9 4-132 0,4 3-24 0,13 0-7 15,11 0-181-15,11 0-100 0,9 0-108 16,7-6-220-16,1-3-216 0,-4-3-100 16,-3-5-8-16,-6 1-360 0,-3 0-400 15,-12-3-268-15,-8 6 19 0,-5-2-391 16,-2 2-1256-16,-9-1-2768 0,-4 6-2621 15,0 5 3946-15</inkml:trace>
  <inkml:trace contextRef="#ctx0" brushRef="#br0">19455 5254 1772 0,'0'0'9389'15,"0"0"-6449"-15,-24 99-808 0,16-51-612 0,0 8-52 16,0 2-232-16,-4-5-200 0,5-1-343 16,2-5-425-16,5-9-268 0,0-7-40 0,8-4-176 15,12-12-417-15,0-2-243 0,8-7 108 16,4-6-336-16,-8 0-1520 0,19-19-3729 15</inkml:trace>
  <inkml:trace contextRef="#ctx0" brushRef="#br0">20224 4242 15661 0,'0'0'2436'0,"0"0"-1808"0,0 0-628 0,0 0 0 16,0 0 144-16,0 0-8 0,92-51-136 16,-69 38-128-16,1 1-376 15,4 2 108-15,-4 0 60 0,4 10 52 0,-4 3 48 16,-1 16 236-16,-2 14 0 0,-5 8 496 15,-8 12 196-15,-4 11 172 16,-8 6-204-16,-13-1-36 0,-7 8-160 0,-8-4-136 0,1 3-96 16,-5-3 24-16,0-3-75 15,1-3-73-15,3-7 40 0,8-9-28 16,3-10-36-16,14-6 16 0,-1-6-52 0,8-4-48 16,0-3 8-16,8 1-4 0,4-1 68 15,4 0 0-15,4 0 0 0,-1 3-72 16,5 0-44-16,-3 0 44 0,3 5-72 15,-5-1-72-15,1-1-52 0,0 3-72 16,-4 7-9-16,-5-2-27 0,2 5 36 0,-5 0 72 16,-8 4 12-16,0-3 72 15,0-1 112-15,-4 0 72 0,-4-3 16 16,-1 0 20-16,-2-3-36 0,-1 0 4 0,-4-4-16 16,4-2-56-16,-4-4-4 0,1-3-136 15,-2-2-156-15,2-8-108 0,-2-3-68 16,2-2-96-16,-2-3-196 0,-7-4-244 15,5-4-304-15,-5-9-380 0,-4-6-476 0,8 3-3477 16,-20-19-887-16</inkml:trace>
  <inkml:trace contextRef="#ctx0" brushRef="#br0">23316 4591 3404 0,'0'0'5540'16,"0"0"-1555"-16,0 0-2321 0,0 0-128 15,-12 86 16-15,16-29-84 16,4 12-88-16,12 17-380 0,-5 10-175 0,2 3-49 16,-2-8-340-16,-2-9-112 0,-2-15-152 15,1-13-112-15,4-12-12 0,0-14-44 0,4-9 56 16,8-7-60-16,0-5-40 0,4-7 40 16,7-13 0-16,6-9 0 15,2-13-144-15,1-6-52 0,-1-10-44 0,2-6-28 16,-6 0 4-16,-2-3-64 0,-6-1-12 15,-7-2 40-15,-8 3 56 0,-8 3 47 16,-4 12 97-16,0 7 100 0,-8 19 160 0,0 9 9 16,0 10-49-16,0 6-56 0,0 14 92 0,0 8 36 15,0 13 52-15,0 3 36 0,0 8 180 16,0-8-52-16,0-6-116 16,0-10-52-16,0-9-84 0,7-5-48 0,2-9 100 15,6-5 8-15,2 0 180 0,7-8-204 16,-1-11-192-16,5-6-132 15,0-14-156-15,0-3-148 0,0-5-104 0,4-4-148 16,-4-6 8-16,8-10-288 0,-5-3-701 16,1-12-815-16,0-11-1996 15,-8 21-1085-15</inkml:trace>
  <inkml:trace contextRef="#ctx0" brushRef="#br0">24590 3864 3372 0,'0'0'212'0,"0"0"6260"0,0 0-4459 0,0 0-429 16,9 111 160-16,-9-54 12 0,0 9-184 15,0 11-296-15,0 5-288 0,-4 10-368 0,-5 1-23 16,-2 1-29-16,-6 2-360 16,-2-4-208-16,3-3-52 0,-4-10 44 15,8-10-200-15,0-7 28 0,8-15 32 0,1-12 52 16,3-9 12-16,0-14-48 16,11-5-197-16,1-7 73 0,12-3 0 15,0-13 48-15,8-10 28 0,0-6 8 0,-1-6-84 16,-3 0 36-16,-3 2 12 0,-6 6 116 15,-3 10 92-15,-4 12 96 0,0 8 64 16,0 6 256-16,0 13 180 0,0 6-100 16,4 0-239-16,0 7-73 0,-1-4-28 15,2-2 0-15,3-6-80 16,3-6-28-16,1-3-44 0,0-6 8 0,1-2-12 16,3-3-104-16,-5-8-272 0,5-5-173 15,-4-6-83-15,-4-1-28 0,-1 1-184 0,-2 1-488 16,-6 1-232-16,-3 5-8 0,-3 2 340 15,-1 4 1080-15,-4 6 152 0,0 0 1068 16,0 0 204-16,0 0-244 0,4 6-208 16,-1-2-128-16,5-1-40 0,9-3 144 0,2 0-24 15,5 0-360-15,0-7-372 16,8-6-40-16,-4-2-184 0,-4-4-132 0,-1-1-76 16,1 2 12-16,-3-1 76 0,-6-1 80 15,-6 5 112-15,-5 2 112 0,-4 0 208 16,-4 4 84-16,-9 3 176 0,-6 6-40 15,-5 2-236-15,-4 15-104 0,-4 5 144 16,0 13 180-16,0 2 13 0,4 2 363 0,8-4-352 16,1 0-256-16,10-10-180 0,5-6-108 15,4-7-60-15,4-2-28 16,5-3 16-16,10-7-196 0,1-4 108 0,8-9-157 16,4-9-135-16,4-3-244 0,-1-6-728 15,1-2-1168-15,-4 1-1612 0,5 1-1053 16,-5-1 321-16,-13 10 4468 0,13-3 576 0</inkml:trace>
  <inkml:trace contextRef="#ctx0" brushRef="#br0">25630 4801 1828 0,'0'0'1460'16,"0"0"5512"-16,0 0-4107 16,0 0-1189-16,52 72-556 0,-36-42-16 0,-4 1-160 15,0 3-68-15,-4 1-44 0,-3 4-232 0,-2-4-136 16,-3-3-108-16,0-7-188 16,4 0-100-16,-4-9-68 0,4 0-12 15,0-6 8-15,0-4 4 0,0-3 0 0,4 0 8 16,0-3 4-16,0 0-4 15,8 0-8-15,-4 0 88 0,4-3-16 16,0 0-72-16,0-1 0 0,3-2 0 0,5 0-8 16,1-4-176-16,-1 1 16 0,-1-2 80 15,1 0 84-15,0-3-4 16,4-1-284-16,0-1-72 0,0-3 84 0,0 0 20 0,-1-3-44 16,1-3-176-16,0-1-272 15,0-7-724-15,-8 12-2580 0,0-14-3661 16</inkml:trace>
  <inkml:trace contextRef="#ctx0" brushRef="#br0">27185 4289 6340 0,'0'0'6737'0,"32"64"-4717"15,-8-10-200-15,-1 18-112 0,-3 21-208 16,-4 12-380-16,-8 15-367 16,-8 11-205-16,-8 8-88 0,-8 1 108 0,0 0-108 15,0-8-316-15,5-8-144 0,2-16-256 16,9-15-212-16,0-13-188 15,9-24 184-15,6-8 84 0,2-16-13 0,-2-10 37 16,1-13-88-16,0-9-500 0,0-19-832 16,-4-13-980-16,-4-12-2049 15,0 5-2739-15,-4-33 5308 0</inkml:trace>
  <inkml:trace contextRef="#ctx0" brushRef="#br0">27575 4196 6688 0,'0'0'2320'0,"0"0"1617"0,76-30-2117 16,-41 26-296 0,5 4-56-16,1 4-432 0,-2 8-176 0,-3 6-136 0,-4 9-188 15,-4 7-220-15,-4 7-120 0,-9 7-112 0,-6 2-84 16,-9 5-12-16,-5 3-72 0,-18-1-4 16,-9 3-116-16,-20 0-16 0,-8 1 0 15,-7-1-60-15,-6-3-28 0,-2-4 40 16,11-9-100-16,4-8-48 0,17-10-200 15,11-14-324-15,16-9-1000 0,12-9-2837 16,4-3-4707-16,24-29 8816 0</inkml:trace>
  <inkml:trace contextRef="#ctx0" brushRef="#br0">26308 5270 10684 0,'0'0'2181'16,"0"0"-273"-16,0 0-172 16,0 0-244-16,0 0-444 0,95-41-324 0,-67 13-248 15,4-5-256-15,-4-7-148 0,4-2-72 16,-4-2-96-16,-4-1-64 0,-9 4-96 15,-2-1 124-15,-5 5-76 0,-8 2 132 0,0 6 28 16,-8 4 40-16,0 9 4 0,-4 3 4 16,0 13 120-16,0 0-120 15,-4 16 0-15,-4 10 156 0,1 11 40 0,-2 9 124 16,1 6 56-16,1 6-96 0,-2-4-24 0,5 1 144 16,4-5-95-16,1-6-145 15,7-6-100-15,4-9 96 0,8-7-44 16,11-5-28-16,9-6-84 0,4-1-72 0,8-3-196 15,12-4-48-15,0-3-145 0,7 0-211 16,5-10-48-16,0 0-508 16,3-1-652-16,2-6-2576 0,-14 4-3461 0,21-9 4589 0</inkml:trace>
  <inkml:trace contextRef="#ctx0" brushRef="#br0">29093 4975 7916 0,'0'0'4297'0,"0"0"-2333"15,0 0-124-15,-12 92-276 0,4-50 64 16,-4 5-356-16,-4 0-356 0,4-2-323 16,-4-7-193-16,4-10-252 0,5-6-76 15,2-5-72-15,5-11-84 0,-4-4-100 0,4-2-192 16,0 0-221-16,4-2-167 0,1-10-128 15,6-7-500-15,-3 2-1324 0,5-21-3521 0</inkml:trace>
  <inkml:trace contextRef="#ctx0" brushRef="#br0">29053 4657 3100 0,'0'0'9873'15,"0"0"-7945"-15,0 0-720 0,0 0 204 0,0 0-236 16,0 0-392-16,95 3-488 0,-54 1-296 15,-2-4-552-15,5 0-544 0,0 0-520 16,0 0-2360-16,-13 0-4109 0,14 0 3929 0</inkml:trace>
  <inkml:trace contextRef="#ctx0" brushRef="#br0">29619 5026 12389 0,'0'0'3992'0,"0"0"-3108"15,0 0-52-15,-56 83 704 0,45-61-216 16,-2 0-347-16,5-7-513 0,8 5-372 15,0 2-80-15,4-3-4 0,8 3-4 0,0-3-52 16,4 0 40-16,0 1-72 0,0-5 12 16,-8 1 60-16,0-3-32 0,-4 0 40 15,-4 2 4-15,0 1-60 0,-8 0-76 16,-8 3-193-16,-8 0-339 0,0-3-100 16,-4 3-16-16,-3-7-544 0,-1 1-1268 15,-9-3-2000-15,9 0-1749 0,-19-1 1750 0</inkml:trace>
  <inkml:trace contextRef="#ctx0" brushRef="#br0">24941 7467 5612 0,'0'0'5985'0,"0"0"-3825"16,0 0-200-16,0 0-160 0,0 0-144 16,0 0-420-16,0 0-276 0,0 0-263 0,-80-57-225 15,69 71-148-15,-2 4-44 0,-6 7-52 16,3 14-80-16,0 2 44 16,4 6 24-16,0-3 232 0,4-4-100 0,4-10-236 15,1-4-112-15,3-7 0 0,0-9-52 16,7-1-68-16,5-6-36 0,4-3-36 15,4 0 24-15,4-9-88 0,4-10-92 16,3-6-52-16,1-4-48 0,0-7-60 16,-4 3 35-16,0-3-15 0,-4 4 72 0,-1 4 112 15,1 3 192-15,-7 8 112 16,-6 5 84-16,-3 9 184 0,-3 3 208 16,-1 7 181-16,4 1-1 0,-5 9-184 0,1 2-124 15,4 2-44-15,-3-1-64 0,-1-1-92 16,3 0-148-16,1-7-68 0,5 1-16 15,-2-7-180-15,1-2-280 0,4-4-316 16,0-7-221-16,0-9-631 16,0 0-3188-16,0-15-4977 0</inkml:trace>
  <inkml:trace contextRef="#ctx0" brushRef="#br0">25447 7232 14085 0,'0'0'3180'0,"0"0"-1768"15,-19 85-212-15,10-46 180 0,1 2-127 16,1-2-225-16,3-4-364 0,0-10-436 0,4-3-228 16,0-6-72-16,0 0 12 15,8-6-240-15,-1-4-244 0,6-3-172 0,2-3 28 16,2-3 19-16,6-10 157 0,1-4 24 16,0-1-248-16,0 3-160 15,-4-2 256-15,0 2 368 0,-5 8 248 0,-2 0 24 0,-2 7 420 16,-3 0 160-16,-3 7 80 0,-1 7 200 15,-4 0-156-15,0 5-204 0,0 4-196 16,0-1-35-16,0 0 7 0,0-6 28 16,0 0-72-16,0-9-232 0,0 0-36 0,0-7-16 15,4 0-20-15,3-5-120 0,6-4 120 16,2-4-112-16,6-2-32 16,-2-4-201-16,1-3-91 0,0-1 68 0,-4 1-12 15,4 4-48-15,-1 4-28 0,-6 4 160 16,-1 8 308-16,0 2 60 15,-8 0 356-15,4 9 72 0,-5 1-60 0,-3 1-148 16,4-1-124-16,-4 1 16 0,4-3 20 16,-4 3-132-16,5-5 0 0,-1 0-108 15,-4-4-52-15,4-2 4 0,-4 5-52 16,4-5-16-16,-4 0 16 0,3 0-72 0,1 0-64 16,0-5 36-16,0 3 0 0,5-4 132 15,-2 0-32-15,-3-5-228 0,4 3-608 16,5-3 24-16,-6 1 72 0,-3 2 236 15,4 1 164-15,-3 1-140 0,-1-1-520 0,-4 5 35 16,0-1 501-16,0 3 672 16,-4 0 64-16,-1 0-64 0,-3 0-116 0,0 3-688 15,-4 2-872-15,4-1-796 0,0-1-660 16,1 0 3040-16,-2 1 92 0</inkml:trace>
  <inkml:trace contextRef="#ctx0" brushRef="#br0">25985 7261 3392 0,'0'0'1420'16,"0"0"5673"-16,0 0-5417 15,0 0-524-15,0 0 376 0,-44 73 260 16,29-25-224-16,2 8-196 0,1 2-271 0,1-4-153 0,7-7-184 16,4-8-312-16,0-11-196 15,8-6-96-15,7-9-88 16,9-4-68-16,4-6-72 0,0-3-48 0,8-3-120 15,0-9 0-15,-1-4-112 0,-3-7 48 0,0 2-20 16,-4-5 8-16,0 7 40 16,0 0 32-16,-4 7-24 0,-4 2 123 0,-4 7 133 15,-5 3 12-15,2 16 257 0,-9 3 43 0,4 12-20 16,-5 10-160-16,-3 8-36 16,0 4-80-16,0 10 0 0,-3 4 48 15,-9 3-40-15,-1 6 60 0,-6 7-12 16,-1-1 36-16,1 4-24 0,-9 0 12 15,0-6-36-15,-4-4 0 0,0-7 4 16,0-6-48-16,0-5 4 0,4-10-4 0,-4-10 4 16,8-10 52-16,0-8-60 0,0-14-76 15,5-6-156-15,2-10 88 16,-2-9 136-16,3-13-224 0,-1-9 136 0,2-13 28 16,7-7 68-16,-4-5 60 0,4-7-60 15,0-6-84-15,0 0-136 0,4-1-228 16,-4 4-25-16,8 6-75 0,0 6-160 15,8 7-248-15,0 10-644 0,8 3-756 16,0 5-1912-16,-4 11-2077 0,4-1 2129 0</inkml:trace>
  <inkml:trace contextRef="#ctx0" brushRef="#br0">27666 7429 1840 0,'0'0'10581'0,"4"95"-8645"0,-4-37-584 0,5 12-396 16,-1 14 284-16,0 6-92 16,-4 2-228-16,0-3-336 15,-4-6-276-15,-5-4-152 0,5-12-100 0,0-6-56 16,1-15-192-16,-5-7-272 0,4-11-160 0,0-9-64 0,-1-5-148 16,1-12-368-16,4-2-1208 0,0-16-2941 15,0 4-2559-15,0-23 7688 16</inkml:trace>
  <inkml:trace contextRef="#ctx0" brushRef="#br0">27758 7382 8716 0,'0'0'5221'16,"0"0"-4461"-1,0 0-156-15,0 0 212 0,0 0 188 0,88-4-296 0,-76 4-412 16,0 4-228-16,-1 2-68 0,-2 3-12 0,-5 4 12 15,0 1-8-15,-4 4-376 0,-4 1-60 16,-12 2 108-16,0 5 24 0,-8-3 48 0,-4 2 24 16,4-3-188-16,0-3-300 15,-3 1-524-15,6-5-436 0,5-2-721 16,4-6-2167-16,5-2 160 0,7-5 4404 0</inkml:trace>
  <inkml:trace contextRef="#ctx0" brushRef="#br0">28173 7496 756 0,'0'0'11949'0,"0"0"-10069"0,0 0-856 0,0 0-156 16,88 7-296-16,-60-7-420 16,-5 0-152-16,5-4-376 0,4-3-728 0,-1 1-780 15,1-6-3033-15,-8 5-3443 0,16-8 7880 16</inkml:trace>
  <inkml:trace contextRef="#ctx0" brushRef="#br0">29077 7136 10957 0,'0'0'1836'16,"0"0"-1160"-16,0 0-104 0,0 0 364 15,0 0 220-15,0 0-428 0,0 0-340 0,0 0-176 16,-88 81-112-16,56-46 148 0,-3-1 244 0,3-3 396 16,0 5-300-16,8-11-148 15,8-3-112-15,4-5-32 0,12-5-28 16,0 4-136-16,4-4-72 0,8 5-60 16,4-2 88-16,4 7-4 0,4 1 12 0,0 3 0 15,-1-1 28-15,-2 3-3 16,-1-3 15-16,-9 1-124 0,1-1-8 0,-3 1 44 15,-6-5-44-15,-3 3 4 0,-3 1 40 16,-10-6-48-16,-6 1-196 16,-1-6-9-16,-5 0 21 0,-3-9 52 0,9-5-184 0,-5 0-148 15,8-5-48-15,0-9-188 16,4 0-556-16,8-6-1148 0,-4-6-3673 16,8 4-2627-16,0-12 7700 0</inkml:trace>
  <inkml:trace contextRef="#ctx0" brushRef="#br0">29245 7607 3768 0,'0'0'9069'15,"0"0"-6157"-15,0 0-1732 0,-28 86-708 0,11-48 76 16,2 3 572-16,-1-6-176 0,0 1-124 16,7-11-396-16,6-7-240 0,3-5-16 15,0-6-168-15,12-7-12 0,7 0-232 16,6-13 40-16,2-6-40 0,5-6-112 15,0 0-96-15,-4-5 88 0,0 5 80 16,-9-1 40-16,2 8 120 0,-10 4 120 16,2 2 4-16,-5 12 8 0,-5 0 40 15,-3 9 324-15,4 14 224 0,1 6-216 0,-1 8-196 16,0 11-40-16,0 3 16 0,-4 6-64 16,0 0-32-16,0 1-52 0,0 2 36 15,-8 0-40-15,-5-3 76 0,-2-3-24 16,-1-6-52-16,-4-7-8 0,4-9 52 15,-4-7-4-15,0-6-48 0,0-7-76 0,0-5-152 16,4-7-116-16,-4-7-92 0,8-7-56 16,-4-12-132-16,8-9-4 0,1-10-272 15,7-12-480-15,0-6-1188 0,7-13-2517 16,6 12-1371-16,14-47 6104 0</inkml:trace>
  <inkml:trace contextRef="#ctx0" brushRef="#br0">30057 6906 5124 0,'0'0'8293'0,"0"82"-6505"15,0-32-604-15,-8 18 220 16,-4 8 16-16,-4 9 0 0,-4-2-264 0,5-1-343 16,-5-6-365-16,-1-9-320 0,6-10-128 0,-2-9-192 15,6-6-356-15,-1-11-301 0,0-2-283 16,4-7-104-16,0-2-1176 15,3-12-2812-15,5 3-4433 0,0-11 9445 0</inkml:trace>
  <inkml:trace contextRef="#ctx0" brushRef="#br0">29977 7878 4364 0,'0'0'11401'16,"0"0"-9685"-16,0 0-1084 16,16 69 84-16,-8-53 412 0,5-7-236 15,2-3-248-15,5-6-304 0,5-3-340 0,2-9-52 16,4-10-264-16,1-4-208 0,5-3-48 15,-9 0-40-15,-1 1 36 16,-3 0-4-16,-8 2 24 0,0-2 184 0,-7-1 124 16,-9 4 248-16,0 0 288 0,-5 2 256 15,-11 4-4-15,4 10-244 16,-8 5 392-16,0 8-296 0,-4 8 24 0,-4 11-64 16,1 5-60-16,3 0-132 0,0-2-40 15,4-4-120-15,4-3-4 0,8-6-312 0,5-7-196 16,3-3-112-16,0-3-108 0,11-3 252 15,9-6 160-15,4-7-152 0,4-6-320 16,3 0-748-16,1-4-828 0,-4 1-545 16,4 3-119-16,-4-1 236 0,0 4-20 15,0 6 2816-15,-8 7 404 0,0 6 2400 0,-4 10 2300 16,-8 6-2199-16,-4 5-533 0,-1 2-516 16,1 2-592-16,-4 0-220 0,5-5-16 15,-1-1-324-15,4-3-228 0,-4-7-135 16,7-2-77-16,2-4-80 0,2-3-140 15,5 0-44-15,4-7-72 0,1-5-112 16,-2-1-92-16,5 1-17 0,-4-4 49 16,-4 2 84-16,-1 6 100 0,2 1 0 15,-10 4 48-15,2 3 12 0,-13 6 292 16,0 13 233-16,-4 6-29 0,-9 7-172 0,-2 0-152 16,2-1 8-16,6-1 484 0,7-9-168 15,0-4-292-15,0-5-108 16,11-5-12-16,6-4-76 0,3-3-8 0,7-10-60 0,6-9-84 15,-1-2 0-15,3-5 36 0,1-2-36 16,-4-5-244-16,-4-2-288 16,-4 1-124-16,-5-2-281 0,2 2-875 0,-14 6-2272 15,1-8-3901-15</inkml:trace>
  <inkml:trace contextRef="#ctx0" brushRef="#br0">27683 9340 2796 0,'0'0'10637'0,"0"0"-8577"0,0 0-592 16,0 0-536-16,0 0 140 0,0 0-64 0,0 0-372 15,0 0-416-15,0 0-144 0,-77 86-76 16,49-57 0-16,1 3 4 15,3-4-4-15,4-3 0 0,5-5 0 0,6-5-8 16,5-2-4-16,4 0 12 0,0-4 12 16,13 5-12-16,2-6-48 0,9 6 48 0,4-3 12 15,0 0-4-15,0 2 4 0,0 2-12 16,-5-2 0-16,-3 0 0 16,-3-1-4-16,-9 4-8 0,-1 0 12 0,-7 0 4 15,0 3-4-15,-4 0 48 0,-7 0 12 16,-6-1-12-16,1 1-4 15,1-2-44-15,-6-4-120 0,2-4-16 0,7-2-216 0,-4-7-172 16,7 0 84-16,6-10-200 16,3-6-224-16,0-4-292 0,3-7-552 15,14-2-756-15,-1-6-445 0,7-3-1847 0,5 3 508 16,-7 6 3504-16</inkml:trace>
  <inkml:trace contextRef="#ctx0" brushRef="#br0">27973 9483 1160 0,'0'0'9392'0,"0"0"-6783"15,0 0-633-15,0 0-328 0,36 70 112 16,-31-35-324-16,-2 6-204 0,-3 6-355 16,0-1-225-16,0-2-12 0,4-6-144 0,4-6-252 15,0-11-136-15,0-4-108 16,4-8-40-16,4-2-140 0,0-7-40 16,4-3 4-16,3-10-124 0,5-10-60 15,0-4-132-15,4-3-49 0,-4-1 21 16,-4-1 36-16,0 0 144 0,-4 4 100 0,-4-4 72 15,-4 0 116-15,0 7 92 0,-8 0 52 0,4 8 68 16,-8 11 140-16,0 6 276 0,0 3-24 16,0 13-16-16,-4 6-19 0,-4 13-77 15,-1 6-76-15,2 7 4 0,-5 0 60 16,0-1-64-16,0-9-104 0,8-8-220 16,0-11-52-16,4-7-168 0,0-12-228 15,8 0-240-15,8-17 84 0,4-2-41 16,0-12-39-16,8-7-536 0,0-6-1436 15,-5-1-1848-15,5-3-561 0,-12 14-863 16</inkml:trace>
  <inkml:trace contextRef="#ctx0" brushRef="#br0">28650 9138 2888 0,'0'0'1132'0,"0"0"-908"16,0 0 5836-16,0 0-3671 0,0 0-493 16,0 0 44-16,0 0-212 0,21 98-132 15,-21-44-264-15,0 9-347 16,-4 4-257-16,-4 0-184 0,-1-4-208 0,2-6-300 15,-1-7-36-15,4-1-180 0,-5-11-148 0,9-7-32 16,0-5 176-16,0-10 100 0,5-4-84 16,7-9-136-16,-1 1-48 0,10-4 23 15,3 0 37-15,-5-4 60 0,5 4 12 0,0 0-24 16,0 11-12-16,-8 1 100 16,0 4 156-16,-4 6 0 0,-1 0 208 15,-6 0 24-15,-1 0 60 0,-4-2-24 0,0-5-52 16,0 2-112-16,0-8-104 0,0-3-48 15,-4-3-100-15,-4-3-120 16,0 0-36-16,-4-3-100 0,-4 1 52 0,-3-5-64 16,-6-3-188-16,1 4-208 0,-4-3 28 15,0-1 88-15,4-3-2092 16,-3-3 460-16,3-3-281 0,8 3-5555 0,0-19 7956 0</inkml:trace>
  <inkml:trace contextRef="#ctx0" brushRef="#br0">29316 9775 4104 0,'0'0'9533'0,"0"0"-5725"16,0 0-2684-16,0 0-348 0,-76 4 288 15,53 5-356-15,-1 7-224 0,-4 4-191 16,0 2-85-16,4 3-40 0,4 3 28 15,8-2-4-15,0-4-192 0,8-6-12 16,4-4-220-16,4-2-104 0,4-3-17 16,0-7 145-16,8 0 76 0,-1 0 20 15,2-4-8-15,3-5-16 0,-1-4-96 16,2 0-24-16,-1 0 52 0,-1 4 8 16,5 3-76-16,-3 6 40 0,2 3 84 15,-3 9 124-15,-4 11 24 0,4 8 148 0,-4 4 36 16,0 4-72-16,0 5-52 0,-4 3 24 15,0 1-80-15,-4 3-4 0,-8 0-48 16,4-1-48-16,-4-2 80 0,0 0 16 16,-4-7 48-16,-4-3 0 0,-1-3-40 0,-2-3-4 15,-6-1 88-15,2-5-84 0,-9-1-8 16,4-5-144-16,-7-5-4 16,2-5 76-16,-3-4 8 0,4-3-80 0,0-3 8 15,5-12-196-15,3-4-284 0,0-10-372 16,4-8-328-16,8-11-904 0,4-12-464 15,0-7-2141-15,4 13-939 0,16-34 5125 16</inkml:trace>
  <inkml:trace contextRef="#ctx0" brushRef="#br0">29885 9826 5168 0,'0'0'10213'16,"0"0"-8505"-16,17 86-1276 15,-13-41-36-15,-4 9 308 0,-4 9 464 0,-8 7-128 0,-4 6-19 16,-1 4-489-16,-2 5-180 16,3-2-48-16,-7-1-124 0,-2-6-72 15,5-2-108-15,-4-8-96 0,1-6-60 0,3-5-112 16,-1-5-132-16,6-9 88 0,2-6-29 0,2-5 1 16,3-12 12-16,4-5-136 15,4-10-48-15,0-3-52 0,0-6-296 16,4-11-700-16,8-1-248 0,4-11-52 0,0-6-264 15,4-6-1881-15,-1-8-1355 16,-2 16 5232-16,3-34-420 0</inkml:trace>
  <inkml:trace contextRef="#ctx0" brushRef="#br0">29874 9934 4332 0,'0'0'3088'0,"0"0"1825"0,0 0-3129 16,0 0-584-16,0 0 20 0,0 0-100 0,0 0-340 15,0 0 68-15,95 38-308 0,-71-22-256 16,-3 0-116-16,-6 0-168 0,-3 0-36 16,-4-1-196-16,0 2-136 0,-8-4-60 15,0 5 196-15,-16-2 72 0,-4 3-76 16,-4 0 100-16,-7 4 136 0,-5 0 0 16,-4-4 284-16,7-5-36 0,2 0-64 15,7-5-52-15,4-6-132 0,9-3-256 0,7 0-248 16,4-7-128-16,0-1-184 0,11-6-176 15,5 3-368-15,4-6-712 16,0 4-745-16,8 4-1819 0,-12 2-208 0,16 1 4740 16</inkml:trace>
  <inkml:trace contextRef="#ctx0" brushRef="#br0">30731 10306 7584 0,'0'0'7873'0,"0"0"-4953"0,0 0-1092 15,0 0 121-15,0 0-209 0,19 66-448 16,-34-59-752-16,-2-7-540 0,-6 0-480 16,-9-13-460-16,-8 0-292 0,12 1-1053 15,-20-11-4855-15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cm"/>
          <inkml:channel name="T" type="integer" max="2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cm"/>
          <inkml:channelProperty channel="T" name="resolution" value="1" units="1/dev"/>
        </inkml:channelProperties>
      </inkml:inkSource>
      <inkml:timestamp xml:id="ts0" timeString="2023-07-06T02:27:3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4509 4229 2492 0,'0'0'780'16,"0"0"-780"-16,0 0 0 0,0 0 5144 0,0 0-3912 15,32-80-56-15,-23 59-119 0,-5 2-61 16,3-4 216-16,-3-3-252 16,0 4 224-16,1 0-284 0,-1 7-32 0,-4 2-52 15,0 7-20-15,0-1-100 0,0 3-168 16,0 4-32-16,0 0-116 0,0 0-211 0,0 0-121 16,0 11-44-16,0 10-4 0,4 8 184 15,0 16 104-15,-1 12-68 16,1 5 36-16,-4 12-212 0,-7-2-44 0,-5 2-100 15,-1-6 28-15,2-12-24 0,-2-5 0 16,9-13 12-16,-3-7-268 16,7-5-269-16,0-7-195 0,0-3 72 0,4-3-200 15,7-7-752-15,2-6-1128 0,-2 0-1601 16,10-26-1591-16</inkml:trace>
  <inkml:trace contextRef="#ctx0" brushRef="#br0">4614 4042 3268 0,'0'0'4756'0,"0"0"-879"0,0 0-2241 15,0 0-456-15,0 0-196 0,0 0 8 16,0 0-72-16,110-26-264 0,-73 33-236 16,-1-1-76-16,3 10-148 0,-3-1 0 15,0 4-96-15,-8 7 44 0,-4 3-72 0,-8-1-72 16,0 6-4-16,-12 5-4 0,-1 3-80 15,-3 2 40-15,-11 3-124 0,-6-2 112 16,-2-1 60-16,-5-3 0 0,0-3 60 16,-4-2 0-16,0-5 52 0,5-5-100 15,-9-4 76-15,8-6 8 0,-4 1-96 16,4-5 0-16,0-3-380 0,4-3-124 0,-4 0-136 16,4-2-216-16,1-4-40 15,-2 0-212-15,1-4-624 0,5-2-700 0,2 0-1949 16,5-3-623-16</inkml:trace>
  <inkml:trace contextRef="#ctx0" brushRef="#br0">5100 4626 4072 0,'0'0'6997'0,"0"0"-6009"0,0 0-716 16,0 0 176-16,4 66 356 16,-4-47-20-16,4 1-340 0,-4-2-240 0,0 1-144 15,0-3-52-15,0 1 44 16,0-5-52-16,0 1 48 0,0-7-48 0,0 0-4 16,0-2 4-16,0-1 0 0,3-3 8 15,1 0 80-15,0-3 112 16,9-7 0-16,-2-6-128 0,6 1-72 0,2-11-76 15,1 0-24-15,4-2 88 0,-1 3-100 0,2-1 64 16,-5 7 48-16,-5 3 0 0,2 4 216 16,-10 5 48-16,1 4-40 15,-4 3 56-15,5 0 68 0,-2 3 28 16,-3 4-16-16,4 2-64 16,1 1-96-16,-2 5-64 15,-3 1-28-15,0 0-56 0,0 6-40 16,-4 1-12-16,0 2-276 0,0 0-332 0,0 1-412 0,0 2-368 15,4-2-424-15,1-4-873 0,-1-3-35 0,3 0-3204 16</inkml:trace>
  <inkml:trace contextRef="#ctx0" brushRef="#br0">7896 10300 560 0,'0'0'7948'0,"0"0"-2231"15,0 0-4317-15,0 0-220 16,0 0 136-16,0 0-184 0,0 0 164 15,0 0-152-15,-40 66-583 0,29-40-281 0,-6 2-100 0,6 3-48 16,-2 1-52-16,2-3-80 16,3-4-88-16,0 1-32 0,3-7-48 0,5-7-124 15,0 1-253-15,0-7-283 0,9-1-40 16,7-5-332-16,4-5-644 0,-5-1-1180 16,26-19-2669-16</inkml:trace>
  <inkml:trace contextRef="#ctx0" brushRef="#br0">9295 9740 17253 0,'0'0'2528'15,"0"0"-1696"-15,0 0-712 0,0 0 28 16,0 0 252-16,84-47 136 0,-44 30-87 15,3 5-121-15,13 3-124 0,4 0-104 16,7 2-92-16,-3 4-8 0,0-1-100 16,-8 4 16-16,-4 0-12 0,-9 0-12 15,-11 4-76-15,-4 3 76 0,-8 1-60 0,-12 5 56 16,-4-1 3-16,-4 8 109 16,-4 2 121-16,-16 7-65 0,-7 6-56 0,-5 9-84 15,-13 6 0-15,-2 5 11 0,-5 2-27 16,-4 4 100-16,0-1 4 0,5 3 48 15,-1 1 20-15,4-4 25 0,12-3 35 16,4-9 64-16,17-6 144 0,6-14-64 0,9-3-276 16,4-9-60-16,20-3 60 15,4-7 56-15,12-3 44 0,12-3 8 0,4 0-32 16,7-9-76-16,5-1 0 0,4-2 0 16,-8 2 12-16,-4-2-24 15,-5-1 12-15,-7 0-156 0,-5 1 8 0,-2-2-288 16,-5 3-245-16,-5-3-83 0,-3-2-212 15,0 0-648-15,-4 1-840 0,-8 2-1868 16,-1-6-2189-16</inkml:trace>
  <inkml:trace contextRef="#ctx0" brushRef="#br0">10446 9881 11189 0,'0'0'2076'0,"0"0"-1184"0,0 0-540 0,0 0 508 16,0 0 408-16,-75 47-124 0,47-25-388 16,-4 3-424-16,0 7-184 0,-8 7-76 15,-4-2 28-15,1 8-52 0,-5 3-40 16,4 2-8-16,-4-2-172 0,1 0-344 16,2-4-52-16,6-6-128 0,7-6-176 0,4-6-576 15,8-7-928-15,12-7-2657 16,4-9-2371-16</inkml:trace>
  <inkml:trace contextRef="#ctx0" brushRef="#br0">10530 10476 14085 0,'0'0'1816'0,"-4"68"-1300"16,4-24-340-16,0 11 608 0,-4 14 624 16,1 8-132-16,-6 2-420 0,-3 3-408 15,1-2-204-15,-2-4-120 0,-2-4-124 0,6-7-24 16,-3-8-148-16,5-10-180 16,7-12 48-16,0-13-208 0,0-6 180 15,0-10-156-15,11-6-152 0,6-3-112 0,-2-12-140 16,5-11-748-16,5-6-1188 0,-14 7-1929 15,13-26-911-15</inkml:trace>
  <inkml:trace contextRef="#ctx0" brushRef="#br0">10586 10503 10756 0,'0'0'1797'16,"0"0"-329"-16,0 0-760 0,0 0 88 15,0 0 396-15,0 0-184 0,0 0-404 0,88 19-320 0,-65-7-124 16,-3 1-60-16,1-1 24 15,-6 5-28-15,-7-1 40 0,-3 3 36 16,-5 2-36-16,-5 2 24 0,-7 3-64 0,-12-1-96 16,-4 3-120-16,-4-3-112 15,-4 1-112-15,5-10-96 0,3-3-80 16,4-9-112-16,8-4-128 0,5-11-292 0,2-7-692 16,9-7-904-16,0 2-2325 15,9-25-887-15</inkml:trace>
  <inkml:trace contextRef="#ctx0" brushRef="#br0">11371 9883 13121 0,'0'0'1676'16,"0"0"-240"-16,55 96-188 0,-38-49-136 15,-6 8 104-15,-3-2-188 0,0-2-152 0,1-4-379 16,-2-3-281-16,5-8-172 15,4-4-44-15,5-7-88 0,2-6-116 0,9-8-297 16,-1-9-19-16,10-2-200 0,2-7-220 16,-3-8-476-16,4-7-1348 0,-12-1-2621 0,8-15-2763 15</inkml:trace>
  <inkml:trace contextRef="#ctx0" brushRef="#br0">11909 9940 15017 0,'0'0'1748'0,"-69"84"-1164"0,34-40-572 0,-13 13 384 16,-8 10 680-16,-7 3 576 0,3-4-436 16,0 0-643-16,4-9-437 0,9-2-136 15,3-11-216-15,4-6-405 0,4-2-207 16,8-9-148-16,8-4-304 0,1-7-1008 16,10-10-2080-16,9-6-2529 0</inkml:trace>
  <inkml:trace contextRef="#ctx0" brushRef="#br0">12682 9857 12293 0,'0'0'1356'16,"0"0"-1156"-16,99-8-188 15,-55 2 368-15,0 2 452 0,-4 1 136 16,4-1-424-16,-5 4-256 0,1 0-76 0,-4 0-28 15,-4 4-8-15,-4 6-116 0,-8 1 52 16,-9 6 124-16,-7 2-12 0,-4 3-40 16,-7 7 100-16,-13 2-88 0,-8 7-24 0,-12 4-60 15,-8 2 32-15,-4 4-140 16,0 4 52-16,5-2 80 0,3-3 524 16,8 1 476-16,8-7-407 0,12-6-169 0,0-4-76 15,12-6-52-15,4-5-104 16,0-1-112-16,17-6-32 0,2-4-40 15,5-5-144-15,12-4-120 0,8 0-220 0,3-16-120 16,5-3-108-16,4-6-72 0,-4-5-129 16,4-1-227-16,-8-4-660 0,-5 0-1108 15,-11 7-2196-15,0-18-2981 0</inkml:trace>
  <inkml:trace contextRef="#ctx0" brushRef="#br0">13264 9940 11129 0,'0'0'1476'0,"0"0"-708"0,-49 71-208 16,21-36 904-16,-3 2 440 0,-9 11-232 15,-4 0-644-15,-4 5-600 0,-4 2-232 0,-8-1-188 16,1 4-8-16,-1-6-232 0,5 0-440 16,6-11-312-16,10-7-188 0,15-8-228 15,12-10-440-15,7-7-428 0,5-6-2529 16,0-3-1679-16</inkml:trace>
  <inkml:trace contextRef="#ctx0" brushRef="#br0">13080 10534 7964 0,'0'0'1980'16,"0"0"-43"-16,-20 67-189 0,8-25 176 15,-8 5-60-15,0 7-172 0,-3 3-356 16,-1 0-360-16,-1 3-343 0,1 0-185 0,0 1-136 16,1-4-116-16,-1 0-112 0,-4-3-84 15,4-3-8-15,1-3-236 0,2-4-128 0,5-5-116 16,4-5-9-16,1-6 21 16,6-5 124-16,1-7 36 0,4-10 32 0,4-6-108 15,9 0-172-15,-2-9-12 0,9-7-16 16,-4-9-180-16,8-7-328 15,0-10-816-15,0-5-576 0,-8 9-2085 0,16-35-531 16</inkml:trace>
  <inkml:trace contextRef="#ctx0" brushRef="#br0">13096 10569 6108 0,'0'0'7325'16,"0"0"-5641"-16,0 0-564 0,0 0-408 15,0 0-152-15,0 0 256 0,0 0 220 0,0 0-364 16,91-41-292-16,-67 41-52 15,4 3 52-15,0 7 228 0,0 2-183 0,0 4-137 16,-8 0-92-16,-4 0-40 0,0 3-156 16,-8-3-4-16,-4 3-176 0,-4-3-64 15,0 3-96-15,-12-3 99 0,-8 3-15 0,-4 0-196 16,-8 3-32-16,-7-3-80 16,-10 0 0-16,1 1-184 0,-7-5-564 0,-1-3-1032 15,12-5-2053-15,-24 3-4183 0</inkml:trace>
  <inkml:trace contextRef="#ctx0" brushRef="#br0">10263 13481 184 0,'0'0'11821'0,"0"0"-9349"15,-28 72-760-15,20-30-584 0,-3 9 280 0,-2 9-204 16,1 6-32-16,-4 11-347 16,-3 6-253-16,-5-1-112 0,-1 4-196 0,-2 0-68 15,3-4-76-15,0-3-108 0,-4 1 36 16,4-7-48-16,0-3-36 0,5-10 28 15,-2-3-100-15,10-12-124 0,-6-7-80 16,10-6 68-16,3-13-72 0,4-10-60 16,0-6-13-16,0-3-171 0,4-12-196 15,3-11-184-15,5-11-416 0,4-8-804 16,1-15-780-16,-2 16-1769 0,2-42-1763 0</inkml:trace>
  <inkml:trace contextRef="#ctx0" brushRef="#br0">10191 13506 3004 0,'0'0'416'15,"0"0"5256"-15,0 0-4432 0,0 0 193 16,0 0-181-16,84 41 200 0,-56-9-116 0,4 10 28 16,0 11-308-16,-4 14 52 0,4 3-44 15,-5 9-260-15,-3 1-320 0,0-1-115 16,-7-3-237-16,-6-3-48 0,1-3-84 15,-4-10 60-15,0-2-60 0,0-11-60 16,0-6-24-16,0-3 12 0,0-9-64 16,-4-4 28-16,3-8-49 0,-3-5-15 15,0-2 16-15,1-4-136 0,-5-6-112 0,4 0-120 16,-4 0-100-16,0-6-112 0,0-4-292 16,-13-2-592-16,2-7-1160 0,-1-1-1469 15,-20-12-1639-15</inkml:trace>
  <inkml:trace contextRef="#ctx0" brushRef="#br0">10207 14328 9864 0,'0'0'1177'0,"0"0"-677"0,0 0 52 16,0 0 712-16,0 0-32 16,0 0-336-16,96-25-64 0,-60 19-168 0,7 3-244 15,2-1-220-15,2-2-200 0,-2-1-52 0,-2-5-292 16,0-4-432-16,-2 0-532 0,-5 1-1040 15,-8 2-3077-15,0-6-1139 0</inkml:trace>
  <inkml:trace contextRef="#ctx0" brushRef="#br0">11000 14433 9640 0,'0'0'1729'16,"0"0"255"-16,0 0-208 15,0 0-316-15,0 0-156 0,0 0-168 0,0 0-156 16,0 0-320-16,56-12-184 0,-52 21 108 16,0 10-27-16,-4 3-37 0,0 10-288 15,0 6-100-15,-4 0-128 0,0 4 4 0,-8-1-8 16,4-10 0-16,0-2-72 0,4-7 60 16,0-12-48-16,4-4-12 0,0-6-52 15,0 0 16-15,4-6-132 0,8-7 128 16,0-6 40-16,4-6-72 0,4-4-76 15,0-6 63-15,-1-3-75 0,2 3 0 16,-2 7 148-16,-3 3 72 0,1 8 8 16,-2 8 4-16,-3 2 0 0,0 7 96 15,0 0 28-15,4 7 56 0,-4 5-44 0,4 2 9 16,-4 1-25-16,0 4 28 0,4 4-76 16,-4-4-60-16,0 6 0 15,-4-3 36-15,3 3-48 0,-7 4-12 0,1-4-60 16,3 1-72-16,-1-3-149 15,1-4-315-15,9-7-272 0,3-5-1032 16,7-5-1184-16,5-4-2213 0,-4-5-2527 0,16-16 6792 16</inkml:trace>
  <inkml:trace contextRef="#ctx0" brushRef="#br0">12745 14059 8248 0,'0'0'5021'0,"0"0"-4081"0,0 0 376 16,0 0-212-16,0 0 164 16,28 76 52-16,-16-45-440 0,1 5 60 0,-6-2-344 15,-3 1-243-15,-4-3-193 0,0-7-124 16,0-2-36-16,0-8-120 0,0-2-137 15,0-6-315-15,0-4-72 0,0-3-68 16,-4-10-452-16,-3-3-1560 0,-6-6-2869 0,5 4-1591 16,-12-20 4484-16</inkml:trace>
  <inkml:trace contextRef="#ctx0" brushRef="#br0">12641 13602 6928 0,'0'0'6949'0,"0"0"-5509"0,0 0-368 0,0 0-212 16,101 28-68-16,-73-18-320 0,-5-4-472 16,5-3-164-16,0 0-640 0,4-3-528 0,3 3-1732 15,-11-3-4961-15,12 7 3841 0</inkml:trace>
  <inkml:trace contextRef="#ctx0" brushRef="#br0">13399 13894 8776 0,'0'0'6489'0,"0"0"-5357"0,0 0-496 0,-64 76-52 16,44-51 896-16,-3 1-132 0,2-1-372 0,1 0-539 16,8-6-253-16,5 0-76 15,7-3-12-15,4-2-84 0,7-2-12 16,9 1-4-16,0-5-56 0,8 6-60 0,4-5-4 16,-4 1 76-16,0-1 36 0,-8 4 0 15,-1 0-37-15,-3-1 49 16,-8 1 0-16,-4-4 8 0,1 4 65 0,-5 0 123 15,-5-1-12-15,-7 4-184 0,1-5-316 16,-2 1-133-16,-6-3-27 0,-1 1-60 16,0-1-100-16,-5 1-36 0,2-4-240 15,3-3-812-15,0 1-2192 0,-7-1-3137 16</inkml:trace>
  <inkml:trace contextRef="#ctx0" brushRef="#br0">15160 14023 1316 0,'0'0'11293'0,"0"0"-8713"0,0 0-1096 0,0 0-352 16,0 0-120-16,0 0 28 0,-76 23-368 16,41-1-244-16,-6 7-232 15,-6 6-160-15,-1 5-36 0,0 2-48 0,8-4-40 16,4-3 16-16,12-6-36 0,8-6 8 15,9-11 96-15,7-3-56 0,0-3 60 16,15 5 124-16,5-5-52 0,12 0 36 0,4 0 16 16,7-3-28-16,2 1-24 0,-2-4 16 15,5 3-40-15,-8 3 24 0,-8 1-64 16,-4 2 76-16,-8 0 136 16,-4 4 689-16,-4 0-425 0,-4 2-192 0,-4-2 44 15,0 6-204-15,-4-6-20 0,0 4-40 0,-12-3-60 16,3-3-12-16,2 2-68 15,-5-7-224-15,-1 0-228 0,6 0-144 0,-1-6-88 16,4 0-137-16,0-9-443 0,4-7-1284 16,4-7-276-16,4-8-1993 15,8-4 33-15,0-3 488 0,0 6 4317 0,7-9 47 0</inkml:trace>
  <inkml:trace contextRef="#ctx0" brushRef="#br0">15315 14236 2540 0,'0'0'820'0,"0"0"1864"15,0 0 3057-15,0 0-3241 0,95 0-468 0,-74 13-612 16,-5 0-184-16,0 2-244 15,-9 2-112-15,2 1 44 0,-5 2-331 0,0 1-181 0,-4-2-132 16,0-2-184-16,-4-4-96 16,0-1-156-16,-5-5-416 0,2-1-421 15,-1-6-167-15,0 0-568 0,-1 0-3116 0,2-6-4765 16</inkml:trace>
  <inkml:trace contextRef="#ctx0" brushRef="#br0">15518 13887 7160 0,'0'0'7697'0,"0"0"-6753"16,0 0-428-16,0 0 108 0,0 0 124 15,92-29-304-15,-73 26-444 0,2 0-904 16,-1 0-488-16,4 3-960 0,-8 6-2089 16,0 4-2359-16,-8 15 4596 0</inkml:trace>
  <inkml:trace contextRef="#ctx0" brushRef="#br0">15657 14287 4304 0,'0'0'10889'0,"0"0"-9305"16,0 0-976-16,-19 77-172 0,19-64 144 16,4-4 440-16,4-6-432 0,-1-1-268 0,6-2-52 15,2 0-88-15,6-2-56 16,-1-15-124-16,8 3-280 0,-5-9-100 0,5 0-24 16,-4 1 196-16,0 3 0 0,-4 7 84 15,-4 2 28-15,-8 10 96 16,-1 0 148-16,-2 6 340 0,-1 7 160 0,-4 6-160 15,0 1 96-15,0-2 85 0,0 1-257 16,0-3-184-16,0-4-108 0,0-5-120 0,8 0-48 16,3-4 36-16,2-3-40 0,2-3-8 15,2-4-48-15,2-2-24 16,1-3 36-16,1-5 20 0,-6 4 4 0,5 1 0 16,-4 3 12-16,0-1 52 0,0 3 8 15,0 4 80-15,-1 3 152 0,-2 0 20 16,-1 3 16-16,0 4-52 0,-4 3 40 0,3-1 264 15,-2 3-316-15,-1-1-168 16,3 1-36-16,-3-3-96 0,1 1-72 16,-1-1-232-16,-1 1-204 0,1-4-160 0,1-3-185 15,-2-3-819-15,1 0-2000 0,1 0-2977 0,2-12-719 16</inkml:trace>
  <inkml:trace contextRef="#ctx0" brushRef="#br0">16531 14139 6612 0,'0'0'7681'0,"0"0"-6629"0,4 72-388 0,-4-34 948 16,0 13 336-16,0 9-80 15,0 10-411-15,0 9-445 0,0 10 16 0,0 3-344 16,0 4-248-16,0-8-64 0,3-1-180 0,5-8-192 16,-4-12-132-16,5-4-96 15,-9-6-96-15,3-3-112 0,-3-6-68 16,0-7-4-16,0-9-12 0,0-4 64 0,0-12-88 15,0-10-292-15,0-6-393 0,4-9-335 16,0-13-300-16,0-13-152 0,4-14-508 16,-3-7-665-16,-2 5-2727 0,-3-38 4380 0</inkml:trace>
  <inkml:trace contextRef="#ctx0" brushRef="#br0">16590 14265 5956 0,'0'0'8529'0,"0"0"-6993"15,0 0-880-15,0 0 140 16,0 0 540-16,0 0-124 0,0 0-224 0,0 0-500 16,88 70-344-16,-72-45-44 0,-9-2-8 15,-3 2-92-15,-4 0-60 0,0-3-88 16,0 4-168-16,-7-4-220 0,-5-3-96 16,8-6-56-16,-5-9 236 0,9-4 192 0,0-7-84 15,5-13-460-15,7-8-596 0,-1-10-948 16,10-10-364-16,-1-9-2245 0,-5 13-567 15,10-39 5160-15</inkml:trace>
  <inkml:trace contextRef="#ctx0" brushRef="#br0">17124 13458 756 0,'0'0'13049'0,"0"0"-10741"0,0 0-1256 16,0 0-244-16,40 108 560 0,-40-58-160 0,0 11 36 15,-4 3-431-15,-4 9-329 0,0-3-184 16,-4 4-92-16,0-2-208 15,1 1-72-15,-6-4 0 0,6-1-160 0,-6-11-104 16,6-7-164-16,2-8-177 0,5-10-151 16,4-7 32-16,0-6 0 0,9-7-152 15,2-2-140-15,-3-4-140 0,5-6 136 0,-2 0 472 16,1 0 212-16,0 0 0 16,-4 0-36-16,0 0 444 0,-4 4 332 0,4 6 644 15,-4-1-204-15,0-3-304 0,4 4-344 16,-1-3-36-16,2-2-76 0,3-2 112 15,-1-3 104-15,2 0 64 0,2-6-132 0,9-7-160 16,-3-3 12-16,7-6 64 16,0-3-12-16,-5 0 60 0,1-4 100 15,0 4 0-15,-4-8 72 0,-4 5 40 0,0 0-140 16,-8 2-20-16,-4 1 56 16,0 9 64-16,-4 7 308 0,-4 9 212 15,-8 3-96-15,-4 9-160 0,-5 7-159 0,-2 10-97 16,-5-1-132-16,0 11 104 0,4-4 76 15,4 3 324-15,5-7-384 0,3-2-232 16,7-4-60-16,5-9-12 0,0 0 0 16,13-4-36-16,6-1 48 0,5-3 0 0,8 3 8 15,4-8-8-15,0 0-128 16,4-3-208-16,3 0-124 0,2-6-180 0,2 0-201 16,1-7-399-16,-1 2-1528 0,-2-1-3208 15,-9 6-4877-15</inkml:trace>
  <inkml:trace contextRef="#ctx0" brushRef="#br0">18742 14100 6460 0,'0'0'1924'0,"0"0"713"16,0 0-1157-16,0 0-284 0,0 0 436 15,0 0 312-15,47 72-336 0,-7-49-148 0,8-4-268 16,-1-6-343-16,6-4-229 0,-5-5-160 16,-5-4-184-16,2-4-144 0,-2-5-132 0,-3-7 0 15,-5 0-108-15,-7 0-180 0,4-3-124 16,-12 0-192-16,1 0-153 16,-6 0-115-16,-2 0-228 0,-9 3-712 0,-4 0-724 15,0 4-524-15,-4-1-1417 0,-5-3-951 0,1 7 3876 16,-3-7 689-16</inkml:trace>
  <inkml:trace contextRef="#ctx0" brushRef="#br0">19160 13697 484 0,'0'0'860'0,"0"0"380"0,0 0 3000 0,0 0-2280 16,0 0-240-16,0 0-59 0,0 0-357 16,0 0-148-16,0 82-124 0,4-50-100 15,-4 6-48-15,4 7-156 0,0 8-148 16,0 14-172-16,-4 6-76 0,0 6-124 15,-4 7-36-15,-4 3-76 0,-4 3-92 0,4 0-4 16,-4 4-72-16,0-8 68 0,5-1 4 16,-2-15 0-16,5-8 0 0,0-17 56 0,4-5-52 15,0-11 52-15,0-9-56 16,0-3-36-16,4-8 36 0,-4-6-48 16,4-5-332-16,0 0-296 0,1-9-88 0,2-10-152 15,1-7-8-15,4-2-248 0,0-10-296 16,0-7-912-16,-4-6-893 0,-4-5-767 15,4-4 1080-15,-4 12 2036 0,0-32 916 16</inkml:trace>
  <inkml:trace contextRef="#ctx0" brushRef="#br0">19558 14208 7372 0,'0'0'5349'0,"0"0"-3873"15,0 0-112-15,0 0-120 0,25 79 308 0,-22-54 56 16,-3-2-436-16,0-5-588 0,4-5-427 15,4-2-157-15,1-5-12 0,2-6-37 16,10 0-23-16,-2-4-64 0,1-5-80 0,4-3-40 16,-5-5 48-16,2-2 36 15,-1 4-20-15,-8-5 176 0,-1 4-44 0,-6-3-16 16,-1 3 76-16,-4 1 12 0,-4-4 60 16,-9 0-72-16,2 2 0 15,-6 2-8-15,6 8-52 0,-9 4 60 0,4 3 0 16,-4 10-36-16,0 9-100 0,0 2 76 15,-4 9-52-15,9-5 4 0,-5 0-28 0,7-2-180 16,5-5-372-16,4-2-624 16,4-3-1472-16,0-7-2477 0,12-6-1647 15,-3 0 6168-15,19-12-620 0</inkml:trace>
  <inkml:trace contextRef="#ctx0" brushRef="#br0">20024 14097 1708 0,'0'0'8332'0,"0"0"-5619"0,0 0-869 0,0 0-256 15,92 38-164-15,-79-15-400 0,-6 2-188 16,1 3-76-16,-8 4-160 0,0-1-104 0,0 2-180 16,-8-5-180-16,5 1-63 15,-6-4-73-15,1-3-57 0,4-6 45 0,-3 0 4 16,3-7 0-16,4-2 4 0,-4-4-8 16,4-3-52-16,0 0-32 0,4-3-72 0,0-7 56 15,7-3 52-15,9-9 60 16,0-6 0-16,8-11-116 0,3-1-420 15,1-12-384-15,5 2-96 0,-5 3-408 0,0 1-1140 16,0 11-1461-16,-8 7-803 16,-5 12-536-16,5 4 4909 0</inkml:trace>
  <inkml:trace contextRef="#ctx0" brushRef="#br0">21287 13932 5032 0,'0'0'8285'0,"0"0"-7217"0,0 0-388 15,0 0 276-15,17 98 668 0,-17-54-216 16,-9 7-220-16,1-4-284 16,-3 2-320-16,3-8-207 0,3-3-137 0,-2-6-68 15,3-4-112-15,0-5-56 0,0-8-4 16,0-2-8-16,4-10-76 0,0 1-64 0,0-4-228 16,0-4-37-16,8-2 145 0,0-7 100 15,8-10 124-15,3 2 40 16,2-14 4-16,7-4-120 0,0-8-184 0,0-4-12 15,3-6-4-15,1 0 40 0,-4 6-28 16,0 7 52-16,-5 9 88 0,1 12 168 16,-7 14 344-16,-6 5 84 0,6 4 24 15,-9 13-48-15,3 3 84 0,2 9-64 16,-6 8-156-16,1 2-87 0,-4 6-69 16,0-3-40-16,-4 1-72 0,0-1-60 0,5-4-417 15,-5-2-227-15,0-4-224 16,0-2-128-16,4-1-116 0,3-6-664 15,1-2-844-15,0-5-1885 0,4-5-2083 0,0-7 6216 0</inkml:trace>
  <inkml:trace contextRef="#ctx0" brushRef="#br0">22221 13741 14381 0,'0'0'4316'15,"0"0"-3820"-15,0 0-488 0,0 0-4 0,0 0 460 16,95 38 600-16,-59-22-116 0,7-3-579 16,9 2-237-16,4-2-24 15,-1 0-60-15,1 0-36 0,0-4 0 0,0-3-12 16,0 4-40-16,0-3-44 0,-9-2 24 15,-2 2-12-15,-10-1 64 0,-3 1-56 16,-9 2 60-16,-6 2 0 0,-1 1 0 0,-8-3-80 16,-8 8 84-16,0 1 120 15,-8 1-24-15,-8 7 60 0,-12-1-36 0,-4 7 52 16,-11-1-64-16,-6 7-24 0,-11-2-84 16,-7 5-72-16,-4-3-24 15,2-3-124-15,1-4-104 0,9-1-153 0,15-12-143 0,9-2-220 16,18-6-116-16,9-10-440 15,12 0-1420-15,13 0-2621 0,-2-7-2367 0,25-12 7228 16</inkml:trace>
  <inkml:trace contextRef="#ctx0" brushRef="#br0">23048 14259 5428 0,'0'0'2536'0,"0"0"3101"0,0 0-4257 15,0 0-104-15,0 0 416 16,0 0-56-16,-71 69-488 0,39-39-452 15,-7-2-284-15,-6 4-155 0,2-1-17 0,-2 1 4 16,-2-1-100-16,4-2-144 0,-2-4-36 16,6-2-232-16,7-10-385 0,4-1-247 15,11-5-80-15,6-4-96 0,7-3-996 0,4-6-2000 16,0-7-1565-16,0 3-535 16,15-13 5900-16</inkml:trace>
  <inkml:trace contextRef="#ctx0" brushRef="#br0">23726 13497 5632 0,'0'0'7421'0,"0"0"-6341"15,0 0-408-15,0 0 536 0,0 0 616 16,0 0-396-16,0 0-448 0,0 0-468 0,0 0-304 16,20 89-48-16,-28-61 44 0,-8 10 52 15,-3 7-24-15,-9 2 25 0,-4 4-77 16,-4 0-84-16,3 0-96 0,6-7-60 16,3-2-108-16,12-11 8 0,4-2 160 0,8-7-4 15,0-3-44-15,8-3-12 0,4-4 11 16,3 4 37-16,2 0 12 0,2 0 4 15,-2 1 44-15,-1 1-43 0,-4 1 67 16,-1 3-64-16,-7 1 0 0,5 2-8 0,-5-2 4 16,3 2 4-16,-3 1 4 15,0-5 0-15,0 2-4 0,1-4 0 16,2-4 4-16,1 4-12 0,0-6 0 16,-4 0-12-16,4-1-36 0,-4-2 0 15,-4-1 48-15,4-3 0 0,-4-2 8 16,0-1 4-16,0 0 60 0,-4-3 40 0,-8 0 32 15,0-3-84-15,-8-6-60 0,-3-7-168 16,-5-7-345-16,-4-5-239 0,0-10-200 0,-4-3-328 16,0-7-1000-16,0-6-2672 15,8 13-3349-15,0-26 6789 0</inkml:trace>
  <inkml:trace contextRef="#ctx0" brushRef="#br0">23658 13840 1788 0,'0'0'9593'0,"0"0"-6829"15,112-7-2108-15,-65 4-316 0,9 0 580 16,-4-1 256-16,4-3-680 16,-1 5-496-16,1-1-184 0,4 3-272 0,4-3-292 15,0 3-400-15,-16-3-1036 0,12-7-5721 16</inkml:trace>
  <inkml:trace contextRef="#ctx0" brushRef="#br0">16806 1076 11969 0,'0'0'5096'0,"0"0"-4324"0,-13 79-92 16,13-34-104-16,0 12-60 0,9 6 156 15,-9 13 120-15,4 7-316 16,-4 7-184-16,0 4-99 0,-4 12 39 0,-1 1 60 15,-3 11 252-15,1 5-96 0,-10 11-256 16,6 6-84-16,-10 13-12 0,6 11-44 16,-5 14 20-16,0 9 0 0,0 10-12 0,4 6 0 15,0 6-36-15,8 4 24 16,8 1 204-16,0-2 208 0,4 1 92 0,4-5-544 16,4-1 76-16,0 3-24 0,0-8 0 15,-5 3-60-15,-7-5-184 0,0 0 184 16,0-3 0-16,0-4 0 0,0 1 0 15,0-3-128-15,0-4 44 0,5 0-12 16,-1 4 36-16,0-8 12 0,4-1-96 0,-1-8-132 16,-3-6 104-16,5-3 76 15,-1-5 96-15,-1-8 0 0,-3-6 0 0,5-3-48 16,-5-10-36-16,-4-2 76 0,0-5 4 16,0-2 4-16,0-7-60 0,0 1 60 15,0-7-4-15,0 0-44 16,0-6 0-16,0-1-12 0,-4-1 0 0,-1-6-124 15,5-7 88-15,-4-5 12 0,4-6 24 16,0-5-36-16,0-11-24 0,0-2-16 0,0-7 40 16,4-7 12-16,1 0-12 0,3-5-12 15,-1 0-76-15,1-4 172 0,5-7 4 16,-2-2 4-16,6-4 0 0,-6-6 4 16,6-3 4-16,-2-3 68 0,5-3-24 15,0-8 0-15,8-2-48 0,0-8-76 0,7-9-8 16,6-2 36-16,6-4-96 15,1 1 132-15,8 0 0 0,-1 3 4 0,5 4 8 16,9 2 84-16,-2 3-36 0,5 1 0 16,8 3 120-16,6 2-68 15,11 1-100-15,6-1-56 0,9 2-32 0,12-4 28 16,7 0 60-16,13-1-44 0,11-3 44 16,12 1 84-16,12-1-12 0,12-3-56 15,13-3-16-15,6-3 4 0,18 3-4 16,6-2 72-16,18 1 48 0,7 2-60 0,4-2-56 15,12 2-4-15,8 3 84 0,7-1 60 16,13-4-144-16,4 1-48 0,8 1 48 16,12-4 60-16,4-3-60 0,11 0-176 0,5-4 176 15,7-2 120-15,5 0-120 0,4-5-96 16,3 1 96-16,5 1 0 16,3-4 60-16,-3 3-60 0,-1 1 156 0,-7 1-156 15,0 2-112-15,-9-1 112 0,-8 4 0 16,-11 3-48-16,-17 0 48 0,-6 3 68 15,-14 2-68-15,-19 2-216 0,-12-1 72 16,-20 0 36-16,-20 0-28 0,-19 4-228 16,-25-5-156-16,-24-1-745 0,-23-5-883 15,-40 7-2028-15,-9-16-2537 0</inkml:trace>
  <inkml:trace contextRef="#ctx0" brushRef="#br0">18595 1514 168 0,'0'0'8660'16,"0"0"-6487"-16,0 0-633 0,-56 82 16 16,35-24-68-16,-2 15-132 0,-5 19-312 15,-4 13-132-15,0 15-188 0,1 7-272 16,-6 6-132-16,5 8 56 0,0-9-120 0,4-1-180 16,9-18 8-16,6-13-84 15,6-25-12-15,7-20-124 0,0-24-168 16,7-11-96-16,6-14-4 0,-1-6-124 0,8-3-260 15,-5-16-176-15,6-10-256 0,3-12-64 16,-1-6-312-16,-3-14-488 0,0-6-253 16,0-5-27-16,-8-8-436 0,4-2-472 15</inkml:trace>
  <inkml:trace contextRef="#ctx0" brushRef="#br0">18462 2021 1136 0,'0'0'1772'0,"0"-65"-1004"0,5 36 5740 0,-1 0-4871 15,0 14-89-15,0 5-152 0,0 10-252 16,-1 0-116-16,6 10-320 0,10 9-176 15,2 12 172-15,7 10-140 0,4 6-160 16,-5 14 12-16,1 6-84 0,-4 0-88 16,0 6-76-16,-8 1-156 0,3-5-8 0,-2-3-4 15,-6-1-144-15,-3-7-4 16,-8-3-60-16,0-4 28 0,-4-7-224 0,-3-5-248 16,-5-8-72-16,-8-9-180 0,4-6 96 15,-4-6 56-15,0-7-204 0,-4-3-272 16,0-16 288-16,-3-3-392 0,2-6 764 15,-3-7 492-15,-3-5 76 0,3-5 204 16,0 0 132-16,3 4 164 0,6 7 204 16,7 5 64-16,12 7 32 0,0 6 132 0,12 5-88 15,12 1-92-15,8 0 168 0,12 1-104 16,8-1-372-16,4 1-196 16,-1-1-248-16,1 1-48 0,-4-3-236 0,-5-1-480 15,-3 1-228-15,0-1-360 0,-4 1-1112 16,-13-1-1981-16,14-3-1795 0</inkml:trace>
  <inkml:trace contextRef="#ctx0" brushRef="#br0">19096 2410 1720 0,'0'0'4956'0,"0"0"-239"15,0 0-3193-15,0 0-88 0,4 79 76 0,0-47-208 16,0-4-140-16,1 4-300 0,2-3-276 16,-3-1-160-16,4-9-184 0,0 0-172 15,4-6-72-15,0-4-40 0,-4-3-20 16,8-6 12-16,-5 0-40 0,6-2-216 0,3-11-160 15,-4-6-16-15,4 0-48 16,-9-4 108-16,6 5 72 0,-9-1 112 16,-1 9 76-16,-3 0 152 0,-4 8-36 0,4 2 44 0,1 6 484 15,-1 7 60-15,3 2 36 16,1 10-52-16,0 4-36 0,1 0-16 16,-6-1-76-16,5-3-44 0,0-6-112 0,0-2-180 15,4-8-64-15,0-2-8 16,4-7-40-16,4-3-112 0,3-16-192 0,9-4-196 15,0-12-200-15,5-9-112 0,-1-7-352 16,-5-2-624-16,1-6-788 0,-4-4-613 16,-5-7-1979-16,-6 16 652 0</inkml:trace>
  <inkml:trace contextRef="#ctx0" brushRef="#br0">19753 1876 2836 0,'0'0'872'0,"0"0"6256"15,0 0-4883-15,0 0-745 0,0 68-112 16,5-28-200-16,-1 8-160 0,-4 5 20 15,0 8-80-15,4 6-92 0,-4-1-292 0,4 4-279 16,-4-3-257-16,4-1-48 0,-1-2-156 16,1-7-305-16,5-9-163 0,-5-7 100 15,4-12 208-15,-1-6 56 0,-3-4-120 16,0-11-244-16,-4 2-428 0,0-7-1048 16,-12-3-1140-16,-3 0-2769 0,-1-7-258 0</inkml:trace>
  <inkml:trace contextRef="#ctx0" brushRef="#br0">19530 2476 1084 0,'0'0'11133'16,"0"0"-9269"-16,0 0-664 0,0 0-4 16,0 0 48-16,0 0-196 0,81-6-16 15,-42-1-396-15,9 1-284 0,3-3-144 0,9-7-116 16,4-3-92-16,3 0-160 0,6-6-500 16,-6 0-404-16,1-2-504 15,-16 8-2408-15,16-3-3573 0</inkml:trace>
  <inkml:trace contextRef="#ctx0" brushRef="#br0">20706 1663 2584 0,'0'0'1092'0,"0"0"5004"15,0 0-4187-15,0 0-181 16,-96 32-4-16,72-3-128 0,-3 12-180 0,7 13-320 15,-4 10-104-15,3 5-188 0,6 14-12 0,-5-1-147 16,4 8-149-16,0-8-48 16,4 0-64-16,5-8-152 0,7-5-220 15,0-6-12-15,3-8-56 0,9-8-8 0,4-5-140 16,7-7 0-16,5-10-4 16,9-6-116-16,3-9-224 0,7-7-165 0,5-9-43 15,8-13-464-15,0-13-1196 0,-13 6-2568 16,18-28-4061-16</inkml:trace>
  <inkml:trace contextRef="#ctx0" brushRef="#br0">21515 1607 2980 0,'0'0'9573'0,"0"0"-8117"0,0 0-544 15,0 0 524-15,-56 66 44 0,32-31-172 0,-8 3-220 16,0 7-428-16,-3 2-236 0,-1 0-144 16,-1-2 13-16,5 2-1 0,4-3-112 15,2-2-172-15,5 3-8 0,5-9 0 16,8-3 48-16,8-1 52 0,0-3-40 0,13 0-60 16,6-4-4-16,1 7 0 0,8-4 4 15,4 4 0-15,0 0 12 16,4-3 60-16,-1-1 24 0,1 1-36 0,-4-4-8 15,0 4-52-15,-8-4-8 0,0-3 8 16,-9 3 0-16,-6-2-8 16,-1 2 4-16,-8-3 4 0,0 7 12 0,-4-4-8 15,-4-2-4-15,-4-2 0 0,-4-1 4 16,-4-4 48-16,0-3-4 0,-3-7-48 16,-2-3-44-16,-3-3-68 0,0 0-176 15,-3-6-296-15,3-7-205 0,0-6-275 16,-4-1-160-16,4-5-1096 0,4-2-3633 0,8 4-3291 15,0-9 8292-15</inkml:trace>
  <inkml:trace contextRef="#ctx0" brushRef="#br0">21886 2460 652 0,'0'0'876'0,"0"0"-868"0,0 0 644 16,0 0 4452-16,0 0-3300 0,0 0 4 0,0 0-419 15,0 0 107-15,0 0-396 16,0 0-56-16,23-22-228 0,-23 22-240 0,0 0-92 16,0 0 32-16,0 0 52 0,0 0-88 15,0 0-160-15,0 0-188 16,0 0-56-16,0 0-16 0,0 0-56 0,0 0-4 16,0 0-8-16,0 0 8 0,0 0 8 0,0 3 112 15,0-3 4-15,0 0 24 0,0 0-64 16,0 0-12-16,0 0 52 15,0 0-64-15,0 0 0 0,0 0 0 0,0 0-8 16,0 0-44-16,0 0 40 0,0 0-44 16,0 0-4-16,0 0-12 0,0 0-112 15,0 4 64-15,5 2 60 0,-1 3 48 0,3 10 232 16,1 6 256-16,-4 8 61 16,5-1-281-16,-6 2-112 0,1 1-32 15,0-6-52-15,-4-1-60 0,4-6-60 16,-4-6-48-16,4-5 36 0,-4-3-48 15,0-2 48-15,4-1-36 0,-4-5-16 16,0 0-20-16,0 0-60 0,4 0-100 0,-4 0-72 16,0 0-49-16,8-7 49 0,-4-5 160 15,8-5 156-15,4-2-72 0,-1-7 60 0,2 1-64 16,-2 3-44-16,-2-3 120 16,-2 3 52-16,6-1-52 0,-2 4 0 0,-2 6-4 15,2 1 4-15,2 5 196 0,-2 7 72 16,-3 0 60-16,0 0-147 0,0 3 39 15,-3 7 56-15,-2 2 16 16,1 5-36-16,0 2-16 0,-8 0-44 0,3-3-16 16,-3 2 0-16,0-5-72 0,0 3-108 15,0-3 0-15,0-4-72 0,0-2-132 16,0-4-148-16,0 0-204 0,0-3-232 0,0 0-101 16,0 0-195-16,9-3-636 15,3-7-1280-15,4-6-2749 0,-8 4-2135 0,3-18 7676 16</inkml:trace>
  <inkml:trace contextRef="#ctx0" brushRef="#br0">22726 1537 13457 0,'0'0'3080'0,"0"0"-1340"15,0 0-80-15,0 0-416 0,0 0-223 16,84 91-137-16,-61-52-112 0,-3 5-180 0,5 10 132 16,-1 2-280-16,-5 12-152 0,1-5-64 15,1 1-108-15,-2 0-60 16,-7 0-60-16,0-1-8 0,-4-7-76 0,-5-2-12 16,-3 0 12-16,0-6-36 0,-7-4 20 15,-9 1 4-15,4-4-84 16,-7-2-48-16,-2-6-48 0,1 3-76 0,-4-4-56 15,1-7-88-15,-1 0-84 0,3-6-84 16,-2 0-429-16,-1-2-899 0,0-4-912 16,0-4-2284-16,5-4-3113 0,-13-5 6305 0</inkml:trace>
  <inkml:trace contextRef="#ctx0" brushRef="#br0">21890 2041 3424 0,'0'0'496'0,"0"0"4592"0,0 0-3872 16,0 0 61-16,0 0 235 0,0 0-48 16,0 0-164-16,0 0-208 0,0 0-188 0,15-39-236 15,-15 39-76-15,0 0-52 0,0 5-148 16,0 1-208-16,4 7 96 0,1 5 48 15,-5 8 100-15,4 2-124 0,-4 11-160 0,-4-2-56 16,-1 8-84-16,-7 3-4 0,5 2-8 16,-1-4-92-16,3 1 92 15,1-6 4-15,4-6-80 0,4 0 72 0,5-7 4 16,2-2 8-16,1-1 0 0,4-6 72 16,-4 0 12-16,4-3-44 0,0-3-28 15,0-4 40-15,-1-3 20 0,6 1 25 16,3-4 27-16,4-3 20 0,4 0 0 0,3-3 52 15,1-7-112-15,4-2 24 0,-4-1-68 16,0-6-40-16,-4 3-120 16,0-3-220-16,-4 0-108 0,-5-4-13 0,1 2-99 15,-4-5-224-15,-8 4-392 0,0-7-756 16,-8 10-2224-16,0-15-2469 0</inkml:trace>
  <inkml:trace contextRef="#ctx0" brushRef="#br0">22208 2257 3676 0,'0'0'5132'15,"0"0"-2419"-15,0 0-1089 0,0 0-100 16,-15 76-300-16,15-46-108 0,0 3-36 16,0 9-192-16,0 6-312 0,3 5-124 0,1 8-12 15,-4 2 36-15,4 7-172 16,0 4 0-16,-4-5-12 0,4-1-147 15,0-9-97-15,1-5 4 0,2-9-52 0,1-7-108 16,3-3 24-16,-2-10-37 0,3 1-27 16,-1-7-192-16,2-4-112 0,-2 1-96 15,2-6-112-15,6-4-200 0,2-3-572 16,3-3-1156-16,-1 0-2493 0,1-6-2547 16,4-10 7212-16</inkml:trace>
  <inkml:trace contextRef="#ctx0" brushRef="#br0">23985 2245 80 0,'0'0'10877'16,"0"0"-8593"-16,0 0-508 16,0 0-256-16,0 0-28 0,24-80-432 15,-4 59-200-15,8-6 32 0,11 2-248 0,2-7-171 16,6 4-109-16,5-2-96 0,0 5-28 16,-5 4-44-16,-2 4-124 15,-6 8-68-15,-7 3-4 0,-4 3-4 0,-4 3-104 16,-4 0 24-16,0 9 8 0,4 0 76 0,-1 8 52 15,5-2 32-15,0 5-24 0,0-9-60 16,0 6 0-16,0-4 0 0,8-1 0 16,-4-5 4-16,3 2-4 0,6-6-4 15,-5 1-116-15,-1-4-160 0,-3 0-72 16,4 0-97-16,-8-4-135 0,-4 1-48 16,-4 0-188-16,-8 0-420 0,-5 3-732 15,-7-3-1836-15,-3 3-1573 0</inkml:trace>
  <inkml:trace contextRef="#ctx0" brushRef="#br0">24212 2403 2916 0,'0'0'9965'0,"0"0"-7781"16,0 0-860-16,0 0 56 0,0 0-48 15,0 0 88-15,92 38-312 16,-36-31-331-16,7-7-341 0,1-3-216 0,4-7-112 15,0-6-108-15,0 4 0 0,-1-4-84 16,-3-1-96-16,-1 1-296 0,1 2-129 0,0-3-111 16,8 1-188-16,3 0-764 15,6-3-1100-15,-23 6-3509 0,39-12-2695 16</inkml:trace>
  <inkml:trace contextRef="#ctx0" brushRef="#br0">26476 1505 6644 0,'0'0'8625'0,"0"0"-7617"15,0 0-732-15,0 0 284 0,0 0 800 16,-105 28-80-16,58 1-436 0,-9 5-456 0,-4 8-204 16,-3 5 156-16,-1 7 233 0,4 3-29 15,0 1-340-15,8 2-152 0,9-5-48 16,7-8 92-16,16-9-96 15,8-7 0-15,8-5-72 0,4 0-76 0,12 0 16 16,8-1-64-16,7 0 88 0,1 0 36 16,9 0-72-16,2 1-52 0,1-1 123 15,0 0 73-15,-4 1-60 0,0 0 60 16,-8-1-52-16,-5 0 52 0,1 1 8 16,-7-4 0-16,-2 3 4 0,-11 0 0 0,1-1 73 15,-5 1-1-15,-5 0 12 16,-11-3 28-16,0 0 20 0,-3-3-24 0,-5-3-8 15,-1-6-112-15,1-4 0 0,5 0-436 16,-1-6 119-16,0 0-99 0,0-6-68 16,0-7-40-16,-4-3-360 0,8-9-728 15,4-3-1444-15,4-4-3217 0,4 3-1831 16,4-9 7804-16</inkml:trace>
  <inkml:trace contextRef="#ctx0" brushRef="#br0">26794 2324 2480 0,'0'0'10449'0,"0"0"-7965"0,0 0-144 15,-24 67-616-15,5-37-376 0,-6 6-131 0,1 2-237 16,4 0-316-16,5-2-252 0,2 2-184 16,13-7-120-16,0 1-60 15,5-4 0-15,10-2 36 0,6-1 24 0,3-5-20 0,11-5-48 16,1-3-40-16,4-5-12 0,8-7-88 15,-1 0-92-15,-2-12-180 16,2-4-148-16,-3-7-48 0,-4-2-100 0,-4-7-133 16,-1 0-355-16,-11-3-1016 0,-3-2-2332 15,-10-8-2281-15,-7 10 81 16</inkml:trace>
  <inkml:trace contextRef="#ctx0" brushRef="#br0">27105 2228 6216 0,'0'0'5037'0,"0"0"-2833"0,0 0-912 15,-48 83-20-15,40-45 104 0,-4 4 180 0,4 2-180 16,0 7-280-16,4 2-259 0,-4 4-145 16,0 4 200-16,-4 3-360 15,-4-1-280-15,0 4-144 0,1-1-108 0,-2 1-8 0,-2-6-4 16,-1-1-288-16,-1-7-568 16,2 5-464-16,3-7-421 0,0 3-1383 15,0 0-2704-15,8-16-2993 0,-12 16 7489 0</inkml:trace>
  <inkml:trace contextRef="#ctx0" brushRef="#br0">17798 4295 9168 0,'0'0'1476'0,"0"0"565"15,0 0-1069-15,0 0-48 0,0 0 376 16,0 0-184-16,0 0 84 0,0 0-116 16,107-31-236-16,-44 24 16 0,10 1-256 0,-2-3-339 15,-3-1-261-15,-5 4-8 0,-3-4 0 16,-4 4-61-16,-4-3-23 0,-5-1-100 16,-6 3-352-16,-9 1-96 0,-9-1-164 15,-10 7-448-15,-6-3-640 0,-7 3-656 16,0 0-1289-16,-15 7-1095 0</inkml:trace>
  <inkml:trace contextRef="#ctx0" brushRef="#br0">18108 4298 6132 0,'0'0'2456'16,"0"0"-608"-16,0 0-263 0,-48 84-13 0,40-47-92 0,1 8-220 15,3 8-148-15,-4 8-360 0,3 6-220 16,-3 5-128-16,1 8-132 15,-6 7 48-15,2-5-88 0,-5-3-136 0,4-10-56 16,8-11-36-16,0-14-8 0,4-12-88 16,0-10-104-16,0-6-12 15,8-4-88-15,-5-1-416 0,6-6-264 0,-1-2-460 16,0-3-976-16,-5 0-1949 0,5-8-2531 16</inkml:trace>
  <inkml:trace contextRef="#ctx0" brushRef="#br0">18020 4943 5184 0,'0'0'4396'0,"0"0"-2407"16,0 0-237-16,0 0 172 0,80-45-388 0,-48 43-332 0,0-2-304 15,4 4-140-15,-4 0-220 16,3 0-248-16,1 4-216 0,5-4-76 16,-6 0-156-16,5 0-52 0,-1 0-332 0,-2 2-600 15,-1 3-496-15,-8 1-1492 0,4 6-4461 16</inkml:trace>
  <inkml:trace contextRef="#ctx0" brushRef="#br0">18861 5026 10408 0,'0'0'1673'0,"0"0"-1173"16,0 0-296-16,-96 16 664 0,61-1 472 0,-1 7-92 15,-4 4-160-15,8 0-308 16,5 2-176-16,2 1-64 0,9-7-96 15,4-6-164-15,9-4-120 0,3-2-88 0,3-7 0 16,9 0 148-16,4-3 24 0,5 0-36 16,7-6-56-16,3-7-152 0,1-2-184 15,0-2-132-15,-4-1-136 0,-5 1-100 16,-6 5-12-16,-6 3 48 0,2 2 132 16,-9 3 88-16,0 2 36 0,-1 2 48 15,1 0 4-15,4 6 208 0,-3 4 460 0,-1 1 108 16,3 3-96-16,-3 2-104 0,4-4 36 15,-4 1-96-15,1 0-88 0,2-4-120 16,-3 1-100-16,8-4-72 0,-4 1-40 16,0-4 64-16,4-3-100 0,0 0-204 15,4 0-228-15,0 0-248 0,0-7-324 0,0-2-952 16,-4 3-2001-16,8-4-2467 16</inkml:trace>
  <inkml:trace contextRef="#ctx0" brushRef="#br0">19255 4981 11401 0,'0'0'1920'0,"0"0"-980"16,0 0-28-16,-19 70 508 15,14-44-164-15,5 0-344 0,0-8-480 0,0 1-432 16,13-6-88-16,-5-5-20 0,8-1-104 15,-4 0-84-15,8-7-120 0,-1 0-144 16,1-14-372-16,5 3-552 0,-1-8-600 0,-9 2-2213 16,9-11-2051-16</inkml:trace>
  <inkml:trace contextRef="#ctx0" brushRef="#br0">19583 4470 10316 0,'0'0'1981'0,"0"0"-577"15,0 0-172-15,0 0 252 0,0 0-288 0,3 102-268 16,1-55-264-16,-4 1-172 16,4 9-40-16,5 0 72 0,-1 4-84 0,-1 0-404 15,5-3-36-15,-3 4-136 0,-2-12-72 16,-3-6-192-16,4-5 56 0,0-10 148 16,4-11 100-16,-4-1-160 0,-4-8-224 15,-1-3-124-15,-3-3-100 0,0-3-68 0,-7 0-192 16,-9 0-196-16,-4-9-260 15,-4 0 116-15,-8-1 484 0,0-6 303 16,-3 0 401-16,3-1 12 0,-4-1 104 0,12 6 308 16,4-2 841-16,12 8 483 0,8 4-112 15,4-2-460-15,20 2-608 0,8-3-116 16,16-1 112-16,7-2 84 0,10-6-40 16,6-2-280-16,0-3-4 0,6 0-108 15,-6-3-100-15,-3 0-124 0,-5 3-160 16,-3-3-332-16,-8 5-552 0,-8 1-668 15,-16 10-2233-15,-16 0-2655 0</inkml:trace>
  <inkml:trace contextRef="#ctx0" brushRef="#br0">17614 5896 13489 0,'0'0'1524'15,"0"0"-984"-15,0 0-340 0,0 0 252 16,0 0 200-16,0 0 60 0,0 0-20 16,0 0-52-16,135 19 24 0,-51-29-28 0,19-6-148 15,9-6-208-15,12 0-172 16,11-3 40-16,9-1 300 0,7 0-312 0,1 1-136 15,3-3-60-15,0-1-88 0,-7 0-84 16,-5 1-20-16,-3 6-164 0,-9 0 124 16,-8 3-28-16,-3 9-204 0,-12 4-360 0,-12 6-616 15,-13 0-1480-15,-24 0-2461 16,10 0-3318-16</inkml:trace>
  <inkml:trace contextRef="#ctx0" brushRef="#br0">21360 5600 5988 0,'0'0'12737'0,"0"0"-11093"0,0 0-1220 16,0 0-412-16,0 0-12 0,0 0-340 16,0 0 108-16,-97-12-244 0,70 12-556 0,7 0-976 15,-16-7-4241-15</inkml:trace>
  <inkml:trace contextRef="#ctx0" brushRef="#br0">21407 5451 2788 0,'0'0'92'0,"0"0"-92"0,0 0 4208 16,0 0-2440-16,0 0-48 0,0 0-395 15,0 0-277-15,0 0 12 0,0-25 40 0,0 25-72 16,0 0-112-16,0 0-144 0,0 0-120 15,0 0-184-15,0 3-124 0,0 3-120 16,0 4-116-16,-4 12 64 0,0 7-88 16,-3 11 64-16,-6 12-36 0,-2 2-4 0,-2 2-8 15,2 5 8-15,-2 0-60 16,-3 3-48-16,-3 2-4 0,3 0-8 16,-4 2-48-16,8-9-12 0,-4-2-40 0,0-9-8 15,8-7 8-15,4-8 52 0,1-8-52 16,-2-6-96-16,9-10-208 15,0-3-40-15,0-6-72 0,0 0 56 0,4-3-284 16,5-9-348-16,2-7 260 0,6-4-332 16,-2-9-1036-16,5-8-1801 0,-8-2-1303 0</inkml:trace>
  <inkml:trace contextRef="#ctx0" brushRef="#br0">21471 5435 6152 0,'0'0'156'0,"0"0"4212"16,0 0-3055-16,0 0-289 16,0 0-208-16,0 0 48 0,0 0 92 15,76 29 64-15,-57 5-188 0,5 11-16 0,-3 6-28 16,2 3-224-16,1 3-108 0,-4 4-80 0,-4-5-72 16,0 6-72-16,-1-6 12 15,6 1-36-15,-5 0-28 0,-4-6-104 16,8 0-68-16,-8-3 4 0,8-7-4 0,-5 0-8 15,6 1-8-15,-6-11 4 16,1-2-44-16,-4-4-4 0,-3-9-32 16,-5-6-24-16,3-4-124 0,-7-3-196 0,0-3-84 15,0 0-12-15,0 0 20 16,0-3-84-16,-11-3-152 0,-2-7-556 0,-6 0-364 16,-5-6-960-16,-8 0-1657 0,-4-3-963 15,12 3 2604-15</inkml:trace>
  <inkml:trace contextRef="#ctx0" brushRef="#br0">21487 6169 692 0,'0'0'11289'0,"0"0"-9741"0,0 0-660 0,0 0-332 0,0 0 200 15,0 0 0-15,0 0-72 0,0 0-160 16,0 0 44-16,75-52-100 0,-39 33-248 16,5-2-220-16,2-2-12 0,0 4-60 15,2 0-40-15,-6 0-160 0,6 7-404 0,-9-1-408 16,-1 4-712-16,-7 2-2757 0,4 1-3531 15</inkml:trace>
  <inkml:trace contextRef="#ctx0" brushRef="#br0">22256 5972 7312 0,'0'0'5989'15,"0"0"-4429"-15,0 0-1068 0,0 92-104 0,0-53 244 16,-9-2 452-16,6 4-48 0,-1-3-112 0,4-5-252 0,0-5-280 15,0-10-232-15,0-5-152 0,4-2-8 16,4-9-112-16,0-2-20 0,4 0 32 16,4-9-8-16,3-3-148 0,-2-5-112 15,3-5-112-15,-8 0-36 0,-1-4 144 0,-2 4 116 16,-1 3 68-16,-5 7 88 0,1-1 100 16,-4 6 88-16,4 7-12 15,-4 0 196-15,0 0 108 0,0 4-168 0,4 5 20 16,0 4 52-16,1-1-64 0,2 4-48 15,5 0 0-15,1 0 0 0,2-6-116 16,5-4-56-16,-1-6-112 0,9-6-132 0,-3-11-296 16,6-8-272-16,1-9-292 15,-4-7-1152-15,4-4-2777 0,-4 7-2523 16,4-16 6056-16</inkml:trace>
  <inkml:trace contextRef="#ctx0" brushRef="#br0">22930 5324 3484 0,'0'0'272'15,"0"0"7869"-15,-28 79-6657 0,23-34-64 16,1 12-124-16,0 4 116 0,4 5-140 0,0 5-228 16,4-2-360-16,5-2-304 0,-2-1-148 15,1-5-112-15,0-7-112 0,4-10-8 16,0-10-8-16,1-4-100 0,-2-8-76 15,-3-6 48-15,0-7-132 0,0-6-156 16,0 0-92-16,-8-3-108 0,0 0-400 16,0-3-900-16,0-6-1860 0,-4-1-1273 0,-16-13-2107 15</inkml:trace>
  <inkml:trace contextRef="#ctx0" brushRef="#br0">22631 5892 4760 0,'0'0'8289'0,"0"0"-6437"0,0 0-340 15,0 0-528-15,0 0-152 0,79 25 288 16,-35-25-204-16,8 0-244 0,3-8-320 16,5-9-344-16,0-2-8 0,-4-3-120 0,-4 0-296 15,-5 3-316-15,-2 0 72 0,-10 3-216 16,1 4-908-16,-12 5-2336 16,4-6-3433-16</inkml:trace>
  <inkml:trace contextRef="#ctx0" brushRef="#br0">23969 5317 15105 0,'0'0'2232'0,"0"0"-1884"16,0 0-348-16,0 0 0 0,-75 99 248 0,50-45 664 16,1 16 388-16,0 13-300 0,9 5-151 15,-2 8-157-15,10-5-172 16,7-4-228-16,0-8-172 0,12-12-84 0,7-13-36 15,6-10-192-15,10-9-52 0,5-13-120 16,0-3-168-16,8-13-61 0,0-6-3 16,-1-6-160-16,5-13-420 0,0-6-1036 15,0-10-928-15,-12 6-2613 0</inkml:trace>
  <inkml:trace contextRef="#ctx0" brushRef="#br0">24889 5003 6108 0,'0'0'10841'0,"0"0"-9021"15,0 0-1044-15,0 0-508 0,0 0-48 0,0 0 256 16,0 0 292-16,-67 93-292 0,31-49-307 15,0 7-73-15,0 6 52 16,0 0 8-16,8-3-72 0,1 0 76 0,7-6-88 16,7-6 0-16,9-5 48 0,0-5-8 15,4-4-108-15,4-5-4 0,5-1-88 0,6-3-8 16,2 3 48-16,2-3-12 0,5 0 52 16,4 4-64-16,0-4 28 15,0 3 40-15,0 0-52 0,-5-3 52 0,-2 6 0 16,-1-2-8-16,-1-2 4 0,-6 3 8 15,-2-6-60-15,-3 5 48 0,-8-5-60 16,0 5-48-16,0-1-124 0,-12 0-49 0,-8 0 25 16,1 0 52-16,-5 1-76 15,-8-4 120-15,0-3-12 0,-7 0-108 0,-2-7-112 16,1-3-256-16,-3-2-536 0,-5-4-1344 16,4-10-2613-16,13 1-3203 15,-18-21 7820-15</inkml:trace>
  <inkml:trace contextRef="#ctx0" brushRef="#br0">25312 5851 132 0,'0'0'11161'16,"0"0"-9749"-16,0 0-420 0,0 0-28 16,0 0 520-16,0 0-68 0,0 0-120 15,0 0-240-15,88 0-168 0,-73 13-120 0,-2 3-135 16,-2 2-221-16,1 12-144 0,-3-2-52 15,-6 10 0-15,1 0 40 0,-4-3 56 16,0 1 76-16,0-5-232 0,0-6-148 16,4-3-8-16,0-6-48 0,0-6 0 0,-4-4 0 15,4-3-24-15,1-3-72 16,-2 0-184-16,1 0-108 0,4-6 244 0,5-7 84 16,-6 1-52-16,5-7 52 0,0-4-48 15,0-3 36-15,0 1-40 0,0-3 28 16,3 3-52-16,2 2 27 0,-6 11 37 0,1-1-52 15,4 10 16-15,-4 3 156 16,1 3 120-16,2 13 196 0,1-1 13 16,-4 8-161-16,1 2-160 0,-2 1 4 0,-7 0-4 15,0-5-8-15,5-1-148 16,-6-5-365-16,-3-8-95 0,4-4-208 16,4-3-508-16,-4-3-756 0,4-10-916 0,4-9-2437 15,-8 3-1547-15,8-23 6212 0</inkml:trace>
  <inkml:trace contextRef="#ctx0" brushRef="#br0">26272 5254 9672 0,'0'0'5961'0,"0"0"-5069"15,0 0-556-15,96 89 76 0,-65-54 420 16,-3 3 584-16,0 3-136 0,-4 5-256 15,-4-2-467-15,0 7-217 0,4-1-60 0,-8 5-40 16,0-2 4-16,-8 7-40 0,-4 1-24 16,-4-2-168-16,-4 5-12 0,-8-3 0 15,0 0-96-15,-8-8-192 0,0 1-76 16,0-3-72-16,0-9 36 0,-4-8-24 16,4-2-113-16,-3-3-59 0,-1-4-136 15,-4-3-444-15,0-2-844 0,4-8-1004 16,-4-3-2581-16,12-5-1147 0,-12-4 5616 15</inkml:trace>
  <inkml:trace contextRef="#ctx0" brushRef="#br0">26961 5534 1172 0,'0'0'68'16,"0"0"492"-16,0 0-12 0,0 0 5000 15,0 0-3568-15,0 0-135 0,0 0-257 16,65-70-28-16,-50 60-212 0,1 4-312 0,4 0-280 16,0-4-212-16,4 4-88 15,-1-4-88-15,5-3-76 0,0-2-20 0,4-1-16 16,0 3-60-16,0-3-40 0,0 7-44 15,-4 3-112-15,-4 2 8 0,0 4-4 16,0 0 140-16,-5 7 64 16,-2-2 108-16,2 9-96 0,-3-3-60 0,5 3-3 15,-6-1-61-15,5-4-48 0,0 4 4 16,4-7-48-16,4 1 8 0,4-4 72 16,-1-3-24-16,5 0-56 0,0-10 8 15,-4 1-12-15,0-1-108 0,-5 1-112 16,-2-1-85-16,-1 0-23 0,-9 3 12 15,-2 2 12-15,-2-1-100 0,-2-1-144 0,-5 4-312 16,0 3-648-16,-4 0-1472 0,-4 0-3061 16,-5 0-2103-16</inkml:trace>
  <inkml:trace contextRef="#ctx0" brushRef="#br0">27093 5940 8412 0,'0'0'5257'0,"0"0"-4153"0,0 0-628 0,0 0 304 16,0 0 164-16,0 0-128 16,0 0 52-16,0 0-168 0,0 0-124 0,120 0-100 15,-60-12-136-15,7-1-132 0,8-6-112 16,5 3-84-16,8-7-12 15,-5 5-48-15,5-1 0 0,-4 3-72 0,0 0-160 0,-9 0-320 16,-3 0-320-16,-4 3-240 0,-4-2-1064 16,-4 2-3453-16,-17 1-3795 15,9-5 9016-15</inkml:trace>
  <inkml:trace contextRef="#ctx0" brushRef="#br0">29547 4826 3100 0,'0'0'10705'15,"0"0"-9997"-15,0 0-708 0,0 0-188 16,0 0 188-16,0 0 1160 0,0 0-28 16,-92-35 160-16,56 47-404 0,-3 11-344 15,-9 5-68-15,0 7-36 0,-4 4 196 0,1 1 20 16,3 5-171-16,0 3-121 0,4 0-96 15,5-1-160-15,-2 0-60 0,9 1-48 16,9-7 48-16,7 1 40 0,8-4 20 16,4 0-36-16,8-3-68 0,11 4 0 15,10-6 0-15,6 6 0 0,1-4 8 16,8 3 36-16,0-3-36 0,4-1-12 16,0 2-4-16,0-2-68 0,-9 2 0 15,5-1 0-15,-7-4 12 0,-6 4-28 16,-3 0 16-16,-4-3-36 0,-5 0-24 15,-2-1-28-15,-5 1 28 0,-4-1 76 0,-4-1 52 16,0-2-4-16,-8-3-52 0,-5 1-12 16,2-4-136-16,-10-3-73 0,-2-3-155 15,-1 0 56-15,-8-10 40 0,-3 0 60 0,-1-6-40 16,-5 0-156-16,6-8-240 0,-1-9-320 16,4-5-940-16,8 3-2092 15,-4-16-3821-15</inkml:trace>
  <inkml:trace contextRef="#ctx0" brushRef="#br0">29842 5928 380 0,'0'0'1172'0,"0"0"9101"0,0 0-8369 15,0 0-740-15,0 0 96 0,0 0-36 0,0 0 224 16,0 0-332-16,0 0-348 16,0 0-316-16,56 6-88 0,-41 7 37 0,-2 3-97 15,-1 6-112-15,-5 3-44 0,2 0-28 16,-5 1-12-16,0-1-48 16,0-2-60-16,-1-4-4 0,1-7-8 0,-4 1-36 15,4-7 44-15,1 1 0 0,-5-7-8 16,4 0-60-16,0 0-48 0,3-3-160 15,5-7 100-15,0-3 56 0,8 1-69 0,0-5-75 16,4 2 12-16,-4-1 100 16,4 0-4-16,-4 6 76 15,4 1 8-15,-5 3 28 0,-2 2 0 0,-2 4 48 16,-2 0 72-16,-2 7 172 0,2 2-36 0,-6 4-136 0,1 0-64 16,0 2 80-16,1 4-40 15,-6-2-48-15,1 2-4 0,-4-3-56 16,4-1-40-16,-4-2-92 0,0 3-212 0,0-4-156 15,0 4-248-15,-8-3-584 0,0 3-1072 16,-8 0-2689-16,5-7-3099 0,-9 0 8084 16</inkml:trace>
  <inkml:trace contextRef="#ctx0" brushRef="#br0">20299 7969 9068 0,'0'0'7345'16,"0"0"-6049"-16,0 0-568 0,0 0 24 15,100 16 472-15,-72-16-492 0,4-10-236 16,-1-2-203-16,1-8-133 0,0-5-76 16,5-7-84-16,-1-2-96 0,-1-5-221 15,-3 1-75-15,-4 4 28 0,-9-1 48 0,2 7 84 16,-9 2 72-16,-8 3 28 15,-4 4 56-15,0 0 64 0,-13 3-108 0,-2 4-52 16,-5-1 36-16,-1 4 100 0,2 4 24 16,-5 5-24-16,0 11 36 0,0 5 0 15,-3 9 208-15,3 4 60 0,0 8 100 16,-1 8-28-16,1 3 16 0,1 2-4 16,3 5-36-16,0 1-47 0,0-1-29 15,8-1 16-15,8-7-28 0,4-10 28 16,0-2-112-16,9-2-48 0,10-11-12 0,1 0-20 15,4-3-64-15,8-2 0 0,0-11-96 16,8-4-144-16,-1-2-340 0,2-6 44 16,-2-9-193-16,1-8-123 0,-5-5-312 15,1-1-1088-15,-4-2-2936 0,-8 5-3765 16,-4-12 6130-16</inkml:trace>
  <inkml:trace contextRef="#ctx0" brushRef="#br0">21117 7797 6292 0,'0'0'8369'16,"0"0"-7157"-16,43 77-320 0,-31-45 188 0,8-2 276 16,-4 3-228-16,4-8-424 0,-4 0-412 15,8-1-252-15,-5-6-40 16,6-5-72-16,-1-7-160 0,0-6-472 16,-1 0-116-16,5-12-140 0,0-7-836 0,0-6-2516 15,-8 2-2237-15</inkml:trace>
  <inkml:trace contextRef="#ctx0" brushRef="#br0">21495 7678 116 0,'0'0'980'16,"0"0"10017"-16,0 0-8881 0,-96 21-652 0,65 5-356 15,-1 9-28-15,0 6-168 0,0 10-4 16,4 3-136-16,-4 0-176 16,4 3-132-16,4 0-172 0,0-6-219 0,1-7-73 15,3-3-353-15,3-13-327 0,6-5-104 0,3-10-108 16,8-11-44-16,0-2-504 15,4-2-3216-15,11-23-3421 0</inkml:trace>
  <inkml:trace contextRef="#ctx0" brushRef="#br0">21961 7824 9128 0,'0'0'5357'0,"0"0"-4689"0,0 0-440 16,0 0-140-16,0 0 316 0,0 0 772 16,0 0 164-16,0 0-220 0,-84 19-300 0,69 12-248 15,-2 10-24-15,6 7 289 0,-6-1-37 16,9 0-268-16,1-3-120 0,7-2-136 15,0-10-156-15,0-6-108 0,7-3-12 16,1-9-8-16,5-1-64 0,2-3-72 16,5-7-196-16,1-3-240 0,-2 0 60 0,5-9-60 15,-4-1-29-15,4-3-267 0,-4-2-652 16,0-1-900-16,-1 0-2196 16,-6 3-2557-16,6-6 2813 0</inkml:trace>
  <inkml:trace contextRef="#ctx0" brushRef="#br0">22180 8049 7916 0,'0'0'7657'16,"0"0"-6349"-16,0 0-776 16,0 0-208-16,0 0 108 0,0 0 372 0,76 5 76 15,-57-21-208-15,9-9-468 0,0-3-204 16,4-4-316-16,-8-3-112 0,1 3-48 16,-2 0 132-16,-7 2 172 0,-4 0 60 15,-7 5 12-15,-2-1 100 0,-3 1 28 16,-3 6 68-16,-6 3-48 0,-3 4 164 15,0 5 104-15,-4 7 28 0,5 0-160 0,-6 16-24 16,-3 7 120-16,1 5-24 0,2 7 72 16,-2 6-72-16,3 4-36 0,4 2-40 15,-1 1-44-15,2-4-51 0,7-6-85 16,4-6-52-16,0-10-9 0,8-6-135 16,-1-7-84-16,10-2-204 0,-6-7-212 15,10 0-64-15,7-14-424 0,-4-4-1408 0,-1 3-3797 16</inkml:trace>
  <inkml:trace contextRef="#ctx0" brushRef="#br0">22687 7829 7352 0,'0'0'6613'0,"0"0"-4289"0,0 0-1352 16,0 96-424-16,-4-52 180 16,-1 11 732-16,-3 4 4 0,4 11-275 15,-3 3-425-15,7 7-260 0,0-1-116 0,-4 0-148 16,-1 0-72-16,5-2-116 0,-4-7-52 15,4-7-60-15,0-6 60 16,0-3-4-16,0-9-104 0,0-4-84 0,0-6-24 16,0-3-88-16,0-6-128 0,0-7-100 0,0-5-112 15,4-7-13-15,-4-3-59 16,0-4-432-16,5-11-636 0,-1-3-692 0,-1-12-392 16,1-6 79-16,4-6-131 15,-4-13-2052-15,1 10 4200 0,-5-32 240 0</inkml:trace>
  <inkml:trace contextRef="#ctx0" brushRef="#br0">22810 7934 3572 0,'0'0'8685'0,"0"0"-7613"16,0 0-816-16,0 0-16 0,0 0 484 0,0 0 396 16,0 0-276-16,79 2-268 15,-75 15-268-15,0 5-196 0,-4 4-60 0,0 2 32 16,-4 7 16-16,-8 0 24 0,-4 0-112 15,1 0 40-15,-6-3-16 0,2-4-36 16,-1-2-260-16,3-7-388 0,6-6-100 16,3-13 68-16,4 0-12 0,4-16-564 0,0-10-776 15,12-9-3197-15,-1 7-363 0,10-29 5304 16</inkml:trace>
  <inkml:trace contextRef="#ctx0" brushRef="#br0">23347 7258 1528 0,'0'0'11197'0,"0"0"-9617"16,0 105-596-16,-3-49 312 0,-5 21 244 15,-1 5 72-15,-2 8-64 0,3 2-539 16,0-7-329-16,-1-2-196 0,6-10-208 16,-1-10-84-16,4-9-128 0,0-9-64 15,4-14-12-15,8-1 8 0,0-16-44 16,3-3-120-16,2-5-208 0,-2-6-144 15,5-4 0-15,-3-9-1 0,2-1-147 0,-6-6-200 16,2-2-356-16,-7-7-852 0,0 1-1832 16,-8-7-1961-16,0 9-543 0,-12-19 6164 15</inkml:trace>
  <inkml:trace contextRef="#ctx0" brushRef="#br0">23145 7791 4332 0,'0'0'8329'0,"0"0"-5801"0,0 0-932 16,-69 70-664-16,65-53-180 0,4-2 320 0,8-2-60 15,9-4-156-15,11-2-251 0,11-4-153 16,6-3-104-16,6-7-20 0,8-8-124 16,1-5-204-16,-4-2-72 0,0-1-352 15,-12-2-192-15,0 3-161 0,-12 3-223 16,0 0-680-16,-13 2-1404 0,5 3-3921 0</inkml:trace>
  <inkml:trace contextRef="#ctx0" brushRef="#br0">24687 7743 3768 0,'0'0'8397'0,"0"0"-7349"0,0 0-156 15,0 0-296-15,63-72 160 0,-39 58 576 16,0 2-80-16,0 5-312 0,0 5-352 0,4 2-184 16,0 0-24-16,-5 7 312 0,5 2-156 15,-4 3-207-15,0 7-121 0,-4 1-52 16,0 2-24-16,-9 0-32 0,2 6-88 16,-9 4 48-16,-4-3-48 0,0 3-8 15,0-1-4-15,-8 4-4 0,-1 0-4 16,-2 0-88-16,-1-3-100 0,4-7 4 15,0-3 44-15,0-6 52 0,4-7 88 16,4-6-77-16,-4 1-123 0,4-4-48 16,0 0 12-16,0-4-36 0,8-1 112 0,4-8 104 15,4-9 56-15,3-6-52 0,9-5 12 16,-4-8-88-16,4 3-72 0,-3 0-48 16,-6-1 124-16,5 9 32 0,-8 3 100 15,4 8-12-15,-4 4 12 0,0 8 128 0,-4 4 140 16,4 3 24-16,-4 0-96 15,0 7 24-15,4 5 0 0,-4 4-36 0,-1 3-76 16,2 0-96-16,-6 4 36 0,1-1 12 16,-4 0-60-16,1 0-4 15,-1-1-8-15,0-1-132 0,-1-4-172 0,-3 0-76 16,4 0-108-16,0-3-76 0,0-1-148 16,1-5-688-16,-1 0-1076 0,0-7-2365 0,3 0-2571 15,1-7 6956-15</inkml:trace>
  <inkml:trace contextRef="#ctx0" brushRef="#br0">25846 7807 8916 0,'0'0'7393'15,"0"0"-5737"-15,0 0-684 0,0 0-432 16,0 0-48-16,95 0 312 0,-58-6-48 15,-2-1-367-15,5-2-377 0,3-1-12 0,-2 1-97 16,-2-1-123-16,1 1-204 16,-8-2-272-16,-4 6-196 0,-4 2-436 15,-12 0-1016-15,-4 3-2044 0,-8 3-1949 0,0 0 1297 16</inkml:trace>
  <inkml:trace contextRef="#ctx0" brushRef="#br0">25941 8051 3848 0,'0'0'9229'0,"0"0"-7601"0,0 0-924 16,0 0-76-16,0 0 116 0,0 0 756 15,0 0-268-15,96 42-424 0,-60-42-468 16,4-7-244-16,-1-3-96 0,6-2-96 16,-2-3-244-16,1-5-348 0,-4-2-308 0,4 0-724 15,-5-3-2884-15,-11 8-4461 0,13-8 7149 16</inkml:trace>
  <inkml:trace contextRef="#ctx0" brushRef="#br0">27245 7024 14617 0,'0'0'2536'0,"0"0"-1964"0,0 0-568 16,0 0 156-16,-25 91 580 0,5-43 892 15,1 8-196-15,-5 11-523 16,0 10-429-16,0 2-72 0,4 3 20 0,-4 1 196 16,-4-1-276-16,8-5-136 0,1-5-132 0,2-7-12 15,6-8 12-15,11-13 48 16,0-10-12-16,3-8-108 0,13-10-8 0,4-3-4 15,8-10-204-15,4-3-156 0,0 0-124 16,4-13-116-16,-1-6 56 16,-3 0 144-16,5-2 12 0,-5-2 96 0,-9 4 136 15,1-3 60-15,-8 3 96 0,0 0 96 0,-9 0-12 16,-7 2 76-16,0 2-88 0,-7-2-72 16,-9 8-280-16,-8 0 24 15,-8 9-21-15,-3 0 9 0,-10 7-24 0,6 4-136 16,-6 6-624-16,2-2-656 0,3 2-956 15,0 2-1741-15,8-7-2395 16,-12 7 4440-16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cm"/>
          <inkml:channel name="T" type="integer" max="2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cm"/>
          <inkml:channelProperty channel="T" name="resolution" value="1" units="1/dev"/>
        </inkml:channelProperties>
      </inkml:inkSource>
      <inkml:timestamp xml:id="ts0" timeString="2023-07-06T02:29:3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5271 4686 8644 0,'0'0'12'0,"0"0"3945"16,0 0-2553-16,0 0 248 15,0 0-72-15,0 0-120 0,0 0-284 0,0 0-184 16,0 0-192-16,0 0-299 0,0 0-113 16,0 12-112-16,3 7-32 0,1 11-28 15,1 14-80-15,3 10 56 0,3 15 48 16,-3 8 244-16,1 9-292 0,-1-2-132 16,-1 6-16-16,-3-1-44 0,5-3-108 0,-5-3 0 15,3-7-84-15,-3-7 0 0,0-12-40 16,5-12-8-16,-1-10-64 0,-1-13-56 0,1-9-28 15,1-10-136-15,2-3-229 0,1-9 45 16,0-7-244-16,0-7-376 16,-1-2-384-16,-2-9-320 0,-5-2-168 0,0-5-353 15,-4-1 13-15,0 0 612 0,0 9 316 16,0 1 1612-16,0 6 896 0,0 7 1320 16,8 6 172-16,0 7-79 0,4 0-325 15,-1 3-136-15,6 0-228 0,2 3-292 16,9 0-296-16,0 0-124 15,4 0-116-15,4 3-84 0,4 0-151 0,7-3-193 16,2 0-108-16,3 0-184 0,-5-3-72 0,1-7-60 16,0 0-28-16,0-2-248 15,-9 2-296-15,5-3-97 0,-11 4-91 0,2-3-440 16,-7 1-1092-16,-12 3-2232 0,4-9-2885 16</inkml:trace>
  <inkml:trace contextRef="#ctx0" brushRef="#br0">6183 4857 9460 0,'0'0'2077'0,"0"0"-629"16,0 0 52-16,0 0 268 0,0 0-212 16,0 0-372-16,0 67-376 0,8-38-220 0,0 9-88 15,4 9-124-15,0 7-48 0,-1 10-47 16,2 12-173-16,-1 3-108 15,-5 7-104-15,-2 1 43 0,-1-3-99 0,0-4-92 16,-4-4-164-16,4-6-48 0,-4-7-108 16,4-5-4-16,-4-5-100 0,3-5-352 15,1 0-444-15,1-7-924 0,-5-10-1861 16,8 11-1399-16</inkml:trace>
  <inkml:trace contextRef="#ctx0" brushRef="#br0">7143 6086 4972 0,'0'0'4232'0,"0"0"-3444"0,0 0-476 16,0 0 76-16,0 0 665 0,0 0-309 16,8 67-600-16,-8-51-144 0,0 3-180 15,-4-3-244-15,4-1-476 16,-4-5-869-16,4 6-2583 0</inkml:trace>
  <inkml:trace contextRef="#ctx0" brushRef="#br0">9873 4679 1368 0,'0'0'7492'0,"0"0"-4743"16,0 0-853-16,0 0-476 15,-16-66-304-15,4 47-48 0,3 3-100 0,-2-3-168 16,-1 2-184-16,0 3-176 16,-4 0 0-16,0 2-88 0,-3 2-24 0,-9 4-36 15,0 6-84-15,-4 0-112 0,-9 12 40 16,-6 7-15-16,-5 6 15 0,-8 15-128 16,-4 7 52-16,1 8 48 0,-1 8 12 15,-4 13-60-15,5 6-60 0,3 10 8 16,0 7 80-16,4 2-84 0,13 5 128 15,11-6-132-15,12-5 4 0,16-5 32 0,4-14 424 16,15-6 132-16,9-16-324 0,4-13-160 16,8-6-60-16,8-13 12 0,4-5 84 15,8-11-36-15,3-6 72 0,1-4-20 16,4-9-100-16,0-6 0 0,-5-3-52 16,1 0-8-16,-4-3-48 0,-12-1-36 0,-5 4-148 15,-11 0-128-15,-8-1-4 16,-4 4-96-16,-7 0-32 0,-9 0-164 0,0 0-221 15,-4 0-611-15,-9 1-1224 0,-6-5-1140 16,2 7-745-16,-18-9-747 0</inkml:trace>
  <inkml:trace contextRef="#ctx0" brushRef="#br0">9394 5407 1136 0,'0'0'7400'0,"0"0"-5036"0,0 0-591 16,0 0-53-16,0 0-44 0,0 0-216 15,0 0-320-15,0 0-84 16,0 0-200-16,81 9-164 0,-53-5-180 0,-1-4-147 0,1 0-209 15,-1 0-156-15,5-7 0 16,-4 4-168-16,4-4-273 0,-8 1-275 16,0-3-248-16,-4 6-532 0,-4-4-728 0,-4 4-444 15,-8 3-513-15,0 0-123 0,-4 0 716 16,0 0 580-16,-4 6 2008 16,0 4 116-16,0 6 2272 0,0-3 652 0,0 5-500 15,4 5-459-15,0 0-593 0,0 2-260 16,0 2-160-16,0 5-184 0,8 7-104 15,-4 5 232-15,4 3 356 0,-4 2-844 16,-4 1-280-16,0-2-144 0,0-1-100 0,0-3 0 16,0-5-88-16,4-4-56 15,0-3-100-15,4-10-196 0,8-2-244 16,-4-6-188-16,8-7-224 0,4-1-664 0,-1-6-984 16,-3-2-2457-16,8-18-2291 0</inkml:trace>
  <inkml:trace contextRef="#ctx0" brushRef="#br0">10390 5420 10076 0,'0'0'3977'16,"0"0"-3101"-16,0 0-600 0,0 0 240 0,0 0 812 15,0 0-40 1,0 0-252-16,0 0-352 0,0 0-268 0,0 0-292 16,80-32 80-16,-20 29 104 0,11-1 56 0,6 4 209 15,6 0 7-15,1 0-108 0,0 0-132 16,3 0-124-16,-4 0-120 15,1-3-96-15,0-3-12 0,0 0-60 0,-9-7-180 16,-3 0-160-16,-4 1-120 16,-13-5-52-1,-6 2-205-15,-6-2-435 0,-6-1-1128 0,-14 2-2104 16,-3-6-2829-16</inkml:trace>
  <inkml:trace contextRef="#ctx0" brushRef="#br0">11526 4968 6856 0,'0'0'1948'16,"0"0"-668"-16,0 0 9 0,0 0 531 0,0 0 108 16,0 0-356-16,99 61-480 0,-71-39-264 15,0 4-52-15,-4 6-152 0,0-1-172 16,-3 4-136-16,-6 3-192 0,-3 0 44 16,-7 3-68-16,-2 3-4 0,-3 5 16 15,-3-5-104-15,-10 6-4 0,-2-1-4 0,-6-2-4 16,-3 1-180-16,0-4-36 15,-3 0-24-15,-1-5-144 0,4-4-164 16,0-4-296-16,0-8-372 0,1-8-540 0,10-2-2256 16,-2-13-4505-16</inkml:trace>
  <inkml:trace contextRef="#ctx0" brushRef="#br0">12853 4464 7928 0,'0'0'1880'0,"0"0"93"16,0 0-401-16,0 0 152 0,0 0-88 15,0 0-36-15,0 0-308 0,0 0-364 0,12 104-124 16,-12-46-35-16,0 8-177 15,-4 17-132-15,-8 6-180 0,-8 6-64 16,-4 3-72-16,-4 6-132 0,-7-1-4 16,-6 1-8-16,-2-5-132 0,3-5 48 0,4-10-24 15,8-18 48-15,8-11-4 0,4-17-20 16,8-20 12-16,8-8-96 0,0-7-244 16,0-3-84-16,8-13-77 0,8-5-143 15,4-14-32-15,4-12-524 0,0-14-1124 16,0 14-1712-16,0-46-2629 0</inkml:trace>
  <inkml:trace contextRef="#ctx0" brushRef="#br0">12821 4816 10316 0,'0'0'2533'0,"0"0"-1541"0,0 0-484 0,0 0 892 16,0 0 304-16,0 0-332 0,95 29-308 15,-71-1-404-15,4 13-96 0,0 6-104 16,4 8 29-16,-8 2-189 0,0 6-56 15,-4 2-76-15,-4-2-56 0,-4 1-16 16,0-4-96-16,0 0 8 0,-4-3 52 0,4-6-60 16,-4-4 0-16,0-8-48 0,-1-8 0 15,2-6-24-15,-5-8-16 0,3-4-80 16,-3-7-220-16,-4-4-161 0,0-2-55 16,0 0 164-16,-7-8 60 0,-6-5-84 15,-6-10 84-15,-5-2-24 0,-8-7 120 0,0 0 24 16,-4-5 40-16,1 2 20 15,-2 0-72-15,5 3 112 0,5 3 160 0,7 4 68 16,3 9 240-16,10 7 212 0,3 2 8 16,4 4-100-16,4 3-156 0,3-3-52 15,10 3 0-15,7-6-36 0,8-1-4 16,0 1-20-16,7-4-160 0,-3-2-80 16,3 2-68-16,-2-2-204 0,3-5-580 0,3 2-560 15,-6-5-2576-15,-5 8-1397 0,7-4-2667 16</inkml:trace>
  <inkml:trace contextRef="#ctx0" brushRef="#br0">13518 5279 13981 0,'0'0'2172'0,"0"0"-1120"0,-11 71-444 0,2-36 576 16,-3 6 332-16,1 0-127 0,2-3-505 16,5-3-376-16,0-9-228 0,4-4-100 0,4-10-156 15,9-2-24-15,2-4-96 0,9-2 88 16,1-4-52-16,3-7-24 15,3-6-88-15,5-6-116 0,-4-3-88 0,0-3-12 16,-8 0 60-16,-1 2 123 0,-7-2-3 16,-4 2 124-16,-4 8-12 0,-3 2 32 15,-2 0 64-15,-3 10 208 0,0 3 193 0,0 0-37 16,0 9-96-16,0 8-4 16,-3 8-80-16,-2 3 56 0,1 4 52 15,4 3 20-15,0 0-44 0,0-10-124 0,0-2-144 16,0-4-36-16,12-10-156 0,0-6-220 15,8-3 0-15,8-9-72 0,4-13-72 16,8-7-273-16,-1-9-463 0,6-7-1304 16,-14 13-2132-16,13-24-1865 0</inkml:trace>
  <inkml:trace contextRef="#ctx0" brushRef="#br0">14235 4820 3116 0,'0'0'9677'0,"0"0"-7921"16,0 0-936-16,0 0 388 0,-8 101 664 15,1-54 44-15,-2 8-359 0,5 6-573 16,0-2-356-16,1 1-132 0,3 1-76 16,0-1-384-16,3-6-36 0,5-6-132 0,5-7-192 15,2-10-232-15,1-5-184 0,5-3 340 16,-2-9 136-16,-3 0-41 0,-4-8-99 16,-4 1-180-16,-4-7-464 0,-4 0-628 15,0-3-520-15,-12-7-460 0,-3 1-285 16,-10-7 493-16,-6-3 1512 0,-1-7 936 0,-9 0 688 15,6 1 752-15,-9-3-40 16,8 5-63-16,5 5 163 0,6 5-4 0,13 7-48 16,8 1-124-16,4 5-408 0,0 0-276 15,16 0-160-15,5 0-40 16,11 0 24-16,7 0-36 0,8 0-64 0,6-11-192 16,2-5-116-16,5-4-56 0,0-2-184 15,0 0-520-15,0-3-360 16,-9 0-416-16,-7 8-1648 0,4-8-5657 0</inkml:trace>
  <inkml:trace contextRef="#ctx0" brushRef="#br0">15180 4851 6748 0,'0'0'3888'0,"0"0"-2831"16,0 0-201-16,0 0 152 0,0 0 400 0,-76-63-48 0,68 59-312 16,4 4-204-16,0 4-252 15,0 9-140-15,0 12 368 0,1 13 220 16,3 12-215-16,-9 14-169 0,5 6 44 0,0 6-108 16,-4-3-228-16,1 0-124 15,-2-7-240-15,1-5-48 0,4-7-24 0,4-9-12 16,0-7-12-16,4-6-24 0,4-10-4 15,12-3-260-15,1-10 8 0,10-5-108 16,1-8-84-16,12-9-137 0,-1-12-331 16,5-6-1348-16,-16 1-2772 0,12-17-3577 0</inkml:trace>
  <inkml:trace contextRef="#ctx0" brushRef="#br0">15539 4781 12777 0,'0'0'3104'0,"0"0"-2276"16,0 76-580-16,0-35 300 0,-9 14 332 16,-3 2 728-16,-4 3-328 0,5 1-331 0,-1-4-381 15,3 0-204-15,-2-10-220 0,3 1-144 16,-1-7-120-16,5-2-132 16,-3-5-236-16,7-2-237 0,0-9-251 0,0-4-160 15,4-4-228-15,3-8-880 0,6-7-936 16,-9 0-1317-16,3-10-1247 0</inkml:trace>
  <inkml:trace contextRef="#ctx0" brushRef="#br0">15435 5284 11941 0,'0'0'2496'15,"0"0"-704"-15,0 0-732 0,0 0 216 16,0 0-24-16,80-7-188 0,-52 7-188 16,11 0-211-16,1 0-141 0,8-4-80 15,8-8-236-15,-1-4-208 0,5-9-160 16,0-7-252-16,3 0-292 15,-7-3-281-15,0 0-367 0,-4-3-592 0,-12 13-2080 16,3-17-2725-16</inkml:trace>
  <inkml:trace contextRef="#ctx0" brushRef="#br0">16211 4740 9684 0,'0'0'2513'0,"0"0"-1517"0,-4 98-208 0,4-57 1044 16,0 14 104-16,0-1-64 0,0 0-356 0,0-4-591 15,0 1-393-15,0-3-268 16,0-7-264-16,0-3-12 0,4-3-300 0,1-9-344 16,7-7-161-16,3-3-23 0,5-10-140 15,4-3-908-15,-3-3-2528 0,11-14-4877 16</inkml:trace>
  <inkml:trace contextRef="#ctx0" brushRef="#br0">16980 4717 4608 0,'0'0'6945'0,"0"0"-4605"0,0 0-432 16,56 77-380-16,-43-45-612 0,-2 3-92 16,-3 7 132-16,0 2-404 0,-3 6-212 0,-5 7 60 15,0 3-168-15,-13 4-160 0,-2 3-64 16,-13-1-8-16,-8 1-180 0,-8 0-308 15,-4-7-120-15,-12 3-4 0,1-5-76 16,-14 0-248-16,2-6-292 0,-8 0-848 16,19-14-2581-16,-44 13-5011 0</inkml:trace>
  <inkml:trace contextRef="#ctx0" brushRef="#br0">10734 4254 8036 0,'0'0'5085'0,"0"0"-4421"16,0 0-576-16,0 0-76 0,11-66 672 15,1 49 540-15,4 2-256 0,0-1-324 16,4 4-196-16,4 1-4 0,0 8-84 0,-5 1-80 16,6 2-44-16,-5 2-116 15,-5 8 80-15,2 6-80 0,-6 3 112 0,-3 6-60 16,-4 7 84-16,-4 3-108 0,0 6-76 16,0 3-68-16,-4 2 40 0,0 1-44 15,4-6-12-15,4-6-72 0,9-9 12 16,2-4 72-16,9-9 0 0,0-7 60 15,8-3-56-15,0-3 0 0,0-3-8 0,3-10-176 16,-3-4-344-16,4-1-372 0,0-8-116 16,-4-2-384-16,-4-4-884 0,-8 7-2333 15,4-17-2567-15</inkml:trace>
  <inkml:trace contextRef="#ctx0" brushRef="#br0">11271 3889 4148 0,'0'0'352'16,"0"0"5960"-16,0 0-4615 0,0 0-385 16,-11 70 180-16,6-38-44 0,5 6-132 15,0 6-260-15,-4 13-416 0,0 7-164 16,-4 9-256-16,-3 9-220 0,-6 7-72 0,-3 4-196 16,1-1-112-16,2-1-272 0,-2-2 12 15,6-3-52-15,2-3-400 16,3-10-936-16,8-7-1212 0,0-18-2585 0</inkml:trace>
  <inkml:trace contextRef="#ctx0" brushRef="#br0">7171 8043 2704 0,'0'0'8877'15,"0"0"-7777"-15,0 0-360 16,-12-90 216-16,0 62 104 0,-3-1 8 16,-5 4-232-16,-5-1 4 0,-6 7-136 0,-1 6-116 15,-8 4-48-15,0 6-28 0,-8 3 24 16,0 6 0-16,1 13 13 0,-1 7-185 16,-3 8-40-16,2 14-116 0,6 6-100 0,-2 9 24 15,10 11-48-15,11 5 28 16,4 10 32-16,12 3-48 15,4-1 60-15,4 2-88 0,12-5-64 0,8-7-8 16,4-12-4-16,4-12-52 0,0-9 60 16,7-13-44-16,1-7 44 0,0-9 0 0,-1-9 0 15,-2-4 0-15,3-6-12 0,-4-6 8 16,-4-4-92-16,0-9-48 0,-9 0-196 16,-2-3-72-16,-6 0-388 0,-11 0-133 15,0 3-215-15,-11-1-128 0,-10 1-436 16,-3 0-232-16,-4-3-432 0,-4 0-1565 0,0 0 769 15,1 0-1028-15,-1 0 2881 16,8 6 1319-16,1 5 3959 0,10 6 189 0,5 5-1432 16,8 0-839-16,4 5-389 0,13 9-188 15,6-5 268-15,5 4-144 0,8-4-316 16,4-5-388-16,3-4-328 0,2-10-208 16,2-6-96-16,1 0-88 0,-4-5-160 15,-9-3-572-15,-3 6-196 0,-4-5-60 0,-4 5-4 16,-7 2-384-16,-6 3-812 0,-7 1-709 15,-4 5 77-15,-4 7 568 0,-7 0 1420 16,-10 3 832-16,5 13 1300 0,-3 6 716 16,-2 7 404-16,6 6-339 0,-1 5-461 15,4 9-296-15,-4 5-104 0,8 3-16 0,-4 3-244 16,4 0-220-16,4 1-180 0,0-4-72 16,4-3-160-16,0-7-188 15,8-5-140-15,0-10-268 0,8-10-340 0,4-6-448 16,3-7-260-16,5-6-744 0,-8-3-2240 15,16-16-3709-15</inkml:trace>
  <inkml:trace contextRef="#ctx0" brushRef="#br0">7602 8413 14529 0,'0'0'1852'0,"0"0"-1852"0,0 0 224 15,0 0-160-15,0 0 940 0,24 70 492 0,-20-28-308 16,0 5-432-16,-4 7-272 0,0 3-59 16,-4 1-49-16,0-2-132 0,-5-2-208 15,1-2-36-15,5-8-84 0,-5-3 24 0,4-5-100 16,4-3-8-16,-9-3-136 15,9-8-169-15,-4-6 57 0,4-7 40 0,0-5-76 16,0-4-308-16,0-7-432 0,0-8-800 16,0 2-1852-16,8-26-2605 0</inkml:trace>
  <inkml:trace contextRef="#ctx0" brushRef="#br0">7686 8388 14073 0,'0'0'1776'0,"0"0"-1548"16,0 0-48-16,0 0 768 0,0 0 672 0,0 0-504 16,0 0-664-16,0 0-148 0,0 0-12 15,99 32-36-15,-63-3-108 0,3 5 104 16,10 1-68-16,-6 10-39 0,5-1-97 16,-8 0-44-16,-1 1 0 0,-2 0-4 0,-5-4-8 15,0 1 4-15,-9-4-8 16,1-4-60-16,-4-2 0 0,0-4-25 0,-4-2-99 15,-1-4 16-15,2-2-212 0,-10-8-96 16,6 1 88-16,-9-7-44 16,-4-6-120-16,0 0-160 0,0 0-68 0,0 0 20 15,-9-4-156-15,-2-2-724 0,-1-1-1184 16,-1 1-2001-16,-10 3-635 0</inkml:trace>
  <inkml:trace contextRef="#ctx0" brushRef="#br0">7581 9210 12917 0,'0'0'2096'0,"0"0"-1168"0,0 0-296 16,0 0 376-16,4-69 240 0,17 34-268 16,7-7-196-16,11-2-152 0,9-7-11 0,12-3-29 15,4-4-264-15,3 2-232 16,5 2-96-16,4 0 8 0,-1 4-8 0,5 1-48 0,-4 8-36 15,-4 3-168-15,-8 6-513 16,-1 0-319-16,-12 7-336 0,-2 3-1092 16,-17 6-2056-16,-1-6-2249 0</inkml:trace>
  <inkml:trace contextRef="#ctx0" brushRef="#br0">8908 8029 9912 0,'0'0'1933'16,"0"0"-81"-16,0 0-232 15,0 0 460-15,76 61-388 0,-56-17-480 0,-4 13-212 16,-4 13-319-16,0 7 219 0,-8 5-272 16,0 1-256-16,-4-4-92 15,-8-4-208-15,0-1-72 0,-4-4 0 0,0-7-12 16,4-6-36-16,-4-6-108 0,4-6-112 16,0-11-192-16,8-9-120 0,-4-5-48 15,4-10-17-15,0-7-51 0,0-3-184 0,9-3-260 16,-2-10-36-16,5-9 220 0,0-4 300 15,0-6-48-15,0 1 88 0,0-4 616 16,0 3 60-16,4 4 524 0,-1 3 80 16,6 6 152-16,7 5 280 0,7 5 52 15,9 2 52-15,4 4-104 0,4 0-195 16,-5-3-297-16,6-1-252 0,-1-2-148 0,-5-4-128 16,1-6-76-16,-1-3-44 0,-2-6-208 15,-6-4-364-15,1-3-441 16,-8 0-395-16,-4 0-1384 0,-8 12-3036 0,-8-14-4593 15</inkml:trace>
  <inkml:trace contextRef="#ctx0" brushRef="#br0">9641 8213 12209 0,'0'0'1620'0,"0"0"-820"0,0 0 396 15,-7 95 420-15,7-50 160 0,0 3-308 16,0 6-556-16,0-1-399 0,0 5-285 15,0 5-216-15,0 1-12 0,0-1-240 16,0 5-577-16,0 1-379 0,0-2-532 0,0-20-1216 16,0 26-3285-16</inkml:trace>
  <inkml:trace contextRef="#ctx0" brushRef="#br0">7800 9528 7036 0,'0'0'2556'0,"0"0"-247"0,0 0-1437 16,0 0-172-16,60-89 216 0,-36 60 132 16,4 1-4-16,0-1-360 0,0 10-436 15,-3 6-248-15,-6 7 0 0,1 6-12 16,-5 3 12-16,2 17 148 0,-2 2 52 15,-2 10-112-15,-5 5 24 0,-1 2 60 16,2 2 100-16,-1 3 392 0,-1-3-172 0,1-3-200 16,1-2-48-16,-1-5-72 0,3-8-36 15,2-5-132-15,-2-8 0 16,10-3 76-16,-2-4 56 0,1-3-52 0,4 0-20 0,-1-10-64 16,1-6-108-16,1 0-248 15,-1-6-132-15,0-6-556 0,-1-1-400 0,-3-3-852 16,-3 7-2325-16,-2-13-1639 0</inkml:trace>
  <inkml:trace contextRef="#ctx0" brushRef="#br0">8350 9338 6384 0,'0'0'2104'0,"0"0"-1132"0,-11 88 717 16,11-40 631-16,0 6-180 0,4 10-400 15,3-1-220-15,6 4-404 0,-1 5-408 0,-1-2-292 16,6 3-152-16,-2-6-200 0,1-7-64 15,5-2-64-15,-2-8-92 0,9-4-392 16,-4-9-380-16,8-5-192 0,4-7-476 16,-1-9-868-16,-3-7-3061 0,13-9-2251 15</inkml:trace>
  <inkml:trace contextRef="#ctx0" brushRef="#br0">10637 8579 10676 0,'0'0'2133'0,"0"0"-1305"16,0 0-648-16,0 0 428 0,0 0 640 0,0 0 296 16,92-29-468-16,-48 22-324 0,7 2-236 15,14-2-64-15,-1 1-96 0,-1-1-188 16,-3 4-168-16,-5 0-48 0,-10 3-96 16,-2-4-4-16,-7 4-280 0,-8 0-344 15,-4 0-428-15,-8 4-340 0,-4 2-1052 0,-8-2-3089 16,-8 5-1599-16</inkml:trace>
  <inkml:trace contextRef="#ctx0" brushRef="#br0">10777 8788 7976 0,'0'0'4833'0,"0"0"-3849"0,0 0-820 16,0 0-100-16,0 0 568 15,0 0 528-15,0 0 144 0,80-3-584 0,-36-3-500 16,4-4-216-16,-1 1-4 0,9-1-208 0,-4 1-812 15,-1 2-472-15,-2 1-944 16,-10-1-2957-16,13-2-1859 0</inkml:trace>
  <inkml:trace contextRef="#ctx0" brushRef="#br0">12793 8115 7584 0,'0'0'6545'0,"0"0"-5481"0,0 0-636 16,0 0-152-16,0 0 316 0,0 0 688 15,0 0-292-15,0 0-312 0,-100-47-260 16,65 59-60-16,-5 14-16 0,-4 4 212 0,0 16-56 16,0 8-83-16,4 9 23 0,1 10 112 15,-1 10 44-15,4 5-196 16,0 12-32-16,4-2-184 0,4 4 60 0,9-11-32 15,2-5 8-15,13-13-48 0,4-9-60 16,12-17-36-16,12-8 24 16,12-14 0-16,12-10-36 0,8-11-12 0,8-4-8 15,-1-16-40-15,1-4 0 0,-4-5-172 16,-4-4-128-16,-5 1-60 0,-3 0-88 0,-12-1-128 16,-8 7-80-16,-8 0-116 15,-12 3-577-15,-8-1-1059 0,-8 8-2292 16,-24-8-3209-16</inkml:trace>
  <inkml:trace contextRef="#ctx0" brushRef="#br0">12394 8890 14969 0,'0'0'2472'0,"0"0"-1396"16,0 0-548-16,97 16 416 0,-54-16 448 0,5 0-459 16,0-10-377-16,4-10-324 0,-1-1-148 15,1-5-84-15,-4-2-156 16,0-1-340-16,-8 4-393 0,-4-1-255 0,-8 8-372 0,-5 2-1000 15,-11 0-1504-15,-4 9-697 16,-8 0-1563-16</inkml:trace>
  <inkml:trace contextRef="#ctx0" brushRef="#br0">12888 8760 9156 0,'0'0'4309'0,"0"0"-2421"16,-39 91-432-16,31-49 20 0,4 6-172 16,4 5-228-16,0-2-188 0,0 0-267 0,12-6-137 15,4-4-192-15,0-6-204 0,4-7-88 16,4-5-220-16,4-8-128 0,-1-2-236 15,6-10-169-15,-1-3-211 0,-1 0-532 16,-7-9-1304-16,12-17-3417 0</inkml:trace>
  <inkml:trace contextRef="#ctx0" brushRef="#br0">13705 8508 10664 0,'0'0'8021'16,"0"0"-6941"-16,53 99-752 0,-38-55-144 0,9 11 452 16,-4-5 893-16,4 1-353 0,0-3-488 15,8-7-520-15,-1-6-160 0,10-10-8 0,-2-2-60 16,9-10-300-16,0-8-124 0,0-1-168 16,-8-4-184-16,3-7-137 0,-7-2-627 15,-8-4-1344-15,-4 1-2648 0,-4-14-3249 16</inkml:trace>
  <inkml:trace contextRef="#ctx0" brushRef="#br0">14323 8455 13073 0,'0'0'1856'0,"0"0"-1076"0,0 0-592 0,-68 92 168 0,33-48 688 16,-10 8 416-16,-2 4-488 0,-9 5-348 15,0 3-296-15,-7-1-156 0,-5 0-136 0,4 0-36 16,4-5-148-16,4-4 52 0,13-7-196 15,11-9-332-15,8-10-372 0,4-4-176 16,12-12-480-16,4-3-1056 0,4-9-3101 16</inkml:trace>
  <inkml:trace contextRef="#ctx0" brushRef="#br0">14933 8293 3816 0,'0'0'14685'0,"0"0"-12945"16,0 0-1312-16,-4 101-356 0,-9-50 160 16,-2 7 388-16,-1 2 545 0,-4 3-377 15,0 1-356-15,5-1-200 0,-2-6-124 0,1 1-96 16,4-11-12-16,1-2-80 0,2-11-40 15,9-2-148-15,-4-13-164 0,4-2-76 16,4-15-208-16,8-2-73 0,0-7-199 16,1-7-224-16,-2-5-516 0,1-8-440 15,0-1-332-15,-4-7 47 0,0-3 513 16,0-1 132-16,0-1 612 0,4 2 1196 16,0 6 2056-16,4 10 1192 0,4 3-399 15,4 9-825-15,-1 4-472 0,5 3-240 0,0-1-108 16,4 4-248-16,0 0-312 15,0 0-268-15,0 0-131 0,-4-3-165 0,3-3-80 16,1-6-205-16,0-1-503 0,0-7-316 16,0-2-276-16,0-3-696 0,-12 9-2164 15,12-16-2389-15</inkml:trace>
  <inkml:trace contextRef="#ctx0" brushRef="#br0">15498 8274 6504 0,'0'0'8657'0,"0"0"-7369"15,0 0-916-15,-32 95-12 0,17-54 608 16,2 6 792-16,-2 8-248 0,2 5-555 0,-2 4-473 16,-1 6-108-16,0-1 0 0,-4 7 24 15,1-2-260-15,-2-5-140 16,-3 1-208-16,0-3-540 0,5-4-388 0,-1 0-497 16,8-14-2167-16,-4 17-3025 0</inkml:trace>
  <inkml:trace contextRef="#ctx0" brushRef="#br0">6876 12109 288 0,'0'0'9520'0,"0"0"-8343"16,0 0-33-16,0 0-712 15,0 0 132-15,-47-79 504 0,30 65 20 0,2 2-116 16,-1 3-348-16,-4 3-64 0,8 2 180 16,-4 4 88-16,0 6-192 0,4 11-168 0,-4 12 20 15,1 12-208-15,-6 13 48 0,6 9-84 16,-2 0-28-16,6 1-7 16,-2-7-65-16,9-13-44 0,4-9-100 0,0-15-4 15,0-8-156-15,12-12-33 0,1 0 105 16,7-9 76-16,-1-14 0 0,5-2-108 15,0-11 48-15,-1 3-124 0,5-9-168 16,-3 7 72-16,-5 4-28 0,-1 5 28 0,-2 7 120 16,3 10 100-16,-9 4-4 15,6 5 76-15,-2 14 100 0,2 8 84 0,-2 3 24 16,2 10 36-16,2 4 12 0,-7 1 24 16,4 4-48-16,-4 5-12 15,0 5 20-15,-1-1-31 0,-2 5-65 0,-1-1 64 16,-4 3-100-16,-4 1 0 0,0 2-8 0,0-2-88 15,-4-2 0-15,-9-1 72 16,-2-1-24-16,-2-10 60 0,2-2-8 16,-5-13 44-16,1-7 84 0,-2-9 64 0,1-9-88 15,-3-7-56-15,3-3-76 16,-8-10-76-16,3-6-8 0,-3-8-4 0,0 0-96 16,0-2 4-16,5 1 0 0,7-1 24 15,1 4-96-15,2 5 96 0,5 2-88 16,1 1 16-16,3 2-132 0,4 2-28 15,-4 1 0-15,4-5 0 0,0 4-109 0,8-6-219 16,-1 4-196-16,10-4-352 16,-2-3-464-16,5 2-600 0,0 5-2005 15,8-12-2399-15</inkml:trace>
  <inkml:trace contextRef="#ctx0" brushRef="#br0">7566 12281 5852 0,'0'0'6045'0,"0"0"-4625"15,0 0-620-15,0 0 452 0,0 0 280 0,0 0-56 16,0 0-456-16,0 0-200 0,12 79-112 15,-9-42-196-15,-3 5-99 0,0-3-73 16,4-2-100-16,-4-5-240 0,4-7-48 16,1-8-72-16,3-4-60 0,-4-4-113 15,-1-6-255-15,5-3-120 0,1-6 8 16,-1-7-128-16,-1-3-544 0,1-10-1144 0,1 5-3181 16,-5-14-2387-16</inkml:trace>
  <inkml:trace contextRef="#ctx0" brushRef="#br0">7737 11734 6856 0,'0'0'7749'0,"0"0"-6641"0,0 0-844 0,0 0 688 0,20 96 796 16,-16-55-216-16,0 0-388 15,0 7-463-15,-1 0-293 0,2 0-120 16,-1-1-100-16,0-3-92 0,0 0-76 0,0-5-12 15,0-7-88-15,3-4-32 0,2-9-36 16,-1-6-28-16,-1-7-8 0,6-2 32 16,-1-8 88-16,-1-9 76 0,6 1-101 15,-2-7-51-15,1 0 40 0,0 3-4 0,0 4-8 16,-4 5-28-16,4 0 112 16,-4 0 40-16,4 7-4 0,0 0 12 0,0 5 8 15,-4 1 40-15,4 4 88 0,-4-4-28 16,-1 3-8-16,-2 1-28 0,-1 2-12 15,-1 1 36-15,-3 0-48 0,1-1-48 16,-5 1-108-16,0 3-88 0,0 0-240 16,0-1-260-16,-5 4-208 0,-3 1-304 15,1 2-812-15,-1-6-800 0,-8 9-3017 0</inkml:trace>
  <inkml:trace contextRef="#ctx0" brushRef="#br0">6032 12074 5092 0,'0'0'1968'16,"0"0"-280"-16,0 0-72 0,0 0-83 0,-56 76-101 16,48-41-188-16,4 3-272 0,4 10-116 15,0 6-84-15,8 4-40 16,7 5-16-16,6 3-112 0,3 1-112 0,0 0-188 15,-1-1-144-15,1-6-160 0,0-5 0 16,4-7-88-16,0-11-132 0,4-8-404 16,4-6-248-16,7-15-44 0,6-8-204 0,3-3-304 15,8-19-712-15,-13 3-2317 16,29-25-2339-16</inkml:trace>
  <inkml:trace contextRef="#ctx0" brushRef="#br0">8706 11893 10392 0,'0'0'1073'0,"0"0"-777"15,95 19-196-15,-59 1 924 0,-4 1 832 0,-8 11-708 16,0 3-320-16,-13 7 32 0,1 2 68 15,-3 7-144-15,-9 6-428 0,0 3-232 16,-9 5-80-16,-6-2-44 0,-10 3-108 16,1 0-164-16,-8 2-180 0,4-5-68 15,-7-6-8-15,7-3-80 0,-4-9-276 16,0-4-340-16,0-6-1072 0,8-13-1641 16,-8 0-1739-16</inkml:trace>
  <inkml:trace contextRef="#ctx0" brushRef="#br0">9785 12230 13685 0,'0'0'2336'0,"0"0"-1096"15,0 0-756-15,0 0-212 0,0 0 456 0,0 0 660 0,0 0-280 16,0 0-391-16,0 0-389 16,0 0-184-16,0 0-100 0,28 0-44 15,-20-3-124-15,3-1-92 0,2-3-513 0,-1 2-407 16,4-4-852-16,-8 4-2876 15,-1-3-5465-15</inkml:trace>
  <inkml:trace contextRef="#ctx0" brushRef="#br0">10889 11764 12237 0,'0'0'1304'16,"0"0"-656"-16,0 0-408 0,0 0 344 0,-92 25 508 15,68-10 48-15,0 11-248 0,-4 2-116 16,8 10 24-16,1 7-44 0,-2 9-96 16,10 7 141-16,3 2-229 0,-1 3-184 15,9 5-160-15,0-5-168 0,0-2-60 16,9-4-92-16,3-6-152 0,-1-7-104 0,6-8-100 16,-2-11-17-16,9-9-179 0,0-9-88 15,8-10-100-15,8-10-324 16,4-12-964-16,-12 0-2024 0,28-26-3193 0</inkml:trace>
  <inkml:trace contextRef="#ctx0" brushRef="#br0">11479 12056 15985 0,'0'0'2120'0,"0"0"-1392"15,0 0-424-15,0 0 336 0,-105 53 680 16,74-21-323-16,-5 10-285 0,4 5-312 15,4 1-144-15,9-1-52 0,2-3-108 16,6-11-96-16,7-5-60 0,4-9-48 0,4-6-48 16,7-7 8-16,1-3 52 15,4-3-24-15,5-3-100 0,2-13-8 16,1-6-4-16,0-4-116 0,-4-6-105 0,3 4-107 16,-6-1 36-16,-6 7 72 0,2 7 124 15,-5 2 120-15,-5 6 132 0,1 7 76 16,0 0 88-16,0 10 280 0,1 3 8 15,3 9 40-15,-1 3-52 0,1 7-8 0,5 5-4 16,-2 5-87-16,6 3-45 0,-2 5 0 16,-2 5-64-16,2-1 36 0,-3 3 4 15,0 0-40-15,-4 0-36 0,-8 0-60 16,0 0-52-16,0 1 80 0,-8-4-4 16,-8-4-24-16,4-1 12 0,-8-16-24 15,8-7 24-15,-4-10 0 0,0-7 24 16,0-9-20-16,1-2-76 0,-6-11-72 15,-7-9 0-15,4-6-96 0,-3-11-120 16,-1-9-160-16,-4-7-184 0,8-8-157 16,-4-6-183-16,4-7-512 0,5-4-964 0,6 20-1720 15,2-36-2369-15</inkml:trace>
  <inkml:trace contextRef="#ctx0" brushRef="#br0">12084 11131 4376 0,'0'0'11229'0,"0"0"-10037"15,36 66-792-15,-32-20 156 0,0 7 984 16,-4 15 320-16,-4 1-283 0,-5 4-621 16,2-1-412-16,3-1-196 0,0-8-80 0,-4 1-76 15,3-10-188-15,2-3-4 0,-1-7-60 16,4-5 48-16,0-6-72 15,0-7 24-15,0-3-16 0,0-7 4 0,4-4-36 16,-1-2 60-16,2-7-12 0,-5 0-24 16,4-3-96-16,4 0-64 15,0 0 40-15,4-9 36 0,0-1 24 0,4 1-4 0,-1-4 40 16,-3 3 24-16,4 4 24 16,-4 6 12-16,-3 4 48 0,2 8 120 15,1 4 72-15,-3 9 28 0,-6 4-64 0,1-1 24 16,0 1-8-16,-4-3-72 0,0-1-100 15,0-6-84-15,0-3-88 0,4-7-212 16,0-2-248-16,0-7-116 0,8 0-117 16,4-10-723-16,4-6-904 0,0 1-588 15,16-11-2093-15</inkml:trace>
  <inkml:trace contextRef="#ctx0" brushRef="#br0">12622 11887 8944 0,'0'0'2081'15,"0"0"-845"-15,0 0-548 0,0 0 204 0,0 0 464 16,0 0 4-16,0 0-216 0,0 0-328 16,0 0-188-16,84-50-64 0,-73 52-76 15,1 8-84-15,1 3-40 0,-2 3-96 0,6 6 0 16,-2 3 24-16,1 3 193 0,0 8-13 16,0-2-180-16,0 1-112 0,-4 4-96 15,-4-4 40-15,0 5-52 0,-4-1-60 16,-4-1-12-16,0-3 0 0,-8 3-80 0,-4 0-44 15,-4-3-104-15,0-3-40 16,0-3-20-16,-4-4-4 0,0 0-84 16,4-9-97-16,1-4-87 0,2-5-136 0,1-4-140 15,1-3-368-15,6-12-832 0,1 2-1076 16,4-15-2629-16</inkml:trace>
  <inkml:trace contextRef="#ctx0" brushRef="#br0">13773 11991 16161 0,'0'0'2340'0,"0"0"-1284"16,0 0-800-16,0 0-120 0,0 0 108 0,0 0 172 15,0 0 44-15,0 0-372 0,88 20-88 16,-68-20-452-16,-1-3-220 0,2-4-196 16,-1-3-180-16,3 2-332 0,-3-3-836 15,-8 5-2673-15,0 0-2383 0</inkml:trace>
  <inkml:trace contextRef="#ctx0" brushRef="#br0">13722 12150 15809 0,'0'0'1912'0,"0"0"-1912"0,0 0-52 15,0 0 52-15,0 0 832 0,0 0 480 16,0 0-396-16,75 22-816 0,-55-22-100 0,4 0-244 16,-4 0-124-16,0 0-232 15,-1 0-320-15,2 0-380 0,-5 0-1168 0,0-3-3865 16</inkml:trace>
  <inkml:trace contextRef="#ctx0" brushRef="#br0">11550 11595 7976 0,'0'0'2564'0,"0"0"-1815"15,0 0-337-15,0 0 1568 0,0 0-636 16,0 0-60-16,0 0-348 0,0 0-120 16,0 0 36-16,4 48-52 0,-4-33-264 15,0 5-232-15,0 2-132 0,0 3-120 0,-4 7-52 16,4 0-132-16,0-1-16 0,0 0-132 15,0 2-368-15,0 2-236 0,0-7-392 16,8 1-600-16,-4-14-2753 0,8-2-3267 16</inkml:trace>
  <inkml:trace contextRef="#ctx0" brushRef="#br0">12614 11290 312 0,'0'0'14641'0,"0"0"-12893"16,0 0-1748-16,0 0-468 0,0 0 468 0,0 0 664 16,0 0 340-16,-5 67-248 0,5-35-400 0,0 5-272 15,0 2-12-15,0 5-72 16,0-3-136-16,0 4-272 0,-7-3-468 15,-1 2-332-15,-4 0-756 0,4-9-2637 0,-12 9-3347 16</inkml:trace>
  <inkml:trace contextRef="#ctx0" brushRef="#br0">15558 11851 8128 0,'0'0'1168'16,"0"0"-392"-16,0 0 36 0,0 0 473 15,0 0-97-15,0 0-296 0,0 0-60 0,-8-66-152 16,8 59-124-16,0 5-44 0,-4-2-52 16,4 4-76-16,-3 0-60 15,-6 0-128-15,1 0-60 0,-3 6-72 0,-6 5 8 16,-2 4-72-16,-1 11 76 0,-4 6-16 16,-1 6 64-16,2 6 12 0,3 7 12 0,4 3-40 15,0 0-8-15,8-4-100 0,0-6-48 16,8-4-4-16,0-6-8 15,5-12-64-15,2-6-24 0,1-3-72 0,8-10 48 16,0-3 24-16,4-3 136 0,4-10-40 16,-1-6-20-16,5-3-116 0,-3-7-108 15,2 1-64-15,-6 0 24 0,-2 2 0 16,-3 3 48-16,-8 4 48 0,4 4 24 16,-8 2 116-16,-4 7 92 0,4 3 8 15,-4-1 100-15,0 4-12 0,0 0-76 0,0 0-4 16,0 0 108-16,0 4 148 15,4 5-64-15,0 4 188 0,4 2 84 16,0 11-160-16,4 2 60 0,0 7-76 0,4 7-28 16,0 2 116-16,-4 7-152 0,-4 3-108 0,0 0-112 15,-5 3 60-15,-3 1-8 16,0-1-64-16,-7-7 8 0,-1 1 76 16,-5-4 88-16,2-2 36 0,-6-7 0 15,6-3-48-15,-6-3 304 0,2-7 96 16,-1-3-332-16,0 1-156 0,0-10-68 0,0-1 4 15,0-3 4-15,0-5 36 0,-4-4 37 16,5 0-73-16,-2-6-12 0,-2-7-109 16,3-4-3-16,-5-2-20 0,2-6-52 15,3 0-8-15,0 0-16 0,0-4-132 16,8 4-28-16,4-2-12 0,4 0-108 0,0 2-140 16,4-5-52-16,8 5-124 15,4 0-260-15,3-1-448 0,6-2-600 0,-5 9-1133 16,19-9-1627-16</inkml:trace>
  <inkml:trace contextRef="#ctx0" brushRef="#br0">16618 12008 5976 0,'0'0'4012'0,"0"0"-3015"0,0 0-469 16,0 0 396-16,-31-71 464 16,14 62-224-16,6 6-220 0,-10 3-176 0,1 9-120 15,-3 10-116-15,-5 13 48 0,0 6 48 0,0 7 84 16,-4 2-76-16,8 4-136 15,0-9-148-15,8-4-144 0,0-10-112 16,12-9-96-16,0-9-40 0,4-4-104 0,4-6 8 16,9 0 88-16,-2-3 44 15,5-6-4-15,4-7-4 0,0-3-232 0,3-4-120 16,-6 5-112-16,3-1 60 0,-8 0 96 0,-1 5 12 16,2 9-12-16,-2-2 124 15,-3 3 60-15,1 4 44 0,-1 7 92 16,3 9 200-16,2 3 132 0,-2 7-36 0,6 5-16 15,-6 7 40-15,6 4 84 16,-6 5-88-16,1 1-144 0,-4-1-16 0,-4 4-8 16,-4-4-12-16,0 2-4 0,-12-5-36 15,0-3 4-15,-4-3 44 0,0-6 28 16,0 0 45-16,1-10-45 0,-2 0-52 16,-2-6 36-16,-1-3-20 0,-1-4-28 15,2-6-60-15,-1-3-48 0,-4 0-8 16,4-6-112-16,-4-3-124 0,0-7-120 0,5-7-145 15,-2-5-211-15,5-7-160 0,1-7-160 16,2-8-372-16,2-4-832 16,7 10-3097-16,4-33-2095 0</inkml:trace>
  <inkml:trace contextRef="#ctx0" brushRef="#br0">16925 11665 8988 0,'0'0'3877'0,"0"0"-1969"16,0 0-184-16,-5 88-184 0,2-56-492 15,-5-1-472-15,4-1-332 0,0-2-244 16,0-2-196-16,0-1-344 0,4 0-520 16,0 1-556-16,-4-11-1492 0,-8 14-5341 0</inkml:trace>
  <inkml:trace contextRef="#ctx0" brushRef="#br0">14710 11767 5764 0,'0'0'1208'0,"0"0"1760"0,0 0-1303 16,8 72-117-16,-4-40-124 0,-4 6-264 0,3 3-304 15,1 4-320-15,0 3-288 16,1-1-212-16,3 4-36 0,-1 3-112 0,5 0-320 15,8 6 44-15,0-3-268 0,8 0-236 16,4 4-352-16,0-20-1537 0,24 13-2379 16</inkml:trace>
  <inkml:trace contextRef="#ctx0" brushRef="#br0">17710 12306 12985 0,'0'0'2860'0,"0"0"-1928"0,0 0-620 16,0 0-4-16,0 0 472 0,32 80 720 0,-32-50-544 15,-4 10-432-15,-4 1-232 0,-5 1-52 16,-2-5-55-16,-1 3-185 0,-4 2-12 16,0-3-161-16,0-4-287 0,0-1-236 15,0-5-280-15,0-3-488 16,5-8-1640-16,-6-1-5145 0</inkml:trace>
  <inkml:trace contextRef="#ctx0" brushRef="#br0">18997 11722 144 0,'0'0'1876'0,"0"0"-1116"0,0 0-164 16,0 0-152-16,0 0-12 0,0 0-92 0,0 0-16 15,0 0-116-15,0 0-208 16,-4-16-4-16,0 13-76 0,-1 3-60 16,1-3-56-16,-3 3 196 0,3-4 20 0,0 4-20 15,-4-3-72-15,3 3 72 0,-2-3 0 16,3 0-68-16,-4 3-216 0,4-3-264 0,-4 0-184 16,4 0 16-16,-4-4-392 0,4 4 220 15</inkml:trace>
  <inkml:trace contextRef="#ctx0" brushRef="#br0">18742 11611 2552 0,'0'0'2488'0,"0"0"-1380"15,0 0-576-15,0 0 1612 0,0 0-812 16,0 0-155-16,0 0-217 0,0 0-12 0,0 0-20 16,0 0 32-16,23-47-80 15,-10 36-152-15,-5 2-204 0,7-4-128 0,-2 1-60 16,2-1-112-16,1 0-28 0,0 1-24 16,0-1-84-16,0 3 32 0,0-2-108 15,-1 5 28-15,-2 1-40 0,-5 3-8 16,-1 3 0-16,-2 0-68 0,3 9 76 15,-4 3 84-15,4 8 36 0,-5 2-44 16,1 7-16-16,5 2-8 0,-9 5 56 16,4 5 16-16,0 0 36 0,-4 7 36 0,4 0-88 15,-1-4 40-15,1-6-52 0,5-3 28 16,-1-4 36-16,3-9-4 0,2-2 28 16,2-8 120-16,6-3 136 0,-2-4-136 15,1-5-39-15,4 0-93 0,0-14-76 16,-1-2-84-16,5-5-12 0,-3-2-44 15,-1-5-136-15,0 2-285 0,-5-3-155 0,1 0-124 16,-4-1-76-16,0-3-312 16,1-1-656-16,-2-4-1052 0,-7 9-1857 15,-4-21-1315-15</inkml:trace>
  <inkml:trace contextRef="#ctx0" brushRef="#br0">19216 11287 5884 0,'0'0'2740'16,"0"0"-1676"-16,0 0-676 0,0 0 320 16,0 0 529-16,0 0-21 0,0 0-480 15,0 0-420-15,0 0 180 0,4 73 260 16,3-25 64-16,-3 9-60 0,9 6-152 16,-5 10 48-16,-1 4-128 0,-3 2-208 0,5 1-60 15,-9-5-200-15,4-2-60 0,-4-6-36 16,4-4-64-16,-1-6-84 15,1-2-184-15,5-11-176 0,-1 0-112 0,-1-2-212 16,5-8-176-16,4-2-432 0,-4-6-512 16,1-7-925-16,6 0-1635 0</inkml:trace>
  <inkml:trace contextRef="#ctx0" brushRef="#br0">19837 11643 6188 0,'0'0'364'0,"0"0"2556"0,0 0-1227 15,0 0-809-15,0 0-244 16,0 0-88-16,0 0 32 0,0 0 128 16,0 0-56-16,0 0-140 0,-60 6-228 0,49 10 80 15,-2 9 128-15,2 4 92 0,3 5-56 16,-1 5-124-16,5 6-100 0,4-4 0 0,0 6-16 15,0-6-168-15,13 1-16 16,-5-11-108-16,3-2-136 0,6-10-108 16,7-9-40-16,-1-7-356 0,5-3-240 15,4-13-92-15,4-3-152 16,0-3-760-16,-8 4-2077 0,4-14-1987 0</inkml:trace>
  <inkml:trace contextRef="#ctx0" brushRef="#br0">20144 11851 8340 0,'0'0'4273'0,"0"0"-2741"16,0 0-852-16,-39 77-276 16,26-45 288-16,-2-3 748 0,-2-2-400 15,6-4-436-15,3-6-496 0,4-8-108 0,4-3-148 16,0-6-72-16,0 0-64 0,4 0-48 0,4-6 232 16,3-3-48-1,6-4-188-15,-2-7-136 0,5-2-12 0,-3 4 80 16,-6-5 116-16,1 7 136 0,0 0 92 15,-4 7 60-15,-4-1 72 0,0 7 80 16,-4 3 124-16,4 0 28 0,-4 0 108 16,3 13-128-16,6 2 52 0,-1 8 12 0,0 5-64 15,4 3-36-15,0 9-40 16,-1-3 28-16,6 2-76 0,-2-2-28 0,-2-2-32 16,2 0-52-16,-2 0-44 0,-2-3 84 0,2-4 48 15,-5 2-4-15,-5-5-44 16,-3 0-4-16,0 0-72 0,0-2 36 15,-7-1-36-15,-2-3-12 0,-6-3-84 0,-2-1-124 16,-2-5-88-16,-5-4-96 0,0-6-76 16,-4 0-24-16,0-6 20 0,0-6-88 15,5-11-256-15,-5-2-240 0,3-7-808 16,1-4-601-16,5-1-355 0,3 8-396 16,4-15-1463-16</inkml:trace>
  <inkml:trace contextRef="#ctx0" brushRef="#br0">20471 11468 8596 0,'0'0'1332'16,"0"0"-468"-16,0 0-359 0,0 0 511 15,0 0 540-15,-24 82-216 16,20-63-436-16,0 4-424 0,0 3-232 0,0-5-72 16,4-2-80-16,-4 4-96 0,0-1-64 0,4-3 4 15,-4 0-80-15,0 0-296 16,0-3-208-16,1-3-184 0,-1-5-248 15,-1-1-316-15,5-3-937 0,0-4-979 0,0 0-2712 16</inkml:trace>
  <inkml:trace contextRef="#ctx0" brushRef="#br0">20602 11474 10708 0,'0'0'1429'0,"0"0"-753"0,0 0-668 0,0 0 912 0,0 0 360 16,0 0-224-16,0 0-564 16,84-26-420-16,-64 21-72 0,-4-1-84 15,-1-5-384-15,6 3-524 0,-5-2-608 0,-4-1-1013 16,-1 3-2015-16</inkml:trace>
  <inkml:trace contextRef="#ctx0" brushRef="#br0">20881 11230 2540 0,'0'0'6512'0,"0"0"-5720"15,0 0-692-15,0 0 304 0,0 0 1077 16,0 0 207-16,0 0-320 0,17 66-536 0,-13-40-264 15,3-1-92-15,-3-3-204 0,0 6-272 16,0-2-52-16,-4-1-136 0,4 1-504 16,1 0-428-16,-5-4-592 0,3-3-1549 15,-3 4-3747-15</inkml:trace>
  <inkml:trace contextRef="#ctx0" brushRef="#br0">21184 11696 10904 0,'0'0'1401'0,"0"0"-953"0,0 0-216 0,0 0 696 15,0 0 652-15,47 82-160 16,-34-59-512-16,-1 2-428 0,0 0-120 0,-4 5-92 16,0 1-96-16,-1-2-84 0,-3-1-84 15,1 0 8-15,-5 1-4 0,0 1-8 16,-5-5-8-16,1-3-116 0,-3-3-108 15,-1-2-212-15,-5-3-148 0,2 2-180 16,-1-2-320-16,-4-6-648 16,4-2-1416-16,-8-1-3281 0</inkml:trace>
  <inkml:trace contextRef="#ctx0" brushRef="#br0">21781 11509 8988 0,'0'0'2557'0,"0"0"-1429"15,0 0-704-15,0 0-68 0,0 0 380 0,0 0 124 16,0 0-68-16,-35 74-236 16,31-37-108-16,4 11 28 0,0-1 20 15,0 5-76-15,4-3-164 0,0 0-68 0,3-8-64 16,2 0-40-16,3-10 0 0,4-5-84 0,-1-7-88 15,2-3-60-15,6-6-48 16,1-7-188-16,0-3-248 0,4-3-164 16,0-13-308-16,0-1-744 0,-5 2-2089 15,5-17-1763-15</inkml:trace>
  <inkml:trace contextRef="#ctx0" brushRef="#br0">22168 11083 9096 0,'0'0'1628'0,"0"0"-995"0,0 0-325 16,0 0 464-16,0 0 640 0,0 0-80 15,0 0-492-15,0 0-408 0,0 0-60 0,0 0 4 16,20 17 56-16,-15-11 88 16,-2 7 24-16,1-1-88 0,0 4-28 15,-4 3-72-15,4 4-28 0,0 2 16 16,-4-2-40-16,0 5-36 0,4 0-12 0,-4 7-52 16,0 6 17-16,5 8-37 0,-5 4 20 15,3 7-36-15,1 1 28 0,-4-2-16 16,4 2-68-16,0-4-36 0,0-6-76 15,0-6-84-15,-1-10-28 0,2-3 40 16,3-14 0-16,0-2 0 0,-1-6-48 0,2-8-124 16,-1 3-36-16,0-5 87 0,3 0 81 15,2-5 4-15,-2-7-12 0,6-1 20 16,-2-6 40-16,-2-3-48 0,2 0-28 16,-2 3-8-16,2-3 8 0,-3 6 28 15,-4-1-4-15,4 9-8 0,-4 1 20 16,-3 3-8-16,2 4 0 0,1 0 108 15,0 11 196-15,4 1 48 0,-4 5-72 16,0 1-52-16,-1 5-20 0,2-1-96 0,3-3-4 16,-5 3-76-16,2-6-104 0,-1-4-164 15,3 2-168-15,-2-6-140 16,-1-2-356-16,-1-2-556 0,1-1-936 0,-4 1-1657 16,5-4-1391-16</inkml:trace>
  <inkml:trace contextRef="#ctx0" brushRef="#br0">23072 11500 5784 0,'0'0'7493'15,"0"0"-6501"-15,0 0-992 0,0 0-12 16,0 0 12-16,0 0 672 0,0 0 232 0,0 0-184 16,0 0-272-16,0 0-112 0,0 0 108 15,0 0 224-15,64 15-64 0,-51 1-176 16,-2 3-48-16,1 7-24 0,0-1-40 16,-4 0-8-16,0 4-80 0,-4-3-80 15,-4-1-52-15,5 1-88 0,-5-1-8 16,-5 1-4-16,-3 2 4 0,-7 0-108 0,-6 4-284 15,-3 3-376-15,-4-4-52 0,-8-2 96 16,1 2-32-16,-5-2-264 16,-4-3-1028-16,12-4-3097 0,-24 4-3751 0</inkml:trace>
  <inkml:trace contextRef="#ctx0" brushRef="#br0">23654 11032 5012 0,'0'0'1288'0,"0"0"-468"16,0 0-184-16,0 0 92 0,0 0 192 15,0 0-224-15,0 0-268 0,0 0 1141 0,0 0-457 16,0 0-360-16,80-37 60 0,-80 62 8 15,4 3 60-15,0 14-60 0,-4 9-136 16,0 5-68-16,0 12-100 0,0 1-84 16,0 11-76-16,0-4-164 0,-4-2-44 15,-3-8-136-15,-2-3-12 0,5-12 0 16,0-10-108-16,-4-10 96 0,8-4 0 16,-3-12-64-16,3-5 72 0,0-4-44 0,0-6-76 15,3 0-96-15,5-6-24 0,9-7 240 16,-2-5 4-16,5-5-88 0,-1-6-108 15,2 1 12-15,-6-4-12 0,2 7 60 16,3-1 52-16,-9 7 20 0,1 3 16 0,1 7-52 16,-2 9 100-16,-3 0 88 0,1 7 172 15,-2 5 20-15,1 4-56 16,1 3-116-16,-2 3 40 0,1 0 96 0,0 0-244 16,1-5 0-16,-6-1-48 0,5-4-76 15,0-6 4-15,0-3-28 16,0-3-160-16,4 0-232 0,-1 0-16 0,2-9-80 0,-2-3-416 15,2-4-700-15,-1-4-900 16,-5 5-1801-16,2-14-2810 0</inkml:trace>
  <inkml:trace contextRef="#ctx0" brushRef="#br0">24399 10849 13341 0,'0'0'1888'0,"0"0"-920"0,0 0-428 16,4 66 480-16,-4-37 300 0,0 5-204 0,0-1-592 16,0 2-524-16,5-7-36 15,-1 4-112-15,-4-4-144 0,4-2-244 16,3-4-228-16,-3 0-184 0,0 0-508 0,5-9-1244 15,2-1-2641-15</inkml:trace>
  <inkml:trace contextRef="#ctx0" brushRef="#br0">25209 11103 5652 0,'0'0'8569'0,"0"0"-7509"0,0 0-684 0,87 66 76 15,-63-43 736-15,-4 3 124 0,-1 2-280 16,1 4-480-16,-3 2-284 0,-2 1-156 16,-7 7 20-16,-3 6-8 0,-5-1-124 15,-9 3-12-15,-2 8-108 0,-10-4-40 16,-3 0-132-16,-3-4-172 0,-9 1-200 16,0-3-220-16,0-4-156 0,-7 4-452 0,-2 0-1056 15,10-14-2429-15,-29 21-3198 16</inkml:trace>
  <inkml:trace contextRef="#ctx0" brushRef="#br0">19809 1533 7884 0,'0'0'7749'0,"0"0"-6309"16,0 0-296-16,0 0-492 0,0 0-284 0,0 0-48 16,0 0 168-16,41 102 720 0,-22-39-403 0,1 13-81 15,0 17-32-15,4 5-284 0,4 4-56 16,0-4-160-16,0-3-144 0,-4-6-48 16,4-12-60-16,-9-8-24 0,1-8-12 0,-4-10-96 15,-4-10-112-15,-4-7-108 0,-4-2-132 16,-4-2-132-16,0-5-57 15,0-3-83-15,-12-3-504 0,5-8-756 0,-6-4-1068 16,-2-7-2181-16,2 0-979 0</inkml:trace>
  <inkml:trace contextRef="#ctx0" brushRef="#br0">19909 1673 6200 0,'0'0'5097'0,"0"0"-2717"0,0 0-872 15,0 0-36-15,68-71-132 0,-49 65-192 0,9 6-340 16,0 0-196-16,4 4-116 0,4 12-104 16,5 3-52-16,-2 9-111 0,1 11-57 15,-5 3-76-15,6 10-24 0,-9 6-12 16,-4 2-56-16,-5 7 8 0,-7 0-12 16,-8 2-56-16,-4 2 8 0,-4-2 36 15,-12 1-48-15,-8-3 48 0,1-1-48 0,-9-2 0 16,-4 0-24-16,0-7 32 0,0-4-68 15,-5-5 11-15,2-6 21 16,3-4-56-16,-8-7-256 0,1-2-224 0,-2-7-440 16,-2-3-128-16,-5-9-836 0,12-7-2016 15,-24-3-2769-15</inkml:trace>
  <inkml:trace contextRef="#ctx0" brushRef="#br0">20563 2492 3720 0,'0'0'8189'0,"0"0"-6565"0,0 0-304 15,0 0-340-15,0 0 36 0,95-41-120 16,-71 35-304-16,3-1-244 0,-6 7-104 15,3 0-20-15,-4 0-4 0,-1 10-72 0,-2-1-144 16,-9 4 56-16,3 3 12 0,-11 2 40 16,0 8-28-16,0 2 16 0,-15 8-88 0,-6 5-12 15,-7 0-24-15,0 0 12 0,0 0-40 16,5-3 44-16,3-6-4 16,0-6 0-16,8-7 0 0,5-6-48 0,3-7 0 15,4 0-88-15,4-6-160 0,11 4 88 16,5-2 148-16,8-2 72 15,4 4 0-15,0-1 0 0,-4 0-12 0,0 0-84 16,-5 1 32-16,-7 5 52 0,-4 1 12 0,-7 2 52 16,-1 5 44-1,-4 2 40-15,0 3 12 0,-9 6-76 0,-3-2-68 16,-4 2-4-16,-3-3-56 0,-2 2 8 16,-3-6 36-16,5-4-40 0,-1-5-180 15,4-6-164-15,4-6-184 0,0-6-400 0,0-17-488 16,4-4-916-16,4-3-1881 0,4-27-2343 0</inkml:trace>
  <inkml:trace contextRef="#ctx0" brushRef="#br0">21244 2105 12345 0,'0'0'1608'0,"0"0"-736"0,0 0-504 16,0 0 412-16,0 0 172 0,0 0-192 15,99 12-108-15,-71-12-168 0,4-6-168 16,4-3-128-16,3-4-188 0,2-3-16 15,-1 0-264-15,-5 0-560 0,1 1-288 0,-8 2-400 16,-4 7-996-16,-7-1-2365 0,-10 7-2923 16</inkml:trace>
  <inkml:trace contextRef="#ctx0" brushRef="#br0">21347 2358 8704 0,'0'0'4465'15,"0"0"-3473"-15,0 0-652 0,0 0-100 16,0 0 392-16,0 0 60 0,0 0 12 0,0 0-120 16,112 23-200-16,-68-30-284 15,4-2-100-15,8-4-220 0,-5-6-552 0,1 0-292 16,0-3-656-16,-16 3-2229 0,11-6-2995 16</inkml:trace>
  <inkml:trace contextRef="#ctx0" brushRef="#br0">22674 1337 4924 0,'0'0'7645'0,"0"0"-6677"16,0 0-600-16,0 0-36 0,0 0 576 0,0 0 404 0,0 0-256 15,0 0-312-15,0 0-336 0,0 0-248 16,0 0-156-16,-68 18 4 0,37 8-8 16,-5 12 12-16,0 6 136 0,-4 7 84 15,0 6 124-15,8 0 364 0,0-2-220 0,12-8-180 16,5-6-80-16,7-10-56 16,8-1-116-16,0-11-68 0,12 0-60 0,4-4 56 15,3 2-4-15,5-5 8 16,4 4 0-16,4-2 80 0,4 0 8 15,3 5-76-15,2 0 48 0,-1 1 25 0,-5-1-73 16,1 3 84-16,-4 1-56 0,0-5-40 0,-8 5-60 16,0 0 48-16,-9-4-36 15,2-1 36-15,-10 1-45 0,-3 0 53 16,-4 3 8-16,0 4-4 0,-7-1 8 0,-14 4-8 16,2 2-44-16,-13-2-80 15,-3 3-8-15,-6 0 12 0,1-7-16 0,-3-3-20 16,2-3-176-16,2-6-68 0,-1-4-212 15,4-5-136-15,0-4-264 0,0-10-752 0,12 0-1340 16,-8-18-3281-16</inkml:trace>
  <inkml:trace contextRef="#ctx0" brushRef="#br0">23156 2095 8732 0,'0'0'6977'0,"0"0"-6409"15,0 0-504-15,0 0 48 0,96 0 372 16,-72 7 76-16,-5-1 48 0,-2 0 192 15,-10 4-208-15,6-1-228 0,-5-3-168 0,-4 4-128 16,-1-1-68-16,1 2-4 16,-4-3 0-16,0 6 4 0,0-2 12 0,-4 4 48 15,1 0-60-15,3 0-8 0,0-4-64 16,3 4 72-16,5 0 0 0,5 3 192 16,2 0-8-16,2 4-72 0,-2-5-100 0,5 4 0 15,-8-5-12-15,0-2 0 0,-4 2-4 16,-4-2 4-16,-4 1-8 0,0 0-164 15,-4 0-48-15,-7 3 12 0,-10 3-60 16,-3-2-40-16,-8 5-96 0,0-3-64 16,-7 0-300-16,-9 0-584 0,-3 0-1644 15,10-6-3585-15</inkml:trace>
  <inkml:trace contextRef="#ctx0" brushRef="#br0">20546 3892 7476 0,'0'0'1440'0,"0"0"-808"0,0 0 68 16,0 0-288-16,0 0 65 0,0 0 79 15,0 0-8-15,0 0-100 0,0 0-64 16,0 0-40-16,0 0-76 0,-15-19-128 15,15 19 0-15,0 0 24 0,0 0 64 0,0 0 116 16,0 0 148-16,0 0 100 0,0 0-124 16,0 0-156-16,0 0-100 0,0 0-52 15,0 0-24-15,0 0-36 0,0 0-24 16,0 0-28-16,0 0-48 0,0 0 0 0,0 0 0 16,0 0 0-16,0 0 8 15,0 0-8-15,0 0-96 0,0 0-4 0,0 0 12 16,0 0 24-16,0 0-20 0,0 0-28 15,0 0-88-15,0 4 88 0,0-4 60 16,0 0 40-16,0 0 8 0,0 0 4 16,0 0 4-16,0 0 8 0,0 0 52 15,0 0 8-15,0 0-20 0,0 0 24 16,0 0 48-16,0 0 0 0,0 2 12 0,0-2-12 16,0 0 0-16,0 0 28 0,0 0 20 15,0 0-24-15,0 0-36 16,0 0 0-16,0 0-40 0,0 0 16 0,0 0 60 15,0 0 184-15,0 0 124 0,0 0-172 16,0 0-88-16,0 0-48 0,0-2-28 16,0 2-8-16,0 0-100 0,0 0 0 0,4 0 0 15,0-4 0-15,3 1 96 16,1 0-56-16,5-4 20 0,-6 1-16 16,5 0-56-16,-3 0 0 0,-2 2 0 0,1 1 4 15,-4 0-4-15,-4 3-4 0,0-3-56 16,0 3 0-16,0 0-16 15,0 0-144-15,0 0-156 0,0 0-204 0,-4 6-244 16,-4 1-380-16,5 2-1404 16,-14 0-4573-16</inkml:trace>
  <inkml:trace contextRef="#ctx0" brushRef="#br0">23941 2207 1264 0,'0'0'9845'16,"0"0"-8369"-16,0 0-1108 0,0 0-356 0,0 0 560 15,60-74 836-15,-40 55-200 0,0-3-280 16,3 0-260-16,1 3-148 15,1 0-124-15,-1 0-52 0,0 2-100 0,3 2-8 0,-3 3 8 16,-4 1-36-16,4 5 0 16,0 0-100-16,0 4-44 0,0-3-56 15,0 5 40-15,-1 0 12 0,1 0 88 0,0 7 44 16,4 3 116-16,4 3 420 16,0-1-375-16,0 7-113 0,-4-3-44 15,4 3-88-15,-4-3-60 0,-4-4-36 0,4 1 0 16,-5-4 0-16,5 1 48 15,-4-7-60-15,0 4-8 0,0-7-112 16,-5 0-232-16,2 0-156 0,-10 0-149 0,-2 0-219 16,-5 0-168-16,-4 0-420 15,-4 0-876-15,-5 0-1728 0,-10 3-1829 0</inkml:trace>
  <inkml:trace contextRef="#ctx0" brushRef="#br0">24272 2374 12465 0,'0'0'2276'16,"0"0"-1328"-16,0 0-156 0,0 0 488 16,0 0-96-16,0 0-104 0,0 0-432 15,0 0-172-15,0 0 32 0,108 3 197 16,-57-11-305-16,5-3-312 0,8-1-88 16,-1-1-60-16,5 1-72 0,0-1-24 15,-4 0-220-15,0 4-293 0,-1-1-271 16,-7 4-284-16,-1-4-888 0,-14 7-2652 0,10-3-4309 15</inkml:trace>
  <inkml:trace contextRef="#ctx0" brushRef="#br0">25834 1651 6552 0,'0'0'8229'0,"0"0"-7197"0,0 0-540 0,95 25 84 16,-55-18 192-16,4-5 72 0,0-2 84 0,8 0 32 16,-1-6-288-16,9-3-192 0,4-1-172 15,-5-2-87-15,5-1-141 16,-4-1-16-16,-8 6-52 0,-4-3-8 0,-4 5-40 16,-13 1 32-16,-6 5-128 0,-5-3-8 15,-12 3-17-15,-5 3 29 0,-3 8 132 16,0 6 144-16,-16 12 77 0,-3 6-137 0,-17 9-84 15,-4 10-4-15,-12 0-80 0,-7 6 24 16,-10 3-37-16,2 0-27 16,-1 5 116-16,4-1 8 0,4-4 124 0,8 0 9 15,9-6 51-15,11 0 20 0,8-8-72 16,12-8 16-16,12-6-40 0,0-4-100 16,16-2 0-16,12-7 52 0,11-4 60 15,6-1 28-15,15-4 8 0,-1-7-60 16,9-6-84-16,3 0-12 0,2-6-8 0,-6-7-40 15,-3-4-204-15,-4-1-88 16,-4-4-96-16,-9-3-113 0,-3-1-155 16,-4 0-140-16,-8-2-172 0,-8 0-328 0,0-4-820 15,-5 10-920-15,-2-20-2329 0</inkml:trace>
  <inkml:trace contextRef="#ctx0" brushRef="#br0">27041 1711 2964 0,'0'0'6420'0,"0"0"-2399"0,0 0-3437 16,0 0-456-16,0 0 480 0,-64 98 764 15,32-53 240-15,-3 3-232 0,-6 6-276 0,2 3-372 16,-9 3-208-16,-4 4-208 16,-4-1-87-16,0 4-77 0,0-7-152 0,1 1-148 15,3-11-45-15,9-6-87 0,2-5-304 16,10-11-160-16,6-6-76 15,10-5-80-15,7-11-660 0,4-4-1604 0,4-7-4545 16</inkml:trace>
  <inkml:trace contextRef="#ctx0" brushRef="#br0">27049 2426 8172 0,'0'0'12'0,"0"0"4609"15,0 0-3637-15,0 0-36 0,76 22 412 0,-64-16-60 16,-5-3-196-16,-2 3-308 16,-1-2-180-16,-4-1-152 0,0 0-124 15,0 3-60-15,0 1-108 0,0 2-28 0,0 0-84 16,-4 1-60-16,-1-3 0 0,5 2-8 16,0-2-52-16,0 0 12 0,0-2 40 15,5 2 8-15,-1 0 12 0,-4 1 72 16,8 2 64-16,-5 0-28 0,5-1-76 0,1 4-44 15,-1 0-12-15,-5-1-36 16,1 1-12-16,0-1 12 0,0 4-76 16,-4-3 4-16,0-1 60 0,-8 5 12 0,-3-1 8 15,-2-4 40-15,-6 4 84 16,-1-4-84-16,-8 2 0 0,0-2-660 0,0-5-208 16,-8-1-76-16,4-6-280 0,12 0-1080 15,-16-3-3221-15</inkml:trace>
  <inkml:trace contextRef="#ctx0" brushRef="#br0">28025 1613 13409 0,'0'0'2280'0,"0"0"-1476"0,0 0-416 16,0 0 344-16,0 0 480 0,0 0-120 15,0 0-44-15,0 0-416 0,0 0-267 16,0 0-73-16,48 54 12 0,-24-26 144 0,0 1-100 16,0 3-152-16,8 0-112 15,-4-4 12-15,3 4 36 0,5-4-24 0,0-2 4 16,0 2-64-16,4-2 24 0,0-1-12 15,-1-4-52-15,2 3-4 0,-2-2-4 16,1-3-12-16,-1-1 12 0,-2 2 8 16,-5-4-8-16,0-4 0 0,-9 1-48 15,1-7 44-15,-8 5-4 0,-4-9 4 16,-4 2 4-16,0-2 12 0,-4-2 36 16,-4 0 12-16,0 0 36 0,0 0 24 0,0 0 12 15,0 0-72-15,0-2 16 16,0-9-76-16,0 2-96 0,-4-7-84 0,4-3-144 15,0-6-4-15,0-4 100 0,4-5-52 16,4-1-32-16,0 0-16 16,-1-7-24-16,6 1-24 0,-1-4 47 0,0-2-167 15,0 3-64-15,4-1 32 0,-4 4-32 16,-1 9-56-16,-7 7 76 0,5 5 304 16,-9 11 236-16,0 6 108 0,0 3-36 15,0 0 152-15,0 0-16 0,0 0 52 0,-4 0-52 16,-1 0 0-16,1 3 88 0,-7 6 56 15,-1 1-8-15,0 2-76 0,-8 8-36 16,4 2-24-16,-8 3-88 0,-4 4 16 16,0 9-28-16,-8 6 24 0,-4 3-8 0,-3 12-15 15,-1 0-25-15,-8 2 16 0,-3 2-100 16,-1 1 0-16,0 0-16 16,-4-4 4-16,8-3-36 0,1-2-121 0,2-8-159 15,14-6-88-15,-1-6-68 0,12-7-152 16,8-9-4-16,8-3-24 0,0-9-136 15,8-7-1376-15,4 0-1008 0,16-7-2353 16</inkml:trace>
  <inkml:trace contextRef="#ctx0" brushRef="#br0">29487 1619 12097 0,'0'0'1888'0,"0"0"-936"16,0 0-296-16,0 0 660 0,0 0 196 16,0 0 24-16,0 0-416 0,0 0-500 15,0 0-315-15,0 0-37 0,84-23 12 16,-40 21-16-16,0-1-128 0,-1 3-52 16,5 0-80-16,-8 3 44 0,0 3-44 0,-4 7 8 15,-4-5-12-15,-4 6-8 0,-5-1-64 16,-6-1-24-16,-10 4-88 0,2 0 52 15,-9 3-76-15,-13 7 4 0,-7 6 8 16,-12 6 88-16,-7 6 47 0,-13 7 13 16,-3 3 36-16,-5 6 0 0,4 0-64 15,0-3 76-15,4 1 173 0,8-4-17 16,9-7 88-16,7-6 60 0,11-5-28 16,10-9-80-16,3-4-88 0,4-4 24 15,11 0 76-15,13-3 32 0,4 0 76 0,8-1 44 16,8-2-144-16,4-3-132 15,4-4-84-15,-5-6-84 0,5 0-60 0,-4 0-84 0,4-9-148 16,-4-4-204-16,-1-6-60 16,-3 0-100-16,-4-6-49 0,1-4-311 15,-10 1-336-15,-4 0-684 0,-2-5-1016 0,-9 11-1945 16,3-19-2455-16</inkml:trace>
  <inkml:trace contextRef="#ctx0" brushRef="#br0">30332 1794 8896 0,'0'0'2985'16,"0"0"-2217"-16,0 0-692 0,0 0 232 15,0 0 924-15,0 0 496 0,-84 73-264 16,45-38-624-16,-10 9-348 0,-6 4-72 0,-1 6-40 16,-7 3-72-16,-1 3-152 0,-1-4-108 0,2 2-48 15,8-4-84-15,3-6-260 16,3-3-120-16,18-8-152 0,3-8-148 15,16-7-32-15,4-9-308 0,8-10-1180 0,0 0-2657 16,16-9-3691-16</inkml:trace>
  <inkml:trace contextRef="#ctx0" brushRef="#br0">30364 2403 10076 0,'0'0'4381'16,"0"0"-3525"-16,0 0-28 0,0 0 600 0,0 0-280 16,80 32-264-16,-68-26-52 15,-5 1-200-15,6 2-168 0,-5 1-123 0,-4 2-109 16,-1-2-88-16,-3 5 24 0,0-2-8 16,0 3-28-16,-7 0-48 0,-1 4-76 15,3-5 4-15,5 1-12 0,0-3 0 0,9 0 140 16,6-4-20-16,13-3-12 15,4-2 24-15,8-4-132 0,8-4-72 0,4-9-204 16,3-2-88-16,1-4-108 0,4 0-221 16,0-4-235-16,3-2-380 15,-15 6-892-15,24-13-3412 0</inkml:trace>
  <inkml:trace contextRef="#ctx0" brushRef="#br0">25798 4016 3100 0,'0'0'1720'0,"0"0"2932"0,0 0-3256 0,0 0-123 16,-91-3 67-16,74 3 232 16,9 0-124-16,1 0-252 0,3 0-184 0,4 0-360 15,0 0-76-15,4 0-172 0,0 0-4 16,7 0 220-16,9 0 49 0,8 0-181 0,4-3-176 16,8 0-68-16,8-3-52 15,3-4-72-15,1-3-20 0,0 0-92 16,0 4-4-16,0-1-4 0,-9 1-72 0,-2 2-16 15,-2 5-32-15,-7 2 12 0,-4 0-24 16,-4 0 20-16,-5 2-56 0,-6 2 36 16,-1 4-52-16,-9 3 76 0,-3 1-72 15,0 7 56-15,-11 7 4 0,-9 2-149 16,0 7 1-16,-12 1 76 0,1 4-4 0,-10 2 60 16,1-1 16-16,-3 4-16 0,-1 2 132 15,-4 0 4-15,4-2 88 16,4 3 80-16,5-7-32 0,3 1-16 15,4-7 16-15,8-7 8 0,8-3 52 0,3-9-76 16,9-3 16-16,5-4-39 16,7-3 87-16,12-1 56 0,4-3 28 0,11-2-40 15,5 0 52-15,4 0-160 0,4 0 36 16,-1-7-32-16,1 1-52 0,1 3 12 16,-6-3-80-16,1-1-4 0,-4-2-60 0,-5 3-96 15,2-4-184-15,-6-3-216 16,-3 4-309-16,0-7-387 15,0 0-1056-15,-4-3-1908 0,-8-6-1629 0,-1 5-1259 16,-6-15 6177-16</inkml:trace>
  <inkml:trace contextRef="#ctx0" brushRef="#br0">26667 4098 2644 0,'0'0'9133'0,"0"0"-7765"0,0 0-820 16,0 0 328-16,0 0 548 0,-88 84-136 15,60-53-124-15,0 4-364 0,0 3-332 16,-4 10-140-16,0 0-132 0,0 2-184 16,1-3-12-16,3 2-184 0,0-5 28 15,4-6-92-15,4-3-168 0,9-10-40 0,-2-3-196 16,9-5-228-16,4-9-848 0,0-4-1052 16,8-1-2841-16,4-10 45 0</inkml:trace>
  <inkml:trace contextRef="#ctx0" brushRef="#br0">26810 4619 6672 0,'0'0'6345'15,"0"0"-5453"-15,0 0-308 0,0 0 476 0,0 0 184 16,0 0-300-16,76-6-340 0,-73 6-380 16,-3 0-224-16,0 0-12 0,0 6-112 15,4 1 112-15,-4 2 12 0,0 1 8 0,0 5-8 16,0 2-88-16,-4-2 80 15,1 4-4-15,3-2 12 0,-8 2 0 16,4-5 88-16,4 3 24 0,-5-4 144 0,5-1 76 16,0 1-24-16,0-6-148 0,5 2-100 15,7-6 28-15,-1 0 56 16,13-3 16-16,0-3 12 0,12-9-172 0,4-8-240 16,4 1-200-16,3-6-116 0,5-3-156 0,4-5-304 15,-3 2-752 1,-14 6-2781-16,17-20-4203 0</inkml:trace>
  <inkml:trace contextRef="#ctx0" brushRef="#br0">27578 4295 12177 0,'0'0'4772'0,"0"0"-4100"0,0 0-624 0,0 0 176 16,0 0 356-16,88-60 72 0,-60 44-24 0,4 0-396 16,9-3-184-16,-2 1-48 15,5-2-48-15,0 2-36 0,-5 4-4 0,1 2 88 16,-8 5 52-16,-4 7 168 0,-4 0-36 16,-8 3-48-16,-4 8 8 0,0 4 124 15,-9 3 256-15,6 6 61 0,-5-6-317 0,-4 1-184 16,4 1-36-16,0-5-36 15,0-5 36-15,3-1-48 0,2-2 8 0,3-4 80 16,0 0 116-16,3-3-72 0,6 0-132 16,-6-6-192-16,5-4-328 0,-4 4-285 15,0-4-279-15,-8 1-180 0,5-1-776 16,-13 4-2356-16,0 3-2233 0,0 3 2021 0</inkml:trace>
  <inkml:trace contextRef="#ctx0" brushRef="#br0">27730 4521 8608 0,'0'0'6745'15,"0"0"-5141"-15,0 0-584 0,0 0-96 0,0 0-40 16,0 0 508-16,100 3-383 0,-56-13-525 16,4 1-352-16,3-7-72 15,1 0-60-15,-4 0-8 0,0 1-136 16,-4-1-84-16,-4 3-260 0,-5 1-421 0,-3-1-363 15,-8 3-672-15,-4 3-2560 0,-4-3-4705 0</inkml:trace>
  <inkml:trace contextRef="#ctx0" brushRef="#br0">28993 3657 7416 0,'0'0'4961'16,"0"0"-3889"-16,0 0-296 0,0 0 436 0,5 70 144 15,-14-26-104-15,-6 17-140 0,-6 5-196 16,-3 18-316-16,-8 1-100 0,1 7 144 16,-1-3 205-16,-4-3-521 0,0-4-196 15,8-12-132-15,4-9-4 0,9-11-92 0,6-12-100 16,5-9-80-16,4-9-52 16,4-12-245-16,9-4-143 0,2-4-176 0,5-10-200 15,4-9-176-15,1-6-520 0,2-7-716 0,-3-6-1457 16,0-3 729-16,-4-4-1712 0,-1-3 3960 15,-6 11 816-15,-1-24 168 0</inkml:trace>
  <inkml:trace contextRef="#ctx0" brushRef="#br0">28966 3946 4092 0,'0'0'388'0,"0"0"5328"16,0 0-3811-16,0 0-573 0,0 0-304 16,0 0-20-16,0 0 148 0,0 0 200 0,8 73-148 15,-1-35-376-15,1 7-112 0,5 2-172 16,-2-2-196-16,6-1-71 15,-2-3-49-15,1-3-88 0,4-2-96 16,4-5-48-16,0-5 64 0,0-7-64 0,-1 0-96 16,5-7-24-16,-8-2-88 0,-4-1-97 15,-4-2-131-15,-4-4-124 0,-8-3-148 16,0 0-4-16,-8 0-248 0,-12 0-152 16,-8 0-620-16,-4-5-420 0,-7 0-68 0,-1-4 219 15,-4-1 625-15,4-2 532 0,5-4 104 16,7 3 452-16,4 1 288 15,8 1 1484-15,11 9 540 0,5-4-231 0,9 2-317 0,6 4-532 16,10-6 224-16,6 3 180 16,9-4-208-16,4-5-372 15,12-2-384-15,-5-4-320 0,5-1-64 16,0-2-220-16,-8-3-700 0,0 2-896 16,-12 7-2044-16,3-14-3249 0</inkml:trace>
  <inkml:trace contextRef="#ctx0" brushRef="#br0">29520 4213 3464 0,'0'0'10885'0,"0"0"-8629"16,0 0-1608-16,0 0-200 0,-41 82 824 15,37-63 368-15,0 1-119 0,4-8-721 16,0 1-500-16,8-4-132 0,5 1-116 16,-2-6-52-16,10-2-100 0,-2-2-104 0,1 0-12 15,8-9-52-15,-4-5-72 0,4 2-60 16,-5-3-49-16,2-5-63 0,-1 4 124 15,-5 2 80-15,-3 0 124 0,-4 4 40 16,0 4 132-16,-8 3 12 0,-4 3 164 16,4 3 328-16,-4 10 80 0,0 4-28 0,0 1 17 15,0 4-185-15,0 0-72 16,-4 0-88-16,4-6-84 0,0 1-132 0,4-8-56 16,4-3-52-16,4-6-220 0,8 0 28 15,8-13-176-15,0-6-241 0,7-9-367 16,6-4-744-16,-5-6-2144 0,-8 9-1265 15,7-12-2083-15</inkml:trace>
  <inkml:trace contextRef="#ctx0" brushRef="#br0">30376 3673 6960 0,'0'0'3124'16,"0"0"-15"-16,0 0-1357 0,-4 83 172 15,-4-43 164-15,0 9-324 0,0 4-511 16,-4 5-477-16,4 2-316 0,1-3-156 0,2 0-160 15,1-5-144-15,4-5-96 0,0-9-48 16,4-3-76-16,8-9-68 16,0-5-4-16,0-2-156 0,-4-5-113 0,4-8-119 15,-8-3-164-15,-4-3-468 0,0 0-780 16,0-3-732-16,-16-3-2065 0,4-5-1731 16,-15-4 4273-16</inkml:trace>
  <inkml:trace contextRef="#ctx0" brushRef="#br0">30029 4156 1448 0,'0'0'520'0,"0"0"9297"16,0 0-7797-16,0 0-1144 0,0 0-248 0,0 0-36 16,100-19 448-16,-52 10 64 0,12-2-400 15,-1-4-372-15,5-1-84 16,0-3-248-16,-4 0-28 0,-4-3-288 0,-9-1-548 0,1 4-476 16,-16 3-1332-16,4-6-4757 0</inkml:trace>
  <inkml:trace contextRef="#ctx0" brushRef="#br0">31277 3664 5168 0,'0'0'9673'16,"0"0"-8453"-16,0 0-1172 0,-45 76 480 0,17-34 988 15,-7 5 84-15,-5 8-232 0,-4 3-507 16,4 10-361-16,5 1-28 0,7 1 420 16,3-3-384-16,10 1-292 0,6-10-84 0,9 1-120 15,17-9-12-15,7-12-72 16,4-3-132-16,11-10-144 0,5-8 128 0,8-8-56 15,0-9-40-15,4 0-204 0,-1-16-268 16,-7-3-233-16,-1-7-655 0,-6-2-872 16,-13 6-2720-16,4-23-2805 0</inkml:trace>
  <inkml:trace contextRef="#ctx0" brushRef="#br0">31603 3807 2692 0,'0'0'13869'0,"0"0"-11949"0,0 0-1488 16,0 0-260-16,0 0 296 0,0 0 328 15,0 0 312-15,95-30-563 0,-50 16-445 0,6-3-100 16,1 1 0-16,-4 3-44 16,0 5-44-16,-4 4 28 0,-8 4-25 0,-4 0-23 15,-8 12 56-15,-9 1 52 0,-3 6 8 16,-12 3 128-16,0 3 97 15,-12 8-77-15,-12 2-24 0,-4 3-36 0,-8 2-20 0,-3 6 8 16,-10 1-72-16,-2 4 0 16,3 3-4-16,-4-3 4 15,5 3 72-15,11-7 36 0,4-3 28 0,12-2 8 0,4-7-24 16,12-6-24-16,0-4 16 0,4-3-112 16,4-6 144-16,12 0 48 15,4-3-80-15,7-7 68 0,6-4-60 0,3-2-132 16,0 0-68-16,7-8-112 0,-3-5-220 15,0-6-168-15,0 1-220 0,-9-2-173 16,5-2-539-16,-8-4-1272 0,-11 6-3661 16,7-8-2783-16</inkml:trace>
  <inkml:trace contextRef="#ctx0" brushRef="#br0">32237 3801 2596 0,'0'0'5620'0,"0"0"-3524"0,0 0-475 0,0 0-33 16,0 0-180-16,0 0-228 0,0 0-176 15,0 0-184-15,-80 85-80 0,59-57-4 16,2 0-160-16,-1 1-136 0,-4 3-76 0,5-3-56 16,-2 3-116-16,-3-1-68 15,1 2-124-15,-1-5 0 0,0 4-112 16,3-4-312-16,-2 4-124 0,3-1-40 0,-4-1 172 15,5-5 44-15,2-3-80 16,2-3-92-16,6-3-300 0,1-6-548 0,5-1-428 16,-1-6-748-16,4 0-2421 0,0-3-883 15,0 0 5416-15</inkml:trace>
  <inkml:trace contextRef="#ctx0" brushRef="#br0">32217 4454 2900 0,'0'0'2344'0,"0"0"3224"0,0 0-3987 15,0 0-381-15,0 0-184 0,0 0 428 0,0 0 132 16,0 0-352-16,80-63-232 0,-65 60-344 16,1-3-244-16,0 2-100 15,0 4 72-15,-4-3-23 0,-4 3-121 0,-8 0-124 16,4 0 0-16,-4 0-96 0,0 0-4 15,0 3 56-15,-4-3 344 0,0 6-140 16,-8 1-100-16,0 3-20 0,-8-1-80 16,4 4-68-16,1-1-48 0,-2-2-12 0,9-4 8 15,5 3-32-15,-1-2-36 16,4 3-12-16,0-1 36 0,4 7 48 0,7-1 40 16,2 2-4-16,-2-2 0 0,6 2-72 15,2-5 76-15,-3 4 0 0,0 0 4 16,-4-3 0-16,0-4-56 0,-4 4 4 15,-8-4 56-15,0 1 60 0,0-1-48 0,0 4 60 16,-8-1 64-16,-8-1-40 16,4 1-36-16,-4-2-4 0,0-1-56 0,4-2-228 15,0-7-40-15,4 0-192 0,1 0-77 16,-1-7-155-16,3-9-456 0,5-3-920 16,0-9-1068-16,0-7-1917 15,5 6-3315-15,3-25 7640 0</inkml:trace>
  <inkml:trace contextRef="#ctx0" brushRef="#br0">32930 3742 7188 0,'0'0'4229'0,"0"0"-2269"15,0 0-768-15,0 0 32 0,0 0 664 0,0 0-396 16,0 0-548-16,0 0-92 15,0 0-328-15,95 46-184 0,-67-18-35 0,0 7-65 16,0 3 220-16,0 7-120 0,-4 3-160 16,-5-1-56-16,-2 1-68 0,-6-1-56 15,2-3-48-15,-9 1-12 0,-4-1-4 16,-4-3-8-16,-12 1-144 0,0 0-100 0,-12-5-132 16,-4 1-157-16,-8 3-55 15,-4 1-8-15,-4 0-288 0,-3-1-632 16,-1 0-988-16,-4-7-436 0,-4 2-1649 15,17-11-1947-15,-29 4 5796 0</inkml:trace>
  <inkml:trace contextRef="#ctx0" brushRef="#br0">26663 5975 8080 0,'0'0'3233'0,"0"0"-1541"15,0 0-1220-15,0 0-204 0,0 0 544 0,0 0 612 16,0 0-72-16,0 0-264 0,-76 92-276 15,51-35-148-15,-2 16 32 0,-4 14 144 16,-6 10-207-16,-7 14-221 0,-4 1-304 16,-3 6-96-16,3-8 60 0,1 1-72 15,6-12-84-15,9-13-88 16,9-20-8-16,10-22-40 0,13-15 27 0,0-16-99 16,13-10-244-16,6-6 12 0,9-13 144 0,8-13-168 15,5-12-264-15,-2-12-720 0,5-4-1008 16,-4-8-456-16,-4 2-1761 0,-4-1-351 15,-4-2 3313-15</inkml:trace>
  <inkml:trace contextRef="#ctx0" brushRef="#br0">26631 6226 4000 0,'0'0'1824'0,"0"0"3048"16,0 0-3623-16,0 0 183 0,0 0 76 0,0 0-72 16,0 0-312-16,0 0-432 0,0 0-100 15,28 19 208-15,-17 22-104 0,1 7-136 16,4 6-168-16,0 3-40 0,0-3-96 15,5 0-99-15,-6-3-157 0,5-3 0 16,0-4-72-16,-4 1-1 0,-1-4 1 16,-2-4-112-16,-1 3-144 0,-5-10-208 15,2 3-172-15,-9-8-40 0,0 0-64 0,0-6-104 16,-4-3-104-16,-5-6-228 0,-2-3-256 16,-6-7-660-16,-2 0-909 0,-1-11-1571 15,-4-5 1548-15,8 1 3004 0,-12-14 92 16</inkml:trace>
  <inkml:trace contextRef="#ctx0" brushRef="#br0">26559 6804 1644 0,'0'0'7048'0,"0"0"-3887"0,0 0-1105 0,0 0-892 0,0 0-196 15,0 0 312-15,0 0-328 0,0 0-324 16,76 66-172-16,-44-66-296 0,3 0-160 0,5-11-320 16,8-6-444-16,-1-2-400 15,-2-7-676-15,-13 7-2548 0,7-6-3237 16</inkml:trace>
  <inkml:trace contextRef="#ctx0" brushRef="#br0">27125 6753 5716 0,'0'0'8693'0,"0"0"-7281"0,0 66-768 16,-9-33 340-16,5-1 460 0,1 1-156 0,-5-3-228 16,8-5-572-16,0-6-428 0,0-6-60 15,8-4-12-15,4-3-48 0,0-1-196 0,8-5 24 16,-1-5 0-16,9-7-36 0,0-7-48 15,0-3-88-15,0-3-36 16,-4-5-4-16,-1 8 152 0,-2-3 108 0,-9 6 8 0,0 3 4 16,-4 4 172-16,-8 5 92 15,3 7 92-15,-3 0 384 0,0 7 56 16,-3 8-24-16,-1 7-136 0,-4 4-64 0,-5 5 24 16,6 1 5-16,-1-3-17 15,4-7-160-15,4-3-252 0,0-6-36 16,0-7-84-16,8-3-24 0,8-3-76 0,4-9 24 15,11-10-169-15,5-10-339 0,5-8-468 16,2-8-600-16,0-6-1988 16,2 0-1229-16,-13 13-1187 0,7-29 3472 0</inkml:trace>
  <inkml:trace contextRef="#ctx0" brushRef="#br0">27830 6254 7596 0,'0'0'1040'0,"0"0"3749"0,0 0-3557 0,0 0 344 16,-16 96 68-16,8-52-116 15,8 4-108-15,-4 6-315 0,4 0-413 0,0 3-256 16,0 0-124-16,0-4-140 0,0-1-172 16,0-4-96-1,0-6-28-15,0-9-224 0,0-1-100 0,-4-6-196 16,4-4-185-16,0-6-135 0,0-7-136 0,0-2-160 0,0-7-220 16,0 0-492-16,-8-7-540 0,-4-5-1621 15,-4-1-335-15,-7-6 1652 0,2 7 2528 16,-14-18 229-16</inkml:trace>
  <inkml:trace contextRef="#ctx0" brushRef="#br0">27475 6696 6776 0,'0'0'5181'0,"0"0"-3749"0,0 0-428 0,84 3 16 0,-44-3 152 16,4-3-376-16,3-9-348 16,5-8-164-16,4-2-248 0,-1-7-36 0,9-3-408 15,-4-2-612-15,0-2-612 0,-12 9-2256 16,8-12-4581-16</inkml:trace>
  <inkml:trace contextRef="#ctx0" brushRef="#br0">28901 5922 6384 0,'0'0'4913'0,"0"0"-4565"16,0 0-232-16,0 0 960 0,-91 59 1044 16,64-20-160-16,-10 11-400 0,1 16-96 0,-3 11-172 15,-1 6-127-15,3 2-25 0,6 4-464 16,4-3-412-16,10-10-132 16,13-3-132-16,4-12-56 0,16-8 44 0,4-8-108 0,8-6-12 15,4-11 60-15,0-9 60 16,7-6-36-16,2-7-220 0,2-6-300 15,-3-10-240-15,-5-6-385 0,-2-5-1067 0,-10-2-2980 16,5-15-3469-16</inkml:trace>
  <inkml:trace contextRef="#ctx0" brushRef="#br0">29081 6181 13033 0,'0'0'4324'0,"0"0"-3668"16,0 0-544-16,100-6 296 0,-57-6 648 16,10-1 152-16,2-3-344 15,1-1-399-15,11 3-261 0,2 0-124 0,-6 9-80 16,-3 1-108-16,-9 4-36 0,-3 4 20 16,-8 8-32-16,-8 3 23 0,-12 5-3 0,-8 2 16 15,-12 6 36-15,-4 4 84 0,-16 3 168 16,-7 3 28-16,-14 0-99 0,-6 7 23 15,-9-1-72-15,-8 7-48 16,0 2-60-16,-8 5-12 0,5 2 11 0,7 1 57 16,9-1 4-16,6-6 233 0,13-3 55 15,13-6-20-15,10-4-28 0,9-6 16 16,4 0 324-16,20-7 60 0,4 1-180 0,12-7-64 16,8-7 36-16,4-4-252 15,8-9-68-15,4-2-64 0,3-7-48 0,1-7-72 16,-4-3-172-16,3-5-116 0,-7-4-184 15,-4 1-104-15,0-3-92 16,-9-1-128-16,-3-3-397 0,-4 0-923 0,-4-1-2076 16,-16 6-1753-16,4-23-1323 0</inkml:trace>
  <inkml:trace contextRef="#ctx0" brushRef="#br0">30177 6264 3908 0,'0'0'8645'0,"0"0"-7189"16,-76 83-532-16,44-45 748 0,-12 6 252 16,1 4-172-16,-1-1-472 0,-4 4-563 15,0-4-425-15,0 4-208 0,-3 0-84 16,-1-3 0-16,-1-1-108 0,6-2-136 0,3-3-192 16,4-1-161-16,4-10-219 0,5-2-40 15,7-7-348-15,8-6-844 0,11-9-824 16,5-7-349-16,0 0-955 0,5-10-116 15,7-13 2908-15</inkml:trace>
  <inkml:trace contextRef="#ctx0" brushRef="#br0">30248 6794 5764 0,'0'0'5953'0,"0"0"-3909"16,0 0-728-16,0 0 172 0,-7 79 188 16,-5-49 56-16,-1-2-232 0,2-3-371 0,-6 1-525 15,10-8-228-15,-1-1-184 0,8-5-192 16,-4-3-60-16,4-5 48 0,8-1-132 16,3-3 24-16,10 0 108 0,3-7-28 15,4-2-104-15,4-3-60 0,-4-8 60 16,-1 5 32-16,1-1 100 0,-8 0 4 0,0 2-52 15,-4 2 56-15,-9 5-56 0,2 5 0 16,-5 2 60-16,-4 0 148 16,0 0 84-16,0 2-40 0,0 9-96 0,0-3 100 15,0 9 8-15,0-1-120 0,0-3-84 16,0-1 0-16,0-2-168 0,4-1-88 16,0-5-56-16,-1-2-136 0,5-2-196 0,1 0-197 15,-1 0-207-15,-1-6-696 16,1-7-2188-16,1 4-2081 0,-6-13-1699 0</inkml:trace>
  <inkml:trace contextRef="#ctx0" brushRef="#br0">30993 6213 11717 0,'0'0'5176'0,"0"0"-4332"0,0 0-312 0,0 0 132 0,0 0 684 15,76 76-104-15,-52-48-235 16,0 5-417-16,4 5-252 16,-4 3-76-16,0 3 4 0,0 5-28 15,-9-2-72-15,-7 3-168 0,1-2 0 16,-9 0-84-16,-4 0 12 0,-12-1-256 0,-5-3-128 16,-7 1-164-16,-4-1-32 0,-11-2-125 0,-5-1-295 15,-3 4-720-15,-9-7-924 16,-4 0-2020-16,16-10-2353 0,-23 4 5017 0</inkml:trace>
  <inkml:trace contextRef="#ctx0" brushRef="#br0">26678 8451 11073 0,'0'0'2156'0,"0"0"-912"0,0 0-400 16,0 0 440-16,0 0-128 0,101-54-216 0,-66 29-412 15,1-4-308-15,7-2-108 16,2-1 84-16,-2 7-184 0,2-1 28 0,-6 14-40 16,1 2 0-16,-8 10 220 0,-1 3 428 0,-3 11 168 15,-4 7-415-15,-3 8-181 0,-6 3-76 16,-7 3 136-16,-4 3 180 15,-4 0-220-15,5-6-72 0,-5-5-92 0,3-4-16 16,1-7 36-16,8-3 60 0,4-7 24 16,0-6-68-16,8 0-52 15,4-3 24-15,4-10-24 0,3 1-48 0,10-7 32 0,-6-4-44 16,1 2-96-16,-1-2-352 16,-2 4-312-16,-5 0-284 0,-9 6-561 15,-3 4-1487-15,-16 2-3617 0,0 4-3659 0,-16 3 10188 16</inkml:trace>
  <inkml:trace contextRef="#ctx0" brushRef="#br0">26862 8960 860 0,'0'0'14021'15,"0"0"-11537"-15,0 0-1332 0,0 0 88 0,0 0-20 16,91 9 9-16,-35-18-93 0,0-7-372 15,8 0-452-15,-1-3-168 0,-3 3-144 16,4-1-48-16,-8 3-48 0,8-3-96 16,-5 1-232-16,1 0-120 0,0 0-144 15,4 1 80-15,-1 2-37 0,-3 4-219 16,-4-1 120-16,-1 4-760 0,-7 3-1088 0,-16 0-3281 16,12 3-3111-16</inkml:trace>
  <inkml:trace contextRef="#ctx0" brushRef="#br0">28671 7915 5216 0,'0'0'5540'15,"0"0"-3627"-15,0 0 275 0,0 0-856 0,123 38-292 16,-63-31 148-16,8 2-180 0,-1-3-88 16,9 1-300-16,-4-1-244 0,-1 0-36 0,-2 4-167 15,-14-1-165-15,-3 2-8 0,-13-3-97 16,-11 3-27-16,-8 0-56 16,-12 6 20-16,-8 5-132 0,-4 7-72 0,-20 5 180 15,-11 11-12-15,-9 9 64 0,-8-1 56 16,-8 8 64-16,-3 2 12 0,-1 2 0 15,0-2 12-15,0-3-8 0,9 3 60 16,2-5-56-16,6-8 88 0,15-3 88 0,8-9 96 16,13-5-48-16,11-8-12 0,3-3 36 15,21-3 168-15,7-2-95 0,18-8-89 16,11-3-8-16,7-6 24 0,5-3-28 16,4-13-228-16,-5-3-12 0,1-3-48 15,-8-7-48-15,-8 1-304 0,-9-5 0 16,2 2-89-16,-14-1 77 0,-3-2-236 0,-4 2-536 15,-4 0-656-15,-4 0-1024 16,-4-3-1301-16,-4 10-899 0,-5-10 1336 16</inkml:trace>
  <inkml:trace contextRef="#ctx0" brushRef="#br0">29782 8141 7372 0,'0'0'3973'0,"0"0"-2397"0,0 0-1104 16,0 0-308-16,-32 69 208 0,16-36 664 15,-11 4 440-15,-5 5-356 0,0 2-440 0,-8 7-336 16,-4 0-96-16,0 3 20 0,-7 3-96 16,-1 0-48-16,-4 3-124 0,5-6-4 15,-2-3-4-15,9-3-164 0,5-10-184 0,7-4-200 16,4-8-172-16,8-7 116 16,4-6-316-16,8-10-228 0,1-3-456 15,7-3-813-15,0-10-1563 16,0 0 796-16</inkml:trace>
  <inkml:trace contextRef="#ctx0" brushRef="#br0">29774 8725 2660 0,'0'0'11369'15,"0"0"-9741"-15,0 0-1140 0,0 0 132 16,0 79 484-16,-7-57 152 15,-2-3-420-15,5-2-508 0,0-5-252 0,4-6-72 16,0 1 128-16,8-7-32 0,5 0-28 16,2 0-12-16,5-7 24 0,4-5 28 15,3-5-112-15,6-5-8 0,3 3-176 0,-4-3 28 16,0 3-40-16,-4 3 72 16,-5 10 16-16,1 3 108 0,-4 3 144 15,-4 9 140-15,-4 10 116 0,0 0 112 0,0 7-39 16,-8 0-73-16,0-1-132 0,0 0-88 15,-4-6-80-15,0 0-100 0,0-6 0 16,4-7-88-16,-4 0-80 0,4-6-196 16,-4 0-181-16,3-3-187 15,1-6-84-15,5-4-164 16,-5-6-228-16,4-3-776 0,-1-4-1244 0,2 5-3517 0,-5-15 2357 16</inkml:trace>
  <inkml:trace contextRef="#ctx0" brushRef="#br0">30356 7896 3740 0,'0'0'11981'0,"0"0"-9909"16,28 64-1108-16,-12-30-164 0,0 4 740 15,0 4-59-15,0-8-393 0,-1-1-532 16,2-8-364-16,-2-6-192 0,2-3-48 15,2-7-216-15,5-2-316 0,4-7-268 16,0-7-85-16,4-9-479 0,4-3-592 16,-8-3-1760-16,0-3-1397 0,-8 5-2295 15,-1-12 5540-15</inkml:trace>
  <inkml:trace contextRef="#ctx0" brushRef="#br0">30783 7854 1420 0,'0'0'10593'0,"0"0"-8021"16,0 0-1400-16,-112 52-604 0,56-15-128 0,0 8-20 15,-12 10 152-15,-12 3-212 0,1 7-360 0,-12-2-376 16,-5 7-680-16,-8 0-276 0,29-15-1132 16,-41 20-3517-16</inkml:trace>
  <inkml:trace contextRef="#ctx0" brushRef="#br0">26523 9617 248 0,'0'0'9744'0,"0"0"-7707"15,0 0-569-15,0 0-424 0,0 0 316 16,0 0-68-16,0 0-352 16,0 0-212-16,39-4-152 0,-30 17 24 0,-5 0 0 15,4 3-176-15,-4 3-180 0,-4 0-144 0,0 0-92 16,0 0 28-16,0 0-36 15,0-6-100-15,0-1 40 0,0-2-24 16,0-7-52-16,0 1-180 0,0-4-160 0,0 0-60 16,0 0 32-16,0 0 0 0,0-4-76 15,3-5-112-15,10-1 8 16,-1-6 260-16,4-3 92 0,-1-3 144 0,6-3 100 0,-6 6 88 16,1 0 96-16,-4 6-44 15,4 3 24-15,-4 8 148 0,1 2 44 16,-6 0 4-16,5 2 104 0,0 8-80 0,-4 3-20 15,4 2-16-15,-4 4-64 16,4 1-72-16,-4-1 0 0,-1-1-76 0,2 2-48 16,3-5-48-16,-5-2-4 0,-3-2-8 15,1-3-112-15,3-2-324 0,-4-2-312 16,-1-1-248-16,-3 1-1284 0,4-4-1909 16,-4 0-2095-16,4 0 4780 0</inkml:trace>
  <inkml:trace contextRef="#ctx0" brushRef="#br0">27252 9725 12357 0,'0'0'1712'16,"0"0"-1412"-16,0 0 408 0,0 0 492 0,0 0-500 16,0 0-492-16,0 0-208 0,0 0-160 0,0 0-512 15,0 0-664-15,0 0-876 0,60 3-3801 16</inkml:trace>
  <inkml:trace contextRef="#ctx0" brushRef="#br0">27213 9925 4636 0,'0'0'9689'0,"0"0"-7657"16,0 0-1384-16,0 0-16 0,0 0 196 0,0 0 24 15,95 6-328-15,-63-12-388 0,8 3-136 16,3-4-320-16,1 1-464 15,0 0-564-15,-12 2-1472 0,12-2-3713 0</inkml:trace>
  <inkml:trace contextRef="#ctx0" brushRef="#br0">28169 9657 7656 0,'0'0'3212'15,"0"0"-1839"-15,0 0-465 0,0 0-16 16,23 77 208-16,-23-39-180 0,0 10-120 0,0 6-52 16,0 6 180-16,0 5-252 15,0-7-196-15,0 7-176 0,0-5-180 16,0-3-124-16,5-6-88 0,-1-7 4 16,3-2-160-16,1-7-88 0,-4-10 0 0,5-3-48 15,-2-6-176-15,1-7-188 0,-4-5-532 0,-4-4-1008 16,4 0-1853-16,-4-4-303 15,0-14 376-15</inkml:trace>
  <inkml:trace contextRef="#ctx0" brushRef="#br0">28192 9760 132 0,'0'0'10604'16,"0"0"-9419"-16,0 0-889 0,0 0 140 15,0 0 36-15,0 0 472 16,0 0-72-16,0 0-368 0,0 0-192 0,0 0-72 16,92-42-140-16,-76 42-88 0,-4 0-4 15,0 0 136-15,-4 4-8 0,-8 2-124 0,0 0 52 16,0 7 148-16,-8 0-64 0,-4 2-60 16,-8 2-88-16,-4-2-88 15,0 2-12-15,0-9 0 0,5 3-136 0,-2-5-192 16,6 0-188-16,3-4-232 0,0-2-256 15,8 0-724-15,-1 0-989 16,5 0-2131-16,0 0 1180 0</inkml:trace>
  <inkml:trace contextRef="#ctx0" brushRef="#br0">28547 9804 4180 0,'0'0'5416'15,"0"0"-4304"-15,0 0-815 0,0 0 191 0,75-16 656 16,-54 13 192-16,-10 0-260 0,2 3-296 16,-5 0-288-16,3 0-152 0,-2 0-168 15,-5 6-96-15,3 5-64 0,-3 1 100 16,-4 3 212-16,0 5 208 0,0 2-224 16,0 0-132-16,-8 3-68 0,5-3-96 0,-5-2 40 15,-1-5-4-15,5 1-44 0,1-5 4 16,-1-3-8-16,4-2-48 0,-4-2 48 15,4-1 0-15,0-3 4 0,0 0 4 16,0 0 0-16,0 0 52 0,0 0-4 16,0 0-56-16,4-3-48 0,0-3-4 15,3-4 52-15,10-6 88 0,-2 0 8 16,1-3-92-16,5-6-4 0,2 3-92 0,-3-5-80 16,4 6-188-16,-4-5-356 0,0 8-344 15,0-1-212-15,-4 2-620 0,-4 5-2269 16,-4 2-2335-16</inkml:trace>
  <inkml:trace contextRef="#ctx0" brushRef="#br0">29125 9871 5016 0,'0'0'9717'16,"0"0"-7565"-16,0 0-1084 0,0 0-292 0,0 0 572 15,0 0-236-15,0 0-211 0,0 0-273 16,0 0-396-16,40 73-220 16,-40-64-12-16,4-3-12 0,-1-2-112 0,-3 2-92 0,4-6-220 15,5 0-185-15,3 0-279 16,-1 0 32-16,5-10-88 0,5 1-428 16,-2-7-368-16,9 0 136 0,-4-3 380 0,4 3 440 15,-4 1 488-15,-4 2 308 16,0 1 232-16,-5 1 308 0,2 5 188 15,-6 4 172-15,2 2 88 0,-9 0-44 0,-1 2-168 16,1 8-92-16,-4 0-76 16,0 6 8-16,-4-2-148 0,-3 6-224 0,-6-1-8 15,6-3 8-15,-1-3-48 0,4-4-108 16,0-3-88-16,4-2-104 0,0-4 104 16,0 0 196-16,8 0-40 0,3 0-108 0,2 0-48 15,2-4-68-15,2 2-64 16,2-2 8-16,-3 4-60 0,4-3 0 15,-4 3 100-15,4 0 84 0,-4 0 4 0,0 0 8 16,4 0 0-16,0 3 72 0,0-3 40 16,3 0 72-16,1 0 0 0,0 0-16 15,-3 0-104-15,-2 4-76 0,1-4 0 16,-8 2 0-16,0-2 0 0,-4 4-4 0,0 2-132 16,-4-3-84-16,0 4-476 15,-4 2-632-15,0 2-660 0,0-6-2548 0,-8 8-3653 16</inkml:trace>
  <inkml:trace contextRef="#ctx0" brushRef="#br0">28244 11119 972 0,'0'0'1764'16,"0"0"6140"-16,0 0-5951 0,0 0-361 15,0 0-192-15,0 0-144 0,0 0-312 16,0 0-312-16,0 0 56 0,92-10 184 0,-53 10-348 15,6 0-244-15,2 0-96 0,-3 0-48 16,-4 0-4-16,0 3-4 0,-4-3-128 16,-9 3-120-16,-3 1-24 0,-11-1-28 15,-5 6-96-15,-8 1-72 0,-4 9 32 16,-13 6 200-16,-2 8-4 0,-9 7 0 0,-9 5 64 16,2 2 44-16,-5 0 0 0,1 4 4 15,-2 1 0-15,2-2 4 16,7-3 0-16,0-5 44 0,8 0 40 0,8-8 48 15,4-2 20-15,4-7-20 0,8-5 60 16,0-1 60-16,16-7 12 0,8 2 12 16,4-5-148-16,7-6 16 0,14-3-4 0,3 0-20 15,4-10-40-15,2-3-11 16,-2-5-73-16,0-1-12 0,0-1-389 16,-8-5-331-16,0-4-316 0,0-2-196 0,-4-4-728 15,-5 0-2064-15,-11 6-1773 0,4-9-39 16</inkml:trace>
  <inkml:trace contextRef="#ctx0" brushRef="#br0">29009 11223 4864 0,'0'0'1548'0,"0"0"2748"0,0 0-3575 16,0 0-309-16,-95 92 240 0,67-57 460 0,-8 4-136 15,4 5-156-15,-3 1-268 0,-2-4-256 16,1 4-180-16,4-5-116 0,-3-1-292 15,3-1-376-15,0-4-264 0,4-2-468 16,0-3-1633-16,9-8-3851 0,-5 2 5620 16</inkml:trace>
  <inkml:trace contextRef="#ctx0" brushRef="#br0">29185 11837 5428 0,'0'0'6425'15,"0"0"-4913"-15,0 0-1220 0,0 0-228 0,0 0-64 16,0 0 696-16,15 78 404 0,-15-29-120 16,0 3-468-16,0 10-240 0,0-1 88 15,0-5 148-15,0 1 220 0,4-3-300 0,-4-7-168 16,0-3-52-16,0-5-60 16,0-10-136-16,4-4 44 0,-4-6-56 15,5-6-124-15,-1-10 16 0,-4 0-308 0,7-3-164 16,-3-6-84-16,8-10 20 15,0-6-180-15,0-6-368 16,4-7-656-16,-4-7-985 0,1 2-67 16,-10-2-1412-16,1-3 1820 0,-4-3 2480 0,0 1 12 0,-4-1-340 15,1-3 340-15,-6 1 520 0,5 2 616 16,0 7-756-16,0 3 8 0,0 8 4672 16,4 9-3168-16,0 5-423 0,0 6-301 15,4 1-60-15,8 6 32 0,0 0-296 16,0-1-176-16,4 4-108 0,0 0-212 0,-5 4-148 15,2 2-100-15,-5 0-40 0,-4 4 28 16,-1-5 12-16,-3 9-100 16,0-5-48-16,-7 3-100 0,-1 2-100 0,-5-5-52 15,-2 1-136-15,-1-1-128 0,-4-6-128 16,4 1-216 0,0-4-348-16,4 0-756 0,0-10-585 15,1-2-1407-15,-2-8 88 0,5 8 3432 0</inkml:trace>
  <inkml:trace contextRef="#ctx0" brushRef="#br0">29607 10959 8704 0,'0'0'5573'16,"0"0"-4257"-16,20 71-300 0,-12-39 116 0,4 2 384 0,0-2-156 15,8-3-608-15,-1-8-460 16,9 2-268-16,0-6-24 0,8-5-84 16,-4-5-148-16,0-5-352 0,-1-2-268 0,-3-7-412 15,0-2-996-15,-3-3-1956 0,-9-2-1629 16,-1-7 501-16</inkml:trace>
  <inkml:trace contextRef="#ctx0" brushRef="#br0">30077 10934 236 0,'0'0'3324'0,"0"0"5061"16,0 0-7221-16,0 0-860 0,-91 80 128 0,50-46 724 16,6 8 104-16,-9 2-364 15,4 0-360-15,-4 4-328 0,5-3-148 16,-2-1-60-16,9-6-88 0,0-2-72 0,9-2-200 0,-1-6-324 16,4-1-324-16,1-5-368 15,2-3-1036-15,6-7-3537 0</inkml:trace>
  <inkml:trace contextRef="#ctx0" brushRef="#br0">30316 11372 7524 0,'0'0'6121'0,"0"0"-4841"0,0 0-1080 0,88-19-148 16,-57 10-52-16,-3-1-252 0,0 4-596 15,-4-3-480-15,1 5-1605 0,-10-2-3647 16,-2 6 4308-16</inkml:trace>
  <inkml:trace contextRef="#ctx0" brushRef="#br0">30205 11601 3208 0,'0'0'10329'0,"0"0"-8581"0,0 0-1272 0,0 0-8 16,0 0 632-16,0 0-372 15,0 0-332-15,0 0-212 0,95 17-184 0,-47-27-108 16,-4-3-512-16,-1 1-348 0,2-2-524 16,-13 2-1184-16,3-1-3325 0</inkml:trace>
  <inkml:trace contextRef="#ctx0" brushRef="#br0">30886 11160 4180 0,'0'0'9741'0,"0"0"-7681"0,0 0-1156 0,0 0-148 16,112-51 664-16,-69 29-244 0,5 0-320 15,4-4-372-15,0 5-288 0,0-2-51 16,-1 6-73-16,1 3 4 0,0 0-72 0,-8 8-4 16,-5-1-8-16,-7 7-128 15,-8 0-21-15,-7 4-3 0,-6 5 28 16,-7 7 132-16,-4 10 60 0,0 2 72 0,-15 10-120 15,-13 4-12-15,-4 5-8 0,-9 3 4 16,-2 8-68-16,-5-1-36 0,-4 7-52 16,0 3-96-16,4-4 64 0,5 0 116 15,-1 1 68-15,4-7 0 0,12-3 4 16,5-9 0-16,2-8 4 0,14-1 64 16,3-11-52-16,4-6 60 0,8-3 0 0,7-6 308 15,9-1-80-15,8-9-91 0,7 0-65 16,6-9-104-16,2-11-40 0,5-2-196 15,0-3-49-15,0-3-239 0,0-5-212 16,-4 1-100-16,-1-3-184 0,-3-2-468 16,0 2-976-16,-8-4-1469 0,-8 10-871 15,3-15-380-15</inkml:trace>
  <inkml:trace contextRef="#ctx0" brushRef="#br0">31747 11255 3132 0,'0'0'0'0,"0"0"0"0,0 0 3176 16,0 0-1264-16,0 0-332 0,-80 54 85 16,55-32-13-16,-2 7-304 0,-1 3-352 0,-3 2-228 15,-6 5-304-15,5-1-228 0,-4 0-212 16,1-1-24-16,3-1-100 16,0-1-308-16,4-3-364 0,0-4-388 0,4 0-236 15,1-5-732-15,6-5-965 0,2-1-2395 0,2-8 5136 16,6-5-1016-16</inkml:trace>
  <inkml:trace contextRef="#ctx0" brushRef="#br0">31779 11709 3968 0,'0'0'8049'0,"0"0"-7117"15,0 0-752-15,0 0 0 0,3 74 888 16,-10-43 620-16,-2 6-376 0,-3 8-444 16,5 0-300-16,-1 3-152 0,-5 0 24 15,6-7-24-15,-1 0-72 0,-1-7-160 16,5-2-100-16,1-6-84 0,3-4-92 15,0-6 28-15,0 0-8 0,3-7-184 0,-3-2-100 16,4-4-208-16,5-3-48 16,-5 0 68-16,0 0-88 0,0-6-88 0,3-4-312 15,2-2-532-15,-5-1-476 0,4-7-693 16,-5-1-175-16,5-2-1164 0,1-6 3368 16,-1-2 688-16,-1-1-268 0,6-6 20 0,-2-3-244 15,1-1 208-15,0 1 300 16,4 6 1476-16,0 3-784 0,-4 11-236 0,-1 0-156 15,2 9 4604-15,-5 5-3620 0,-4 5-456 16,4-1-95-16,0 3 399 16,0 0 20-16,-4 0-388 0,3 3-384 0,2-1-192 15,-5 5-36-15,0 0-64 0,0-2-36 16,-4 2-52-16,0 0-8 0,0 0-196 0,0 2-36 16,-8-4-152-16,0 2-52 15,-8 3-116-15,0 0-504 0,0-4-1049 0,-1-3-2703 16,-6 3 732-16</inkml:trace>
  <inkml:trace contextRef="#ctx0" brushRef="#br0">30113 11564 1512 0,'0'0'1696'0,"0"0"-1096"16,0 0 3680-16,0 0-3256 0,0 0-440 0,0 0 180 15,0 0 305-15,0 0 35 0,-20-64-188 16,32 45-204-16,0 0-292 0,3 0-132 16,6-1-36-16,-1-2 88 0,-1 3 164 0,2 3 224 15,3-3-192-15,0 3-204 16,-5 0-84-16,5 4-12 0,0-4-24 15,0 7-80-15,-4-1-56 0,0 0 36 0,-1 3-64 16,-2 4 40-16,-1 3-4 0,0 0 28 16,0 0-52-16,-4 7 52 0,3 3 96 0,-3-1 368 15,4 4-124-15,-7 0-232 16,-2-1-124-16,1-2-36 0,0 2-8 16,4-5-52-16,0 2 8 0,4-2 52 0,4 0 0 15,4-7-60-15,8 0 0 16,3-4-292-16,6-9-428 0,-2 0-236 0,5-6-44 15,-4 7-352-15,-4-1-1208 0,-8 4-1961 16,-13 2-803-16,-2 1 1768 0</inkml:trace>
  <inkml:trace contextRef="#ctx0" brushRef="#br0">30109 11772 1292 0,'0'0'2100'0,"0"0"4408"15,0 0-4783-15,0 0-813 0,0 0 60 0,0 0 700 16,0 0 8-16,96 0-548 16,-68-5-440-1,7-2-240-15,1 0-56 0,8-2-44 0,-4-3-80 16,4 2-128-16,4-3-128 0,-5 4-16 0,2-1-8 0,-2 1-88 16,-3-1-16-16,0 4-108 0,-4 3-144 0,-8-4-116 15,0 3-172-15,-5 4-216 0,-7 0-188 16,0 0-468-16,-8 0-508 15,-4 4-1017-15,0-1-2439 0,-8 4 1316 0</inkml:trace>
  <inkml:trace contextRef="#ctx0" brushRef="#br0">30340 11928 3828 0,'0'0'80'15,"0"0"532"-15,0 0 4256 16,0 0-3147-16,104-19-605 0,-72 16-324 0,4-7 52 0,-5 4 156 16,5 0-108-16,0 0-360 15,0-4-356-15,-1 4-176 0,6-5-12 0,-2 3-256 16,-3-5-412-16,0 3-492 16,-4 1-228-16,-4-1-641 0,-4-2-2099 0,-4 6-540 15,-5-5 2804-15</inkml:trace>
  <inkml:trace contextRef="#ctx0" brushRef="#br0">32189 11893 6716 0,'0'0'4401'0,"0"0"-1601"0,0 0-1192 0,0 0-540 0,0 0 236 16,91 7 152-16,-67-7-232 15,-3-4-436-15,2-2-432 0,5 0-264 16,-4-7-92-16,4 0-196 0,4-2-240 0,-4-5-200 15,4 1-280-15,-4 0-188 0,3 1-432 16,-3-2-904-16,-4 1-740 0,-4 6-1565 16,0-9-1435-16</inkml:trace>
  <inkml:trace contextRef="#ctx0" brushRef="#br0">32810 11490 1592 0,'0'0'1016'0,"0"0"3804"16,0 0-2628-16,0 0-555 0,0 0-21 15,0 0 176-15,-28 79-64 0,9-47-448 0,-2 10-216 16,2-1-168-16,-9 7-284 0,4-2-332 16,-4 6-192-16,4-1-88 0,0-4-72 0,8 1-404 15,0-4-552-15,4 4-392 0,5-16-1108 16,3 21-3693-16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cm"/>
          <inkml:channel name="T" type="integer" max="2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cm"/>
          <inkml:channelProperty channel="T" name="resolution" value="1" units="1/dev"/>
        </inkml:channelProperties>
      </inkml:inkSource>
      <inkml:timestamp xml:id="ts0" timeString="2023-07-06T02:31:58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4346 5191 2480 0,'0'0'3060'0,"0"0"-2448"15,0 0-284-15,0 0 2692 0,0 0-1107 16,0 0-505-16,0-63-232 0,0 56-140 16,-4 0 96-16,4 4-92 0,0 1-236 15,0 2-112-15,0 0-104 0,-3 0-156 0,3 2-212 16,0 11-136-16,0 13 100 0,3 9 156 15,1 22 124-15,0 12 48 16,0 21-147-16,1 14-169 0,-5 7-120 0,-13 9-68 0,2 1-16 16,-10-3 8-16,10-9-4 15,-2-12 0-15,6-17-92 0,3-13 32 16,4-17-153-16,0-11-135 0,0-11-64 0,0-9-20 16,0-6-56-16,0-10-120 0,0-3-124 15,4-3-164-15,-1-10-232 16,1-12-88-16,5-7 108 0,-1-12 112 0,-4-10 256 15,3-10 68-15,-3-6-32 0,-4-13-297 16,0 1 565-16,-8-4 192 0,-3-3 132 16,-2 7 116-1,2 2 156-15,-1 10 12 0,0 10 168 0,0 9 476 16,3 16 205-16,5 10 23 0,1 9 168 0,3 10-8 0,0-1-292 16,0 7-272-16,0 0-224 15,3 0-216-15,6 0-184 0,7 10 152 0,0 3 20 16,7 9 16-16,5 7 44 0,0 9 200 15,0 6 84 1,-4 10-280-16,4 3-180 0,-9 4-68 0,2 2-4 0,-5 4 4 16,-4 0 0-16,-5-7 12 0,6-3-12 0,-5-4 124 15,-1-4-64-15,1-11 64 0,-3-7-4 16,-1-8 28-16,0-8-52 0,3-8 16 16,-7-4-16-16,8-3-48 0,-3-10 196 15,3-5 280-15,-1-8-36 0,5-15-147 16,1-9-125-16,-6-11-20 0,1-5-196 15,1-7 0-15,-2 0-180 0,5 7 0 16,0 6-185-16,0 12 121 0,3 13-120 16,2 7-136-16,-1 6-148 0,0 10-136 15,0 2-460-15,3 1-688 0,2 6-1040 16,-6 0-2521-16,5 0-1923 0</inkml:trace>
  <inkml:trace contextRef="#ctx0" brushRef="#br0">5127 5997 12585 0,'0'0'1680'16,"0"0"-996"-16,-4 76-280 0,-4-40 504 15,1 2 620-15,-6 3-340 0,1 0-600 16,1-3-368-16,-2-9-220 0,9-3-120 0,1-12-124 16,3-3-196-16,0-8-4 0,3-3-260 15,5-3-364-15,1-8-152 16,2-3-868-16,-3-3-1841 0,9-18-2915 0</inkml:trace>
  <inkml:trace contextRef="#ctx0" brushRef="#br0">5171 5664 14173 0,'0'0'1552'15,"0"0"-1100"-15,0 0 140 0,0 0 436 0,0 0 320 16,0 0-332-16,0 0-396 0,64 72-520 15,-49-61-100-15,2-8-184 0,7-3-256 0,4 0-220 0,8-14-176 16,3-7-288-16,-7 2-1808 0,16-23-3149 16</inkml:trace>
  <inkml:trace contextRef="#ctx0" brushRef="#br0">5772 5073 13149 0,'0'0'1728'0,"0"0"-1300"0,-23 93 88 16,14-43 612-16,-2 13 584 0,-6 11-472 16,2 8-532-16,-1 11-296 15,-4 5-276-15,0 7-76 0,-4 3-60 0,5 0 0 16,-2-4-48-16,1-8-52 0,12-14-68 16,5-15-64-16,3-16 12 0,7-10-48 15,14-12-124-15,-1-7-100 0,8-7-108 0,-1-8-216 16,10-7-500-16,-2-2-664 0,-7-5-772 15,19-19-2613-15</inkml:trace>
  <inkml:trace contextRef="#ctx0" brushRef="#br0">6343 6169 13269 0,'0'0'4232'15,"0"70"-3748"-15,0-23-412 0,0 14-72 0,0 11 324 16,-4 12 364-16,-4 1 392 0,-1 4-240 15,5 3-436-15,-3 3-152 0,-1 0-116 16,4-2-132-16,-5-2-4 0,2-5-172 0,3-4-44 16,-4-8-76-16,-1-10-88 0,9-10 4 15,0-14 32-15,0-8-12 16,0-10 40-16,0-9-80 0,4-6-108 0,1-7-276 16,3-16-424-16,-4-10-220 0,3-13-724 15,6-11-177-15,-5 9-627 0,-1-41-1968 16</inkml:trace>
  <inkml:trace contextRef="#ctx0" brushRef="#br0">6434 6298 640 0,'0'0'11393'15,"0"0"-9617"-15,0 0-876 0,0 0-384 16,0 0 440-16,79-69-16 0,-58 66-120 16,-1-1-252-16,-1 4-236 0,5 0-196 0,-3 7-64 15,3 6-72-15,-5 6-40 0,-3 4 40 0,-4 4 20 16,-8 9-20-16,-4-2-136 0,-8 7 64 15,-7 1-128-15,-9-1-44 16,-4 1-92-16,-4-1 28 0,-4-7-4 0,-5-2-36 16,10-6-48-16,-5-7-68 0,8-7-152 15,5-6-308-15,6-1-816 0,6-5-1061 0,-2-11-3747 16</inkml:trace>
  <inkml:trace contextRef="#ctx0" brushRef="#br0">7016 6378 15761 0,'0'0'1852'0,"0"0"-1628"16,0 0-224-16,0 0 0 15,0 0 524-15,0 0 176 0,0 0-148 16,0 0 160-16,84 0-212 0,-57-19-308 0,1-4-180 16,0-2-12-16,-4 0-304 0,-4-4 36 15,0 7-100-15,0-3 76 0,-9 3 24 16,2 0 20-16,-5-1 4 0,-1 2-16 0,-7 4 100 15,0 1 160-15,0 7 76 16,-7 2 72-16,-1 7 84 0,-1 0-48 16,-2 13-176-16,-5 6-8 0,-4 10 136 0,0 6 60 15,1 3 36-15,-6 7-84 16,1-5-100-16,9 4 0 0,-2-5-36 16,6-7 208-16,7-4 172 0,4-4-172 0,0-10-112 15,4-1-104-15,7-3 0 0,1-3 4 0,-3-5 4 16,2-2 64-16,6 0-76 15,-6 0-40-15,1 0-96 0,0-6-144 16,4-4 36-16,-4 5-12 0,-4-2-12 0,0-3-76 16,-1 7-36-16,-2-2-4 15,-5 0 4-15,0 3 20 0,0-2 4 16,0 1-68-16,0-3-136 0,-5 2-180 0,2-2-180 16,-1-1 60-16,0 2 148 0,-4-5 36 15,4 3-116-15,1 1-252 0,-2 0-245 16,1-1-331-16,0 4 124 0,4 0 92 15,-4 0-32-15,4 3-8 0,-4-3-188 16</inkml:trace>
  <inkml:trace contextRef="#ctx0" brushRef="#br0">7192 6350 1096 0,'0'0'2308'16,"0"0"-1420"-16,0 0-512 0,0 0 132 16,0 0 364-16,0 0 248 0,0 0 20 15,0 0-36-15,0 0-200 0,0 0-195 0,0 0-53 16,19-52-40-16,-19 52 52 0,0 0 68 15,0 0-60-15,-4 0-72 0,0 7 40 16,0-1-104-16,-3 11-148 0,-2 5-56 16,1 9 160-16,-3 7 320 0,-2 7-148 0,5 2-116 15,-3 1-36-15,2 0-200 0,5-7-8 16,4 0-56-16,0-6 176 16,8-9 193-16,5-4-377 15,2-6-184-15,5-7-60 0,4-6-72 0,4-3-64 0,4-9 40 16,4-13-13-16,0-4-63 15,3-8-60-15,2-5-8 0,-6 1-40 0,-3-3 84 16,0 0 48-16,-8 2 4 0,-5-2 44 16,-6 0 40-16,-5 0 60 15,-8 0 8-15,0-3-8 0,-8-2-72 0,-8 5-52 0,-5 0 124 16,2 9 68-16,-1 6 44 16,-4 14 108-16,4 10 156 0,-4 4-168 15,4 15-84-15,-8 4-28 0,1 14-12 0,-5 3-12 16,4 7-72-16,-4 3-48 0,4-4-24 15,8 0-160-15,5-9-156 0,6-8 8 16,9-13 76-16,0-3 32 0,13-9-68 16,6-2-312-16,5-6-336 0,8-10-488 15,3-6-744-15,-7 2-1821 0,21-17-2355 0</inkml:trace>
  <inkml:trace contextRef="#ctx0" brushRef="#br0">7905 5623 1396 0,'0'0'10921'0,"0"0"-8797"16,-4 63-1364-16,-5-21-56 15,1 15 212-15,1 9 412 0,-10 14 0 0,6 11-336 16,-6 4-308-16,2 4-248 0,-2 2-143 0,2-8-109 16,2-7-184-16,10-13-60 0,-1-10 52 15,4-11-64-15,7-12 12 0,6-11-37 16,-1-7-123-16,4-9-168 0,-4-4-112 15,4-6-88-15,-4-3-108 0,-1-9-140 16,2-7-316-16,-6-6-1104 0,-3 3-2001 0,-4-16-1787 16</inkml:trace>
  <inkml:trace contextRef="#ctx0" brushRef="#br0">7697 6315 12821 0,'0'0'2236'0,"0"0"-848"0,0 0-516 16,0 0 192-16,0 0-80 0,0 0 200 15,28 73-256-15,-4-67-419 0,4-3-205 16,4-3-172-16,4-3-132 0,0-6-60 0,-1-7-436 16,1-3-113-16,0 0-183 0,-5-3-76 15,-3-1-400-15,0 7-280 16,-7 0-376-16,-6 7-60 16,-6 3 368-16,-5 6 831 0,-4 0 785 0,0 13 993 0,-8 8 443 15,-5 9-52-15,2 3 108 0,-2 3 8 0,6 2-112 16,-1-3-212-16,8-7-160 0,0 2-204 15,4-11-335-15,7-7-213 16,6-5-152-16,7-7-40 0,-1 0-72 0,5-10-72 0,4-6-364 16,0-7-101-16,4-2-219 15,-9 0-24-15,1-4-88 0,-4 4 16 16,-7 3 160-16,-6-4 268 0,-3 3 328 0,-8 4 96 16,0 1 220-16,-8 2 56 15,1 9 404-15,-1 7 84 0,-8 7-200 0,4 13 84 16,-8 5-24-16,-1 6-28 0,2 7 73 15,-1 1-29-15,0 3-108 16,8-9-108-16,1 3-172 0,2-8-140 0,9-9-64 16,0-6 36-16,9-7-84 0,6-3-140 15,1-3-116-15,8-3-92 0,0-10-208 16,7-5-52-16,-3-4-145 0,4-4-123 0,0 3-200 16,-4 1-164-16,0 0-188 15,-4 0-104-15,0 3 192 0,-4 6 476 0,-4 4 864 16,-8 5 448-16,-1 4 488 0,-3 0 176 15,-4 10-84-15,0 3-208 0,0 0-260 16,0-1-128-16,0 1-100 0,0-3-136 16,0-3-196-16,13-5 0 0,-2-2-148 15,10-7-160-15,-2-8-196 0,9-5-276 16,0-2-360-16,0-6-624 0,4-7-940 16,-4-1-449-16,0-5 257 0,0-6 548 15,-4-10 236-15,-1-4 952 16,-3-5 1160-16,-7-4 1852 0,2 6 1120 0,-3 11-200 15,0 8-336-15,-4 19 85 0,0 11-421 0,-4 15-548 16,1 6-220-16,-2 13-232 16,-3 13 16-16,0 6-296 0,0 10-128 15,-3 6 305-15,-6 6-269 0,-3 7-232 0,-4-1-172 16,4-2-188-16,1-4-68 0,-2-10-68 16,5-4-60-16,5-12-52 0,3-2-8 0,0-7-108 15,-4 1-172-15,0-7-36 0,-1-3-192 16,-7-3-81-16,-3-5-91 0,-5-1-252 15,-8-7-156-15,0 0-192 0,0-7 132 0,4-5 876 16,1-1 392-16,2-6 444 16,10-3 160-16,2 4 132 0,5-5 8 0,4 4-112 15,13 6-152-15,10 1-296 0,9 5 88 16,12 1-88-16,8 0-96 16,7 3-88-16,1 3-100 0,5-4 92 0,-7 4-60 15,2-3-200-15,-8-3-448 0,-8 3-172 16,-8-4-500-16,-12 1-1136 0,-8 0-2701 15,-8 2-2723-15</inkml:trace>
  <inkml:trace contextRef="#ctx0" brushRef="#br0">4135 7252 3524 0,'0'0'4436'0,"123"0"1241"16,-55 0-3613-16,24 0-376 0,20 0-424 15,3 0-236-15,13-3-232 0,7-1-404 0,5 1-272 16,7-1-116-16,9 4-8 16,11 0 8-16,12 0 168 0,8 4-16 15,17 3 28-15,2-2-16 0,9 2-68 0,4-1-100 16,9 1 157-16,-1-1 3 0,-4-3-68 16,-8 0-92-16,-11 0-549 0,-13-3-11 15,-16-6 160-15,-3-3 84 0,-17-4-100 16,-12-3-272-16,-12 0-172 0,-15-3-316 0,-15 3-668 15,-34 4-924-15,4-11-2857 0</inkml:trace>
  <inkml:trace contextRef="#ctx0" brushRef="#br0">12064 5892 6320 0,'0'0'1456'0,"0"0"3261"15,0 0-3325-15,103 6 640 0,-39 5-680 0,12-3-248 16,11 3-304-16,1-5-324 16,4 0-84-16,-1-3-184 0,-3-3-208 15,-4 0-160-15,-9-3 64 0,-11-3-208 0,-8 3-264 0,-12 3-392 16,-12-3-244-16,-9 3-828 16,-10 0-1812-16,-17 0-2621 0</inkml:trace>
  <inkml:trace contextRef="#ctx0" brushRef="#br0">12283 6207 13461 0,'0'0'1860'0,"0"0"-1028"15,0 0-304-15,0 0 616 0,120 63-12 16,-49-53-16-16,17-10-188 0,12 0-332 0,11-13-400 16,9-12-196-16,-5-7-220 0,-3-3-352 15,-13-6-220-15,-7-4-248 0,-16 1-540 16,-25 12-2756-16,1-18-4205 0</inkml:trace>
  <inkml:trace contextRef="#ctx0" brushRef="#br0">13168 5397 9440 0,'0'0'1821'0,"0"0"-701"15,0 0 408-15,0 0 468 0,111 51-248 0,-67-26-364 16,4 7-380-16,4 6 120 0,4 4-456 15,-5 2-267-15,-7 4-289 0,-4 6-112 16,-12 3-156-16,-13 3-88 0,-6 9-49 0,-9 2-119 16,-4 5 0-16,-12-4-116 15,-8 2 112-15,-8 0 160 0,-4-5 24 16,-7-5 60-16,-2-1-124 0,6-9 28 0,-1-13-44 16,8-6 44-16,12-16-20 0,8-6-244 15,12-13-720-15,0-7-1224 16,32-21-2345-16</inkml:trace>
  <inkml:trace contextRef="#ctx0" brushRef="#br0">14941 5623 16877 0,'0'0'3132'0,"0"0"-1476"16,0 0-1119-16,108 9-137 15,-61-9-148-15,5-3-152 0,0-6-100 0,3-4-88 16,1-6-92-16,4-1 60 0,4 2 12 16,-1 2-52-16,1-1-56 15,0 5 8-15,-8 10 63 0,-8 2 69 0,-9 2 76 16,-7 10-76-16,-12 11 76 0,-12 9 48 16,-8 6 209-16,-4 13 95 0,-16 12-12 0,-12 10-76 15,-11 14-20-15,-5 4-28 0,-8 11-44 16,4-1-76-16,0-2 24 0,17-7 0 15,7-9 0-15,11-13-32 0,13-14-4 16,4-8 168-16,13-10-48 0,2-10-156 16,2-5-48-16,-2-7-120 0,2-4-312 15,-6-8-344-15,6-4-132 0,-10-6-453 0,-3-4-3035 16,0-16-4529-16</inkml:trace>
  <inkml:trace contextRef="#ctx0" brushRef="#br0">14996 6439 13877 0,'0'0'6408'0,"0"0"-5032"0,0 0-599 15,0 0 143-15,0 0-328 0,108 50-24 0,-52-50 120 16,3-5-376-16,5-12-312 0,4 4-180 16,-9-2-216-16,-6-2-160 15,-14 8-144-15,-7 0-36 0,-16 5-381 0,-12 4-807 0,-8 0-616 16,-20 13-120-16,-19 3 1300 0,-9 9 300 15,-20 5 1060-15,-4 3 576 16,-7 6 684-16,-1-1-336 0,-4 3-4 0,4 1-16 16,5-2-84-16,11-1 204 15,13-4 264-15,18-7-324 0,14-5-136 16,14-6-223-16,9-6-337 0,21-4-136 0,10 0-132 16,14-7-76-16,15 0-20 0,7-4 12 0,8-6-184 15,2-1-241-15,-2-3 21 16,-4-2-216-16,-7 0-288 0,-16 3-1116 15,8-5-3544-15</inkml:trace>
  <inkml:trace contextRef="#ctx0" brushRef="#br0">16920 6051 2844 0,'0'0'8933'0,"0"0"-7129"16,0 0-1144-16,0 0-332 0,0 0 252 0,0 0 212 16,0 0-212-16,0 0-116 0,0 0 68 15,0 0-184-15,77 47-136 0,-70-11-28 16,-7-1-64-16,0 0-116 0,0 3 4 16,-7 0 104-16,-1-7-16 0,-1-2-92 15,2-6 48-15,-1-8-52 0,4-5 0 0,0-4-8 16,4-6 8-16,0 0 4 15,0 0-4-15,4-9-132 0,8-4 132 0,-1-6 108 16,6-6-100-16,3-7 92 0,-1 0-12 16,-2 0-88-16,-2 7 60 0,-3 6 12 15,-4 3-72-15,4 10-40 0,-7 3-32 0,2 3 72 16,1 0 184-16,4 9 36 16,-4 0-60-16,4 4-12 0,-1 6-64 0,-2 0 64 15,-1 1 0-15,-4-5-124 0,0 4-24 16,-1-7-60-16,1-1-52 0,1-3-132 15,-5-1-224-15,4 0-260 0,0-7-260 16,0 0-400-16,3 0-656 0,2-9-592 16,-1-2-1989-16,3-4-239 0,-3-4 3652 15,5 3 621-15</inkml:trace>
  <inkml:trace contextRef="#ctx0" brushRef="#br0">17371 6105 1684 0,'0'0'900'0,"0"0"-460"15,0 0 5208-15,0 0-3772 0,0 0 1 0,0 0-525 16,0 0-236-16,20 73-232 0,-20-41-132 15,0-3 72-15,0-1 340 0,-4-6-512 16,4-6-348-16,0-6-132 0,0-3-136 16,8-7-20-16,4 0 44 0,4-7 48 15,7-5-108-15,5-7-48 0,4-8-256 16,0-1 108-16,1-1-308 0,-10 4 20 0,-7 0 176 16,0 6 84-16,-12 3 52 15,-4 4 0-15,-4-2 172 0,-8 5 12 0,-8 2 136 16,1 4 136-16,-2 3-136 0,-3 7 76 15,0 2-76-15,-3 8-60 0,7 2-16 16,-4-1-64-16,3 5 4 0,6-8-12 16,3 1-148-16,4-3-100 0,0-1-172 15,4-5-412-15,0-1-888 0,4-3-1344 16,0-3-2717-16,0 0-135 0,0-3 5488 0</inkml:trace>
  <inkml:trace contextRef="#ctx0" brushRef="#br0">17598 6029 6900 0,'0'0'3928'0,"0"0"-2655"0,0 0-145 0,0 0 192 16,60 76-200-16,-48-50-224 0,4 2 124 15,-4 1-440-15,4-1-344 16,-4-2-152-16,0-1-32 0,-5 0-52 0,1-6-124 16,1 4 48-16,-5-7-96 0,0-3-12 15,-4-7-64-15,3 0 60 0,-3-3 116 16,0-3 60-16,0-3 12 0,4-3-8 15,0-7-56-15,5-7-48 0,-1-5-12 0,7-2 0 16,-2-9-112-16,6-2-680 16,-7-3-788-16,4 3-940 0,0 3-2297 15,-4 12-1535-15,8-5 6424 0</inkml:trace>
  <inkml:trace contextRef="#ctx0" brushRef="#br0">18065 6086 4832 0,'0'0'8497'0,"0"0"-7201"0,-28 92-200 0,15-60 256 16,9 3-320-16,1-7-392 15,-1-5-420-15,4-8-220 0,4 2-232 0,7-9 108 16,2-1-84-16,6-3 72 0,9-4 136 0,4-11-184 16,0-3-76-16,4-5-112 15,0-4 36-15,-4-3-12 0,-4 7 160 16,-9 0 188-16,-6 3 76 0,-2 7 20 0,-3 3-96 15,-4 2 12-15,-4 1 100 0,0 3 348 16,0 0-4-16,0 0-144 0,0 3-116 16,0 4-108-16,0 2 172 0,0 4 20 15,0-1 16-15,0 5-64 0,0-4-132 16,0-8-100-16,0 2-100 0,5-1-96 16,2-3 72-16,9-3 124 0,0 0 76 15,8-9-64-15,-1-1-12 0,5-2-36 16,0-1-28-16,-7 3-20 0,-1 4-52 0,-8 3 24 15,-1 3 40-15,2 3 72 0,-6 6 260 16,5 1 68-16,-3 6 40 0,-5 0-96 16,3 0 20-16,-3 0 256 0,0-1-48 15,0-4-244-15,1-2-112 0,-2-4-68 0,-3-1-68 16,4-1-8-16,0-3-76 16,0 0-32-16,4-3 28 0,0-6 80 15,8-7 0-15,4-3-36 0,-1-10-380 16,9-3-216-16,4-9 32 0,9-3 24 15,-2-10-100-15,5-10-264 0,0-5-356 0,0-8-76 16,-5-5-1144-16,-2 2 1024 0,-14 7 819 16,-3 13 673-16,-8 16 1509 0,-3 14 179 15,-6 16 48-15,1 7-352 0,-4 3-152 16,0 4-148-16,0 6-272 0,0 11-384 16,-4 8-148-16,-3 10 112 0,-2 6 44 0,-3 10 357 15,5 4-213-15,-2-2-168 0,1 7-136 16,1 1-108-16,3 2-168 0,0 0-100 15,-5 1-80-15,1-3-352 0,5-4-268 0,-1-7 11 16,0-6 201-16,4-8 236 16,0-7 20-16,4-7-156 0,0-10-376 15,7-2-1132-15,-2-7-2612 0,6-3-2345 0</inkml:trace>
  <inkml:trace contextRef="#ctx0" brushRef="#br0">19993 5963 15985 0,'0'0'2944'16,"0"0"-1948"-16,0 0-568 16,0 0-148-1,0 0-172-15,0 0 112 0,-104 22-48 0,69-3-112 0,3 6 84 16,4 0 136-16,4 1-132 0,12-3-148 0,3-2-136 15,9-5-80-15,0 0-28 0,13 0 72 16,6-3 76-16,5-1-28 0,8 4 76 16,0-7-24-16,0 4 72 0,0 0-8 0,-8 0-64 15,0-1 68-15,-5 1 4 0,-6-3 48 16,-2 3 60-16,-7 0 124 0,0-4 24 16,-4 3-24-16,0-2-100 0,-11 0-48 15,-1-1-8-15,-4-3-76 0,-4 1-48 16,0-4-132-16,4 0-148 0,0-3-88 15,4 0-168-15,4-6-188 0,4-7-272 16,4-3-608-16,4-6-828 0,8-7-2161 16,8 1-1791-16,-4 5 4060 0</inkml:trace>
  <inkml:trace contextRef="#ctx0" brushRef="#br0">20152 6204 1068 0,'0'0'968'0,"0"0"9353"0,0 0-8157 0,0 0-96 0,0 0-528 15,88 44-308-15,-68-40-388 0,8-4-88 16,0-7-172-16,4-6-279 0,3-3-137 0,5-6-168 15,-1-3-120-15,2-1-89 0,-5 0-119 16,-8 1 36-16,-9 3 12 0,-6 3 0 16,-10 3 136-16,-3 1 8 0,0-1-108 15,-11 6 132-15,-9 1 112 0,-1 5 64 0,-7 4 144 16,0 7-76-16,-4 12 40 0,-3 6 36 16,3 7 24-16,4 2 60 15,0 4 60-15,5-2-23 0,6-1-49 0,6-7-112 16,2 1-168-16,5-7-68 0,4-3 68 15,4-2 48-15,5-5-48 0,2-6-48 16,2 1 0-16,6-1-36 0,2-6-100 16,3 0-377-16,-1-3-155 0,-3 0 32 15,4-8-224-15,-5 6-648 0,2-2-1228 0,-1-6-1845 16,-5 7-811-16,2-10 924 16</inkml:trace>
  <inkml:trace contextRef="#ctx0" brushRef="#br0">20746 5994 4304 0,'0'0'9973'0,"0"0"-8197"16,0 0-956-16,0 0-360 0,0 0 136 0,0 0 132 15,0 0 192-15,0 0 8 0,64 70-316 16,-53-42-92-16,-3 8-103 16,1-1-165-16,-1-7-80 0,-5 3-64 0,1-8-48 15,0 2-48-15,0-9-8 0,-4-4-4 16,0-1-8-16,5-5-64 0,-5-4 60 0,0-2-60 15,0 0 8-15,4 0-104 16,0 0-100-16,-1-6 268 0,9-2 68 16,4-9 16-16,9-2-84 0,-2-6-84 15,1-7-221-15,4 0-99 0,0 1-80 16,0-5-324-16,0 5-380 0,4 2-1016 16,-4 0-2260-16,-9 11-1745 0</inkml:trace>
  <inkml:trace contextRef="#ctx0" brushRef="#br0">21319 6039 5956 0,'0'0'9705'0,"0"0"-8137"0,0 0-456 16,0 72 132-16,-4-49-24 0,1-1 193 15,-1-3-153-15,0-3-500 0,0-3-448 0,4-1-204 16,0-2-108-16,0-1-44 0,4-2-136 0,4-1-144 16,-1-2-148-16,2-2-264 0,3-2-124 15,-1 0 7-15,-2-2-319 16,2-8-632-16,-3 0-668 0,-4-3-404 0,-4-2-969 15,0-4-55-15,0 0 1280 0,-8-7 260 16,1 1 2348-16,3-4 12 16,-5 4 116-16,1 6 1540 0,4 3-260 0,4 10 3600 15,-3 2-2552-15,3 4-875 0,0 0-341 16,0 6-176-16,0 1 236 0,0 3-112 16,0-1-392-16,7 0-280 0,1-2-20 0,1-1 92 15,2-3-172-15,6 1-136 16,-2-4-84-16,2 0-24 0,2-4-76 15,1-2-84-15,-5 0-244 0,6-4-72 0,-1 1-28 16,-8-1 100-16,-1 4 60 0,-6 0 36 16,-1 2 92-16,-4 4 56 0,0 0 100 0,0 0 108 15,-4 4-24-15,-5 2-84 16,2 3 60-16,-5 4-52 0,-1 0-32 16,6-1-76-16,-1 1-44 0,4-3-212 0,4-1 36 15,0-3-248-15,0 0-136 16,4-1 0-16,8-5 8 0,4 0 184 15,7-5-116-15,5-3-264 0,4-3-256 0,0-3 172 16,5-3 404-16,2-2 472 0,-3 3 0 16,-1-3 204-16,-3 0 12 15,0 3 128-15,-12 4 216 0,1 5 84 0,-14 4-104 16,1 3-76-16,-8 0 44 0,0 7 28 16,-11 5 256-16,-2 4-100 0,-2 6-136 15,-6-3-40-15,6 0 48 0,6-3-88 16,1-6-392-16,8-1-84 0,0-3-124 0,0 0 120 15,13 1 4-15,2 3 48 0,6-1-48 16,-2-2-12-16,5 5-64 0,0-2 4 16,0 3 0-16,-4-1-16 0,0 4 80 15,0 0 8-15,-4 0 0 0,0 3 112 0,-4-3 156 16,-1 0 60-16,-6-4-144 0,-1-3-28 16,-4 2 40-16,0-3-76 15,-9 3-72-15,-2-3-40 0,-5 3-8 0,-4 1-4 16,-8-2-104-16,0-1-12 0,-4-2-136 15,0-4-244-15,-3 3-60 0,-5-6-40 16,3 0-140-16,-2 0-556 0,11 0-1436 16,-12-6-3921-16</inkml:trace>
  <inkml:trace contextRef="#ctx0" brushRef="#br0">23886 5717 6672 0,'0'0'6301'0,"0"0"-5513"0,0 0-788 0,0 0 180 15,0 0 580-15,0 0 512 0,0 0-296 16,0 0-528-16,0 0-224 0,-48 19-52 16,12 11 16-16,-8 4-4 0,0 5 0 0,5-5-84 15,3-2-48-15,8-3-4 0,4-4-48 16,11-9-132-16,9 0 8 0,4-3-72 16,0-1 108-16,9 7 88 0,3 0 8 15,8 0 176-15,3 4-120 0,1-2 12 16,4 2-68-16,-4 0 96 0,0-5-4 15,-8 5 268-15,0-1-108 0,-8-3-152 16,-4 0 52-16,-4-3-72 0,-8 2 56 16,0 1-20-16,-8-2-64 15,-4 2-8-15,4-6-52 0,0-1-120 0,4-2-76 0,5-7-136 16,-2 0-220-16,5-3-188 0,4 0-240 16,0 0-100-16,0-6-320 0,9-1-1328 15,2-8-2861-15,1 2-610 0,12-16 6199 16</inkml:trace>
  <inkml:trace contextRef="#ctx0" brushRef="#br0">24017 6210 6504 0,'0'0'4793'0,"0"0"-3665"0,0 0-284 15,0 0-4-15,0 0 196 0,52 76 36 0,-48-59 76 16,-4-5-220-16,0-3-288 0,0 1-284 16,0-1-304-16,4-2-52 15,-4-4-148-15,0 0-72 0,0-3-164 0,4 0-392 0,0 0-380 16,3-3-760-16,2 0-2097 0,10-13-3063 15</inkml:trace>
  <inkml:trace contextRef="#ctx0" brushRef="#br0">24742 5445 4516 0,'0'0'4808'0,"0"0"-3115"16,0 0-253-16,0 0 712 0,-4 79-488 15,0-37-184-15,-4 12-468 0,1 6 80 0,-6 10-76 16,-2 6-616-16,2 7-168 0,-2 2-88 16,2 5-68-16,5-8-76 15,8-9-12-15,0-7-112 0,13-15 120 0,6-13-44 0,1-6-60 16,5-10-4-16,-2-6-92 16,-3-10-128-16,-4-3-180 0,0-3-112 0,-8-3-100 15,-5-6-224-15,-3-7-732 16,0-7-1140-16,-15-2-1185 0,-9-3 813 15,-4-5 52-15,-4-5 308 0,-8 1 2768 0,1-8 128 16,-2 1-36-16,-2 0 1328 0,3 0-848 16,4 2 4020-16,4 7-2360 15,13 6 81 1,6 10 95-16,9 10-268 0,4 2-432 0,4 0-360 0,16 5-360 16,8-1-276-16,16-4 36 0,16 5 60 0,12-5-235 15,7 3-241-15,9 2-160 0,7-2-108 0,-7 4-96 16,0 0-244-16,0 0-449 0,-9 0-299 0,-15 4-1584 15,12 4-7389 1</inkml:trace>
  <inkml:trace contextRef="#ctx0" brushRef="#br0">25738 6480 12881 0,'0'0'6864'0,"0"0"-5972"0,0 0-660 15,0 0-232-15,0 0-64 0,0 0-336 16,83 12-336-16,-66-12-404 0,-2 4-996 0,-6-4-2620 16,-1 0-4881-16</inkml:trace>
  <inkml:trace contextRef="#ctx0" brushRef="#br0">18168 7271 7008 0,'0'0'1712'0,"0"0"1041"16,0 0-1893-16,0 0-476 15,0 0 268-15,0 0 640 0,0 0-156 0,0 0-432 16,0 0-180-16,0 0 12 0,-8 63 268 0,0-25-68 15,0 14-108-15,0 2-16 16,-3 9-64-16,-6 3-184 0,-3 7-216 0,-3 3-52 16,-5 4-84-16,-4-1-12 0,4-3-44 15,4-10-28-15,0-12 60 16,12-12-40-16,3-13 40 0,6-10-72 0,3-10 0 16,0-2-148-16,0-7-364 0,8-4-68 0,8-5 176 15,0-10-204-15,3-3-320 16,6-7-428-16,-5-9-780 0,4-4-288 15,-5-2-129 1,2-3-131-16,-6-8 176 0,1-1 204 0,-4-5 2208 0,-3 13 88 16,-2-24-312-16</inkml:trace>
  <inkml:trace contextRef="#ctx0" brushRef="#br0">18140 7424 1384 0,'0'0'964'16,"0"0"-532"-16,0 0 5880 0,0 0-4720 0,0 0 129 16,8-68-561-16,0 68 48 0,8 0 72 15,4 3 60-15,8 7-224 0,-5 9-292 0,9 3-188 16,-4 6-88-16,0 5-132 15,-4 4-52-15,0 8-84 0,-4-1-108 0,0 8-27 16,-9 2-73-16,6-1 12 0,-9 1-84 16,4-7-8-16,-4-5 8 0,3-7 0 15,2-6 120-15,-1-7-60 0,4-3-52 0,-8-10 0 16,3-3 88-16,6-1 0 16,-6-5 148-16,10-5 36 0,3-10-76 15,-1-7-72-15,5-13-132 0,4-6-80 0,-1-8-184 16,1-11-16-16,-4-6-192 0,4-8-185 15,-4-1-279-15,-4-4-388 16,4 0-1324-16,-4 2-2492 0,-4 19-2213 0,4-12 4117 0</inkml:trace>
  <inkml:trace contextRef="#ctx0" brushRef="#br0">26921 5528 14929 0,'0'0'2580'0,"0"0"-2320"16,0 0-148-16,0 0 308 0,-32 88 640 15,8-40 444-15,-4 12-311 0,-7 10-481 0,-5 6-360 16,1 7-100-16,-6-1-32 0,2 5-112 16,3-12-104-16,7-5 4 0,10-15-8 15,11-14-4-15,4-13-152 0,8-9-40 16,0-7-152-16,0-5-224 0,4-1-69 16,0-6-15-16,0 0-4 0,0 0-24 15,4-9-152-15,0-7-732 0,3-6-220 0,2-3-340 16,2-7-8-16,2-7-269 0,3-8-23 15,-1-4 216-15,2-9 100 0,3-7 468 16,-1-6 1540-16,-3 3 104 0,0-3 36 16,-4 10 160-16,0 9 1108 0,-4 12-532 15,-4 17 4016-15,-4 9-683 0,0 10-2341 16,-4 3-572-16,4 3-132 0,0 6-52 16,4 7-52-16,-1 10 216 0,2 4-336 0,3 9-188 15,-1 5-84-15,-6 6-92 16,3 2-8-16,-1 1-51 0,-3 4-185 0,0-3-164 15,-4-4-64-15,5-2-4 0,-1-7-4 16,0-7 4-16,3-5 4 0,1-7 0 16,1-3 8-16,-1-7 4 15,-5-2 0-15,5-4 72 0,-4-3 0 0,5 0 24 16,-2-10 76-16,9-6-64 0,0-9 12 16,5-7-36-16,-2-9-96 15,1-10-132-15,4-3-36 0,-1-9-100 16,-2-1-48-16,-1 1-120 0,-1-1-25 0,-2 10-87 15,2 7-24-15,-7 12-16 0,4 6-100 0,-7 13-332 16,-2 7-644-16,-7 9-1344 0,0 0-3313 16,0 3-479-16,-11 10 6489 0</inkml:trace>
  <inkml:trace contextRef="#ctx0" brushRef="#br0">27380 6200 2572 0,'0'0'212'0,"0"0"-212"15,0 0 2632-15,0 0 1688 0,0 0-2927 0,0 0-493 0,0 0 48 16,0 0 248-16,0 0-124 0,0 0-60 16,0 0-240-16,0 0-236 0,0 0-92 15,0 0-48-15,0 0-52 0,0 0-60 16,0 0-28-16,0 0 16 0,0 0-28 0,0 0 12 16,0 0 4-16,0 0-32 15,0 0-8-15,0 0-36 0,0 0 0 16,0 0-16-16,0 0-20 0,0 0 8 0,0 0-32 15,0 0-16-15,0 4-11 16,0-4-1-16,0 0 4 0,0 0-4 0,0 0-48 16,0 0-36-16,0 0 0 0,0 0 60 15,0 0-60-15,0 0 0 0,0 0 40 16,0 0-52-16,0 0-8 0,0 0-64 16,-4 0-12-16,4 3 12 0,0-3-12 0,0 0-16 15,0 0 16-15,0 0 24 0,0 0 11 16,0 0 41-16,0 0 4 0,0 0 4 15,0 0 8-15,0 3 0 0,0 0-8 16,0 3 0-16,-4 7 13 0,0 0 59 16,4 6-12-16,-4 1-60 0,-1-6 0 15,5-1-12-15,0 4 4 0,0-9-52 16,0 3 52-16,0-5 8 0,0 0 0 16,0 1-8-16,0-4-4 0,0 0-37 0,0-3 37 15,0 3 0-15,0-3-48 0,0 0 52 16,0 0-44-16,5 0-104 0,-1 0-112 0,4 0 0 15,0 0 148-15,4-6 56 16,3 3-80-16,-3-4-40 0,1-2-36 16,2-1 48-16,-2 1 76 0,-2-5-52 0,6 2 16 15,-6-4-28-15,1 0 24 0,0 0 52 16,-4-2-64-16,-4 1 12 16,0 2-12-16,0-4 36 0,-4 3-32 0,0 3 80 15,0-3 64-15,-4 4-48 0,-4 3-28 0,4-2 4 16,-4 9-52-16,-4-4-48 15,0 1-52-15,-4 5-12 0,0 0-100 0,-4 0-284 16,1 0-160-16,-1 5-316 0,-1 1-696 16,2 2-893-16,-1-1-2723 15,8 0 660-15,-8-2 4585 0</inkml:trace>
  <inkml:trace contextRef="#ctx0" brushRef="#br0">28280 5588 116 0,'0'0'10608'0,"0"0"-8615"0,0 0-629 16,0 0-164-16,0 0 232 0,0 0-300 15,0 0-404-15,0 0-188 0,0 0-208 0,-79 51-124 16,47-36 24-16,-5 8-8 0,5-2 8 16,-3 3-88-16,3-3-84 15,0 4-60-15,4 1-4 0,0 0-44 0,13-4 48 16,2 0 80-16,9 0-8 0,0-3 48 15,4 0-20-15,4-3 32 0,5 3-44 16,2 0 8-16,6 0-88 0,2 0-8 16,9 0-8-16,0-3 0 0,4 3-76 15,8-3-52-15,-5-4-216 0,6 5-188 0,-6-1-132 16,1 0-164-16,-4-4-352 16,-4 4-844-16,0-6-2449 0,-8-1-2047 15</inkml:trace>
  <inkml:trace contextRef="#ctx0" brushRef="#br0">28950 5477 4912 0,'0'0'5440'0,"0"0"-3871"0,0 0-581 15,0 0 460-15,0 0 152 16,0 0-72-16,-21 89-352 0,10-42-316 16,-10 10-128-16,2 4 0 0,-9 2-112 0,0 0-243 15,-4-3-217-15,0-2-120 0,4-7-40 16,0-7-72-16,8-5-16 0,5-12-8 16,7-4-25-16,8-10-87 0,0-7-168 15,0 1-296-15,0-7-36 0,12 0 168 16,3-4-208-16,1-8-688 0,5-4-448 0,-2-6-528 15,5-4 11-15,-7 1 5 0,2-7 432 16,1-3 496-16,-1-3 540 0,2-6 80 16,-1-3 616-16,-1-5 232 0,2 1 1056 15,-1 1 520-15,-5 5 180 0,-2 4-28 16,-2 9-252-16,-3 7-7 0,-4 12-125 0,1 6 232 16,-5 5-380-16,4 2-364 15,-1 9-172-15,5 14 268 0,0 2-112 16,4 13-144-16,-4 4-60 0,0 5-24 0,-4 0-52 15,-4 1-100-15,0-4-155 16,0 1-149-16,5-7-124 16,-2-6 0-16,1-7 124 0,4-3 52 0,4-3 32 15,-4-5-8-15,0-6 252 0,-4-4-160 0,4-2-132 16,-5-2-56-16,2 0 8 0,7-2 12 16,3-10 36-16,6-8-96 0,7-5-72 0,-1-4-56 15,1-9-100-15,4-3-84 16,-4-4-112-16,0-6-108 0,-5 4-60 0,2-1-12 15,-5 11-209-15,0 1-75 0,-1 8-248 16,-2 9-732-16,-6 9-1188 0,6 3-2061 16,-10 4-2543-16,1 3 6676 0</inkml:trace>
  <inkml:trace contextRef="#ctx0" brushRef="#br0">29619 5975 2672 0,'0'0'10925'15,"0"0"-9281"-15,0 70-296 0,0-45 340 0,0 3 8 16,0 2-404-16,0-5-575 0,0 0-533 16,0-3-184-16,0 0-44 0,0-2-56 15,0-5-229-15,0 1-275 0,-4-3-152 16,4-3-104-16,0-3-12 0,0-1-700 0,-5-4-1144 16,5-2-1941-16,0 0-1487 0,-3 0 3472 15,-1-8 1833-15</inkml:trace>
  <inkml:trace contextRef="#ctx0" brushRef="#br0">30065 5857 5136 0,'0'0'7549'0,"0"0"-6297"15,0 0-1024-15,0 0 176 0,0 0 188 0,84-22 40 16,-60 16-608-16,-5-1-24 0,9-2-728 16,-7 3-1200-16,3-4-3793 0</inkml:trace>
  <inkml:trace contextRef="#ctx0" brushRef="#br0">30523 5778 196 0,'0'0'13181'0,"0"0"-10185"0,0 0-1716 16,0 0-600-16,0 0 308 0,0 0-96 16,0 0-892-16,96-15-112 0,-68 8-868 0,0 4-536 15,-4-3-1608-15,4-1-4505 0</inkml:trace>
  <inkml:trace contextRef="#ctx0" brushRef="#br0">30965 5740 928 0,'0'0'12981'0,"0"0"-11337"0,0 0-1192 16,0 0 264-16,0 0 68 0,80 7-784 15,-56-7-224-15,-4 0-1540 0,4 0-2804 0,-4 0-5809 16,4 0 10249-16</inkml:trace>
  <inkml:trace contextRef="#ctx0" brushRef="#br0">31591 5385 9664 0,'0'0'2077'16,"0"0"-261"-16,0 0 460 0,0 0-400 0,0 0-420 16,12 76-320-16,-16-51-160 0,-4 6-247 15,-4 2-37-15,-4-2-16 0,-4 8-336 16,-4-2-160-16,-12 9-180 0,-7 1-44 16,-5 3-28-16,0 4-24 0,-4 1-60 15,5-1-124-15,3-7-80 0,8-3-104 0,8-9 64 16,8-2-13-16,8-15-47 0,4-2 8 15,4-3 24-15,4-10-60 0,0 0-348 16,0-3-496-16,8-3-64 0,0-6-672 16,3-7-2441-16,-2 0-2839 0,7-17 6420 0</inkml:trace>
  <inkml:trace contextRef="#ctx0" brushRef="#br0">31423 5536 9896 0,'0'0'4453'0,"0"0"-3769"16,0 0-620-16,0 0 500 0,0 0 1076 0,0 0-264 15,0 0-284-15,60 71-580 0,-43-39-228 16,-10 2 20-16,5 2 0 0,-7 2-48 16,-1-4-28-16,0 5-128 0,-4-5-16 15,3-2-35-15,1-3 123 16,0-4 20-16,4-2-72 0,0-8-8 0,0 1 56 0,4-6 184 15,0-1 204-15,4-6-256 16,0 1-116 0,3-4-28-16,6-4-12 0,3-5-24 0,3-10-36 15,5-3-84-15,5-8-48 0,2-3-84 0,5-6-168 16,0-9-160-16,4-5-144 0,0-7-160 16,-5-1-293-16,-4 4-419 0,-10 3-892 0,-1 9-724 15,-13 10-2241-15,-6 10-2947 0,-5 0 7744 16</inkml:trace>
  <inkml:trace contextRef="#ctx0" brushRef="#br0">32224 6305 1384 0,'0'0'208'0,"0"0"12"0,0 0-12 16,0 0-192-16,0 0 180 15,0 0 52-15,0 0 1212 0,0 0 844 0,0 0-1276 16,0 0-496-16,0 0 24 0,28-60-100 16,-28 57-28-16,0-4 12 15,0 4-28-15,0 0-192 0,0 0-116 0,0-1 104 0,0 4-160 16,-4-3-40-16,4 3-8 16,0 0-16-16,-3 0 16 0,3 0 16 15,0-3 188-15,0 3 117 0,0 0 27 0,0 0 104 16,0 0 84-16,0 0-24 0,0 0 12 0,0 0-68 15,0 0-88-15,0 0-28 0,0 0-72 16,0 0-44-16,0-3-224 16,0 3-76-16,0-3-60 0,0 3 20 15,0-3 108-15,0 3 4 0,0 0 4 0,0 0 0 16,0 0 64-16,0 0 12 0,0 0 12 16,0 0 12-16,0 0 16 0,0 0 84 0,0 0 52 15,0 0-4-15,3-3-16 16,-3 3-8-16,0-4-100 0,0 4-48 15,0-3-68-15,4 3 68 0,-4-3 24 16,0 3 84-16,0 0 16 0,0 0-12 0,0 0-64 16,0 0-52-16,0 0-60 15,0 0-8-15,0 0-4 0,0 0 4 0,0 0-4 16,0 0 16-16,0 0 68 16,0 3 28-16,0-3 0 0,0 0 24 0,0 3 24 15,0 1 12-15,0 2 100 0,0 3 60 16,0 1 12-16,0 0-88 0,-4-1-84 15,4 0-60-15,0 1-28 0,0-4-76 16,0 1 52-16,0-1 4 0,0 0 20 0,0 5 40 16,0-5 8-16,4 2 16 0,0 3-76 15,-4 1 0-15,0-5-68 16,5 5-4-16,-5-2-4 0,4-4 0 16,0 0 0-16,0 1-44 15,-1-1 40-15,1 0 8 0,4-2 4 0,5-4-4 0,-2 0 0 0,5-4-168 16,8-5-104-16,-4-4-104 0,8-6-276 15,-4 0-184-15,4-4-552 0,-9-5-1000 16,2 0-2441-16,-5 6-2391 0,-4-20 6384 16</inkml:trace>
  <inkml:trace contextRef="#ctx0" brushRef="#br0">32572 5867 196 0,'0'0'11101'0,"0"0"-9577"0,0 0-872 0,0 0 704 16,0 0 244-16,0 0-764 0,0 0-836 15,79-13-452-15,-63 13-792 16,-8 0-728-16,7 3-3665 0</inkml:trace>
  <inkml:trace contextRef="#ctx0" brushRef="#br0">31225 5448 444 0,'0'0'8716'0,"0"0"-6107"0,0 0-1229 0,0 0-576 15,0 0 20-15,0 0 272 16,0 0-180-16,0 0-392 0,-88 63-292 16,60-40-144-16,-4 2 36 0,0 1-12 0,-7-1-104 15,-2 4-8-15,-2-1-60 0,3-3 56 16,0 0 4-16,8-2 220 0,9-7 236 15,2-4 172-15,14-2-256 0,-2 0-128 16,9-4-36-16,0 0 24 0,0 7 132 16,13 0-96-16,7 3 40 0,3-1-40 0,9 1 8 15,3-3-19-15,6-1 59 0,-1-1-196 16,4-5-120-16,-1 3-72 0,-3-5-60 16,4-1-245-16,-4 0-319 0,-4 3-376 0,-8-3-476 15,-4 4-2644-15,-5-1-3917 0</inkml:trace>
  <inkml:trace contextRef="#ctx0" brushRef="#br0">19339 7985 1300 0,'0'0'3260'0,"0"0"1484"15,0 0-3644-15,0 0-535 16,0 0-37-16,0 0 140 0,0 0 380 16,0 0-56-16,0 0-244 0,21-19-132 0,-21 19 40 15,0 0 44-15,0 0-128 0,0 0-224 16,0 0-176-16,0 0-72 15,4 0-40-15,3 0 16 0,1 0 36 0,4 0-40 16,0 0-64-16,0-3 40 0,-4 0-40 16,0 3 4-16,0-4 0 0,-4 1-8 0,-1 3-4 15,-3 0-76-15,0 0 28 0,0 0 48 16,0 0 12-16,0 0 60 16,0 3 16-16,0-3-84 0,0 4 4 0,0-4 0 15,0 0-4-15,0 0 0 0,0 0 4 16,0 0-8-16,0 0-12 0,0 0-72 15,0 0-188-15,-3 0-100 0,-1 0 64 0,-4 0-4 16,0 3-112-16,-4 0-36 16,4-3 116-16,0 3 120 0,8-3-52 15,-4 0-152-15,4 0-4 0,0-6-48 0,0-1 228 16,4-2 112-16,4-2 124 0,0 3-148 16,-4-2 164-16,0 3 80 0,0 2 188 15,-4 2 76-15,0-1-28 0,0 4-304 16,0 0-12-16,0 0 0 0,0 0-60 0,0 0-280 15,0 0-384-15,0 0-772 16,0-3-1021-16,0 3-1543 0,-4-3-532 16,0 3 4316-16</inkml:trace>
  <inkml:trace contextRef="#ctx0" brushRef="#br0">18929 8001 3464 0,'0'0'8701'15,"0"0"-7245"-15,0 0-984 0,0 0 108 0,0 0 404 16,0 0 172-16,0 0-272 0,92-29-340 16,-64 17-224-16,4-5 12 15,0 5-24-15,-1-4-64 0,-3 7-48 0,-4-1-108 16,0 7-40-16,-8-1 0 0,-4 4 0 16,-1 0 16-16,-7 10-16 0,5-1 24 15,-9 8 64-15,0 1-12 0,0 8 8 0,-9 2-8 16,-2 4 44-16,-1 3 28 0,-1 0 96 15,2 0-84-15,-1 0-88 0,4-7-36 16,4 1 28-16,0-6 33 0,4-8 15 16,0 1-64-16,0-6 24 0,8-1 24 15,4-2 16-15,0-1 32 0,-1-6-32 0,2 0-124 16,2 0-36-16,2-11-196 16,-2 0-144-16,-2-8-156 0,2-1-173 15,-2-5-195-15,-6-4-508 0,-3 7-2452 0,-4-19-3393 16</inkml:trace>
  <inkml:trace contextRef="#ctx0" brushRef="#br0">19212 7741 11429 0,'0'0'1576'0,"0"0"-504"16,0 0 644-16,0 0-152 15,0 0-600-15,79-13-864 0,-51 10-100 16,4-4-680-16,-4 0-500 0,-8 7-1104 0,4-3-4093 0</inkml:trace>
  <inkml:trace contextRef="#ctx0" brushRef="#br0">20543 7303 6116 0,'0'0'768'0,"0"0"3172"16,0 0-3231-16,0 0-197 0,0 0 616 16,0 0 624-16,-76 72-128 0,40-30-396 15,0 2-424-15,-4 13-252 0,-8 7-24 0,-7 8 96 16,-10 10 12-16,-2 8-200 0,-16 12-80 15,-9 6-67-15,-3 6-237 16,-9 0 8-16,0 4 36 0,0-3-96 0,5-5-104 16,7-5-128-16,4-7 111 0,9-9-27 15,7-9 52-15,17-10 48 16,7-7 0-16,8-12-4 0,8-4-128 16,12-12-136-16,4-6-112 15,8-10-96-15,8-6-140 0,0-13 76 0,12 0-512 16,4-13-928-16,8-9-1120 0,-8 2-2889 0,16-21-75 15</inkml:trace>
  <inkml:trace contextRef="#ctx0" brushRef="#br0">20105 8338 10332 0,'0'0'6053'16,"0"0"-5021"-16,0 0-872 0,0 0-156 16,0 0 596-16,0 0 840 0,19 72-244 15,-14-31-416-15,-1 14-303 0,-1 5 7 16,-3 3 240-16,0 1-240 0,-3-1-180 0,-1-6-64 15,-5-2-108-15,5-5-132 0,-7-8 0 16,3-5-12-16,3-5 0 0,1-10-192 16,-4-9-64-16,8-3-128 0,0-8-208 15,-3-2-100-15,3 0-61 0,0 0-39 16,-4-12-224-16,4-1-680 0,0-9-164 0,0-3-4289 16,7-10 4825-16,1-3-1352 0,5-3-2120 15,-2-6 3872-15,1 5 936 0,4-21 0 16</inkml:trace>
  <inkml:trace contextRef="#ctx0" brushRef="#br0">20220 8404 3008 0,'0'0'288'0,"0"0"2916"0,23-79 1361 0,-19 62-3241 0,5 2-380 16,-1 5-80-16,-4 3 96 15,-1 7 252-15,-3 0-168 0,8 7-224 16,-3 9-228-16,3 3 216 0,3 10-184 0,2 6-88 16,-5 3 88-16,-1 6-19 0,1 4-165 15,1 0-188-15,-5-4-68 16,3-3-124-16,1-3-60 0,1-3 0 0,2-6 0 15,1-7 4-15,0-3-4 0,8-6 48 16,-4-4 12-16,4-2-12 0,0-4 12 16,0-3 36-16,4 0-36 0,-1-10-24 0,1-9-36 15,4-3-120-15,0-6-108 16,4-10-4-16,-4-8-56 0,4-7-112 16,0-8-197-16,0-6-71 0,-1-8-92 0,-3-4-316 15,0 0-1116-15,-3 5-1776 0,-6 6-1837 16,-3 21-871-16,-4 3 6317 0</inkml:trace>
  <inkml:trace contextRef="#ctx0" brushRef="#br0">20997 8857 3936 0,'0'0'1808'16,"0"0"2160"-16,0 0-3256 16,0 0-260-16,0 0-39 0,0 0 319 15,0 0 200-15,0 0-128 0,0 0-232 0,0 0-268 16,0 0 64-16,43-28 224 0,-30 37 248 0,-1 10-204 15,-1 4-76-15,-2 3-52 16,-5-1-100-16,0 4-76 0,-4-4-48 0,0 0-52 16,0-3-24-16,-4 1-48 0,0-4-40 15,-1-3-32-15,1-3-16 16,4-4-12-16,-4-3 4 0,4 1-52 0,0-7 0 16,0 0 0-16,0 0 24 0,0 0-36 15,4 0-208-15,0-7-160 0,5-5-24 16,2-1 12-16,2-6-260 0,-2-4-240 0,1-2-684 15,-3-4-1452-15,-2 1-3225 0,-3 3 21 16,0-10 5893-16</inkml:trace>
  <inkml:trace contextRef="#ctx0" brushRef="#br0">21145 8613 10380 0,'0'0'1649'0,"0"0"-689"0,0 0 376 0,0 0 52 16,0 0-220-16,0 0-276 0,0 0-324 15,0 0 12-15,99 0-320 16,-71-3-260-16,-5 3-100 0,5-3-292 0,-4 0-212 16,-3 0-364-16,3-1-564 0,-9 1-1280 15,2 0-3097-15,-6 0-954 16,-3 0 6863-16</inkml:trace>
  <inkml:trace contextRef="#ctx0" brushRef="#br0">21403 8883 248 0,'0'0'496'0,"0"0"6544"0,0 0-4260 0,0 0-887 15,0 0-477-15,0 0-416 16,0 0-144-16,0 0-224 0,0 0-208 16,96 0-112-16,-72 0-188 0,0-7-80 0,-5-1-44 15,5-3-260-15,-3-3-608 0,-2-5-628 16,-3 5-988-16,5-11-3889 0</inkml:trace>
  <inkml:trace contextRef="#ctx0" brushRef="#br0">21766 8541 5320 0,'0'0'1352'0,"0"0"4201"0,0 0-3741 15,0 0-448-15,0 0-216 16,0 0-104-16,8 76-68 0,-4-38-324 0,-1 3-88 16,6 1-124-16,-5 2-196 0,0 0-160 15,4 1-84-15,-5-1-8 0,5-3-64 16,5-3-136-16,-2-3-512 0,2-2-476 15,6-5-328-15,-2-9-1336 0,14-3-3993 16</inkml:trace>
  <inkml:trace contextRef="#ctx0" brushRef="#br0">23456 8194 6552 0,'0'0'6973'0,"0"0"-5717"0,0 0-260 16,0 0-244-16,0 0 132 0,0 0 380 15,0 0-64-15,0 0-284 0,15 82-280 16,-11-50-43-16,-4 3-217 0,0-3-252 16,0 0-124-16,-8-10-100 0,4-2-56 0,-8-7-160 15,8-7-61-15,-8 0 13 0,5-4-208 16,-6-2-260-16,-2 0-632 0,-6-8-1252 16,10-3-2585-16,-13-14-3011 0</inkml:trace>
  <inkml:trace contextRef="#ctx0" brushRef="#br0">23276 7715 12117 0,'0'0'1676'0,"0"0"-652"0,0 0-316 0,0 0 436 16,68-70 48-16,-33 57-352 16,5 0-472-16,4 4-368 0,0 3-60 0,4 3-420 15,-1 3-696-15,-2 0-488 0,-10 0-1520 16,14 9-3173-16</inkml:trace>
  <inkml:trace contextRef="#ctx0" brushRef="#br0">23937 7889 3740 0,'0'0'9857'16,"0"0"-8577"-16,0 0-940 0,-47 83 212 16,30-58 528-16,2 2 348 0,2-6-468 15,2 2-432-15,7-5-368 0,4 4-40 0,0 1 88 16,11-1-92-16,6 0-116 0,2 0 0 15,5 0 0-15,4 2 76 0,4-3 20 16,4-2-96-16,-4-1 0 0,-1 3-60 16,-6-5 4-16,-1-1 56 15,-9 4 8-15,-2-3-4 0,-6 6 40 0,-7-6 104 16,-7 3-148-16,-6-2-4 0,-10-3-4 0,-1-3-272 16,-4 1-124-16,0-5-64 0,4-5 152 15,5-2-80-15,2 0-160 0,2-2 12 16,6-5-264-16,1 1-472 0,4-4-1076 15,4 3-2181-15,8-5-1551 0</inkml:trace>
  <inkml:trace contextRef="#ctx0" brushRef="#br0">25021 8325 13241 0,'0'0'2280'0,"0"0"-712"0,0 0-688 15,0 0 548-15,-100 16-84 0,64 3-163 0,-3 3-261 16,-2 6-324-16,2 0-188 0,11-2 40 16,0 0-100-16,16-4-336 0,1-9-12 15,11 0-252-15,0-8 24 16,4-1-28-16,7-4 52 0,6 0 48 0,2-6-136 16,9-7-80-16,0-3-104 0,0-3-165 15,0-3-127-15,-4 0-184 0,-1-1 96 0,-7 4 32 16,0 3-80-16,-7 7 256 0,-2-1 436 15,-3 7 212-15,-4 3 336 0,0 3 136 16,0 10 212-16,0 3-80 16,0 7-52-16,0 2 60 15,4 2-24-15,0 0-76 16,5-2-24-16,-2-6-75 0,5 0-233 0,0-6-180 16,4-1-148-16,4-6-61 0,4-2-67 0,-1-4-200 0,9 0-84 15,0 0 204-15,0-10-1056 0,1-2-684 16,-10-1-2896-16,9-10-2849 0</inkml:trace>
  <inkml:trace contextRef="#ctx0" brushRef="#br0">25662 7464 5744 0,'0'0'6361'0,"0"0"-4649"0,0 0 196 15,-28 86 152-15,13-39-112 0,-2 8-412 16,2 8-307-16,-9 4-189 0,0 5-220 16,-4 2-372-16,0 2-232 0,-4 0-204 15,5-3-12-15,-6-7-116 0,10-5-188 16,6-10 52-16,6-16 0 0,11-7 104 16,0-9-128-16,8-8 96 0,3-6-28 15,6-5 40-15,3 0-24 0,3-9-4 16,1-4-8-16,4 0-4 0,0-2 28 0,0 5 44 15,0 1 4-15,0 5 124 0,-5 1 0 16,-3 3-41-16,1 3 49 0,-6 7 53 16,-2 3 119-16,-6 2 104 0,-3 1-32 15,0 0-16-15,-4 1 28 0,0-3-4 16,-4 5 52-16,-3-2-100 0,-6-2-96 16,-6-1 28-16,2 2-64 0,-7-7 12 0,-3 4-80 15,-1-7-4-15,0 0-144 16,4-3-172-16,4-3-108 0,4 0-144 0,9 0-84 15,-2-6-153-15,9-7-791 0,4-2-936 16,8-8-1488-16,0 4-1685 0,16-18-907 0</inkml:trace>
  <inkml:trace contextRef="#ctx0" brushRef="#br0">25798 8410 11145 0,'0'0'4152'15,"0"0"-2756"-15,0 0-416 0,0 0 220 0,0 0 100 0,0 0-204 16,0 0-219-16,75 64-405 15,-54-67-180-15,7-6-148 0,0-4-144 0,4-4-184 16,-1-2-396 0,-3 0-113-16,-4 0 61 0,-8 4 84 0,-4-2 72 0,-5-1 36 15,-7 1 108-15,-7-1 60 0,-5 2 88 0,-12 3 184 16,4 3 244-16,-7 8 336 0,-1 2-116 0,0 12-108 16,0 7-40-16,0 9 84 15,-4 7 112-15,4 4-47 0,-4 5-5 16,4 4-12-16,4 0 24 15,8-4 96-15,4-3-148 0,12-5-328 0,4-11-88 16,16-6 0-16,8-7 4 0,8-8-8 16,8-4-92-16,7-4-220 0,-3-12-280 15,8-5-148-15,-8-5-289 0,4-3-459 0,-5-3-1280 16,-15 10-1988-16,16-19-1881 0</inkml:trace>
  <inkml:trace contextRef="#ctx0" brushRef="#br0">26798 7474 9580 0,'0'0'4285'0,"0"0"-2117"0,-12 69-72 16,0-24-324-16,0 16 116 0,-8 1-411 15,1 15-485-15,-6-1-100 0,-3 7-168 16,-3 2-340-16,-5 1-168 0,4 0-156 15,-4-10-60-15,5-3 0 0,3-9-72 16,7-13-144-16,6-7-220 0,6-9-164 16,9-10-28-16,0-9 52 0,17-7 152 15,7-5-108-15,8-4-328 0,3-10-661 0,5-6-747 16,-1-6-364-16,-3-3-228 0,5 0 287 16,-13-4 153-16,0 0 1068 0,-13 8 1352 15,1-2 116-15,-8 13 1548 0,0 4 768 16,-4 6-211-16,0 9-481 0,-4 7 48 0,0 6 0 15,0 3-372-15,0 8-368 0,-4-5-208 16,0 4 13-16,0-3-201 0,0-4-120 16,4-3-220-16,0-3-172 0,0-7-140 15,0-5-108-15,8 0-124 0,-4-7-44 16,0 0-112-16,4 0-96 0,-4-3-136 16,8-8-181-16,-8-1-187 0,4-1-520 15,-4-2-712-15,0 2-624 0,-4 0-1973 0,0-6-879 16</inkml:trace>
  <inkml:trace contextRef="#ctx0" brushRef="#br0">26837 8213 10348 0,'0'0'2541'16,"0"0"-885"-16,0 0-584 0,0 0 220 15,0 0-40-15,0 0-280 0,0 0-392 0,0 0-580 16,0 0-112-16,0 0 52 16,0 0 12-16,65-22 8 0,-46 22-180 0,5 0-196 15,-3 0-560-15,2 0-356 0,-7-3-936 0,12 3-3461 16</inkml:trace>
  <inkml:trace contextRef="#ctx0" brushRef="#br0">27268 8255 12077 0,'0'0'2308'0,"0"0"-872"16,0 0-444-16,-107 51 792 0,71-29 20 15,0-3-199-15,4 3-513 0,12-6-512 16,9 0-304-16,2-7-164 0,9 1-64 0,0-4-48 15,4 0-148-15,8-2 40 0,4 3-12 16,4-7-24-16,0 0-100 16,3 0-44-16,2-7-64 0,-5 0-48 0,-1-5-85 15,5 2-51-15,-4 0 36 0,1-2 88 16,-2 2 32-16,-3 1-108 16,0-1 20-16,-4 1 380 0,0 3 88 0,0 3 76 0,-4 3-16 15,0 0 272-15,-4 3 280 16,0 3 36-16,0 3-64 0,-1 1-96 0,2-1-51 15,-1 4 47-15,0-7-72 0,4 4-184 16,-1-4-144-16,6-3-20 16,2 1-52-16,2-4 24 0,6 0-36 0,1-4-304 0,12-2-144 15,0-4-72-15,4 1 71 16,0 0 109-16,-5-1 72 0,2 1 108 16,-10 5 108-16,-7 4 52 0,0 0 160 0,-12 0 264 15,0 10 257-15,-4 3-41 0,-4-1-168 16,0 7-72-16,0 0-156 0,0 1-4 15,0 2 0-15,0-3-96 0,0-3-72 16,4 3-72-16,4-6-56 0,4-1-100 16,0-2-252-16,4-4-232 0,-5 0-76 15,10-3-132-15,-5 1-441 0,-4-4-2523 16,8-4-4657-16</inkml:trace>
  <inkml:trace contextRef="#ctx0" brushRef="#br0">28117 8649 10408 0,'0'0'8677'0,"0"0"-7597"16,0 0-460-16,0 0 513 0,0 0-525 0,0 0-608 16,0 0-244-16,0 0-705 0,0 0-307 15,0 0-264-15,-17 2-2404 0,-14-10-8869 0</inkml:trace>
  <inkml:trace contextRef="#ctx0" brushRef="#br0">2829 10537 8716 0,'0'0'1864'0,"0"0"-887"16,19-75-169-16,-14 49 356 0,-5 10 368 0,0 3-8 15,-9 7-60-15,1 4-132 16,-7 2-500-16,-2 0-220 0,-11 8-200 0,-7 9-156 0,-5 5-52 15,-8 8-7-15,-8 9-1 16,1 9-4-16,-1 7-8 0,-4 1-52 16,0 4-68-16,8-2-64 0,9-4-72 0,7-7-24 15,12-6 92-15,11-9-132 0,10-6 64 16,6 0-4-16,14-5 76 0,7 8 120 16,8-1-40-16,7 1-76 0,5 3 80 15,0 0-12-15,3-3-32 0,6 1-40 16,-9 0-84-16,-1-2 36 0,-3-3 44 15,-4 4 0-15,-8 0 4 0,-4 0-52 16,-8 1-32-16,-8 6 24 0,-8 5 56 16,0 3 0-16,-13 1-56 0,-6-1 56 15,-1-2-4-15,0-5 16 0,-4-2-4 16,4-10-4-16,8-6-48 0,0-9-148 0,4-3-193 16,4-3-207-16,1-4-124 0,3-7-308 15,0-9-1160-15,3-1-2504 0,9-27-3197 16</inkml:trace>
  <inkml:trace contextRef="#ctx0" brushRef="#br0">3302 11341 9732 0,'0'0'6713'0,"0"0"-5993"0,17 67-520 0,-17-42 556 16,0 4 1136-16,0-7-148 0,0-3-763 15,-4-7-569-15,4-8-304 0,0-4-60 0,8 0-36 16,3-4 172-16,6-5 32 15,2-10-72-15,5-3-144 0,4-6-472 0,0-8-48 16,-4 1 100-16,-5 6 32 0,-6 4-125 16,-9 6-47-16,-4 4 136 0,-12 5 228 15,-8 7 84-15,-8 3 104 0,0 0-64 16,0 13 72-16,-8 5-100 0,4 5 28 16,-3 2 64-16,7 3 8 0,-4 1 0 0,12-4-148 15,0-5-156-15,8-1-372 0,4-6-744 16,4-1-344-16,4-2-540 15,0-4-2201-15,0-3-1523 0</inkml:trace>
  <inkml:trace contextRef="#ctx0" brushRef="#br0">3860 10407 2692 0,'0'0'7912'0,"0"0"-6315"15,0 0 75-15,0 69 424 0,0-23-212 16,0 8-308-16,0 6-376 0,0 7-180 16,0 6-203-16,0 6 15 0,0 3-216 15,0 7-372-15,0 4-200 0,0-1-44 0,4-3-84 16,1 0-36-16,-1-10-172 0,-1-6-96 15,1-10-60-15,0-12-120 0,4-10-77 16,0-12-95-16,4-7-324 0,0-5-732 16,-4-12-836-16,0-5-1953 0,0 0-1975 15</inkml:trace>
  <inkml:trace contextRef="#ctx0" brushRef="#br0">4144 11296 11173 0,'0'0'2204'0,"0"0"-1000"0,0 0 96 16,0 0 300-16,0 0-352 0,0 0-376 15,0 0-308-15,0 0-88 16,11 76 340-16,-3-30-87 0,0 7-281 0,-4 1-96 16,4-3-112-16,-4-4-20 0,4-5-52 15,-1-11-36-15,2-8-60 16,3-10 16-16,-5-4-80 0,6-9-4 0,2 0 264 0,-2-4 20 15,2-5-36-15,6-10-204 16,-2-6-48-16,1-8-132 0,4-4-132 16,-3-1-96-16,-6-7-148 0,1 4-60 0,-4-3-160 15,0-1-389-15,0 1-1087 0,0 9-2460 16,12-6-2565-16</inkml:trace>
  <inkml:trace contextRef="#ctx0" brushRef="#br0">4756 11418 3148 0,'0'0'12281'0,"0"0"-10265"0,0 0-1360 15,0 0 180-15,-103 75 940 0,75-43-183 16,0 3-577-16,0 0-508 0,9 0-240 0,2 0-136 16,6-4-60-16,3-5-72 15,8-7-64-15,0-7-20 0,4-5-88 16,8 0 40-16,4-7 36 0,7 0-240 0,5-10 8 15,0-6-60-15,0 0-60 0,0-6 35 16,-4 0-35-16,0-1 20 0,-4 11 64 16,-4 3 144-16,-1 5 60 0,-2 4 160 15,-1 6 328-15,-5 10 124 0,6 3 60 0,-9 3-27 16,3 4-73-16,-3-1-96 0,0 0 24 16,0-5-40-16,1-8-188 15,3-5-112-15,3-4-112 0,2-3-44 16,-2-6-244-16,9-7-36 0,0-13-97 0,4-6-355 15,0-12-384-15,4-3-884 16,0-4-804-16,0-10-1493 0,-5 17-623 0,5-38 1108 0</inkml:trace>
  <inkml:trace contextRef="#ctx0" brushRef="#br0">5239 10674 2336 0,'0'0'2148'0,"0"0"3832"15,0 0-4207-15,0 0-493 0,0 0 452 16,-16 70 128-16,8-25-8 0,0 9-272 15,-4 9-408-15,-4 9-275 0,1 5-173 16,-6 2-204-16,-3 1-228 0,5-4-144 16,2-2-148-16,2-15-84 0,6-11-36 15,9-13-172-15,0-13 16 0,13-9-124 16,2-7 208-16,2-6-28 0,6-3-180 16,1-13-12-16,0-3-85 0,4-3-51 0,0 0 12 15,-4 0-4-15,-5 9 244 0,2 1 152 16,-6 8 44-16,-2 4 52 15,-2 0 48-15,-3 12 380 0,-3 8 184 0,-5 2-28 0,0 6-120 16,0 1-76-16,-9-4-48 16,5 3 37-16,0-2-29 0,1 0-164 0,-1-7-136 15,4-3-12-15,0-7-64 0,0-5-92 16,4-4-405-16,7 0-351 16,2-10-4-16,6-3-412 0,9-3-832 0,0-5-572 15,4-5-1665-15,-12 6-3579 0,16-8 7284 16</inkml:trace>
  <inkml:trace contextRef="#ctx0" brushRef="#br0">5729 11550 4856 0,'0'0'8833'0,"0"0"-7705"0,0 0-976 0,24 70-12 15,-16-51 716-15,3-7 520 0,2-1-868 0,2-8-324 16,6-3 28-16,3 0-108 0,4-7-104 16,4-8-172-16,-1-5 36 15,5-2-248-15,-4-1 12 0,-4-2 188 0,-4 3 184 16,-9 6 0-16,-7 1 184 0,-3 2 140 0,-5 4-16 15,-9 2 112-15,-10 4-36 16,-1 3-296-16,-8 6 68 0,0 10 252 16,0 6 168-16,-4 10 60 0,4 2-76 0,5 6 96 15,3 0 145-15,-1-5-329 0,10 0-232 16,3-6-216-16,3-3-24 0,5-8-8 16,0-3-52-16,13-1 60 0,2-5-120 15,5-2 12-15,5-2-36 0,6-5-112 0,1 0-180 16,4-2-341-16,0-8-259 0,-1 1-372 15,-7-5-1248-15,21-1-3185 0</inkml:trace>
  <inkml:trace contextRef="#ctx0" brushRef="#br0">7905 11218 4864 0,'0'0'6265'0,"0"0"-4545"0,0 0-612 0,0 0-20 16,0 0 68-16,0 0 316 15,114 2-160-15,-58-2-284 0,4 0-464 0,0-6-236 16,0-1-144-16,-4 1-108 0,-9 2-76 15,-2-1-72-15,-6 2-148 0,-7-4-292 16,0 3-188-16,-12 2-196 0,-5-2-352 16,-6 4-1168-16,-5 0-3973 0,-17 0-2135 0</inkml:trace>
  <inkml:trace contextRef="#ctx0" brushRef="#br0">7853 11500 6088 0,'0'0'128'0,"0"0"3980"0,0 0-2855 15,0 0-177-15,0 0 580 0,0 0 424 16,0 0-452-16,0 0-468 0,119 53-436 0,-59-69-308 16,0-6-296-16,4-6-120 15,-5-8-292-15,1-1-308 0,0-5-176 16,-9 1-324-16,-10 10-784 0,10-21-3461 0</inkml:trace>
  <inkml:trace contextRef="#ctx0" brushRef="#br0">8459 10814 5792 0,'0'0'6213'0,"0"0"-5333"15,0 0-88-15,0 0 500 16,0 0 332-16,95 32-308 0,-63-16-524 16,4 3-324-16,3 3-4 0,2 3 52 0,-2 4-152 15,1 3-212-15,-5 3-152 0,-3 3-60 16,-8 0-40-16,-3 6-8 0,-14 1-148 15,-7 3-52-15,0 2 76 0,-11 4-48 0,-13 2 148 16,-4 2 132-16,-4 2 60 0,-4-3 16 16,-4-3-76-16,4-2-88 0,4-11-552 15,8-13-312-15,5-6-648 0,11-8-1396 16,8-12-4093-16,4-9 1130 0</inkml:trace>
  <inkml:trace contextRef="#ctx0" brushRef="#br0">9808 10772 17113 0,'0'0'2284'16,"0"0"-2112"-16,0 0-64 15,0 0-68-15,105-8 364 0,-77 1-28 0,11-3-288 16,1-3-88-16,8 1-52 0,12 2 44 15,0 4-4-15,3 6-36 0,5 9 48 16,-8 13 148-16,-4 10 96 0,-13 10-160 16,-7 5 0-16,-12 10 136 0,-12 6 413 0,-8 5-137 15,-4 1-204-15,-4 5-100 16,-12-1-80-16,1-1 20 0,-6-2-12 0,1 0-24 16,1-10-96-16,-2-5-8 0,5-11-100 15,4-6 0-15,9-9-148 16,-5-10-192-16,8-6-329 15,-4-4-99-15,-1-9-260 0,1 0-1036 16,-7-7-3612-16</inkml:trace>
  <inkml:trace contextRef="#ctx0" brushRef="#br0">9733 11437 15517 0,'0'0'3800'0,"0"0"-2932"0,0 0-452 16,0 0 580-16,92 21-195 0,-44-17-13 15,12-4-172-15,-1-4-428 0,9-6-188 16,-4-1-256-16,-4 0-264 0,-9 3-328 16,-3-2-185-16,-12 3-587 0,-4 1-848 15,-16 6-2236-15,-8 0-2165 0</inkml:trace>
  <inkml:trace contextRef="#ctx0" brushRef="#br0">9864 11778 536 0,'0'0'12769'0,"0"0"-10669"0,0 0-1116 15,-59 73-200-15,59-59 108 0,3-5 156 0,18-2-52 16,7-7-472-16,7 0-304 16,10-7-220-16,2-5-64 0,9-4-348 15,-4-4-420-15,-1 2-312 0,1-5-568 16,-16 7-2528-16,5-9-5553 0</inkml:trace>
  <inkml:trace contextRef="#ctx0" brushRef="#br0">12044 11178 10436 0,'0'0'4945'0,"0"0"-3813"0,0 0-744 15,68-78-252-15,-56 61 300 0,-8 12 740 0,-4 5-84 16,-4 0-128-16,-12 9-636 15,-12 10-144-15,-8 12-76 0,-4 8-100 0,-4 11 44 16,4 2 164-16,9 4 29 0,7-8-113 16,12-4-132-16,4-12-44 0,8-3-53 15,8-7 37-15,12-3 52 0,3-3-44 16,5 0 52-16,8 0 72 0,1-3-11 0,6-1 47 16,-3 1-8-16,0-4-52 0,-8 5 72 15,-5-5-48-15,-7 7 0 0,-3 0-12 16,-13 2 4-16,-1 5 20 0,-3-5 12 15,-7 5 60-15,-10-5-32 0,-7-1-16 16,-8-1-108-16,1-4-56 0,-5 2-152 16,0-8-56-16,0 0-40 0,5-6-109 15,3 0-75-15,7-6-144 0,6-4-52 16,6-7-296-16,5-4-1112 0,4-5-880 16,0 4-2185-16,9-19-2255 0</inkml:trace>
  <inkml:trace contextRef="#ctx0" brushRef="#br0">12407 11408 7324 0,'0'0'4165'16,"0"0"-2181"-16,0 0-564 0,0 0-176 15,0 0 528-15,47 85 76 0,-47-59-360 16,-8-1-479-16,1-2-477 0,-1-5-216 0,3-6-160 16,5-1-104-16,0-8-52 0,0-3-144 15,5 0-48-15,6 0 8 0,6-10-168 16,2 1-8-16,5-7-105 0,4-7-31 15,0 4-4-15,0-3 180 0,-5 0 76 16,-2 0 48-16,-5 2 52 0,-4 5 56 16,-1 5 64-16,-6 5 24 0,-1 5 8 0,0 2 236 15,0 11 452-15,3 5-132 0,-3 9-164 16,0 4 1-16,5 1-85 0,-5-1 12 16,-1 1 12-16,1-6-112 0,0-1-84 15,0-9-144-15,5-3-144 16,-2-4-24-16,1-9-208 0,0 0-196 0,4-12-73 0,4-7-195 15,0-10-516-15,4-3-1444 16,0-2-2785-16,-9 4-2019 0,10-17 4592 0</inkml:trace>
  <inkml:trace contextRef="#ctx0" brushRef="#br0">13017 10851 28 0,'0'0'9460'0,"0"0"-7651"0,0 0-525 16,0 0 512-16,0 0 144 0,0 0-568 0,0 0-116 15,7 90-260-15,-7-53-80 16,0 5-4-16,-4 6-219 0,-3 3-173 0,-2-1-136 16,5 1-176-16,-4-6-208 15,5-1-172-15,3-9 40 0,0-7-48 16,3-5 0-16,9-7-52 0,1-7 16 0,-2-3-16 16,1-2 100-16,0-1-16 0,-4 1 56 15,4-4 92-15,0 2 0 0,-4 2-4 16,3 1-9-16,2 5-35 0,2 0-48 15,-2 0 92-15,6-1-4 0,-6 0-100 0,6-2-136 16,-3-1-72-16,-4-3 36 0,4 0 48 16,-4-3 36-16,-3 4 88 0,-2-4-16 15,-7 3 52-15,0-3 72 0,0 3 80 16,0-3 140-16,-12 6 40 0,0-3-68 16,-3 4 100-16,-5 2-156 0,-4 1 8 15,-4-1-88-15,0 5-56 0,0-8-124 16,4 0-168-16,0-4-352 0,0-2-216 15,4 0-864-15,8-2-1332 0,-4-10-3285 0</inkml:trace>
  <inkml:trace contextRef="#ctx0" brushRef="#br0">13793 11418 1096 0,'0'0'7048'16,"0"0"-5672"-16,0 0-1104 0,0 0-220 15,0 0-52-15,0 0 400 0,0 0 220 0,0 0-235 16,0 0-385-16,0 0-24 15,0 0-104-15,-4-17 128 0,4 17 48 0,0-4 300 16,4 2 52-16,0-1-68 0,0 0 0 0,-4 3-124 16,4-4-32-16,-4 4-176 0,0 0-24 15,0 0-144-15,0 0-88 0,0 0-396 16,0 0-649-16,0 0-523 0,0 0-580 16,0 0-1548-16,-8 4 1920 0,4 2 2032 15,-3-6 0-15,-2 6-288 0</inkml:trace>
  <inkml:trace contextRef="#ctx0" brushRef="#br0">13546 11378 640 0,'0'0'6492'0,"0"0"-3844"16,0 0-1011-16,0 0-353 0,0 0 52 0,0 0-48 0,0 0-228 15,0 0-348-15,0 0-192 16,0 0 480-16,12 70 84 0,0-28-388 16,-4 5-148-16,0 1-172 0,-8-3-96 15,0-7-184-15,0-6-32 0,0-7-64 16,0-6-100-16,4-6 4 0,-4-6 12 0,4-4-64 16,0-3-156-16,4 0-84 0,4-7-28 15,4-6 24-15,3-6-48 0,-2-3-28 0,3 0 160 16,-1-4 0-16,-2-2 76 0,-2 2 144 15,2-2 28-15,-2 2-52 16,-2 1 12-16,-2 6 88 0,1 3 12 0,-4 7 124 16,-4 6 48-16,0 3 24 0,0 3 28 15,0 6 356-15,-4 10-4 0,0 3-160 16,0 0-172-16,-4 3 36 0,0 1-72 0,0-7-124 16,-3 4-84-16,2-7-60 15,1 0-328-15,4-4-312 0,0-6-12 16,0 1 48-16,0-4-104 0,9-3-680 15,-2-3-1116-15,5-10-685 0,0 1-1443 0,4-8-104 0,-5 8 4380 16,6-16 416-16</inkml:trace>
  <inkml:trace contextRef="#ctx0" brushRef="#br0">14016 11519 3556 0,'0'0'536'0,"0"0"5976"0,0 0-4519 0,0 0-489 16,0 0 24-16,45 82 40 0,-38-65-148 15,1-5-264-15,0-3-424 0,4-2-280 16,0-4-24-16,4-3 57 0,4 0-181 15,0-6-124-15,4-7-124 16,-1-6-56-16,1 0-132 0,-4-1-208 0,-4 5-61 16,0-1 61-16,-4 0 0 0,-3 6 108 15,-9 1-100-15,0 3 212 0,-5 2-52 0,-11 1-172 16,0 3 52-16,-7 0 168 0,-9 0-96 16,4 7 132-16,-4 5 4 0,0 1 84 15,4 3 0-15,4 0-4 0,0-1-4 16,9 2-44-16,-2-5-216 0,6 1-164 15,-2-4-1236-15,9-2-768 0,0 0-1893 16,4-5-2039-16,0-2 3092 0</inkml:trace>
  <inkml:trace contextRef="#ctx0" brushRef="#br0">14403 11366 52 0,'0'0'11149'0,"0"0"-9301"0,0 0-768 0,83 23 8 0,-63-4 332 16,-3 3-200-16,-6 3-112 0,-3 1-320 15,-4 2-276-15,-4 0 24 0,0 2 136 0,0-5-247 16,-8-3-273-16,4-3-152 16,0-1-136-16,1-4-45 0,-1-8-135 0,4 1 24 15,0-7 108-15,7 0-48 0,5-7 36 16,4-9-24-16,4 0 76 16,4-5 68-16,0-5 68 0,0 1-136 0,-1-1-52 15,1-3-112-15,-3 7-196 0,-1 3-212 16,-5 3-284-16,2 4-480 0,-6 2-1472 15,-3 7-3809-15,0-4 769 0</inkml:trace>
  <inkml:trace contextRef="#ctx0" brushRef="#br0">14925 11376 9708 0,'0'0'2129'0,"0"0"-109"0,0 0-568 16,0 0 356-16,0 0-212 0,0 0-212 15,0 0-408-15,8 89-328 0,-21-64-235 16,6 0-185-16,-5-3-116 0,4-6-112 16,3-2-52-16,5-9-32 0,0-1-12 15,0-4-84-15,13 0-249 0,6-7-179 0,2-5-184 16,7-4-88-16,-1-3-132 16,1-3-336-16,-3 3-436 0,-6 0 264 15,-3 5 168-15,-4 9 156 0,0 1 435 0,-8 4 761 16,-4 9 324-16,0 5 1065 0,0 5 15 15,-8 3-360-15,-4 0-136 0,4 0-28 16,1 0 20-16,2-2-44 0,1-5-228 16,4-5-248-16,0-4-208 0,4-6-172 15,8 0 236-15,0 0 252 0,8-6-244 16,-1-4-244-16,6-2-84 0,-1-4-272 0,0 0 0 16,0 3 112-16,-1 3-40 0,-3 4 100 15,1 6 184-15,-6 0 116 0,1 10 20 16,-4-1 20-16,0 5 16 0,-4 0 296 15,0 0 8-15,-4-2-184 0,4-2-108 16,-5-6-132-16,6-2-52 0,3-2 0 0,4 0-4 16,3-12-92-16,6-4-244 15,3-9-296-15,3-8-224 0,1-1-276 16,8-4-348-16,-5-1-572 0,-2-8-524 0,3-1-365 16,0-6-227-16,-4-6-1336 15,-8 12 4300-15,11-31 52 0</inkml:trace>
  <inkml:trace contextRef="#ctx0" brushRef="#br0">15949 10744 2856 0,'0'0'484'16,"0"0"2628"-16,0 0-644 0,0 0-956 16,0 0 417-16,0 0-373 0,8 102 240 0,-12-55-20 15,-4 13-280-15,-5 5-100 0,-2 7-20 16,-5 4-359-16,-4 4-205 0,0 2-388 16,-4-2-256-16,4-4-168 0,0-7-84 15,5-2-76-15,6-9-152 0,2-11-148 16,2-5-228-16,5-8-225 0,0-5-159 15,4-10-384-15,4-6-536 0,0-7-1180 16,9-6-3081-16</inkml:trace>
  <inkml:trace contextRef="#ctx0" brushRef="#br0">16845 11443 7112 0,'0'0'4305'16,"0"0"-3457"-16,0 0-376 0,0 0-100 0,17-67 392 15,-17 60 600-15,-9 7 20 0,-7 0-240 16,-8 0-820-16,-7 13-140 0,-5 6 24 0,-5 6 100 16,2 7 36-16,-1 6 272 0,12 0-80 15,4-3-192-15,16-3-200 16,4-7-136-16,8-2 140 0,12-4 84 0,4 0-180 15,4-3-52-15,4 0-48 0,4-1 0 16,0-2 48-16,0 0 8 0,-4 3 52 16,-4-3 0-16,-5-1-52 0,-3 3 52 0,-8-1 148 15,-4 2 12-15,-4-4 21 16,0 4 3-16,-8 0-76 0,-4-3-32 16,0-1-28-16,-8 1-12 0,1-7-24 0,-2 1-60 15,1-4-12-15,1-3-248 0,6 0-176 16,2-7-137-16,3-2-191 0,8-7-216 15,0-3 0-15,8-3-192 0,8-3-1028 16,7-5-2076-16,1-1-833 0,1-1-491 16</inkml:trace>
  <inkml:trace contextRef="#ctx0" brushRef="#br0">16969 11687 3604 0,'0'0'340'0,"0"0"6745"16,0 0-4637-16,0 0-560 0,52 66-680 15,-44-52 36-15,3-3 112 0,2-4-72 16,-2-7-420-16,9 0-352 0,0-2-159 0,4-12-73 15,4-2-124-15,-4-3-156 0,0-3-40 16,-1 0-144-16,-2 0-216 0,-10 3-25 16,2 0 25-16,-6 0 120 0,1 3-12 15,-8 4-112-15,0-2 112 0,-8 2 44 0,-3 2 80 16,-6-3 64-16,-7 4 104 0,5 3 84 16,-5 6-80-16,-4 3 256 0,4 12-4 15,-4 8 136-15,5 6-28 0,2 8 52 16,1 5-76-16,5-1 61 0,-2 3 11 15,6-2 24-15,3 0 352 0,3-8-368 0,5-2-224 16,5-7-196-16,7-6-104 16,4-9-20-16,7-7-56 0,5-3-84 15,4-3-244-15,4-13-136 0,4-3-277 0,0-3-691 16,-1-4-828-16,2-2-2064 0,-9 2-1189 16,-9 7-687-16,5-10 5868 0</inkml:trace>
  <inkml:trace contextRef="#ctx0" brushRef="#br0">17558 11426 300 0,'0'0'10304'0,"0"0"-8567"16,0 0-357-16,0 0 212 0,0 0 164 15,24 80-72-15,-20-52-320 16,-4 2-328-16,0 1-295 0,-4 4-221 0,1-3-8 16,-1-1 140-16,0 1-304 0,-5-4-200 0,5-3-144 15,-3-2-4-15,3-1 0 16,0-6-72-1,4-4 8-15,0-5 52 0,0 0-72 0,8-7 32 16,3 0 44-16,6-7 8 0,7-5-240 0,-1-1 68 0,9-6-80 16,-1-3 84-16,1-3-28 0,0-1 16 15,5-6-196-15,-5-3-233 0,3 4-535 16,-3-4-632-16,4 3-712 0,-4 3-1384 16,-4 4-485-16,0 3-947 0,-13 6 3532 15,5 6 1172-15</inkml:trace>
  <inkml:trace contextRef="#ctx0" brushRef="#br0">18080 11553 1032 0,'0'0'12385'0,"0"0"-10093"16,-11 67-976-16,2-38-472 0,-3 0 340 0,5-1 224 16,-1 0-116-16,-1-5-383 0,2-8-545 15,7-2-260-15,0-6-104 0,0-7-96 0,7 0-8 16,10 0 100-16,2-7-104 16,5-6-192-16,8-2-260 0,0-8-217 15,3 1-15-15,2 0 168 0,-5 3 60 0,0-3-100 16,0-1-300-16,-9 1-320 0,1 3 312 15,-4-2 672-15,-4 4 300 0,-8 4 212 16,0 4 140-16,-4 9 332 0,-4 0 124 16,0 3-12-16,-4 10-32 0,-4 6 84 15,-4 4-196-15,0 2 92 0,4-3 180 16,0-3-355-16,4-3-329 0,4-10-240 16,4 1-144-16,8-4-4 0,12-3-8 15,3-3-185-15,5-7-207 0,13-7-156 0,-2 3-264 16,2-5-64-16,2-2-192 15,-3 2-280-15,-4 1-364 0,-1 2 248 0,-7 3 412 16,-4 1 927-16,-11 2 281 0,-2 7 1093 16,-11 3 339-16,-4 0 140 0,0 6-48 15,-4 4-68-15,-8 2-656 0,-4 4-344 16,1 3-64-16,2 1-24 0,5-5 12 0,1 1-148 16,7 1-232-16,3-5-160 15,14 4 76-15,2-3 84 0,5 5 72 16,8-2 24-16,4 4-92 0,-4 1 56 0,3 2-8 15,-3 2-4-15,-8 0 20 0,0 0-68 16,-3 5-8-16,-10-2-4 0,-3-3-108 16,-4 1-88-16,-4-1-160 0,0-2 88 0,-8-5-4 15,-7-1 4-15,-6-2-92 16,-7-2-96-16,-3-6 36 0,-1-1 48 0,-8-3-64 16,-4-3-540-16,0 0-1284 0,-8-9-2557 15,17 2-2943-15,-29-12 6808 0</inkml:trace>
  <inkml:trace contextRef="#ctx0" brushRef="#br0">20563 11478 10460 0,'0'0'1901'0,"0"0"-329"0,0 0-320 0,0 0 32 16,0 0-104-16,0 0-128 0,0 0-252 0,0 0-176 15,0 0-100-15,-4 75-148 0,-5-33-72 16,2 2-132-16,-5-5-116 15,3-5-56-15,5-5-12 0,1-6-108 0,3-9 32 16,0 3 4-16,0-8 76 0,3 3 0 16,6 2 8-16,-1-1-4 0,-4-1 4 15,3 1 12-15,-3 3 60 0,0 0-68 16,-4 3 44-16,0-4 52 0,0 8 44 16,-4-4-20-16,-3 0-112 0,-1-3-12 15,-5-1-12-15,2-2-52 0,3-3-116 0,-5-1-260 16,6-2-108-16,-5-4-24 0,8-3 8 15,4 0-112-15,0 0-300 0,0-3-760 16,4-6-880-16,8-4 204 0,-1-4 355 16,6-5-539-16,3 1-2468 0,-8 4 4892 0,8-12-220 15</inkml:trace>
  <inkml:trace contextRef="#ctx0" brushRef="#br0">21443 11030 1228 0,'0'0'10873'15,"0"0"-9325"-15,0 0-408 0,0 0-32 0,20 95 220 0,-20-51-80 16,-11 10-336-16,-2 4-128 0,5 8 68 16,1 1 209-16,-2 0-237 15,5 2-268-15,0-1-220 0,0-8-168 0,4-1-168 16,0-4-84-16,4-4-72 0,0-7-172 15,5-6-140-15,-2-6-104 0,1-6-97 16,-4-8-11-16,-4-3-100 0,0-5-248 16,-8-3-664-16,-8-3-1296 0,-12-4-2853 0,9 0-2531 15,-26-17 8352-15</inkml:trace>
  <inkml:trace contextRef="#ctx0" brushRef="#br0">21009 11778 3372 0,'0'0'744'0,"0"0"6181"16,0 0-5385-16,0 0-764 0,0 0 256 15,104-46 456-15,-53 36-460 0,9-3-556 0,3 0-472 16,10-2-36-16,-2-1-128 16,4 0-184-16,-2 4-1072 0,-2-5-808 15,-3 1-2841-15,-20 7-3042 0</inkml:trace>
  <inkml:trace contextRef="#ctx0" brushRef="#br0">17375 12875 4188 0,'0'0'936'0,"0"0"4580"16,0 0-3539-16,0 0-661 0,0 0-660 16,0 0 532-16,-28 64-224 0,12-20 32 15,0 9-228-15,-3 8-264 0,-5 6-24 16,3-4-52-16,2-3-100 0,-1-6-216 16,7-6-112-16,2-10-52 0,7-7-128 0,4-8-420 15,0-11 96-15,0-2 0 0,0-7-140 16,8-3-212-16,-1-3-928 0,6-10-320 15,7-9-1829-15,-1-3-331 0,-2-7-8 16,-6 10 4116-16,6-16-312 0</inkml:trace>
  <inkml:trace contextRef="#ctx0" brushRef="#br0">17367 13016 2540 0,'0'0'312'0,"0"0"-128"0,24-72 1120 16,-12 53 2732-16,-4 6-2740 0,4 4-148 15,4 6-67-15,-4 3 83 0,0 9-680 16,-1 10 40-16,6 11 260 0,-2 3 96 15,-2 9-136-15,-2 3-196 0,6 2-76 0,-10-6-76 16,5 1-100-16,1-4-224 0,-2-6-72 16,5-1-12-16,0-8-76 15,0-2 76-15,0-5 12 0,0-6 12 0,0-6 112 16,0-4 36-16,3-4-60 0,-2-9-16 16,3-9-80-16,-1-3-4 15,-2-4-104-15,-2-3 28 0,2 1 64 0,-6-1-112 16,2-3-232-16,-6 0-352 0,-3 3-188 0,4 1-176 15,0-1-484-15,4 6-900 16,0 8-1673-16,4 4-991 0,-4 8 4676 16,12 4-1096-16</inkml:trace>
  <inkml:trace contextRef="#ctx0" brushRef="#br0">18215 13278 116 0,'0'0'13137'15,"0"0"-11601"-15,-23 75-816 0,11-42-56 0,4 2 500 16,-8 2-152-16,8-2-408 0,-4-3-308 16,8-4-204-16,4-9-92 0,0 0-76 15,0-8-44-15,8-2-164 0,0-6-260 16,0-3 52-16,4-6-140 0,-4-7-344 16,-1-3-636-16,2-10-1220 0,-5 1-2593 15,0 3-731-15</inkml:trace>
  <inkml:trace contextRef="#ctx0" brushRef="#br0">18224 12983 7036 0,'0'0'5625'0,"0"0"-4033"0,0 0-608 16,0 0 464-16,0 0 80 0,0 0-544 16,83 31-480-16,-51-31-504 0,12-10-88 15,8-5-588-15,8-8-284 0,8-2-888 16,-1-7-3136-16,-15 10-4369 0,20-13 7709 15</inkml:trace>
  <inkml:trace contextRef="#ctx0" brushRef="#br0">19332 12722 10092 0,'0'0'4825'0,"0"0"-4221"0,-60 75-216 15,28-36 404-15,-9 6 524 0,-2 6-132 0,-5 6-316 16,1 3-352-16,-6 10-104 0,2 2-36 15,-5 8 405-15,-3 2-393 16,-5 11-280-16,-9 2-108 0,-2 0-48 0,-1 4-160 0,-7-1 64 16,-1-3-112-16,4 0-85 15,1-6-11-15,3-3-96 0,4-7-16 16,9-9-40-16,10-6 128 0,10-10-56 0,7-7-220 16,12-12-140-16,4-10-1120 15,8-8-620-15,9-11-1793 0,-1-6-2083 0,4-16 6252 0</inkml:trace>
  <inkml:trace contextRef="#ctx0" brushRef="#br0">18742 13919 1880 0,'0'0'10173'16,"0"0"-8573"-16,0 0-308 16,23 72-536-16,-23-33 100 0,0 8 288 0,-7 4-356 15,-5 4-220-15,-1-2-284 0,2-2-212 16,-6 1-72-16,10-8-136 0,-5-3-156 16,3-3-164-16,2-7-88 0,-1-8-16 15,4-7-208-15,4-9-732 0,-4-7-1616 16,4 0-2913-16,0-17 645 0</inkml:trace>
  <inkml:trace contextRef="#ctx0" brushRef="#br0">18877 13906 4092 0,'0'0'8761'0,"0"0"-6853"0,0 0 64 16,0 0-680-16,0 0-328 0,0 0-328 0,80 83-292 15,-68-49-112-15,-1 5-84 16,-2-1 32-16,-1 1 28 0,-4-6-12 0,3-3-88 15,1-2-108-15,1-9-120 0,2-3-112 16,6-4 136-16,-2-8 44 0,2-4 52 16,-2 0-8-16,5-13-88 0,-4-6-88 0,4-6-12 15,0-4-72-15,0-6-24 16,-4 0-4-16,-4 0 36 0,0-3-168 0,-4 0-328 16,-8 1-524-16,4 4-1360 0,-4 8-2233 15,0 0-2527-15</inkml:trace>
  <inkml:trace contextRef="#ctx0" brushRef="#br0">19339 14255 3920 0,'0'0'10713'0,"0"0"-9365"16,0 0-880-16,0 0-156 0,25 73-100 0,-18-60 24 15,5-1-28-15,0-1-136 0,0-5-72 16,0 1 0-16,4-1 48 15,-8 0-36-15,4-4-12 0,-8 5-96 0,0-3-28 16,0 2-200-16,-4 0-276 0,-8 1-168 16,-5-1-416-16,-2 0-764 0,-5 1-4117 15,4-4-374-15,-8-3 6439 0</inkml:trace>
  <inkml:trace contextRef="#ctx0" brushRef="#br0">19459 13979 6232 0,'0'0'6025'0,"0"0"-3417"0,0 0-1148 16,0 0-636-16,84-19 192 0,-57 19-116 16,1 0-360-16,4-2-540 0,4-3-48 15,0 5-384-15,0-6-440 0,0 3-532 0,-5 0-1416 16,-10 1-3853-16</inkml:trace>
  <inkml:trace contextRef="#ctx0" brushRef="#br0">19822 14303 5944 0,'0'0'2160'16,"0"0"1865"-16,0 0-3209 0,0 0-228 15,0 0 464-15,0 0 172 16,0 0-308-16,79 15-316 0,-55-15-292 0,4 0-24 0,-4 0 16 16,4 0-104-16,-1-2-100 0,1-5-96 15,-4 5-112-15,0-5-224 16,-3 1-184-16,-2-1-88 0,-3 4-104 0,-4-4-272 16,-4 4-688-16,4-3-1069 0,-4 3-2251 0,0-3-108 15</inkml:trace>
  <inkml:trace contextRef="#ctx0" brushRef="#br0">20475 14036 12685 0,'0'0'3956'0,"0"0"-3544"16,0 0-360-16,4 73-52 0,-4-38 196 15,-4 4 28-15,-4 5 408 0,0-3-484 0,0 3-148 16,4-5-344-16,-4-1-80 16,4-6-320-16,0-1-764 0,0-9-1608 0,0 4-3317 15</inkml:trace>
  <inkml:trace contextRef="#ctx0" brushRef="#br0">23507 12621 13865 0,'0'0'2372'0,"0"0"-1064"15,0 0-712-15,8 91-52 0,-8-52 436 16,0 1-24-16,0-1-216 0,0-4-372 16,-4-3-368-16,0-4-80 0,4-2-40 0,0-8-88 15,0 2-108-15,8-5-208 0,0-3-296 16,0-5-384-16,3 0-720 15,-2-7-2064-15,-1 0-2245 0</inkml:trace>
  <inkml:trace contextRef="#ctx0" brushRef="#br0">23443 12439 1668 0,'0'0'10301'0,"0"0"-8373"0,0 0-284 0,0 0-476 15,0 0-324-15,0 0-360 0,0 0-484 16,0 0-496-16,95-56-536 0,-67 52-264 16,4 1-668-16,0-1-2681 0,-8 1-2407 0,16 3 6400 15</inkml:trace>
  <inkml:trace contextRef="#ctx0" brushRef="#br0">24088 12591 1644 0,'0'0'13153'0,"0"0"-11465"0,0 0-1028 15,-15 65 220-15,-1-43 708 0,-5 0-24 0,2 3-287 0,3 1-553 16,0-5-324-16,4 2-112 16,8-2-140-16,0 2-104 15,4 0-44-15,4-4 0 0,8 0-76 0,0 0 76 16,8 1-108-16,-4-1 48 0,4-5-24 16,0 5 84-16,-4-2-4 15,0 5 4-15,-1-3-12 0,-7 0-48 0,-4 3-120 0,-4 4-64 16,-4-3-168-16,-11 2-36 0,-2-3 12 15,-6 0 35-15,-1 0 25 0,-4-3 8 0,0-6-240 16,-4 0-408-16,0-4-492 16,-3-6-616-16,-1 0-1104 0,8 0-3173 15,-16-3 2153-15</inkml:trace>
  <inkml:trace contextRef="#ctx0" brushRef="#br0">25447 12875 352 0,'0'0'2648'0,"0"0"5501"15,0 0-6569-15,0 0-380 0,-83-23-316 16,55 23-40-16,4 10 176 0,-4 9 0 0,0 9-192 16,4 10-188-16,1 6 32 15,-1 8-168-15,7-5 44 0,6 2 36 0,3-16-328 16,3-1-87-16,5-13-61 0,13-9 4 15,6-7-40-15,5-3 12 0,12-13 36 16,8-6-56-16,3-9-64 0,5-4-340 16,-3-6-77-16,-2-3-91 0,-6 3 80 15,-6 2 4-15,-12 3 56 0,1 3 72 16,-7 2-56-16,-6 6-20 0,-7 0 92 16,0 2 240-16,-4 7 40 0,0 6 236 0,0 5 32 15,-4 2-32-15,0 2 32 0,1 12-120 16,-1 5 60-16,-4 3 36 15,3 7 0-15,1-1-24 0,0 2-36 0,1-9-148 16,3-2-36-16,3-6-268 0,5-8-100 16,5-5-228-16,6 0 228 15,5-8 48-15,0-11-172 0,4-6-548 16,4-5-1104-16,0-4-1072 0,0-4-1701 0,-12 6-1831 16</inkml:trace>
  <inkml:trace contextRef="#ctx0" brushRef="#br0">26128 11950 272 0,'0'0'8872'0,"0"0"-6315"15,0 0-769-15,0 0-276 0,0 0 608 16,24 106-536-16,-24-47-456 0,-7 11-284 0,-10 10 8 16,-2 2-87-16,-9 1-133 15,4-1-212-15,0-3-100 0,1-5-320 0,2-5-60 16,5-6-120-16,0-8-88 15,9-10-36-15,2-14 28 0,5-8 56 0,12-10 64 16,4-11 96-16,4-2 12 0,8-6-40 16,0-7 28-16,0 0 56 15,0-2 4-15,4-1 0 0,-4 3-4 0,-1 4-93 16,1 3 89-16,0 2-48 0,-4 4 56 16,-4 7 121-16,-4 2-13 0,-4 7 88 15,-8 0-88-15,-4 4 112 0,0-1-112 16,0-1-36-16,-12 1-60 0,0 2 36 0,-4-1-40 15,-4-1 128-15,-4 1-136 0,0-8-52 16,0 1-92-16,1-4-136 16,-1-2-168-16,-1-7-73 0,5 3-51 0,1-3-28 0,3 0-156 15,4-7-524-15,4-2-900 16,8-7-1624-16,0-3-537 0,4-6-19 16,12-2 1168-16,-4 6 3192 0,20-8 0 0</inkml:trace>
  <inkml:trace contextRef="#ctx0" brushRef="#br0">26304 12900 1656 0,'0'0'1632'15,"0"0"5552"-15,0 0-4923 0,80 41-365 0,-61-22-536 16,-2-7 28-16,-2 5-224 0,-2-8-280 16,2-3-112-16,1-2-260 0,4-4-244 15,0-4-156-15,8-9-4 0,0-2-108 16,0-3-148-16,0-6-108 0,0 2-168 0,-9 3 44 16,1 4 112-16,-12-1 108 0,-4 3-36 15,-4 7 60-15,0-4 136 0,-12 0 12 16,-4 8 64-16,-3-3-4 0,-5 5 160 15,-4 7-120-15,0 13 96 0,-4 2 84 16,4 10 40-16,0 3 44 0,5 5 0 16,-1 2-132-16,3 2 12 0,6-2 37 0,10-8 95 15,5-4-256-15,5-5-132 16,18-10-8-16,5-8 0 0,13-4 4 16,2-3-80-16,5-16-136 0,7-6-144 15,1-10-121-15,4-6-123 0,-4-6-4 0,0-2-84 16,0 2-336-16,-9-3-356 0,1-3-544 0,-4-4-340 15,-5-7-389-15,2-2-1807 16,-5-7-420-16,-12 15 3989 0</inkml:trace>
  <inkml:trace contextRef="#ctx0" brushRef="#br0">27284 12157 104 0,'0'0'1148'0,"0"0"1212"0,0 0 3588 16,0 0-3911-16,0 0-309 0,0 0 312 15,0 0-172-15,-16 99-384 0,12-52-148 16,0 7-212-16,4 3-323 0,-4 3-25 15,0 0-304-15,0 3-192 0,-3-4-64 16,-2-3-216-16,1-2-24 0,1-9-36 0,3-7-132 16,-1-6-64-16,5-7-60 15,5-6-80-15,6-5-92 0,10-9-57 0,2-5-211 16,1-3-220-16,8-10-328 0,0-3-360 16,-1 1-244-16,1-4 12 15,-8 6 500-15,0 0 868 0,-8 10 528 0,-7 3 580 0,-6 7 600 16,-3 5 284-16,0 10 364 15,-7 4-92-15,-6-1-580 0,2 6-248 0,-6-1-208 16,2-2-92-16,2-3 36 0,5-2-243 16,1-8-269-16,7-5-132 15,0-4-132-15,0-6-184 0,7 0-109 0,1-3-231 16,12-10 56-16,-4-2-60 0,8-5-100 16,0-5 44-16,-4 0-164 15,4-4-44-15,0 1 168 0,-4-1 452 0,0-3 28 16,0 0 124-16,0 4 52 0,-5 2 100 15,5 8 540-15,-3 1 352 0,2 12-236 0,1 1-172 16,5 4-224-16,-2 0-168 0,5 0-92 16,4 4-48-16,-1-2 48 0,5-2 72 15,5 3-72-15,-2-3-8 0,1 0 8 16,-4 0 72-16,0 0-72 0,-4 0 0 16,-4 0-436-16,-9 0-336 0,-2 3 216 15,-6 8 296-15,-11 1 184 0,0 7 76 16,-8 0 176-16,-3 4 100 0,-6-1 524 0,6 3 256 15,-5-3 192-15,8 0-72 16,0-5-240-16,3-5-363 0,1-2-329 0,4-7-184 16,0-1-60-16,0-2-244 0,0 0-557 0,0 0-615 15,0-2-2392-15,-7-1-6497 16</inkml:trace>
  <inkml:trace contextRef="#ctx0" brushRef="#br0">27683 13141 20809 0,'0'0'0'0,"0"0"-1136"0,0 0-9093 0</inkml:trace>
  <inkml:trace contextRef="#ctx0" brushRef="#br0">2243 9509 3288 0,'0'0'88'16,"0"0"-88"-16,-56 70 5436 0,24-29-3524 16,-4 10-675-16,1 9-253 0,-6 13-28 15,2 6 148-15,-1 13 0 0,8 7-176 16,0 6-156-16,8 6-192 0,0 6-148 15,12 1-88-15,0 6-112 0,12-4-72 0,9-2-112 0,10-1-36 16,17 1 124-16,8-3-56 16,16-2-80-16,11-1-72 0,9 2-172 15,3-3-28-15,14-1 260 0,2-1-124 0,8-7-36 16,5-1 136-16,8-8 36 16,11-8 48-16,9-6 136 0,10-9 0 0,11-9-12 15,9-14 12-15,10-5-24 0,-1-7-160 16,5-10-48-16,-5-3-36 0,4-9-16 15,-4-1 64-15,0-8 36 16,-3-4 60-16,-5-4-60 0,1-11-12 0,-6-11-48 16,-1-10 48-16,-2-11-260 0,0-7 52 0,-8-5 60 15,-4-6-12-15,-11-4 48 16,-8-4-160-16,-17-7 48 0,-8 1 164 16,-19-7 72-16,-8 1 0 0,-12-8 0 15,-8-1-12-15,-17-8 12 0,-2-9 196 0,-13-4-196 16,-9-8-48-16,-3-5 40 0,-12-5-240 15,-4 0-60-15,0-1-164 0,-16-1 196 16,-7 0-172-16,-14 2 396 0,-10 7 52 0,-13 1 100 16,-16 11 64-16,-7 5 36 0,-13 8 336 15,-8 13-128-15,1 8-160 16,-9 7 40-16,-8 10-288 0,-3 9-384 0,-12 9-360 16,-17 11 84-16,-7 14-536 0,-13 11-452 15,1 9-384-15,-4 12 227 0,-1 17 1041 16,9 9 516-16,-5 10 120 0,6 9 36 0,-1 10-272 15,-1 9 208-15,9 10-452 16,3 3-448-16,12 9 668 0,9 6-2556 0,40-24 1208 16,-33 45 784-16</inkml:trace>
  <inkml:trace contextRef="#ctx0" brushRef="#br0">4533 12932 4956 0,'0'0'6413'0,"0"0"-5065"0,0 0-520 0,0 0-292 0,0 0 500 16,0 0 536-16,0 0-528 16,4 76-400-16,5-26-56 15,3 17 88-15,4 12-112 0,-1 14-64 0,10 1-72 0,-6 2-76 16,-3-4-136-16,4-6-116 16,0-10-96-16,-4-3-4 0,3-13-148 15,2-12-104-15,-1-6-116 0,-1-11-44 0,2-12-64 16,-1-6-4-16,-5-10 40 0,2-3-112 0,-2-7-328 15,2-8-624-15,-6-4-972 0,-3-12-2141 16,-3-5-1439-16,-5 8 2913 16</inkml:trace>
  <inkml:trace contextRef="#ctx0" brushRef="#br0">4801 12995 8324 0,'0'0'4749'0,"0"0"-3513"0,0 0-756 15,0 0 136-15,32 80 268 16,-12-39-36-16,-1 12-276 0,5 5-188 0,0 5-40 0,4-2-96 16,-5 2-52-16,-2 0-96 0,-1-1-96 15,-5-3-4-15,-2-2-52 0,-5-6-168 16,-1 1-212-16,-3-8-260 0,-4-3-28 16,4-3-24-16,-4-3 180 0,0-7 100 15,0-6-180-15,0-5-436 16,-4-11-496-16,0-6-473 0,1-6-143 15,3-17-592-15,-8-9-44 16,4 1 2592-16,0-36-624 0</inkml:trace>
  <inkml:trace contextRef="#ctx0" brushRef="#br0">4784 12986 6188 0,'0'0'2352'0,"-79"50"-116"16,35-11-1603-16,-16 5-561 0,-8 9-68 15,-3 8 120-15,0-1 276 0,2-2-16 16,5-4-384-16,8-10 0 0,9-9-616 16,8-10-557-16,11-12-315 0,4-13-924 15,3 0-532-15,10-16 1576 0,-1 0-56 0</inkml:trace>
  <inkml:trace contextRef="#ctx0" brushRef="#br0">4346 13216 4340 0,'0'0'1028'0,"0"0"4472"16,103 11-3615-16,-54-2-177 0,11 4-324 0,3 0 44 0,1 0-536 16,3-4-520-16,-3 0-348 15,0-2-24-15,-4-1-184 0,-4-3-572 0,-4-3-692 16,-9 3-760-16,-2 1-1713 0,-18-1-1047 16,-7 12-107-16</inkml:trace>
  <inkml:trace contextRef="#ctx0" brushRef="#br0">4713 14284 11205 0,'0'0'4856'0,"0"0"-4304"15,43 82-544-15,-19-59 440 16,8-1 36-16,-4-3-148 0,4-3-148 0,4-7-92 15,4-5 40-15,-4-4-48 0,7-10 8 16,2-6 40-16,2-9 40 16,1-11 44-16,-4 3 208 0,4-9-12 0,-5-3-328 15,2-2-88-15,-6 2-208 0,1 4-504 0,-4-1-224 16,-5 8-32-16,-3 5-1344 0,-3-6-4081 16</inkml:trace>
  <inkml:trace contextRef="#ctx0" brushRef="#br0">4099 15519 3436 0,'0'0'10101'0,"0"0"-8417"0,0 0-728 16,0 0-316-16,0 0 56 0,0 0-188 0,0 0-248 15,-91 47-112-15,66-17 0 0,-3 4 24 16,1 8 0-16,-1 2-48 0,1 6-76 0,2 2-48 15,1-5 8-15,5 0 68 0,3-8 44 16,4-7-20-16,7-10-40 16,5-6-60-16,0-7-80 0,17 1-180 0,7-4-60 15,8-3 124-15,7 0 136 0,13 1-4 16,-1-1 64-16,5 0-8 0,-4 3-88 16,-3 0 88-16,-14 1-56 0,-3 5 64 15,-4 4 64-15,-9 1 84 0,-6 5 108 16,-5 0 88-16,-1 4-160 0,-7-1-132 15,0 0-4-15,0 1-40 0,-3-5 40 0,-5 5-48 16,-5-7-132-16,2-1-128 0,-1-4-72 16,-4-4-160-16,0-4-204 0,4-6-224 15,-4 0-376-15,4-10-284 0,0-5-644 16,4-1-1761-16,5 0-2387 0</inkml:trace>
  <inkml:trace contextRef="#ctx0" brushRef="#br0">4541 16186 7584 0,'0'0'6161'0,"17"70"-5237"16,-14-39-592-16,5 5 344 0,-3 2 1240 15,3-10-388-15,-1-9-656 0,1-6-516 16,9-7-356-16,-2-6-40 0,5-3-240 0,4-13 48 16,4-3 12-16,4-9 12 0,0-7 160 15,-4-4-152-15,-5 1-116 0,-3 10-144 16,-12 3 44-16,-4 6 16 0,-4 5 116 15,-8 5 84-15,-7 6 64 0,-9 3 136 16,-4 0 176-16,-4 5 280 0,4 9-452 16,0 2 0-16,4 3 60 0,5 0-60 15,2 0-4-15,6-6-72 0,3-4-136 16,-1-2-576-16,5-7-1108 0,0 0-2285 16,1-7-3663-16,3-15 5308 0</inkml:trace>
  <inkml:trace contextRef="#ctx0" brushRef="#br0">4825 15370 640 0,'0'0'8220'0,"0"0"-3671"0,0 0-3953 0,0 0-592 16,0 0 244-16,0 0 536 16,47 73-16-16,-30-35-12 0,-2 4-96 0,5 8 32 0,-4 4 224 15,0 6-120-15,4 4-196 16,-8 6-244-16,-1 0-140 0,-2 0-216 15,-1-1-12-15,0-1-388 0,-5-10-532 0,1 1-432 16,-4-9-756-16,5-9-1788 0,-1-12-1605 16,-4-1 241-16</inkml:trace>
  <inkml:trace contextRef="#ctx0" brushRef="#br0">5218 15916 1056 0,'0'0'7748'16,"0"0"-5992"-16,0 0-83 0,0 0-345 16,0 0 32-16,81 76-116 0,-65-44-356 0,3 6-252 15,-2 0-168-15,-6 0-136 0,2-3-132 16,-5-3-104-16,3-10-28 0,-3-6-68 0,1-10-136 16,2-3 88-16,5-3-52 0,0-9 88 15,4-7 12-15,-1-6-8 16,-2-3-4-16,-2-1-148 0,-2-2-152 0,-2 2-44 15,-3 0-216-15,5 1-288 0,-6 0-552 16,1-1-684-16,1 1-1769 0,-1 0-595 0,-1 8 456 16</inkml:trace>
  <inkml:trace contextRef="#ctx0" brushRef="#br0">5725 15935 652 0,'0'0'8800'0,"0"0"-7832"0,0 0-852 0,0 0 76 15,8 67 789-15,-4-54 287 0,-4-4-300 16,0 4-372-16,0-7-128 16,0 3 84-16,-4 1 168 0,0 0-232 0,-4-1-228 0,-1 3-160 15,6 1-100-15,-1 0 0 16,4-1-136-16,0 2-88 0,0-5-100 16,0 0-232-16,4-2-72 0,4 0-104 0,-4-4 212 15,8-3 332-15,-5 0 188 0,2-3 180 0,-1-4 124 16,0 0 12-1,-1-2-140-15,-2 0-88 0,3-1 12 0,-4 4-48 16,-4 3-52-16,4 0-52 0,-4-1-8 0,0 4-44 16,0 0-48-16,0 0-24 0,0 0-76 15,0 0 24-15,0 0 24 16,0 0 24-16,3 0-72 0,1-3-28 0,0-4-156 16,1 2-756-16,-1-6-1109 0,4-1-2491 15,-5 5 417-15,-34 52 4374 0</inkml:trace>
  <inkml:trace contextRef="#ctx0" brushRef="#br0">5940 15898 4772 0,'0'0'4324'16,"0"0"-2051"-16,0 0-1221 0,0 0-744 0,0 0 0 15,0 0 404-15,0 0 352 0,-88 18-520 16,77 1-280-16,-2 7 0 0,6 2 104 16,-1 4 128-16,4 3 240 0,-1 0-168 15,5-3-172-15,0-4-136 0,0-9-88 0,0-6-104 16,0-4-68-16,5-9-72 0,3 0-124 16,-1-9-64-16,10-7 64 0,-6-9 8 15,10-5 28-15,-6-1-112 0,-2-1-40 16,-2 1 52-16,-3 2-40 0,1 7 16 15,-9 3-84-15,0 0 116 0,0 6 100 16,0 3 152-16,0 4 152 0,0 4 124 16,0 2 52-16,0 2 84 0,0 4-60 0,0 11 4 15,4 2-56-15,-1 6 72 16,9 6-16-16,-4 4-12 0,0-3 112 16,4-4 96-16,-4-2-336 0,0-7-216 15,4-9-100-15,-4-4-204 0,8-6-212 0,-1-6 160 16,6-11-40-16,-1-5-184 0,-1-8-400 15,-2-6-1220-15,-2-2-1945 0,-7 6-1095 0,4-12 220 16</inkml:trace>
  <inkml:trace contextRef="#ctx0" brushRef="#br0">6262 14840 3816 0,'0'0'5584'0,"0"0"-3959"0,0 0-877 16,0 0 20-16,0 0 864 0,0 0 384 0,0 0-580 16,45 104-448-16,-34-50-284 0,6 7 92 15,-6 5 264-15,1 5-355 0,-3 5-233 16,-5 3-240-16,-4 3-176 0,0 4-52 16,0 0-8-16,-8-4 0 0,-1 1-8 15,1-10-36-15,1-7-48 16,-1-8-112-16,3-17-8 0,5-9 8 0,0-10 59 0,0-10 17 15,0-7-24-15,0-5-124 0,0 0 84 16,5-5-24-16,3-7-12 0,-4-1 188 16,3-6 44-16,6-6 0 0,-2 0-60 15,1-4-136-15,4 7 24 0,-4 5 88 16,1 5 32-16,-2 5-8 0,1 7 0 16,0 0 60-16,0 0 12 0,0 5 60 15,4 3 4-15,-5 2-64 0,2 3 72 0,-5-4 28 16,-1 4 20-16,2-1 64 15,-1 5 24-15,-8-1-60 0,0-1-16 16,0 4-20-16,-4 7-52 0,-13-3-24 0,2 2 24 16,-5-3-64-16,-4-3-8 0,4-8-72 15,-4 0-100-15,4-8-192 0,1-3-196 16,-2-7-128-16,5-8-12 0,1-4-236 16,7-12-372-16,-5-8-544 0,9-5-708 15,1-10-1569-15,3-9-1947 0,0 14 5760 16,11-30-896-16</inkml:trace>
  <inkml:trace contextRef="#ctx0" brushRef="#br0">6728 15002 5672 0,'0'0'2664'16,"0"0"605"-16,0 0-2001 0,17 72-488 0,-17-30 448 16,0 5 432-16,0 11-388 0,0 2-176 15,0 7-116-15,0 3-36 0,0 3-264 16,0-6-207-16,0-4-277 0,4-3-136 15,0-6-60-15,-1-6-232 0,6-4-69 16,-5-9-187-16,4-4-220 0,-1-5-36 0,2-7-240 16,3-6-400-16,-1-8-1312 15,2-5-2073-15,2-5-399 0,6-8 1108 16,-1 1 4060-16,-1 5 0 0,1 0 1708 16,0 7 1004-16,-4 14 1640 0,1 2-2299 0,-2 3-349 15,-4 3-56-15,2 0-36 0,-1-3-120 16,-5 0-532-16,2-6-480 0,3-4-332 15,-5-6-100-15,10-3-40 0,3-6-8 16,-1-10 0-16,5-9-12 0,1-4-148 16,-1-2-84-16,-1-4 12 0,-7 2 96 15,-4 12 28-15,-5-2 108 0,-7 11 0 0,0 5 48 16,0 1 4-16,-11 6 84 0,-4 0 96 16,-2 13 124-16,-3 2-184 0,-3 12-28 15,2 0 52-15,1 11 76 0,1 1 104 16,2-1-328-1,6 0-48-15,7-4-204 0,-5-1-104 16,9-5-280-16,0-2-296 0,4-4-224 0,9-3-456 0,2-3-136 16,5-4 648-16,1-5-100 0,2-4-2045 0,1-3-2631 15,-8 0 2868-15,12-7 2944 0</inkml:trace>
  <inkml:trace contextRef="#ctx0" brushRef="#br0">8538 15900 10756 0,'0'0'5141'16,"0"0"-3765"-16,0 0-472 0,0 0-496 0,0 0 96 15,-4 86 392-15,4-45-116 0,0 6-256 16,0-2-172-16,0-8-143 16,0-4-41-16,4-11-116 0,-1-9-52 0,10-7-4 15,-1-6-144-15,4 0 51 0,3-3 53 16,5-9 40-16,4-7-4 0,0 0-152 15,0-7-144-15,-8 4-12 0,-4 2 84 16,0 2 76-16,-8 1-4 0,-4 8-84 0,-4 0 24 16,0-1-12-16,-12 4-100 0,-4 3 24 15,-8 3 172-15,0 3 132 0,1 9 8 16,-1 8 68-16,-1 6 76 0,10 5 132 16,-1 1-44-16,4-1-116 0,8-2-120 15,4-7-184-15,0-9-172 0,12-4-392 0,3-9-664 16,5-3-708-16,8-10-116 15,8-9 35-15,0-3 381 0,0 0 0 0,8-1 856 16,-5 4 964-16,1 5 1444 0,1 5 464 16,-2 3-308-16,-3 2-387 0,0 4 267 15,-5 1 256-15,1-5-20 0,-4 0-216 16,4-2-308-16,0-7-372 0,0-3-516 16,-4-6-304-16,4-10-76 0,-5 0-372 0,5-7-300 15,-4 1 0-15,-4-4-216 0,1 3-784 16,-1 2-2064-16,-13 11-617 0,1-6-843 15</inkml:trace>
  <inkml:trace contextRef="#ctx0" brushRef="#br0">9391 15504 1560 0,'0'0'1252'0,"0"0"-820"0,-96-39 4596 15,64 39-2624-15,4 0-911 0,4 14-509 0,9 11 316 16,2 6 400-16,5 13-428 0,8 7-600 16,0 17-264-16,0 0-128 15,4 15-8-15,0 3 108 0,4 6 504 0,-8 4-216 0,5 2-292 16,-5 0-216-16,0 1-16 15,0-7-132-15,0-6-12 0,0-7-108 0,0-9-280 16,4-10-272-16,-1-6-96 16,5-7 56-16,-4-5 96 0,4-7-24 15,0-3 80-15,4-7 200 0,-4-9 276 16,-3-7-328-16,-2-2-784 0,1-7-16 0,-4 0-332 16,0-7-369-16,-7-2 77 0,-14-4 396 15,-3-6-1172-15,0 3-1456 16</inkml:trace>
  <inkml:trace contextRef="#ctx0" brushRef="#br0">10693 15986 3876 0,'0'0'2084'0,"0"0"4317"16,0 0-4337-16,0 0-488 0,-47 66-224 15,47-31 92-15,0 9-180 0,0 2-152 16,8-5-383-16,7-7-257 16,5-7-228-16,4-13-184 0,8-9-60 0,4-5-12 0,4-17-84 15,4-8-64-15,-1-10-116 0,2-6-177 16,-10-4-7-16,1 3 108 0,-8 5 168 15,-9 8 184-15,-2 7 4 0,-9 6 0 16,-8 4 8-16,0 2 72 0,-4-3-84 16,-12 3-192-16,-8 1 8 0,-4 3 184 15,-8 3 8-15,-3 3 236 0,2 5-196 16,1 12 48-16,1 2-8 0,7 3 20 16,0 7 16-16,4 5 68 0,8 5 16 15,5 5-40-15,2 4-96 0,5-1-72 16,4-3-48-16,0-6-40 0,13-2-444 0,6-14-152 15,5-6-208-15,8-6-316 0,4-8-468 16,3-2-388-16,6 0-560 0,-6-9-1569 16,-3 3-1687-16,12-14 4092 0</inkml:trace>
  <inkml:trace contextRef="#ctx0" brushRef="#br0">11518 16104 9460 0,'0'0'5809'0,"0"0"-4289"16,0 0-860-16,0 0-300 0,-84-11 280 0,65 16 528 15,-5 6-396-15,4 6-360 0,-5 8-192 16,6 7 12-16,-1 9 84 16,4 0 413-16,4 0-413 0,8-2-316 0,4-8-36 0,0-5-292 15,8-7-169-15,12-10-147 16,8-6 216-16,4-3 292 0,7-12 112 0,-3-11-720 15,1-5 304-15,-2-4-64 0,1 0-16 16,-8 0 272-16,0 4 224 0,-9 6 24 16,-6 6 136-16,-5 6 36 0,-5 4 76 15,-3 6 0-15,0 4 216 0,-3 8 52 16,-5 10 12-16,-1 4-348 0,2 11-92 0,3 8-76 16,0 10-8-16,4-2 44 15,0 11 12-15,0-1 40 0,0 1-40 0,8 3-60 16,-5 2 0-16,-3-2-60 15,4 3-64-15,1-7-72 0,-1 1-120 0,4-3 84 0,3-11 60 16,6-3 172-16,-2-5-660 16,-2-7-228-16,2-7 108 0,1-5-1236 15,0-8-404-15,0-2-797 0,-4-10-2103 16,0-3 1664-16</inkml:trace>
  <inkml:trace contextRef="#ctx0" brushRef="#br0">11937 15977 1664 0,'0'0'796'0,"0"0"184"16,0 0 4240-16,0 0-3384 0,0 0-459 16,0 0-273-16,0 0 40 0,0 0-4 15,0 0-20-15,0 0-212 0,-9 53-88 0,9-18-8 16,4 9-52-16,1 1-84 15,3-1-200-15,-5-5-184 0,5-14-100 16,-4-6-124-16,5-9-68 0,2-3-124 0,1-7 76 16,8 0-36-16,4-14-28 0,0-2-108 15,3-6-72-15,-2-6-96 0,-1-4 8 16,0 2 84-16,-5 3 4 0,1-2 68 16,-7 8 64-16,-2-2 12 0,-3 4-60 15,-4 3-16-15,0 3 96 0,-4 7 128 16,0 6 176-16,0 0 244 0,0 6 8 0,5 7-60 15,-5 3-196-15,0 9-12 0,7 4 0 16,-3 3 36-16,0-1-52 0,0 1-68 16,4-3-64-16,0-4-12 0,0-3-124 15,0-5-132-15,-4-5-272 0,8-3-136 16,-4-5 36-16,4-4-88 0,0 0-232 0,0-4-536 16,0-5-688-16,4-3-1965 15,-5-5-839-15,-2 4 1548 0</inkml:trace>
  <inkml:trace contextRef="#ctx0" brushRef="#br0">12837 15938 92 0,'0'0'4776'0,"0"0"2525"0,0 0-6137 16,0 0-860-16,0 0 104 16,0 0 468-16,0 0 380 0,-84-9-304 0,64 24-344 0,-3 8-224 15,2 6 36-15,-3 8 72 0,5 11 380 16,-1 2-276-16,3 2-144 0,6 2-112 16,3-12-120-16,0-9-220 0,8-7-12 15,0-13-124-15,8-8-252 0,4-5-64 0,12-5 100 16,4-15 240-16,4-1-84 15,-1-10-196-15,5-8 0 0,-8 1 0 16,0-1 120-16,0 7 152 0,-9 5 120 0,-2 2 224 16,-6 8 72-16,-2 4 36 0,-1 7-16 15,-8 3 116-15,0 3 240 16,0 6-76-16,0 7-112 0,-4 2-263 0,0 2-161 16,-1 4-56-16,5-4-4 0,-4-4 0 15,4-7-93-15,0-6-139 0,4 0-388 16,5-6-492-16,10-10 316 0,1-10 144 0,8-9-388 15,4-9-924-15,4-4-244 16,-4-6-693-16,4 0-403 0,-5-6-2168 16,-6 16 4560-16,6-38 504 0</inkml:trace>
  <inkml:trace contextRef="#ctx0" brushRef="#br0">13331 15161 6308 0,'0'0'2988'0,"0"0"2589"0,0 0-3741 15,0 0-1052-15,0 0-152 0,0 76 220 16,-4-29 236-16,0 10-208 0,0 10-320 0,0 12-268 15,4 4-23-15,0 6-29 0,0 0-32 16,0-4-184-16,0-2-24 0,0-10-172 16,0-6-361-16,0-7-223 0,0-6 28 15,12 0 260-15,0-10 372 0,4-6 96 16,4-9 0-16,-4-10-780 16,-1-10 124-16,-6-2-492 0,-1-7-1164 0,-8 0-2961 15,0-16-3931-15</inkml:trace>
  <inkml:trace contextRef="#ctx0" brushRef="#br0">13131 15881 1800 0,'0'0'10329'15,"0"0"-7405"-15,0 0-1140 0,0 0-964 0,0 0 96 0,0 0-104 16,0 0-324-16,0 0 28 16,77-29-140-16,-34 23-120 0,9-7-60 0,4-2-64 15,4-5-68-15,4-1-64 0,-1-5-60 16,-7 4-192-16,-5-3-544 15,-2 2-612-15,-6 4-436 0,-7 3-1968 0,-12 3-2197 16,4 4-63-16</inkml:trace>
  <inkml:trace contextRef="#ctx0" brushRef="#br0">13885 15751 572 0,'0'0'11637'0,"0"0"-6361"0,-16 86-3952 0,16-55-784 0,-4 7-64 15,4 0-24-15,-4 1-96 0,4-4-112 16,-4-4-244-16,4-6-88 15,0 1-240-15,0-7-76 0,4-3-24 0,0-3-76 0,-4 0-108 16,0-7-132-16,0 0-424 16,0-6-1380-16,0 0-2909 0,0 0-1935 15,-8-10 6440-15</inkml:trace>
  <inkml:trace contextRef="#ctx0" brushRef="#br0">13885 15687 3740 0,'0'0'10685'0,"0"0"-8605"16,0 0-1556-16,0 0-252 0,0 0 164 16,88-3-76-16,-65-2-360 0,10-9-76 0,-1 1-680 15,-1 1-192-15,-4 2-184 16,6 1-416-16,-10 6-600 0,2 3-965 16,-14 6-2067-16</inkml:trace>
  <inkml:trace contextRef="#ctx0" brushRef="#br0">14196 15811 2244 0,'0'0'1252'0,"-36"105"2004"0,20-54 2205 0,4-10-3065 15,-1-6-644-15,10-6-372 0,3-8-280 0,0-5-180 16,8-9-236-16,8-4-500 16,4-3-184-16,4-10-184 0,8-1-96 0,4-8-76 15,-5-4-196-15,1-3 36 0,-4 4 160 16,0 3 120-16,-8 3 88 0,-8-1 136 16,-4 9 12-16,-8-5 100 0,0 7 196 15,-12 0-52-15,-4 2 164 0,-1 4 108 0,-6 0-28 16,3 7-132-16,0 5-228 15,4 4-128-15,-4 0-72 0,8 3-24 16,5-6-52-16,-2 0-196 0,5-7-404 0,0-3-112 16,4-3 68-16,0 0-16 0,0 0 52 15,8-6 392-15,1-1 276 0,2-2 88 16,1-4-12-16,4 1 0 0,5-2-80 16,-6 5 92-16,5 3 8 0,-4 2 268 15,0 4 148-15,0 0 120 0,-4 10 116 16,-4-1 96-16,0 5 72 0,-5 1-104 0,1-5-200 15,1 3-240-15,-1-7-176 0,8 0-36 16,-1-3 52-16,13 0 108 0,0-3 12 16,8-6-232-16,0-6-12 0,8-5-184 15,0-1-120-15,-4 1 0 0,0 5 60 0,-5 3 120 16,-3 5 52-16,-7 4 72 16,-6 10 0-16,1 3 244 0,-8 3 48 15,-4 5 24-15,-4 2-84 0,0-1-232 0,0 0-120 16,0 0-540-16,0-5-404 0,-4-5-456 15,4-2-1452-15,-4 2-4333 0</inkml:trace>
  <inkml:trace contextRef="#ctx0" brushRef="#br0">15698 15430 11421 0,'0'0'2620'0,"0"0"-816"0,0 0-524 16,0 0 132-16,0 0 368 0,23 74-456 16,-31-24-387-16,-7 17-369 0,-5 5-300 15,-8 8-28-15,-4-1 12 0,0 0-80 16,4-8-40-16,0-8-120 0,9-9-12 16,2-12-132-16,10-7-244 0,-1-13-216 15,3-7 72-15,5-5 24 0,9-7 167 0,2-3-75 16,2 0 4-16,2-6 72 0,6-1 192 15,-2 1 96-15,-3 0 40 0,0 0 0 16,0 6-60-16,3 0 60 0,-2 6 36 16,-1 3 100-16,0 7 8 0,-5-3-8 15,-2 2 32-15,-1 2 4 0,-4-4-40 0,-1-1-20 16,1 1-52-16,-4 0-48 16,0-1 96-16,-4 1 149 0,-11 0-13 0,-5 3-76 15,-4 3-72-15,-8-4-32 0,0-2-4 16,0 0-60-16,4-7-84 0,5-3-240 15,7-3-297-15,-1-3-243 0,13-7-128 16,4-5-472-16,4-11-856 0,5 4-900 0,23-22-2233 16</inkml:trace>
  <inkml:trace contextRef="#ctx0" brushRef="#br0">15977 16205 5260 0,'0'0'8129'0,"0"0"-5601"0,4 79-1076 0,-16-47-720 16,0 3-16-16,-4-3 544 0,4 0-124 0,-4-7-211 15,7-3-357-15,2-10-252 16,7-5-316-16,0-4-12 0,7-3-388 16,10-10-96-16,7-2 43 0,4-7 213 15,8-6-40-15,-1 3-124 0,1-4-8 0,0 7 92 16,-4 6 124-16,-4 6 144 0,-4 7 52 0,-8 11 232 16,0 8 36-16,-5 6 88 0,2 10-124 15,-6 3 48-15,5 7-184 16,-3 2 12-16,2 0 148 0,2 1-256 0,-2 4 0 15,-3-2 0-15,0 4 8 16,4 3 188-16,-4-4 169 0,-4 5-37 16,0-7-40-16,-4-7-68 0,0-3-76 0,-8-5-132 15,4-11-12-15,-4-6 0 0,5-6-8 16,-6-7-40-16,5-6-208 16,0-3-104-16,0-10 224 0,-3-3 136 0,7-9 0 15,-4-4 124-15,4-9 68 0,0-6-144 16,4-4-48-16,3-3-40 0,5 4-44 15,4 2-52-15,0 1-68 0,-4 0-221 0,8-2-159 16,-4 6-184-16,4-5-296 16,0 1-948-16,-4 12-2420 0,12-15-2653 15</inkml:trace>
  <inkml:trace contextRef="#ctx0" brushRef="#br0">17730 15904 10136 0,'0'0'2905'0,"0"0"-1813"16,0 0-496-16,0 0 248 0,0 0 400 16,0 0-16-16,0 0-252 0,0 0-180 0,0 0-184 15,-4-48 32-15,20 35 4 0,4 3-139 16,-1 4-145-16,5 6-112 0,8 10-68 16,0 5-28-16,0 12 0 0,0 6-56 15,-4 6-40-15,-4 2 24 0,0 4-36 16,-9-1-40-16,2-2-8 0,-6-2-8 0,-3-1-76 15,-3-8 24-15,-1-2 60 0,0-7 0 16,-4-2 0-16,0-12-12 16,0-4-112-16,0-4-140 0,0-4-76 0,0-8-36 15,0-7 112-15,0-10 152 0,3-5 64 16,1-11 0-16,4-5-37 16,-4-5-23-16,4 2-136 0,0 1 12 0,-4 12-12 15,9 4 12-15,-2 11-72 0,5 9-136 16,4 3-112-16,8 7-36 0,4 3-104 15,3 3-460-15,5 3-644 0,4 3-372 0,4 7-673 16,-12-3-451-16,24 2-1496 0</inkml:trace>
  <inkml:trace contextRef="#ctx0" brushRef="#br0">18873 15977 10152 0,'0'0'3937'0,"0"0"-2813"0,0 0-596 0,0 0-8 15,0 0 316-15,0 0 204 16,0 0 104-16,0 0-420 0,0 0-392 0,0 0-40 15,0 0 0-15,-72 72-24 0,45-49-36 16,-1 5-52-16,0 7-20 0,0 3 9 16,4 4 3-16,4-1-52 0,4-4-36 15,5-1-72-15,2-11-12 0,9-3-8 16,0-12-100-16,4-3-64 0,8-7 16 16,4-4 156-16,4-12 48 0,0-3-44 0,3-6 0 15,2-4-4-15,-1 1-157 16,-4 2-219-16,-1 4 84 0,-2 3 84 0,-2 6 24 15,2 4 88-15,-6 3 48 0,2 6 32 16,-2 0 4-16,1 6 12 0,0 7 52 16,0 2 68-16,-4 1-24 0,4 0-20 15,0 0-72-15,-5-3-4 0,6-1-40 16,-1 2-156-16,0-8-340 0,4 0-348 16,-5-6-348-16,9 0-864 0,-7 0-2280 0,14-17-2633 15</inkml:trace>
  <inkml:trace contextRef="#ctx0" brushRef="#br0">19411 15948 8432 0,'0'0'5993'0,"0"0"-4993"0,0 0-576 16,0 0 880-16,0 0 304 0,0 0-452 16,-96 67-168-16,72-30-284 0,1 9-315 15,-1 1-61-15,4 4 36 0,4-7 192 16,4-3-252-16,8-6-196 0,4-13-108 0,0-6-132 15,7-9-112-15,10-7 28 16,3-5 108-16,3-13 96 0,1-8-112 0,4-7-224 16,4-6-297-16,-4-5-59 0,0-1 44 15,4 0 12-15,-8-2-124 0,4-1-240 0,-5-2-116 16,-2-5 112-16,-1-2 388 0,-9-1 600 16,1-2 28-16,-7 1 204 15,-5-5 72-15,0 7 76 0,0 3 100 0,-5 6 148 16,1 13-16-16,4 10 132 0,0 13-4 15,0 5-72-15,0 7-76 0,0 7-64 16,4 7-100-16,1 13 0 0,-1 10-95 0,0 8-73 16,-1 9 72-16,-3 7 228 15,0 8 204-15,0 3-336 0,-7 5-148 0,-6 2-144 16,2-5-108-16,-1-8-36 16,-4-6-144-16,8-9-364 0,0-12-352 0,3-11-48 15,5-6-77-15,0-12-679 0,13-10-1344 16,-5 0-3293-16,16-25-3015 0</inkml:trace>
  <inkml:trace contextRef="#ctx0" brushRef="#br0">19897 16177 14617 0,'0'0'2136'0,"0"0"-1736"0,8 91-100 16,-8-55 664-16,0 2 680 0,4-7-300 0,-4-2-591 15,8-13-681-15,-4-7-72 0,4-9-497 16,0-6-687-16,-5-10-344 15,2 0-1404-15,-1-19-4697 0</inkml:trace>
  <inkml:trace contextRef="#ctx0" brushRef="#br0">19854 15786 13417 0,'0'0'4056'0,"0"0"-3400"15,0 0-596-15,0 0 768 0,0 0 384 0,0 0-284 16,91 70-420-16,-68-61-508 15,9 0-132-15,0-9-612 0,5 5-452 16,-1-5-1124-16,-12 0-3608 0,15 0-4809 0</inkml:trace>
  <inkml:trace contextRef="#ctx0" brushRef="#br0">20399 15916 14173 0,'0'0'2956'16,"0"0"-2148"-16,0 0-144 0,-68 80 968 0,49-43-156 15,-1 9-179-15,-1 4-465 0,10-2-300 16,3-4-208-16,3-3-92 0,5-3-220 16,9-7-12-16,3-8-132 0,8-4-4 15,4-6 88-15,3-6-84 0,-3-7-132 16,4-4-100-16,0-12 28 0,0-6-124 0,-4-6-84 16,-1-4-137-16,1-3-279 15,-3-6-692-15,-1 3-696 0,-5 6-1652 0,2-20-2045 16</inkml:trace>
  <inkml:trace contextRef="#ctx0" brushRef="#br0">20961 16043 144 0,'0'0'4216'0,"0"0"-2772"16,0 0 4093-16,0 0-4065 0,0 0-184 0,-56-73-200 15,44 70 96-15,-4-1-152 16,5 4 44-16,-6 14-80 0,6 5-372 0,-6 9-172 16,6 7-36-16,-2 6 84 0,-2 4 109 15,7-1-101-15,-1-3-156 0,2-6-88 16,7-9-144-16,0-7-120 0,0-10-104 0,7-5-88 15,10-4-28-15,2-7 88 0,9-9-136 16,0-10-216-16,8-5-185 0,-4-4-39 16,4 0 48-16,-4 4 244 0,-4 1 220 15,-9 5 124-15,2 6 72 0,-6 0 56 16,-2 7-8-16,-9 5-32 0,-1 7 168 0,-3 0 524 16,0 13 24-16,0 6-40 15,0 3-215-15,0 0-213 0,-3 3-68 0,3-2 32 16,0-4 28-16,0-6-124 15,3-3-132-15,9-10-180 0,-3 0-100 0,6-13-228 16,5-7-53-16,0-8-143 0,0-3-224 16,4-5-644-16,-4-2-664 0,0 0-304 15,4 0-357-15,-4-10-103 0,-8 16-948 16,4-31 113-16</inkml:trace>
  <inkml:trace contextRef="#ctx0" brushRef="#br0">21392 15348 7524 0,'0'0'3040'0,"0"0"-803"16,0 0-697-16,0 0-116 15,0 0 116-15,0 0-252 0,0 0-364 0,51 73-340 16,-42-26-56-16,-2 8 360 0,-3 8 49 16,0 3-165-16,-4 8-192 0,0-4-216 15,0 2-176-15,-8-2-188 0,1-6-252 0,-2-4-548 16,1-10-544-16,0 1-849 16,5-16-2771-16,-10 13-4357 0</inkml:trace>
  <inkml:trace contextRef="#ctx0" brushRef="#br0">21809 16408 11597 0,'0'0'6556'0,"0"0"-5276"0,0 0-692 16,0 0-588-16,0 0-120 16,0 0-628-16,0 0-288 0,0 0-692 15,0 0-4125-15</inkml:trace>
  <inkml:trace contextRef="#ctx0" brushRef="#br1">23515 15072 8564 0,'0'0'5357'0,"0"0"-4277"0,0 0-200 15,0 0-312-15,0 0 400 0,0 0 432 0,100 21-308 16,-65-10-240-16,5-6-376 0,4-2-196 16,-4-3-60-16,3 0-3 15,6-3-93-15,-2-6-124 0,1-7-60 0,0-3-157 0,-4-6-427 16,-1-1-248-16,-6-2-100 16,-5 0-128-16,-4 2-692 0,-13 1-1072 0,-3 2-2497 15,-7 7-1427-15,-5-3 6328 0</inkml:trace>
  <inkml:trace contextRef="#ctx0" brushRef="#br1">24109 14509 10636 0,'0'0'1389'0,"0"0"-517"0,0 0-20 16,0 0 340-16,0 0 12 0,0 0-136 15,0 0-300-15,-80 57-236 0,60-28-92 0,-4 3-20 16,0 6 20-16,4 4-24 0,-3 2-124 15,6 7-36-15,2-1-12 0,2 5-24 16,6-1-60-16,3-1 8 0,4-2-120 16,0 0-48-16,4-1-48 0,-1-2-12 15,5 3 56-15,1-4-4 0,-5-1-128 16,3-6-32-16,1 2 20 0,-4-1 16 0,5-3-28 16,-5 4 52-16,3-1 100 0,-3-3 8 15,0 1 16-15,0-6-16 16,-4-1 0-16,0-6 4 0,0-5 68 0,-4-4 12 15,0-7-32-15,-4-1-52 0,-4-3-4 16,-4-2-168-16,-4-1-24 0,1-3-48 16,-5 0-84-16,0-7 120 0,3-2-172 15,2-7-212-15,7-1 12 0,0-1 0 16,0-4-80-16,9-3-28 0,-2 3-256 16,5-3-396-16,0-2-356 0,0 2-429 0,5 0-755 15,-2 2-332-15,5 2 420 0,-4 4 2648 16,4-5-796-1</inkml:trace>
  <inkml:trace contextRef="#ctx0" brushRef="#br1">24826 14983 1344 0,'0'0'964'0,"0"0"6772"16,0 0-5263-16,0 0-993 0,0 0-104 16,0 0-108-16,0 0-248 0,-79 19-116 15,58 3-180-15,-3 3-96 0,0 10-116 0,5 6-160 16,-2 4-20-16,1 3 8 0,9 2-36 15,-1-2 1-15,3-3-197 16,5-8-96-16,4 2 36 0,4-11 72 0,9-2 64 0,2-5-136 16,6-7 48-16,3-7-96 15,4-7-68-15,4 0-128 0,-4-10-32 16,3-6-112-16,-7 0-209 0,0-7-119 16,-4-2-200-16,-1 0-348 0,-10-2-796 15,-5 2-2200-15,-4 3-1613 0,0 4-563 0</inkml:trace>
  <inkml:trace contextRef="#ctx0" brushRef="#br1">24678 15246 208 0,'0'0'12317'0,"0"0"-9689"0,0 0-1156 0,0 0-564 15,0 0 144-15,0 0 56 0,0 0-192 16,0 0-188-16,0 0-119 0,0 0-173 16,72 38-264-16,-36-43-172 0,4-6-228 0,4-8-244 15,-1 3-149-15,-3-6-99 16,4 0-368-16,0-4-1132 0,-16 10-2888 0,11-12-5205 0</inkml:trace>
  <inkml:trace contextRef="#ctx0" brushRef="#br1">25519 14636 4348 0,'0'0'1640'16,"0"0"4669"-16,0 0-4597 0,0 0-576 15,0 0 76-15,0 0 180 0,0 0-256 16,0 0-276-16,0 0-212 0,111 64-52 16,-59-71-108-16,4-5-148 0,4-7-47 15,0 0-113-15,-9-3-136 0,-6-1-44 16,-10 4-72-16,-3 0-144 0,-4 0-201 15,-4 3-239-15,-1-2-160 0,-10 1-176 0,-2 4-292 16,-11 4-740-16,0 0-1000 0,-3 5-2853 16,-18 1-791-16</inkml:trace>
  <inkml:trace contextRef="#ctx0" brushRef="#br1">25742 14621 628 0,'0'0'1160'0,"0"0"3600"0,0 0-780 0,-12 76-1887 0,12-41-245 15,0 10-212-15,5 2-124 0,-2 8-252 16,1 1-168-16,0 7-348 0,-4-2-340 16,0-1-188-16,0 0-104 0,-8 1-28 15,0-8 36-15,-4-2-112 0,8-9-8 0,-3-10-84 16,7-10-24-16,0-7-88 16,0-8-180-16,3-4-184 0,1-3-164 15,4 0-36-15,-4-10-4 0,0 1-404 0,1-7-488 16,-2 0-732-16,-3-7-1913 0,0 9-1435 15,0-12 3736-15</inkml:trace>
  <inkml:trace contextRef="#ctx0" brushRef="#br1">25682 15079 3284 0,'0'0'4420'0,"0"0"-467"0,0 0-2469 0,0 0-20 16,0 0 32-16,0 0 164 0,96-7-364 0,-68 7-388 15,4 0-296-15,0 0-212 16,3-7-144-16,1-3-116 0,1-2-140 15,-2-1-180-15,1-3-308 0,-4 4-356 0,0-4-148 16,-4 0-292-16,0 4-884 16,0-2-2188-16,-13 5-2001 0,9-1 3285 0</inkml:trace>
  <inkml:trace contextRef="#ctx0" brushRef="#br1">26631 14833 7264 0,'0'0'3941'0,"0"0"-1977"16,0 0-884-16,0 0-156 0,0 0 496 16,103-37 60-16,-67 24-384 0,0 0-496 15,0-3-392-15,-4 3-208 0,0-3-148 16,-4 0-208-16,-5 0-428 0,-3 0-180 0,-4 4-444 15,-4 2-760-15,-8-2-2249 16,-4 5-1743-16,0 1 2592 0</inkml:trace>
  <inkml:trace contextRef="#ctx0" brushRef="#br1">26822 14677 768 0,'0'0'212'16,"0"0"7992"-16,0 0-6447 0,-56 77-653 15,41-45 356-15,-2 6 388 0,-3 3-168 0,4 7-180 16,0 0-284-16,1 2-192 0,2 4-196 15,-2 0-63-15,3-1-145 0,3 2-124 16,6-8-172-16,-1-2-180 0,4-13-8 16,4-4-136-16,8-9-44 0,0-3-104 0,-1-3-140 15,-2-3-40-15,2-4-56 16,1-3-28-16,4-3 36 0,-4-3-173 16,4-10-167-16,0-6-264 0,4-3-532 15,0-6-776 1,-8 4-852-16,8-16-2521 0</inkml:trace>
  <inkml:trace contextRef="#ctx0" brushRef="#br1">26970 14916 1436 0,'0'0'3012'0,"0"0"5025"0,0 0-6733 16,0 0-176-16,63 80 620 0,-39-55 332 16,0 0-388-16,4 3-428 0,0-2-471 0,-1-1-249 15,5-3-168-15,-4-6-156 16,4 0-220-16,0-6-84 0,-4-3-196 15,0-7-252-15,4 0-84 0,-4-10-381 0,4-6-543 16,-4-7-1452-16,-4 5-3065 0,3-14-4399 16</inkml:trace>
  <inkml:trace contextRef="#ctx0" brushRef="#br1">27543 14718 8884 0,'0'0'4117'16,"0"0"-2425"-16,0 0-848 0,-64 103-12 15,40-59 708-15,-3 7 208 0,3 3-476 0,-4-3-420 16,4 0-319-16,0-4-145 0,0-5-156 16,0-5-232-16,0-2-88 0,0-6-324 15,5-10-193-15,2-3-3 0,10-6-76 0,-6-8-144 16,9-2-416-16,0 0-928 0,0-5-2660 16,4-12-3393-16</inkml:trace>
  <inkml:trace contextRef="#ctx0" brushRef="#br1">27885 14732 3784 0,'0'0'1172'0,"0"0"5153"15,0 0-4049-15,84 7-576 0,-60-7-108 0,4 0-240 0,-4-4-624 16,4 1-396-16,-4-4-208 15,4 0-124-15,-4 5-60 0,-4 2-76 0,3 0 12 16,-3 2 52-16,-3 9 72 16,-6 1 12-16,1 5 108 0,-3 2 80 0,-6 2 44 15,-3 5 112-15,0 2 204 0,0 4 148 16,-7 3-160-16,-2 4-231 0,1 1-233 16,-3 2-84-16,2 2-72 0,1 4 20 15,1 3-92-15,3-1-1 0,4 1 45 16,0 0 16-16,0 0 36 0,0-4 48 15,0-1 72-15,0-2-72 0,-4-4 0 0,-1 2-4 16,1-4 0-16,0-2-8 0,-3-6-36 16,-1-4-112-16,-5 0-32 15,6-8-52-15,-5-1-208 0,0-5-136 0,0-2-232 16,-1-4-276-16,2 0-284 0,-5-3-408 16,0-3-412-16,4 0-777 0,-8 0-2083 15</inkml:trace>
  <inkml:trace contextRef="#ctx0" brushRef="#br1">22547 16780 7916 0,'0'0'4833'0,"0"0"-3569"16,0 0 76-16,0 0-408 0,0 0 312 15,0 0 116-15,0 0-96 0,0 0-180 16,99-29-355-16,-51 16-269 0,0 1-168 15,-4-4-196-15,-5-1-96 0,-3 3-68 0,-4 0-88 16,-4 1-184-16,-8 4-233 0,-4 0-179 16,0 2-128-16,-12 1-224 0,0 6-748 15,-4 0-688-15,-8 0-1417 0,-3 0-1175 16,-2 3 276-16,-6 7 4253 0</inkml:trace>
  <inkml:trace contextRef="#ctx0" brushRef="#br1">22762 16731 3108 0,'0'0'600'0,"0"0"3404"0,0 0-1192 16,-24 90-755-16,20-43-289 0,4 8-228 0,-4 5-64 16,4 4-312-16,-4 6-376 0,0-4-336 0,-3-2-268 15,2-5-184-15,-3-4 0 0,4-11-220 16,4-9-184-16,0-13-336 0,4-5-284 16,0-15-528-16,8-2-2236 0,-4-2-2825 0,4-15 1621 15</inkml:trace>
  <inkml:trace contextRef="#ctx0" brushRef="#br1">22769 17237 940 0,'0'0'11165'0,"0"0"-9161"0,0 0-792 0,0 0 8 0,88-13 148 16,-56 6-492-16,0-2-532 0,-4 0-344 15,4-1-304-15,-8 1-536 0,4-1-604 0,-8 4-1344 16,-8 3-4089-16,3 3 249 0</inkml:trace>
  <inkml:trace contextRef="#ctx0" brushRef="#br1">22829 17475 3636 0,'0'0'5056'0,"0"0"-731"15,0 0-3293-15,0 0-296 0,0 0 532 16,0 0 124-16,96 16-724 0,-59-23-360 0,6-5-308 15,-4-4-196-15,2-3-436 0,-1-3-364 16,-1-1-312-16,1 1-988 0,0-3-2201 16,-8 6-2907-16,4-9 6544 0</inkml:trace>
  <inkml:trace contextRef="#ctx0" brushRef="#br1">23690 16961 104 0,'0'0'1460'0,"0"0"9009"0,0 0-8553 0,0 0-688 16,99-13 192-16,-75 7-64 0,1-1-420 15,-1-2-544-15,-5 0-392 0,-3-2-232 16,0 3-580-16,-4-3-716 0,-8 3-1068 15,-4 4-3725-15,0 4 369 0</inkml:trace>
  <inkml:trace contextRef="#ctx0" brushRef="#br1">23731 17100 4456 0,'0'0'8397'0,"0"0"-6681"0,0 0-1072 15,0 0 72-15,0 0 712 0,0 0-292 16,0 0-396-16,79 31-508 0,-48-39-232 0,1-5-516 15,4 1-356-15,5-5-408 16,-13 4-1000-16,15-6-4517 0</inkml:trace>
  <inkml:trace contextRef="#ctx0" brushRef="#br1">24826 16624 328 0,'0'0'2840'0,"0"0"4316"16,0 0-4855-16,0 0-705 0,0 0-248 0,0 0-204 15,0 0-260-15,-36 80-388 16,20-53-188-16,-4 3-148 0,0 2-72 15,0-4-80-15,4 0-8 0,-4-2-12 0,8-8-64 16,5 1 16-16,3-5 44 0,4-5-92 16,0 1 108-16,4-4-8 0,11 1 8 0,2-1 0 15,6 0 4-15,1 0 0 16,0 1 68-16,0-1-64 0,0 0 68 16,-5 4 60-16,2 3-40 0,-10 3 40 15,2 2 60-15,-5 2-72 0,-5-1 84 16,-3 0-84-16,0 2-16 0,0-1 64 15,-7 2-64-15,-1-3-108 0,-5-3-112 0,2-3-228 16,-2-4-192-16,6 1-108 0,-1-7-88 16,0-3-256-16,3 0-424 0,-2-13-1056 0,3 0-573 15,4-5-3211-15,0 2 3640 0,0-13 1840 16</inkml:trace>
  <inkml:trace contextRef="#ctx0" brushRef="#br1">25076 16879 1548 0,'0'0'992'0,"0"0"2900"16,0 0 448-16,25 88-2719 16,-22-50-321-16,1 4 56 0,0 4-32 15,-4 6-180-15,0 2-180 0,0 3-312 16,0 10-36-16,-4 2-128 0,0 4-84 0,-3 0-160 16,-1-3-136-16,4-6-108 15,-1-7-132-15,5-9-456 0,0-11-48 0,0-11-88 16,0-10 184-16,5-7-440 0,-1-9-884 0,0-11-2264 15,0-3-1469-15,3-21 1177 16</inkml:trace>
  <inkml:trace contextRef="#ctx0" brushRef="#br1">25129 17087 744 0,'0'0'9456'0,"0"0"-7783"0,7-72-737 15,6 43-44-15,6 1 488 16,1 1-232-16,1 8-436 0,2 5-388 0,1 3-188 15,0 5-24-15,-5 6-48 0,-2 3-4 0,-6 13 140 16,-2 3-76-16,-5 4 256 16,-4 5 76-16,-4 1-172 0,-8 6-112 15,-4-4-20-15,-4 8-152 0,0-5-72 0,-4-2-16 16,0 0-120-16,4-7-296 16,5-9-152-16,-2-7-200 0,9-9-112 15,5-3-504-15,3-16-408 0,0-6-1093 0,3-13-1683 16,5 9 592-16,12-28 3516 0</inkml:trace>
  <inkml:trace contextRef="#ctx0" brushRef="#br1">25483 16329 1372 0,'0'0'1696'0,"0"0"5156"0,0 0-4571 0,0 0-597 16,0 0-28-16,0 0-16 15,36 86-288-15,-32-42-344 0,0 7-140 0,-4 6-28 16,0 0-111-16,0 6-145 15,-4-2-196-15,0 2-256 0,-4-2-96 16,4-4-36-16,0-3-216 0,0-13-344 0,4-3-145 16,0-13-95-16,8-8-228 0,4-11-532 15,8-6-1288-15,4-12-2081 16,0-5-1131-16,4-5 2040 0</inkml:trace>
  <inkml:trace contextRef="#ctx0" brushRef="#br1">25778 16938 392 0,'0'0'1512'0,"0"0"3384"16,0 0 1269-16,0 0-4049 0,0 0-740 0,0 0-20 15,43 80-184-15,-43-58-108 16,0 0-268-16,0 3-312 0,0-6-228 0,-3 1-96 0,-1-8-160 16,0-2-192-16,0-7-440 15,-4 0-344-15,4-3-300 0,-8-3-632 16,8-3-2464-16,-8-8-1969 0</inkml:trace>
  <inkml:trace contextRef="#ctx0" brushRef="#br1">25758 16738 1032 0,'0'0'5656'0,"0"0"-495"0,0 0-3117 0,0 0-376 16,0 0-176-16,91-32-352 0,-67 26-424 15,1-1-224-15,-1 1-212 0,-1 0-280 16,-3-3-308-16,0-1-580 0,-4 4-412 0,-4-1-908 16,0-2-3697-16</inkml:trace>
  <inkml:trace contextRef="#ctx0" brushRef="#br1">26288 16274 3088 0,'0'0'5392'0,"0"0"-287"0,-28 82-3233 16,16-30-192-16,0 5-304 16,5 9-184-16,-2 5-252 0,5 2-248 0,0 0-252 15,4 0-27-15,0-3-37 0,0-7-172 16,8-9-204-16,1-13 0 15,-2-6-216-15,5-13-112 0,0-5-24 0,-4-9-1 0,-4-4-207 16,4-4-232-16,-8 0-324 0,4-12-788 16,-4-1-508-16,0-4-260 0,-8-1-1249 15,-4-1-43-15,-4 0-100 0,0-3 4064 16,-4 2 132-16,0 1 260 0,4-3 116 16,-4-1 288-16,9 4-392 0,-1 0 6880 0,3 7-5079 15,5 6-453-15,1 3-156 16,3 3-12-16,3 0-344 0,10 0-168 0,2 0-140 15,10 0-408-15,3 0-180 0,7-4-228 16,-3-2-116-16,8-7-60 0,-5-2-136 16,6-4-352-16,-5-3-348 0,-1-1-212 15,1 1-316-15,-4 0-692 0,-4 6-728 16,-4 4-333-16,-4 5 697 0,-4 7 1216 16,-5 2 1264-16,-2 11 1784 0,-9 7 1084 15,0 2-163-15,0 6-285 0,-4 1-516 16,-5 3-304-1,2-1-284-15,-9 5-348 0,4-2-284 0,0-2-100 16,-4 0-99-16,4 0-109 0,4-7-256 16,4-5-120-16,0-1-256 0,4-11-116 15,4 3-93-15,0-5 29 0,8-3 44 0,0-3 100 0,0 3 0 16,4-3 132-16,0 0 100 0,-1 2 12 16,6 2 36-16,-6-1 12 0,1 4 8 0,1 2 4 15,-2 4 120-15,6 6 16 0,-6 0-52 16,5 3-96-16,-4 3 16 15,0 4 40-15,-4 0-56 0,0-1-76 0,-4 4 76 16,-4 0 16-16,0 3 140 0,-4 0 100 16,0-3 36-16,-8 2 48 0,0 1-36 15,-4-6-35-15,-4 3-37 0,0-7-88 16,4-5-140-16,-4-8 8 0,4-5-12 16,5-7-152-16,-6 0-128 0,5-11-85 15,1-4 1-15,-1-10 96 0,3-10-112 16,5-7 148-16,0-9-48 0,0-3-184 15,0 1-52-15,5-1-100 0,6 0-100 0,1 6-156 16,1 7-684-16,6 2-640 0,-3 14-797 16,12-7-2083-16</inkml:trace>
  <inkml:trace contextRef="#ctx0" brushRef="#br1">27475 17015 208 0,'0'0'11537'0,"0"0"-9173"16,0 0-812-16,0 0-20 0,0 0-184 15,0 0-268-15,0 0-296 0,0 0-164 0,0 0 36 16,84 28 13-16,-32-28-233 15,3 0-144-15,-3-3-196 0,0-7-96 0,0-5-192 16,-8-5-268-16,-4-2-64 0,-5-3-121 16,-7-4-255-16,0 1-236 0,-8-7-656 15,-4 9-2424-15,-4-8-2017 0</inkml:trace>
  <inkml:trace contextRef="#ctx0" brushRef="#br1">27906 16437 1396 0,'0'0'796'0,"0"0"6052"0,0 0-4071 16,0 0-889-16,0 0-732 0,-16 92 100 15,16-54-352-15,0 10-220 0,0 5-80 16,4 5 136-16,0 2-52 0,0 0-188 0,0 4-144 16,-4-4-76-16,0 4-76 0,0 0-44 15,0 2-28-15,0 0 76 16,-4 4 0-16,0-6-87 0,-4-7 51 0,-1-6-112 15,6-6-60-15,-5-8-208 0,4-5 63 16,0-4-39-16,-5-8-60 16,6-7 4-1,-1-4-104-15,0-9-104 0,0-2-152 0,0-12-88 0,0-5 48 16,0-3-40-16,4-10 20 0,0-4-280 0,0-8-568 16,0-3-440-16,12-4-857 0,-4 10-1695 15</inkml:trace>
  <inkml:trace contextRef="#ctx0" brushRef="#br1">28220 16986 2660 0,'0'0'1564'0,"0"0"7493"0,0 0-7241 0,0 0-632 15,0 0 248-15,60 66 220 16,-51-43-236-16,-6 2-343 0,1-2-321 16,-4-1-280-16,0-6-460 0,0-7-12 0,0-3-532 15,0-6-221-15,0 0-207 0,0 0-336 16,0-6-976-16,0 0-2968 0,-4-10-4237 15</inkml:trace>
  <inkml:trace contextRef="#ctx0" brushRef="#br1">28284 16868 1212 0,'0'0'9044'16,"0"0"-6831"-16,0 0-137 15,0 0-236-15,0 0-360 0,0 0-568 16,84 13-556-16,-68-10-356 0,3-3-216 0,2-3-472 15,-1-6-516-15,-5-1-492 0,2 4-1096 16,-2-4-2725-16</inkml:trace>
  <inkml:trace contextRef="#ctx0" brushRef="#br1">28539 17081 8976 0,'0'0'4917'0,"0"0"-3565"0,0 0-948 15,0 0 148-15,0 0 812 0,0 0-104 16,0 0-560-16,88 57-700 0,-65-69-76 0,5-8-428 15,0-5-60-15,-4 0-340 0,1-1-280 16,-10 1-352-16,1 6-92 16,-8 3 504-16,-4 4 752 0,-4 2 372 0,0 0 692 15,-12 7 136-15,0-1 128 0,-4 4-56 16,-4 0-148-16,5 7 144 0,-6 9-28 16,5 3-100-16,1 7-200 0,-2 2-140 15,6 4-96-15,-1 2-36 0,0-1 68 16,8-1 76-16,0-7 132 0,4-3-208 15,0-6-167-15,11-7-185 0,2-5-12 16,2-4-293-16,10-10-255 0,-1-6-172 0,4-9-48 16,0-4-228-16,0-8-452 15,3-1-1040-15,-7 6-1801 0,12-20-679 0</inkml:trace>
  <inkml:trace contextRef="#ctx0" brushRef="#br1">29129 16440 732 0,'0'0'7232'0,"12"-73"-4812"0,-9 48-823 15,1 2-37-15,1 2 36 0,-1 10-172 0,0 11-540 16,-4 0-216-16,0 11 268 0,4 3-104 16,-4 9-232-16,0 3-16 0,0 6-120 15,0 5-63-15,-8 5 135 0,4 2 140 0,-5 3-336 16,2 5-232-16,-5 1-36 16,0 2-72-16,-4 2 0 0,0 0-60 15,0-7 52-15,4 1-76 0,0-6-148 0,1-7-20 16,2-7-64-16,5-4-132 15,0-8-97-15,4-7-151 0,0-5-388 16,4-5-948-16,0-2-2484 0,8-7-3037 0</inkml:trace>
  <inkml:trace contextRef="#ctx0" brushRef="#br1">29499 16976 2932 0,'0'0'1264'15,"0"0"3784"-15,0 0-3367 16,0 0-257-16,0 0 44 0,0 0 0 0,0 0-160 16,0 0-252-16,0 0-176 0,0 0-280 15,0 0-120-15,-80-3-16 0,69 29-48 16,-6-1-124-16,10 3-96 0,-1-1 0 0,4-13-52 16,4-1 4-16,0-7-100 15,8-6-48-15,0 0-4 0,8-8-104 16,3-9-100-16,2-5-48 0,3-9-160 0,4-8-232 15,0-2 0-15,0-3-76 0,-1-4 56 16,-3 1 84-16,0-1 112 16,-4 0-80-16,-1-3 112 0,-2 4 148 0,-6-1 292 15,2 4 104-15,-9 2 220 0,0 7 220 16,-4 10 164-16,0 6 100 0,0 7-44 16,0 9-64-16,0 3-184 0,0 3-52 0,0 9-24 15,0 10-28-15,0 10-72 0,0 12-11 16,-4 6-61-16,4 9 96 15,-4-2 84-15,-1 0-192 0,-3-6-256 0,5-4-264 16,-5-2-332-16,4-11-157 16,0-5-183-16,4-6-140 0,4-8-548 0,11-5-924 15,-2-7-1988-15,19-6-2173 0</inkml:trace>
  <inkml:trace contextRef="#ctx0" brushRef="#br1">29986 16859 4924 0,'0'0'5484'0,"0"0"-1407"0,0 0-2653 0,0 0-284 15,7 67 100-15,-7-51 4 0,8 3-268 16,0-7-352-16,4-5-428 0,4-4-196 16,4-3-256-16,0-3-252 0,4-10-128 0,0-3-148 15,0-6-80-15,-4-1-364 0,-4-2-652 16,-5 3-472-16,-2 3 363 16,-5 0 581-16,-4 3 708 0,0 0 700 0,-8 3 404 15,-8 0 604-15,4 4-3 0,-4 0-77 16,-4 6 144-16,8 3-128 15,-4 0-136-15,0 6-252 0,4 4-56 0,5 2-260 16,-2 4-240-16,1 0-24 0,8-3-140 16,0 2-124-16,4-5-140 0,9-7-116 15,6 0 52-15,1-3 188 0,4 0 304 0,8-3 456 16,0-3 36-16,4-1 216 0,-1-2-92 16,1-1-16-16,0 4 8 15,-1-3-84-15,2-1-8 0,-1 0-184 0,0-3-332 16,-1 1-256-16,-3-8-424 0,0 1-488 15,-12 5-896-15,8-19-3293 0</inkml:trace>
  <inkml:trace contextRef="#ctx0" brushRef="#br1">30583 16446 1472 0,'0'0'824'15,"0"0"6308"-15,0 0-4911 16,0 0 295-16,-43 73-600 0,34-38-356 15,-3 7-212-15,5 5-64 0,-2 1-356 0,1 9-247 16,4 0-257-16,1 3-180 16,-1 4-52-16,-4 2-32 0,-1 4-112 15,2-4-48-15,3-2-232 0,-4-3-108 0,4-7-192 16,-1-10-65-16,5-6 25 0,0-9 156 16,0-3 76-16,0-8 32 0,5-4-72 15,-5-12-12-15,0-2-188 0,0-2-612 16,0-12-536-16,0-4-660 0,0 1-1625 15,-9-18-2847-15</inkml:trace>
  <inkml:trace contextRef="#ctx0" brushRef="#br1">30914 16811 1420 0,'0'0'10741'0,"0"0"-7889"16,0 0-1044-16,99 0-652 0,-59-9-144 0,4-10-496 15,4-3-516-15,0-10-628 0,-1-4-444 0,1-1-500 0,-4-4-980 16,-12 9-2661-16,12-13-2595 0</inkml:trace>
  <inkml:trace contextRef="#ctx0" brushRef="#br1">31380 16196 352 0,'0'0'1056'0,"0"0"6024"16,0 0-4339-16,-43 91-897 0,30-49-180 15,1 5 200-15,4 4-64 0,0 3-448 16,0 3-316-16,1 3-184 0,-2 1-207 0,1-1-137 31,1 1-156-31,-1-1-112 0,-1-2-20 0,5 2-52 0,0-7-108 16,1 1-60-16,3 0-156 0,0-6-36 0,0 0-100 15,0-4-48-15,-4-3 100 0,4-3-52 16,-4 0-60-16,0-6-85 0,-5 0 1 0,2-7-88 16,-1 1-148-16,0-5-248 15,-1-2-404-15,2-5-500 16,-1-1-564-16,-5-4-565 0,2 1-1147 0,3-4 828 16,-8-3 184-16</inkml:trace>
  <inkml:trace contextRef="#ctx0" brushRef="#br1">12100 18094 1800 0,'0'0'11925'0,"0"0"-10029"0,0 0-1240 15,0 0 56-15,112 0 588 0,-65-7-316 16,1-5-432-16,-4-1-404 0,-1-2-148 16,-2-8 0-16,-2 4-112 0,-7-3-328 15,-4 0-320-15,-4-1-368 0,-4 2-572 16,-8-2-2468-16,-4 8-3781 0,-4-8 5733 0</inkml:trace>
  <inkml:trace contextRef="#ctx0" brushRef="#br1">12359 17567 2460 0,'0'0'8096'0,"0"0"-6819"16,0 0-649-16,-24 95 60 0,24-53 384 0,0 5 0 15,0 7-256-15,4 3-312 0,4 0-216 16,0 1 96-16,-1-1-192 0,6-4-184 0,-5 2 120 16,3-5 20-16,2 1-140 0,-2-3 4 15,2-1 40-15,-2-2 108 0,1-4 64 0,-3 1 144 16,2-4 432-16,-7-6-420 16,0-4-136-16,0-3-72 0,-4-2-168 15,0-8-4-15,0 2-112 0,-4-5 112 16,0-6-120-16,0 5-152 0,-7-6-20 0,2-2-28 15,-3-3-160-15,-4 0-124 16,1-3 20-16,-6-9-188 0,2-5 56 0,-5-1-1544 16,0-11 612-16,0 0-1037 0,1-6-627 15,2 14-1624-15,1-17 3865 0</inkml:trace>
  <inkml:trace contextRef="#ctx0" brushRef="#br1">13490 17879 4956 0,'0'0'4652'16,"0"0"-1675"-16,0 0-1817 0,0 0-816 16,-52 69 300-16,41-50 528 0,-1 3-304 0,0 1-408 15,0-5-276-15,4 1 40 0,0-2 36 16,0-2-48-16,4-2-28 0,4-3-24 16,0 3 0-16,0-4 12 0,4 3-48 0,4 1 60 15,4 3 24-15,4-3-48 16,0 2-4-16,-1-2-156 0,2 0 0 15,-2-1 48-15,-2-2-44 0,-2 1 12 0,-3-3 68 16,1 3 40-16,-5-5-28 16,-1-1 76-16,1 5 12 0,-4-3 108 15,-4 2 24-15,-3 0-108 0,-2 1-208 0,-3-3-88 16,-4-1-128-16,4-3-152 0,-4 0-168 16,-3-3-28-16,6 0-12 15,-2 0 44-15,3-6-72 0,4-5-220 0,-4-1-292 16,-1-3-1136-16,6-8-1873 0,3-4-455 15,0 4 780-15,8-13 3068 0</inkml:trace>
  <inkml:trace contextRef="#ctx0" brushRef="#br1">13681 18068 928 0,'0'0'10849'0,"0"0"-8741"0,0 0-1056 15,28 77-348-15,-24-52 528 0,5-3 168 0,-5-6-540 16,0-3-500-16,-1-3-360 0,5-10-76 15,0 0-208-15,4-4-44 0,-4-9-216 16,4 1 36-16,4-10-248 0,-4 0-460 0,0 2-8 16,-4-1 348-16,0 2 356 15,-4 5 300-15,-4 5 220 0,0 2 112 0,0 1 296 16,0 3 252-16,-8 3 124 16,0-3-76-16,0 3-220 0,-8 0-360 15,4 0 88-15,-4 3 44 0,4 0-112 0,5 7-148 16,-6-3-100-16,5 1-112 0,1 3 16 15,3-5-172-15,4-4-312 16,-5 2-560-16,5-4-1224 0,0 0-3417 0</inkml:trace>
  <inkml:trace contextRef="#ctx0" brushRef="#br1">13845 17405 1812 0,'0'0'640'0,"0"0"-420"0,0 0 5220 0,0 0-2840 16,0 0-723-16,0 0-537 0,16 76-176 16,-8-45 44-16,0 11-224 0,0 3-92 15,4 3-64-15,-5 6-56 0,2-1-160 16,3 7-124-16,-5 1-112 0,6 0-72 15,-5-2-48-15,-1-5-256 0,2-5-24 0,-5-11-304 16,3-7-332-16,-3-6-180 16,4-9 4-16,5-3 76 0,-6-7-268 0,5-6-1192 15,4-3-2793-15,-8-7-2375 0,5 1 5852 16</inkml:trace>
  <inkml:trace contextRef="#ctx0" brushRef="#br1">14164 17995 1564 0,'0'0'172'0,"0"0"10273"16,0 0-8249-16,0 0-1200 0,4 80-168 0,0-54 312 16,-1-1-16-16,1 0-348 0,1-3-348 15,-1-6-340-15,0-3-88 0,0-3-196 16,3-4 36-16,1-6 60 0,-3 0-56 15,6-4-4-15,-3-5-148 0,0-4-188 16,1-2 100-16,-2-1 136 0,-3-3-24 16,0 3-16-16,0 0-36 0,1 0 36 15,-5 3 72-15,0 0 128 0,0 4 0 16,-5-1 100-16,-3 1 52 0,0-1 112 0,1 4 76 16,-6-4 12-16,5 8-52 0,-3 2 36 15,2 0-112-15,2 0-124 16,-1 2-76-16,0 5-8 0,-1 2 8 0,6-2-200 15,3 3-124-15,-4 2-316 0,0-3-688 16,4 4-728-16,0-3-1925 0,0 0-1731 16</inkml:trace>
  <inkml:trace contextRef="#ctx0" brushRef="#br1">14419 17967 380 0,'0'0'4000'0,"0"0"4965"0,0 0-6989 0,0 0-1096 16,0 0 60-16,0 0 288 0,16 76-96 15,-12-53-400-15,0 2-316 0,3-4-220 16,-3-2-196-16,0-5-40 0,5-1-92 16,-1-4-28-16,-5-6-8 0,5 0-28 15,5-3 36-15,-6-6-120 0,5-3-260 16,0-4 36-16,0-6 32 0,1-1-20 0,-6 1-32 15,5 0-48-15,0 0-172 0,-4 4-148 16,4-1-32-16,-4 0-56 0,0 0-144 16,0 3-9-16,0 4 369 0,-5-1 572 15,2 7 192-15,-1 0 168 0,-4 3 296 16,0 0 337-16,0 3 83 0,4 4 152 0,-4 2 160 16,0 4-124-16,4-1-76 15,-4 4-176-15,0 0-136 0,0 0-20 0,0 0-72 16,0-4-88-16,0-1-88 0,0-9-208 15,0-2-208-15,0-2-200 0,4-9-56 16,7-8 60-16,-2-6 12 0,6-4-184 16,-2-5-336-16,-1-8-272 0,-1 2-284 15,2-5-444-15,-2-3-192 0,-3-2-45 0,1-5-231 16,-6 1 392-16,5 0 520 0,-8 4 1260 16,4 2 948-16,0 7 536 15,-4 6 288-15,4 9-39 0,1 7-249 0,-5 10 44 16,3 6-216-16,1 3-196 0,-4 3-144 15,4 6-220-15,0 10 24 16,4 3-200-16,0 10-76 0,0 3-72 0,0 3 168 16,0 4 97-16,-4-4-293 0,4 3-124 0,-4-6-80 15,0 0 8-15,4 0-36 16,-5-3-104-16,2-4-16 0,3 0-44 0,0 1-4 16,-1-4-124-16,2 1-44 0,-5-1-72 0,4-2-52 15,-4-1 0-15,-1-3 16 0,1 0 128 16,1-3 15-16,-1-4 133 15,-4 1 4-15,4 0 69 0,-4-3 11 0,0-1 40 16,0 0 32-16,4-2-48 0,-4 3-108 16,0-7-112-16,4-1-216 15,-4 2-97-15,3-2 73 0,1-2 108 0,-4 0 72 16,4 5 16-16,1-3-16 0,3-2 0 16,-5 4 64-16,-3-4 60 0,4 3 48 15,0-3 12-15,0 0 40 0,0 3-40 0,5-3-12 16,-6 2-64-16,5-2 52 15,0 0-60-15,1 5 0 0,-2-5-188 0,5 2-92 16,-3-2-80-16,2 4 136 0,-3-1 136 16,0 3 148-16,-4 1 12 15,0-1 88-15,0 0 180 0,-4 4 164 0,0-4 108 16,0 3-52-16,0-2-120 0,0 3-88 16,-4-1-48-16,-4-3-28 0,0 0-80 15,0 1-124-15,-3-4-180 0,-2 1-160 0,1-2 72 16,0-2-88-16,0 0-44 0,5 0-116 15,-6 0-248-15,5 0-584 0,4-2 376 16,1-5 252-16,3 0 144 0,0-2 92 16,0-1 16-16,0 1 100 0,3 3 368 15,5-4 152-15,0 1 128 0,4-4-140 16,-4 4-140-16,5-4-100 0,-2-1-52 16,1 2-728-16,0-1-1973 0,-4 5-1643 15,4-9-1279-15</inkml:trace>
  <inkml:trace contextRef="#ctx0" brushRef="#br1">16108 17926 2488 0,'0'0'2072'0,"0"0"3364"16,0 0-3091-16,0 0-853 0,0 0 16 0,0 0-116 16,0 0-408-16,96 51 176 15,-48-45-44-15,12 3-272 0,3-6-80 0,1-3-311 16,-4 0-225-16,-4-3-88 0,-5-6-140 0,-3-1-60 16,-8 1-96-16,-1-1-76 15,-2-6-265-15,-5 4-223 0,-9-2-196 16,-3 0-176-16,-3 3-528 0,-6-1-1044 0,-7 5-1549 15,-8 4-1259-15</inkml:trace>
  <inkml:trace contextRef="#ctx0" brushRef="#br1">16518 18027 5440 0,'0'0'4'0,"0"0"6645"0,0 0-5129 15,0 0-936-15,0 0-24 0,0 0 4 16,0 0 332-16,112 52-120 0,-69-50-368 0,-2 1-368 15,2-3-40-15,-7-3-288 0,0-3-384 16,-12-3-372-16,0-1-384 0,-8-3-628 16,0-3-3033-16</inkml:trace>
  <inkml:trace contextRef="#ctx0" brushRef="#br1">16308 17599 144 0,'0'0'2424'0,"0"0"3636"15,-60 76-4828-15,32-47-936 0,0 5-152 16,0 5 344-16,0-2 237 0,0 3 55 15,8-3-176-15,-3 3-20 0,2 6-176 0,5-5 60 16,4 3 40-16,5 0-4 0,3-2-152 16,4-4-164-16,4-3 88 0,7-7 140 15,9-2 280-15,5-3 88 0,3-4-144 16,-1-5-136-16,9 0-88 0,4-1-36 16,-1-7 0-16,10 0-52 0,-6-3-84 15,5 1-72-15,-4-4-172 0,0-4-72 0,-4-5-96 16,-1-7-124-16,-3-1-172 15,0-1-248-15,-5-4-60 0,-3-3-452 0,-3 6-1412 16,-1-20-3257-16</inkml:trace>
  <inkml:trace contextRef="#ctx0" brushRef="#br1">16885 17618 4432 0,'0'0'7473'0,"0"0"-6153"15,0 0-876-15,0 0 76 0,88 80 592 16,-60-52 108-16,3-3-284 0,5 4-108 16,0-1 180-16,0 1-576 0,-4-4-188 15,0 4-136-15,-9-3 40 0,-2 2-136 16,-5 0 88-16,-4 4-100 0,-9-3-8 16,-3 5 0-16,-3-1-140 0,-9 4-48 0,-4-2 0 15,-5 0-24-15,2-3-40 16,-5-4-68-16,4-2-128 0,0-7-124 0,0-3-164 15,0-7-524-15,8-5-1300 0,-8-4-2557 0</inkml:trace>
  <inkml:trace contextRef="#ctx0" brushRef="#br1">18690 17595 1488 0,'0'0'1108'16,"0"0"5628"-16,0 0-5224 0,0 0-251 0,0 0-237 16,0 0 8-16,0 0-96 0,0 0-156 0,0 0-164 15,4-31-268-15,-4 25-12 0,0-1-48 16,0 1 20-16,0-3 52 0,0 2-4 15,0 1-8-15,-4 2-40 0,0 2-4 0,4-3-32 16,-9 5-52-16,2-2-136 0,-5 2-84 16,0 0-96-16,-4 0-28 0,-4 2 124 15,1 3-12-15,-2 4 12 0,1 3-8 16,-3 1 4-16,-1 6-96 0,0 3 52 16,0 4 48-16,-1 3-48 15,2 3-12-15,-1 6 56 0,4-1-4 0,1 4-4 16,2 1 12-16,10 2 112 0,3 1 72 0,4 2 84 15,0 1-60-15,11-3 48 0,6-1 24 16,6-6-12-16,5-3-96 16,0-6-24-16,4-8-76 0,-1-5-64 0,1-3 0 15,-4-7-8-15,4-6 0 0,-8 0 0 16,0-2 0-16,-4-5-232 16,-4-5-168-16,-1-2-16 0,-6-1-172 0,-1-4-108 0,-4 0-416 15,-4-3-996-15,0 6-2656 16,-12-7-3285-16</inkml:trace>
  <inkml:trace contextRef="#ctx0" brushRef="#br1">18514 17995 6656 0,'0'0'7061'0,"0"0"-5029"0,0 0-788 16,0 0-536-16,0 0 268 0,0 0 44 0,0 0-312 15,0 0-416-15,96 64-292 0,-76-67-188 16,0-4-300-16,0-5-184 15,-4 2-128-15,0-3-228 0,-4 4-548 0,0-1-824 16,-8 4-705-16,-1 3-1027 0,-3 3 1096 16,0 0 324-16,-3 0 2440 0,-1 6 272 15,0 4 2960-15,0 2 272 0,4 1-312 16,0 3-703-16,0 3-665 0,0 3-332 16,8 0-124-16,-4 3-124 0,3 2-236 15,2-2-132-15,-5 0 40 0,4 0 96 0,-5 1-152 16,1-4-244-16,5-2-296 0,-5-4-48 15,4-4-256-15,-1-3-444 0,1-5-188 16,1-1-176-16,2-3-412 0,-3 0-1208 16,8-9-3237-16</inkml:trace>
  <inkml:trace contextRef="#ctx0" brushRef="#br1">19184 17665 4440 0,'0'0'872'0,"0"0"6333"16,0 0-5549-16,0 0-784 0,0 0 120 16,0 0 164-16,-67 83-216 0,50-54-236 15,6 6-140-15,-2 2-76 0,1 8 28 0,5 6 44 16,-6 3-12-16,5 1-195 15,5-5-73-15,3 0-112 0,0-5-84 0,0-4-20 16,7-8-64-16,6-8-112 0,2-10-32 16,6 1-172-16,-2-9 147 15,5-5-135-15,4 2-280 0,-4-4-52 16,4-11-160-16,0-1-164 0,-5-3-388 0,1-5-1016 16,-3 4-1933-16,-1-9-2127 0</inkml:trace>
  <inkml:trace contextRef="#ctx0" brushRef="#br1">19364 17830 13393 0,'0'0'2716'0,"0"0"-1464"0,0 0-300 16,0 0 304-16,0 0-252 0,0 0-324 15,103 13-352-15,-71-16-328 0,-1-7-24 0,1 1-184 16,0 0-132-16,-4-1-232 0,-4 3-160 16,-4-5-312-16,-4 2-580 0,-8 1-1168 15,0 3-2149-15,-8 2-3247 0</inkml:trace>
  <inkml:trace contextRef="#ctx0" brushRef="#br1">19551 17891 5004 0,'0'0'6833'16,"0"0"-5133"-16,-17 70-800 0,10-39 72 16,3 4 412-16,0 4-132 0,0-7-240 0,0-1-500 15,-1-6-512-15,1-6-492 0,4-6-420 16,-3-4-392-16,-1 1-960 0,0-7-2865 16,0 1-3739-16</inkml:trace>
  <inkml:trace contextRef="#ctx0" brushRef="#br1">19511 18112 7628 0,'0'0'4897'16,"0"0"-2809"-16,0 0-932 0,0 0-512 0,0 0 92 15,87-46-28-15,-63 34-620 0,4-2-88 16,-8 1-696-16,3 0-112 0,-2 4-656 0,-10 6-452 16,2 0-1117-16,-9 3-247 0,-4 6 256 15,-4 3 860-15,-4 4 1448 16,-4 3 716-16,-4 3 1656 0,0-2 572 0,-4 2-236 15,0 0-340-15,4-5-280 0,0 3-392 16,5-4-91-16,-2-1 47 16,9 1 100-16,1-4 80 0,3 1-236 0,0-3-248 15,0 2-156-15,11-6-52 0,2 4 60 16,-2-5 120-16,10 2 100 0,-2-4-188 16,1 0-220-16,4-6-296 0,4-4-40 0,-5-3-276 15,5-3-360-15,0-3-324 0,0-3-396 16,-7 7-1436-16,3-9-3565 0</inkml:trace>
  <inkml:trace contextRef="#ctx0" brushRef="#br1">20240 17561 11309 0,'0'0'2700'0,"0"0"-1928"16,0 0-444-16,0 0 688 0,-53 79 348 16,38-40-388-16,-5 8-260 0,-3 7-176 15,-1 3-164-15,-4 10-8 0,-4 2 24 16,0 5 80-16,-8-2-44 0,4 4-283 15,-4 2-145-15,1-6-233 0,-2-3-43 0,5-2-140 16,4-10-60-16,4-6-220 16,9-7-52-16,7-8-4 0,4-14 36 15,4-7-168-15,4-11-688 0,0-4-1236 0,12-9-2805 16</inkml:trace>
  <inkml:trace contextRef="#ctx0" brushRef="#br1">20060 18084 7536 0,'0'0'5049'0,"0"0"-785"15,0 0-2564-15,0 0-816 0,0 0-184 0,80-16-80 16,-52 4-156-16,-4 3-196 15,4-8-156-15,-1 5-112 0,1-1-120 0,0-3-136 16,-4 4-148-16,-3 2-216 0,-2 1-116 16,-6 2-60-16,-2-2-180 15,-7 5-836-15,0-3-744 0,1 5-1785 0,-5 2-1047 16</inkml:trace>
  <inkml:trace contextRef="#ctx0" brushRef="#br1">20268 18079 144 0,'0'0'10016'15,"0"0"-7443"-15,-28 88-1249 0,24-50-324 0,-4 6 68 16,0 1-40-16,0-1-408 0,4 1-224 16,4-7-100-16,0 0-256 15,0-10-40-15,0-5-188 0,4-7-332 0,-1-6-24 0,2-8-304 16,3-2-448-16,-4 0-784 16,0-7-2309-16,0-5-3179 0</inkml:trace>
  <inkml:trace contextRef="#ctx0" brushRef="#br1">20240 18287 12225 0,'0'0'3816'0,"0"0"-2788"0,0 0-256 15,0 0 264-15,0 0 348 0,0 0-408 16,84 0-488-16,-60 0-271 0,-5-6-153 0,5 0-64 16,-4-10-241-16,4-3-391 15,-4-3-296-15,4-7-348 0,-13 7-964 16,10-14-4025-16</inkml:trace>
  <inkml:trace contextRef="#ctx0" brushRef="#br1">20726 17738 1316 0,'0'0'10113'0,"0"0"-8165"0,0 0-1188 0,0 0 568 15,0 0 192-15,0 0-172 0,80 57-448 16,-65-38-264-16,2 4-180 0,2 2-32 0,-6 4-32 15,-2 3-176-15,1-1-176 0,-7 1-40 16,-5 3-268-16,0 0-136 0,-9 0-84 0,-3 0 48 16,-4 0 0-16,-3 3-76 15,-2-4 220-15,1 1 84 0,-3 1 40 16,-5-4-60-16,4-1-168 0,-4-3-496 0,-4-2-1116 16,8-10-1152-16,-16 3-2613 0</inkml:trace>
  <inkml:trace contextRef="#ctx0" brushRef="#br1">21774 18189 5672 0,'0'0'5865'0,"0"0"-3845"16,0 0-120-16,0 0-680 0,7 70-164 0,-7-45 116 15,4 8-152-15,-4-2-388 0,0 1-360 16,0-4-272-16,-4-5 0 0,4-7-208 16,0-7-112-16,-3-6-132 0,3-3-136 0,-4 0-200 15,4-10-372-15,-8-8-988 0,8 6-1912 16,-13-18-1629-16</inkml:trace>
  <inkml:trace contextRef="#ctx0" brushRef="#br1">21634 17938 7080 0,'0'0'6353'0,"0"0"-4277"0,0 0-1220 0,0 0 52 15,0 0 280-15,84 7-352 0,-60-7-320 16,4 0-516-16,0 0-208 15,-4-9-848-15,3-1-380 0,-3 1-1028 0,-4-2-2997 16,5 6-3726-16</inkml:trace>
  <inkml:trace contextRef="#ctx0" brushRef="#br1">22073 18094 3392 0,'0'0'10945'0,"0"0"-8989"0,0 0-984 15,0 0 328-15,0 0 172 0,8 67-180 16,-5-55-559-16,1-2-385 15,0-4-336-15,0 0-12 0,5-2-144 0,2 2 24 16,2-3 108-16,-2 3 12 0,5 1 4 16,0 3 92-16,5-1 60 0,-6 5-8 0,5-6 104 15,-4 5 16-15,0-4 44 0,-1 5 320 16,2-6-260-16,-6 3-144 16,-3-2-156-16,1-4-72 0,-5 2-4 0,-4 0-128 15,0-1-144-15,0-2-148 0,-8 2 4 16,-5 0-52-16,2 4-76 0,-6-4-21 15,-2 0-99-15,-5 0-148 0,0 1-288 0,-4-4-412 16,0 4-912-16,5-5-2217 16,-10 3-3891-16</inkml:trace>
  <inkml:trace contextRef="#ctx0" brushRef="#br1">23587 18056 2612 0,'0'0'6032'16,"0"0"-1835"-16,0 0-2721 15,0 0-780-15,0 0-68 0,0 0 376 16,0 0-96-16,0 0-312 0,0 0-336 0,0 0-148 16,-92 75-52-16,68-42 4 0,0 2 8 15,1-1 64-15,-1-1-64 0,7-5-20 16,2-5 4-16,6-4-56 0,5-10-60 16,0-3 8-16,4-2 44 0,0-1-128 15,13 0-84-15,2-3 108 0,9 6 112 16,4-3 4-16,0 4 48 0,4-4 8 0,-4 3-12 15,-5 0 28-15,-2 1 48 0,-1 2 96 16,-9-3 36-16,2 4-60 0,-5-1 0 16,-4 2 40-16,-1-1-40 0,1-2-64 15,-4-1-44-15,0 3-84 0,0-5-4 16,-7 2-100-16,-1 0-156 0,-5-1-64 16,2 0-84-16,-6-3-12 0,6-3-116 0,-6 0-72 15,6 0 8-15,-5 0-228 0,4-9-236 0,4-1-572 16,0-5-700-16,0 2-565 15,8-9-1535-15</inkml:trace>
  <inkml:trace contextRef="#ctx0" brushRef="#br1">23854 18249 4060 0,'0'0'9449'0,"0"0"-7189"15,0 0-1040-15,23 77-416 0,-23-55 296 16,4 0-108-16,1-3-440 0,-1-6-492 0,-4-3-60 15,7-8-180-15,-3-2-56 0,4 0 40 16,5-2-132-16,-2-8 8 0,6-3-96 0,-6-6-4 16,1 4 36-16,0-4 52 0,-4 2 132 15,0 2 196-15,-4 2 4 0,0 3 4 16,-4-3 132-16,0 4-60 16,0 4 48-16,-8-6-40 0,-4 8-8 0,1-4-52 15,-6 7-24-15,6 0-372 0,-6 0 24 16,6 4-112-16,2 2 0 0,1 0-60 0,0 1-44 15,5-4-408-15,-1 0-596 0,4 1-733 16,0-4-2163-16,0 0-1511 0</inkml:trace>
  <inkml:trace contextRef="#ctx0" brushRef="#br1">24073 17745 404 0,'0'0'10797'15,"0"0"-8593"-15,0 0-620 0,4 73-260 16,0-37 144-16,0 4-72 0,-1 8-256 16,1 2-216-16,0 5-231 0,-4 2-169 0,0-3-116 15,0 0-188-15,0-4-220 16,0-2-72-16,0-3-100 0,0-8-140 15,0-2-284-15,0-3-217 0,0-7-55 0,0 1-24 16,5-10-56-16,-1 0-364 0,4-10-408 16,3 1-1008-16,-7-7-2561 0,9-4-1219 0</inkml:trace>
  <inkml:trace contextRef="#ctx0" brushRef="#br1">24256 18361 3264 0,'0'0'628'0,"0"0"-484"15,0 0 3952-15,0 0-3008 0,0 0-632 16,0 0 124-16,0 0 413 0,0 0 123 0,0 0-16 16,0 0-72-16,4 12-92 0,-4-12-4 15,4 7 112-15,-4-1 60 0,4 3-220 16,-4 4-176-16,0 3-180 0,0 0-116 15,0-2-156-15,0 1-132 0,0-5-120 16,0-2-4-16,0-1-52 0,0-3-32 16,0-1-24-16,0-3-16 0,0 0 124 15,4 0 40-15,0 0 152 0,3-3-56 0,2-4-28 16,-1-3-36-16,3-2 12 0,-2-1-76 16,3-10-8-16,-1 2-84 15,2-8-184-15,-6 1-216 0,5-8-116 0,-3 4-232 16,-2 1-40-16,-3 2-104 0,4 4-752 15,-3 6-1440-15,3 0-3165 0</inkml:trace>
  <inkml:trace contextRef="#ctx0" brushRef="#br1">24642 18237 2460 0,'0'0'11269'0,"0"0"-9197"0,0 0-1244 0,0 0-264 0,0 0 40 16,-91 82 348-16,75-63-360 0,4 1-336 15,0-5-120-15,4-5-128 0,5-4-8 0,-2 0-12 16,5-6-100-16,0 0-60 15,0-3-160 1,5-3-72-16,2-3 60 0,5-4 156 0,0 4 180 0,0-4-64 16,-4 7 72-16,-1 1 8 0,2 5 116 0,-5 0 196 15,0 5-24-15,3 1-40 0,-3 0 4 16,0 7-124-16,1-7-16 0,-5 4-44 16,0-1-72-16,0-6-4 0,4-3-136 15,-4 0-148-15,4 0-380 0,-4-6-248 16,7-4 228-16,1-5 12 0,-3-5-400 15,3-1-652-15,3-5-1017 0,-3 8-1907 0</inkml:trace>
  <inkml:trace contextRef="#ctx0" brushRef="#br1">24818 17706 3616 0,'0'0'6384'0,"0"0"-3823"16,0 0-1017-16,0 0-192 0,24 74 168 15,-24-40-184-15,0 1-352 0,0 7-320 16,-5 5-188-16,-6-2-148 0,-1-4-120 16,0 1-112-16,0-7-96 0,4-7-132 15,0-3-160-15,0-6-136 0,4-3 112 16,4-6 156-16,0-4-36 0,0-6-52 0,4 0-228 16,4 0 80-16,4-3 272 0,0 0 120 15,0 3 4-15,0 0 64 16,3 0 20-16,-2 3-8 0,-2 0 8 0,2 4 76 15,-2-1 124-15,-3 0 144 0,1 3 28 16,-5 1-40-16,0-4-40 0,-4 4-120 16,0-1-132-16,0 2-40 0,0-3-84 0,0-1-48 15,0 0-124-15,0-4-156 16,-4-3-196-16,4 0-88 0,-4-3-140 16,4-7-212-16,0-2-404 0,0-8-548 0,4-2-56 15,3-1-177-15,1-14-2347 0</inkml:trace>
  <inkml:trace contextRef="#ctx0" brushRef="#br1">25108 17808 872 0,'0'0'9848'0,"0"0"-6631"0,0 0-1677 15,0 0-544-15,13 71-224 16,-13-38-4-16,0 3 144 0,0 5-260 16,0 0-236-16,0 4 24 0,0-3 12 0,0-1-16 15,4-4-216-15,3-5-220 16,1 0-4-16,1-7-92 0,2-3 20 15,1-2-20-15,4-8-148 0,0-5-268 0,4-1 24 16,4-6-284 0,0 0-40-16,0-6-104 0,4-1-128 0,-4 0 112 0,0 2 276 15,0-2 468-15,-1 5 188 0,-7-2 276 16,0-3 180-16,-4 2 308 0,0 2 128 0,1-8 12 16,-6 3-28-16,5-3-176 15,-3-1-272-15,-2-1-256 0,-3-3-112 0,0 3-60 16,-4 4-148-16,0 3 148 0,0-1 0 15,-4 7 236-15,-7 0 68 0,-2 10 24 0,-2 6 84 16,-6 6 4-16,1 6 9 16,1 2 11-16,6 1-108 0,2-5-224 15,3-4-104-15,3-4-96 0,5-5-64 0,0-7-140 16,5-1-248-16,10-5-85 0,2-5 125 16,2-4 80-16,5-1-184 15,4-2-296-15,4-1 8 0,-4 4 92 0,4-4-244 16,-4 1-672-16,0-1-480 0,-4 3-517 15,8-9-1795-15</inkml:trace>
  <inkml:trace contextRef="#ctx0" brushRef="#br1">26010 18208 13877 0,'0'0'5992'16,"0"0"-4952"-16,0 0-616 0,0 0-324 0,0 0-100 15,0 0-1024-15,0 0-828 0,0 0-3328 0,0 0-7301 16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cm"/>
          <inkml:channel name="T" type="integer" max="2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cm"/>
          <inkml:channelProperty channel="T" name="resolution" value="1" units="1/dev"/>
        </inkml:channelProperties>
      </inkml:inkSource>
      <inkml:timestamp xml:id="ts0" timeString="2023-07-06T02:34:18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9829 5664 6672 0,'0'0'6169'0,"0"0"-4997"15,0 0-212-15,0 0-240 0,0 0 60 16,0 0-120-16,0 0-4 0,-56 86-148 15,33-42-100-15,-2 7 132 0,1 13 48 16,-4 12-112-16,-4 12-84 0,1 14 12 0,-9 9-100 16,0 7-112-16,-4 2-56 0,1 4-132 15,-6 0-8-15,6-4 0 0,-1-2-48 16,12-11 40-16,4-11 12 0,9-20-8 16,10-15-112-16,9-17-88 0,4-19-204 15,8-8-236-15,9-17 24 0,2-7 196 16,8-15-188-16,5-13-12 0,1-15-228 0,-1-11-524 15,-1-12-452-15,-7-4-532 16,-4-2-609-16,-8 19-2367 0,-4-35 2848 0</inkml:trace>
  <inkml:trace contextRef="#ctx0" brushRef="#br0">9550 6124 3320 0,'0'0'132'0,"8"-79"2604"0,4 47 44 0,0 4-1296 15,8-4-323-15,-1 7 19 0,1 6 120 0,-3 6-240 16,2 6-328-16,1 7-40 0,-4 0-132 15,8 20-164-15,-4 5 64 0,4 13 156 16,0 10-136-16,0 9-160 0,4 9 96 16,0 7-12-16,0 7-268 0,3 2 240 15,1 4-316-15,0 3-60 0,0 0-64 16,0-3 52-16,-4-4 0 0,-4 0 8 16,-1-5-4-16,1-11 8 0,-4-5-8 0,1-10-60 15,-6-10 68-15,-3-10 0 0,0-8-100 16,-4-4 28-16,0-6-24 15,-3-4-148-15,-2-6-296 0,-3-3-88 0,0 0 52 16,-3-6-32-16,-10-10-348 0,-7-6-136 16,-12-10-436-16,-4-6-704 0,-3-3-749 15,-10-1-1115-15,-2 5-532 0,16 4 4616 16</inkml:trace>
  <inkml:trace contextRef="#ctx0" brushRef="#br0">9542 6813 4120 0,'0'0'5084'0,"0"0"-3596"15,0 0-575-15,0 0-157 0,0 0 180 0,0 0 372 0,0 0-112 16,103 4-128-16,-51-2-236 16,8-2-192-16,0 0-316 0,4-2-140 0,-4-11-184 15,-1 0-176-15,1 0-256 0,-5-2-548 16,1 2-284-16,-4-3-680 16,-16 6-2033-16,12-5-2939 0</inkml:trace>
  <inkml:trace contextRef="#ctx0" brushRef="#br0">10957 6699 2904 0,'0'0'8589'16,"0"0"-7013"-16,0 0-292 0,0 0 28 16,-32 86-132-16,19-58-344 0,5 4-196 0,1 3-304 15,3 2-128-15,0-1-84 16,4 2 48-16,0-3-28 0,12 0-92 0,-1-4 96 16,2-1-52-16,2-2 272 0,5-3 60 15,-4 0-64-15,0-1-96 0,0 1 72 16,-4-7-132-16,-4 1 61 0,0 1-25 15,-4-4 20-15,0-2-8 0,-4 0 8 0,0-1-8 16,0-1-40-16,0-2-68 0,-8-1-76 16,0 1-24-16,-4-1 48 0,-4-3-36 15,1 1 36-15,-6-4-96 0,-3-3 0 16,0 0-192-16,-3-5-196 0,-1-6-108 16,0-5-84-16,-4-3-197 0,-3-3-359 15,-2 0-640-15,1-9-1304 0,8 8-2617 0,-11-19-3715 16</inkml:trace>
  <inkml:trace contextRef="#ctx0" brushRef="#br0">10940 6817 5288 0,'0'0'8293'16,"0"0"-6989"-16,100-10-724 0,-56 3 564 16,3-2-124-16,5 0-572 0,0-1-388 15,-4 1-60-15,0-1-396 0,-5 0-460 16,2 1-424-16,-6-1-1152 0,-7 3-3469 0</inkml:trace>
  <inkml:trace contextRef="#ctx0" brushRef="#br0">8478 8312 572 0,'0'0'11637'0,"0"0"-10145"15,0 0-932-15,0 0-140 0,0 0 560 16,0 0 240-16,0 0-304 0,108 16 172 0,-41-22-168 16,14-4 20-16,18-5 96 0,12-6-407 15,17 2-349-15,19-2-148 0,13-5-20 0,19 1 164 16,13-4-56-16,6-5-64 15,10 2-60-15,-2-4-96 0,-2 1-216 16,-4 4 104-16,-9 6-116 16,-8-2-88-16,-12 9-72 0,-16 6-48 0,-15 2-197 15,-20 7-83-15,-21 3-300 0,-15 6-1004 16,-29 1-2388-16,-3 12-3421 0</inkml:trace>
  <inkml:trace contextRef="#ctx0" brushRef="#br0">13040 6499 7764 0,'0'0'2320'0,"0"0"-1287"15,0 0-673-15,0 0 88 0,0 0 144 16,104-3 312-16,-61 3 520 0,13 0-960 0,4 0-236 16,12 0 12-16,8 0-52 0,11-7-180 15,5-2 0-15,11 2-4 16,1-5-8-16,-1-1-116 0,5 0-116 0,-4 0-216 15,-9 1-180-15,-7-1-284 0,-9 4-460 16,-14-1-1113-16,-22 4-663 0,-7 0-1336 0</inkml:trace>
  <inkml:trace contextRef="#ctx0" brushRef="#br0">13128 6763 10708 0,'0'0'1709'16,"-96"15"-1045"-16,81-11-320 0,2-4 128 0,9 3 288 16,4 0-436-16,24 3-320 0,12 0 360 15,20 1 236-15,15-1 156 0,21 0-72 16,20 1-260-16,11-7-264 0,9 0-60 16,8-3-100-16,-1-7-212 0,-3-3-148 15,-5-2-472-15,-8-4 24 0,-12-4 4 0,-3 2 48 16,-12-5-504-16,-8 0-844 0,-29 8-2085 15,1-15-239-15</inkml:trace>
  <inkml:trace contextRef="#ctx0" brushRef="#br0">14092 6086 8444 0,'0'0'1824'0,"0"0"-1023"16,0 0-545-16,0 0 272 0,124-73 76 15,-64 64-196-15,11 5 0 0,8 4-88 16,9 4 164-16,4 8-92 0,3 7-116 16,1 7-160-16,-5-1-52 0,-7 11-4 15,-7 1-60-15,-14 8-124 0,-15 8-28 16,-13 5 12-16,-14 8 40 0,-14 5 24 0,-11 5-240 16,-15 3-28-16,-18 0-64 0,-10 1-28 15,-9-4 156-15,-11-3 128 16,-10 0 152-16,-2-7 0 0,-5-3 164 0,4-5 40 15,1-4-120-15,3-6-84 16,16-8-256-16,9-10-436 0,23-11-1861 0,15-19-2895 16</inkml:trace>
  <inkml:trace contextRef="#ctx0" brushRef="#br0">17104 5680 7352 0,'0'0'3096'16,"0"0"-1999"-1,0 0-493-15,0 0-92 0,-72-73 316 0,44 66-140 0,-3 7-196 16,-13 10 0-16,-8 15 40 0,-8 10 148 0,-7 17 104 15,-5 4-136-15,-4 11-108 16,5 10-132-16,-2-2 48 0,13-2-172 16,9-7-64-16,16-5-76 0,10-13-56 0,18-7 20 15,7-12-108-15,11-1-84 0,13-2 84 16,12-4 48-16,11 0 36 0,9 0-72 16,8 4-12-16,8-1-40 0,4 6 40 0,4 2 0 15,-1 2-36-15,-3-1 36 16,-4 6-12-16,-16-7 0 0,-4 6 12 15,-21-4-40-15,-7-1 40 0,-20 1 108 0,-4 0 128 16,-16 1-92-16,-12 1-48 0,-8-2-20 16,-7-3-64-16,-1-4 48 15,-4-5-60-15,0-7-116 0,8-4-80 0,9-9-112 16,7-3-96-16,3-6-184 0,10-9-188 16,11-11-324-16,0-9-316 0,20-6-592 15,-1 3-2217-15,21-23-2319 0</inkml:trace>
  <inkml:trace contextRef="#ctx0" brushRef="#br0">17538 6597 11717 0,'0'0'1560'0,"0"0"-896"0,0 0 8 16,0 0 248-16,0 0-292 0,0 83-252 16,-12-60-176-16,5 2-76 0,-6-3-48 15,5 3 88-15,1 0 32 0,3 1-180 0,4 0 44 16,0-5-52-16,8 2-8 0,3-2 48 15,6 3-48-15,-6-2 8 0,6 0 4 16,-6 3 36-16,-2-3 0 0,-1 5 92 16,-1 0 8-16,-7-2-12 0,0 5 60 15,0-2-72-15,-4 0 12 0,-7 1-24 0,-2-6 48 16,-2-5 12-16,-2-2 12 16,-7-3 24-16,1-3-36 0,-1-8-164 15,-4-2-8-15,-4-2-188 0,0-8-428 16,4-9-84-16,0 0-44 0,0-10-144 0,4-3-384 15,5-6-1128-15,3 7-2813 16,4-30-2206-16</inkml:trace>
  <inkml:trace contextRef="#ctx0" brushRef="#br0">17511 6591 13845 0,'0'0'1116'0,"0"0"-436"0,0 0 264 15,95 0 596-15,-59 0-972 0,8 0-360 0,4 0-164 0,-1-6-44 16,5-1-208-16,4-2-112 15,4-1-780-15,0-2-392 0,-17 6-696 16,21-11-3569-16</inkml:trace>
  <inkml:trace contextRef="#ctx0" brushRef="#br0">19499 6432 652 0,'0'0'13525'0,"3"67"-11809"0,-3-23-1136 15,-3 10-120-15,-5 8 76 0,4-6-28 16,-5-5-176-16,5-7-296 0,4-9-36 0,0-7-184 16,4-5 0-16,5-10-16 0,3-5-48 15,4-8-472-15,-1-2-136 0,6-14-592 16,-2 1-1268-16,5-24-4013 0</inkml:trace>
  <inkml:trace contextRef="#ctx0" brushRef="#br0">19471 6032 13225 0,'0'0'1952'0,"0"0"-1276"0,0 0-336 15,0 0-224-15,91-51-116 0,-39 38-148 16,12 4-280-16,4 0-832 0,3-1-1280 16,-19 6-2589-16,32-1-1591 0</inkml:trace>
  <inkml:trace contextRef="#ctx0" brushRef="#br0">20275 6204 14289 0,'0'0'2032'0,"0"0"-1296"0,-75 69-388 0,47-44 284 15,4 5-160-15,0-5-152 16,5-3-224-16,2 0-20 0,9-2-68 16,8-2-8-16,0 1-4 0,12 4 4 0,8-4 0 15,12 0 4-15,8 0 104 0,4 0-56 16,7 0-52-16,1 3-12 15,0 1-88-15,-8-5 28 0,-4 6 60 0,-13-3-100 16,-10 2 48-16,-10-2 64 0,-7 5 76 16,-11-1 96-16,-13 0-92 0,-12 1-80 15,-7-4-160-15,-9 0-196 0,-1-6-88 16,1-3-112-16,5-3-216 0,3-8-444 0,17-2-1396 16,-5-5-4369-16</inkml:trace>
  <inkml:trace contextRef="#ctx0" brushRef="#br0">21104 6270 8384 0,'0'0'1992'0,"0"0"-999"0,0 0-453 16,0 0 588-16,84-28 420 0,-64 40-148 15,-4 7-472-15,0 11-196 0,-4 3-28 0,-5 6-112 16,-3 5-296-16,-4 1-124 0,0 0-124 16,-4-7-48-16,1-4 0 0,-1-8-72 0,0-4-28 15,4-9-84-15,0-7 64 0,8-2-4 16,4-4 124-16,4-4 196 15,8-12 36-15,8-3-232 0,-1-6-48 0,-3 0-208 16,4-4 56-16,-8 0 16 0,-4 10 136 16,-8 3 48-16,-4 7 4 15,-4 7 96-15,-4-3-4 0,0 5 152 0,0 5-16 16,0 0-24-16,0 11 24 0,0 0 196 16,0 5 76-16,-4-2-104 0,4 1-280 15,0-4-120-15,0-3-76 0,0-4-80 0,4-3-88 16,3 1-12-16,6-4 108 15,-1-3-120-15,8 0-356 0,-5-10-336 0,6-2-228 16,3-1-344-16,-9-3-668 0,-2 4-1637 16,2-11-759-16</inkml:trace>
  <inkml:trace contextRef="#ctx0" brushRef="#br0">21918 6417 1264 0,'0'0'7264'0,"0"0"-5068"15,0 0-383-15,-17 82-257 0,9-64-232 16,1 1-264-16,-2-5-176 0,5-5-92 16,0-2-236-16,4-4-260 0,0-3-296 15,4 0-64-15,5 3 64 0,2 0 64 16,10 3 56-16,-2-2-72 0,9-1-48 0,-4-3-224 16,4 0 4-16,-4 0 60 0,-1-3 100 15,1-7-40-15,1-2-60 16,3-8 72-16,-9 1 40 0,5-2-28 0,-8-5 16 15,-4 3-52-15,-4 1 24 0,-8 3-24 16,0 3 112-16,-8 0 80 0,-7 4-44 16,-6 6-24-16,-3 6 40 0,-4 0 356 15,-4 12-188-15,0 7 64 0,1 6-76 16,-1 4 16-16,8-4-88 0,8-2-136 16,9-4-124-16,7-6-308 0,0-7-12 0,19-4 112 15,5-2 244-15,12-12-132 0,12-9-240 16,8-9-364-16,-1-8-384 0,8-3-732 15,-3-6-961-15,-15 11-1095 0,22-23 752 16</inkml:trace>
  <inkml:trace contextRef="#ctx0" brushRef="#br0">22846 5561 11445 0,'0'0'2344'0,"0"0"-1484"0,-17 103-28 15,10-45 200-15,-5 8-60 16,3 3-120-16,2 8 280 0,3-1-432 0,4 3-360 15,0-2-252-15,0 2-88 0,0-9-124 16,11-4-168-16,2-8-356 0,2-11 204 16,6-5-108-16,-1-14 232 0,3-6 36 0,-7-9-128 15,0-7-96-15,-7-3-152 0,-9-3-348 16,0-12 8-16,-9-7-500 0,-3-9-260 16,-12-2-125-16,-4-4-75 0,0-4 336 15,-8-4 412-15,5-2 468 0,-5 0 340 0,4 2 404 16,4 1 1160-16,4 9 1184 15,5 13 1648-15,10 7-1327 0,1 2-297 16,8 10-828-16,8-3-688 0,5 0-652 0,15 3-128 16,15-7 140-16,9 3-16 15,16-4-196-15,7 2-264 0,5-5-32 0,4 3-520 16,-5-3-712-16,-19 5-1304 0,24-3-5273 16</inkml:trace>
  <inkml:trace contextRef="#ctx0" brushRef="#br0">24248 6045 11865 0,'0'0'1152'0,"0"0"-884"0,0 0-252 16,0 0 148-16,0 0 408 0,-87 72 0 15,46-33-44-15,-2 5-148 0,2 1-16 0,2-1-24 16,3-5 0-16,8-4-4 16,8-7-200-16,8-2 52 0,8-8-16 0,4-1-96 15,16-5-72-15,8 1 96 0,8-1-40 16,12 2 40-16,3-2-100 15,9 1 0-15,-3 2 0 0,-6 1-8 0,-3 3-80 16,-8-3 28-16,-12 3-16 0,-5-3 76 16,-10 3 0-16,-9-3 148 0,0 4 124 15,-9-5-60-15,-6 1-4 0,-5 0-72 0,-4-4-36 16,0 1-100-16,0-3-4 16,0-7-220-16,4-3-244 0,4 0-52 15,5-3-140-15,2-7-184 0,9-3-224 0,0-6-888 16,0 0-1313-16,20-13-2375 0</inkml:trace>
  <inkml:trace contextRef="#ctx0" brushRef="#br0">24638 6277 7672 0,'0'0'2684'0,"0"0"-1587"16,0 0-625-16,0 0 376 15,-43 79 284-15,30-41-92 0,-2 3-248 0,6-3-100 0,6 0-168 16,3-6-200-16,0-6-272 15,12-7-52-15,3-7 0 0,6-5 92 16,7-7 72-16,7 0 156 0,5-16-60 0,4-6-204 16,0-4-56-16,-5-2-284 15,2-3-76-15,-9-1 172 0,-4 6-8 0,-9 0-56 16,-10 1 16-16,-5 3 236 0,-4 3 0 16,-17 0 144-16,-7 7-140 0,-4-2 4 15,-8 9 120-15,1 5 292 0,-1 0-48 0,0 8-196 16,4 3-104-16,1 1 60 15,6 1-132-15,5-5-124 0,12-1-124 16,5-3-208-16,3-4-544 0,7 0-548 0,17-11-424 16,8-3-249-16,-8 1-1043 0,28-23-1904 15</inkml:trace>
  <inkml:trace contextRef="#ctx0" brushRef="#br0">25332 5603 5368 0,'0'0'7573'15,"0"0"-6349"-15,0 0-692 0,0 0 124 16,0 0-104-16,0 0-160 0,0 0 284 16,0 0 500-16,-20 86-312 0,12-41-32 15,-4 9-24-15,0 6-356 0,-8 3-260 16,4 7-148-16,-4 3-44 0,-4 1-120 0,0 2-76 16,1-7-84-16,-1-2-220 15,3-10-184-15,6-2-212 0,7-11-132 16,3-6-316-16,5-3-396 0,5-13-528 0,3-6-2541 15,7-6-2599-15</inkml:trace>
  <inkml:trace contextRef="#ctx0" brushRef="#br0">25475 6366 6796 0,'0'0'5297'16,"0"0"-4633"-16,-19 79-344 0,14-44 268 0,-7 2 324 15,5-4-80-15,-1-2-164 16,3-5-188-16,1-4-244 0,4-3-124 0,0-3 100 15,0-7-12-15,9-2 32 0,-5-3 228 16,7-4 156-16,6 0-148 0,-2-7-60 16,9-9-68-16,4-3-56 0,4-10-176 0,-4-3-100 15,4-6 16-15,0-2-24 16,-4-2-144-16,0 0-324 0,-5 4 4 16,1 4-28-16,-4 4 24 0,-4 5-28 0,0 3-324 15,3 6-448-15,-2 4-728 16,-6 2-1277-16,6 4-2531 0</inkml:trace>
  <inkml:trace contextRef="#ctx0" brushRef="#br0">26173 6366 9700 0,'0'0'5245'0,"0"0"-4025"0,0 0-844 16,0 0-248-1,0 0-16-15,0 0-40 0,0 0 20 16,0 0-92-16,0 0 0 0,-77-3 152 0,49 3 196 0,1 3-52 16,-4 6-24-16,-1 7 24 0,-5 10-36 0,-3 5 24 15,1 5 36-15,3 2 120 0,8-7-108 16,4-3-308-16,16-5-24 0,5-8 0 16,6-5 108-16,17-7-104 0,12-3 84 0,8-3 132 15,11-9-220-15,9-8-172 16,-4-2-108-16,4-3 132 0,-8-1 100 15,-5 5 36-15,-6 2-76 0,-9 2-8 0,-13 9-16 16,-7 1 64-16,-8 3 48 0,-4 4 84 16,0 0 308-16,0 0-60 0,0 0-184 0,0 4-40 15,0-4-52-15,0 0-56 16,0 0-156-16,4 0-16 0,12 0 172 16,4-13 256-16,12-4-256 0,7-5-220 0,6-3-380 15,-2-7 148-15,5-2 252 16,0-8 16-16,0-6-184 0,8-5-176 15,-1-10-100-15,5-8-28 0,-8-5-652 0,0-3-16 16,-9-1-460-16,2 7 435 0,-10 6 693 16,-3 10 672-16,0 16 893 0,-8 13 327 15,-8 12 96-15,-4 12-564 0,-4 4-360 16,-4 10-64-16,-4 9 152 0,0 7 108 16,-12 6-8-16,0 5-8 0,-9 5 112 15,-2 3-140-15,-1-1-112 0,-4 3-252 0,4-3-180 16,0 4-88-16,4-3-84 15,8-4-24-15,0-3-88 0,8-3-136 0,1-7-128 16,3 4-84-16,3-6 40 0,9 2 316 16,1-2 276-16,2-1 72 0,9 0-12 15,0 1 28-15,4-8 76 0,4-1 28 0,8-4 20 16,-1-1-24-16,9 1-188 0,5-3 0 16,-6 2-176-16,1 1-148 15,-1-1-308-15,-11 5-48 0,-8 1 148 0,-8 6 368 16,-8-3 160-16,-3 2 4 0,-9 2 140 15,-5-3 364-15,-7-3 480 0,1 0-92 16,-2-3 140-16,5-7-192 0,1-3-140 0,7-3-148 16,0-3-164-16,7 0-104 15,10 0-164-15,10 0-120 0,9-5-84 0,8-8-392 16,-1 0-64-16,2 0-72 0,-14-2-340 16,-3 2-152-16,-12-3-716 15,-7 4-3253-15,-14-11-4931 0</inkml:trace>
  <inkml:trace contextRef="#ctx0" brushRef="#br0">13172 8918 9096 0,'0'0'5641'0,"0"0"-4721"15,120-9-164-15,-49-1 540 0,24-2 72 16,14-1-336-16,2-4-252 16,8-4-28-16,5 2-179 0,3-7-173 0,4-2-400 0,-2-1-12 15,-2 1-172-15,-4 2 16 16,-12 1-293-16,-15 2-295 0,-16 8-256 16,-20 2-44-16,-21 6-300 0,-14 4-620 0,-22 3-800 15,-3 7-2433-15,-39 12-919 0</inkml:trace>
  <inkml:trace contextRef="#ctx0" brushRef="#br0">13777 9112 11069 0,'0'0'2116'0,"0"0"-832"16,-79 60-224-16,79-44 120 0,7 3-296 16,25-6-168-16,20-4 256 0,20-6 44 0,20-6-392 15,11-9-320-15,16-13-304 16,1-7-12-16,-4-7-196 0,-4 1-108 15,-13-2-452-15,-11 1-252 0,-13-2-200 0,-15-4-632 16,-20 14-2916-16,-12-18-4313 0</inkml:trace>
  <inkml:trace contextRef="#ctx0" brushRef="#br0">14502 8331 14321 0,'0'0'1200'0,"0"0"-936"15,104 7 340-15,-41-4-4 0,14 3-276 0,7 0-188 16,-1 7 60-16,4 6-84 0,1 3 172 16,-9 7-24-16,-2 3-260 15,-14 8-48-15,-11 5-248 0,-8 3 160 0,-12 6-28 16,-16 3-8-16,-8 0-200 0,-12 0-4 16,-13 4-36-16,-14-1-80 15,-13 3-12-15,-8 1-48 0,-4 0-108 0,-8 2 192 16,1 1 112-16,-5-7-156 0,1-3-628 15,15-13-1105-15,-16 5-2335 0</inkml:trace>
  <inkml:trace contextRef="#ctx0" brushRef="#br0">17040 8680 3724 0,'0'0'7421'0,"0"0"-6213"16,0 0-632-16,0 0-156 0,0 0 16 0,0 0 96 15,0 0 36-15,0 0-88 0,0 0-240 16,0 0-240-16,0 0-28 0,9-42-108 16,-9 42-56-16,4 5 192 0,-4-3 92 0,4 2 32 15,-1-2-120-15,1 2 60 0,-4-2 12 16,4-2 48-16,0 5 28 15,0 1-64-15,-4 0-84 0,5 0 8 0,-2 7 100 16,-3 0 4-16,4-1 36 0,-4 4-40 16,0 0 36-16,0 3-96 0,0 0-4 0,0 3 64 15,0 4 52-15,-4 0-16 0,4 2 0 16,-8 0-148-16,4 4 4 16,-4-3-12-16,1 2 12 0,-6-3-4 0,1 5 4 15,1-5-4-15,-2-2-4 0,2-1-56 16,-2-3 48-16,9-6-40 15,-3-7 44-15,7-5-4 0,0-1 8 0,0-3-56 16,0-7-40-16,7-5-100 0,10-10 136 16,3-10 4-16,3-6 48 0,1-6 0 15,8-1-72-15,-4 1-16 0,0-1 88 16,0 10 12-16,-4 4 8 0,-1 6 0 16,-2 8 52-16,-5 1 4 0,-4 7 48 0,-1 2 12 15,2 4 28-15,-6 0 44 0,1 3-84 16,1 0 24-16,-5 3-84 15,3 10 132-15,-3-1 16 0,0 11 108 0,0 2 148 16,-4 1 24-16,0 6-284 0,0-7-108 16,-4 3-84-16,0-5-4 0,4-5-48 15,0-2-100-15,0-5-124 0,0-6-108 0,4-5-40 16,9 0-300-16,6-3-376 16,5-6-304-16,8-14-592 0,-8 8-2125 0,16-20-831 15</inkml:trace>
  <inkml:trace contextRef="#ctx0" brushRef="#br0">17638 8862 11237 0,'0'0'1552'0,"0"0"-1116"0,-24 72 72 0,16-46 276 15,5 2 200-15,-2-6 0 16,1-3-412-16,4-10-348 0,4-2-100 0,8-3 24 16,4-4 16-16,8-4 96 0,8-9-40 15,3-2-192-15,6-10-28 0,-1-1-224 16,-1 1-320-16,-7-4 156 0,-4 7-20 15,-4 0 68-15,-12 5 48 0,-4 2 104 16,-8 3 188-16,0 1 76 0,-16 2 76 0,-8-1-16 16,-4 7-136-16,0 0 0 15,-4 3 80-15,0 3-80 0,0 3 0 0,4 7-168 16,1 1-44-16,7-2-40 0,0 1-124 16,8 0-520-16,4 1-976 0,4-3-2481 15,4 5-1835-15</inkml:trace>
  <inkml:trace contextRef="#ctx0" brushRef="#br0">18722 8655 1408 0,'0'0'7884'15,"0"0"-7148"-15,0 0-580 0,0 0 180 16,0 0 693-16,99-6-1 0,-75 19-252 16,4 1-152-16,-4 13-104 0,-4 4-76 0,-4 4 72 15,-4 6 24-15,-5 0-196 0,-7 4-132 16,0-7-140-16,0-3 40 0,-7-10 40 15,3-2-4-15,0-11-36 0,0-5-36 16,4-7 72-16,0 0 76 0,0 0 0 16,4-10-64-16,4-9 296 0,8-6-348 0,0-10-108 15,8-3-136-15,0-3-48 16,0-1 84-16,-5 7-36 0,2 7-236 16,-2 3-76-16,1 5-148 0,0 1-196 15,8 3-332-15,-8 4-1140 0,15-2-3349 16</inkml:trace>
  <inkml:trace contextRef="#ctx0" brushRef="#br0">19570 8836 12657 0,'0'0'1312'16,"0"0"-856"-16,0 0 240 0,-92 38 424 16,65-29-232-16,-5-2-220 0,4-4-196 0,4 3-176 15,0-2-112-15,4-1-172 0,5 0-12 16,-2 3-124-16,2-3-24 0,-2 4 64 15,6 2-52-15,-1-2-36 0,3 5 172 0,-2 4 72 16,3 3 152-16,-1 3 20 0,6 4 4 16,-1 2-28-16,0-2-96 15,4 0 0-15,8-4-76 0,8-3-48 0,3-4-72 16,9-5 60-16,4-7-40 0,5-3 44 0,2 0-64 16,5-13-212-16,-4-6 64 15,4-3-28-15,-1-6-12 0,-2-4 136 16,-2-1 16-16,-3 2 32 0,-4-1-60 0,-8 7-176 15,-4 3 116-15,-8 0 8 0,-5 9 112 16,2 0 72-16,-9 7 4 16,0 3 8-16,0 3-8 0,0 0-184 0,0 0-128 15,-5 9 44-15,1 4 68 0,1 3 24 16,3 3-12-16,0-3-100 0,0 0-256 16,7-7-572-16,10 1-764 0,3-7-777 0,7-3-135 15,-7 0 108-15,16-7-68 16</inkml:trace>
  <inkml:trace contextRef="#ctx0" brushRef="#br0">20152 8918 4712 0,'0'0'3200'0,"0"0"-572"0,0 0-1159 15,0 0-829-15,0 0-64 16,0 0 476-16,-100 89 60 0,76-60-168 16,1-3-108-16,7 2-188 0,0-6-144 0,8-3-220 15,4-3-228-15,4-10-56 16,0 1 0-16,12-4 0 0,4-3 208 15,4-6 48-15,8-7-44 0,4-10-212 0,4-5-88 16,-5-3 8-16,5-7 80 0,-4 2 8 16,-4-5 0-16,0-7-4 0,4-2 4 15,-4-8-8-15,0-5-132 0,-5-8-248 16,1-4-164-16,0-1-24 0,-8-6-28 16,0 1 44-16,-5 9 12 0,-6 5 488 0,-1 13 52 15,0 10 240-15,-4 12 12 0,0 9 188 16,0 8 256-16,0 11-76 15,0 1-228-15,0 3-256 0,-4 3-136 0,4 8-220 16,-4 7 220-16,-1 11 48 0,2 12 164 16,-1 10-16-16,-4 5 12 0,0 12-36 15,-4 5-60-15,-4 5 20 0,0 3-124 0,1-2 56 16,-2-3-64-16,2-6-136 0,6-9 76 16,1-11-76-16,8-6 48 0,0-9-20 15,13-9 44-15,-2-8-32 0,10-2-76 16,-2-5 36-16,9-9-360 0,0-2-372 15,4-2-156-15,0-12-360 0,-4-2-588 16,-4 7-1141-16,0-13-1827 0</inkml:trace>
  <inkml:trace contextRef="#ctx0" brushRef="#br0">20646 8826 8656 0,'0'0'1100'0,"0"0"-724"16,0 0 296-16,0 0 537 0,0 0 131 15,0 0-32-15,0 0-336 0,0 0-340 16,0 0-120-16,0 0-76 0,40 25-200 0,-32-25-236 16,-4 0-40-16,0 0-244 0,-4 0-552 15,0 0-84-15,0 0-52 16,0 0-8-16,0 0-284 0,0 0-501 0,0 0-707 16,0 0-468-16,4-6-1868 0</inkml:trace>
  <inkml:trace contextRef="#ctx0" brushRef="#br0">20694 8763 8868 0,'0'0'1228'0,"0"0"-311"16,0 0-69-16,0 0 496 0,0 0 92 15,-39 73-152-15,30-45-328 0,-3 4-300 16,1-3-272-16,6-1-148 0,1-2-64 16,0-4-160-16,4-3-12 0,0-7-120 15,4-1-4-15,-4-9 0 0,9 2-188 0,-5-4-156 16,3 0-308-16,1-6-380 0,5-11-188 15,-6 8-1224-15,5-20-3501 0</inkml:trace>
  <inkml:trace contextRef="#ctx0" brushRef="#br0">20674 8497 13061 0,'0'0'2384'16,"0"0"-992"-16,0 0 12 0,0 0-432 15,0 0-272-15,0 0-104 16,0 0-472-16,0 0 72 0,0 0-196 0,112 34-104 15,-69-15-188-15,5-3-404 0,5 3-608 16,-6 0-532-16,-8-3-1372 16,6 9-4377-16</inkml:trace>
  <inkml:trace contextRef="#ctx0" brushRef="#br0">21256 8794 14841 0,'0'0'1412'0,"0"0"-876"16,0 0 208-16,0 0 0 0,0 0-200 15,0 0 204-15,-104 70 292 0,76-41-432 16,8 3-184-16,1-4-131 0,2-2-133 16,10-1-152-16,-1-3-4 0,8-3-4 0,0-2-84 15,0-5-121-15,12-6-39 16,8-3 100-16,8-3 44 0,8 0-92 16,3-9-284-16,1-3-172 0,4-5 24 0,-4 1 108 15,-5 4 84-15,-7-1 12 0,-7 3-12 16,-6 1 284-16,-6 6 148 15,-5 0 260-15,-1 3 332 0,-3 0 564 0,0 0-128 16,0 0-320-16,-3 0-236 0,3 0-155 16,0 0-97-16,0 0-184 0,0 0-36 0,0 0-180 15,11-4-53-15,1-2-35 0,12-7 84 16,8-9-68-16,7-3-200 0,6-4-160 16,-2-2 52-16,1-5 152 0,0-5 100 15,-5-6 76-15,6-7-28 0,-2-7-48 16,-2-6-164-16,-2-5-176 0,-3-2-140 15,0 2 32-15,-8 4 644 0,-8 12 112 0,-5 15 504 16,-6 15 436-16,-9 17 232 0,0 6-236 16,0 6-504-16,-5 13-260 15,-10 9 244-15,-2 13 208 0,-6 13 32 0,-5 9-36 16,0 7-23-16,-7 6-41 0,3 3-192 16,0 0-256-16,4 0-108 15,0-6-192-15,11-3 36 0,6-11-124 0,7-7-120 16,4-11 36-16,8-7 71 0,8-5-95 15,7-8-136-15,1-5-244 0,4-2-584 0,8-9-1060 16,-12-2-2420-16,16-7-4049 0</inkml:trace>
  <inkml:trace contextRef="#ctx0" brushRef="#br0">23527 8518 13921 0,'0'0'1872'0,"0"0"-1020"15,0 0-240-15,0 0-240 0,-84 20-172 16,52-2 60-16,-4 11 24 0,-3-1-12 15,3 4-52-15,8-1-220 0,0-1-48 0,12-2-76 16,4 1 124-16,12-1 196 0,0-2-48 16,8 0-12-16,12-1-4 0,4 3 28 15,12-3-60-15,7 4-52 0,6 0 0 0,2-1-48 16,5 1-4-16,-4-1-56 16,-5-2-64-16,-10 0 116 0,-10-4-100 15,-11-3-28-15,-8-4 88 0,-8 1 48 0,-8-3 208 16,-16-4 24-16,-8 1-172 0,-11-4-60 15,-5-3-72-15,0-3 24 0,-4-3-124 16,4-6-112-16,12-4-36 0,1 1-184 16,14-8-264-16,10 1-228 0,11-6-336 15,0-4-636-15,11 4-1281 0,21-20-3027 16</inkml:trace>
  <inkml:trace contextRef="#ctx0" brushRef="#br0">23845 8928 12537 0,'0'0'1684'0,"0"0"-48"15,32 69-344-15,-23-42-252 0,-1-6-460 16,-5-2-236-16,5-3-48 0,0-6-100 16,4-4 36-16,4 1 0 0,8-7 16 0,8 0-92 15,0-13-156-15,8-3-208 0,-4-3-184 16,3-4 40-16,-7 1 180 0,-4 0 60 16,-4 0 0-16,-8-3 40 0,-4 2 72 15,-12-2 44-15,-4-4-44 0,-8 3 8 16,-8 5 72-16,4-2 16 0,-8 11 64 15,0 5-148-15,1 7-12 0,-1 0-232 16,-4 7-76-16,4 2 88 0,8 4 72 0,0 0-148 16,4-1-52-16,0 2-432 0,8 0-536 15,-4 0-680-15,4-2-2185 16,-3 4-2207-16</inkml:trace>
  <inkml:trace contextRef="#ctx0" brushRef="#br0">24674 7928 900 0,'0'0'2764'0,"0"0"-964"16,0 0 604-16,0 0-628 0,0 0-303 0,0 0-241 15,0 0-96-15,0 0 576 0,-15 85-380 16,-2-30-448-16,-2 11-128 0,-5 4-4 0,0 2-16 16,-4 5 24-16,0-1-64 15,0-6-236-15,0 0-252 0,5-3-148 0,6-7-55 16,2-3-5-16,6-9-161 0,9-4-7 15,0-6-76-15,9-3 112 0,2-6-332 16,5-1-112-16,4-6-60 0,4 1-260 16,4-7-404-16,4-3-580 0,0-7-708 15,-8-4-2033-15,16-2-207 0</inkml:trace>
  <inkml:trace contextRef="#ctx0" brushRef="#br0">24833 8797 12473 0,'0'0'2124'15,"0"0"-1464"-15,0 0-308 0,0 0 264 0,-59 67 260 16,47-44 104-16,0-1-304 0,4-3-480 16,8-3-72-16,0-4-12 0,8-2 24 0,0-4-124 15,12-3 60-15,4-3-72 0,3 0-112 16,5-9-220-16,4-4-48 16,-4-2-16-16,-4-2 64 0,-4-1-4 0,0-5 76 15,-8 5-12-15,0-1 20 0,-1 2 240 16,-6 4 12-16,-5 4 176 15,-4 6 160-15,0 3 112 0,0 0 56 0,-4 3-208 0,-8 10-36 16,0-1 36-16,0 8 24 16,0-5 36-16,4-3-88 0,0-5-208 0,8 0-12 15,0-4-84-15,4-3 88 0,4 0-16 16,8 0-36-16,8-6-148 0,3-10-368 16,9-4-268-16,5-5-168 0,2-4-328 15,5-5-268-15,-4-4-756 0,-5 6-1833 16,17-25-403-16</inkml:trace>
  <inkml:trace contextRef="#ctx0" brushRef="#br0">25790 8071 12821 0,'0'0'1556'0,"0"0"-1216"0,0 0 352 16,-16 104 256-16,0-50 148 0,0 7 140 16,0 2-168-16,0 4-324 0,0 0-208 15,1-1-244-15,-2-2-292 0,2-1-24 16,6-5-180-16,1-8 32 0,4-6-144 0,4-5 24 15,8-7-152-15,5-10-68 0,-2-3 8 16,2-7-136-16,-9-2-44 16,3-7-172-16,-7-3-100 0,0-6 276 0,0-7-204 15,-11-9-160-15,-2-3 380 16,-7-4 548-16,1-7 116 0,-2 2 436 0,2-4 148 16,3-3-100-16,8-4 52 0,8 8-32 15,0-2-164-15,4 10 228 0,8 10 172 16,8 6 20-16,4 1-312 0,8 6-212 15,11-1-16-15,9 1-32 0,0 2-92 0,7 2-96 16,1-1-4-16,9 3-92 16,-6-4-140-16,1 2-260 0,0-2-424 0,-5 1-260 15,-7 0-296-15,-16-1-1520 0,4 1-2557 0</inkml:trace>
  <inkml:trace contextRef="#ctx0" brushRef="#br0">26451 8604 12089 0,'0'0'1928'0,"0"0"-476"15,-31 83-344-15,18-52 60 0,-2 4-292 0,-2-6-272 16,10-4-248-16,3-3-284 0,4-6 76 16,0 1 172-16,4-8-224 0,3 0-96 15,2 1-4-15,6-4-68 0,2-6-112 0,-2 0-100 16,5 0 4-16,1 0 36 16,-2-6-88-16,5-1 160 0,0-2 108 15,8-1-132-15,4-3-324 0,3-2-52 0,2-1 152 16,2 3 192-16,6 0 120 15,-10 4 108-15,-3 3 12 0,-8 6 36 0,-8 0 340 16,-5 3 84-16,-11 9 84 0,-4 1 36 16,0 0-36-16,0 3-212 0,-4-1-16 15,1 2-96-15,3-5-84 0,0-2-100 16,3-1-48-16,14-2 76 0,2-1 92 0,13-3-168 16,4-3-388-16,4 0-436 15,-4 0-108-15,-4 0-108 0,-8 0-428 0,-9 0-2400 16,-15 0-3981-16</inkml:trace>
  <inkml:trace contextRef="#ctx0" brushRef="#br0">16630 10696 14545 0,'0'0'1816'0,"0"0"-648"0,124 38-460 15,-53-28-32-15,13-7-48 0,11-3-16 16,5-13-260-16,0-12-192 0,0-8 0 0,3 0-16 16,-4-9-144-16,-2-2-60 0,-11-4-172 15,-2 1-392-15,-12-2-712 0,-9 5-260 16,-10 0-552-16,-22 12-1780 16,-6-18-2065-16</inkml:trace>
  <inkml:trace contextRef="#ctx0" brushRef="#br0">17498 9890 12881 0,'0'0'1276'16,"0"0"-872"-16,-24 95 0 0,24-41 576 0,5 13 12 15,3 9 76-15,0 10-192 0,-5 3-64 16,1 5-68-16,-4 8-148 0,0 3-168 16,-11 1-188-16,-1-2-128 0,0-6-63 15,-4-2-5-15,0-11-44 0,0-9-109 16,4-12-3-16,-4-4 40 0,4-12-36 15,0-4-88-15,4-9-120 0,-4-6-48 0,4-10-76 16,4-7 12-16,0-9 24 16,1-3-16-16,-1-3-208 0,4-12-252 0,0-11-720 15,4-12-92-15,11-16-836 0,1 10-365 16,28-45-1707-16</inkml:trace>
  <inkml:trace contextRef="#ctx0" brushRef="#br0">18065 10658 14041 0,'0'0'2144'0,"0"0"-856"0,35 76-436 16,-27-46 332-16,0 0-280 16,-4-6 32-16,-4-6-71 0,5-5-357 0,-2-7-216 15,5-3-208-15,8-3-76 0,0 0 0 16,8-7-8-16,4-12-256 0,4-2 28 16,-4-1-160-16,-1-3 108 0,-7-2-13 0,-3 2 29 15,-6 3 20-15,-7-3-12 16,-4 3-60-16,-8-1-4 0,-8 2 164 15,-12 4 156-15,-4 4 104 0,0 7-20 0,-3 6-84 16,-1 3-120-16,0 7-40 0,8 6-36 16,0-1 76-16,13 2-16 0,-2-5-160 15,14-2-120-15,3-5-1004 0,0 2-776 16,11 0-316-16,6-7-721 0,-6 0-767 0,21-10 76 16</inkml:trace>
  <inkml:trace contextRef="#ctx0" brushRef="#br0">18598 10481 11161 0,'0'0'2012'16,"0"0"-868"-16,0 0-360 0,104 82 284 0,-76-51-316 15,-4 4-256-15,-9 1 148 0,2-1 196 16,-14 2-248-16,1-2-264 0,-4 4-72 0,0-7-144 16,-7-4-64-16,-1-3-48 0,4-6 0 15,-5-6-8-15,5-7 8 0,4-6 208 16,-3 0 96-16,3-6-36 0,0-10-156 15,7-9-112-15,10-11-280 0,7-8 120 16,-1-4-36-16,9-2-96 0,0 3-368 16,4 3-40-16,0 4-4 0,0 6-112 15,-1 8-156-15,1 8-504 0,0-1-888 0,-8 9-2397 16,4 1-1807-16</inkml:trace>
  <inkml:trace contextRef="#ctx0" brushRef="#br0">20344 10582 12493 0,'0'0'1660'16,"0"0"-776"-16,0 0-532 0,-48-73 212 15,36 70 292-15,-8 6-84 0,-8 16-536 0,-4 10-76 16,-4 15 36-16,-3 6 152 15,-2 2 44-15,9-2-156 0,13-9 20 0,6-9-256 16,13-7-36-16,4-11-172 0,20-5 120 16,4-7 88-16,16-2 60 0,0-11 52 15,8-5-112-15,3-7-200 16,-3 1-268-16,-3 3 0 0,-10 10 220 0,-3 2 124 16,-4 10 12-16,-4 14 108 0,-4 8 4 15,0 12 348-15,-5 8-28 0,-2 6 0 0,-6 3-96 16,-3 3-40-16,-4-3-64 15,-4 0 28-15,0 3 36 0,-8-2 12 16,-7-2-48-16,-6-2 72 0,-3 4-60 0,-8-8-24 16,1-3-124-16,-5-3 24 0,-4-2-36 15,-4-8-60-15,4-8 60 0,1-7-16 16,7-10-104-16,0-6-16 0,8-10-48 16,4-15-304-16,12-13-164 0,8-16-52 0,4-16-364 15,20-13-816-15,0 16-1984 16,23-52-3125-16</inkml:trace>
  <inkml:trace contextRef="#ctx0" brushRef="#br0">20961 10578 12925 0,'0'0'1540'0,"0"0"-344"0,0 0 24 16,0 0 352-16,0 0-636 0,23 73-176 16,-18-59-128-16,-1-3-340 0,0-4-276 15,8-3 44-15,4-4 0 0,3 0 96 16,13-11-156-16,0-3-132 0,0-5-88 0,0-6-144 15,-4 1 36-15,-8-1 68 0,-4 3 64 16,-8 0 0-16,-8 0 112 0,0 0-184 16,-13-4 56-16,-6 3-80 0,-5 4-4 0,-4 10 296 15,-8 6 108-15,5 9 52 16,-5 13 148-16,0 17-24 0,4 5 96 0,-1 6-24 16,2 7 20-16,4 4 28 0,3 2-40 15,-1-6-132-15,9-4-76 0,12-11-108 16,4-8-48-16,4-12-44 0,12-6 36 15,12-10 8-15,8-3 0 0,7-13-180 16,2-5-368-16,7-8-344 0,-5-5-176 16,-2 2-312-16,-2-3-524 0,-3 0-728 0,-12 7-2197 15,3-13-231-15</inkml:trace>
  <inkml:trace contextRef="#ctx0" brushRef="#br0">21387 10399 6948 0,'0'0'4817'0,"0"0"-2661"16,0 0-828-16,0 0-280 0,0 0 484 0,9 101-544 15,-9-54-288-15,0 7-116 0,0-4 88 16,0-1-24-16,0-5-416 0,0-6-232 0,0-6-168 16,0-3-160-16,3-7 0 15,5-11 32-15,0 0-44 0,1-5-28 16,2-6-60-16,6-6 96 0,2-10 220 0,1-6-120 16,8-7 84-16,0-2-24 0,4-5 36 15,0-2 36-15,0-1-36 0,-1-1-48 16,-3 5-64-16,0 10 100 0,-8 6 148 15,-4 12 372-15,-8 7 208 0,-4 7 196 16,-4 12 44-16,0 6-196 0,0 6-308 0,-4 2 60 16,-4 2 0-16,-5-7-59 15,10 1-109-15,-1-8-208 0,4 0 0 0,0-2-108 16,0-7 48-16,0-3-40 0,11-2 16 16,2-4-61-16,-2-1-171 0,10-2-296 15,-1-5 212-15,3-2-76 0,1-2-128 16,0-3-168-16,4-2-232 0,-3 2-356 15,-2-2-316-15,5 2-132 0,0-4-725 0,0 3-1643 16,-4-2 204-16,0-1 2396 0,-5 3 1576 16,-2 3 2060-16,-6 3 860 0,2 5-24 15,-2 2-796-15,1 0-683 0,4 0-609 16,0 0-348-16,4 0-220 0,8 0-76 16,0-3 4-16,4-3 8 0,0-4-84 0,3-2-92 15,-3-7 12-15,0-1 116 0,-12-2-4 16,-4-1 144-16,-8 1 172 0,-8 3 480 15,-5 4 36-15,-6-1-272 0,-9 5-200 16,-3 3-288-16,-5 8-24 0,-4 3 16 16,0 9 156-16,0 11-76 0,-5 2-32 15,5 3-40-15,6 5 12 0,1-5 60 16,5-2 12-16,9-4-104 0,7-3-176 16,4-6-132-16,0-4 8 0,11-3 28 15,10-3-16-15,2-3-60 0,8 0-316 0,6-6-128 16,-5-6-224-16,4-1-88 15,-4 0-116-15,-1 1-456 0,-3 1-564 0,-3 3-1013 16,-10 1-1079-16,13-3 64 0</inkml:trace>
  <inkml:trace contextRef="#ctx0" brushRef="#br0">22610 10599 1528 0,'0'0'4560'0,"0"0"-2340"16,0 0-188-16,0 0-575 0,0 0-725 16,0 0-220-16,0 0-40 0,77 5-4 15,-70 9 192-15,-3-3 108 0,0 3-328 0,-4 1-264 16,0 3-124-16,4-4 24 0,-4-1 12 15,4-1 0-15,1-2 40 0,2-4-28 16,5 0-16-16,-4 1 80 0,8-7 48 16,-1 3 12-16,2-3-24 0,3 0-148 15,-5 0-52-15,6-3-172 0,-2 3-304 16,-3-3 4-16,0-1 68 0,0 4 100 16,-4-3-20-16,8 0 44 0,-3-3 120 15,-2-1 160-15,5-2 52 0,-1 0-52 0,6-4-620 16,-1 2-548-16,0 0-640 0,-9 4-1165 15,9 0-2391-15</inkml:trace>
  <inkml:trace contextRef="#ctx0" brushRef="#br0">23471 10804 8080 0,'0'0'9433'0,"0"0"-7841"0,0 0-48 16,0 0-159-16,0 0-269 0,0 0-404 15,0 0-712-15,0 0-216 0,0 0-340 16,0 0 108-16,0 0-220 0,8-19-425 0,-8 10-1003 16,0-1-2972-16,-16-3-6017 0</inkml:trace>
  <inkml:trace contextRef="#ctx0" brushRef="#br0">24762 10503 10676 0,'0'0'1585'0,"0"0"-961"15,0 0-252-15,-88-38 416 16,60 38 476-16,-4 18-116 0,-3 11-28 0,-5 16-192 16,1 16-32-16,-2 4 108 0,5 9-284 15,4-5-356-15,8-5-120 16,9-10-99-16,11-13-145 0,4-8-109 0,8-12-39 0,16-12 28 16,8-6 120-16,7-6 92 15,13-13-92-15,3-12-72 0,10-4-232 0,-10-3-160 16,1 1 28-16,-8-1 32 0,-12 3 144 15,0-3 52-15,-8 3-48 0,-4 0-52 16,-5 4 36-16,-6 6 100 0,-6 6 172 16,-3 10 248-16,-4 6 144 0,0 3 100 15,-8 12-212-15,-4 17-84 0,0 12 60 16,-3 17 40-16,-2 12 116 0,2 6 4 16,-1 11-64-16,4 1-123 0,-4 4-93 0,4 4-16 15,-4-3-120-15,0-5 0 0,4-7-44 16,0-9-28-16,8-11-88 15,0-13-157-15,4-10-59 0,0-6-12 0,4-13-16 16,0-6-108-16,4-6-160 0,0-8-376 16,0-2-552-16,4-12-364 0,8-10-352 15,-8 3-2113-15,12-32-691 0</inkml:trace>
  <inkml:trace contextRef="#ctx0" brushRef="#br0">25404 10476 12029 0,'0'0'2068'16,"0"0"-1132"-16,0 0-132 15,-17 81 364-15,2-37-224 0,-6 1-240 0,2 2-68 16,7-6-132-16,0-6-200 0,8-10-192 0,4-1-112 15,0-12-40-15,4-3 0 16,8-5 40-16,8-4 8 0,4-4-8 16,12-15-120-16,7-2-172 0,2-12-176 0,-2 1 0 15,0-2 52-15,-6 2-128 16,-5-4 20-16,-4 5 4 0,-1-4 96 0,-7 10-56 16,-3 2 440-16,-14 14 40 0,1 6 508 0,-4 3 548 15,-4 6-300-15,-4 13-188 16,-4 9-112-16,1 7-16 0,-6 3 12 15,6 1-36-15,-2-1-60 0,9-6-240 0,0-7-116 16,4 1-120-16,0-7-124 16,8-4-320-16,1-2-120 0,6-3-228 0,9-8-624 15,0-2-804-15,-4-5-1977 0,16-15-2079 0</inkml:trace>
  <inkml:trace contextRef="#ctx0" brushRef="#br0">26096 10566 11865 0,'0'0'2680'15,"0"0"-1044"-15,0 0-424 0,0 0-148 16,4 77-164-16,-4-49-92 0,-4 1-124 0,1-4-356 16,-5 0-328-16,4-9-112 0,0 0-312 15,0-4-272-15,4-5-100 0,0-4-240 16,0-3-844-16,0 0-1192 0,0-15-4093 16</inkml:trace>
  <inkml:trace contextRef="#ctx0" brushRef="#br0">26244 10264 13845 0,'0'0'1908'16,"0"0"-916"-16,0 0-292 0,0 0-464 15,0 0-164-15,0 0 236 0,0 0-308 0,88 32-24 16,-56-19-596-16,7-4-640 0,-2 4-48 16,-1-3-524-16,-8-4-3009 15,-1 6-2955-15</inkml:trace>
  <inkml:trace contextRef="#ctx0" brushRef="#br0">26774 9760 13805 0,'0'0'1456'0,"-20"86"-1016"0,8-26-228 16,-4 13 516-16,-4 12 144 0,1 4 56 15,2-3-116-15,-3-3-124 0,5-4-140 16,2-4-204-16,6-4-320 0,3-14-24 15,0-6-184-15,4-13 24 0,4-9-84 16,3-7 112-16,6-13 8 0,-2-3-192 16,1-1-336-16,1-5-272 0,-10-11-132 0,1-5-196 15,-4-6-768-15,0-3-2145 0,-7 3-551 16</inkml:trace>
  <inkml:trace contextRef="#ctx0" brushRef="#br0">26336 10331 3180 0,'0'0'8853'0,"0"0"-6317"0,0 0-988 15,0 0-284-15,0 0-420 0,0 0-400 16,0 0 220-16,99-6 300 0,-35 6-328 16,12 0-356-16,8-3-280 0,-1-7-176 0,1 1-116 15,-4-1-380-15,-9 0-232 0,-11 3-256 16,-4 2-332-16,-20 2-1208 16,-4 3-3341-16</inkml:trace>
  <inkml:trace contextRef="#ctx0" brushRef="#br0">27149 10388 13921 0,'0'0'1984'0,"0"0"-992"0,-5 95-396 16,-2-50-112-16,-9 3-100 0,0 0-100 0,0-10-76 16,-4-7-208-16,8-2-12 0,0-7-100 15,4 0-60-15,4-6-432 16,0-9-576-16,4-4-556 0,0-3-1384 0,8-10-3425 15</inkml:trace>
  <inkml:trace contextRef="#ctx0" brushRef="#br0">27097 10194 14013 0,'0'0'2128'0,"0"0"-1860"15,0 0-260-15,0 0 268 0,0 0-28 16,75 49-248-16,-43-30-176 0,5 0-920 0,2 0-520 15,-3-4-1120-15,16 4-3241 0</inkml:trace>
  <inkml:trace contextRef="#ctx0" brushRef="#br0">27670 10515 15029 0,'0'0'1932'0,"0"0"-1656"15,-83 73-176-15,51-43 520 0,4-2 156 16,4-6 292-16,13-7-444 0,7 2-464 15,4-8-152-15,11-3 76 0,13 1 112 0,12-4-136 16,8-3-60-16,8-7-268 0,4-2-160 16,-5-7-120-16,-3-1 44 0,0 6 12 15,0-5-76-15,-4 3-140 0,-5-3-36 16,5 0-148-16,-4 0-1056 0,-8 4-1913 0,16-7-1047 16</inkml:trace>
  <inkml:trace contextRef="#ctx0" brushRef="#br0">28778 10407 3252 0,'0'0'12597'0,"0"0"-10881"0,0 0-1148 0,0 0-96 16,0 0-472-16,-92-28-420 0,60 18-172 16,0 4-504-16,1 2-592 0,7-2-1164 0,-7 0-3937 15</inkml:trace>
  <inkml:trace contextRef="#ctx0" brushRef="#br0">26100 10239 6688 0,'0'0'4080'0,"0"0"-3203"0,0 0-69 15,0 0-28-15,0 0 364 0,0 0-276 16,0 0-412-16,0 0-328 0,0 0-128 16,0 0-224-16,0 0-356 0,17-13-368 0,-6 13-1020 15,2 0-1205-15,15-2-3007 0</inkml:trace>
  <inkml:trace contextRef="#ctx0" brushRef="#br0">26264 10683 10516 0,'0'0'1273'0,"0"0"-1233"0,0 0 76 16,0 0 344-16,0 0 420 0,-16 76 36 15,16-57-344-15,0 2-360 0,4-6-208 0,8-3-4 16,8-6 88-16,4-6-48 16,4 0-40-16,4-8-128 0,3-9-20 0,2-1-156 15,-1-5 176-15,-5 1 12 0,1-4 68 16,-4 4 48-16,-5 0-4 0,-2 3 4 15,-5 0 48-15,-1 1-32 0,-7 1 148 16,-4 8 128-16,1 2-204 0,-5 4 152 16,0 3-128-16,0 0 64 0,0 0 76 15,0 12-152-15,-5 5 76 0,-3 8 60 16,4 4-16-16,-7 2-184 0,2 1-36 0,5-1-192 16,-3-1-20-16,7-5-328 0,0-3-396 15,4 0-216-15,8-6-640 0,-4-3-1453 16,7 0-2619-16</inkml:trace>
  <inkml:trace contextRef="#ctx0" brushRef="#br0">28910 10531 2856 0,'0'0'2100'0,"0"0"-96"0,0 0-252 0,0 0-172 15,0 0-111-15,0 0-305 0,0 0 196 16,0 0-72-16,0 0-204 15,-64 76-288-15,76-63-264 0,4-4 0 0,4 1 8 0,4-6 172 16,8-4-28-16,7-11-244 16,5-3-184-16,8-12-148 0,7-3-108 0,1-9-168 15,0 0-272-15,0-3 124 0,-4-1-64 16,-13 1 24-16,-2 0 24 16,-13 2-36-16,-9-1 160 0,-6 1-100 0,-13 4 60 0,0 3 88 15,-9 4 120-15,-10 6 28 16,-2 9 24-16,1 7 112 0,-7 6 48 15,-1 8-168-15,-4 19 128 0,-4 10 136 16,0 11 16-16,0 10-12 0,0 5-76 0,5 7-12 16,-1 0-36-16,4-1-148 15,8-5 0-15,4-10-12 0,12-14-172 0,8-4-12 16,12-11 8-16,12-5 56 0,7-8-240 16,13-3-120-16,8-5-288 0,8-4-508 15,4-10-884-15,-16 2-2837 0,31-15-2371 0</inkml:trace>
  <inkml:trace contextRef="#ctx0" brushRef="#br0">30181 10300 12553 0,'0'0'1556'0,"-84"41"-720"0,40-10 120 16,-12 10 408-16,-3 8-360 0,6-2-264 0,6-6-140 15,15-6-196-15,8-2-220 16,16-15-184-16,5-3-308 0,6-4-8 15,9-5 192-15,12-3-24 0,8-3 136 0,11-13-60 16,6-9-212-16,3-1-144 16,-5-5-140-16,1-4 20 0,-4 4 188 0,-9-4 148 15,-3 4 88-15,-4-1-28 0,-7 4-96 16,-6 6 120-16,-6 6 128 0,-6 6 392 16,-3 7 44-16,0 7-40 0,-3 8-332 15,-1 11 280-15,-5 12-96 0,-2 10 36 0,3 5 24 16,-5 12 28-16,2 4-8 0,-2 7 4 15,-2 6-232-15,-2 4-16 0,-6 3-84 16,-1 4-8-16,-4-1 0 0,0 0-4 16,0-6-48-16,4-7-28 0,5-6-44 15,6-10-164-15,5-12 0 0,8-10-60 16,0-9-100-16,8-10 36 0,5-5-276 16,2-12-248-16,5-5-96 0,1 0-332 15,-2-8-968-15,13-22-2513 0</inkml:trace>
  <inkml:trace contextRef="#ctx0" brushRef="#br0">31041 10824 15545 0,'0'0'1852'0,"0"0"-884"16,0 0-144-16,0 0 560 0,0 0-388 15,0 0-327-15,0 0-561 0,0 0-108 16,0 0-388-16,0 0-169 0,12-6-235 0,-12 2-680 16,0 1-2448-1,0-9-6025-15</inkml:trace>
  <inkml:trace contextRef="#ctx0" brushRef="#br0">7988 13614 716 0</inkml:trace>
  <inkml:trace contextRef="#ctx0" brushRef="#br0">6992 14097 5396 0,'0'0'6845'16,"0"0"-5249"-16,0 0-128 0,0 0-396 0,0 0-324 15,0 0-116-15,0 0 72 0,4 80 24 16,3-36-200-16,-2 12 132 0,3 8-52 0,-4 9-132 15,0 10-148-15,0 9-159 0,-4 9-21 16,3 0-92-16,-3 5-52 16,0-7-8-16,0-5-56 0,4-7-88 15,-4-12-109-15,5-11-119 0,-1-17-12 0,0-8-76 16,4-14-160-16,-5-12-124 0,5-7-188 16,1-6-628-16,-1-19-728 0,-1-12-148 15,2 1-2405-15,-5-39-2174 0</inkml:trace>
  <inkml:trace contextRef="#ctx0" brushRef="#br0">6968 14005 7716 0,'0'0'6309'16,"0"0"-5333"-16,0 0-60 0,76-77 276 16,-40 52 232-16,7-1-700 0,5 4-308 15,5 0-144-15,1 3-88 16,2 7-124-16,0 5 0 0,-3 3-60 0,-6 8-92 15,-8 9 92-15,-2 6 0 0,-9 9 0 0,-13 4-84 16,-3 6 84-16,-12 7 52 0,0 6-52 16,-15 2-4-16,-10 5-56 0,-6-1 60 15,-9 0 8-15,-4 0-8 0,-4-2-72 16,-4-5-100-16,5-6-72 0,-1-6 0 16,1-3-140-16,6-9-120 0,5-7-12 15,4-3-344-15,4-11-240 0,8-1-616 16,5-4-748-16,3 0-1837 0,7-6-1431 15</inkml:trace>
  <inkml:trace contextRef="#ctx0" brushRef="#br0">8231 13849 15045 0,'0'0'1400'15,"0"0"-1240"-15,0 0 388 0,-100 41 320 0,61-12-460 16,-6 5-124-16,2 8-64 0,-5 3 76 16,4 2 60-16,9 5-36 0,3-5-76 15,4-3-136-15,11-3-108 0,10-5-88 0,7-8-120 16,4-3-196-16,16-2 244 0,4-1 152 16,8 0-40-16,4 0-40 15,3 0 80-15,6 4 8 0,-2-1-4 0,-4 0-56 16,2 0-16-16,-9 5 64 0,-9-2-64 15,-3 4 76-15,-8-1 12 16,-3 5-12-16,-9-1 124 0,0-1-112 0,-13 5 60 16,-2-4-72-16,-10 0-44 0,-3-1 44 15,-7 2 36-15,3-8-36 0,-4-6-160 16,1-3-36-16,7-10-200 0,0-9-184 0,7-3-176 16,10-19-408-16,-2-10-792 0,9 0-2373 15,4-44-2179-15</inkml:trace>
  <inkml:trace contextRef="#ctx0" brushRef="#br0">8761 13766 13329 0,'0'0'1940'0,"0"0"-908"0,0 0-72 16,12 74 280-16,-12-37-528 0,-4 11-272 0,-4 4-24 15,0 7-60-15,0 2-28 0,0 8-168 16,0 5-100-16,0 4 36 0,0 12-32 15,1 2-56-15,3 3-8 0,-1 0 0 16,5-6-8-16,0-9-28 0,0-14-4 0,12-5 40 16,4-17 428-16,4-6-356 15,0-9 184-15,4-7 473 0,3-4-405 0,5-1-272 16,0-8 68-16,5 0-108 0,-5-2-12 16,3-3-84-16,-3-1-524 0,0-3-569 15,-4 0 105-15,-5 3-388 0,-6-3-3884 16,-6 0-6681-16</inkml:trace>
  <inkml:trace contextRef="#ctx0" brushRef="#br0">9538 15065 5580 0,'0'0'8685'15,"0"0"-7461"-15,0 0-672 0,0 0-160 16,0 0 32-16,0 0-36 0,0 0 132 0,0 0-236 16,8 70-272-16,-4-39 76 0,-4 1-80 15,4 0 68-15,-4-7-64 0,4-1-12 16,-4-6-60-16,3-8-64 0,2-5-8 15,-1-1-32-15,-4-4-32 0,4 0 8 16,0-4 28-16,3-4 148 0,6-9 12 0,2-8 112 16,6-7-28-16,-2-7-72 0,5 2 52 15,0-1-52-15,-3 6-12 16,2 7-8-16,-3 9 0 0,-4 10-80 0,-4 2 88 16,0 8 284-16,-4 5 88 0,-4 10-100 15,0 3-72-15,0 0-92 0,-4 6-108 16,0-2-4-16,0 0-80 0,0-4-40 15,4 0-36-15,-1-6-76 0,1 0-220 0,5-7-356 16,-1 1-280-16,3-7-284 16,-2-3-944-16,6-6-2585 0</inkml:trace>
  <inkml:trace contextRef="#ctx0" brushRef="#br0">10566 13779 11169 0,'0'0'2468'15,"0"0"-1604"-15,0 0-432 0,-88 37 496 16,52-7 440-16,1 14-428 0,-5 10-260 16,0 10-68-16,4 9 40 0,4 4-164 15,8 5-28-15,5-4-140 0,6 6-152 0,9-5-168 16,4-2-48-16,0-5-48 0,17-9-100 15,2-5-316-15,13-13 0 0,8-14-4 16,4-12-120-16,8-10 120 0,4-9-228 16,4-9-400-16,-2-7-440 0,-13-3-1572 15,18-15-3909-15</inkml:trace>
  <inkml:trace contextRef="#ctx0" brushRef="#br0">10996 13979 1408 0,'0'0'5472'0,"0"0"-639"0,0 0-3361 15,0 0 12-15,80-26 608 16,-36 24-520-16,8-2-216 0,8 1-452 0,3-2-212 0,5-2 125 15,-1 0-441-15,-3 1-376 16,-4-1-208-16,-8 1-108 0,-5-1-269 16,-2 5-143-16,-14 2-92 0,-3 0-184 0,-12 0-1104 15,-12 6-1716-15,-4 0-869 16,-20 10-835-16</inkml:trace>
  <inkml:trace contextRef="#ctx0" brushRef="#br0">11303 14151 8824 0,'0'0'4225'15,"0"0"-3169"-15,-64 92-244 0,44-45 696 0,1 10 36 16,-2 10-448-16,5 0-276 0,1 3-196 16,7 3-100-16,-1-4-184 0,9 2-144 0,0-2-196 15,0-9-48-15,13-6-208 16,-2-15-292-16,6-17 48 0,7-9 60 0,-1-10-52 16,5-6-268-16,0-13-552 0,0-10-824 15,-8 5-2785-15,3-24-4567 0</inkml:trace>
  <inkml:trace contextRef="#ctx0" brushRef="#br0">11438 14166 6868 0,'0'0'6653'0,"0"0"-4917"16,0 0-1048-16,-12 99 116 0,5-52 552 16,3 11-136-16,0 2-352 15,-1 3-272-15,1 4-216 0,4-3-136 0,-4-4-196 16,1 3-48-16,-1-5-220 0,0-4-500 15,-5-6-220-15,5-4-340 0,1-6-848 16,-5-9-844-16,8-7-2369 0,-8-7-2167 16</inkml:trace>
  <inkml:trace contextRef="#ctx0" brushRef="#br0">11402 14718 5532 0,'0'0'10289'0,"0"0"-9009"0,0 0-1084 0,0 0 424 15,0 0 296-15,100 65-424 0,-64-62-384 16,4-3-108-16,7 0-172 0,5-9-440 16,0-2-588-16,1-1-1044 0,-14 2-448 15,17-2-1449-15</inkml:trace>
  <inkml:trace contextRef="#ctx0" brushRef="#br0">11997 14958 11761 0,'0'0'1700'0,"0"0"-1228"0,0 0 236 16,0 0 816-16,0 0-400 0,0 0-428 15,0 0-192-15,-84 14-96 0,67 5-64 0,-2 8 12 16,-1 4 48-16,-4 7 132 16,4 4-180-16,4-5-124 0,1-1-172 0,6-5-60 15,5-9-36-15,4-9-136 0,0-2-168 16,8-9 24-16,8-2 80 15,8-9 164-15,8-8-76 0,0-5-108 0,4-6 0 0,-5-5-4 16,1 8 16-16,-4 0 108 16,-7 10 128-16,-6 5 4 0,-7 10-40 15,-4 0 44-15,-4 12 488 0,0 14 184 0,-4 5-364 16,-4 11-152-16,0 5-68 16,1 5-28-16,-2 2-56 0,5 6-4 15,-4-2-12-15,4 4 0 0,-8-1 4 0,4 2 0 16,0 1-52-16,-4-4-52 0,0 3-84 15,1-3-148-15,-2-2-208 16,2-1 0-16,-6-3-312 0,6-4 20 0,3-1-424 16,0-8-492-16,3-13-1156 0,2-9-1805 15,3-15 649-15</inkml:trace>
  <inkml:trace contextRef="#ctx0" brushRef="#br0">12781 13758 7948 0,'0'0'8421'0,"0"0"-7289"16,0 0-1020-16,0 0 0 0,92-7 568 0,-60 16 428 16,-1 10-96-16,1 10-340 0,4 9-188 15,0 6 29-15,-4 10-125 16,-1 4-208-16,-6 5-84 0,-5 0 4 0,-5 4-88 0,-2 3-12 15,-2 0-84-15,-7 3-4 0,-4-4-20 16,0 1 48-16,-4 1-148 16,-7-2-204-16,-13-2-145 0,-8 0-27 0,-8-1-40 15,-8-2-304-15,-8-1-764 16,-4-5-1344-16,13-14-2713 0,-33 12-2559 16</inkml:trace>
  <inkml:trace contextRef="#ctx0" brushRef="#br0">15666 14516 9564 0,'0'0'5745'0,"0"0"-4673"0,0 0-488 0,79-7-148 0,-34 1 420 16,2-4 348-16,5 1-492 15,0-1-284-15,-5-2-184 0,2 2-112 0,-6-2-84 16,-3-1-40-16,0-3-8 0,-4-6-108 15,0-1-220-15,-1-4-332 0,-7-9-212 16,0 1-324-16,0-6-888 0,-8 3-2520 0,-4-4-2025 16,-5 14 2109-16</inkml:trace>
  <inkml:trace contextRef="#ctx0" brushRef="#br0">16239 13786 1788 0,'0'0'7456'0,"0"0"-6100"16,0 0-275-16,0 0 11 0,0 0 144 15,0 0 40-15,-88 25-332 0,73 4-268 16,3 5-192-16,4 11-48 0,0 6 8 16,4 6-36-16,0 6 44 0,4 7 4 0,0 0-76 15,4 7-124-15,-4 2-96 16,4-3-112-16,-4 3-48 0,4-6 0 16,0-3-48-16,-4-3-28 0,4-7 16 0,-4-6 0 15,4-3-88-15,0-6-60 0,0-4 36 16,0-6 4-16,0-7 32 0,0-3 0 15,-4-6 0-15,0-6 52 0,0-6-4 16,0-4-48-16,0 0-84 0,-8-3-152 16,-4-3-320-16,0-7-168 0,-4-5-244 0,4-8-224 15,0-6-596-15,8-5-1237 0,1 4-2011 16,3-23 1948-16</inkml:trace>
  <inkml:trace contextRef="#ctx0" brushRef="#br0">16559 14503 11129 0,'0'0'1796'0,"0"0"-472"0,0 0-148 16,0 0 240-16,31 67-212 0,-31-48-292 15,0 6-368-15,0-3-252 0,-8 1-156 16,0-5-136-16,-4 2-12 0,5-8-432 0,-2-5-452 16,1-5-352-16,1-2-720 0,3-2-2196 15,-1-7-2481-15</inkml:trace>
  <inkml:trace contextRef="#ctx0" brushRef="#br0">16582 14268 2844 0,'0'0'1852'0,"0"0"4493"16,0 0-5177-16,0 0 312 0,0 0 216 0,0 0-288 16,0 0-588-16,76 16-548 0,-64-13-272 15,0-3-224-15,0 0-644 16,-5 0-716-16,2 0-1608 0,-1 0-5421 0</inkml:trace>
  <inkml:trace contextRef="#ctx0" brushRef="#br0">16837 14503 5368 0,'0'0'1156'16,"0"0"4329"-16,0 0-3749 0,-8 76 196 0,8-57 32 15,-4 1-396-15,0-5-564 16,4-2-676-16,0-7-328 0,0 1-180 15,4-7-164-15,5 3 76 0,2-3 72 0,1 0-88 16,4-3-72-16,0-7-64 16,0 1-36-16,-1-4 60 0,2-3 76 0,-2 3 84 15,-2 4 84-15,-2-1 140 0,-3 3-64 16,1 5-32-16,-5 2 108 0,0 0 264 0,3 0 196 16,-3 7 72-16,1 2 0 15,-1 0 8-15,0 4-60 0,-4-3-100 0,4 2-100 16,-4-6-72-16,0 1-112 0,3-4-96 15,-3 0-120-15,0-3-88 0,4 0-308 0,4-6 88 16,1-7-16-16,6-6-268 0,1-3-520 16,9-9-1576-16,-10 5-2941 0,13-19-2123 15</inkml:trace>
  <inkml:trace contextRef="#ctx0" brushRef="#br0">17498 13808 4988 0,'0'0'836'0,"0"0"2576"0,0 0-2160 16,0 0 945-16,0 0-97 0,21 79-376 16,-17-41-344-16,-1 9-280 0,-3 11-220 15,4-1 0-15,0 3-16 0,-4 4-315 0,0-7-257 16,4 0-204-16,1-10-88 0,-1-1-148 16,-4-9-216-16,7-8-121 15,1-4 25-15,1-6 92 0,-1-6 40 0,3-1-76 0,-3-5-100 16,0-1-168-16,-4-2-492 0,-4-4-348 15,0 0-148-15,0-6 288 16,-7-5-140-16,-10 2 3 0,-3-7-31 0,-3 0-112 16,-9-3-440-16,-5 3 176 0,-2-2 624 15,-1 2 1292-15,4 3 780 16,5 4 1504-16,7 2 160 0,7 1 192 0,6 6-599 16,7 0-209-16,4 0-612 15,0 0-196-15,0 6 36 0,7 1-112 0,5-1-304 16,4 0-280-16,8-3-128 0,4-3-24 15,8 0-96-15,0-9-68 0,3-7-44 0,6-6-160 16,-6-1-480-16,5-2-308 0,0 0-640 16,-12 6-1360-16,11-7-3377 0</inkml:trace>
  <inkml:trace contextRef="#ctx0" brushRef="#br0">17893 14309 4608 0,'0'0'3976'0,"0"0"1481"0,0 0-4369 0,-8 89-184 16,8-63 608-16,0-4-16 15,0-3-356-15,4 0-580 0,8-6-356 0,0-3-204 16,8-8-96-16,0 1-64 0,4-3-144 16,-1 0-148-16,5-9-40 0,0-4-84 15,0-3-140-15,0-3-100 0,-4 0-108 16,-4-3 32-16,-4 6 212 0,-5-3 436 16,-6 4 244-16,-5-2 356 0,0 2 84 15,-8-1 152-15,-4 0 12 0,-4 3-56 0,0 3-164 16,5 4-96-16,-10 6 56 15,5 3-172-15,1 17-108 0,-6 4-28 0,2 9 224 16,3 5 120-16,-5 6 112 0,6-3 8 16,-2 1-60-16,10-5-172 0,-1-4-144 15,4-8-124-15,4-3-4 0,0-3-84 16,8-3-8-16,3-3-24 0,6-4-76 16,2-2-48-16,5-7-224 0,0 0-244 0,8-4-336 15,0-5-772-15,8-7-2344 0,-9 7-2697 16,22-10 1981-16</inkml:trace>
  <inkml:trace contextRef="#ctx0" brushRef="#br0">19566 14512 6384 0,'0'0'2092'15,"0"0"1849"-15,0 0-2653 16,0 0-348-16,0 0-44 0,-103-53 36 0,67 53 124 0,-8 15-252 15,0 14-200-15,1 7-100 16,-1 8 328-16,8 3 84 0,0 0-368 16,12-6-307-16,8-5-241 0,8-13-12 0,4-11-157 15,4-5-183-15,12-7-100 16,8-5 232-16,8-9-32 0,4-5 252 16,3-10 0-16,1-3-144 0,1 3-40 0,-5 1 60 15,-4 2 116-15,-9 10-52 0,1 9-100 0,-4 5 0 16,-4 4 52-16,0 15 108 15,-1 8 0-15,6 10 136 0,-10 6 20 16,10 10 28-16,-6 3-12 0,10 4 12 0,-6 2-24 16,2-1 20-16,-2 2-92 15,-6 3-16-15,-9-1 48 0,0 1-8 16,-9 0 20-16,-3-5-60 0,-4-1-20 0,-3-3-52 16,-2-5 0-16,-3-13 0 15,5-1 48-15,3-17-36 0,0-7 36 0,4-8-48 16,0-4-72-16,0-16-244 0,4-14-160 15,0-7 84-15,0-17 52 0,8-6-288 0,0-14-232 16,0-5-804-16,8-6-1232 0,-4 18-3085 16</inkml:trace>
  <inkml:trace contextRef="#ctx0" brushRef="#br0">19781 14560 5652 0,'0'0'1432'16,"0"0"4413"-16,0 0-3977 0,0 0-316 15,0 0-24-15,0 0-308 0,0 0-496 16,0 0-404-16,77 67-224 0,-70-61-96 16,-3 1-8-16,4-1-76 0,-3 0-124 0,-1-3-172 15,-1 4-136-15,-3-1-24 0,4 0-28 16,-4 1 20-16,0-4-24 0,4 0 112 16,-4-3 204-16,4 0 144 0,0-3 112 15,4-7 264-15,8-5-80 0,0-4-144 0,7-7-40 16,2 1-188-16,6-4-316 0,-3 4-204 15,4 2-504-15,0 8-640 0,-8 8-393 16,0 4 549-16,-4 3 668 0,-4 10 224 16,-8 5 804-16,-4 1 12 0,-1 7 1236 0,-3-2 592 15,0-2 21-15,0 1-257 16,0-1-228-16,0-6-228 0,0-1-152 16,0-5-172-16,0-4-228 0,0 0-188 0,9-3-148 15,3 0 12-15,-1-6-272 0,6-7-64 16,3-6-208-16,3 0-144 15,-3-3-20-15,-3 3 52 0,2-4 72 0,-6 8 148 16,-6 1 124-16,-3 5 40 0,-4 3 112 16,0 0 100-16,-4 6-100 15,-8 0 76-15,4 3 72 0,-7 9-252 0,2 4 204 0,2 3 8 16,-1 4 16-16,3-2-76 16,5 2-160-16,1-1-36 0,3-9-212 15,0 0-112-15,11-7 28 0,6-6-44 0,7-3-72 16,-1-7-32-16,10-9-296 0,-2-3-492 15,5-1-812-15,-4-2-681 0,0 3-159 16,0 3 116-16,-8 6 1308 0,-1 8 1496 16,-7 1 560-16,-4 4 1500 0,-3 4-56 15,-5 5 708-15,-1 3-15 0,1 4-389 16,-4 0-516-16,0 1-392 0,0-5-228 0,4 1-152 16,-4-1-100-16,4-5-424 15,0-4-384-15,0-3-112 0,4 0-4 0,4 0 0 16,-1-3-96-16,10-7-104 0,-5-3-140 15,3-2-8-15,2-2-112 0,-1-2-88 16,-5 4-64-16,2-1-28 0,-2 0 76 16,-2 0 108-16,-5 3 160 0,-1 4 112 15,-3 2 88-15,0 4 100 0,0 0 140 0,-4 3 236 16,0 0 60-16,0 3-40 0,0 4-196 16,0-1-28-16,0 3-84 0,0 1-80 15,0-1 4-15,0 5 84 0,0-9 28 16,5 5-48-16,-5-4-76 0,4 1-48 15,-4-1-140-15,0-3-84 0,3 0 24 16,1-3-36-16,0 0-164 0,4 0-12 0,1 0-160 16,2-6-968-16,1 0-608 0,-4-1-5 15,4 4 945-15,-4 0 1192 16,0 3 64-16,0 0 660 0,-4 6 656 0,0 7 473 0,-4 6 139 16,0 7-352-16,0 2-160 15,0 7-440-15,4 6-136 0,-1 1 80 16,1 3-408-16,1 5-96 0,-1 7 56 15,-4 0 417-15,0 10-393 0,-4 4-204 16,-5 1-148-16,-2 4-48 16,-1-3-48-16,0-3-48 0,0-10 0 0,3-9-184 0,2-13-168 15,3-9-228-15,4-11-113 0,0-5-51 16,0-9 172-16,4-4-40 0,3-10-372 16,6-5-400-16,2-10-688 0,2-11-236 15,3-6-433-15,-4-5-1395 0,0-3-656 0,-4-8 4312 16,-5 13 348-16,-3-24-404 0</inkml:trace>
  <inkml:trace contextRef="#ctx0" brushRef="#br0">21057 14760 1096 0,'0'0'548'0,"0"-105"-484"16,0 48 28-16,11-2 508 0,6 7-168 15,6 14-224-15,5 13 24 0,8 9-72 16,4 10 4412-16,-4 2-1908 0,0 4-823 0,-1 4-313 16,-3 5-388-16,-8 4 32 15,0 3 8-15,-8 3-288 0,-4-1-424 0,-8 2-208 16,-4-1-88-16,0 4-76 0,-7-2-84 15,-10 2 0-15,-3 2 0 0,-3-3 40 16,-9 3-52-16,-5 1 0 0,-2 0-184 16,-1-8-100-16,-4-2-12 0,4-3-12 15,4-3-224-15,5-10-660 0,3 0-1304 16,7 0-3157-16,6-17-1899 0</inkml:trace>
  <inkml:trace contextRef="#ctx0" brushRef="#br0">22356 14541 2540 0,'0'0'10433'0,"0"0"-8477"16,0 0-360-16,0 0-560 16,52 83-48-16,-48-48-40 0,-1-1-240 0,-3-5-184 15,0-4-316-15,8-6-196 0,4-8 0 16,8-9 44-16,16-2-56 0,4-13-412 0,11-9-76 15,5-6-296-15,-4-4-104 0,0-3-40 16,-8 4-28-16,-8 4 12 16,-8 6-52-16,-8 2-8 0,-12 7 60 0,-8 1 356 15,0 1 588-15,-17 8 984 0,-2-2-16 16,-9 4-68-16,-4 0-72 16,0 6-44-16,4 8-152 0,-4 5-220 0,8 0-188 15,0-3-112-15,9 0-112 0,2-7-388 16,5 1-844-16,8-4-1064 0,4-6-3241 15,13 0-1103-15,6 0 4805 0</inkml:trace>
  <inkml:trace contextRef="#ctx0" brushRef="#br0">22794 14591 88 0,'0'0'2400'0,"91"-2"1752"0,-42 4 649 15,-2 5-2217-15,1-3-916 0,-1-4-588 0,-2 0-336 16,-2-13-248-16,2-4-496 0,-2-8-184 16,5-6-912-16,-4-4-740 15,-1-3-2565-15,-6 9-3927 0,2-15 7768 0</inkml:trace>
  <inkml:trace contextRef="#ctx0" brushRef="#br0">23228 14227 4136 0,'0'0'1172'15,"0"0"5505"-15,-44 85-4825 0,41-44-460 16,-1 14 104-16,4 5-56 0,0 7-96 16,0 6-308-16,-5 6-304 0,1 4-232 0,-4-1-111 15,1 4-85-15,-1-3-160 16,3-4 172-16,1-7-228 0,0-4-88 15,-3-11-256-15,7-3-276 0,-4-7-149 0,4-2 49 16,4-4 96-16,-1-6-260 16,5-6-176-16,1-4-200 0,-1-7-256 0,-5-7-284 15,1-5-728-15,-4-6-1721 0,-4 0-807 16,-3-3 3480-16,-10-19 548 0</inkml:trace>
  <inkml:trace contextRef="#ctx0" brushRef="#br0">24730 13884 6492 0,'0'0'5749'15,"0"0"-3861"-15,0 0-144 0,92 55-556 16,-60-15-196-16,-8 11 44 0,-9 13-152 0,-2 6-248 16,-13 2-212-16,0 4-84 15,-9-2-96-15,-3-5-36 0,1-2-75 16,-2-3-45-16,-2-4-80 0,2-2-4 0,2-11-4 16,-1-2-8-16,7-14 4 15,5-6 4-15,0-9 108 0,13-5-60 0,6-6-24 16,9-5-24-16,9 0-80 0,2 0 80 15,9-5 8-15,-4 0 52 16,3 3-60-16,-6-5-120 0,-2 1-124 0,1-1-473 16,-4-5-127-16,0-7-84 0,0 0-552 15,-4-6-1576-15,0-5-3653 0,-8 8-1179 16,8-13 7716-16</inkml:trace>
  <inkml:trace contextRef="#ctx0" brushRef="#br0">25555 14430 7736 0,'0'0'5641'0,"0"0"-3741"15,0 0-656-15,0 0-432 0,-4 88-144 16,0-48 232-16,-4 4 80 0,-4-3-220 16,8 3-188-16,-3-9-220 0,2-3-180 15,5-9-172-15,0-9-268 0,0-7-476 0,5-3-380 16,-2-8-68-16,9-8-656 0,0-8-2728 16,-4 1-4005-16,4-14 6089 0</inkml:trace>
  <inkml:trace contextRef="#ctx0" brushRef="#br0">25598 14151 248 0,'0'0'10064'0,"0"0"-5631"0,0 0-3385 0,0 0 380 0,0 0 104 16,0 0-268-16,0 0-496 16,92 35-436-16,-68-35-332 0,4 0-268 0,4-7-160 15,-4 0-220-15,8-5-420 0,-1 3-1052 16,1-1-3444-16,-8 4-4229 0,4 3 9073 0</inkml:trace>
  <inkml:trace contextRef="#ctx0" brushRef="#br0">26013 14595 7008 0,'0'0'8877'0,"0"0"-7201"16,0 0-848-16,-16 67 44 0,24-61 0 15,12-6-420-15,8-3-356 16,12-13-96-16,8-6-84 0,3-7-160 15,5-5-184-15,0-2-76 0,-4-2-24 0,-5 3 0 16,-10 7 68-16,-5-1 76 0,-17 3 64 16,-7 7 68-16,-8 1 252 0,-8 1 0 15,-12 8 64-15,-7 7 532 0,-6 2-200 16,-3 9-76-16,-3 14 52 0,-1 8 68 0,0 7-56 16,4 6-44-16,0 7-108 0,4-1-60 15,1 8-72-15,3-4-40 16,7-3-60-16,6-3-140 0,11-14-188 0,4-2-212 15,16-10-72-15,8-2-216 0,7-5-52 16,9-5 156-16,4 0-600 0,4-10-3645 16,-12 0-2523-16,16-7 6368 0</inkml:trace>
  <inkml:trace contextRef="#ctx0" brushRef="#br0">27391 13909 560 0,'0'0'8172'0,"0"0"-5767"0,0 0-377 0,0 0-340 16,-7 112-76-16,-5-46-84 16,-4 13-420-16,-4 7-52 0,0 3-116 15,4 0-236-15,0-3-207 0,5 0-265 0,2-11-232 16,9-1-140-16,4-14-284 0,16-16 11 16,16-12 145-16,12-12-268 0,3-14-36 15,1-6-188-15,4-13-596 0,-9-8-1316 16,-2-6-3329-16,-17 5-3386 0</inkml:trace>
  <inkml:trace contextRef="#ctx0" brushRef="#br0">27189 14452 4592 0,'0'0'9669'0,"0"0"-7841"0,0 0-712 0,0 0-212 16,0 0 168-16,0 0-204 15,0 0-244-15,75 64-248 0,-15-58-72 0,3-3-304 0,5-3-120 16,0-13-308-16,-4-6-168 0,0 0-16 15,-4 0-284-15,-1 0-564 16,-11 1-1468-16,0-2-3069 0,-16 8-1247 0,0-2 6476 16</inkml:trace>
  <inkml:trace contextRef="#ctx0" brushRef="#br0">27922 14440 5896 0,'0'0'2196'16,"0"0"3869"-16,-48 78-4729 0,27-43-340 0,6 1 384 15,-1 5 196-15,4-6-328 16,4 0-468-16,4-6-391 0,4-7-269 15,0-3-116-15,12-10-4 0,4 1-120 0,4-8-137 16,4-2-119-16,0 0 12 0,8-8-28 16,0-5-60-16,-4-3 96 15,0 1 28-15,-5-2-40 0,-3 9 72 0,-4 1 148 16,-8 7 148-16,0 0 108 0,-4 9 228 16,-4 10 80-16,0 4 12 0,0 5-148 15,-4 4 16-15,0-1 20 0,0 7-60 0,0 0 0 16,-4 3 0-16,0 1 48 15,-4 5-35-15,-8 5-53 0,0-1-96 0,-3-1-108 16,-5 4 64-16,0-7-28 0,-4-2-36 16,4-8-12-16,-4-1-56 0,4-8-128 15,4-4-20-15,0-10 44 0,4-3-121 0,8-11-179 16,0-4-136-16,8-15-128 16,4-7-184-16,0-11-624 0,12-11-1136 15,8-10-2353-15,1 14-2079 0,18-38 5312 0</inkml:trace>
  <inkml:trace contextRef="#ctx0" brushRef="#br0">28483 14693 4256 0,'0'0'8509'0,"-3"84"-6097"16,-6-40-904-16,-3 9-144 0,-8 11 212 0,1 3-172 15,-1 2-391-15,-5 1-349 0,2-6-144 16,-1 0-228-16,0-7-292 0,-4-3-208 15,4-10-252-15,-4-3-204 0,5-5-77 16,2-7-3-16,6-8-124 0,3-9-52 16,4-5-204-16,8-7-572 0,0-3-908 0,4-9-1261 15,7-13 1177-15,6-8-592 16,7-5 892-16,4-13 1488 0,7-6 892 0,5-10-188 16,0-9 196-16,0 0 1828 0,0-4-1152 15,-5 4-492-15,1 6 792 0,0 13 132 16,-8 13-12-16,0 15 852 0,-8 10 36 15,0 10 37-15,-4 9-513 0,0 0-236 16,3 7 8-16,-6 7-200 0,2 5-348 16,-7 1-128-16,5 6 24 0,-13-1 120 0,0-3-296 15,0 3-196-15,-8-2-84 16,-1-4-112-16,-2 0-60 0,-6 0-92 0,2-3-224 16,-2-3-76-16,-2-1-36 15,7-2-164-15,4-7-8 0,4 0 80 16,4-3-28-16,4-3-200 0,7-3-484 0,14-4-236 0,-1-3-588 15,7 1-617-15,5-1-623 16,-4 1 612-16,4 1 1756 0,-1 3 928 16,-2-3 536-16,-1 2-172 0,-5 3 236 0,-3-4 288 15,0 4-240-15,-7 3-36 16,-2-1 0-16,5 2-364 0,0-1-240 16,0-1 96-16,4 4 572 0,4-3 220 0,0 3-236 15,8-7-180-15,-1 1-92 0,1-4 40 0,9-2-120 16,-6-4-308-1,1-6-256-15,-5-4-832 0,-3 0-80 0,-12 5 196 16,-4-5 892-16,-7 8 80 0,-9 4 936 0,-9 8 1188 16,-10 6 653-16,-5 0-633 15,-8 10 164-15,0 9-420 0,-8 0-628 0,8 4-356 16,1-2-311-16,6 2-337 0,9-1-244 16,8-6-12-16,8-1-156 0,0 2 8 15,21-5-69-15,10 1 9 0,13-1 64 16,12-2 88-16,8 0 56 0,3-4 0 15,1-3-64-15,-9-3-396 0,-3 0-420 0,-4-6-1040 16,-12-1-4252-16,8-2-5313 0</inkml:trace>
  <inkml:trace contextRef="#ctx0" brushRef="#br0">30137 14879 940 0,'0'0'14501'16,"0"0"-12437"-16,0 0-1012 0,0 0-20 0,0 0-1032 15,0 0-1452-15,-80-17-1220 16,60 1-3101-16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cm"/>
          <inkml:channel name="T" type="integer" max="2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cm"/>
          <inkml:channelProperty channel="T" name="resolution" value="1" units="1/dev"/>
        </inkml:channelProperties>
      </inkml:inkSource>
      <inkml:timestamp xml:id="ts0" timeString="2023-07-06T02:36:37"/>
    </inkml:context>
    <inkml:brush xml:id="br0">
      <inkml:brushProperty name="width" value="0.05292" units="cm"/>
      <inkml:brushProperty name="height" value="0.05292" units="cm"/>
      <inkml:brushProperty name="color" value="#7030a0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5207 8004 5368 0,'0'0'6797'0,"0"0"-5189"16,0 0-240-16,0 0-156 0,0 0 168 0,0 0-84 15,0 0-304-15,0 0-344 0,0 0-272 16,43 13 16-16,-15-6 289 0,9-2-149 16,6-2-204-16,10-3-76 0,1 0-96 15,2-3-68-15,-3-7-28 0,3-2-60 16,-5-4-72-16,1-3-88 0,-4-6-236 16,-1 3-176-16,-2 0-133 0,-10-1-183 15,1 7-224-15,-8 1-1108 0,-8 2-2936 0,-8 3-4185 16,-4-3 6430-16</inkml:trace>
  <inkml:trace contextRef="#ctx0" brushRef="#br0">5745 7308 10496 0,'0'0'2785'0,"0"0"-2069"15,0 0-312-15,0 0 240 0,-87 9 412 0,66 2-40 16,6-3-224-16,2 6-124 0,6 2-152 15,-6 6-148-15,5 3-48 16,4 11-88-16,-3 4-36 0,-1 12-100 0,3 4 52 16,-3 8-36-16,8 3-100 0,0 2 72 15,0 5-72-15,4 2 120 0,9 1-92 0,-2 0 44 16,10 0-132-16,3 0 96 0,-5-7-12 16,9-4-32-16,0-2-4 15,0-7-60-15,0-3-24 0,-4 0 44 0,-1-6 40 16,-6-4 88-16,-2 0-76 0,2 1 72 15,-10-8 52-15,-3 1-4 16,0-2-72-16,-4-4 28 0,0-4 32 0,-4-3-12 16,0-5 4-16,-3-5 9 0,-5-2 35 15,-1-7 28-15,-2-2 192 0,-5-4 0 16,-4 0-244-16,-8-10-132 0,0-3-96 0,-4-2 36 16,1-5 48-16,-1 2-52 15,4-1-44-15,4 0 0 0,4-1-112 0,0 2-128 16,8 2-45-16,4 0 89 0,0 2 12 15,4 2 12-15,4-1-12 0,0 1-136 0,0-1-120 16,4 0-68-16,-4 1-72 16,4 2-316-16,0-2-688 0,0-1-1124 0,0 0-2853 15,4 4-499-15,8-8 5388 0</inkml:trace>
  <inkml:trace contextRef="#ctx0" brushRef="#br0">7211 7703 508 0,'0'0'2896'16,"0"0"2344"-16,0 0-4452 0,0 0-168 16,0 0-36-16,0 0 433 0,-24-74 135 15,20 64 48-15,-4 1-288 0,4 3-132 16,-3-4-12-16,-6 7-20 0,2-3-128 15,-2 6-236-15,-2 0-152 0,-2 0-8 0,-2 12-164 16,-5 4-56-16,-4 9 36 0,0 8-32 16,0 11 60-16,4 7 80 0,1 2-16 0,2 8 40 15,10 6 40-15,-2-4-28 16,9 3-40-16,4-1-44 0,0-5-4 16,0-6-20-16,13-10 20 0,-5-9 0 0,7-6-8 15,1-10-76-15,0-7-8 16,4-5 0-16,0-7 4 0,0 0-4 15,4-7-4-15,0-5-72 0,-5-7-356 0,1-3-320 16,1-1-116-16,-6-2-188 0,-6 0-488 16,-5 0-1300-16,0 6-3717 15,-12-11 361-15</inkml:trace>
  <inkml:trace contextRef="#ctx0" brushRef="#br0">6880 8122 4244 0,'0'0'10317'0,"0"0"-9157"15,0 0-1160-15,0 0 0 0,0 0 0 0,0 0 668 16,0 0 128-16,0 0-124 0,0 0-92 16,84 12-160-16,-52-21-188 0,0-5-120 15,3-1-112-15,-3-1-40 0,5 0-120 0,-1 1-172 16,3-5-212-16,-3 4-112 0,3 0-264 16,2 1-896-16,-2-1-1296 15,-11 3-3693-15</inkml:trace>
  <inkml:trace contextRef="#ctx0" brushRef="#br0">7749 7560 7948 0,'0'0'8421'15,"0"0"-7537"-15,0 0-884 0,0 0 0 16,96-26 436-16,-60 16 56 0,-1 4-132 15,5-1-268-15,-3-1-92 0,2 1-4 16,1-3-80-16,-5 2-200 0,1-3-436 16,-4 1-312-16,1 2-328 0,-10-5-1116 15,-3 3-3025-15,-8 1-1043 0,-12-1 6308 0</inkml:trace>
  <inkml:trace contextRef="#ctx0" brushRef="#br0">7896 7728 1188 0,'0'0'11293'0,"-8"85"-9065"16,8-46-1360-16,8 8-476 0,5 10 272 0,-2 0 656 15,2 1-284-15,-6-1-336 0,1 3-260 16,0-5-220-16,1-5-172 0,-2-2-48 16,1-4-4-16,-4-5-120 0,0-12 28 15,1-2-64-15,-2-8-24 0,1-4-144 0,0-7-152 16,-4-6-160-16,4 0-228 0,-4 0-532 15,0-13-856-15,0-3-2905 0,0 4-1951 16,-8-27 6732-16</inkml:trace>
  <inkml:trace contextRef="#ctx0" brushRef="#br0">7896 7982 1228 0,'0'0'11249'0,"0"0"-10177"16,0 0-1072-16,0 0-712 0,0 0 712 15,0 0 216-15,0 0 804 0,0 0-24 16,0 0-128-16,13 69-148 0,-6-63-76 16,10 1-148-16,2-3-196 0,1-1-80 15,1 0-20-15,2-3 32 0,1 0-84 16,4 0-36-16,-4-3 8 0,8-7-76 0,0 0-44 16,-1 2-76-16,1-6 64 15,0-2-172-15,-4 4-88 0,0-1-132 16,-5-3-180-16,-3 4-184 0,1 2-188 0,-10 1-164 15,2 4-276-15,-5 0-908 0,-5 2-2445 16,-3 3-963-16,0-3 5476 0</inkml:trace>
  <inkml:trace contextRef="#ctx0" brushRef="#br0">8614 7728 9608 0,'0'0'6333'16,"0"0"-5901"-16,0 0-420 16,79-29-12-16,-47 16-88 0,0-2-140 0,-4 1-236 15,-4 2-156-15,-8-1-36 0,-4 0-144 16,-1 1-440-16,2-4-533 0,-5 3-1063 16,-1-2-1556-16,-7 5 2684 0,0 0 1068 0</inkml:trace>
  <inkml:trace contextRef="#ctx0" brushRef="#br0">8753 7624 3168 0,'0'0'876'16,"0"0"4712"-16,0 75-4620 0,0-40-183 0,0 6-141 15,0 8 200-15,4-2 264 0,0 0-68 16,-4 4-84-16,8-1-292 0,-4 2-28 16,0-5-52-16,4-5-76 0,-1-8-252 0,6-4-68 15,-5-11-80-15,8-7-100 16,-4 1 52-16,-1-5-60 0,6-4-4 0,-2-4 4 15,-2 0-76-15,2-4 16 0,1-1-136 16,-4-9-252-16,1 0-156 0,-2-10-280 16,1-1-396-16,-7 0-876 0,-2-3-3349 15,1 5-1743-15,-4-12 7168 0</inkml:trace>
  <inkml:trace contextRef="#ctx0" brushRef="#br0">9239 7753 13241 0,'0'0'2304'0,"0"0"-1160"0,0 0-596 16,84 60-76-16,-56-37 468 0,0 2 212 15,-5-3-396-15,1 1-412 0,-3-11-252 16,3 1-92-16,-5-3-84 0,1-4-296 0,0-3-388 16,0-3-188-16,0-3-132 15,-1-13-688-15,2-7-1288 0,-5-2-3237 0,-4 3 557 16,-1-20 4948-16</inkml:trace>
  <inkml:trace contextRef="#ctx0" brushRef="#br0">9558 7607 8352 0,'0'0'7017'0,"-36"76"-6133"0,12-31-672 0,1 9-212 16,-9 9 248-16,0 0 460 15,0 4 480-15,-1-4-340 0,-3-2-432 0,9-7-280 16,3-10-136-16,4-5-156 0,4-14-444 15,4-10-188-15,4-15-324 16,8-5-504-16,0-17-2268 0,0-1-3181 0,12-31 2777 16</inkml:trace>
  <inkml:trace contextRef="#ctx0" brushRef="#br0">9801 7369 2584 0,'0'0'9625'0,"0"0"-7685"15,0 0-1624-15,0 0-304 0,0 0 88 0,0 0 444 16,0 0-52-16,84-54-92 16,-64 47-196-16,-1 5-128 0,5-1-76 15,4 3-128-15,0 3 0 0,0 2 56 0,0 8 72 16,0 4 148-16,-5-2 44 16,5 1 120-16,-4 0 24 0,-3 3 0 0,2 0-148 15,-7 0-16-15,0 0-8 0,0 3 8 0,-4 7-12 16,0-1 52-16,0 7 32 15,-4 4-72-15,4 5-108 0,0 3 96 16,-5 5-76-16,6 5 164 0,-2-3 400 0,-7 0-24 16,0-7-444-16,1-6-168 15,-5-3 64-15,0-6-76 0,0-4-64 16,0-3-32-16,0-1-48 0,-5-6-16 0,-3 1 24 16,1-6-72-16,-5 3-220 0,-8-4-248 15,-8 1-184-15,0 0-96 0,-12-1-208 16,-8 5-628-16,-8-4-2081 0,13-4-3179 15,-37 7 5656-15</inkml:trace>
  <inkml:trace contextRef="#ctx0" brushRef="#br0">4454 8122 13253 0,'0'0'2656'0,"0"0"-1540"16,0 0-828-16,0 0 268 0,0 0 664 0,0 0-252 16,0 0-404-16,0 0-552 15,0 0-12-15,0 0 0 0,-20 0 24 16,48 3 172-16,8 0-4 0,3 0-56 0,2-3-28 16,-5 0-60-16,3 0-48 0,-3-6-4 15,-4-4-152-15,-1 1-284 0,-3-1-328 0,0 0-80 16,-7 0-100-16,-10 5-652 0,-3 2-1140 15,-8-1-2601-15,0 1-1587 0,-19 3 6408 16</inkml:trace>
  <inkml:trace contextRef="#ctx0" brushRef="#br0">4482 8251 1356 0,'0'0'9480'0,"0"0"-7615"0,0 0-733 16,0 0 148-16,-33 74-84 0,42-68 12 15,10-3-44-15,9-3-256 0,0 0-212 16,13-3-280-16,-1-10-136 0,-5-4-208 0,5-1-72 15,0-4-340-15,-4-1-320 16,0 2-404-16,-8-2-444 0,-4 4-1112 0,-9-6-3637 16</inkml:trace>
  <inkml:trace contextRef="#ctx0" brushRef="#br0">4673 7878 6884 0,'0'0'4593'0,"0"0"-3593"0,0 0-488 16,0 69 316-16,0-34 804 0,0 0-116 16,-4 5-348-16,0 2-452 0,-4 0-420 15,-4 5-64-15,-4-3-148 0,-3 0-84 0,-2 5-132 16,1-8 32-16,1-3-292 16,-1 1-412-16,8-11-276 0,-1-2-212 0,6-8-296 15,3-5-352-15,0-3-1233 0,4-7-3267 16,-4-3 3936-16</inkml:trace>
  <inkml:trace contextRef="#ctx0" brushRef="#br0">3594 8128 1016 0,'0'0'10281'0,"0"0"-8741"0,0 0-892 0,0 0 140 0,-9 96 716 16,9-59-64-16,0 3-252 0,5 2-584 16,3 0-360-16,-1-10-144 15,1-6-92-15,4-7 52 0,8-7 0 0,0-3-44 16,8-5 56-16,8-4 64 0,-1-11-136 16,6-8-308-16,2-2-308 15,-3-8-84-15,0-3 16 0,-8 0 200 0,-5 1 124 16,-6 2 72-16,-9 1 76 0,-8 5 212 0,-4 1 76 15,-13 0 116-15,-6 3 36 16,-5 0-56-16,-4 3-120 0,-4 4-16 16,0 5-36-16,1 3-124 0,-1 4 12 0,-4 7 12 15,4 9-100-15,0 3-156 0,0 3 80 16,1 7-480-16,3 3-1148 16,4-11-2837-16,-8 21-3087 0</inkml:trace>
  <inkml:trace contextRef="#ctx0" brushRef="#br0">14327 7024 9232 0,'0'0'2693'0,"0"0"-1961"15,0 0-568-15,0 0 324 0,0 0 324 0,0 0 364 16,0 0-92-16,32 91-424 0,-40-43-40 16,-4 8-124-16,-12 11 12 0,-8 6-44 15,-12 10-240-15,-3 6 120 0,-9 4-52 16,-4-6-132-16,-4-1-88 0,1-12 52 16,3-11-28-16,4-9 40 0,9-13-56 0,2-9-80 15,9-13 0-15,1-6-8 0,11-7 4 16,3-6-240-16,6-9-76 15,7-10 52-15,4-7 12 0,4-9 36 0,0-6-164 16,12-6-8-16,0-4-104 0,0-1-108 16,4 5 180-16,0 6 248 0,-1 9 128 15,2 11 36-15,2 7 12 0,1 4 112 16,-3 8 88-16,6 2 196 0,1 5 52 16,0 9-68-16,4 1-32 0,4 7 44 15,4 6-48-15,3 2 0 0,2 1-52 16,2-2-132-16,1 2-88 0,4-2-64 0,4-4-8 15,3-2 0-15,1 3 12 0,0-4-12 16,0-3-156-16,0-3-296 0,-5-1-372 16,1-2-124-16,0-1-396 0,-16-5-1472 15,11 3-4465-15</inkml:trace>
  <inkml:trace contextRef="#ctx0" brushRef="#br0">15654 7267 3952 0,'0'0'7237'16,"0"0"-6749"-16,0 0-376 0,0 0-108 16,0 0 620-16,-80 10 80 0,52 5 160 15,0 8 48-15,1 5-320 0,-1 7-76 0,3 4-36 16,6 5-8-16,-1 6 88 0,3 8-100 16,2-3-164-16,7 4-76 0,4-6-20 15,4-1-76-15,0-11-64 0,12-6 0 0,3-10-8 16,10-8-4-16,6-12-44 0,1-1 120 15,0-4-52-15,9-9-72 16,-6-4-356-16,-3-2-248 0,-4-2-252 0,-9-1-532 16,-2 1-604-16,-13 1-2517 0,0 3-2611 15,-12-2 4812-15</inkml:trace>
  <inkml:trace contextRef="#ctx0" brushRef="#br0">15355 7689 8836 0,'0'0'5265'15,"0"0"-4205"-15,0 0-644 16,0 0 728-16,0 0 272 0,92 7-208 0,-56-10-500 16,7-4-388-16,5-1-244 0,4-6-76 15,0-1-160-15,4-5-412 0,0 4-524 16,3-3-104-16,-19 7-1532 0,16-10-4549 0</inkml:trace>
  <inkml:trace contextRef="#ctx0" brushRef="#br0">17220 1724 11069 0,'0'0'2512'0,"0"0"-1020"0,0 0-512 16,0 0-100-16,0 0-468 0,104-45-140 15,-61 45-36-15,9 0-148 0,-1 10-28 16,2-4 0-16,3 1 4 0,-5-4 72 0,5 0-24 15,3-3-48-15,1-10-60 0,0-3-4 16,4-2 4-16,-4-4-4 0,-1 0-232 16,-7 0-536-16,-8 2-344 0,-8 2-348 15,-16 5-1072-15,-12 1-3141 0</inkml:trace>
  <inkml:trace contextRef="#ctx0" brushRef="#br0">17674 1552 9624 0,'0'0'760'0,"0"0"-580"16,-16 74-180-16,12-33 893 0,4 16-9 0,0 3 60 16,7 4-116-16,-2 2-56 0,7 1-356 15,-4-4-240-15,0-2 40 16,-4-1-168-16,4-6-48 0,0-6-100 0,-1-7 24 16,2-3-148-16,-1-7-308 0,-4-1-140 15,-1-2-408-15,-3-9-1065 16,0 3-2679-16</inkml:trace>
  <inkml:trace contextRef="#ctx0" brushRef="#br0">17638 2226 9672 0,'0'0'1405'16,"0"0"47"-16,0 0 116 16,0 0-332-16,92-63-368 0,-52 52-252 0,-1 8-144 15,5-2-172-15,4 0-292 0,-4 5-8 0,3 0-64 16,-2 0-72-16,-9 0-48 15,-5 10-528-15,-7-1-444 0,-12 4-796 16,-8 0-2009-16,-16 12-1651 0</inkml:trace>
  <inkml:trace contextRef="#ctx0" brushRef="#br0">17538 2569 12657 0,'0'0'1628'0,"0"0"-968"16,0 0-284-16,0 0 392 0,0 0-76 0,104-20-232 15,-57 10-124-15,9-2-64 16,4-4-212-16,8 3-60 0,-5 1-148 16,-3 2-148-16,0 4-104 0,-8 3-676 0,-16 3-944 15,8 0-3257-15</inkml:trace>
  <inkml:trace contextRef="#ctx0" brushRef="#br0">18009 3108 7916 0,'0'0'4905'16,"0"0"-4429"-16,-17 86-364 0,14-45 500 0,-1 3 96 15,0 7-216-15,4 3-216 0,-4 0 16 16,4 0 212-16,0 0-4 0,0-4-100 16,0-5-400-16,4-4-80 0,4-6-44 0,-1-6-100 15,6 0 48-15,-5-8-60 0,-1-4-132 16,2-4-376-16,-1-7-660 15,-4-3-1216-15,3-3-2265 0</inkml:trace>
  <inkml:trace contextRef="#ctx0" brushRef="#br0">17798 4188 10949 0,'0'0'2996'16,"0"0"-1972"-16,0 0-596 0,0 0 64 16,0 0 612-16,107-6-88 0,-59-1-276 15,-1 0-296-15,9-2-88 0,0-4-88 16,8 1-120-16,-4-1-148 0,3 1-96 16,1-2-12-16,-8 3-124 0,0-3-148 0,-9 4-472 15,-10 4-324-15,-9 3-492 16,-17 0-1468-16,-11 3-2041 0,0 0-1083 0,-28 0 5381 15</inkml:trace>
  <inkml:trace contextRef="#ctx0" brushRef="#br0">18013 4184 6492 0,'0'0'5241'0,"0"0"-4229"0,0 0 112 15,15 80 104-15,-2-52 120 16,-2 8-516-16,-3-5-296 0,1 1-128 0,-5 0 36 15,-1 2-88-15,1 1-88 0,0 1-140 0,-4-3-128 16,0 3 0-16,0-1-124 0,0 3 120 16,-4 1-116-16,0-1-16 0,1-1 12 15,-1 2-172-15,0-8-308 0,-1 1-128 16,1-9-188-16,0-1-192 0,4-10 76 16,0-6-824-16,-4-6-2085 0,1-15-747 15</inkml:trace>
  <inkml:trace contextRef="#ctx0" brushRef="#br0">17996 4524 4744 0,'0'0'7901'0,"0"0"-6665"16,0 0-400-16,0 0-128 0,77-3 436 15,-38 6-324-15,9 1-336 0,3-4-188 16,5 0-60-16,0-7-152 0,8-3-44 16,0-3-40-16,3-1-112 0,-3 0-284 15,0 1-608-15,-5 4-892 0,-18 3-2361 0,6-4-4615 16</inkml:trace>
  <inkml:trace contextRef="#ctx0" brushRef="#br0">16315 7445 7432 0,'0'0'6745'16,"0"0"-6137"-16,0 0-604 16,100-9 488-16,-48 2-64 0,3 2-120 0,5-2-308 15,-4-3-136-15,0-3-92 0,0 1 64 16,-4-1-148-16,-5-3-624 0,-3-1-668 15,-17 5-2397-15,1-4-2791 0</inkml:trace>
  <inkml:trace contextRef="#ctx0" brushRef="#br0">16555 7452 7372 0,'0'0'4465'0,"0"0"-3837"0,-33 76 140 0,29-38 604 16,-4 6 88-16,5 3-484 15,-1 2-244-15,0 1-212 0,0-2-112 0,4-3-348 16,0-8-60-16,0-1-84 16,4-8-88-1,7-6-88-15,6-3 112 0,-2-3-336 0,5-4-360 0,5-2-176 16,-10 4-580-16,1-8-2637 0,-4-6-3155 0</inkml:trace>
  <inkml:trace contextRef="#ctx0" brushRef="#br0">16542 7893 7776 0,'0'0'4869'0,"0"0"-3749"0,0 0-472 0,0 0-280 16,0 0 288-16,0 0 236 0,100-29-204 15,-69 19-376-15,6 1-252 0,3 0-60 0,-1-1-136 16,-7 1-224-16,0 5-568 16,-8 1-560-1,-8 3-920-15,-4 0-3209 0</inkml:trace>
  <inkml:trace contextRef="#ctx0" brushRef="#br0">16527 8128 7716 0,'0'0'6073'15,"0"0"-5641"-15,0 0-156 0,0 0-276 0,0 0 356 16,0 0-204-16,95 47-140 0,-59-47-12 16,7 0-48-16,6 3-204 15,-2 1-484-15,5 2-652 0,-12 0-1213 0,12-3-287 16</inkml:trace>
  <inkml:trace contextRef="#ctx0" brushRef="#br0">19136 7624 5624 0,'0'0'5565'0,"0"0"-4049"16,0 0-396-16,0 0-220 0,0 0-220 16,0 0 180-16,95-23-52 0,-43 16-72 0,16 1-208 15,4-4-120-15,7 1 12 0,9 0-64 16,8-1 8-16,-1 3-140 0,1 5-140 15,-5-3-84-15,-3 5-112 0,-8 0-96 0,-4 5 88 16,-9-3-164-16,-7 8-316 0,-8-3-324 16,-12 2-72-16,-12 0-508 15,-12 1-776-15,-8-1-1853 0,-20 4-1787 0</inkml:trace>
  <inkml:trace contextRef="#ctx0" brushRef="#br0">19471 7785 716 0,'0'0'8008'0,"0"0"-6804"0,0 0-532 16,0 0 89-16,0 0 1007 15,0 0 200-15,112 0-536 0,-56 3-448 0,11 0-328 16,1 0-224-16,3 0-136 0,5 1-196 16,-4-1-100-16,0-3-172 0,-8 0-484 15,-6-7-472-15,-5-2-756 0,-18 3-3033 0,-3-10-4827 16</inkml:trace>
  <inkml:trace contextRef="#ctx0" brushRef="#br0">19530 7067 6200 0,'0'0'2196'0,"0"0"-344"0,-56 67-871 16,28-26 31-16,-3 8 228 0,-5 1-400 16,-4 4-156-16,-3 3-232 15,-1 0-24-15,-4 4-152 0,0-1-148 0,0 1-120 16,1-2 156-16,2-1-104 0,6-5 64 16,11-4-8-16,0-9-104 0,8-1 0 15,12-5 52-15,4-2-56 0,4-3 72 0,8-3 8 16,12-1 260-16,12 0 196 15,12-3 188-15,7-3-244 0,9 0-104 0,8-3-44 16,8-3-180-16,4-4-100 0,-1-3-56 16,5-2-4-16,-5-4-80 0,1 0-44 15,-9 0-180-15,-2-4-248 0,-5-5-288 16,-5-1-236-16,-4-5-808 0,-14 2-2433 0,10-19-2799 16</inkml:trace>
  <inkml:trace contextRef="#ctx0" brushRef="#br0">20494 7242 7160 0,'0'0'5977'0,"0"0"-4945"16,0 0-300-16,0 0 352 0,105 32 144 0,-74-17-524 0,1 2-272 15,-4 5-108-15,4 3-4 0,0 4-100 16,0 6-136-16,-4-3-84 0,0 8-60 15,-4 2-76-15,-5 2 64 0,-6 5-112 16,-6-2 48-16,-7 7 128 0,-3-1-68 0,-14 1-120 16,-11 0-136-16,-8 1-28 15,-11-2 36-15,-5 4-36 0,-8-7-64 16,-7 5-416-16,3-4-588 0,-8-3-556 16,4-4-1097-16,16-12-3887 0,-23 6 4641 0</inkml:trace>
  <inkml:trace contextRef="#ctx0" brushRef="#br0">14259 9220 6672 0,'0'0'1404'0,"0"0"1545"0,0 0-1405 0,0 0-488 16,0 0-168-16,0 0 36 0,0 0-120 15,0 0-28-15,0 0 216 0,60 0-288 0,-36 0-200 16,8 0-172-16,0-3-136 0,4-7-124 16,3-3-72-16,2-2-172 15,-2-4-244-15,1-3-372 0,-4 0-128 0,-1-1-140 16,-7 1-620-16,0 2-704 0,-8 5-1501 15,-8 3-1451-15,-3-5 2133 0</inkml:trace>
  <inkml:trace contextRef="#ctx0" brushRef="#br0">14527 8845 508 0,'0'0'8464'16,"0"0"-7612"-16,0 0-516 0,0 0-168 15,0 0 429-15,0 0 275 0,0 0-116 0,0 0-232 16,-77-25-192-16,70 34-180 0,3 7 16 15,-4 10 60-15,-1 2 140 0,2 11 188 0,-1 2 224 16,4 4-172-16,4 5-48 0,0 7-48 16,0 4 20-16,0 2 12 15,0 3-112-15,0 1-152 0,4 0-144 16,0-4-128-16,-4-2 60 0,4-4-68 0,0-3 0 16,-4-4-8-16,0-8 0 0,0 0 8 0,3-11 8 15,-3-3 136-15,0-2-144 16,0-4-4-16,4-6 4 0,-4-4 40 15,0-2-40-15,0 0-64 0,-4-7 60 16,-7 0-4-16,-6-3-144 16,-6 0-92-16,-1-6-164 0,0-7-48 0,0-3 72 15,1-3-160-15,2-3-128 0,5 0-184 0,4-3 76 16,5-5-388-16,3 2-608 0,4-4-385 16,4 0-331-16,11-2-1884 0,-2 9 1496 15</inkml:trace>
  <inkml:trace contextRef="#ctx0" brushRef="#br0">15028 9268 8744 0,'0'0'1524'0,"0"0"-207"0,0 0 347 15,-43 89 88-15,30-58-304 0,2 5-380 16,7-3-348-16,0 3-240 0,4-4 36 0,4 3-184 15,11-7-184-15,2 1-148 0,2-10-248 16,5-4 76-16,4-4-392 0,0-5-16 16,4-6-152-16,0-6-556 0,4-7-1236 15,-12 0-3185-15,11-16-1979 0</inkml:trace>
  <inkml:trace contextRef="#ctx0" brushRef="#br0">15582 9074 664 0,'0'0'8976'0,"0"0"-6603"0,0 0-421 0,0 0-148 16,0 79-88-16,0-44-248 0,0 3-596 15,-8 4-344-15,5-1-164 0,-10 0-84 16,1 1-132-16,-4-2-148 0,-3 2-4 0,-5-4-108 16,3-3-68-16,-7-10-52 0,5-3 48 15,-1-6 48-15,0-6-60 16,4-4-132-16,0-6 144 0,0 0 48 0,9-6 76 15,-6-7-172-15,6-2-76 0,2-5 124 16,5-2-176-16,0 0 52 0,4 0-100 16,0 3 244-16,8 8 56 0,4 9-156 15,0 2 264-15,8 0 400 0,1 9 156 16,6 1-36-16,4 6 68 0,6-3 40 16,-5 2-28-16,4-2-188 0,-1-3-192 0,1-4-220 15,0 0-84-15,-4-6-64 0,4 0-192 16,-4-6-396-16,4-10-256 15,0-3-680-15,-9 3-2828 0,5-12-3253 0</inkml:trace>
  <inkml:trace contextRef="#ctx0" brushRef="#br0">16009 9166 6504 0,'0'0'4292'0,"0"0"-3247"15,0 0-649-15,24 77 296 0,-17-49 808 16,-3 4 12-16,0-1-444 0,0 1-248 15,-4 1-288-15,0-3-152 0,0 3-208 16,0-2-164-16,-8 4-8 0,1-3-44 16,-10 2-68-16,2-2-8 0,-5-1-128 0,-1-1-124 15,-2-5 136-15,3-3-96 16,0-9-328-16,0 0-344 0,8-10-600 16,0-3-1144-16,4-13-2709 0,5 3-291 0</inkml:trace>
  <inkml:trace contextRef="#ctx0" brushRef="#br0">16355 9385 6156 0,'0'0'10345'0,"0"0"-8877"0,0 0-728 16,0 0 168-16,88-22 132 0,-60 12-576 0,8 1-464 15,-5-4-36-15,5 3-160 16,4-2-108-16,-9 2-308 0,2 1-408 15,-6 2-484-15,-6 0-1548 0,-10 7-3277 0,-6 0-955 16,-5 4 6501-16</inkml:trace>
  <inkml:trace contextRef="#ctx0" brushRef="#br0">16482 9537 3940 0,'0'0'7313'0,"0"0"-4333"0,0 0-1972 0,0 0-564 0,0 0 172 15,0 0 520-15,0 0-320 0,0 0-260 16,0 0-436-16,105 7-120 15,-62-36-996-15,0-5-864 0,6-2-3309 0,-17 8-5115 16,16-4 10284-16</inkml:trace>
  <inkml:trace contextRef="#ctx0" brushRef="#br0">17092 9493 4852 0,'0'0'10857'0,"0"0"-9429"15,-24 67-560-15,20-48 476 0,0-4-12 16,4 1-348-16,4-6-483 15,8-4-149-15,8-3 24 0,8-3-4 0,8-5-140 16,3-9-220-16,10-8-12 0,-1-3-340 16,-1-4 36-16,1 1 76 0,0-2-40 15,-8 3 108-15,-4 2 152 0,-8 2-152 16,-13 4 160-16,-7 3 84 0,-8 3 204 16,0 0-188-16,-12 4-88 0,-4 3-24 15,-7 6-36-15,-5 0-76 0,-8 9-44 0,-4 4 36 16,-4 6-28-16,1 0-73 15,-2 6-435-15,2-3-808 0,6-5-1496 0,-6 8-3765 16</inkml:trace>
  <inkml:trace contextRef="#ctx0" brushRef="#br0">22272 6696 3536 0,'0'0'1508'0,"0"0"3412"15,0 0-3143-15,0 0-509 0,0 0 624 16,123-16-268-16,-63 16-316 0,4-3-284 0,-1-1-336 15,-3 1-164-15,-8 0-204 0,-8 3-152 16,-4-3-116-16,-8 0-52 0,-4 1-44 16,-9-5 28-16,2 3-68 0,-10 1-76 0,2 3-352 15,-9-3-272-15,-1 3-328 16,-3 0-960-16,0 0-1948 0,-3 6-2801 16</inkml:trace>
  <inkml:trace contextRef="#ctx0" brushRef="#br0">22603 6715 1528 0,'0'0'140'0,"0"0"7508"0,0 0-5879 16,-4 89-241-16,11-48-24 0,1 6-12 16,1 11-264-16,-1 2-208 0,-1 7-304 0,1 6-272 15,-8 3 204-15,4-3 148 16,-4 0-380-16,0-7-224 0,-4-8-188 0,-4-11-4 0,4-5-12 15,-3-8-84-15,3-8 0 16,4-7-4-16,-5-5-92 0,5-9-92 16,0-2-436-16,0 0-200 0,0-3-468 0,0-6-1120 15,5-6-2321-15,-1-2-1495 16</inkml:trace>
  <inkml:trace contextRef="#ctx0" brushRef="#br0">22543 7210 1304 0,'0'0'2100'16,"0"0"3544"-16,0 0-4040 0,0 0-343 16,0 0-237-16,0 0 276 0,0 0 100 15,99-28-268-15,-63 24-352 0,1 1-272 16,2 0-336-16,1 0-172 0,-5 0-136 0,1 0-112 16,-4-1-64-16,1 1-320 0,-1-3-384 15,-1 3-372-15,1-3-828 0,0-1-865 16,-9 4-3735-16,5 0 5092 0</inkml:trace>
  <inkml:trace contextRef="#ctx0" brushRef="#br0">23451 6931 628 0,'0'0'1968'0,"0"0"6096"16,0 0-6699-16,0 0-509 0,0 0 64 0,0 0 332 16,0 0-320-16,87-47-352 15,-70 43-344-15,-2 1-236 0,-2-1-112 0,-2 1-52 16,-3 3-8-16,1 0 32 0,-1 0-12 16,-5 0 36-16,5 0 44 0,-4 0 20 15,-4 0-24-15,5 0-88 0,-1 0-488 0,0 0-768 16,-1 0-1249-16,1 0-2855 15,-4 0 209-15</inkml:trace>
  <inkml:trace contextRef="#ctx0" brushRef="#br0">23471 6947 5488 0,'0'0'64'0,"0"0"4392"0,0 0-3708 0,0 0-363 16,0 0 335-16,-47 77 740 0,42-49 48 15,1 4-348-15,-4 1-432 0,8 9-216 16,-7 3-104-16,3 3 136 0,0 3 160 16,-1 2-140-16,1-2-184 15,0-1-220-15,4-4-64 0,0-6-84 0,0-5-12 16,0-3 0-16,4-6 0 0,0-8 12 16,9-1-12-16,-2-5-48 0,6-6 48 15,2-2 12-15,9-4-12 0,0 0-196 0,4-13-220 16,-1-3-220-16,1-3-216 0,0-7-352 15,0 1-1036-15,-8-3-2877 0,-4 5-3407 16,-4-17 8132-16</inkml:trace>
  <inkml:trace contextRef="#ctx0" brushRef="#br0">23890 7115 6612 0,'0'0'2468'0,"0"0"-684"16,0 0-639-16,0 0 439 0,51 85 252 0,-31-59-220 15,-3 2-216-15,2 1-576 0,5-4-432 16,0-2-144-16,0-4-248 0,-1 0-64 0,1-6-240 16,1-1-460-16,-1-2-248 15,-1-7-180-15,5-3-788 0,0-3-2337 16,-8-4-2763-16,4-12 4668 0</inkml:trace>
  <inkml:trace contextRef="#ctx0" brushRef="#br0">24228 7111 456 0,'0'0'9172'0,"0"0"-7908"0,-84 96-439 16,49-45 647-16,-5-1 532 0,4 1-220 15,0-3-584-15,0-3-460 16,8-5-364-16,4-4-376 0,1-8-132 0,6-2-224 16,10-11-448-16,7-8-324 0,4-7-784 15,11-10-2277-15,5-6-4819 16</inkml:trace>
  <inkml:trace contextRef="#ctx0" brushRef="#br0">24659 6953 11837 0,'0'0'1904'0,"0"0"-1016"0,0 0-196 15,0 0 216-15,0 0-268 0,0 0-640 0,79-67-52 16,-51 58-196-16,-4 2 72 15,0 1 0-15,4 6 36 0,-5 3 140 16,-3 7 0-16,1 5 216 0,-6 4 20 0,-2 6 4 16,-9 8 96-16,-1 2 108 0,-3-1-72 15,-3 8-124-15,-6 0-12 16,1 2-96-16,0-3-140 0,1 1-68 0,7-5 68 0,0-1 12 16,0-5 236-16,4-2-40 15,3-7-48-15,-3 0-12 0,4-3 12 16,-3-7 48-16,2 2-96 0,-7 1-100 0,4-5 36 15,-4 2 0-15,0 2-36 16,0-2 64-16,-7 1-28 0,-2 0-48 16,-3-1-8-16,1 1-4 0,-6-1-88 0,2-2-108 15,2 0-36-15,-6-3-52 16,6-5-36-16,-2 1-48 0,3-3-16 0,0 0-76 0,8-10-184 16,-4-2-740-16,8-7-1316 15,0 0-2105-15,0 6-1595 0,12-12 6124 16</inkml:trace>
  <inkml:trace contextRef="#ctx0" brushRef="#br0">25598 7245 6344 0,'0'0'6721'0,"0"0"-5589"16,0 0-664-16,0 0 380 0,0 0 368 0,0 0 88 15,0 0-600-15,0 0-284 0,84-13-128 0,-48 7-60 16,0-1-108-16,4 1 12 0,0 3 48 16,3 0 12-16,2 3-52 0,6 0-32 0,5 0-52 15,8 3 184-15,-1 0 36 0,10 1-112 16,-2-4-168-16,0 0-12 15,6 0-60-15,-6 0 12 0,5-7-112 0,-4 1-228 16,-9-4-116-16,-3 4-44 0,-13-4-56 16,-2 1-248-16,-13-1-500 0,-8 1-1472 0,-9 0-3021 15,-2-10-1111-15</inkml:trace>
  <inkml:trace contextRef="#ctx0" brushRef="#br0">26865 6899 8504 0,'0'0'3961'16,"0"0"-3693"-16,0 0-164 0,0 0 264 15,92 32 664-15,-68-20 280 0,-7 4-232 0,-6 0-172 16,6 6-412-16,-6 0-200 0,-7 4-96 16,4 0-52-16,-8 6 96 15,0-4-72-15,0 4-108 0,-8-1-64 0,0 1-4 16,-8 3-48-16,-3-4 40 0,-9 1-84 0,0-3-64 15,-8 0-76-15,4-1-196 16,-5-2-76-16,2-8-124 0,3 2-156 16,0-5-332-16,8-1-948 0,5-9-2381 0,6-2-3391 15,1-3 7188-15</inkml:trace>
  <inkml:trace contextRef="#ctx0" brushRef="#br0">27591 6619 1592 0,'0'0'1552'0,"0"0"6465"0,0 0-5953 0,0 0-680 16,0 0 76-16,0 0-48 15,0 0-88-15,103-15-284 0,-55 11-280 16,4-2-236-16,7 0-148 0,5 3-156 15,1-4-39-15,-2 1-33 0,1 0-148 0,-8-1-84 16,-5 1-12-16,-6 0-89 0,-10 0-263 16,-3 1-332-16,-8 3-356 0,-8-1-752 15,-9 3-2780-15,-7 0-3185 0</inkml:trace>
  <inkml:trace contextRef="#ctx0" brushRef="#br0">27961 6772 3008 0,'0'0'8737'16,"0"0"-7301"-16,-28 95-608 0,25-51 588 0,-10 11 412 0,5 3-208 16,-3 2-468-16,-2-3-480 15,6-4-308-15,-1-2-132 0,0-7-108 16,4-5-124-16,4-8-76 0,0-5 16 0,4-7-24 16,8-4-380-16,-1-2-196 15,2-7-368-15,2-2-752 0,-2-4-3312 16,-6 0-4641-16,1-6 8193 0</inkml:trace>
  <inkml:trace contextRef="#ctx0" brushRef="#br0">27945 7252 3724 0,'0'0'11205'0,"0"0"-9681"0,0 0-1212 0,0 0 320 16,104-28 568-16,-68 17-252 0,4 5-436 15,-5-4-512-15,6 4-156 0,-2 0-336 16,-7 3-492-16,0-1-592 0,-12 1-2240 15,3 3-2621-15</inkml:trace>
  <inkml:trace contextRef="#ctx0" brushRef="#br0">27945 7478 7460 0,'0'0'7925'0,"0"0"-6905"15,0 0-868-15,0 0 244 0,0 0 240 16,108 21-56-16,-61-21-84 15,6-3-424-15,2-4-72 0,5-2-568 0,-4-4-360 16,-1 3-712-16,-18 2-2444 0,6-5-3517 0</inkml:trace>
  <inkml:trace contextRef="#ctx0" brushRef="#br0">25714 5791 10152 0,'0'0'2317'16,"0"0"-865"-16,0 0-588 0,0 0-84 0,0 0-96 16,0 0-172-16,92-57-204 0,-72 47-156 15,-8 3-104-15,3 5-48 0,-2-2-88 0,-2 4-108 16,-2 4-28-16,-1 3 164 0,-1 5 60 16,1 4 112-16,-4 2 36 0,5 2 128 15,-5 5-52-15,-1 4 24 0,-3-4 48 16,4 4-72-16,0-1 8 0,4-2 40 15,4 2-52-15,4-2 4 0,0-4-16 0,5 0 24 16,-2-3-24-16,5-6-72 16,4-1 48-16,-4-6 0 0,4-1-64 15,-1-5 16-15,1 0-52 0,0-11-84 0,4-4-172 16,0-5-292-16,0-2-244 0,-1-3-228 16,-3-4-464-16,-7 4-1244 15,-6 3-2825-15,1-14-2719 0</inkml:trace>
  <inkml:trace contextRef="#ctx0" brushRef="#br0">26232 5517 3172 0,'0'0'160'0,"0"0"5196"0,0 0-3380 0,0 0-391 15,-7 93-81-15,7-61-112 16,0 3-120-16,0 5-224 0,-5 6-244 15,5 1-312-15,0 4-208 0,-4 3-160 0,0 3 36 16,4 0-116-16,-4-2-44 16,4 1-48-16,0-2-28 0,0-3 28 15,4-7-64-15,4 1-316 0,1-10-400 0,2-4-92 16,1-5-172-16,0 0-472 0,-4-5-796 16,4-2-725-16,0-6-2367 0,-8-1 3104 15,8-1 1337-15</inkml:trace>
  <inkml:trace contextRef="#ctx0" brushRef="#br0">26893 6032 1616 0,'0'0'8860'0,"0"0"-7843"0,0 0-581 16,4 71 208-16,-4-38 656 15,0 6 444-15,-8 2-376 16,1 0-612-16,-1-2-408 0,-1-1-164 16,-6-6-96-16,2-1-84 0,-2 1 8 0,-5-2-12 0,4-9 0 15,-4 2 4-15,0-4 8 0,0-7-12 16,0 1-48-16,1-7-12 0,-1-3-12 0,3-3-16 15,6 0-36-15,-6-3-36 0,10-9 24 16,-1 2 0-16,0-6-4 16,4 0-56-16,4-6 60 0,0-1 48 0,0 4 24 15,8-3-48-15,4 9 100 0,0 1 12 16,0 9 208-16,3-1-44 0,5 4-80 0,1 7 40 16,7-1-112-16,-5 7-12 0,1 2-68 15,4 2-8-15,0-2-48 16,-8 1-148-16,3 3-808 0,-6-3-1020 0,-1 3-2625 15,-4-2-2911-15,-5 5 7112 0</inkml:trace>
  <inkml:trace contextRef="#ctx0" brushRef="#br0">24252 8410 7120 0,'0'0'1868'0,"0"0"-744"0,0 0 25 16,0 0 135-16,0 0 248 0,0 0-108 0,0 0-416 16,0 0-284-16,0 0-140 0,0 0-128 15,0 0-136-15,-8-22-160 0,20 41 408 16,0 6 276-16,3 11-236 0,-2 4-192 0,-5 5-196 16,-1-4-148-16,-2 1-72 15,-1-4 0-15,0-6-96 0,4-7-52 0,3-3-108 16,2-6-328-16,2-6-296 0,5-1-56 15,1-9-376-15,7 0-1148 0,-5-13-2409 16,-3 1-2439-16,0-17 6708 0</inkml:trace>
  <inkml:trace contextRef="#ctx0" brushRef="#br0">24595 8379 7020 0,'0'0'3084'16,"0"0"-1023"-16,0 0-1281 0,-100 64-600 0,64-31 164 15,0 6 532-15,-3 6 360 0,3-1-404 16,-5 3-368-16,6-2-268 16,-1 0-144-16,0 2-52 0,1-3-112 0,3-2-76 15,0-1-172-15,4-6-308 0,4-3-592 0,4-7-1280 16,8-8-4001-16,-4-5 1653 0</inkml:trace>
  <inkml:trace contextRef="#ctx0" brushRef="#br0">25675 8283 1420 0,'0'0'8668'16,"0"0"-7083"-16,0 0-445 0,15 80-132 16,-11-46 220-16,0 7 20 0,-4-3-88 0,0 4-332 15,0 0-360-15,-4-5-160 0,0-2-100 0,0 1-132 16,4-8-76-16,0-6-136 16,0-2 0-16,0-8-148 0,4-2-280 0,4-7-108 15,4 0-172-15,-4-3-524 0,0 0-1148 16,1-10-2753-16,-6 1-1099 0,1-7 5181 15</inkml:trace>
  <inkml:trace contextRef="#ctx0" brushRef="#br0">25782 8585 3008 0,'0'0'9429'0,"0"0"-7937"0,0 0-760 16,0 0 392-16,112 0 316 0,-69 0-104 0,5 0-316 15,4 0-284-15,7 0-264 0,1 0-92 16,4-6-112-16,8-4-100 0,-4-3-168 15,3-5 0-15,2-2-256 0,-6-1-448 16,-7-5-224-16,0 0-204 0,-13 1-664 16,-6-1-1408-16,-10 4-2813 0,-15 6-811 0,-8 1 6089 15</inkml:trace>
  <inkml:trace contextRef="#ctx0" brushRef="#br0">26635 8257 1840 0,'0'0'2712'16,"0"0"2140"-16,0 0-4312 0,0 0-540 0,0 0 260 15,0 0 761-15,0 0 183 0,0 0-68 16,0 0-424-16,95 44-396 0,-71-30-100 0,1 2 188 16,-10 3 188-16,1 0-88 0,-4 0-168 15,-4 3-160-15,-8 0-100 0,0 3-64 16,-12 5 52-16,-4 1-64 0,-7 4-288 16,-5 0-356-16,-4 6-8 15,0-2-52-15,4-4 4 0,0-4-124 0,12-5-368 16,0-11-985-16,12-2-2203 0,4-10-636 0,8-3 4688 15</inkml:trace>
  <inkml:trace contextRef="#ctx0" brushRef="#br0">27651 8391 6384 0,'0'0'364'0,"0"0"4333"0,0 0-3501 16,0 0-636-16,0 0 40 15,0 0 440-15,0 0 228 0,0 0-104 0,0 0-308 16,0 0-424-16,0 0-248 0,91-12-72 16,-66 2-52-16,2 4-48 15,-3-4-12-15,0 0-8 0,-4 1 4 0,-1 0 4 16,2-1 12-16,-10 3 40 0,2 5 8 0,-6-3 24 15,-7 3 128-15,4 2 8 0,-4 0 48 16,0 0 308-16,0 0-224 0,0 0-216 16,0 0-64-16,0 0-64 0,0 0 0 15,0 0-8-15,0 0-12 0,0 0-72 16,0 0-40-16,0 0 28 0,0 0 12 16,0 0 8-16,0 0 4 0,0 0-12 15,0 0 20-15,0 0 16 0,0 0 0 0,0 0 0 16,0 0 36-16,0 0 0 0,0 0 0 15,0 0 0-15,0 0 0 0,0 0-48 16,0 0 0-16,0 0 0 0,0 0-88 16,0 0-160-16,-4 0-96 0,4 0-112 15,0 0-16-15,-7 0-88 0,3-2-400 16,-5 2-1128-16,-2 0-2205 0,7-4-2231 16,-4-2 5256-16,55 18-608 0</inkml:trace>
  <inkml:trace contextRef="#ctx0" brushRef="#br0">28069 7843 1056 0,'0'0'7584'0,"0"0"-4295"0,0 0-2533 16,0 0-676-16,0 0 276 0,0 0 1132 0,0 0 352 16,0 0-560-16,0 0-624 15,0 0-448-15,-36 25 28 0,28 0 108 0,-3 13 120 0,-6 6 148 16,6 5-64-16,-6 3-108 15,2 3-124-15,-6 2-84 0,-3 0-15 16,-4-1-81-16,-3 3-64 0,-5 1-24 16,0-6 24-16,0-3-28 0,5-10-44 0,-1-3-8 15,4-6-4-15,4-6-48 0,0-5 48 16,8-1 4-16,-4-5-40 0,8-5-12 16,0-4 0-16,4-2-76 0,0-4-9 15,1 0 21-15,-2-4-56 0,1-9-76 16,0-2 24-16,5-4 12 0,-1-6-8 15,-1-5 104-15,5-1-144 0,0-1 24 16,0-3 24-16,5 7-112 0,-1 2-12 0,-1 3 172 16,5 11 48-16,-4-1 64 15,4 5 60-15,4 1 136 0,0 0 12 16,4 1-52-16,4 3 40 0,0-4 36 16,4 4-36-16,0 0-4 0,-1 3 64 0,1 0 76 15,4 3-40-15,-4 0-64 0,4 7-32 16,0 3-4-16,0-1 16 0,-1 4-76 15,1-4-12-15,0 5-8 0,4-1 8 16,-4 0-48-16,0-4 36 0,0 1 36 0,4-1-80 16,-4-2-4-16,0 3 0 0,0-7 8 15,-4 4-8-15,-5-1-4 0,2-3-128 16,-2 1 8-16,-3-1-116 0,-4 1-104 16,0 0-156-16,-4 1-160 0,-4 3-240 15,0 1-712-15,-4 4-1592 0,0-4-4161 16,-4 11 1417-16</inkml:trace>
  <inkml:trace contextRef="#ctx0" brushRef="#br0">28838 8855 9308 0,'0'0'9173'15,"0"0"-9173"-15,0 0-604 0,0 0-788 16,0 0-80-16,0 0 320 16,0 0 16-16,-92-26-7021 0</inkml:trace>
  <inkml:trace contextRef="#ctx0" brushRef="#br0">21914 10818 10532 0,'0'0'2237'16,"0"0"-889"-16,0 0-424 0,0 0 44 16,0 0 48-16,0 0-372 0,0 0-320 0,0 0-116 15,-84 82-60-15,71-64 16 0,2 1-92 16,3-3 64-16,4-3-36 16,4-7-40-16,0 0 0 0,0-2-52 0,0 3 0 15,4-1 8-15,4-2-4 0,-5 1-12 16,10 5-76-16,-5-4 4 0,-1-2-52 15,10 2-112-15,-6 1 16 0,6-1-100 0,-2-3-4 16,2 2 64-16,-2 2 84 16,2 3-60-16,-2-4 0 0,1 3 72 15,-8 4 68-15,0-3 20 0,-1 6-12 0,-3-4 88 16,-4 1 8-16,0 4 104 0,0-3-36 16,-7 5-72-16,-1 2-4 0,-4-2-124 15,-4-1-96-15,1 1-128 0,-2 0 120 16,2-3-176-16,2-3-452 0,2-7-60 0,7 0-364 15,0-6-289-15,4 0-331 16,0-3-608-16,0-9-1508 0,4-1 3484 16,11-15-852-16</inkml:trace>
  <inkml:trace contextRef="#ctx0" brushRef="#br0">22599 10547 6368 0,'0'0'496'0,"0"0"4573"16,0 0-3405-16,0 0-20 0,0 0-136 16,0 0-388-16,0 0-220 0,0 0-444 15,0 0-112-15,0 0 24 0,-8 77-52 16,8-27 16-16,0 13-28 0,0 1 72 16,0 6-108-16,0 0-196 0,0-4-64 15,-5-2-8-15,1-4-72 0,4-9 12 0,0-10-12 16,4-9-40-16,5-6 28 15,-1-11-208-15,3-2 96 0,2-7-12 16,-2-2-108-16,1-4-160 0,-3 0-88 0,-2-7-336 16,-3-2-716-16,-4-7-968 0,0 0-1785 15,-4-4-635-15,0 6 532 0,-12-12 4257 0</inkml:trace>
  <inkml:trace contextRef="#ctx0" brushRef="#br0">22435 10969 3908 0,'0'0'2304'0,"0"0"2985"0,0 0-3749 0,0 0-372 15,0 0-220-15,0 0 376 0,0 0-56 16,0 0-168-16,108-32-328 0,-73 29-320 16,5 3-168-16,4-6-128 0,-4 3-156 15,0-4-36-15,-4-2-108 0,4 3-128 0,-1-4-472 16,-3 0-624-16,-8 3-1472 0,8 2-5229 16</inkml:trace>
  <inkml:trace contextRef="#ctx0" brushRef="#br0">24292 10325 8920 0,'0'0'2273'0,"0"0"-657"0,0 0-392 15,0 0-24-15,0 0-52 0,0 0-228 16,0 0 136-16,56 79-148 16,-44-25-184-16,-1 10-136 0,-7 8-40 0,-4 8-160 15,-4-1-60-15,-11 4-207 0,2-1-9 16,-2-5-112-16,-2-7-12 15,6-13-112-15,3-7-81 0,8-11-259 0,0-11-168 0,0-9-140 16,4-3-48-16,11-9-428 0,-2-7-1124 16,6 0-2153-16,-2-10-2731 15,14-13 4544-15</inkml:trace>
  <inkml:trace contextRef="#ctx0" brushRef="#br0">24762 10741 6132 0,'0'0'8'0,"0"0"4600"15,0 0-3411-15,0 0-457 0,0 0 104 16,-80 41 236-16,48-22-236 16,0 6-292-16,0 0-308 0,1 0-236 0,7-5 40 0,4-1-48 15,4-6 0-15,4 0-8 16,4-7 8-16,8 0 100 0,0-2 188 0,4 3 96 16,4-2-36-16,12 4-12 0,0 2-12 15,4 1-28-15,0 1-40 16,0-1 52-16,0-1-72 0,-5-5-104 0,5 2-132 15,-3-1-4-15,6-3-140 0,-3-4-228 16,8 0-528-16,0 0-304 16,-1-7-1076-16,1 0-2357 0,-4 2-2447 0,4-8 5660 15</inkml:trace>
  <inkml:trace contextRef="#ctx0" brushRef="#br0">25025 10959 848 0,'0'0'6352'0,"0"0"-1867"0,0 0-2945 0,0 0-412 15,0 0-332-15,0 0 96 0,0 0 40 16,0 0-376-16,0 0-84 0,0 0-288 16,0 0-184-16,72-28-456 0,-52 12-340 15,-1 1-120-15,-6-4-40 0,2 6-104 16,-7 3-24-16,-4 1 96 0,1 3-193 16,-5-1 377-16,-9 3 804 0,-3 2 132 15,-4 2 588-15,4 0-7 0,-3 16 3 0,-5 3 332 16,3 6 72-16,2 7-60 15,-5 3-164-15,4 3-176 0,4-3 16 0,-4 0-156 16,9-7-320-16,-2-2-260 0,9-11-68 16,0-2-376-16,0-10-460 15,16-3 456-15,0-3-220 0,12-10-400 0,3-9-540 16,5-3-997-16,1-4-1643 0,2-3-224 16,-7 1 3428-16,4 0 548 0,-8 1 252 15,0 5 244-15,0-1 456 0,-4 11 1200 0,-5 5-860 16,-2 7 3624-16,-6 3-1984 0,-3 3-787 15,5 7-289-15,-6 5-280 0,-3 8-44 16,4 2-68-16,-8 3-164 0,0 5-72 0,0 1-4 16,0-2-52-16,0 0-124 15,0-3-292-15,-4-7-176 0,4-3-24 0,0-7 28 16,0-6-88-16,9 1 12 0,-2-7 72 16,5 0 40-16,8-3-16 15,1-7-96-15,2-5-12 0,1-5-268 0,4-2-148 16,4 0-100-16,-1-3-208 0,1 0-340 15,0 2-788-15,4-2-2108 0,-12 8-2833 16,8-8 1878-16</inkml:trace>
  <inkml:trace contextRef="#ctx0" brushRef="#br0">25941 10483 2792 0,'0'0'1068'16,"0"0"5596"-16,0 0-4735 0,0 0-757 15,0 0-192-15,0 0 380 0,0 0-120 16,0 0-224-16,0 0-240 0,84-70-284 0,-60 58-212 15,0 3-96-15,-1-1-52 0,-2 4-72 16,-1 6-60-16,-1 0-88 0,1 9 4 16,-4 7 12-16,4 12 72 0,-3 11 8 15,-10 8 88-15,1 7 28 0,-8 3 84 16,0 4-88-16,0-1-48 0,-4-8-72 16,0-5 0-16,4-10 0 0,8-11 140 0,8-7 20 15,4-6 8-15,8-10-44 16,4-3-16-16,3 0-100 0,6-10-4 0,-2-6-4 15,1-6-220-15,0-3-244 0,0 0-132 16,-4-1-140-16,-1 0-336 0,1-2-344 16,-8-1-1128-16,-8 10-2777 0,4-16-3323 0</inkml:trace>
  <inkml:trace contextRef="#ctx0" brushRef="#br0">26583 10276 784 0,'0'0'6988'0,"0"0"-4216"0,0 0-959 16,0 0-193-16,-12 90-104 0,12-55-72 15,-4 7-316-15,-1 8-264 0,2 4-212 16,-5 3-164-16,-4 10-84 0,0-1-100 16,-4 4-132-16,0 4-64 0,0-2-32 0,0-1-12 15,1-5-64-15,2-6-48 16,1-3-12-16,5-9-16 0,3-3-20 0,4-11 12 15,0-2-160-15,8-6-160 0,3-4-84 16,2-6-128-16,2 0-136 0,2-7-124 0,2-2-464 16,-3-7-816-16,4-4-905 15,0-6-2159-15,-4-1-412 0,4-15 5589 0</inkml:trace>
  <inkml:trace contextRef="#ctx0" brushRef="#br0">27164 10832 5816 0,'0'0'324'0,"0"0"3620"15,0 0-2435-15,28 80 115 0,-20-51 4 16,-4 2-156-16,-4-2-388 0,0 2-364 0,0-1-288 16,-8 1-112-16,-3-2-100 0,-10-1-96 15,1 0-76-15,-3 1-48 0,-1-6-8 16,4-2-140-16,-4-1 28 0,4-10 56 16,4-1 56-16,4-9-40 0,-4 0-64 0,8 0-60 15,-3-9 100-15,2-4-52 16,5-4-48-16,4-2-64 0,0-6 100 0,13 7-12 15,-2-5 48-15,9 4-24 0,0 6-76 16,4 7 28-16,4 3 172 0,-4 3 184 16,4 6-8-16,-4 7-4 0,3 0 28 15,-3 6-4-15,0-3-24 0,4-1-8 16,-4 4 44-16,0-2-72 0,4-2-136 16,-4-2-124-16,0-1-84 0,0-2-596 0,-1 0-480 15,1-1-900-15,0-2-2517 0,-7-4-2695 16,-2 3 6916-16</inkml:trace>
  <inkml:trace contextRef="#ctx0" brushRef="#br0">28100 10671 5592 0,'0'0'1068'0,"0"0"4021"16,0 0-3537-16,0 0-652 0,0 0-100 0,0 0 204 16,0 0 0-16,0 0-420 15,0 0-152-15,0 0-112 0,84-70-96 16,-52 63-28-16,4-2-96 0,1 6-28 0,-2-1-68 16,5 2-4-16,-4 2 0 0,-1 0-4 15,-3 2-44-15,-4 2-24 0,0 2-40 16,-8 0 64-16,-4 1-52 0,-4-1 36 15,-4 5-8-15,-4-5 72 0,0 2 68 16,-4 6 8-16,0-2 24 0,-8 4-4 16,-4 0-8-16,-8 6-80 0,-4 0-8 0,-4 3 0 15,-4 1-76-15,0-4 4 0,1 1-152 16,-5-2-132-16,8-4-128 16,4-4-72-16,4-1-208 0,4-2-320 0,8-4-448 15,1-3-1285-15,7-3-3011 0,0 0 765 0</inkml:trace>
  <inkml:trace contextRef="#ctx0" brushRef="#br0">28814 10972 11113 0,'0'0'2036'0,"0"0"-776"0,0 0 176 15,0 0 44-15,-91 35-356 0,63-24-508 16,0-5-408-16,0 2-208 0,-4-1-60 15,0 0-28-15,0-2-32 0,0 2 8 16,-3-3-48-16,3-1-112 0,-5-3-136 16,2 3-124-16,-5-3-88 0,4 0-284 0,1 0-672 15,-2 0-1424-15,1 0-2349 0,8 3-563 16,-4 0 5784-16</inkml:trace>
  <inkml:trace contextRef="#ctx0" brushRef="#br0">29423 10376 2848 0,'0'0'260'0,"0"0"-260"15,0 0 5012-15,0 0-3004 0,0 0-627 0,0 0-177 16,0 0 96-16,0 0-124 0,0 0-104 16,-67 82-124-16,55-53-280 0,-4 9-260 15,4 3-136-15,1 6-40 0,-6 5-108 0,6-2 24 16,2 4-76-16,-3 1 52 15,8 2 36-15,1-4 36 0,-1-2 368 16,4-6-248-16,7-10-240 0,5-4-76 0,4-5-4 16,4-7-8-16,4-3 8 0,0-7-80 15,4-6-284-15,4-3-412 0,4-9-8 16,-1-7-624-16,1-9-1356 0,-4-4-3337 16,-8 7-1775-16,0-14 7556 0</inkml:trace>
  <inkml:trace contextRef="#ctx0" brushRef="#br0">29743 10737 6504 0,'0'0'6181'0,"0"0"-4969"0,0 0-312 16,91 10 508-16,-51-10-60 16,-4-3-420-16,8-7-460 0,3-6-380 15,1-2-88-15,4-6-356 0,-4-1-508 0,-1-2-520 16,-2-5-912-16,-14-1-2329 15,-7 11-2875-15,1-12 6680 0</inkml:trace>
  <inkml:trace contextRef="#ctx0" brushRef="#br0">29997 10213 612 0,'0'0'4868'0,"0"0"-548"0,0 0-3131 15,0 0-433-15,0 0 168 0,0 0 248 0,0 0-120 16,0 0-208-16,-48 80-340 0,44-55-104 16,0 7-12-16,-3 3 24 0,3 6-4 15,0 4-64-15,0 2-60 0,-1 7-60 16,1 3 60-16,1 7 96 0,-1-4 0 0,4 7-208 16,-4-4-64-16,4 1-36 0,0 0 4 15,0-4-64-15,0 0 0 16,0-2-4-16,4-4 28 0,0-1-36 0,-1-2-48 15,1-3 48-15,1 0-12 0,-1-7-36 16,-4 0 36-16,4-9 4 0,-4 0 4 16,0-3-4-16,0-8-40 0,-4 5 0 15,-5-7-36-15,-2 0-64 0,-5-3-132 16,0-3-152-16,-8-4-60 0,0-3 96 16,0-3 88-16,-4-3-4 0,0-3-72 0,-3-10-64 15,3-6-204-15,0-3-344 16,0-6-828-16,4-7-729 0,0 2-2319 0,12 5-204 15,-4-7 4464-15</inkml:trace>
  <inkml:trace contextRef="#ctx0" brushRef="#br0">30938 10401 4760 0,'0'0'2964'0,"0"0"-76"0,0 0-1331 16,0 0-429-16,79 80-124 0,-59-52 68 0,-4 0-100 16,-4 4-264-16,0 0-184 15,-4-4-92-15,-4 1-84 0,0-4-92 16,-4 4-20-16,0-4-28 0,-4 4-36 0,-8-1-92 0,-8 4-80 16,0 0-72-16,-7 0-308 15,-5 0-248-15,-4-4-128 0,-5 4-192 0,-2 0-320 16,-5 0-584-16,1 3-829 0,7-10-2847 15,-20 13 333-15</inkml:trace>
  <inkml:trace contextRef="#ctx0" brushRef="#br0">19471 13112 7112 0,'0'0'6217'16,"0"0"-5529"-16,0 0-132 0,0 0-124 16,31 79 484-16,-3-59 476 0,0-4-220 0,12-3-148 15,8-4-280-15,12-6-168 16,4 0 8-16,11-3-39 0,5 0-217 15,0-6-132-15,-1-3-40 0,1-1-156 0,-8 1 0 16,-1-1-156-16,-11-3 20 0,-4 4-80 16,-4-4-357-16,-12 6-231 0,-9 2-112 15,-6 5-4-15,-10 0-240 0,-15 0-764 16,0 2-2064-16,-12 4-133 0,-23 11-1699 16</inkml:trace>
  <inkml:trace contextRef="#ctx0" brushRef="#br0">19650 13360 4772 0,'0'0'2796'0,"0"0"-396"16,0 0-983-16,0 0-441 0,0 0 60 15,0 0 588-15,0 0-352 0,0 0-40 16,116 54-280-16,-69-41-420 0,-2-4-276 0,-2 1-156 16,-4-1-92-16,2-2-8 0,-5-4-64 15,-1 0-352-15,1-3-164 0,-4 0-64 16,-4-3-372-16,-4-10-660 0,-4 1-1508 15,-8-1-3681-15</inkml:trace>
  <inkml:trace contextRef="#ctx0" brushRef="#br0">19598 12823 9416 0,'0'0'980'0,"0"0"-744"16,0 0 8-16,-40 89 465 15,20-50 151-15,-3 5-312 0,-5 4-460 16,-4 2-88-16,-4 4-12 0,-4 7-116 0,-3 2 0 16,-6 5-12-16,6-5 12 0,-5-3 40 0,12-6 88 15,0-10 24-15,12-2 40 0,5-11-52 16,6-6 116-16,13-2 92 15,0-1 148-15,17 0-24 0,11-3 152 0,7 3 616 16,9-5-284-16,8 2-196 0,4-5-160 16,4 0-76-16,-1-1 140 15,9-1 180-15,-8-5-460 0,4-1-132 0,-5-3-112 16,-4-3-12-16,1-3-64 0,-4-7-144 16,1-2-332-16,-10-7-388 0,-4-6-476 15,-7 6-1452-15,0-23-3789 0</inkml:trace>
  <inkml:trace contextRef="#ctx0" brushRef="#br0">20348 12827 8068 0,'0'0'4205'0,"0"0"-3337"0,0 0-152 15,95 44 472-15,-59-18 472 0,0-1-292 0,-5 4-496 16,5 3-316-16,-4-1-216 0,-4 4-44 15,-4 3-112-15,-4 3-184 16,0 0-40-16,-12 1-116 0,0 5-4 0,-8 1-24 16,0 4-84-16,-13-2 8 0,-2 7 76 15,-9-3 124-15,-4-1 60 0,0 2 4 16,-4-5 80-16,-4 1-8 0,5-7-16 16,-5 0-52-16,0-5-8 0,4-7-112 15,1-7-292-15,-1-5-372 0,8-11-304 0,-1-3-692 16,5-6-1168-16,9-3-3541 0,-1-19 1613 15</inkml:trace>
  <inkml:trace contextRef="#ctx0" brushRef="#br0">22232 12576 1368 0,'0'0'9873'16,"0"0"-7353"-16,0 0-824 0,0 0-752 0,0 0 76 15,0 0 488-15,0 0-500 0,84 13 112 16,-33-11-291-16,13 2-209 0,4-4-148 16,-4 0-160-16,0-6-128 0,-13 0-100 15,1-5-84-15,-9 3-48 0,-6-6-36 16,-1 5-112-16,-8-4-56 0,-9 0-404 15,-3 1-365-15,-8 2-379 0,-4-2-1216 0,0 2-2744 16,-8 1-3801-16</inkml:trace>
  <inkml:trace contextRef="#ctx0" brushRef="#br0">22666 12544 5216 0,'0'0'4984'0,"0"0"-2527"0,-11 95-853 15,11-53-264-15,0 9 12 0,0 3 52 0,0-1-312 16,0 5-380-16,0 3-372 0,0-3-156 16,-5 1-88-16,1-2-20 0,0-6-68 15,0-4-8-15,-3-2-4 0,3-11-48 16,4-4-44-16,-4-9-36 0,4-9-188 16,0-1-292-16,0-5-196 0,0-6-68 0,0 0-316 15,0 0-1064-15,0-10-2121 0,4 0-1411 16,-4-15 3036-16</inkml:trace>
  <inkml:trace contextRef="#ctx0" brushRef="#br0">22646 12986 10684 0,'0'0'1633'0,"0"0"-433"0,0 0 460 16,0 0 160-16,84 5-432 0,-56-1-416 15,0-4-336-15,4 0-268 0,7-6-212 0,-3-4-156 16,5-3-12-16,-2-2-392 15,4-2-268-15,2-1-52 0,-2 2-16 0,-2-3-664 0,-2 6-1680 16,-11 1-3265-16</inkml:trace>
  <inkml:trace contextRef="#ctx0" brushRef="#br0">23396 12646 4864 0,'0'0'6161'16,"0"0"-4349"-16,0 0-640 0,0 0-188 0,0 0 292 15,0 0 68-15,0 0-280 0,0 0-216 16,95 0-384-16,-67 0-280 0,0 0-104 15,-1-7-80-15,-3 4-160 0,0-3-364 16,-3-3-436-16,-2 2-264 0,1-3-1084 0,-12 8-2281 16,0-5-2959-16</inkml:trace>
  <inkml:trace contextRef="#ctx0" brushRef="#br0">23566 12697 220 0,'0'0'6800'0,"0"0"-4064"0,-31 67-931 15,23-34 39-15,-4 9 272 0,4 3-228 16,0 3-516-16,0-1-400 0,4 1-180 0,4 0-132 16,-3-4-176-16,3-3-91 15,0-6-33-15,3-7 104 0,5-2 56 0,4-10-184 16,4-3-192-16,3-4-144 0,9-6-60 16,-4-3-192-16,4-6-88 0,0-13-228 15,0-6-196-15,0-7-245 0,-3-7-595 0,-6 2-1364 16,-3-5-3177-16,-8 14-3751 0,-4-18 9728 15</inkml:trace>
  <inkml:trace contextRef="#ctx0" brushRef="#br0">23918 12791 8264 0,'0'0'5405'0,"0"0"-4429"0,23 74-80 15,-11-46 920-15,-4 4 132 0,0 1-356 0,4-8-435 16,-4-6-613-16,0-5-376 0,8-3-156 15,0-5-12-15,0-3-168 16,8-3-196-16,-1-6-257 0,5-8-255 0,4 0-356 16,0-12-952-16,-8 8-2620 0,16-15-1837 15</inkml:trace>
  <inkml:trace contextRef="#ctx0" brushRef="#br0">24380 12597 7504 0,'0'0'6241'0,"0"0"-4861"0,0 0-900 15,0 0-392-15,-84 81 640 16,56-47 828-16,0 7-240 0,-4 1-432 0,4-1-568 16,-4-2-256-16,0-2-60 0,4-2-12 15,-3-3-192-15,7-3-288 0,0-4-168 16,4-6-116-16,4-3-40 0,8-6-416 16,0-7-812-16,8-3-1204 0,0-3-2897 0,0-4 1765 15,4-12 4372-15</inkml:trace>
  <inkml:trace contextRef="#ctx0" brushRef="#br0">24408 12623 3244 0,'0'0'1044'0,"0"0"2224"0,0 0-276 16,0 0-847-16,0 0-717 0,83-37-316 0,-63 27-332 15,0 0-388-15,0 1-180 0,4-4-100 16,0 8-24-16,0-2 12 0,-1 3 48 15,1 4-72-15,-3 4 84 0,-2 5 376 16,5 3-116-16,-4 7-12 0,0 0-4 16,0 4-120-16,-9 2-112 0,6 1-160 0,-6-1 84 15,-2 0 100-15,-1 1-72 0,3-1-64 16,-7 4 24-16,1-3 28 16,-1-4-112-16,-4 0-8 0,0 3 4 0,0 1 4 0,-4-3-8 15,-1-2 4-15,1-2 4 16,0-7-232-16,1-1-112 0,-1-9-120 15,-4 2-216-15,8-4-12 0,-5 0-88 16,1-10-436-16,4-5-1968 0,0-8 143 0,9-9-123 16,-1 7-2084-16,7-29 4412 15</inkml:trace>
  <inkml:trace contextRef="#ctx0" brushRef="#br0">25671 12271 3956 0,'0'0'392'0,"0"0"4664"16,0 0-3171-16,0 0-285 16,0 0-184-16,-33 68 20 0,18-38-468 0,-10 9-332 0,-2 5-228 15,-5 7-72-15,-8 6-40 16,-3 10-52-16,-9 6-56 0,-4 10-44 16,-12 5 4-16,-8 10-32 0,-11 8-116 0,-9 2-72 15,-8-1-88-15,-8 5 60 16,-6-2-72-16,-2 1-12 0,-3 1 12 15,-5-1-64-15,5-4-12 0,-6-1 100 0,6-5 148 16,3-6 4-16,9-3 4 16,3-6-4-16,13-7 84 0,12-8-88 15,10-8-60-15,17-12-112 0,13-7-224 0,15-8-192 16,4-15-240-16,16-5-116 0,4-12-452 16,4-4-1104-16,0-7-2977 0,0-2 1281 0,8-16 3880 15</inkml:trace>
  <inkml:trace contextRef="#ctx0" brushRef="#br0">24861 13909 2440 0,'0'0'64'0,"0"0"-64"0,0 0 4484 16,0 0-2148-16,0 0-563 15,0 0-617-15,0 0-8 0,0 0 184 0,0 0-72 16,-51 89-132-16,46-47-200 16,2 5-88-16,-5 5-152 0,4 4-76 0,-4-2-100 15,4-6-120-15,0-1-128 0,0-8-164 0,4-11-100 16,0-6-44-16,4-6-104 0,4-6-156 15,4-7-112-15,4-3-144 16,3-7 44-16,6-12-96 0,-1-6-464 0,0-7-1324 16,-1 0-2817-16,-7 3-4127 0,0-5 9280 15</inkml:trace>
  <inkml:trace contextRef="#ctx0" brushRef="#br0">25129 14043 7036 0,'0'0'6737'0,"0"0"-4689"0,0 0-1244 15,0 0 168-15,99 6 692 0,-67-15-464 16,4-10-480-16,4-7-452 16,3-9-268-16,6-6-88 0,-6-4-484 0,-3-2-564 15,-4-1-400-15,-12 13-1592 0,-4-6-3033 16</inkml:trace>
  <inkml:trace contextRef="#ctx0" brushRef="#br0">25359 13602 768 0,'0'0'1868'16,"0"0"6000"-16,-19 101-5503 0,15-57-561 16,4 17-332-16,0-1 80 0,4 7-256 15,4 6-232-15,-5 0-356 0,5 6-208 16,-3-3-244-16,3 4-148 0,-4-5 28 0,-1 2-39 16,1-6-97-16,-4-5 0 0,0-6-8 15,4-3-89-15,-4-7-159 16,0-1-12-16,0-5-148 0,0-9 100 0,0-3-112 15,0-10-24-15,0-10-236 0,-4-6-172 16,0-6-332-16,-3-11-844 16,-6-12-176-16,2-11-1837 0,-1-11-1203 0,0 10 4376 15,-4-42-480-15</inkml:trace>
  <inkml:trace contextRef="#ctx0" brushRef="#br0">25870 13791 9384 0,'0'0'1617'0,"0"0"-357"0,0 0 372 15,99 71 48-15,-75-46-448 0,0 0-584 16,-4 4-364-16,-4 0-196 0,-8 3-88 16,-4 2-4-16,-4 1-96 0,-4 6-248 0,-16 0-188 15,-4 4-180-15,-4 0 0 0,-4 2-292 16,-7-2-304-16,-2-1-492 0,2-2-613 15,-1-1-415-15,-4-3-1352 0,0-3 3804 16,9-10 252-16,-21 6-696 0</inkml:trace>
  <inkml:trace contextRef="#ctx0" brushRef="#br0">27196 13360 6352 0,'0'0'6753'0,"0"0"-5421"0,0 0-184 15,0 0-92-15,0 0 176 16,0 0-196-16,0 0-140 0,0 0-124 0,0 0-276 16,0 0 4-16,116 9 145 0,-48-9-65 15,7-3-240-15,5 3-112 0,0-2-104 0,-1-2-72 16,-3 2-52-16,0-3-84 15,0-1-88-15,-1-2-80 0,-3-3-124 16,0 2-12-16,-1-4-145 0,-7-3-223 0,-4 1-304 16,-12-2-476-16,-8 2-1508 15,-12 2-2445-15,-13-3-3483 0</inkml:trace>
  <inkml:trace contextRef="#ctx0" brushRef="#br0">28296 12995 3892 0,'0'0'6352'0,"0"0"-5307"0,0 0-545 16,0 0 792-16,0 0 248 0,107 13-368 15,-66-5-432-15,2 6-352 0,6-1-164 0,-2 6 12 16,1 3 200-16,-8 6 156 0,-5 1-296 16,-7 2-124-16,-16 5-88 15,-12 2 4-15,-4 0 12 0,-15 3 8 0,-9 3 100 16,-13 3 28-16,-2 2-188 0,-5-2-36 15,0 1-12-15,9-6-8 16,2-11-80-16,14-6-68 0,7-9-188 0,12-6-200 16,4-10-284-16,16-7-376 0,11-8-912 15,-3-1-820-15,28-22-2189 0</inkml:trace>
  <inkml:trace contextRef="#ctx0" brushRef="#br0">29312 13049 7372 0,'0'0'8365'0,"0"0"-6589"0,0 0-1156 15,0 0-4-15,83-6 1100 0,-46-1-400 0,6 1-287 16,6-3-629-16,6-4-336 16,1-6-64-16,0-1-144 0,-1 2-136 0,-2-1-420 15,-10 3-93-15,-3 0-95 0,-9 0-288 16,-6 3-796-16,-9 0-1084 0,-8 7-1689 15,-12 3-335-15</inkml:trace>
  <inkml:trace contextRef="#ctx0" brushRef="#br0">29599 13014 8400 0,'0'0'4081'0,"-36"73"-2525"0,25-28-532 16,-6 9 236-16,2 6 456 0,-6 6-104 0,5-2-476 15,1 0-296-15,-2-7-399 0,10-7-237 16,-1-6-120-16,4-12-84 0,4-6-144 15,0-10-64-15,0-7-145 0,4-2-243 16,0-4-316-16,3-3-252 0,1-3-1028 16,-3-4-2120-16,3-2-629 0,-8 2-1339 0,0-8 6280 15</inkml:trace>
  <inkml:trace contextRef="#ctx0" brushRef="#br0">29468 13500 4104 0,'0'0'3020'15,"0"0"2317"-15,0 0-4165 0,0 0-296 16,0 0 184-16,99-35 572 0,-67 32-484 15,4-1-248-15,-1 1-408 0,2-3-260 16,-1 0-172-16,-8-1-60 0,-5-2-220 0,-3 3-332 16,-8 1-344-16,-4 3-232 0,-8 2-252 15,0 0-688-15,-8 0-1933 0,-19 9-747 16</inkml:trace>
  <inkml:trace contextRef="#ctx0" brushRef="#br0">29395 13694 3420 0,'0'0'7937'0,"0"0"-5457"0,0 0-948 0,0 0-576 15,-39 70 340-15,55-70-160 16,7 0-448-16,14 0-356 0,2-13-224 16,5 1-108-16,4-8-108 0,-4 0-592 0,-4 2-248 0,-4-5-192 15,-8 5-744-15,-9 1-2152 16,-3-1-3265-16</inkml:trace>
  <inkml:trace contextRef="#ctx0" brushRef="#br0">27419 12325 6280 0,'0'0'1064'0,"0"0"-336"0,0 0 1216 16,0 0-179-16,0 0-381 15,0 0-256-15,0 0-180 0,0 0-128 0,0 0-104 16,0 0-208-16,0 0-136 0,60-60-172 16,-47 57-52-16,2-1-60 0,5 4-76 15,-4 4-12-15,0 8-60 0,0 7-24 0,-4 3 8 16,0 10 76-16,-8 0 0 0,-1 5 0 16,2-1 48-16,-1 2 8 15,0-6-56-15,4-4-48 0,-4-2 48 0,8-7-8 0,-4-6-32 16,3-5-8-16,2-1 40 15,2-3-44-15,2-4-44 0,-2-6-152 16,5-7-712-16,0-6-528 0,0-4-772 0,-4 4-2165 16,8-13-2183-16</inkml:trace>
  <inkml:trace contextRef="#ctx0" brushRef="#br0">27758 12125 6988 0,'0'0'3036'16,"0"0"-847"-16,0 0-453 0,-12 86-120 15,8-54-172-15,4-1-440 0,-3 4-412 0,3 3-248 16,-4 6-96-16,-1 4-100 16,-3 6-148-16,4 6-4 0,-3 3-192 0,-6 8 152 15,5-5 36-15,1 2-44 0,-1-11-156 0,3-7-64 16,5-6 48-16,0-8 52 15,5-8-200-15,3-6-124 0,-1-2-136 16,1-11-148-16,1 1-340 0,-2-4-916 0,1-6-1209 16,0 0-2171-16</inkml:trace>
  <inkml:trace contextRef="#ctx0" brushRef="#br0">28292 12500 5092 0,'0'0'1692'0,"0"0"3009"0,0 0-2781 16,-35 89-348-16,18-55-84 0,1 1-268 15,-3 4 48-15,-6-2-176 0,5 1-324 16,-3-2-376-16,-1-8-172 0,0-2-148 16,4-4-60-16,0-9 60 0,0-1-72 15,5-5-64-15,-6-4-192 0,5 0-244 0,0-3-24 16,5 0 36-16,2-6 20 0,5-4 4 16,0-3 80-16,4-2-60 15,0-5 96-15,0-2 76 0,0 0 148 0,4 3 36 16,4 0 40-16,1 7 48 0,-2 1 212 0,5 9-40 15,4 2 100-15,4 0-72 0,0 9-128 16,4 0-72-16,0 8-60 0,-1-1-28 16,5-2 4-16,-3 6-68 0,-1 2-332 15,4-2-704-15,-4 2-1100 0,-5 3 384 16,1-6-2033-16,-4 6-2219 0</inkml:trace>
  <inkml:trace contextRef="#ctx0" brushRef="#br0">25033 15608 5320 0,'0'0'6441'0,"0"0"-5061"0,0 0-324 0,0 0 524 16,0 0-16-16,0 0-252 0,0 0-332 15,0 0-172-15,0 0-272 16,-52 13-268-16,56-19-96 0,8-7-28 0,4 0-12 0,8-6 4 16,4-3-63-16,4-3 75 15,7 2-76-15,1 7-72 0,0 4-36 16,4 5 36-16,-5 7 4 0,2 9 0 0,-2 10 4 16,1 7 4-16,-8 3-4 15,0 6-8-15,-4 0 72 0,-4 3-60 0,-4-3-4 16,-1 0-8-16,-6-7-76 0,2-3-84 15,-2-6-81-15,-5-2-331 16,3-8-76-16,-2-3 12 0,2-3-60 0,1-3-252 16,-3-3-556-16,6-12-1028 0,2-9-2005 15,-6 6-1559-15,1-26 2880 0</inkml:trace>
  <inkml:trace contextRef="#ctx0" brushRef="#br0">25754 15279 5732 0,'0'0'6373'0,"0"0"-4953"0,0 0-684 15,0 0-104-15,-56 69 236 0,33-34 124 16,-9 9-344-16,0 3-236 0,0 5 44 16,-4 1 220-16,-4 5-72 0,0-2-248 0,1 5-200 15,-2-4-88-15,2 0-68 0,-1-2-148 16,8-8 12-16,8-6-244 16,4-6-72-16,5-9-92 0,6-11-72 0,5-4-140 15,4-9-236-15,9-2-760 0,6-9-504 16,5-1-1949-16,12-15-2075 0</inkml:trace>
  <inkml:trace contextRef="#ctx0" brushRef="#br0">26519 15424 8280 0,'0'0'5021'0,"0"0"-3993"16,0 0-900-16,0 0 276 0,0 0 788 16,0 0 212-16,0 0-516 0,60 85-392 0,-52-46-16 15,-5 9-40-15,2 2 512 0,-5 2-440 16,0 1-328-16,0-2-184 0,0-4-136 16,4-3-20-16,0-6-112 0,4-6-256 15,-1-6-224-15,2-4-200 0,3-6-224 16,-1-10-656-16,6-6-704 0,-6 0-2101 0,2-12-1563 15</inkml:trace>
  <inkml:trace contextRef="#ctx0" brushRef="#br0">26774 15802 744 0,'0'0'1564'0,"0"0"6716"16,0 0-5623-16,0 0-1057 0,0 0-744 0,0 0-88 16,0 0 548-16,91-6-144 0,-54 6-472 15,6 0-308-15,13 0-24 16,4-7 156-16,12 1 24 0,3-4-292 0,13-2-256 15,3-1-4-15,5 0-8 0,4 4 12 16,0-5-12-16,-5 6-52 16,-7-5-80-16,-9 1-624 0,-7 1-344 0,-16 2-240 0,-8 2-1104 15,-16 1-2777-15,-16 3-4859 0</inkml:trace>
  <inkml:trace contextRef="#ctx0" brushRef="#br0">27930 15544 7504 0,'0'0'6045'0,"0"0"-5905"0,0 0-136 0,0 0 264 16,0 0 632-16,84 22 168 0,-56-15-236 15,3-1-200-15,5 1-112 0,-4 3-72 16,0-1-92-16,0 1-252 0,-8 2-104 16,-9 4-124-16,-2 3-12 0,-9 3-136 15,-4 3 112-15,0 4-76 0,-17 6-184 0,-7 3 8 16,-4 0 188-16,1 4 12 0,-10 2-36 15,2-2-156-15,-1-4-212 0,4-4-268 16,4-4-568-16,4-11-1181 0,9-8-1935 16,2-8-200-16,5-9 3736 0</inkml:trace>
  <inkml:trace contextRef="#ctx0" brushRef="#br0">29647 15186 3240 0,'0'0'9345'15,"0"0"-7957"-15,0 0-804 0,0 0-92 0,0 0 388 16,0 0 424-16,72 76-192 0,-69-41-508 16,-3 9-184-16,-7 4-284 0,-10 0 108 15,-2 2-84-15,-5-2 72 0,-4-4-76 16,0-2-68-16,0-4 20 0,-4-4-108 16,0-1 76-16,-4-5-76 0,-3 1-4 15,-2-4-108-15,2-6-72 0,-1-6-60 0,8-7-124 16,1-6-36-16,3 0 72 0,7-6-60 15,2-7 340-15,7-3 52 0,4-4-60 16,8-5-40-16,0 3-36 0,0-3 0 16,4 6 128-16,12 3-128 0,3 6-184 0,5 8 168 15,8 2 152-15,8 0 244 16,4 12 104-16,4 2-272 16,0 4 108-16,3 4-96 0,1 1-16 0,4-1-24 0,0 3 28 15,8 0 20-15,-5-2-96 16,1-5-296-16,4 1-672 0,0-3-848 0,-21-2-3241 15,21-2-4095-15</inkml:trace>
  <inkml:trace contextRef="#ctx0" brushRef="#br0">30508 15938 13545 0,'0'0'2288'0,"0"0"-2288"16,0 0-2580-16,-84-29-5585 0,36 18 3078 0</inkml:trace>
  <inkml:trace contextRef="#ctx0" brushRef="#br1">17594 1165 2736 0,'0'0'11969'0,"0"0"-10561"16,0 0-1332-16,-99-51-24 0,67 42 64 16,0 2 256-16,0 7 16 0,-4 0 96 15,-3 10-76-15,-2 9 0 0,-2 9 72 16,-5 7-24-16,0 13-140 0,-8 12-96 0,0 11 4 15,-3 11-56-15,-1 6 16 0,-4 14 36 16,4 3-12-16,8 6-64 0,1 3-80 16,15 0-60-16,4-3-4 0,16 1-12 15,16-10-76-15,4-4 88 0,20-3 8 16,12-9-8-16,12-10 76 0,12-6 188 16,7-13-32-16,17-9-96 0,8-11-16 0,11-7-23 15,9-14-85-15,12-7 60 0,7-9 16 16,0-4-84-16,4-14-4 15,1-15-156-15,-1-4-125 0,1-14 41 0,-4-6-88 16,-5-10-28-16,-4-3 4 0,-7-9-16 16,-13-4 112-16,-11-5 12 0,-8-8 48 15,-13-5-176-15,-11-3 16 0,-11-5 84 16,-10-2 272-16,-11 3 52 0,-13 0 120 16,-15 2-164-16,-11 6 348 0,-21 11-252 0,-20 3-104 15,-16 10-124-15,-19 9-160 0,-17 10 212 16,-27 19-112-16,-16 15 84 0,-21 20 88 15,-20 13 12-15,-14 25-64 0,-21 19-72 16,-16 16 16-16,-21 18 56 0,-15 18-480 16,-15 17-1576-16,-1 20-12 0,67-33-705 0,-98 79-3487 15</inkml:trace>
  <inkml:trace contextRef="#ctx0" brushRef="#br1">29647 12481 1564 0,'0'0'1072'0,"0"0"-500"15,0 0 1684-15,0 0 640 0,0 0-1056 16,0 0-639-16,0 0-225 0,0 0-276 0,0 0-36 15,0 0 48-15,-76-51-120 0,52 51-76 16,-3 0-40-16,-10 3-120 0,5 7-68 16,-3 3-64-16,-5 9 124 0,-4 6-76 15,0 10 64-15,1 7-40 0,-5 12-96 16,-1 6 8-16,2 11 12 0,-1 8 124 0,4 6 320 16,1 5-396-16,-1 2-132 0,0 0-136 15,7 1-56-15,6-5 48 16,7-2-56-16,8 1-8 0,12-8-52 0,4-6 20 15,17-6 100-15,14-3-64 0,9-11-20 16,12-4-32-16,3-5 8 16,14-5 12-16,-2-11 4 0,5-9-52 0,4-9-36 15,7-9 48-15,5-8-48 0,-1-12-64 16,9-12-36-16,3-11-12 0,2-8 48 16,-2-6 136-16,-4-5 36 0,1-9-24 0,-8 1-24 15,-13-11 124-15,-3-2 76 16,-8-10 24-16,-4 0-96 0,-17-5-4 0,-3-2-4 15,-12-2-208-15,-8 5 148 0,-12 8-136 16,-4 2 88-16,-8 10 112 0,-15 9 200 16,-9 10-12-16,-13 7-112 0,-6 12-72 15,-13 7-4-15,-11 9-76 0,-13 8-60 16,-12 8-64-16,-8 3-224 0,-16 7 56 0,-7 8-96 16,-8 5-384-16,-5 5-344 0,-3 1-936 15,35-4-2041-15,-55 13-2779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cm"/>
          <inkml:channel name="T" type="integer" max="2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cm"/>
          <inkml:channelProperty channel="T" name="resolution" value="1" units="1/dev"/>
        </inkml:channelProperties>
      </inkml:inkSource>
      <inkml:timestamp xml:id="ts0" timeString="2023-07-06T02:38:2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12216 6536 6020 0,'0'0'2388'0,"0"0"-1584"15,0 0 3129-15,0 0-2697 0,0 0 176 0,0 0-272 16,0 0 112-16,0 0-288 0,0 0-204 16,0 0-88-16,4-14-76 0,11 14 36 15,5 0 13-15,4 6-53 0,8-6-132 0,4 6-160 16,4-6-104-16,-1 0-64 0,2 0-60 15,-2 0-24-15,-3-6-48 0,0-5-144 16,0 3 48-16,-9-5-40 0,6 1-248 16,-10-5-100-16,-3 4-88 0,-4 1-8 15,-4-1-53-15,-4 6-123 0,-8 2-368 16,0-2-652-16,-8 4-380 0,1 3-2092 16,-21 0-1257-16</inkml:trace>
  <inkml:trace contextRef="#ctx0" brushRef="#br0">12431 6477 9108 0,'0'0'1296'0,"0"0"29"0,0 0-633 0,-9 76 192 0,13-41 424 15,1 3 64-15,3 6-132 0,3 1-412 16,-7 6-248-16,5 0-124 0,-5 5-172 0,-4 5-52 16,0-4 0-16,-4 4-24 0,0-10-96 15,-1-4-108-15,1-6-4 16,4-6-76-16,0-7-44 0,0-8 20 0,0-5-96 15,4-8-96-15,5-4-248 16,-2-3-348-16,1 0 80 0,5-10-208 0,-6-5-416 16,5-5-772-16,-4 4-2041 0,4-18-1251 15</inkml:trace>
  <inkml:trace contextRef="#ctx0" brushRef="#br0">12590 6859 11177 0,'0'0'1872'0,"0"0"-716"15,0 0-444-15,0 0 796 0,0 0-276 16,0 0-376-16,79 5-304 0,-55-5-148 16,0 0-288-16,4-5-116 0,0-6-84 15,0-2-288-15,4-5-488 0,-4 1-108 16,-1 2-344-16,-3-4-988 0,-7 6-2469 0,-2-4-3463 16</inkml:trace>
  <inkml:trace contextRef="#ctx0" brushRef="#br0">12327 5496 3876 0,'0'0'340'0,"0"0"3956"0,0 0-3076 16,0 0 573-16,0 0-297 0,0 0 56 16,0 0-80-16,0 0-232 0,0 0-272 15,0 0-156-15,0 0-124 0,8 63-200 16,-4-31-144-16,-4 3-152 0,4 3-128 15,0 3-4-15,-4 1-60 0,0-1-132 16,0 3 72-16,0 1-112 0,0 0-96 0,0-1-24 16,0-3-148-16,0-6-152 0,0-10-84 15,0-8-204-15,4-9-496 0,4-4-1124 16,-5-4-2473-16,10-4-755 0</inkml:trace>
  <inkml:trace contextRef="#ctx0" brushRef="#br0">11964 4426 1564 0,'0'0'6624'16,"0"0"-3960"-16,0 0-955 0,0 0-941 16,0 0-168-16,0 0 44 0,0 0-164 15,0 0-240-15,0 0-12 0,0 0 72 0,0 0 144 16,-16-35-84-16,16 35-124 0,0 0 116 16,0 0 292-16,0 0-272 0,0 0-212 15,0-3 24-15,0 3 136 0,4 0-160 16,0 0-12-16,4-4 84 0,4 4 88 15,4 0-124-15,8-2 0 0,0 2-116 16,0-4-80-16,4 1-48 0,0-4-12 16,4 0 44-16,4-1-44 0,-4-3-36 0,-1 3-176 15,-3-2-108-15,0 0-36 0,-8 1-224 16,0 2-204-16,-8 4-128 0,-4 0-60 16,-4 3-192-16,-4 0-204 0,0 0-677 15,-4 0-1847-15,-1 0-1244 16</inkml:trace>
  <inkml:trace contextRef="#ctx0" brushRef="#br0">12036 4384 912 0,'0'0'668'16,"0"0"-116"-16,0 0-544 0,0 0 124 15,0 0 2424-15,0 0-940 0,0 0-668 16,0 0 456-16,0 0-176 0,0 0-223 16,0 51 11-16,0-41-16 0,4-1-212 15,-4 1-216-15,4-4-28 0,-4 1-52 0,4 0-140 16,-4-2-76-16,0 2-96 15,4-1-68-15,-4 3-64 0,4 1 28 16,0 0 36-16,0 1-88 0,-4 3-20 0,4 5-4 16,0 3 4-16,0 0 160 0,0 7-76 15,-4 0 60-15,0 3-108 0,0-1-40 16,0-3-4-16,0 1-68 0,0-3-80 16,4-7 148-16,-4-4-156 0,3-2-4 15,-3-4-96-15,5-2-8 0,-5-1 16 0,0-2-328 16,4-2-240-16,-4 3-324 0,0-5-792 15,0 0-1221-15,4 0-1183 16</inkml:trace>
  <inkml:trace contextRef="#ctx0" brushRef="#br0">12076 4803 1760 0,'0'0'744'0,"0"0"-560"0,0 0 2056 16,0 0 1052-16,0 0-1196 0,0 0-715 15,0 0-65-15,0 0-144 0,0 0-136 16,56-67-132-16,-36 59-76 0,-1 1-180 15,2-3-216-15,-1 4-272 16,-5-1-108-16,2 1-52 0,-2 0-88 16,-3-1-36-16,0 5-72 0,-4-2-128 0,-4 4-284 15,-4 0-172-15,0 0-264 0,0 0-336 16,0 0-716-16,0 0-1785 0,-4 11-67 16</inkml:trace>
  <inkml:trace contextRef="#ctx0" brushRef="#br0">12040 4921 1760 0,'0'0'1916'0,"0"0"-1120"0,0 0-312 16,0 0 2336-16,0 0-1328 0,0 0-96 16,0 0-43-16,0 0-421 0,0 0-104 0,0 0-104 15,0 0-180-15,75 15-228 0,-58-15-64 16,-2 0-116-16,5-2-48 0,1-4-88 15,-2-1-56-15,5-3-84 0,0 2-36 16,0-3-164-16,1 3-392 16,-2-3-552-16,1 2-780 0,-8 2-1017 15,7 1-1747-15</inkml:trace>
  <inkml:trace contextRef="#ctx0" brushRef="#br0">16426 5867 7860 0,'0'0'4177'16,"0"0"-2541"-16,0 0-508 0,0 0 204 15,0 0 204-15,0 0-16 0,0 0-320 0,0 0-348 16,17-73-352-16,22 57-99 0,17 1-1 16,12-1 12-16,-1-3-40 0,2 6-248 15,-5 1-112-15,-13 5-12 0,-7 0-4 0,-8 4-96 16,-4 1-44-16,-4-2-156 0,-4 4-124 16,-9 0-76-16,2 0-81 15,-10 0-211-15,-3 0-444 0,0 6-888 0,-4 0-576 16,-4-2-1361-16,-11 5-1543 0</inkml:trace>
  <inkml:trace contextRef="#ctx0" brushRef="#br0">16754 5848 3008 0,'0'0'6180'0,"0"0"-4940"15,0 0 9-15,-36 80-145 0,23-42 448 16,6 9-128-16,-5 7-156 0,-1 3-512 0,2 7-248 15,-1 0-236-15,0 1-272 0,-4-1 0 16,4-6-88-16,4-11-96 0,0-5 36 16,8-11 88-16,0-9-88 0,0-6-4 15,4-6-332-15,4-7-768 0,0 4-840 16,0-7-3249-16</inkml:trace>
  <inkml:trace contextRef="#ctx0" brushRef="#br0">16845 6315 12717 0,'0'0'1388'0,"0"0"-300"0,0 0 196 15,0 0 292-15,92-4-440 0,-56 4-400 0,-5 0-580 16,5 0-156-16,-4 0-80 16,-8 0-188-16,0 6-480 0,-4 1-376 0,-12 5-788 15,-4-1-2056-15,-8 11-3013 0</inkml:trace>
  <inkml:trace contextRef="#ctx0" brushRef="#br0">16806 6692 11537 0,'0'0'2060'16,"0"0"-792"-16,0 0-176 0,0 0 796 15,0 0-484-15,87-3-472 0,-55 0-336 0,8-3-280 16,-4-4-316-16,-1 4-112 15,5-6-228-15,-4 2-368 0,0 0-248 0,0 0-676 0,0-2-1308 16,-8 6-3329-16,7-7-1103 0</inkml:trace>
  <inkml:trace contextRef="#ctx0" brushRef="#br0">17801 6242 13521 0,'0'0'1824'16,"0"0"-1184"-16,0 0 412 0,0 0-60 16,88-3-484-16,-60-4-508 0,0 1-112 0,4-4-792 15,0 4-432-15,-13 0-1672 0,9-1-4625 16</inkml:trace>
  <inkml:trace contextRef="#ctx0" brushRef="#br0">17798 6496 13805 0,'0'0'1720'0,"0"0"-888"0,0 0-472 0,0 0 832 0,0 0-180 15,0 0-236-15,103 26-56 16,-59-31-464-16,7-7-208 0,9-1-48 16,0-6-256-16,0 5-380 0,0-6-468 0,-1 0-816 15,-15 8-2048-15,12-10-2701 0</inkml:trace>
  <inkml:trace contextRef="#ctx0" brushRef="#br0">18654 5781 13697 0,'0'0'1972'0,"0"0"-1328"15,0 0-208-15,0 0 624 0,0 0 368 16,0 0-132-16,0 0-260 0,104 32-535 16,-65-29-237-16,6-3-104 0,-6 0-160 15,4-6-104-15,2 0-136 0,-6-4-273 0,-3-3-263 16,-4 4-360-16,-8 0-528 0,-4-1-1020 16,-4 4-2457-16,-12-1-1639 15</inkml:trace>
  <inkml:trace contextRef="#ctx0" brushRef="#br0">18885 5778 7112 0,'0'0'2592'0,"0"0"-1079"15,-24 64-501-15,16-29 484 0,0 10 300 0,-3 8-180 16,-2 7-428-16,2 8-460 0,-6 1-260 16,6 7-176-16,-2-2-108 0,2-2-48 15,3-2-136-15,-5-3 4 0,2-4-4 0,3-5 0 16,0-5-8-16,0-8-68 0,4-4-32 15,4-9-4-15,0-3-72 16,0-11-84-16,0-2-124 0,4-3-264 0,-1-9-136 0,6-1-116 16,-1-3-312-16,3-10-768 15,-7 0-2349-15,9-12-1783 0</inkml:trace>
  <inkml:trace contextRef="#ctx0" brushRef="#br0">18861 6369 13893 0,'0'0'1340'0,"0"0"-636"0,0 0-696 16,0 0 336-16,0 0 416 0,0 0 556 0,91 0-456 0,-54-3-480 15,3-7-296-15,7 1-84 0,1-4-64 16,0-4-144 0,4 5-392-16,-8-4-624 0,-4 0-840 0,-12 7-2532 0,3-7-1569 15</inkml:trace>
  <inkml:trace contextRef="#ctx0" brushRef="#br0">19690 5994 10244 0,'0'0'2121'0,"0"0"-1085"0,0 0-388 0,0 0 404 0,-60 79 296 0,41-41-44 15,2 10-340-15,2 6-460 0,-6 10-272 16,6 2-108-16,-1 4-40 16,0 3-84-16,7-9-44 0,9-4-52 0,0-9-64 15,21-13 36-15,7-6-184 0,7-10-160 16,14-6-60-16,6-13-68 0,1-3-28 0,3-9-332 16,5-11-1152-16,-20 5-2725 0,24-24-2627 15</inkml:trace>
  <inkml:trace contextRef="#ctx0" brushRef="#br0">20574 5800 496 0,'0'0'12353'0,"0"0"-10965"15,0 0-1236-15,0 0 216 16,0 0 412-16,56 84 412 0,-44-51 260 0,-3 9-648 15,-5 6-364-15,-1 9-132 0,-3 1-4 16,-12 5-132-16,-4 4-36 16,-12-4-52-16,0 0-16 15,-7-2-68-15,-1-4-4 0,0-6 4 0,0-10 8 0,9-7 56 16,-1-8-4-16,4-4 60 0,-1-6 88 16,5-3-48-16,1-7-40 0,-1-2-36 0,-1-4-84 15,2 0-60-15,6-6-160 0,2-5-60 16,3-8 48-16,4-2-72 0,-1-5 36 15,5-6 120-15,0 1-60 0,5-8 48 16,-1 4 156-16,4 5 4 0,-4 0 0 16,0 8 0-16,4 9-8 0,0 4 8 15,4 5 124-15,0 4-40 0,7 0 28 16,6 7 60-16,6 2 48 0,1 7-52 0,4 3-20 16,4 1 24-16,8-2-16 0,0-2 40 15,-1 1-100-15,5-5-96 0,0-5-192 16,0-5-272-16,-4-2-196 0,-1-2-248 15,-6-5-364-15,-2-5-856 0,-11 1-2925 0,4-11-3315 16</inkml:trace>
  <inkml:trace contextRef="#ctx0" brushRef="#br0">21583 6013 10244 0,'0'0'3977'0,"0"0"-2617"15,0 0-176-15,43 64 476 0,-35-38-212 0,-3 2-200 16,-1 0-287-16,-4 7-393 0,0 6-252 16,0 4-124-16,-13 3-156 0,-6 5-36 15,-5 1-108-15,-4 3 24 0,-8 1-136 16,0-1-168-16,-4 0-120 0,4-4-209 16,-7 2-151-16,-2-1-172 0,2-3-524 15,-6 3-1180-15,14-19-2213 0,-29 16-1123 0</inkml:trace>
  <inkml:trace contextRef="#ctx0" brushRef="#br0">7406 11265 14221 0,'0'0'2368'0,"0"0"-1536"16,0 0-644-16,0 0 268 0,0 0 656 0,0 0-168 15,0 0-92-15,88-14-364 0,-44 14-232 16,-1 0-87-16,6 7-61 16,-10 3-20-16,1 0-16 0,-3-1-72 0,-2 4-8 15,-7-4-104-15,-1-6 4 0,-3 0 96 16,-3-3-233-16,-1 0-179 15,-5-9-244-15,2-7-140 0,-6 0-508 0,-3-3-1200 0,-4 1-2625 16,-4 1-2543-16,-8-2 6288 16</inkml:trace>
  <inkml:trace contextRef="#ctx0" brushRef="#br0">7621 11237 8052 0,'0'0'6169'0,"0"0"-4545"0,-23 94-704 15,19-49 124-15,-1 5 272 0,5 5-260 16,-4 1-168-16,4 2-364 0,0-4-316 16,-4 0-159-16,1-4-49 0,-5-6-121 0,4 2-195 15,-5-8-196-15,2-10-88 16,3-9-36-16,0-6-236 0,4-7-572 16,-4-6-1420-16,4 0-2421 0,0-6-1927 0,0-10 6884 15</inkml:trace>
  <inkml:trace contextRef="#ctx0" brushRef="#br0">7581 11678 11809 0,'0'0'1856'0,"0"0"-868"0,0 0 284 15,100 0 120-15,-72 0-368 0,0 0-296 16,0 0-236-16,-8 0-356 0,-1 0-136 16,-2 0-172-16,-6 0-88 0,-2 0-488 15,-5 3-404-15,-4 6-804 0,0 4-2492 16,0-1-2169-16,-17 17 2445 0</inkml:trace>
  <inkml:trace contextRef="#ctx0" brushRef="#br0">7649 11989 11309 0,'0'0'1768'0,"0"0"-976"0,0 0 600 16,0 0-24-16,0 0-36 16,76 0-124-16,-36 0-264 0,-1-4-200 15,6 2-208-15,-2-5-136 0,2 0-231 16,-2 2-105-16,1-2-64 0,4 0-12 0,-4 1-181 15,-1-4-307-15,1 1-536 0,0-4-324 16,-8 7-1596-16,16-7-4873 0</inkml:trace>
  <inkml:trace contextRef="#ctx0" brushRef="#br0">9063 11639 12925 0,'0'0'5600'0,"0"0"-5000"0,0 0-464 16,21 86-24-16,-17-51 512 0,-4 2 448 15,0 3-524-15,0 1-548 0,0-7-48 16,0 1-148-16,0-4-192 0,0-1-208 16,-4-12-212-16,4-5-312 0,-4-9-1268 15,0-4-3021-15,0 0-4275 0,-8-20 9460 0</inkml:trace>
  <inkml:trace contextRef="#ctx0" brushRef="#br0">8925 11350 1880 0,'0'0'14229'16,"0"0"-12245"-16,0 0-1296 0,0 0-132 0,0 0 264 15,0 0-320-15,0 0-500 0,0 0-392 16,0 0-736-16,95-44-696 0,-79 38-3340 15,4 2-6381-15</inkml:trace>
  <inkml:trace contextRef="#ctx0" brushRef="#br0">9475 11462 7764 0,'0'0'9013'0,"0"0"-7413"0,0 0-888 16,-37 72-84-16,25-53 324 0,5 0-344 0,-1-2-460 15,3-9-148-15,5 6-148 0,0-5 28 0,9 1 20 16,-2 3-20-16,9-1-124 0,4-2-108 16,-3 3 156-16,2-1 128 0,1-2 68 15,0 2 52-15,-4-2-4 0,0 2-44 16,0-2 0-16,-4-1 8 16,-4 5 0-16,-4-5-8 0,0 0 4 0,-4 1-8 15,0 3-128-15,-4 2-104 0,-13-1 48 16,2 0 4-16,-5 0-116 0,-4 2-208 0,-8-7-336 15,0 4-552-15,0-4-992 16,-8-2-2501-16,12-1-3115 0,-11-6 7740 16</inkml:trace>
  <inkml:trace contextRef="#ctx0" brushRef="#br0">10386 11030 10480 0,'0'0'1981'16,"0"0"-873"-16,0 0-156 0,0 76 792 16,0-32-288-16,4 13-184 0,5 4-268 15,-5 5-272-15,3 4-172 0,1-3-208 0,1-1-95 16,-1-6-125-16,-5-6-120 0,5-12-4 15,-4-7 0-15,5-13 0 0,-2-5-8 16,-3-12-48-16,4-1-253 0,-4-2-27 16,5-2-148-16,-6-2-244 0,1-7-124 15,0-1-560-15,-4-6-2460 0,0-3-2929 0,-4 3-399 16</inkml:trace>
  <inkml:trace contextRef="#ctx0" brushRef="#br0">10251 11478 6732 0,'0'0'2092'0,"0"0"1865"0,0 0-2113 16,0 0-436-16,0 0 44 0,0 0-104 0,0 0-172 16,0 0-40-16,88 3-359 0,-56-3-329 15,0 0-192-15,3 0-160 0,-3-3-96 16,-4-4 0-16,0-2-240 0,0-5-417 16,-5 9-315-16,1-8-116 0,-3 6-488 15,-1 2-2208-15,-8-2-2513 16,3 7-1810-16</inkml:trace>
  <inkml:trace contextRef="#ctx0" brushRef="#br0">10757 11372 6320 0,'0'0'524'0,"0"0"3344"0,0 0-2955 0,0 0-1 16,0 0 620-16,88 32 96 16,-68-13-176-16,-1 6-436 0,1 1-240 0,-3 3-148 15,-6-1-104-15,-3 5-60 0,1-2-108 0,-5 4-40 16,-4-3-132-16,0-1-172 15,-4-2-12-15,-5-4-8 0,1-5-68 0,5-2 76 16,-1-8-4-16,0-4-8 0,4-3 12 16,0-3 44-16,0 0-44 0,0-3 4 15,0-3-4-15,8-11 88 16,-5-1-80-16,5-5-8 0,1-5-40 0,2 0-192 16,-3-4-36-16,9 6-84 0,-6 0-76 15,6 5-184-15,-2-2-164 0,5 7-448 16,-4 1-1104-16,0 2-2169 0,3 4-2291 0,-2-1 4624 15</inkml:trace>
  <inkml:trace contextRef="#ctx0" brushRef="#br0">11331 11509 732 0,'0'0'1148'0,"0"0"3860"0,0 0-1828 16,0 0-1427-16,0 0-397 0,0 0 140 15,0 0-172-15,0 0-36 0,-84 51-184 16,72-22-196-16,5 0-84 0,-6 2-116 16,5 1-124-16,1-7-87 0,3-6-193 15,-1-7-184-15,5-2-76 0,0-7-44 16,0-3 0-16,0 0 0 0,9 0-76 0,-2-6-80 15,5-4 32-15,4-5-32 0,-4-4-77 16,1 0-131-16,2-4-24 0,-2 8 108 16,-2-5 12-16,1 8 8 0,0 2 64 0,0 4 76 15,-4 6-24-15,4 0 144 0,0 6 220 16,-1 4 36-16,-2 5 52 16,-1-2 8-16,-1 3 0 0,2-3-72 0,-5-3-96 15,0-1-148-15,0-3-4 0,-1-6-144 16,1 0 52-16,4 0-160 0,-3-3-244 15,6-6-136-15,1-4-76 0,1-4-632 16,-2-1-1208-16,1-4-1604 0,0 3-973 0,0 3 349 16,-3-3 4776-16,2 6 4 0,1 0-784 15,0 4 784-15,0 2 1672 16,-4 7-876-16,0 0 3304 0,-4 7 2005 16,4 5-4073-16,-4 7-836 0,0 4-48 0,-1-2 224 15,-3 5-36-15,0 0-152 0,0-4-319 16,0-9-357-16,0-1-252 0,0-5-216 0,4-4-40 15,1-3-76-15,-1 0-20 16,7-3 24-16,2-7-144 0,2-2-76 16,2-4-24-16,2-3-13 0,-2-1-47 15,-2 5 72-15,1-1 144 0,0 6 52 0,0 1 32 16,-4 5 16-16,0 4 60 0,-4 0 196 0,0 4 108 16,0 5 84-16,-5 1 64 15,6 6-99-15,-5-1-125 0,0 2-128 16,0-2 8-16,0 5-108 0,-1-8 0 15,2 4-232-15,-1-3-437 0,0-4-279 16,0 4-116-16,7-7-572 0,6 0-2760 0,7 1-4073 16,-5-7 3797-16,22 0 4216 0</inkml:trace>
  <inkml:trace contextRef="#ctx0" brushRef="#br0">12821 11251 10316 0,'0'0'7273'0,"0"0"-6161"16,0 0-1016-16,0 0-96 0,0 0 480 16,0 0 440-16,0 0 604 0,112 17-711 0,-65-17-477 15,5 0-224-15,4 0-4 0,4 0 96 16,3 0 16-16,-7-3-112 15,0 0-108-15,-8-1 0 0,-4-3-84 0,-8-1-196 16,-4 2-216-16,-8-1-280 0,-5 0-97 16,-6 4 141-16,-6-3 8 0,-7 6-320 0,0 0-588 15,-12 0-656-15,-11 4-952 16,-9 1-2417-16,-5 9 1277 0,5-5 4172 16,-28 13 12-16</inkml:trace>
  <inkml:trace contextRef="#ctx0" brushRef="#br0">12929 11458 3232 0,'0'0'8'15,"0"0"9405"-15,0 0-7593 0,0 0-988 0,-41 73-152 16,62-60 896-16,3 3 52 0,11-7-272 16,5 0-500-16,8-2-383 0,4-7-181 15,3 0-148-15,-3-2-48 0,0-9-96 0,-8-1-216 16,4-4-405-16,-8-3-95 16,-8-3-44-16,-5 0-268 0,-6-4-1024 0,-6 1-2404 15,-2 3-2397-15,-13-10 2017 0</inkml:trace>
  <inkml:trace contextRef="#ctx0" brushRef="#br0">12873 10964 11821 0,'0'0'3096'0,"0"0"-2068"0,0 0-812 16,-80 68 136-16,57-38 720 0,-5 1 188 0,3 7-388 15,-3 3-384-15,1 7-280 0,-1 3-48 16,3 3-52-16,2 3 24 0,-1-2 4 16,8-2 60-16,4-9 84 0,8-9 425 0,4-7-305 15,0-7-100-15,8-9-92 0,8 4-88 16,4-7-56-16,4 4-64 0,4-3-60 16,4-1-36-16,3-6 0 0,1-3-220 15,1 0-120-15,6-9-185 0,4-7-71 16,6-6-64-16,2-7-224 0,1-2-1084 0,4-11-2688 15,-20 10-3853-15,24-22 6597 16</inkml:trace>
  <inkml:trace contextRef="#ctx0" brushRef="#br0">13754 10865 13649 0,'0'0'1820'0,"0"0"-1216"16,0 0-224-16,43 76 156 0,-26-45 740 0,-6 1-244 15,-3 1-404-15,4-2-348 0,-4-3-108 16,4 4-28-16,-8 0-32 0,4 0-16 16,-8-1-84-16,0 8-12 0,0-5-4 0,-8 1-152 15,-8 3-52-15,0 1-76 0,-4-1-144 16,-4 0-12-16,0 3 24 0,-4-2-240 16,-4-2-296-16,8-8-204 0,1-4-240 15,3-6-360-15,3-6-1433 0,6-4-3531 0,3-9 4840 16</inkml:trace>
  <inkml:trace contextRef="#ctx0" brushRef="#br0">15116 11048 9248 0,'0'0'4573'16,"0"0"-3485"-16,0 0-556 0,0 0 132 15,0 0 428-15,0 0-240 0,0 0 100 0,111-30-316 16,-67 11-268-16,9-2-208 16,-2 2-148-16,1-3-12 0,-5 3-40 0,1 4-12 15,-8 2 48-15,-4 6-92 16,-8 7 24-16,0 0 8 0,-8 17 64 0,-5 5 12 15,-2 9 136-15,-9 11-12 0,-4 9-40 16,0 3 52-16,-4 6-40 0,-4 3 52 16,-1 4-28-16,-2 3 28 0,-1 3 0 15,-4 0 56-15,-1-3 112 0,6-9-47 0,-1-8-121 16,4-15-96-16,0-6-64 16,4-9-60-16,0-9 12 0,4-3-76 0,-4-5-109 15,0-4-131-15,4-2-244 0,-8 0-368 16,0-5-340-16,-7-5-1628 15,2 1-3765-15,-15-7-1767 0</inkml:trace>
  <inkml:trace contextRef="#ctx0" brushRef="#br0">15156 11537 8096 0,'0'0'7789'0,"0"0"-6489"0,0 0-800 15,84 13-192-15,-49-13 348 0,1 0 448 16,0-3-336-16,-1-7-448 0,2 4-320 0,-9-6-52 15,-1 2-360-15,-7 4-336 0,-7-1-260 16,-5 4-464-16,-8 3-1308 16,-4 10-2417-16,-9-1-2543 0,-19 20 7360 15</inkml:trace>
  <inkml:trace contextRef="#ctx0" brushRef="#br0">15056 11874 12165 0,'0'0'2280'0,"0"0"-740"0,0 0-376 16,0 0 336-16,0 0-104 0,0 0-516 0,100 38-332 15,-52-38-256-15,3-12-123 16,9-7-45-16,4-7-60 0,-5 1-64 16,5-1-184-16,5-2-361 0,-6-1 57 0,1 1-696 15,-4-1-528-15,0 4-3860 0,-21 3-5833 16,25-13 10374-16</inkml:trace>
  <inkml:trace contextRef="#ctx0" brushRef="#br0">16997 10706 15497 0,'0'0'2488'15,"0"0"-1920"-15,0 0-556 0,32 70-12 0,-29-28 540 16,-3 8 676-16,-3 10 24 0,-9 11-547 15,-4 1-281-15,-5-2-208 0,-2 3 40 16,-5 0-100-16,-4-3-64 0,-3-4-80 16,2-5-12-16,-3-8-48 0,4-7 60 15,0-11 40-15,4-10-36 0,0-3-4 0,0-9-144 16,5-7-84-16,-5-3-112 16,4-3-168-16,0-13-125 0,5-6 25 15,2-6 32-15,10-4 136 0,3-8 72 16,4-8-84-16,0-3 156 0,4 0 208 0,3 7-20 15,5 6 36-15,4 10 72 0,-4 12 360 16,4 10 68-16,5 3 136 0,-2 6-64 16,1 7-132-16,4 6-148 0,-4 1-52 15,4 5 16-15,0 0-64 0,4 0 4 0,-4-2-28 16,-1-1-96-16,1 0 0 0,0-6-84 16,-3-1-244-16,-2-2-232 15,1-3-176-15,-4 2-108 0,4-1-924 0,-5 1-2428 16,6-3-2101-16,-10-5-351 0</inkml:trace>
  <inkml:trace contextRef="#ctx0" brushRef="#br0">17841 11112 11665 0,'0'0'2480'0,"0"0"-1092"15,0 0-480-15,0 0 12 0,0 0 108 0,-23 66 64 16,14-26-356-16,-2 0-248 0,3 8-72 16,-9 3-4-16,6 3 245 0,-6 0-173 15,6 0-204-15,3-1-100 0,-1-5-36 16,9-10 4-16,0-6 20 0,13-10-96 15,-5-9-72-15,3-6-124 0,2-7-264 16,-2 0-96-16,6-7-160 0,-6-9-121 0,1-3-147 16,1-3-536-16,-10 0-792 15,1-1-512-15,-4 1-281 0,-4-1-1127 16,-7 5 864-16,-6-1 2528 0,-3 0-496 16,1 0 1264-16,-1 3 180 0,4 0 1020 0,0 7 12 15,8 2 5324-15,8 3-3879 0,0 4-693 16,8 0-316-16,8 0-196 0,7 4-368 15,14-1 64-15,3 1-172 0,3-4-223 16,5 0-233-16,3-7-192 0,1-5-40 16,-3-5-152-16,-2-1-136 0,-3-5-40 0,-4-2-264 15,-8-1-192-15,0-2-244 0,-8 0-221 16,0-2-519-16,-5 5-2712 0,-6 6-4325 16,-6-7 1837-16</inkml:trace>
  <inkml:trace contextRef="#ctx0" brushRef="#br0">18817 10959 15985 0,'0'0'2968'0,"0"0"-1936"0,0 0-776 0,0 0 0 16,80 7 220-16,-53-1 449 16,6-6-221-16,7 0-476 0,-1 0-228 0,1-6-12 0,1-3-96 15,-2-4-184-15,-3-3-264 16,-1-3-185-16,-3 0-139 0,0 0-528 16,-8-3-1264-16,-7 3-2372 0,-6 7-3961 0,-7-5 8929 15</inkml:trace>
  <inkml:trace contextRef="#ctx0" brushRef="#br0">18969 10969 2916 0,'0'0'9905'0,"-24"79"-7077"0,16-34-1820 0,0 9-584 0,0 6 812 16,0 7 484-16,0-7-148 0,0 1-371 16,0-8-621-16,0-5-420 0,4-10-160 0,0-8-108 15,4-9-172-15,0-9-156 16,0-5-168-16,0-3-101 0,0-4-111 0,8 0-212 15,-4-11-760-15,0-1-2064 0,4-4-1277 16,-8 0-1735-16,4-6 5076 0</inkml:trace>
  <inkml:trace contextRef="#ctx0" brushRef="#br0">18929 11360 5700 0,'0'0'2888'0,"0"0"3765"0,0 0-4681 0,0 0-784 16,100-19-364-16,-68 19 44 0,7 0-36 15,-3-4-224-15,0 1-316 0,-4-3-267 16,-5 3-25-16,-6-3-377 0,-5 2-243 15,-8 1-140-15,-4 0-120 0,-4 3-400 16,-8 0-1512-16,-9 10-3201 0,2-1-2603 16,-26 10 8336-16</inkml:trace>
  <inkml:trace contextRef="#ctx0" brushRef="#br0">18825 11665 7960 0,'0'0'7657'0,"0"0"-5333"15,0 0-1364-15,0 0-604 0,0 0 12 16,0 0 60-16,0 0 100 0,112 47 92 15,-72-63-488-15,4-6-132 0,-1-3-496 16,1-4-300-16,-4 4-516 0,-12 2-2736 0,12-2-4609 16</inkml:trace>
  <inkml:trace contextRef="#ctx0" brushRef="#br0">20638 11096 10424 0,'0'0'1649'15,"0"0"-729"-15,-52 70-268 0,20-35 260 16,-7 7 84-16,-5 2-128 0,0 0-204 16,8-6-280-16,0-3-76 0,16-9-60 15,1-5 24-15,6-7-60 0,9-5-76 0,4-2-40 16,0-4 28-16,8 0 24 15,9 0-140-15,3 3 64 0,7 4-60 0,6-4-4 16,2 4-8-16,-3-1 0 0,-4 1 0 16,0 2 0-16,-9 2 4 0,2-3 72 15,-10 3 48-15,-7 2 120 0,0-1 124 16,-4 1 168-16,-8 0-268 0,1 0-168 0,-5 3-52 16,-1-3-44-16,-2 0 44 0,-5-4-48 15,-1 1-52-15,6 0-156 0,-1-6-220 16,4-5-160-16,0 1-124 0,0-3-176 15,8 0-488-15,0-8-1232 0,4-3-2793 16,4-5-1279-16,4 7 6352 0,12-7 28 16</inkml:trace>
  <inkml:trace contextRef="#ctx0" brushRef="#br0">20674 11719 1580 0,'0'0'10137'0,"0"0"-7801"16,0 0-920-16,0 0-508 0,0 0 76 15,0 0 264-15,80 73-32 0,-76-70-276 16,-4-1-524-16,4-2-296 0,-4 0-120 0,3-2-36 15,10-8-400-15,2-6-176 0,6-9-136 16,7-7-196-16,7-9-744 0,1-7-2488 16,4-3-2025-16,-9 13 41 0,22-28 5861 0</inkml:trace>
  <inkml:trace contextRef="#ctx0" brushRef="#br0">21392 10912 8552 0,'0'0'3177'0,"0"0"-1145"0,0 0-436 0,-21 102-76 0,10-54-48 15,-2 5-168-15,2 8-168 16,7 2-88-16,0 1 33 0,4-1-357 0,0-6-412 16,8-2-176-16,-1-11-136 0,1-9-8 15,5-9-52-15,-2-8-28 16,1-5-68-16,0-7-220 0,0-3-32 0,-3-3-164 16,-2-5-157-16,-3-9-147 0,-4-5-772 15,0-2-2332-15,-11-2-2829 0,2 4-75 16,-19-10 5552-16</inkml:trace>
  <inkml:trace contextRef="#ctx0" brushRef="#br0">21068 11353 940 0,'0'0'4836'15,"0"0"1985"-15,0 0-5265 0,0 0-308 0,0 0 296 16,0 0 20-16,68 67-372 0,-27-64-84 0,2-3-460 16,13-3-332-16,-4-9-171 15,7-7-145-15,-3-4-60 0,4 1-401 16,-4-3-491-16,3-1-212 0,-6 1-812 15,-14 8-3712-15,13-4-5377 0</inkml:trace>
  <inkml:trace contextRef="#ctx0" brushRef="#br0">22790 11293 8824 0,'0'0'3225'16,"0"0"-1513"-16,0 0-356 15,0 0-588-15,0 0 24 0,0 0 312 0,0 0-164 16,84 19-104-16,-77 0-248 0,1 3-160 16,-4 7-88-16,-4 0-36 0,0 3-12 15,0-4-112-15,0-3-104 0,0-9-76 0,0-3-8 16,0-7-68-16,0-3 72 16,4-3 0-16,1 0-116 0,6-3-24 15,6-9 56-15,6-4-168 0,1-6 16 0,0-8-56 16,4 2-44-16,-4-3-4 0,-1 5 88 0,-2 4 72 15,-1 6 36-15,-1 10 12 16,-6 3 136-16,-2 6 100 0,1 9 220 16,-3 7 228-16,-2 4 4 0,-7 5-140 0,0 5-68 15,0-5-116-15,0 0-32 16,0-6-51-16,0 0-137 0,-4-6-8 16,4-2-48-16,0-9-73 0,0-1-111 0,0-2-108 15,0-2-304-15,8 0-40 0,0-2 56 16,4-7-232-16,0-5-776 0,4-2-1480 15,0-2-2777-15,-4 5-607 0,4-12 5628 0</inkml:trace>
  <inkml:trace contextRef="#ctx0" brushRef="#br0">23431 11401 2520 0,'0'0'2140'0,"0"0"6493"16,0 0-6937-16,0 0-940 0,20 86-148 16,-20-64 560-16,0-3 144 0,5-6-296 15,-2-4-512-15,1-2-384 0,4-7 4 16,5 0 56-16,2-4-92 0,5-8-88 0,8-4-232 15,-5-9-136-15,5-4-108 16,0 1-16-16,-7-4 28 0,3 6 156 0,-9 1 132 16,2-1 172-16,-10 7 4 0,-3 0-84 15,-4 1 84-15,-4 5 60 0,-8-1 64 16,-4 6 12-16,0-3-72 0,-7 9-52 16,6 2-12-16,-7 2-88 0,5 12 80 15,-1 2-40-15,-1 5-52 16,6 2-48-16,-1-1-248 0,4 3-360 0,0-2-1152 0,-4-4-2348 15,8-3-2729-15,-4 6 5225 0</inkml:trace>
  <inkml:trace contextRef="#ctx0" brushRef="#br0">24586 11274 11861 0,'0'0'2136'16,"0"0"-432"-16,0 0-564 0,0 0 140 16,0 0 24-16,105 57-348 0,-58-54-56 15,1-3-327-15,8 0-269 0,-5-12-76 0,5-7-104 16,0-6-76-16,0-5-48 16,-5-4-292-16,1-4-389 0,-7-1-243 0,-6 2-16 15,-3-5-464-15,-8 4-1312 0,-8 3-2333 16,-4 9-2303-16,-9-5 5056 0</inkml:trace>
  <inkml:trace contextRef="#ctx0" brushRef="#br0">25129 10626 4832 0,'0'0'6149'0,"0"0"-3933"0,0 0-628 0,0 0-268 16,0 0-56-16,-60 92 12 0,56-63-332 0,0 9-236 15,4 3-168-15,0 7-176 0,0 3-24 16,0 9 73-16,4-2 147 16,0 5-224-16,-4 0-128 0,4 5-148 0,-1-2-52 15,-3 3 40-15,0 2-44 0,0 1-4 16,0-2-56-16,-3 0-64 0,-1-3 4 0,4-4 112 16,0-9-4-16,0-6-88 15,0-7 92-15,0-9 0 0,0-9 0 16,4-5-56-16,-1-5-84 0,1-4-52 0,-4-6 40 15,0-3 0-15,0 0-101 0,0 0-47 16,0-3 108-16,-7-6-8 16,-5-4-152-16,0-5-8 0,-4-8-140 0,0 1-244 15,0-7-272-15,-4-3-448 0,8-4-532 16,-4-2-816-16,8 0-1893 0,1-3-643 16,-2 12 5352-16,9-16-768 0</inkml:trace>
  <inkml:trace contextRef="#ctx0" brushRef="#br0">26010 10871 6128 0,'0'0'2752'0,"0"0"1425"15,-37 66-2717-15,18-31 40 0,-6 11-12 0,1 1-44 16,5 3-228-16,-1 1-316 0,3-3-364 15,6 3-267-15,7-7-113 0,4 0-32 16,4-5 56-16,11-5-72 0,2-9-8 16,3-5-8-16,3-4-92 0,1-10-108 15,0-3-100-15,0-3-156 0,1-6-61 16,-6-3-63-16,1-7-204 0,-4-3-312 16,-4-1-576-16,-4 2-1084 0,0 2-2801 0,-8-7-3159 15</inkml:trace>
  <inkml:trace contextRef="#ctx0" brushRef="#br0">25941 11189 848 0,'0'0'8552'16,"0"0"-5807"-16,0 0-757 0,0 0-332 15,0 0-32-15,0 0-152 0,0 0-332 0,0 0-372 16,88 37-316-16,-56-37-220 0,3-6-136 16,2-10-96-16,-1 1-384 15,3-8-336-15,1-2-284 0,0-4-176 0,4 4-1064 16,-12 6-3765-16</inkml:trace>
  <inkml:trace contextRef="#ctx0" brushRef="#br0">26579 10703 888 0,'0'0'12777'0,"0"0"-9737"16,75 6-1192-16,-34-6-560 0,6-6-188 0,1-4-187 16,-1-7-257-16,-2 3-308 15,-2-9-272-15,-7 2-76 0,1-5-376 0,-6 0-280 16,-7 1-157-16,-4 6-191 0,-9 0-652 16,-6 6-2608-16,-5 4-2769 0,0 2 921 15,-16 1 5408-15</inkml:trace>
  <inkml:trace contextRef="#ctx0" brushRef="#br0">26706 10750 5348 0,'0'0'1992'0,"-24"93"4369"0,16-46-4201 15,4 13-260-15,-7 10-148 0,2-3-92 16,1-1-287-16,-3-1-273 0,2-5-460 16,2-7-304-16,-1-6-228 0,4-5-100 15,4-14 0-15,0-5-8 0,4-10-108 0,4-10-276 16,-1 0-244-16,6-3-148 15,-2-6 4-15,2 0-81 0,-2-7-491 16,-3-1-1092-16,-4 0-1904 0,1 0-1501 0,-5 2-1415 16,0-4 7249-16</inkml:trace>
  <inkml:trace contextRef="#ctx0" brushRef="#br0">26611 11204 4864 0,'0'0'872'0,"0"0"5441"15,0 0-4729-15,0 0-480 0,0 0-208 16,0 0 696-16,0 0-84 0,0 0-120 0,103-38-488 15,-71 32-292-15,4-1-179 0,0 1-69 16,0-4-116-16,-1-2-128 16,1-1-116-16,0-6-240 0,1 4-356 0,-6-5-269 15,1 1-279-15,0 0-824 0,-4 3-3176 16,-9 7-3909-16</inkml:trace>
  <inkml:trace contextRef="#ctx0" brushRef="#br0">27236 10890 808 0,'0'0'10553'0,"0"0"-8225"0,0 0-480 16,95 3-804-16,-54-3-260 0,2 0-4 16,2 0-212-16,-6-10-224 0,-3 1-296 0,0-3-48 15,-1-7-480-15,-3 0-544 0,0-4-500 16,-4 0-1132-16,-8 4-3057 0,-8 4-1323 15,-3-1 7032-15</inkml:trace>
  <inkml:trace contextRef="#ctx0" brushRef="#br0">27488 10883 6216 0,'0'0'576'0,"0"0"4013"16,-41 86-3317-16,30-48-164 0,3 10 348 15,-1 0 288-15,5-1-132 0,0 4-324 0,1-1-308 16,3-1-372-16,0-5-159 0,0 1-13 15,0-8 136-15,7-8-140 0,6-3-128 16,2-11-100-16,2-2-204 0,-2-7 0 0,9-6-144 16,0 0-96-16,0-6-124 15,4-7-120-15,0-5-100 0,-4-5-73 0,4-2-71 16,-8-4-312-16,-1 4-820 0,-2-4-2276 16,-2 1-261-16,-2 5-2755 0</inkml:trace>
  <inkml:trace contextRef="#ctx0" brushRef="#br0">27782 11018 5500 0,'0'0'1328'0,"0"0"4313"0,0 0-4201 16,40 63-564-16,-24-38 332 0,-1 0 352 16,10 1 72-16,-5-1-336 0,4-6-408 15,4-2-375-15,-1-5-305 16,5-5-196-16,-4-7-12 0,4 0-429 0,4-11-419 15,0-4-204-15,7-7-620 0,-11 2-2444 0,13-12-3025 16</inkml:trace>
  <inkml:trace contextRef="#ctx0" brushRef="#br0">28292 10881 168 0,'0'0'9808'0,"0"0"-7899"0,-84 85-617 0,49-40 92 16,-6 9 496-16,2-4 44 0,-5 1-612 0,9-3-416 15,-6-4-372-15,9-6-260 16,0-6-196-16,4-7-68 0,5-9-404 16,7-3-460-16,4-10-128 0,8-3-228 15,4-7-764-15,0-2-2932 0,16-16-3753 0</inkml:trace>
  <inkml:trace contextRef="#ctx0" brushRef="#br0">28667 10725 4456 0,'0'0'9409'0,"0"0"-6709"0,0 0-1360 0,0 0-708 16,88-25-140-16,-57 12 144 0,5 0-72 16,0 1-368-16,-4-1-196 0,3 7-48 15,-3 2-40-15,0 4 28 16,-4 4-12-16,-4 15-40 0,-7 2 112 0,-6 8 64 15,-7 6 116-15,-4 3 40 0,-4 9-12 0,-4 4-36 16,-4 3 84-16,-4 4 36 16,4 2 181-16,-4 0-97 0,4 1-156 0,4-5-148 15,0-1 36-15,1-5 12 16,7-2-108-16,0-7 0 0,0-2 64 16,7-1 44-16,5-7-72 0,-3-1-36 15,-5-9-12-15,-1-2-44 0,-3 0-112 16,0-5-124-16,0 0-252 0,-7 0-177 0,-6-1 369 15,-2-4-380-15,-13 0 12 0,-4 1-176 16,-9-4-452-16,-2 1-440 0,-13-1-580 16,-4 1-729-16,-11-2-2307 0,-5 2 1452 0,12-4 3584 15,-35 3 216-15</inkml:trace>
  <inkml:trace contextRef="#ctx0" brushRef="#br0">18307 12604 3404 0,'0'0'7412'16,"0"0"-5231"-16,0 0-945 0,0 0-780 16,0 0-4-16,0 0 164 0,0 0 280 0,0 0-52 15,0 0-396-15,0 0-264 0,5-9-176 16,-18 22-4-16,2 2-4 0,-6 5-76 15,2 2 4-15,-2 3-28 0,6 0 0 16,-2-1 16-16,9-6 8 0,1-3 16 16,3 4 8-16,0-2 40 0,7 2 12 15,6 0 0-15,7 0 200 0,-1 0 72 0,6-3-124 16,-1 0-88-16,4 0-56 0,-5-1 84 16,-3-2 48-16,-4-4 12 0,0 1-12 15,-5 0 0-15,-2-1 24 0,-1 1 36 16,-4-2 0-16,-4 3 112 0,0 2 20 15,0 2-180-15,-8 1-76 0,0 3-72 0,-4 0-56 16,-4-6-128-16,4 4-96 0,0-12-152 16,1 2-72-16,2-5-88 15,-3-2-136-15,5 0-332 0,2-2-892 16,-3-10-2413-16,4-2-1879 0,4 1 4900 0,0-6-92 16</inkml:trace>
  <inkml:trace contextRef="#ctx0" brushRef="#br0">18578 12972 64 0,'0'0'92'0,"0"0"9160"16,0 0-7395-16,0 0-405 16,32 68-216-16,-32-50 140 0,0 2-28 0,0-8-404 15,0 1-460-15,0-7-484 0,4-6-40 16,-4 0-232-16,8-6-372 0,4-7-64 16,4-6-492-16,4-9-1208 0,8-4-3305 15,-8 4-795-15,16-16 6312 0</inkml:trace>
  <inkml:trace contextRef="#ctx0" brushRef="#br0">18965 12525 2244 0,'0'0'1252'0,"0"0"5432"0,0 0-4627 15,0 0-765-15,0 0-264 0,0 0 620 16,0 0-272-16,15 79-340 0,-15-37-420 0,4 5-148 16,-4 1 56-16,5-3 304 15,-5-1-280-15,4-3-279 0,0-6-269 0,0-2-41 16,0-8-79-16,3-6-40 0,2-4 148 15,-5-5-160-15,4-4-192 0,-1-4-112 0,-3 3-84 16,1-5 8-16,-5 0-356 0,0-5-940 16,-9 0-2528-16,2-2-1417 15,-5 5 209-15,-8-5 4736 0</inkml:trace>
  <inkml:trace contextRef="#ctx0" brushRef="#br0">18793 12922 508 0,'0'0'6068'0,"0"0"-2836"0,0 0-1131 0,0 0-605 15,0 0-264-15,0 0-60 0,0 0-292 16,0 0-356-16,104 0-288 0,-64-10-236 16,3-2-524-16,-2-4-1044 0,-9 3-2356 15,23-2-4117-15</inkml:trace>
  <inkml:trace contextRef="#ctx0" brushRef="#br0">19654 12972 9500 0,'0'0'5793'0,"0"0"-3937"0,0 0-876 0,0 0-388 0,0 0-64 16,0 0-148-16,0 0-380 15,0 0-440-15,0 0-768 0,0 0-1140 0,0 0-3873 16</inkml:trace>
  <inkml:trace contextRef="#ctx0" brushRef="#br0">24348 10830 716 0,'0'0'12945'0,"0"0"-10661"0,0 0-992 16,0 0-436-16,0 0 176 0,0 0 144 15,0 0 56-15,0 0-479 0,0 0-353 0,79 60-156 16,-47-60-76-16,4 0-72 0,-4 0-24 15,-1-7-72-15,1-2-80 0,-4 0-296 16,-4-1-108-16,-3 4-133 0,-6 0-163 16,-11-1-332-16,-4 7-956 0,-4 0-2156 15,-4 0-869-15,-16 10-251 0</inkml:trace>
  <inkml:trace contextRef="#ctx0" brushRef="#br0">24356 11020 3952 0,'0'0'508'0,"0"0"-28"0,0 0 4580 16,0 0-3395-16,0 0-153 0,-56 76-192 15,60-66 56-15,8-1-260 0,7-2-160 16,2-4-452-16,7-3-184 0,0 0-160 16,4-13-96-16,-1 1-64 0,-3-5-320 15,4-1-124-15,-4-1-140 0,-1-3-324 16,-3-3-624-16,-7 4-1352 0,2-10-3749 0</inkml:trace>
  <inkml:trace contextRef="#ctx0" brushRef="#br0">24459 10449 904 0,'0'0'2804'0,"0"0"2852"0,-24 66-3695 16,20-31-13-16,0 16-96 0,0 3 32 15,0 9-436-15,-3 4-156 0,-2 3-232 16,-3 3-400-16,-4 0-320 0,1-3-183 15,-2-7-153-15,-2-2-4 0,2-10-157 16,2-7-283-16,3-9-288 0,4-7-152 16,4-9 120-16,4-6-44 0,0-3-436 0,0-10-1032 15,0 0-1893-15,4-6-863 0,-4-1-467 16</inkml:trace>
  <inkml:trace contextRef="#ctx0" brushRef="#br0">23742 10576 1148 0,'0'0'7320'0,"0"0"-4383"16,0 0-557-16,0 0-864 0,107-7-508 0,-62 7-196 15,-2 3-4-15,1 3-216 16,-8 4-260-16,-4 3-196 0,-8 4-64 0,-12-6 28 15,-5 9 60-15,-7-1 24 16,0 3-100-16,-11 3-72 0,-6 1 76 16,-6-3-28-16,-1-2-60 0,0-2 0 0,0-5-172 15,1-6-84-15,2-4 56 0,1-4-20 16,1 0 0-16,-1 0-40 0,3-10-48 0,2 1-40 16,2-3-48-16,5-5-76 15,1-6-152-15,3 1-500 0,0 0-204 16,4 3-884-16,0 4-1861 0,-4 5-1543 15,-1 4 5124-15</inkml:trace>
  <inkml:trace contextRef="#ctx0" brushRef="#br0">19937 13055 5532 0,'0'0'1536'16,"0"0"3757"-16,0 0-3229 0,0 0-740 15,0 0-244-15,0 0-24 0,0 0-228 0,0 0-16 16,80 13 324-16,-41-10-504 0,13-3-256 16,-4 0-167-16,0-6-101 15,-5-7-108-15,2-3-4 0,-6-6-8 0,-3-3-181 16,-4 0-391-16,-8-5-268 0,-4-1-128 16,-4-1-400-16,-8 4-1244 15,0-4-2489-15,-8 10-3019 0,0-10 7964 0</inkml:trace>
  <inkml:trace contextRef="#ctx0" brushRef="#br0">20228 12566 132 0,'0'0'820'0,"0"0"8376"0,0 0-7047 0,-41 96-681 16,34-49-440-16,7 4 396 0,4 10-64 15,8 2-152-15,4 6-248 0,4 1-312 16,4 4-88-16,-9-5-96 0,2-2-112 15,-2-3-135-15,-2-8-81 0,-5-4-16 0,-1-8-36 16,1-6-76-16,1-6-8 0,-9-7-8 16,4 1-4-16,-4-7-60 15,0 0 12-15,0-4-88 0,0-2-8 0,0-3-29 0,-4-1-7 16,0-2-16-16,-5-4-24 0,1-3-36 16,-3 0-48-16,-6 0-48 15,2-10 20-15,-9-5-136 0,4-9-96 0,-8-1-216 16,3-6-276-16,2-7-424 0,3 0-536 15,5 0-409-15,6 0-1963 16,5 13-684-16,4-17 5072 0</inkml:trace>
  <inkml:trace contextRef="#ctx0" brushRef="#br0">20825 12795 4852 0,'0'0'1208'0,"0"0"4805"0,0 73-3997 0,0-35-428 16,0 9-308-16,0 4 160 0,8 0-136 16,5-3-132-16,-2-4-420 0,6-8-399 15,-2-5-221-15,5-5-132 0,-4-11-256 16,4-2-233-16,0-10 29 0,-1-3-140 0,6 0-168 16,-1-13-316-16,-4-5-1392 0,-5 1-3389 0,13-17-4059 15</inkml:trace>
  <inkml:trace contextRef="#ctx0" brushRef="#br0">21351 12636 64 0,'0'0'11273'0,"0"0"-8477"0,9 76-880 16,-5-35-440-16,-4 10 92 0,4 1-148 15,-4 1-164-15,0-2-371 0,-8 0-329 16,-1 0-240-16,-6-4-220 0,2-3-96 0,-2-6-8 15,-2-6-4-15,2-9-48 0,-5-1-48 16,-5-6-160-16,6-3-192 0,-5-4-96 16,0-6-89-16,0-3-23 0,5-3 8 15,-2-10-12-15,6-2-324 0,-2-5-404 16,10-5-296-16,-1-6 232 0,3 1-220 0,5-1 696 16,0 6 495-16,0 2 493 0,9 11 0 15,6 6 465-15,6 6 331 0,3 0 384 0,4 9 0 16,-1 7-196-16,4 0-192 0,6 7-28 15,-1-2-28-15,3 2-84 16,-3-4 4-16,5 0 28 0,-6-7-96 0,-3 1-588 16,0-10-72-16,-4-3-748 0,0-6-176 15,0-10-344-15,-9 3-1276 0,13-12-3761 16</inkml:trace>
  <inkml:trace contextRef="#ctx0" brushRef="#br0">21822 12843 4168 0,'0'0'1120'16,"0"0"4500"-16,0 0-3603 15,0 0-553-15,83 79-228 0,-63-54-244 16,1 4-132-16,-2 3-168 0,-3-4-88 0,-8 4-172 16,-4 0-124-16,-4 0-112 0,-8 2-100 15,-4-2-96-15,-8 0-100 0,0-4-160 16,-4 1-144-16,5-4-100 0,-6-9-224 0,5 0-280 15,1-7-588-15,6-4-1648 0,2-5-4377 16</inkml:trace>
  <inkml:trace contextRef="#ctx0" brushRef="#br0">22268 13014 7188 0,'0'0'808'0,"0"0"3637"0,103-25-2829 0,-62 12 40 15,6 1 72-15,-3-5-420 0,-4 2-532 0,3-1-680 16,-6 0-96-16,2 0-624 0,-3 0-352 16,-4 0-552-16,-8 7-2448 0,4 2-3837 0</inkml:trace>
  <inkml:trace contextRef="#ctx0" brushRef="#br0">22638 13116 7504 0,'0'0'2504'15,"0"0"1325"-15,0 0-2573 0,0 0 440 16,8 67 136-16,5-61-260 0,6-6-656 16,5 0-552-16,8-3-364 0,-4-11-232 0,7 0-220 15,1-10-376-15,-4 2-500 0,-4 3-1448 16,9-12-3861-16</inkml:trace>
  <inkml:trace contextRef="#ctx0" brushRef="#br0">23368 12976 1828 0,'0'0'9517'16,"0"0"-6949"-16,0 0-596 15,-9 79-48-15,9-56-152 0,0-4-416 0,13-7-640 0,7-5-411 16,3-4-305-16,5-3-88 16,4 0-57-16,8-10-87 0,0-2-84 0,3-4-24 0,2-3-52 15,-2 0 308-15,2-8-320 16,-6 6 12-16,-3-5 160 0,-8-2 84 0,-8 6 60 15,-5-4-32-15,-11 4 120 16,-4 0 144-16,-7 0 212 0,-14-1-232 16,-7 8 12-16,-7 2-16 0,-1 9 140 0,-7 4-16 15,-6 17-112-15,-7 8-128 0,0 7-4 16,1 6-60-16,-4 3-24 0,3 6-124 16,16-11-908-16,-28 18-3752 0</inkml:trace>
  <inkml:trace contextRef="#ctx0" brushRef="#br0">2043 11283 1108 0,'0'0'10505'0,"0"0"-9017"0,0 0-776 16,0 0 188-16,0 0 788 0,0 0-296 0,-4-9-500 15,17 9-340-15,10 0-24 0,9 0 180 16,12 0-172-16,3 0-132 16,9-3-152-16,0 0-152 0,0-3-28 0,-5-1-31 15,-2-2-41-15,-6-5-49 0,2 5-11 16,-6-3 0-16,-7-2-208 0,-4 6-244 0,0-3-60 15,-12 2-116-15,0 4-356 0,-9 1-888 16,-7 1-1124-16,0-1-2077 0,-3 4-1811 16,-9 0 6216-16</inkml:trace>
  <inkml:trace contextRef="#ctx0" brushRef="#br0">2406 11246 4000 0,'0'0'7133'0,"0"0"-5669"0,0 0-736 0,-47 88 136 0,30-46 640 16,-3 2-88-16,5 1-300 16,-6-1-364-16,6 0-424 0,2-2-228 0,2 0-100 15,-1-5-72-15,3-2-88 0,6-7-88 16,-1-1-96-16,4-8-112 0,0-5-116 16,0-7-308-16,7-7-452 0,-3 0-1104 0,9-7-1669 15,-5-1-951-15</inkml:trace>
  <inkml:trace contextRef="#ctx0" brushRef="#br0">2466 11344 3192 0,'0'0'8073'0,"0"0"-7033"16,0 0-1028-16,0 0 768 0,0 0 792 16,0 0-160-16,20 86-360 0,-16-58-332 0,4 4-276 15,-1 6-48-15,2 1-152 16,-1 2-96-16,3-3-148 0,-2 0-72 15,6-7-40-15,-3-5-144 0,8-10-68 0,8-9 80 16,4-7-168-16,8-4-84 0,4-9 12 16,3-9 232-16,9-3 68 0,-4-4-1028 15,-4-3-1804-15,-13 7-2873 0</inkml:trace>
  <inkml:trace contextRef="#ctx0" brushRef="#br0">3461 11309 1580 0,'0'0'64'0,"0"0"6176"16,0 0-3312-16,0 0-1207 0,0 0-509 16,0 0-212-16,0 0 36 0,0 0-196 0,0 0-116 15,0 0-292-15,-11-3-160 0,7 12-60 16,0 10 8-16,-8 4 28 0,0 5-28 15,-4 5 28-15,-8 7-64 0,0 5-72 16,-11 5-28-16,-6 8-24 0,-6 12-60 16,-1 2-88-16,-7 12 0 0,-5 1-72 15,0 1-24-15,4-4 52 0,0 0 56 16,4-5 68-16,9-7-88 0,3-6 44 16,8-14-44-16,8-9 8 0,4-12-108 15,8-10-116-15,8-9-196 0,0-3-48 16,4-7-168-16,4-5-360 0,4-4-1380 15,4-7-237-15,4-3-2315 0,-1 3 716 0,2-12 4156 16</inkml:trace>
  <inkml:trace contextRef="#ctx0" brushRef="#br0">3514 12112 1344 0,'0'0'4884'0,"0"0"-1964"15,0 0-1652-15,0 0-391 0,0 0 163 16,0 0 260-16,0 0 8 0,0 0-240 16,0 0-288-16,0 0-356 0,-40-19-164 15,27 32-48-15,2 3-52 0,-1 9 24 16,0 4 52-16,4 9 108 0,0 10 12 15,8 2-48-15,0 10-100 0,0 4-60 0,0 0-12 16,4 2-88-16,0-5 12 0,4-7-48 16,4-7-12-16,-4-9 0 0,7-9-12 15,2-8-48-15,3-7 60 0,-1-5-60 16,6-5 60-16,-1-4 12 0,0-4-12 16,-1-8-4-16,5-7-84 0,0-10-216 15,4-3-76-15,-4-9-52 0,4-3-36 16,-4-2-28-16,0-4 84 0,-8 3 4 0,-1-7 20 15,-2 3-104-15,-10-3-36 0,-3 3-16 16,-4-2-100-16,0-1 8 0,-11-1-80 16,-2 11-64-16,1-1 408 0,-4 10 372 15,4 9 308-15,-3 7 256 0,2 7 140 0,6 10-16 16,-1-2 184-16,-1 4-88 16,2 12-236-16,-5 5-216 0,-1 8-72 15,2 7-8-15,-6 6 108 0,6 6 184 0,-5 0 36 16,4 0-208-16,-4 2-236 0,4-2-136 15,-4-3-76-15,4-2-132 0,0-2-312 16,1-2-260-16,2-3-152 0,-2-3-528 0,3-4-968 16,-1-9-1637-16,1-4-699 15,5-5 2820-15,-1-7 1176 0</inkml:trace>
  <inkml:trace contextRef="#ctx0" brushRef="#br0">3641 12471 3776 0,'0'0'952'0,"0"0"4632"0,0 0-4475 16,-8 73-517-16,0-48 84 0,0 1 600 0,0 0-176 16,4-4-496-16,-3-3-400 0,3-3-204 15,-5-1-140-15,9-2 4 0,-4-4-156 16,4 1-324-16,-4-3-464 0,4-7-364 16,0 0-1057-16,0-4-2363 0,8-9 952 15,-3 4 3728-15,3-13 132 0</inkml:trace>
  <inkml:trace contextRef="#ctx0" brushRef="#br0">3733 12522 1264 0,'0'0'5840'0,"0"0"-2680"0,0 0-1587 0,0 0-677 0,91 10-144 15,-55 2 368-15,-4 4 276 16,4 0-680-16,0 3-256 0,0 2-136 0,0 2-112 16,-1-4-200-16,-3 4-12 0,0-4-124 15,0 0-212-15,-4-4-336 0,0 2-248 16,-4-2-316-16,0 2-748 0,-5-3-2989 15,-2 3-1543-15,-10 5 5553 0</inkml:trace>
  <inkml:trace contextRef="#ctx0" brushRef="#br0">16782 8007 11909 0,'0'0'3220'0,"0"0"-2204"0,0 0-560 16,0 0-368-16,0 0 312 0,0 0 604 16,0 0-92-16,0 0 44 0,0 0-236 15,0 0-268-15,107 17-148 0,-67-12 12 16,4 4-51-16,-5-2 63 0,6-3 0 15,-6-2-60-15,5-2-172 0,0-2-24 16,4-9-12-16,-1-3-48 0,5-6-12 0,-4-2-60 16,-4 0 48-16,0-4-168 0,-9 3-208 15,-3 1-329-15,-8 4-111 0,-3 4 24 16,-14 2-236-16,1 5-628 0,-8 1-864 16,0 3-1881-16,-15 3-2179 0</inkml:trace>
  <inkml:trace contextRef="#ctx0" brushRef="#br0">17259 7943 12405 0,'0'0'1404'0,"0"0"-240"16,0 0-596-16,-67 89 288 0,39-53 328 0,0 2-136 16,1 3-272-16,-1 3-312 15,4-3-204-15,-4 1-164 0,7-4-96 0,2-3-84 16,6-7-64-16,2-6 64 0,7-9-76 15,0-3-184-15,4-10-160 16,4 0-200-16,4-10-124 0,7-9-80 0,5-6-568 0,5-7-808 16,-5 4-2049-16,12-17-2019 15</inkml:trace>
  <inkml:trace contextRef="#ctx0" brushRef="#br0">17328 8017 2764 0,'0'0'9117'0,"0"0"-7433"0,0 0-680 16,0 0-108-16,0 0 548 0,0 0-140 0,0 0-236 15,19 94-344-15,-27-55-224 16,0-1-84-16,1 0-76 0,-2 0-72 0,9-5-124 16,0-2-144-16,0-9-84 0,13-3-136 15,6-6 76-15,5-10 96 0,8-3-76 16,4 0-8-16,-1-10-64 0,2-5-292 0,3-4-196 16,-5-4-224-16,5 2-368 0,0-2-1020 15,-8 4-2113-15,19 0-3563 16</inkml:trace>
  <inkml:trace contextRef="#ctx0" brushRef="#br0">18834 8051 13697 0,'0'0'1396'0,"0"0"-468"16,0 0-660-16,0 0 420 0,0 0 612 0,15 96-44 15,-15-55-168-15,-4 0-396 0,1 1-240 16,-5-7-199-16,3 0-105 0,1-7-136 0,0-9-12 16,4-3-72-16,0-7-88 0,-4-5-145 15,4-1-191-15,0-3-224 16,0-3-260-16,0-10-696 0,0 3-2368 0,-3-21-2849 15</inkml:trace>
  <inkml:trace contextRef="#ctx0" brushRef="#br0">18758 7788 12705 0,'0'0'1452'0,"0"0"-948"16,0 0-452-16,0 0-52 0,95 16-76 15,-63-10-228-15,-12-3-928 0,12 1-3025 0</inkml:trace>
  <inkml:trace contextRef="#ctx0" brushRef="#br0">19379 7906 5032 0,'0'0'8701'0,"0"0"-7449"0,0 0-508 16,-75 69 436-16,47-43 468 0,0-3-128 0,4-2-444 15,-1 2-688-15,14-11-292 0,-1 4-84 16,12-6-12-16,0-1-48 0,0 1-72 16,12-1-28-16,-1 0 80 0,10 1 68 0,-1 0 0 15,3-1-68-15,1 1 8 16,0 2-28-16,-3 1 40 16,-2 4 40-16,1-3-64 0,-3 5 0 15,-2 0 72-15,-3 2 0 0,-4-3 60 0,-8 1-12 0,0-3 24 16,-4 0 28-16,-4-3-28 0,-8-1-72 15,0-2-36-15,-3-4-100 0,-5 0-168 16,3-2-172-16,-3-1-124 0,1-3-232 16,-5 0-504-16,0-3-780 0,8-1-1112 15,-12-5-3257-15</inkml:trace>
  <inkml:trace contextRef="#ctx0" brushRef="#br0">20312 8141 7116 0,'0'0'284'0,"0"0"3449"0,0 0-2961 0,0 0 252 16,0 0 184-16,0 0 260 0,0 0-240 15,0 0-148-15,0 0-128 16,0 0-128-16,0 0-204 0,-65 76-104 0,50-36-80 16,-2 2-48-16,2 0-35 0,2-4-109 15,2-13-64-15,7-5-180 0,0-8-80 0,4-5-100 16,0-7-52-16,8 0-85 15,8-11 209-15,7-4 96 0,9-11-292 0,5-9-24 16,-5-3-112-16,4-4-12 0,-8 2 60 16,0 5 172-16,-9 0 156 0,-3 5-20 15,-4 5 24-15,-5 7 60 16,2 5 4-16,-9 7 80 0,4 6 88 0,-4 0 404 16,0 6-196-16,0 10 32 0,0 6-44 15,0 3-112-15,0 4-28 0,-4 0 17 16,4-4-37-16,-4-6-208 0,4-3 0 0,0-6-184 15,4-5-61-15,4-5-83 0,3 0 112 16,6-5-152-16,-2-11-328 0,6-10-196 16,3-2-640-16,0-4-1464 0,-9 4-2437 15,9-12-2511-15</inkml:trace>
  <inkml:trace contextRef="#ctx0" brushRef="#br0">20857 7445 13625 0,'0'0'1848'0,"0"0"-904"16,0 0-268-16,-11 83 524 16,3-42 176-16,-5 7 4 0,2 3-343 0,-2 3-445 0,2-1-276 15,-1 4-124-15,-1 0-124 16,2-3-68-16,-2 4-72 0,6-8-132 0,-1 0-256 16,4-4-160-16,4-5-61 15,0-3-63 1,4-7-12-16,4-5-56 0,8-8-176 0,-4-1-528 15,4-7-664-15,-1-7-620 0,6-3-2429 0</inkml:trace>
  <inkml:trace contextRef="#ctx0" brushRef="#br0">21287 8207 4796 0,'0'0'2940'0,"0"0"1901"0,0 0-3833 0,0 0-728 16,0 0 60-16,0 0 372 0,0 0 468 15,0 0-352-15,-75-10-428 0,51 26-228 16,4 7 100-16,-3 2 76 0,2 1 292 15,1-1-148-15,9-3-184 0,3-9-148 16,-1-4-120-16,5-2-40 0,4-7-48 0,0 0 48 16,0 0-172-16,8 0-48 0,5-7-4 15,2-2 224-15,5 0-60 0,1-1-40 16,2 4-84-16,-3 2-76 0,0 4 52 16,-4 10 92-16,0 5 116 0,-1 11 148 15,-2-1-72-15,-1 10 20 0,-1 4-20 16,-2 1 36-16,-5 2-104 0,3 2 0 15,-7 0 0-15,0-2 4 0,0-4 60 16,0 0 40-16,-7-3 72 0,-6-2 112 0,2-6 48 16,-1-4-64-16,-4-1-168 0,0-6-52 15,0-7-12-15,4-2 12 0,-4-4-60 16,0-3-68-16,0 0 20 0,1-6-76 16,-10-4-84-16,5-2-36 0,1-4 36 15,-1 0-88-15,3-4 52 0,2-2-16 0,3 0-184 16,3-3 0-16,9 3-340 15,0-4-260-15,9 0-632 0,-1 8-812 0,11-15-2861 16</inkml:trace>
  <inkml:trace contextRef="#ctx0" brushRef="#br0">21834 8487 9592 0,'0'0'7909'0,"0"0"-6709"15,0 0-696-15,0 0-100 0,0 0-108 0,0 0-104 16,0 0-192-16,0 0-476 0,0 0-704 16,0 0-456-16,0 0-1440 15,24-30-5717-15</inkml:trace>
  <inkml:trace contextRef="#ctx0" brushRef="#br0">22874 7356 6656 0,'0'0'5401'0,"0"0"-4837"15,0 0 100-15,0 0 88 0,0 0 460 16,0 0 212-16,0 0-268 0,0 0-180 0,0 0-340 15,0 0-180-15,0 0-104 0,-64 68 52 16,36-12 156-16,-4 14 48 0,-3 16-195 16,-10 12-121-16,-2 6-88 0,-9 14-60 0,-8 6-144 15,-4 3 0-15,-4 4-8 0,-3-7 8 16,-1-4-12-16,4-12-192 0,5-10-28 16,11-12 88-16,12-16 48 0,8-10 0 15,17-15-52-15,6-7-85 0,9-13-239 0,4-6-200 16,0-9 28-16,8-7-240 0,8-3-80 15,5-6-700-15,2-14-888 16,-3 5-1941-16,8-14-2507 0</inkml:trace>
  <inkml:trace contextRef="#ctx0" brushRef="#br0">23559 7908 3240 0,'0'0'2372'0,"0"0"1928"0,0 0-3332 16,0 0 149-16,0 0 303 0,0 0 92 0,-80-5-228 15,64 13-236-15,0 6-120 0,-3 8-124 16,-2 9-92-16,1 10-40 0,-3 11-4 15,3 11-180-15,-1 7-135 0,6 0-61 16,-5 3-40-16,8-7-32 0,0-3-40 16,8-11-168-16,4-8-12 0,0-12-72 0,8-7 68 15,4-5-8-15,8-12 12 16,3 3 72-16,5-11 52 0,0 0-76 16,8-11-48-16,0-3-60 0,0-5-16 0,0-8-8 15,0 2-24-15,3-6-108 0,-7-2 20 16,0 1-36-16,0-6 27 15,0-3-39-15,-4-3-120 0,0-8 108 0,0 0-84 16,-4-6 8-16,-9-2-72 0,2 0 64 16,-6-1-4-16,-7 4-24 15,-4 3 168-15,0 12 16 0,-4 11 184 0,-4 9 272 0,-3 6 60 16,-2 10 48-16,-2 6 88 16,-2 3-288-16,-2 6 68 0,-1 7-56 15,-4 10 52-15,0 2-60 0,1 4 36 0,-5 6-16 16,0-3-92-16,0 3-112 0,-4 0-4 0,4-3-324 15,-4 0-284-15,0-3-84 16,4-1-124-16,0-5-180 0,4-6-868 16,5-6-648-16,6-7-701 0,2-7-2315 0,7 0 796 15,4-7 4604-15</inkml:trace>
  <inkml:trace contextRef="#ctx0" brushRef="#br0">23515 8054 3340 0,'0'0'704'0,"0"0"5884"0,0 0-4839 16,0 0 71-16,0 0-644 0,36 80-268 15,-36-42 64-15,-4 3-104 0,-8 3-152 0,0 0-236 16,0-2-100-16,-4 3-76 16,5-7-72-16,-2-7-140 0,1 2-92 0,0-5-160 15,0-5-280-15,1-1-224 0,2-3-88 16,1-7-164-16,4-2-296 0,1-4-944 16,3-6-580-16,0-6-357 0,11-7-971 15,2-3 2068-15,2-3 1188 0,5 1 808 16,-4-5 1304-16,8 7 76 0,-4 0 536 15,3 7 280-15,1 6 44 0,4 3 61 0,0 0-165 16,8 3-372-16,0 3-336 0,4 4-516 16,-4-3-272-16,4-1-188 15,-9-1-220-15,1-1-192 0,0-1-40 0,-4-3-184 16,0 0-232-16,4-3-172 0,0-6-188 16,3-7-164-16,1 0-288 0,-4-6-3140 15,-8 2-1921-15</inkml:trace>
  <inkml:trace contextRef="#ctx0" brushRef="#br0">24539 7722 5804 0,'0'0'8417'0,"0"0"-7281"0,0 0-448 0,-60 66 68 16,36-30 560-16,0 8 148 15,1 6-144-15,3 7-347 0,-1 4-329 0,6 4-184 16,-2 6-24-16,6-5-16 15,-2 2-176-15,6-8-160 0,3-9-84 16,4-6-96-16,4-10-40 0,8-14-80 0,4-1-72 16,8-11-160-16,0-3-124 0,4-6-93 15,4-12 81-15,0-7-256 0,-4-4-880 16,-5 0-2304-16,9-17-2845 0</inkml:trace>
  <inkml:trace contextRef="#ctx0" brushRef="#br0">24663 8026 10076 0,'0'0'6873'0,"0"0"-5605"16,0 0-532-16,87 42 308 15,-47-36 16-15,7-6 109 0,5-3-321 16,4-11-552-16,0-7-296 0,-5-2-312 0,1-5-332 16,-3-1-97-16,-6 1-107 15,-3 3-340-15,-8 2-956 0,-12 7-2196 0,-4-5-2245 16</inkml:trace>
  <inkml:trace contextRef="#ctx0" brushRef="#br0">25021 8029 7552 0,'0'0'5837'0,"-44"70"-4253"0,24-35-452 16,1 9 68-16,-9 7 300 16,0 3 248-16,0-3-395 0,0-3-541 0,4-4-448 15,4-8-232-15,4-11-132 0,4-4-144 16,8-11-220-16,1-3-204 0,3-7-185 15,3 0 33-15,13-13-284 0,4-9-964 16,-1 3-2216-16,9-16-2125 0</inkml:trace>
  <inkml:trace contextRef="#ctx0" brushRef="#br0">25065 8201 10408 0,'0'0'5605'0,"0"0"-4889"0,-20 89-440 0,16-54 268 16,0 3 804-16,4-7-84 0,0-1-508 15,0-9-756-15,15-9-60 0,2-5-368 0,7-7-72 16,0-2 8-16,3-11-292 16,5-7-592-16,-8 1-1804 0,12-12-5237 0</inkml:trace>
  <inkml:trace contextRef="#ctx0" brushRef="#br0">25543 7636 8672 0,'0'0'7565'0,"0"0"-6641"0,0 0-524 0,0 0-44 15,0 0 200-15,87-17 124 0,-66 15-372 16,-6 2-308-16,-2 2-172 0,-2 8-60 0,-7 6 48 16,-4 3 72-16,-8 6-72 0,-12 8 40 15,-8 5 144-15,-4-1 88 16,0 9 72-16,1-6 160 0,4-5 12 0,10-3-4 15,9-10 100-15,5-6 0 0,6-3-60 16,9-7-160-16,8-6-88 16,12 0 0-16,0-3-120 0,7-10-120 0,1-3-244 15,1-6-188-15,-2 3-268 0,-3-7-580 16,-8 11-1552-16,4-14-5649 0</inkml:trace>
  <inkml:trace contextRef="#ctx0" brushRef="#br0">26328 7778 3556 0,'0'0'10321'15,"0"0"-7685"-15,0 0-1628 0,0 0-340 16,56 90 564-16,-45-65-20 0,-3 4-156 16,1 2-435-16,-1 1-389 0,-1 2-172 0,-3 4-4 15,0 1-56-15,-4 1-132 0,0-1-208 16,0 5-13-16,-12 1-95 0,-4-1-128 15,-11 4-144-15,-13 0 48 0,-8 3-656 16,-12 0-1144-16,8-16-1704 0,-35 25-1129 16</inkml:trace>
  <inkml:trace contextRef="#ctx0" brushRef="#br0">6952 12816 7856 0,'0'0'5073'16,"0"0"-3445"-16,0 0-644 0,0 0-532 0,0 0 352 16,0 0 448-16,0 0-240 0,79 11-152 15,-54-11-300-15,-1 0-244 0,8-4-156 16,-1 2-40-16,1-8-20 0,0 1-40 0,4-4-52 15,-4 3-8-15,-4 0-52 16,0 5-32-16,-4 1-124 0,-5 4 0 0,-6 0-36 0,2 9 124 16,-6 8 36-16,2 1 84 15,-3 8 76-15,1 6 44 0,-5 3-48 16,-1 2-72-16,1 1 0 0,-4 1-48 16,0-1 48-16,0 0 60 0,0 0-60 15,0-3 0-15,-7 0-8 0,3-3-52 16,-1-1 60-16,-3-5-4 0,4 2-44 0,0-6-12 15,1-3-64-15,-1-3 52 16,4-6 8-16,-5 0-32 0,5-8-40 0,-4 5-244 16,0-7-232-16,-4 4-276 0,1-1-640 15,-10-3-808-15,6 0-2397 0,-10-3-2023 16</inkml:trace>
  <inkml:trace contextRef="#ctx0" brushRef="#br0">7028 13223 4744 0,'0'0'2664'16,"0"0"2101"-16,0 0-3653 0,0 0-360 16,0 0-232-16,0 0 804 0,0 0-172 0,95-37-396 15,-63 30-396-15,0 0-312 0,-4 1-48 16,-4 4-136-16,-4-2-72 16,-1 4-188-16,-6 0-464 0,-5 4-600 15,-4 4-876-15,-4 3-1997 0,-4 10-1635 16</inkml:trace>
  <inkml:trace contextRef="#ctx0" brushRef="#br0">7012 13519 6824 0,'0'0'884'0,"0"0"1928"0,0 0-1771 0,0 0-205 16,0 0 248-16,0 0-28 0,40 67-236 16,-12-64-80-16,7-3-112 0,5 0-304 0,1-10-100 15,2-9-216-15,0 0-8 0,2-3-192 16,-2-4-672-16,2 1-496 15,2-3-1056-15,-12 4-2649 0,25-9-1563 0</inkml:trace>
  <inkml:trace contextRef="#ctx0" brushRef="#br0">8470 12852 9320 0,'0'0'4289'0,"0"0"-3753"15,0 0-260-15,12 87 344 0,-12-54 964 16,0 6-116-16,-4-1-436 0,-12 3-528 16,0 3-332-16,-3 1-100 0,-5-1-20 0,-1-2-52 15,-3-1 0-15,0-6-4 16,4-7 4-16,1-6-4 0,3-5-48 16,0-4-116-16,4-7-276 0,0-3-12 0,0-3 64 0,4 0 168 15,4-14-108-15,-3 0 8 16,7-5 176-16,-5-6 144 0,1-5 4 15,8 5-100-15,0 3 200 0,0 6 136 0,8 0-236 16,5 10 112-16,2-1-12 0,5 7 36 16,1 0 0-16,2 4 0 0,1 5-72 15,4 7-56-15,-4 0 48 0,0 3 4 16,4 0-12-16,-9 3-48 0,9 1 0 16,-4-1-12-16,4-3-248 15,0-1-420-15,4 2-656 0,-4-5-820 0,-5-2-2293 16,9 3-3615-16</inkml:trace>
  <inkml:trace contextRef="#ctx0" brushRef="#br0">10964 13011 4212 0,'0'0'7413'0,"0"0"-6385"0,0 0-672 16,0 0 52-16,0 0 636 0,0 0 480 0,0 0-336 15,0 0-580-15,0 0-296 0,0 0 20 16,-32 70 160-16,29-29 160 0,-1 6-100 15,0 0-88-15,-5 2-88 0,5-2-132 16,-3-8-184-16,7-1-60 0,0-6-92 0,0-7-116 16,7-3-60-16,6-9-172 15,6-7-196-15,5-6-76 0,8-6-300 16,0-17-884-16,-8 8-2180 31,16-30-3881-31</inkml:trace>
  <inkml:trace contextRef="#ctx0" brushRef="#br0">11438 12916 8688 0,'0'0'4981'0,"0"0"-3689"0,0 82-1004 15,0-44-124-15,0 10 604 16,-4-4 980-16,0 4-124 0,-7-1-624 0,-2-5-572 16,2-1-292-16,-1-6-132 0,-4-4-4 0,4-1-48 15,-4-9-60 1,4-1 12-16,-4-5-16 0,4-5-120 0,-4-1-144 15,4-5-76-15,-4-4-28 0,8 0-72 0,-4-10 204 16,0-3 76-16,4-2 88 0,0-5 72 16,1-1 24-16,3-2 28 0,-1-3 60 15,5 7 72-15,0 4 40 0,0 8 88 16,5 1-112-16,3 6 84 0,3 0 172 16,6 0 24-16,2 6-156 0,1 7-156 15,4 1-52-15,4-2 140 0,4 1 64 16,0-1-24-16,0 1-116 0,3-7-68 15,-3 1-160-15,0-7-132 0,0 0-176 16,-4 0-184-16,0-7-228 0,-4-2-748 0,-5-5-2212 16,5-5-4237-16</inkml:trace>
  <inkml:trace contextRef="#ctx0" brushRef="#br0">11873 12998 168 0,'0'0'8600'0,"0"0"-7344"0,0 0-560 16,0 0 437-16,0 0 299 0,96 64-200 15,-81-45-484-15,5 6-460 0,0 1-212 16,-4 2 0-16,-4 3 172 0,-4 5 60 16,0-1-20-16,-8 3-76 0,-4 3-204 15,-8 1 132-15,-8 2-140 0,-8 0-312 16,0 1-24-16,-3-1-8 0,-1-6-208 15,0 0-220-15,0-6-432 0,4-3-1076 0,8-10-3197 16,-8-7 225-16</inkml:trace>
  <inkml:trace contextRef="#ctx0" brushRef="#br0">10083 12925 9488 0,'0'0'1112'0,"0"0"3213"15,0 0-3221-15,0 0-188 0,0 0 16 16,0 0-192-16,88 58-148 0,-47-46-40 16,-2-5-184-16,1-1-188 0,-4-3-104 15,-1 0-76-15,-7-3-56 0,-4-3-92 0,0-4-48 16,-8 1-196-16,0-3-124 0,-8 3-248 16,1-5-388-16,-5 3-768 0,-4-3-2364 0,0-1-2317 15</inkml:trace>
  <inkml:trace contextRef="#ctx0" brushRef="#br0">10239 13103 4440 0,'0'0'7697'16,"-12"73"-5581"-16,8-33-828 0,4 12-44 16,0 8-28-16,0 3-364 0,0 8-360 15,0-1-308-15,0-4-176 0,0-2-8 0,0-10-64 16,4-10-44-16,0-9-88 15,4-14-200-15,-3-7-108 0,2-8-140 0,1-6-200 16,0 0-212-16,0-6-752 0,0-3-1365 16,-4-17-2719-16</inkml:trace>
  <inkml:trace contextRef="#ctx0" brushRef="#br0">10207 13449 8292 0,'0'0'2420'0,"0"0"-531"0,0 0-333 15,0 0 308-15,0 0 32 0,0 0-624 0,0 0-184 0,80 32-320 16,-52-26-72-16,4-3-103 0,0 0-181 16,-1-3-144-16,9-3-124 0,1-6-84 15,2-4-60-15,5 0-4 0,-1-6-152 16,-2-1-364-16,2-1-405 0,-2-2-147 0,6 2-852 16,-16 4-2796-16,17-5-4461 0</inkml:trace>
  <inkml:trace contextRef="#ctx0" brushRef="#br0">12821 13379 5348 0,'0'0'1160'16,"0"0"-612"-16,0 0-68 0,0 0-104 15,0 0 948-15,0 0 1177 0,0 0-1193 0,0 0-444 16,0 0-280-16,0 0 112 0,0 0 256 15,0 0-96-15,4-47-172 0,0 54-216 16,0 1-96-16,4 9 108 0,0 2-160 16,4 0-124-16,-4 6-40 0,0 0-44 15,-8-2-40-15,4-1-72 0,-1-7-4 0,-3 1-56 16,0-3-88-16,0-7-232 0,0 0-308 16,0-6-76-16,0 0-180 15,0 0-464-15,0 0-1192 0,-7-6-4597 0</inkml:trace>
  <inkml:trace contextRef="#ctx0" brushRef="#br0">12856 13141 11625 0,'0'0'1680'16,"0"0"-892"-16,0 0-448 0,0 0 216 0,0 0 708 15,0 0-344-15,0 0-584 0,0 0-336 16,84-22-72-16,-63 22-240 0,-2-3-524 15,5 3-536-15,0 0-508 0,-7 0-2013 0,14 0-1951 16</inkml:trace>
  <inkml:trace contextRef="#ctx0" brushRef="#br0">13315 13151 8052 0,'0'0'2600'16,"0"0"-1427"-16,0 0-829 0,0 0 296 0,0 0 1040 15,-20 72-144-15,12-55-480 0,0-5-600 16,0 1-304-16,1 0-56 0,3-7-40 15,-1 3-56-15,5 1-148 0,0-1-16 16,5-2 28-16,6 2 136 0,-3 2 12 0,8-3-12 16,0 5 4-16,0-4 4 0,0 5 80 15,-4-6-12-15,0 6 8 0,-1-5 4 0,-2 0 36 16,-5 4 36-16,0 0-72 16,0-4-28-16,-4 4-52 0,0 0-8 15,-4-4-104-15,-4 4-256 0,-1-7-136 0,-2 1-116 16,7-1-168-16,-4-3-124 15,0-3-248-15,4 0-612 0,0 0-1229 16,0-6-2395-16</inkml:trace>
  <inkml:trace contextRef="#ctx0" brushRef="#br0">14179 13227 3068 0,'0'0'7144'0,"0"0"-5239"0,0 0-205 15,0 0-132-15,0 0 128 0,0 0-200 16,0 0-340-16,17 63-364 0,-17-37-216 0,0-1-80 15,0 3-83-15,0-2-73 16,-4 0-132-16,0-1-112 0,0-6-92 16,-1 0-4-16,1-6-12 0,4-4-84 0,-3 1-16 15,3-7-176-15,0-3-213 0,0 0-263 16,-4 0-104-16,0-7-332 0,0-2-1008 16,0-4-1000-16,0 0-2749 0,4-12-1295 0</inkml:trace>
  <inkml:trace contextRef="#ctx0" brushRef="#br0">14088 12960 9840 0,'0'0'2033'0,"0"0"-293"0,0 0-624 0,0 0 120 16,0 0-136-16,0 0-416 0,0 0-324 15,0 0-212-15,0 0-148 0,0 0-80 0,68-2-68 16,-49 8-336-16,-6-4-348 15,6 4-488-15,-10 1-960 0,6 0-3641 0</inkml:trace>
  <inkml:trace contextRef="#ctx0" brushRef="#br0">14411 13278 11445 0,'0'0'1692'0,"0"0"-584"16,0 0 280-16,0 0 600 0,0 80-372 15,-4-69-452-15,4-1-688 0,0-3-476 0,0-4-24 16,0-3-136-16,0 0-60 0,4 0-196 16,4-6-160-16,4-1 136 0,4-3 180 15,0-3-84-15,-1 1-52 0,6-1 124 0,-10 4 76 16,2-1 44-16,-6 7-8 16,1 3 160-16,-4 0 200 0,0 6 344 15,0 7 36-15,1 1-100 0,-2-2-76 0,-3 3-60 16,0 5-64-16,0-1 4 0,4-3-88 0,-4-4-112 15,4 1-84-15,-4-7-72 16,4 0-76-16,0-2-196 0,-4-4-280 16,4 0-224-16,4 0-212 0,-4 0-592 15,0-7-824-15,0 1-2573 0,4-3-2415 0</inkml:trace>
  <inkml:trace contextRef="#ctx0" brushRef="#br0">14837 13281 1264 0,'0'0'13181'0,"0"0"-11113"16,0 0-1172-16,0 0 488 0,83 35 308 0,-59-32-243 16,4-3-429-16,0-3-548 0,4-10-388 15,4-6-84-15,0-7-388 0,0-2-460 0,0-11-269 16,-4 1-731-16,-8 7-2408 16,8-13-3237-16</inkml:trace>
  <inkml:trace contextRef="#ctx0" brushRef="#br0">15092 12849 9512 0,'0'0'1845'16,"0"0"-829"-16,0 0 680 0,-52 76 460 15,40-41-340-15,5 3-472 0,3 4-280 16,-1 5-212-16,5 0-147 0,0 5-193 0,0-2-236 16,0 4-188-16,5 0-76 15,-1 4 44-15,-4-5-56 0,3 4 0 0,-3-3 4 16,0 3-4-16,0 1-112 0,0-4-56 15,-3-6-24-15,3-1-76 0,-4-9-157 16,4-7-75-16,0-5-36 0,0-10-36 0,7-6-200 16,1-8-532-16,5-4-844 15,-6-5-864-15,13-18-3529 0</inkml:trace>
  <inkml:trace contextRef="#ctx0" brushRef="#br0">15474 13633 14457 0,'0'0'2812'15,"0"0"-1844"-15,0 0-388 16,0 0 888-16,0 0 201 0,0 0-457 0,0 0-524 16,0 0-580-16,0 0-108 0,0 0-336 15,0 0-376-15,52-50-284 0,-52 33-709 16,0 9-3055-16,-4-9-5713 0</inkml:trace>
  <inkml:trace contextRef="#ctx0" brushRef="#br0">13168 14471 2936 0,'0'0'7640'0,"0"0"-6455"0,0 0-649 16,0 0-88-16,0 0 624 0,0 0 308 0,0 0-160 15,0 0-320-15,0 0-256 16,-80-50-52-16,76 56-212 0,-4 10 28 16,-4 9-52-16,4 7-16 0,0 9-20 0,0 4-52 15,4 2-60-15,-4-3-40 0,4-3-32 16,4-8-52-16,0-7-84 15,0-14 60-15,4-5-60 0,4-7-188 0,8 0-120 16,-4-13 104-16,8-10-52 0,-1-2-124 0,2-10-60 16,-5-3-164-16,3-3-84 15,-2-1 16-15,2 2 128 0,-3-6 44 0,1 2 56 16,-2-3 172-16,-3-4-332 16,0 0-132-16,-8 0 320 0,0 4 188 0,-4 5 228 15,0 7 456-15,0 10 164 0,-4 6 100 16,4 9 60-16,0 10 4 0,0 0-52 0,0 0 184 15,0 6-96-15,0 4-208 16,0 9-184-16,0 7-76 0,0 8-60 16,4 8 12-16,0 2 85 0,-4 1 207 0,0 2-356 15,4-2-164-15,-4-1-76 0,0 0-60 16,0-3-72-16,0-6-280 0,0-2-269 16,0-8-159-16,0-9-220 0,9-7-440 15,-2-9-720-15,9 0-816 0,-4-6-2989 16</inkml:trace>
  <inkml:trace contextRef="#ctx0" brushRef="#br0">13606 14440 9548 0,'0'0'4257'15,"0"0"-2817"-15,0 0-748 0,0 0 112 0,0 0 796 16,36 69-160-16,-36-50-364 0,0-3-528 16,4-2-356-16,-4-6-192 0,0-4-144 0,0-2-416 15,0-2-468-15,0 0-200 16,0-6-928-16,-4 0-3292 15,4-13-3449-15</inkml:trace>
  <inkml:trace contextRef="#ctx0" brushRef="#br0">13737 14316 10937 0,'0'0'2764'0,"0"0"-1356"0,0 0-568 16,0 0 416-16,0 0-20 0,84 0-324 15,-72 0-412-15,4 0-476 0,-4 0-24 16,-1 0-304-16,2 0-100 0,-1 0-40 15,-5 2-12-15,-2 15-64 0,-1 1-36 0,0 8-120 16,-4 6 196-16,0 0 480 0,0 2 52 16,-4-2 552-16,4-2 128 0,0-5-112 15,0-10-148-15,0-3-68 0,8-1-60 16,3-8-72-16,-2 0-76 0,6-3-184 16,2-3-12-16,2-7-112 0,5-2-8 15,-4-1-40-15,5 1-48 0,-6-2-4 0,1 5 52 16,-4 6 92-16,-4-1 68 0,0 4 100 15,-5 0 168-15,-2 4 152 16,3-1 104-16,-4 3 100 0,0-3-16 0,0 0-352 16,3-3-192-16,2 0-64 0,-1 0-12 15,3-6-96-15,6 0-100 0,-2-7-84 0,1 3-72 16,5 1 108-16,-6-1 72 0,2 7 108 16,-2 0 76-16,-3 3 44 15,0 0 88-15,-4 6 112 0,3 1 84 0,-2 2 4 16,-1 0-76-16,3 1-88 0,-6-3-108 15,3 2-60-15,-4-6-168 16,4 3-332-16,-5-1-232 0,6-3-88 0,-1 2-300 0,0-2-1260 16,-1-2-3817-16</inkml:trace>
  <inkml:trace contextRef="#ctx0" brushRef="#br0">15682 13753 5956 0,'0'0'2056'0,"0"0"-464"0,0 0-155 16,0 0 279-16,0 0 156 0,0 0-184 0,0 0-416 16,24 90-384-16,-32-49-296 0,-5 7-112 15,-6 6-28-15,3 9 72 16,-12 0 76-16,0 11-92 0,-4-1-119 16,-8 7-181-16,-3-5-64 0,-5 8-84 0,-4-3-60 15,4-2 0-15,-4-1-12 0,9-7-84 16,2-4-120-16,9-9 116 0,9-10-44 15,3-5 71-15,12-10-159 0,4-10-60 0,4-9-144 16,0-10-64-16,8-3-136 0,4-3-212 16,4-13-264-16,3-6-1040 0,-6 3-2172 15,11-16-2837-15</inkml:trace>
  <inkml:trace contextRef="#ctx0" brushRef="#br0">15953 14125 9896 0,'0'0'2485'0,"0"0"-753"0,0 0-480 15,0 0 144-15,0 0-280 16,0 0-152-16,99 54-192 0,-55-50-284 0,0-4-156 16,-1 0-64-16,2-11-84 0,-6-1-112 15,-3-4-72-15,-4-6-292 0,0 3-528 0,-8-7 48 16,-4 8-88-16,0-1-320 0,-8 2-664 16,-4 5-940-16,-5 6-1525 0,-3-1-367 15</inkml:trace>
  <inkml:trace contextRef="#ctx0" brushRef="#br0">16323 14059 1772 0,'0'0'4156'0,"0"0"-2128"0,0 0-320 0,-48 73-427 16,36-39 131-16,1 8 32 15,2 5-80-15,1 7-408 0,5 3-200 0,-1 1-48 0,0 2-52 16,0-3-164-16,4-3-60 16,-4-3-88-16,4-7-112 0,0-2-72 15,-5-14-112-15,5-5-48 0,0-8-36 0,0-5-200 16,0-7-252-16,5-3-264 15,3-3-124-15,0-9-120 0,3-1-276 0,2-6-1088 16,-6 6-2273-16,5-13-1399 0</inkml:trace>
  <inkml:trace contextRef="#ctx0" brushRef="#br0">16925 14570 13965 0,'0'0'2208'0,"0"0"-1292"0,0 0-432 0,87-19 320 16,-70 12 524-16,-6 2-548 15,-2-2-520-15,-5 3-260 0,0-2-400 0,-4-4-420 16,0 1-608-16,-8 3-2864 0,-12-1-8301 0</inkml:trace>
  <inkml:trace contextRef="#ctx0" brushRef="#br0">16224 14589 7868 0,'0'0'2604'15,"0"0"345"-15,0 0-1553 0,0 0-700 16,0 0 136-16,0 0 512 0,0 0-236 16,0 0-320-16,0 0-336 0,15-6-232 0,-11 6-12 15,9-4 244-15,2 4-16 16,1-2-132-16,5-3-59 0,-2 3-49 0,1-4-76 15,4 0-36-15,0-1 0 0,0-3-8 16,4 4-76-16,-4-4-4 0,4 1-48 16,0 0-32-16,-5-5-132 0,-3 8-249 0,0-4-191 15,-8 4-172-15,0 3-424 16,-8 0-1240-16,0 3-3329 0,-4 0-3967 16</inkml:trace>
  <inkml:trace contextRef="#ctx0" brushRef="#br0">5804 15970 404 0,'0'0'11517'0,"0"0"-9205"15,0 0-812-15,0 0-396 0,0 0-72 16,0 0-80-16,0 0 128 0,104 10-276 15,-44-10-196-15,8 0-120 0,-1-10-195 16,1 1-17-16,-5-4-32 0,-7 0-112 0,0 1-132 16,-11-5 4-16,-6 9-8 0,-7-6 4 15,-4 4-84-15,-12 4-12 0,-4 0-28 16,0 3-56-16,-12 0-281 0,4-1-219 0,-4 4-112 16,0 0-92-16,-4 0-456 0,0 7-1156 15,-9 6-1452-15,6-6-1537 0</inkml:trace>
  <inkml:trace contextRef="#ctx0" brushRef="#br0">6163 16030 1368 0,'0'0'9092'0,"0"0"-7703"0,-8 74-417 16,8-43 124-16,0 11 436 15,8 5-100-15,5 3-256 0,-6 7-436 0,5 5-272 0,-4-3-208 16,0 1-64-16,-4 4-64 0,0 0-80 0,0-4-52 15,-4-2 72-15,0-11 44 16,0-9-116-16,4-9-192 0,-4-14-400 0,4-2-132 16,-4-7-4-16,0-2-252 0,3-4-880 15,2 0-2088-15,-5-10-2093 0,0 1 1385 16,0-17 4285-16</inkml:trace>
  <inkml:trace contextRef="#ctx0" brushRef="#br0">6135 16561 404 0,'0'0'11385'0,"0"0"-9633"0,0 0-852 16,0 0 188-16,0 0 616 0,0 0-492 15,104-16-324-15,-77 9-228 0,10 0-256 0,-1 2-124 16,3-9-280-16,1 6-8 0,0-5-128 16,0 1-96-16,-1 1-364 15,6-1-156-15,-2 2-148 0,2 1-316 16,6 2 176-16,-16 1-1940 0,25 6-2805 0</inkml:trace>
  <inkml:trace contextRef="#ctx0" brushRef="#br0">7940 16479 9316 0,'0'0'1977'16,"0"0"-17"-16,84 5-424 15,-36 2-48-15,4 0-244 0,11-1-340 0,1 0-204 16,0-4-72-16,3-2-64 0,1 0-140 16,0-6-56-16,0-7-104 0,-8 1-116 15,-4-4-100-15,-5 3-48 0,-12-2-84 16,2-1-148-16,-9 3-220 0,-4 1-168 0,-4-1-140 15,-1-3-76-15,-7 3-288 16,0-3-904-16,-4 1-2573 0,-4 2-3371 16,-8-6 5248-16</inkml:trace>
  <inkml:trace contextRef="#ctx0" brushRef="#br0">8848 16145 1396 0,'0'0'8408'0,"0"0"-7416"16,0 0-295-16,0 0 203 0,0 0 604 15,92 32-124-15,-64-17-224 0,0 1-344 16,0 0-240-16,4 0-44 0,-4 3-20 0,4 1 204 16,-1-1 20-16,-6-1-548 0,-1 1-184 15,-5 0 0-15,-6 3-8 0,-2 0-4 16,-7 4-96-16,-4 2-112 0,0 4-40 16,-4 3-68-16,-12 7-28 15,-4-5 36-15,0 2 48 0,-4-1 12 0,-3-7-36 16,-1 1-212-16,0-3-460 0,0-7-808 15,0-3-964-15,4-6-2801 0,-4-4-923 0</inkml:trace>
  <inkml:trace contextRef="#ctx0" brushRef="#br0">10143 16065 3008 0,'0'0'9649'0,"0"0"-7969"15,0 0-808-15,0 0-180 0,0 0 300 16,0 0 200-16,80-28-320 0,-52 24-268 16,8 1-248-16,4 0-112 0,0 3 12 0,0 0-48 15,-1 0-64-15,2 0-32 0,-6 0-112 16,1 6-40-16,-4 1-48 15,-4 5-20-15,0 4-52 0,0 9 64 0,-5 8 8 16,-3 11 88-16,-8 7 52 0,-3 12 20 16,-9 4-72-16,0 6-92 15,-9-4 40-15,-7 1-28 0,4-6 76 16,-4-7 4-16,5-6 0 0,-2-6-4 16,2-10 4-16,3-7-72 0,-1-9-4 0,5-6-108 15,1-7-256-15,-1-6-188 0,0 0-184 0,-5 0-256 16,-2-9-928-16,-1-1-924 15,-8-6-2117-15,4 4-1091 0,-12-14 5644 16</inkml:trace>
  <inkml:trace contextRef="#ctx0" brushRef="#br0">10163 16646 3768 0,'0'0'10197'0,"0"0"-8857"0,0 0-688 0,0 0-268 15,100-6 52-15,-60 3 100 0,-4-7-128 16,0 1-408-16,-1-1 0 15,-3 0-508-15,-4 5-216 16,-4-2-208-16,-8 7-368 0,0 0-612 16,-12 10-833-16,-4 5-2015 0,0 4 164 0,-20 13 4353 15</inkml:trace>
  <inkml:trace contextRef="#ctx0" brushRef="#br0">10255 16942 2796 0,'0'0'640'0,"0"0"6000"0,0 0-4991 15,-67 76-533-15,63-64-236 0,4-2 296 0,0-3-44 16,11-5-76-16,10 1-300 0,2-3-212 15,13-3-260-15,0-6-76 0,7-7-108 16,2-6-100-16,2-7-136 0,1-6-172 16,4 1-200-16,0-5-320 0,0-2-388 0,-1 0 120 15,-3 0-1780-15,-8 9-4401 16,4-19 4177-16</inkml:trace>
  <inkml:trace contextRef="#ctx0" brushRef="#br0">11235 15898 1632 0,'0'0'10465'0,"0"0"-9057"0,0 0-836 0,-12 94-232 16,12-49 256-16,0 2 624 0,5 7-296 15,-5 6-400-15,4 1-228 0,-4 3-196 16,0-1-100-16,0-3-108 0,-4 4-28 15,-5-4-300-15,-3-3-636 0,1 0-1008 16,2-12-3769-16,-10 12-2435 0</inkml:trace>
  <inkml:trace contextRef="#ctx0" brushRef="#br0">11211 17234 14365 0,'0'0'3176'0,"0"0"-2272"0,0 0-696 15,0 0-208-15,0 0-176 16,0 0-8-16,0 0-324 0,0 0-496 0,0 0-492 16,0 0-1684-16,0 0-4181 0,36 25 4061 0</inkml:trace>
  <inkml:trace contextRef="#ctx0" brushRef="#br0">7905 16163 1812 0,'0'0'1656'0,"0"0"4744"0,0 0-4735 15,0 0-653-15,0 0 276 0,0 0 4 0,91 4-376 16,-68-4-260-16,2 0-284 0,-1 0-96 15,-4 0 84-15,-1 0-188 0,-2 0-172 16,-2 0-4-16,2 3-8 0,-6 0 12 16,2 7 160-16,2-1-72 0,-2 1-76 0,-2-1 100 15,1 1 24-15,0-4-128 16,0-3 0-16,4 0-4 0,0-3 120 0,4 0 12 16,-1-3 48-16,5-3 0 0,1 0-36 15,3-4-40-15,0 0 4 0,0-2-44 16,0 3-68-16,-5-1-4 0,5-1 0 15,0 3 4-15,0 2-8 0,0-5-88 0,0 6-16 16,-8-2 0-16,3 4-72 0,-3-1-72 16,1 4-176-16,2 0-264 15,-3-3-348-15,4 3-680 0,-5 0-2137 0,5 0-2711 0</inkml:trace>
  <inkml:trace contextRef="#ctx0" brushRef="#br0">12299 16615 4152 0,'0'0'6921'0,"0"0"-5265"0,0 0-152 0,0 0-496 15,0 0 152-15,0 0 160 0,0 0-160 16,0 0-264-16,0 0-372 0,0 0-156 15,0 0-64-15,52 102-12 0,-44-52-96 16,4 1-76-16,-4-7-120 0,3-8-8 16,2-8-64-16,2-12-48 0,-2-10 68 0,6-6-20 15,5 0 64-15,0-17-148 0,4-2-140 16,-3-9-80-16,-2-7-52 16,1 1 48-16,-4-1 48 0,-8 3 172 0,-1 1 76 15,-2 5 80-15,-1 0-8 0,-8 4-76 16,4 0-32-16,-4 9 120 0,0 3 96 15,0 8 164-15,0-1-88 0,0 3 220 16,0 3-124-16,0 3-184 0,3 7 28 16,-3 6 72-16,4 3-28 0,1 1-32 0,-1 2-40 15,-4 0-84-15,4-6-92 0,0-4-188 16,-1-2-456-16,5-3-320 0,1-7-680 16,2-3-868-16,1-3-656 0,4-13-2661 0</inkml:trace>
  <inkml:trace contextRef="#ctx0" brushRef="#br0">13048 16500 11049 0,'0'0'1960'0,"0"0"-1156"15,0 0-260-15,0 0 480 0,0 0 344 16,16 93-408-16,-12-40-292 16,4 13-252-16,0 18 52 0,-4 4 184 0,0 4-56 0,0 4-180 15,-4-1-148-15,0-3-136 16,0 0-132-16,0-6-132 0,-4-11-88 16,0-4-220-16,0-14-48 0,0-16 120 0,4-12 28 15,0-16-140-15,0-7-384 16,0-9-944-16,0-13-1200 0,0-13-2881 0,0 4-1243 15</inkml:trace>
  <inkml:trace contextRef="#ctx0" brushRef="#br0">13008 16602 6948 0,'0'0'2892'0,"0"0"-819"15,0 0-1341-15,84-35-196 0,-48 35 416 0,-5 0 136 16,1 0-220-16,0 6-176 0,-8 7-208 15,0-1-48-15,-8 8-140 16,-4 2-100-16,-8 3-120 0,-4 8-68 0,-4-2-16 16,-8 7-72-16,-4-3-192 0,-8 3-136 15,0-3-12-15,-4-6-32 0,5-4-140 16,-1-3-388-16,4-6-488 0,0-3-1056 16,8-7-2101-16,0 1-395 0,4-7 3896 15</inkml:trace>
  <inkml:trace contextRef="#ctx0" brushRef="#br0">13837 16186 6048 0,'0'0'6221'0,"0"0"-3561"16,0 0-1604-16,0 0-716 0,4 79 100 0,-4-34 552 16,4 6-40-16,-4 9-276 0,0 0-296 15,0 4-160-15,4-4-36 0,0-6-36 16,0-3-148-16,4-10-12 0,-1-9-144 0,2-13-28 16,-1-3-48-16,0-10-52 0,-1-3-72 15,-2-3-24-15,-5 0-100 16,0-3-288-16,0-3-368 0,-5-4-452 0,-2-2-1304 15,-9 2-1713-15,-4-3-835 0,4 3 4840 16,-15-2-603-16</inkml:trace>
  <inkml:trace contextRef="#ctx0" brushRef="#br0">13622 16679 312 0,'0'0'1032'0,"0"0"3560"0,0 0 429 16,0 0-3173-16,0 0-168 0,0 0-256 0,0 0-496 16,0 0-380-16,0 0-16 0,0 0 88 15,44-71-392-15,-1 59-228 16,2-4-196-16,2-1-260 0,1-1-188 0,0-1-204 15,-4-3-408-15,-1 2-1268 0,-3-2-2445 16,-16 9-1739-16,8-6 5680 0</inkml:trace>
  <inkml:trace contextRef="#ctx0" brushRef="#br0">14152 16602 6960 0,'0'0'6221'0,"-16"77"-4129"0,12-46-1452 0,4 4-440 15,0-4 504-15,0-2 576 0,12-13-432 0,4-3-464 16,3-13-384-1,9 0-72-15,0-13 72 0,8-6 0 0,1-10-24 16,-2-6-272-16,1 1-120 0,-4-2-80 0,-4 5 112 16,-9 2 204-16,-2 10 180 15,-14 0 196-15,-3 10 92 0,0-1 80 0,-11 4 212 16,-6-1-164-16,-7 7-120 0,1 0-100 16,-5 0-12-16,0 10-184 15,0-2 0-15,0 6-136 0,4 2-20 0,0 0-116 16,5 0-244-16,2-4-444 0,2 4-596 15,7-6-2676-15,3-1-4773 16,-6 5 7713-16</inkml:trace>
  <inkml:trace contextRef="#ctx0" brushRef="#br0">15128 16468 4272 0,'0'0'9757'16,"0"0"-7765"-16,0 0-1436 0,0 0-272 16,0 0 116-16,28 80 284 0,-24-52 264 15,-4 4-432-15,0-3-404 0,0-7-112 16,0-2-136-16,0-12-136 0,0-2-304 16,0-6-328-16,0 0-252 0,0 0-672 0,0-6-1156 15,0 0-3853-15</inkml:trace>
  <inkml:trace contextRef="#ctx0" brushRef="#br0">15092 16252 9232 0,'0'0'3017'0,"0"0"-1881"16,75-22-788-16,-38 10-348 0,3-4-368 15,-1 0-540-15,-3 0-608 0,0 2-1281 0,-9 6-2919 16,18-9 5388-16</inkml:trace>
  <inkml:trace contextRef="#ctx0" brushRef="#br0">15657 16386 8432 0,'0'0'6425'16,"0"0"-5381"-16,-39 73-728 0,27-48-40 16,0 1 336-16,0-5 428 0,8-4-496 0,4-4-544 15,0-1-100-15,8-5 100 0,4 2 64 16,4 0 168-16,8-2-120 0,0-1-104 15,3-2 0-15,1 2 64 0,4-3-68 16,-4 3 44-16,0-2 52 0,-4-1 48 16,0 3 24-16,-8 0 0 0,-4 1 84 15,-4 2 24-15,0 1 76 0,-8-1-64 16,0 5-120-16,0 0-124 0,-12 0-48 0,-4 2-4 16,-4 3-4-16,0-4-140 0,-4 2 64 15,0-2-64-15,-3-2-228 0,-6-4-324 16,1 4-268-16,-3-7-356 0,3 1-1008 15,0-4-3073-15,8-3-2987 0,-12-3 7149 0</inkml:trace>
  <inkml:trace contextRef="#ctx0" brushRef="#br0">17794 16556 4832 0,'0'0'2696'0,"0"0"256"0,0 0-1599 16,0 0-625-16,0 0 116 15,-41-75 604-15,33 66-192 0,1-1-264 16,-5 4-312-16,3 2-196 0,2 4-88 0,-1 0 96 16,0 0 180-16,-4 7-428 15,0 13-168-15,-4 1-68 0,4 14 52 0,0 6 76 0,0 7 32 16,0 3-8-16,4-3-88 16,0-4-72-16,0-3-8 0,8-12-4 15,0-7-72-15,0-9 72 0,4-6-88 0,8-7-44 16,8 0 72-16,0-11 72 0,3-8-124 15,5-6-24-15,0-3-84 16,-3-7 48-16,-5 3 24 0,-5 3 88 0,2 1-28 16,-6 5 16-16,-7 4 72 0,5 4-36 15,-9 5 48-15,0 3 48 0,0 7 76 16,0 0-76-16,0 0 76 0,0 0-88 0,0 4-36 16,0 2-136-16,0 4 136 15,0 2 8-15,0 1-8 0,0-4-48 0,0 1 36 16,0-4-64-16,4-2-60 0,-4-1-8 15,4-3 56-15,-1 4 80 0,1-4-52 16,0 0 8-16,0 2 4 0,5-2 40 16,-6 3-4-16,1-3-64 0,0 3 4 15,4 1-76-15,-4-2 0 0,4 5-36 16,-4-1-188-16,0 0-112 0,4 5-140 0,-4-3-308 16,3 3-580-16,2-2-904 0,-1-2-1957 15,0-4-1187-15,4-3 5404 0</inkml:trace>
  <inkml:trace contextRef="#ctx0" brushRef="#br0">18228 15821 7140 0,'0'0'4517'16,"0"0"-3161"-16,0 0-668 0,-13 70-64 0,6-32 800 15,-1 6 216-15,-4 13-476 0,7 6-388 16,-2 5-276-16,3 4-132 0,-4 5-40 16,4-1-20-16,0 0-188 0,4-7-120 15,0-2-116-15,0-9-312 0,0-14-268 16,4-6-116-16,8-13-28 0,-1-8-24 15,6-8-12-15,7-9-168 0,0-3-1176 16,3-10-1985-16,-7 1-1931 0,16-18 5640 16</inkml:trace>
  <inkml:trace contextRef="#ctx0" brushRef="#br0">18638 16506 8236 0,'0'0'5661'0,"0"0"-4585"16,0 0-456-16,-88 96 684 0,56-58 108 0,4 3-316 15,-4-5-556-15,9-5-344 16,7-9-196-16,4-6-24 0,8-9-112 16,4-4-120-16,0-3-272 0,8 0 120 0,4-3 324 15,8-4-16-15,-1 1-12 0,9-7-96 16,-4 7-52-16,4-1 88 0,0 4 48 16,0 3 48-16,0 3 4 0,0 10 68 15,0 6-8-15,-5 3 8 0,-2 7 8 16,-5 6 40-16,0 3-36 0,-9 0 40 15,2 3-44-15,-5 4 0 0,-4 0 84 16,0-1 112-16,-9 0-16 0,-2 0 52 0,-1 1 60 16,-4-3 24-16,-4-9-28 15,4 3-32-15,-4-11-100 0,-4 0-40 0,4-8-8 16,0-4-4-16,-3-6-20 0,-1-5-16 16,3-2-72-16,-3 0-156 0,5-13-28 0,-1-6-12 15,-1-3-12-15,2-7 36 0,7 1-196 16,0 2-12-16,4-2-28 15,0 2 88-15,8 8-68 0,0-5-132 0,0 4-248 16,4 0-780-16,4-3-1320 0,4-4-2905 16,0 11 649-16</inkml:trace>
  <inkml:trace contextRef="#ctx0" brushRef="#br0">19579 16459 92 0,'0'0'1344'16,"0"0"-640"-16,0 0-628 0,0 0-76 15,0 0 40-15,-4-70-40 0,4 61 3192 16,-5 2-1124-16,5 1-588 0,0 0-392 16,0-1-131-16,0 1 119 0,-4 0-12 0,4 2-124 15,0 1-40-15,-4 3-32 0,4 0 24 16,-4 0-36-16,4 0-88 16,-7 3-104-16,3 4-308 0,-9 11-184 0,-2 8-88 15,-2 15 4-15,2 8 48 0,-1 3 32 16,4 0 4-16,4-1-56 0,0-10-116 15,8-10-184-15,0-6-136 0,8-5-192 0,4-8 128 16,3-5-84-16,9-4-112 16,1-6-276-16,3-9-348 0,3-11-636 0,5-8-1156 15,-4-5-2025-15,-8 8-455 16,8-16 5088-16</inkml:trace>
  <inkml:trace contextRef="#ctx0" brushRef="#br0">19925 15874 6108 0,'0'0'444'16,"0"0"4409"-16,0 0-3405 0,0 0-428 0,0 0-72 15,-4 89 312-15,0-44-60 0,0 9-308 16,-4 7-248-16,4-1-192 0,-4 6-132 16,1-5-296-16,3-1-24 0,-5-3-356 15,5-10-296-15,0-2-236 0,4-10-156 16,0-3-452-16,0-10-688 0,12-6-629 15,0-6-155-15,4-7-132 0,4-3 624 16,-5 0 1848-16,10-3-152 0,-5-4 553 0,0 1 227 16,-4 0 2207-16,-5 6-1255 0,-2 3 1004 15,-1 9 3392-15,-5 7-3255 0,1 7-589 0,5 3-288 16,-5-2-108-16,0 0-272 16,0-9-304-16,3-5-308 0,6-6-212 15,2-7-8-15,6-3 4 0,2-10 108 0,5-9-92 16,3-7-24-16,1-2-196 0,-4-5-40 15,0 1 88-15,-7 6 148 16,-6 4 72 0,-6 6 28-16,-9 3 100 0,0 1 108 0,-9 2-88 0,-3 3 16 15,-8 1 132-15,1 5 0 0,-5 4 232 0,3 0-316 16,2 6-140-16,-1 11-140 0,3-1-4 0,2 6-84 16,-1-3-88-16,8 3-72 15,-4-6-308-15,9-3-444 0,3-1-528 16,0-5-1476-16,3-7-3129 0,5 3-687 0,12-13 6032 15</inkml:trace>
  <inkml:trace contextRef="#ctx0" brushRef="#br0">20567 16415 4044 0,'0'0'9373'0,"0"0"-7609"0,0 0-1036 15,0 0-36-15,-45 89 528 0,34-67-220 0,3-3-324 16,-5-1-408-16,10-5-256 0,-1 0-12 15,0 0 4-15,4-4 104 0,0 4 16 16,4 0-88-16,7-1-36 0,2-2-108 0,2 3-52 16,6-4 36-16,3 3 64 0,-5-1 0 15,1 2 56-15,1-4-48 16,-2 0 40-16,-7 1 12 0,0-1 8 0,-4 4 80 16,-4 0 48-16,0 0 44 0,-4 2 40 15,-4-2-36-15,-8 6-76 0,-3-3-108 16,-6 0-72-16,1-4-64 0,-3 2-24 15,-1-8-156-15,3 0-236 0,2-6-288 16,-1 0-236-16,0-4-328 0,4-4-692 16,0-6-889-16,0-2-2555 0,8 4 896 0,-8-10 4384 15</inkml:trace>
  <inkml:trace contextRef="#ctx0" brushRef="#br0">20969 16415 3068 0,'0'0'2452'16,"0"0"4013"-16,0 0-4865 0,0 0-664 15,0 0-52-15,0 0 376 0,4 91-132 16,-8-52-248-16,0-4-316 0,0-4-268 15,4-2-112-15,0-7-124 0,0-5-48 0,4-5-8 16,4-3-4-16,3-5-4 0,2-2-56 16,2-2-124-16,2-6-64 0,2-7-44 15,5-6-104-15,-3 0-72 0,3-3 36 0,-5 0 196 16,-3 3 76-16,0 0 144 0,-7 6 16 16,-2 4 124-16,-3 2 52 15,0 4 120-15,-4-1 64 0,0 4 36 0,0 0 56 16,0 0-180-16,-4 4-88 0,4-1-124 15,-4 1-60-15,4 2-8 16,-4 2-64-16,1 3 8 0,-2-5-20 0,1 1-76 16,0-1-272-16,4-3-456 0,0 1-252 15,0-4-472-15,0 0-888 0,8 0-773 0,4-7-971 16,4-6-152-16,-4 3 4108 0,16-11-88 16</inkml:trace>
  <inkml:trace contextRef="#ctx0" brushRef="#br0">21387 16468 2812 0,'0'0'680'0,"0"0"5948"0,0 0-4311 15,0 0-993-15,0 0-472 0,0 0-172 16,80 32-88-16,-64-26-224 0,0 0-180 0,-5-2-188 16,2-1-8-16,-2 4-64 15,2-4-16-15,-1 6-4 0,-5 1-48 16,-3 3 4-16,1 6 48 0,-1 3 24 0,-4 0-60 16,0 0-52-16,0-3 76 15,8-3-40 1,-1-6 136-16,6-8 4 0,6-2 0 0,1-2-100 0,5-14-328 15,6-7-336-15,1-5-164 0,4-3-148 0,-4-1-57 0,0 2 281 16,-4 3 764-16,-4 2 88 16,-5 2 668-16,-10 7 173 0,-2 3 211 15,-7 4 148-15,0 6 44 0,-3-1-88 0,-6 4-104 16,-3 0-392-16,1 4-228 16,-2 8-236-16,-2 7-60 0,-6 3 112 0,10 8 172 15,-9-2-16-15,8 2-124 0,3 0-84 16,2-5-108-16,3-2-88 0,4-5-60 15,0-2-84-15,7-3-128 0,6-3 52 16,-5-3-208-16,7-1-164 0,2-4-64 16,-2-2-252-16,1 0-484 0,-4-2-1284 0,8-9-3233 15</inkml:trace>
  <inkml:trace contextRef="#ctx0" brushRef="#br0">22303 16556 1096 0,'0'0'11085'16,"0"0"-8929"-16,0 0-1120 0,0 0-408 16,0 0 276-16,-28 84 264 0,28-59-416 0,0 8-312 15,0-8-268-15,0-3-172 16,9-6 0-16,-1-4-72 0,3-5 24 0,10-4-4 15,3-3 44-15,4-7-68 0,8-6 72 16,-1-5 8-16,5-4-8 16,-8-3-44-16,-1-1 36 0,-6 3-48 0,-5 1 60 15,-9 3 0-15,-3 7-80 0,-4-4-108 16,-4 6 44-16,0 1 20 0,-8-1-24 16,-7 7 8-16,2 0 132 0,-6 3-108 0,3 6-96 15,0 6-36-15,-4 8 52 16,3-1 8-16,6 3-48 0,3-3-64 15,1-3-452-15,7-3-1460 0,0-4-2645 0,0 1-2295 16,3-8 6708-16</inkml:trace>
  <inkml:trace contextRef="#ctx0" brushRef="#br0">22646 16652 2584 0,'0'0'3140'0,"0"0"1808"16,0 0-3455-16,84-28-445 0,-52 12-296 0,-4-6-256 0,4-3-348 15,-4-5-148-15,0-1-624 0,0-4-776 16,3-3-749-16,-3 0-2287 15,-4 5-1232-15,7-13 5496 0</inkml:trace>
  <inkml:trace contextRef="#ctx0" brushRef="#br0">22989 16112 2888 0,'0'0'2148'16,"0"0"2928"-16,-59 68-3475 0,38-33-501 16,1 9 188-16,5 3-12 0,2 10-380 15,2 7-348-15,7 2-76 0,0 8 124 0,0 2 48 16,-1 0-188-16,1 4-152 0,-3 2-144 15,3 1-160-15,-4-4-48 0,-1-3-36 16,-2-3-76-16,3-9-64 0,-1-8-8 0,-2-7 8 16,7-8 4-16,0-9-152 15,0-7-224-15,0-5-136 0,0-8-76 0,0-3 4 16,0-5 68-16,-8-4 152 0,0 0-76 16,-4-13-444-16,0-6-777 15,-3-4-463-15,2-9-1592 0,6 7 2488 0,-10-25-324 16</inkml:trace>
  <inkml:trace contextRef="#ctx0" brushRef="#br0">23726 16291 6644 0,'0'0'2776'16,"0"0"241"-16,0 0-893 0,0 0-728 16,0 0-4-16,0 0-192 0,0 0-560 15,0 0-136-15,87 7-176 0,-38-7-132 0,7-7-60 16,-1-3-136-16,1-9-36 15,0 0-368-15,-4-3-100 0,-1-1-24 0,1-2-4 16,-4 3-308-16,-4 0-280 0,-9 2-532 16,-7 4-816-16,-11 7-1497 0,-13 6-1135 15,-4 1 3116-15,-8 4 928 0</inkml:trace>
  <inkml:trace contextRef="#ctx0" brushRef="#br0">23881 16331 6916 0,'0'0'4429'0,"0"0"-3185"0,-23 71-644 16,19-36-420-16,4 9 300 0,0 6 1076 0,0 8-136 16,0 2-288-16,4 8-480 0,0-5-296 15,-4 3-168-15,4-2-80 0,-4-4-100 16,0-3-8-16,0-9-56 0,-4-6-44 16,4-8-20-16,0-12-188 0,0-3-160 15,0-6-252-15,4-3 236 0,-1-8-104 16,5 2-280-16,-4-4-776 0,1-6-1272 15,3-4-2397-15,-5-3 1421 0,1-9 3292 16</inkml:trace>
  <inkml:trace contextRef="#ctx0" brushRef="#br0">23941 16808 3848 0,'0'0'9349'0,"0"0"-7257"15,0 0-1096-15,0 0-424 0,95 0 212 16,-58 0 292-16,-1-6-412 0,3 0-356 15,6-7-248-15,-2-3-60 0,4-6-256 16,-2-4-384-16,2 0-372 0,-3 5-556 16,0-5-1164-16,-4 4-2453 0,-12 6-2351 0,-1-3 6900 15</inkml:trace>
  <inkml:trace contextRef="#ctx0" brushRef="#br0">25954 17047 20781 0,'0'0'1521'16,"0"0"-1521"-16,0 0-2557 15,0 0 129-15,0 0 256 0,0 0-1740 16,0 0-3385-16</inkml:trace>
  <inkml:trace contextRef="#ctx0" brushRef="#br0">15909 16380 9444 0,'0'0'1408'16,"0"0"969"-16,0 0-1249 0,0 0-468 15,0 0-8-15,0 0 44 0,0 0-248 16,-40 66-248-16,40-40-64 0,4 0 40 0,4-1 120 16,8 0 28-16,0-6 180 15,0 0-96-15,4-7-212 0,4-2-60 0,-5-7-136 16,5-3 0-16,0 0-12 0,-4-6 12 15,4-3 108-15,0-7-100 0,0-3-8 16,-5-7-8-16,2 3-100 0,-1-2 100 16,-8 3-4-16,0 0 12 0,-4 3 8 15,-4 3 4-15,-4 4 96 0,-4 2-100 0,-13 0-8 16,-2 4-60-16,-5 3 0 16,-4-1-360-16,-4 4-36 0,0 0-52 15,0 4 40-15,5 5 132 0,2 4-76 16,1 0-144-16,5 3-424 0,6-4-592 0,2 1-1029 15,7 0-3351-15</inkml:trace>
  <inkml:trace contextRef="#ctx0" brushRef="#br0">21710 15344 7020 0,'0'0'5217'16,"0"0"-3949"-16,0 0-180 0,0 0-52 16,0 0 208-16,0 0 268 0,0 0-392 0,0 0-240 15,0 0-344-15,0 0-72 16,15-3 45-16,13 3 99 0,4 3-172 15,5-3-208-15,-1 0-84 0,3-7-132 0,1 2-12 16,4-8 0-16,-4-2-12 0,3-5 4 16,-2 1-172-16,-6 0-304 0,-7 3-108 0,-8 0-53 15,-8 7-15-15,-4 2 12 0,-8 5-120 16,0-3-256-16,-12 5-328 16,-8 0-492-16,-8 0-200 0,0 7-60 0,-8 3 307 15,1 0 461-15,-1-1 572 0,4 1 764 16,0-1 688-16,8 0 752 15,4 8-136-15,5-2-155 0,7 5-85 0,-5 5-96 0,9 6-180 16,1 4-108-16,-1 4 0 16,4 8 12-16,0-2 56 0,0 3-92 15,0-4-100-15,4-3-220 0,-1-5-324 0,5-5-12 16,-4-6-200-16,1 0 80 16,3-8-316-16,-5-2-192 0,1-5-172 15,0-4-268-15,4-6-472 0,-3 0-796 0,-1-9-1953 16,3 2-1959-16,-7-18 5093 0</inkml:trace>
  <inkml:trace contextRef="#ctx0" brushRef="#br0">21941 15551 7584 0,'0'0'4401'0,"0"0"-3261"0,0 0-808 0,0 0 36 16,0 0 420-16,0 0 144 0,96 38-176 15,-69-38-308-15,1 0-448 0,0-6-60 16,4-4-128-16,-4-5-592 0,0-2-368 15,-4 2-464-15,-4-2-1465 0,-8-1-3503 0</inkml:trace>
  <inkml:trace contextRef="#ctx0" brushRef="#br0">21534 14925 7080 0,'0'0'2140'0,"0"0"1021"15,0 0-1493-15,81 0-556 0,-50-6 136 16,5 3-116-16,0 0-388 0,-1-3-212 15,10-1-216-15,2 0-252 0,1-2-64 16,5 4-124-16,-2-2-160 0,5 0-404 0,-8 4-504 16,-9 0-492-16,-11-1-3069 0,-8 4-4823 15</inkml:trace>
  <inkml:trace contextRef="#ctx0" brushRef="#br0">21220 15170 4880 0,'0'0'1004'0,"0"0"3524"15,0 0-3075-15,0 0-5 0,52 79-140 16,-29-49-64-16,5 7-288 0,0 1-196 0,4 6-156 16,0 4-144-16,5 3 44 0,-2 3 340 15,1-3-440-15,0 3-296 0,-1-6-108 16,-3-4 0-16,0-1-4 0,0-4-80 15,-4-1 84-15,0 0-48 0,-4-6 44 16,-4 0 4-16,-1-4 0 0,-2-5-12 16,2-1 12-16,-2-3-88 0,-2-7 40 15,-2 1 44-15,-2-7 0 0,-3 5-8 0,4-6 8 16,-4 2 4-16,0 0 108 16,-4-1-8-16,8-4-16 0,-4 2-36 0,0-1-48 15,8-3 0-15,-1 0 8 0,6-3 68 16,3-6-16-16,4-8-60 0,0-1 48 15,4-8 12-15,0 1 4 0,-1-4-4 16,9 1-60-16,-4-7-4 0,12-1-120 16,3 3 112-16,9-9 4 0,12-4-100 0,7 3 104 15,13-1 4-15,7-1 88 0,6 1-88 16,-2-1-120-16,1 4 32 16,-8 3-44-16,-5 6 8 0,-12 3-132 0,-6 7-100 15,-10 3-196-15,-15 3-88 0,-9 4-176 16,-15 5-440-16,-7 1-900 0,-6 6-2817 15,-11-4-3075-15,0 4 6829 0</inkml:trace>
  <inkml:trace contextRef="#ctx0" brushRef="#br0">23511 689 3300 0,'0'0'9285'0,"0"0"-7465"16,0 0-396-16,0 0-132 0,0 0 108 0,4 82-76 16,-4-46-272-16,0 8-372 0,4 3-203 15,-4 7-53-15,4 7 240 0,0 2-108 16,0 7-252-16,0 3-88 0,-1 3-48 0,1 3-12 16,1 1-36-16,-5 5-12 0,0 4-60 15,0 3-44-15,0 4 4 0,0-1 4 16,0-4 0-16,0 5-12 0,0-6-24 15,4-2-40-15,0 1 60 0,4-3-8 16,-1 2 8-16,2 1 4 0,-1 4-8 0,3-1-4 16,-2 3 8-16,3 0 4 0,-1 0-8 15,2 1-88-15,-2-4-36 16,1 4-24-16,0-2 24 0,-4-2 24 0,0 0 12 16,1 4 20-16,-6-1-20 0,1-4 92 15,0 5 4-15,-4-4-8 0,0 1-52 16,0-2-48-16,-8-2 12 0,0 4 24 15,0-5-16-15,-4 1-80 0,0-1 36 16,-4 2 0-16,5-5-4 0,-6 2 88 16,2-1 0-16,2-4 44 0,-2-3-68 0,2 1 68 15,2-4-204-15,-2 1 204 16,-2-5 0-16,3 1-80 0,0-4 76 0,0 2 8 16,0-2 84-16,0 2 4 0,4-2-80 15,-4 4 4-15,4-3-12 0,0 3-4 0,1-2-8 16,-2-2-36-16,5-3 40 15,0 1-80-15,4 0-8 0,-4-3-8 16,1-1 104-16,3-7 92 0,-4-1-88 0,4-1-4 16,-4-3 60-16,4-4-52 0,-5 1 52 15,5-4 16-15,0 1-76 0,-4-1 4 16,4-2 48-16,0-8-52 0,0-2-48 0,0 0 48 16,0-10 12-16,0 0-4 15,0-6-8-15,4-6-64 0,1-3 4 16,3-5-12-16,-1-2-24 0,1 0 92 0,1 0 4 15,-2-7 0-15,5-1 40 16,-4 2 116-16,4-5-32 0,-4-1-28 16,0 2-48-16,4-2-48 0,-4-1 0 0,8 1-8 15,0-5-40-15,4 1 48 16,3 1-60-16,1-1 60 0,4 0-60 0,4 0 52 16,4 1-80-16,4-2 28 0,4 2 60 15,12 2 96-15,4 3-32 0,7-2 8 0,13 5-12 16,3-1 24-16,13 1 24 0,4-3-104 15,11 0 0-15,9 2 8 0,7-6 52 16,17 1-60-16,3 1 4 0,13-1-8 16,7 0 12-16,4 1-76 0,9-1-20 15,3 3 72-15,12-3-36 0,5 1 48 16,2 2 84-16,10 1-72 0,-1 2-12 16,8 1-100-16,0 3 100 0,8 0 56 0,0 1 16 15,4-3-72-15,4 3-120 0,1-2 112 16,-2 1 4-16,6 3 4 0,-5 0 132 15,0 0-132-15,-4 0-56 0,-8 0 56 16,-4 0 4-16,-8 0 120 0,-12 7-72 16,-7-5-52-16,-9 5-36 0,-8-1 28 15,-7 0 16-15,-13 5-4 0,-7-6 32 16,-9 5-36-16,-16 0 0 0,-7-4-196 16,-13 1 192-16,-11-5-8 0,-8 2 12 15,-16-1-60-15,-12-3 0 0,-13 3-48 0,-11-3-124 16,-12 0-180-16,-12-3-161 15,-8-4-167-15,-4-6-288 0,-8-2-660 0,-4-4-2388 0,-20-23-3557 16</inkml:trace>
  <inkml:trace contextRef="#ctx0" brushRef="#br0">25666 1581 2812 0,'0'0'9833'0,"0"0"-8433"15,5-64-828-15,-5 39-232 0,-5 0 316 16,1-1 424-16,-4 4 0 0,-3 3-228 0,-6 0-272 16,2 7-152-16,-5-2 0 15,0 5 12-15,-4 2-48 0,-4 7-52 0,0 0-36 16,-7 0-84-16,-2 13-39 0,1 0 15 15,-7 6-28-15,-1 6-20 0,0 4 20 16,1 3-12-16,-2 9-32 0,2 3-4 16,2 8 96-16,6 1-96 0,3 4-72 15,4 0 4-15,9 4-44 0,-2-1 0 16,10-3 40-16,6 0 0 0,1 4-48 0,4-7-4 16,9-1-4-16,2 2 8 15,6-11 4-15,6-6 68 0,9-3 216 16,3-7-176-16,6-9-28 0,-2-2-76 0,5-4 60 15,8-11-68-15,-4-2-60 0,0-2-112 16,0-8-32-16,-5-6 12 16,-7-7 8-16,1-2-68 0,-6-6-100 0,-3-1-156 0,-1 0-77 15,-3-4-215-15,-7-1-348 0,-6 2-540 16,-3-3-860-16,-8 9-1808 16,-4-12-1057-16</inkml:trace>
  <inkml:trace contextRef="#ctx0" brushRef="#br0">25132 1527 860 0,'0'0'11169'0,"0"0"-9497"0,0 0-568 0,0 0-324 16,0 0 176-16,17 80 316 0,-9-52-188 15,-1 4-260-15,1 6-336 0,5 3-84 0,-6 4-148 16,1 2-160-16,1 4-48 15,-5-3-48-15,3-1-72 0,-7-3-220 0,4-2-308 16,-4-1-148-16,0-3-196 0,0-3-396 16,0 0-544-16,0-13-2284 0,-4 7-2573 15</inkml:trace>
  <inkml:trace contextRef="#ctx0" brushRef="#br0">27499 1717 10048 0,'0'0'2281'15,"0"0"-825"-15,0 0-292 16,0 0 184-16,0 0 8 0,24 79-244 0,-20-43-336 15,0 2-216-15,0-3-80 0,-4 4-140 16,0-9-120-16,0-2-220 0,-4-4 0 0,0-9-124 16,4-2-84-16,0-7-168 0,-4-3-136 15,4-3-224-15,0 0-336 16,-3 0-644-16,-2-6-1508 0,-7-13-3649 0</inkml:trace>
  <inkml:trace contextRef="#ctx0" brushRef="#br0">27467 1438 2720 0,'0'0'2256'0,"0"0"3376"0,0 0-3663 16,0 0-1053-16,0 0-584 0,0 0 88 0,96-38-420 16,-68 34-52-16,4 4-1040 0,0 0-1581 15,-8 0-4571-15,8 0 4452 0</inkml:trace>
  <inkml:trace contextRef="#ctx0" brushRef="#br0">28132 1581 4852 0,'0'0'6293'0,"0"0"-4625"16,0 0 0-16,0 0-232 16,0 0-8-16,-39 76-264 0,27-63-452 0,4-4-440 15,0 4-200-15,4-3-72 0,0-1-4 0,4 0-144 16,4 1-36-16,8 4 184 15,4 0 136-15,4 2-48 0,8-2-88 16,0-2-60-16,-1 4-12 0,1-4 20 0,-4 1 44 16,0 0 0-16,-3 3 8 15,-10-3 0-15,-3 2 48 0,0 1 176 16,-8 0-68-16,0 0-144 0,-12 1-4 0,-3-3 0 16,-2 3-4-16,-3-2-4 0,1-3-72 15,-6-1-36-15,5-2-116 0,-3 1-80 16,-1-4-116-16,0-3-124 0,4 0-272 0,-4-3-500 15,4 0-908-15,4-3-2081 16,0-9-2235-16</inkml:trace>
  <inkml:trace contextRef="#ctx0" brushRef="#br0">29643 1927 2784 0,'0'0'2656'0,"0"0"2660"0,0 0-3607 16,0 0-345-16,0 0-112 0,0 0 60 0,0 0-192 15,0 0-328-15,-88-16-224 16,64 29-40-16,0 9 184 0,-4 9 80 0,-4 5-208 15,4 5-75-15,-3 3-73 0,3-5-48 16,8-5-84-16,4-5-28 0,8-8 4 16,4-7-40-16,4-8-8 0,0-6-156 15,12 0-68-15,4 0 32 0,12-6 224 0,-1-8-264 16,6-4-60-16,3-4-288 16,-4-3 92-16,-1-7-20 0,1 3-52 0,0-3 40 15,-4 1-52-15,0-5 120 0,0 9-44 16,-5-3 20-16,-2 8-13 0,-6 7 41 15,-3 8 56-15,-4 4 88 0,-4 3 72 0,0 10 268 16,1 2-76-16,-5 7 29 16,4 4 23-16,-4 2 32 0,0-4 28 15,-9 3-132-15,9-6-112 0,-4-2-60 0,4-6-160 16,0 0-140-16,4-8-28 16,8-2-37-16,0 0-171 0,4-9-768 15,4-4-392-15,4-6-636 0,-4-6-1816 0,-1 5-1929 16</inkml:trace>
  <inkml:trace contextRef="#ctx0" brushRef="#br0">30229 1038 9296 0,'0'0'3285'15,"0"0"-1009"-15,0 0-464 16,-16 73 36-16,4-32-240 0,-1 9-256 0,2 9-367 15,-2 7-333-15,-2 1-192 0,-2 6-160 16,-2 6-164-16,-5-4-132 0,-4 9-4 0,0-8-76 16,0-6-128-16,5-7-256 0,3-6-48 15,3-12-108-15,10-4-101 16,3-9-51-16,4-4-136 0,0-6-364 16,4-3-552-16,3-6-676 15,6-3-1965-15,2-10-2535 0</inkml:trace>
  <inkml:trace contextRef="#ctx0" brushRef="#br0">30536 2092 10856 0,'0'0'1941'0,"0"0"-389"15,0 0-452-15,0 0-56 0,0 0 276 0,0 0-508 16,0 0-84-16,-84-38-176 0,56 44-88 15,-4 10 12-15,-4 6 84 16,4 4-208-16,1 6-147 0,6-4-181 0,5-3-24 16,5-6-84-16,6-2 23 0,5-8 57 15,4-3-44-15,0-3-24 0,9-3-64 0,3 0 28 16,3 0-40-16,9-6-216 0,0-3 204 16,4-7-84-16,0 0 40 15,0 0 20-15,-5 0-48 0,1 3-28 16,-3 5 52-16,-10 3-72 0,6 5 228 0,-10 7 52 15,5 9 456-15,0 6-88 0,-4 3-124 16,-4 7-84-16,0 0 8 0,-4 3 64 16,0 1-60-16,-12-3 12 0,5 3-16 15,-10-1-32-15,2 2 44 0,-9 3-44 16,0-7-88-16,-4 6 25 0,0-4 83 16,-4 0-68-16,0 0 8 0,0-7 36 0,8 0 52 15,1-9-100-15,3 1-24 0,-1-10 0 16,10-4-60-16,-6 0 0 0,6-6-8 15,3 0-52-15,0 0 0 0,0-10-36 16,0-2 20-16,4-8-8 0,0 1 84 16,0-2 0-16,4-5-124 0,0 4 16 15,0-4-4-15,8 4-20 0,0 3 23 16,-1-1 21-16,6 2 16 0,-1-1-48 0,4 4 36 16,3-5-28-16,2 4 16 0,-1 0-16 15,-1 3-44-15,5 1-4 0,0-1-84 16,0 1-132-16,0 2-80 15,0 1-68-15,-4-1-92 0,-5 4-336 0,2 0-292 16,-9 1-408-16,4 3-564 0,-4-1-1817 16,-4 0-1875-16,3 0 4928 0</inkml:trace>
  <inkml:trace contextRef="#ctx0" brushRef="#br0">31404 1963 6748 0,'0'0'1144'0,"0"0"1768"0,0 0-1895 16,0 0-453-16,0 0 368 0,0 0 312 16,0 0 92-16,0 0-296 0,0 0-280 0,0 0-256 15,0 0-44-15,-24 11 116 0,4 28 36 16,-3 5-96-16,-5 4-152 0,-4-1-24 15,0-3-156-15,-1-5-176 0,14-7-8 16,2-10-72-16,10-7-40 0,7-5-104 16,0-7-236-16,11 1-36 0,6-4-100 15,7-7-560-15,8-9-416 0,-1-3-1376 16,5-9-3677-16,-12 5-446 0</inkml:trace>
  <inkml:trace contextRef="#ctx0" brushRef="#br0">31603 2048 2732 0,'0'0'0'0,"0"0"-668"16,0 0 668-16,0 0 88 0,0 0-84 15,0 0 2820 1,0 0-1208-16,0 0-888 0,0 0-432 0,0 0 304 16,28 9 332-16,-24-9 128 0,0 0-15 0,-1 0-221 0,-3 0-44 15,0-3 48-15,0 0-4 0,0 0-104 16,5-1-204-16,-5-2-76 0,0 3-136 0,0-4-56 16,4-2-120-16,-4-1-128 0,4 1-64 15,-4 0-100-15,4-1-148 0,-4 0-16 16,4 4-48-16,-4-1 136 0,4 1 64 15,-4 3-12-15,0-2-64 0,0 0-116 0,0-1-228 16,0 3-232-16,0-3-276 16,-4-4-593-16,0 1-963 0,0-1-2384 15</inkml:trace>
  <inkml:trace contextRef="#ctx0" brushRef="#br0">31854 1295 2480 0,'0'0'208'0,"0"0"4712"0,0 0-3196 16,0 0-480-16,0 0-215 0,0 0 203 16,0 0 268-16,0 0-148 0,-8 76-124 15,0-34-136-15,-4 6-168 0,0 8-124 0,-3 8-92 16,-5-1-76-16,-5 7-168 0,1-3-75 15,-4 3-121-15,0 0-64 0,-4-7-92 16,1-6-52-16,7-3-60 0,0-5-40 16,12-12 40-16,4-2 96 0,8-13-96 15,0-3-96-15,0-3-28 0,8-10-44 16,4 4 96-16,4-7-305 0,4-3-231 0,4 0-88 16,0-3-256-16,3-7-476 15,-3 1-556-15,4-4-248 0,-3-3-96 16,-5 1-281-16,-1-4-183 0,-3 0 476 0,0-4 764 15,-4-3 1552-15,0 4 300 0,-4 3 1236 16,-4 3 212-16,0 7-60 0,-4 3 260 16,0 2 129-16,0 4-425 0,-4 10-244 15,0 6-36-15,-4 6-68 0,-4 0-80 16,4 8-132-16,-4-5-296 0,4-4-224 0,5-2-120 16,3-2-124-16,0-8-147 0,3-3-69 15,1 1 20-15,4-4-132 16,0 0-72-16,0-3-245 0,8 0-171 0,4-10-48 15,-1-2-12-15,2-4-172 0,3-3-180 0,-4-3-12 16,-1-1 40-16,-2-2-56 16,-6 3 236-16,1-4 504 0,-7 1 188 0,-5 3 316 15,0 6 124-15,0 0 40 16,0 6 68-16,-9 8 88 0,1-3-216 16,-3 5 0-16,-6 11 36 0,-2-3-60 0,-1 9-40 15,-4-1-188-15,3 0-168 0,2-4-96 16,7-2-468-16,4 0-424 15,4-7-240-15,4 0-432 0,8-3-1368 0,8-6-2877 16</inkml:trace>
  <inkml:trace contextRef="#ctx0" brushRef="#br0">32245 1908 6900 0,'0'0'4545'15,"0"0"-2445"-15,0 0-1048 0,0 0-508 16,0 0 756-16,-88 73 548 0,64-58-472 15,4 2-616-15,0-4-552 0,8-1-208 16,9-6-44-16,-2 1-44 0,5-4-32 16,5 0-36-16,2 3 152 0,5-2-4 0,0 2-140 15,8 1-36-15,-4-5 40 0,0 5 20 16,0-4 16-16,-4 3 108 16,0 1 0-16,-4-1 0 0,0 4 84 15,-5-4 52-15,1 4 36 0,0-1 48 0,1 1 0 16,-5-1 36-16,0 0-112 0,0 1-72 0,0-3-64 15,0-2 8-15,-5 6 20 16,1-9-36-16,0 2-208 0,1-1-48 16,-1 0 24-16,4-1 84 0,-4-2-24 15,4 0-180-15,0 0-164 0,0 0-248 0,0-5-416 16,0-4-576-16,8-2-488 0,8-1-649 16,-4-1-1527-16,8 0-160 0,-5 4 3772 15,13-3 808-15</inkml:trace>
  <inkml:trace contextRef="#ctx0" brushRef="#br0">32443 2139 1460 0,'0'0'1056'0,"0"0"7192"0,0 0-6615 0,0 0-1009 0,0 0-36 16,0 0 756-16,0 0-236 0,9 74-580 15,-9-68-328-15,0 1-200 0,8-5-164 16,3 2-36-16,6-1 188 0,7-3-268 16,8-3-32-16,-1-3-140 0,5-4-128 0,0-3-40 15,0 1 100-15,-8-5-16 0,3 1-16 16,-6 2 156-16,-5-6 332 15,-5 4 64-15,-3 3 140 0,-3 0 388 0,-9 7 72 16,0 3 36-16,0 3-132 0,-13 0 228 16,5 7-152-16,-7 5-176 15,-5 4-16-15,-5 3-24 0,-3 3 156 0,9 3 236 16,-1-5-348-16,3-1-200 0,10-4-160 16,3-2 52-16,4-3-16 0,0-4-32 0,0 0 92 15,8-2 288-15,8-1-432 0,-1-3-184 16,6 0-224-16,3 0-20 15,4-7-80-15,0-2 4 0,-1 0-168 0,1-4-128 0,0-3-208 16,-4-4-396-16,0 1-232 16,-5-6 171-16,5 0-215 0,-3 3 44 15,3-23-2556-15</inkml:trace>
  <inkml:trace contextRef="#ctx0" brushRef="#br0">33221 1724 900 0,'0'0'872'0,"0"0"2000"0,0 0 196 0,0 0-1432 16,0 0-396-16,0 0 369 0,0 0 75 15,0 0-232-15,0 0-516 0,0 0-452 16,0 0 276-16,32 47 280 0,-36-18-180 16,-9 3-272-16,2 9-112 0,-6 0-84 0,2 8-160 15,-5-5-64-15,-1 0-128 16,6 0-40-16,-5-2-120 0,0-5-196 0,4-4-368 16,1-2-308-16,2-6-104 0,5-2-220 15,5-5-760-15,-1-1-2421 16,0-8-3163-16,-1-2 5428 0</inkml:trace>
  <inkml:trace contextRef="#ctx0" brushRef="#br0">25101 3121 208 0,'0'0'9552'0,"0"0"-7015"0,0 0-561 15,0 0-700-15,0 0-96 0,0 0-24 16,0 0 460-16,0 82-468 0,-8-31-260 15,-5 6-183-15,-2 7-77 0,-9-1-80 0,0-3-176 16,-8-2-128-16,4-4-172 0,0-7-72 16,1-2-48-16,7-13-28 0,3-7-20 0,9-7 12 15,5-7 0-15,3-5-96 16,0-4-112-16,0-2-56 0,0 0 80 16,7 0-60-16,2 0 12 0,3-5 220 0,3-4 88 15,5-2-65-15,-3-1-39 0,2-1-32 16,1 1 48-16,-4-1-28 15,4 6 16-15,0 5 36 0,0 2 32 0,-4 2 40 16,4 7 60-16,-1 2 12 0,-6 1-72 16,-1 5 0-16,-5-5 72 0,-3-3 124 15,0 3 96-15,-4 2 1 0,0-5-41 16,0 1-68-16,-8-4-52 0,-3 4-24 16,-6-4-12-16,2-3-52 0,-9 3-44 0,4-6-76 15,-4 0-116-15,4 0-40 0,0 0-128 16,4-6-45-16,4-3-7 15,4-7-332-15,4-3-516 0,4-3-652 0,0-1-712 0,4-2-2837 16,0 8-2103-16,20-8 6980 0</inkml:trace>
  <inkml:trace contextRef="#ctx0" brushRef="#br0">25336 3626 64 0,'0'0'864'0,"0"0"9016"0,0 0-6771 0,0 0-913 16,0 0-212-16,15 66-92 0,-18-46-428 15,-5-5-227-15,0 0-497 0,3-1-440 16,5-7-300-16,0-5-24 0,0 1-132 16,5-3-124-16,3 3 76 0,3-3-88 0,10 0-32 15,-2-3-4-15,1-2-101 16,4-2 29-16,1-3-48 0,-2 4 68 0,-7 0 64 16,1 6 120-16,-6 0 148 0,-3 0 48 15,0 8 256-15,-4 2 96 0,-4 6 100 16,0 0 36-16,0 1 33 0,-4 1-85 15,0-2-156-15,0 0-84 0,4-7-104 16,0-2-92-16,0-4-160 0,4-3-80 0,8 0-100 16,4-6-73-16,4-4 49 0,4-6-308 15,3-6-388-15,6-3-824 0,-1-3-1096 16,-9 5-2057-16,14-19-903 0</inkml:trace>
  <inkml:trace contextRef="#ctx0" brushRef="#br0">26041 3251 1552 0,'0'0'1292'0,"0"0"-548"16,0 0 6464-16,0 0-4907 0,4 70-549 0,-16-32 44 16,0 3 4-16,-8 10-44 0,1 0-332 15,-6 3-343-15,1-7-341 0,0 1-440 16,5-10-300-16,2-4-12 0,6-1-84 16,7-12-132-16,4-2-28 0,8-5-96 15,3-5-84-15,6-2 84 0,2-4-37 0,5-3-35 16,-4 0-172-16,1-10-320 0,-2 1-524 15,-6-5-348-15,-6 0-156 16,-3-3-400-16,-4-2-285 0,-11-4 333 0,-6 2-592 16,-3-2 1260-16,-3 1 1628 0,-1-3 468 15,-1 3 1332-15,1 3 956 0,0 3-528 0,9 0-923 16,3 6-537-16,7 3 64 0,5 5 48 16,0 2 84-16,13 0 120 15,6 0-44-15,1 0-56 0,8 2-60 0,8-2-124 16,0 0-264-16,8 0-300 0,4-5-236 15,0-2-12-15,-1-6-404 16,-3 5-360-16,-4-6-320 0,0 1-380 0,-16 4-1440 16,4-4-5525-16</inkml:trace>
  <inkml:trace contextRef="#ctx0" brushRef="#br0">27885 3523 2904 0,'0'0'2020'16,"0"0"3948"-16,0 0-3671 0,0 0-901 0,0 0-536 16,0 0-80-16,0 0-28 15,0 0-20-15,0 0-264 0,0 0-108 0,0 0-4 16,-75-25 296-16,47 48-176 0,-4 2-96 15,-4 11-88-15,-3 1-72 0,-2 8-148 0,2-4 88 16,-1 6-52-16,5-3 12 16,-2 2 76-16,9-2 36 0,9-2 437 0,2-7-209 15,9-2-172-15,5 3-180 0,3-8-48 16,3 4 40-16,9-7-28 16,8-2-4-16,8-1-68 0,8-6-12 0,4-3-60 15,8-3 60-15,0-4 0 0,3-6-268 16,-3 0 16-16,0-6-136 15,-4-7-24-15,-4 0-53 0,-8-6-191 0,-1-3-236 16,-7-3-640-16,-8 0-1096 0,-7-5-1376 16,-6 5-2137-16,-3-10 406 0</inkml:trace>
  <inkml:trace contextRef="#ctx0" brushRef="#br0">27675 3670 2660 0,'0'0'756'16,"0"0"-756"-16,0 0 2660 0,0 0-492 15,0 0 32-15,0 0-167 0,0 0-301 0,4 72-268 16,3-46-396-16,5 2-84 0,-3 2-8 16,-2-2-228-16,5 2-136 0,-3-2-148 15,-2-6-340-15,1 0-124 0,0 0-120 16,1-4-256-16,-2-1-336 0,-3 2-296 16,4-3-328-16,-4 0-836 0,4-1-1941 0,-4-5-2479 15</inkml:trace>
  <inkml:trace contextRef="#ctx0" brushRef="#br0">28603 3835 1096 0,'0'0'964'0,"0"0"380"16,0 0 5768-16,0 0-5019 16,0 0-565-16,0 0-300 0,99 35 28 0,-71-28-212 15,0-5-228-15,8-2-164 0,0 0-208 16,8-2-176-16,0-5-72 16,8-3-184-16,-5-2-12 0,1 2-48 0,0-2-344 15,-8 2-232-15,-4 4-264 0,-4-1-104 0,-8 0-312 16,-9 5-500-16,-3-1-972 0,-7 3-1745 15,-5 0-27-15,-9 0 3308 16,-3 0 325-16</inkml:trace>
  <inkml:trace contextRef="#ctx0" brushRef="#br0">28806 3963 1384 0,'0'0'976'16,"0"0"-740"-16,0 0 5188 0,0 0-3364 15,-72 75-283-15,72-62-457 0,0 0-88 16,17-4 44-16,-2-3-196 0,13-6-336 15,8 0-272-15,0 0-88 0,8-6-236 0,3-7-148 16,-2-5-100-16,-6-1-308 0,1-1-348 16,-8-1-192-16,-4-2-388 0,-4-2-1144 15,-13 5-4129-15</inkml:trace>
  <inkml:trace contextRef="#ctx0" brushRef="#br0">28966 3432 5156 0,'0'0'1780'0,"0"0"4533"0,-9 66-4273 16,5-37-708-16,1 9-188 0,-1 4-68 0,-9 5-60 16,2 1-160-16,-1 6-284 15,-4-3-244-15,-4 2-120 0,0 4-99 16,0-3-73-16,-8 1-36 0,5 3-96 0,-5-5-125 15,0-2-7-15,7-7-224 0,-3-3-120 16,13-5-124-16,-1-9-324 0,3 3-368 16,9-8-640-16,0-7-972 0,9-2-3769 0</inkml:trace>
  <inkml:trace contextRef="#ctx0" brushRef="#br0">30352 3723 2532 0,'0'0'196'0,"0"0"-196"0,0 0 6312 16,0 0-4371-16,0 0-761 0,0 0-156 0,0 0 108 15,0 0 16-15,0 0-152 0,0 0-212 16,0 0-128-16,-31-25-332 15,14 32 44-15,1 2 16 0,-7 7-68 0,-5 10 188 0,0 6-112 16,0 3-148-16,-4 9 48 16,4 6-48-16,0 4 84 0,0 1-96 15,4 3-136-15,1-2-84 0,-2-5 52 0,9-4-64 16,5-6-12-16,3-6 12 16,-1-7 56-16,9-4-56 0,0-6-4 15,5-8 0-15,7-1-8 0,4-5-112 0,3-1 52 16,5-3 0-16,4 0-136 15,0-9-132-15,8-4-52 0,-4-4-36 16,4-5 76-16,-1 1-16 0,6-9-76 0,-9 2 40 16,3-7-56-16,-7-4-32 0,0 2-32 15,-5-8 64-15,2-2-44 0,-5-4 52 16,-5 0 164-16,2-2-68 0,-2 1-36 16,-2 5 204-16,-6 2 112 0,5 4 76 0,-3 9 216 15,-6 7 200-15,1 6 100 16,-4 9 164-16,0 4 48 0,0 6-144 0,-4 0-40 15,-3 3-76-15,-10 10-72 0,6 6-152 16,-13 6 88-16,-4 10 0 0,-4 6-28 16,-4 11 76-16,0-2 48 0,-4 7-136 15,0-5-160-15,1-5-132 0,2-3-76 16,5-5-96-16,9-11-204 0,3 0-88 0,4-8-36 16,4-7-200-16,4-1-236 0,4-6-668 15,4-2-1200-15,0-1-2905 0,4-3-2071 16</inkml:trace>
  <inkml:trace contextRef="#ctx0" brushRef="#br0">30288 4137 4180 0,'0'0'4116'16,"0"0"101"-16,0 0-3045 0,0 0-488 0,-27 89 128 16,18-64 596-16,1 1-288 0,-3 2-404 15,-2 1-320-15,6-7-80 16,-1 0-164-16,-5-4-152 0,6-1-84 0,-5-1-296 0,3-7-224 15,-2 4-128-15,7-7-88 0,-4 1 76 16,8-4 92-16,0-3-220 16,0 0-796-16,0-10-657 0,8 1 213 0,0-1 644 15,4-5 716-15,0-1 20 0,8 0 4 16,-5 3 728-16,6 3 768 16,3 1 1160-16,-5 6 184 0,1 3 161 0,1 0-369 15,-2 5-232-15,5 2-276 0,-4 7-228 0,7 0-180 16,1 3-192-16,4 2-124 15,0 3 208-15,5 1-396 0,-6-2-300 16,1-5-184-16,4 1-64 0,-4-8-312 0,0 0-380 16,-4-2-124-16,0-4-76 0,-4-3-368 15,-5 0-680-15,-3 0-748 16,0-6-2537-16,-8 0-1155 0,0-10 5584 0</inkml:trace>
  <inkml:trace contextRef="#ctx0" brushRef="#br0">30057 3473 756 0,'0'0'9880'15,"0"0"-7827"-15,0 0-777 0,0 0-276 16,0 0 144-16,0 0-68 0,0 0-96 16,0 0-180-16,0 0-244 0,0 0 360 0,0 0-268 15,75 32-164-15,-50-23 5 16,3-6-5-16,3 3-172 0,5-2-104 0,8-4-16 15,8 0-48-15,4-4-128 0,7-5-12 16,10-3-4-16,2-1-60 0,5-3-48 16,-5 0-84-16,-3 0-76 0,0 4-120 15,-8-4-156-15,-5 3-5 0,-3 4-119 16,-8 0-248-16,-4-2-624 0,-8 5-816 16,-12 4-1824-16,-5-5-2585 0</inkml:trace>
  <inkml:trace contextRef="#ctx0" brushRef="#br0">30316 3823 1656 0,'0'0'456'0,"0"0"-248"0,0 0 4 15,0 0 608-15,0 0 2384 0,0 0-1412 16,0 0-872-16,0 0 0 16,0 0 345-16,0 0 27 0,0 25-120 0,0-22-308 15,0 6-120-15,0 1-80 0,0-1 40 16,-4 4-84-16,4 0-172 0,-8 3-80 16,4 3-84-16,-3-3 24 0,-2 3-60 0,1 0-88 15,0 3 0-15,-4 0-88 0,4 0-24 16,1 2 20-16,-1 1-68 0,-5-4-8 15,6-2-40-15,-1 0 0 0,-1 1-64 16,1-5 16-16,1-2-4 0,3 0-96 16,0 0 0-16,0-4-88 0,4-3-84 15,0 1-140-15,0-4-176 0,0 3-76 16,0-2-60-16,4-2-252 0,0-2-432 16,4 0-833-16,-1 0-1779 0,2-2-492 15,-5-2 3580-15,7-5 516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cm"/>
          <inkml:channel name="T" type="integer" max="2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cm"/>
          <inkml:channelProperty channel="T" name="resolution" value="1" units="1/dev"/>
        </inkml:channelProperties>
      </inkml:inkSource>
      <inkml:timestamp xml:id="ts0" timeString="2023-07-06T02:42:2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3083 4629 9460 0,'0'0'6513'0,"0"0"-5661"0,0 0-700 15,0 0-56-15,0 0 252 0,84-22 420 0,-48 16 280 16,3-1-372-16,2 1-80 16,6 2-8-16,1 2 4 0,7-2-151 0,5 1-101 15,0 0-184-15,0-3-24 0,-4-4-128 16,0 3-4-16,-4-2-84 0,-5 0 0 16,-7 2-12-16,0 0-64 0,-8 1-192 0,-8 4-229 15,-1 2-259-15,-10 0-200 0,-5 0-464 16,-8 2-1056-16,0 4-2217 0,-21 8-1635 15</inkml:trace>
  <inkml:trace contextRef="#ctx0" brushRef="#br0">3291 4705 13449 0,'0'0'1408'0,"0"0"-1320"0,0 0-12 15,0 0 188-15,4 89 488 0,7-48 192 16,6 3 160-16,-6 8-192 15,6 5-176-15,-6 9-224 0,5 4-24 0,-8 0-208 16,-4 0-168-16,0 0-112 0,-4-7-24 16,0-6-52-16,0-8-80 15,0-9 44-15,0-8-44 0,0-4-176 0,0-5-192 0,0-4-116 16,0-7-220-16,0-2-268 0,0 0-692 16,0-10-1012-16,0 3-2493 15,-4-10-1211-15</inkml:trace>
  <inkml:trace contextRef="#ctx0" brushRef="#br0">3422 5385 10496 0,'0'0'5149'0,"0"0"-4257"0,0 0-504 15,99-4-28-15,-58 1 336 0,-2 0 80 0,-3-4-396 16,-4-2-244-16,4 0-124 0,-8-1-8 16,0 1-4-16,0-1-120 0,-8 3-288 0,-5 2-640 15,-7 5-296-15,-3 0-648 16,-5 0-2405-16,-5 15-1835 0</inkml:trace>
  <inkml:trace contextRef="#ctx0" brushRef="#br0">3438 5736 13105 0,'0'0'1800'0,"0"0"-1120"0,0 0-604 0,0 0 228 0,0 0 424 0,0 0 32 15,83-8-68-15,-38-3-52 0,-2-1-196 16,5 3-320-16,0-1-124 0,-4 4-196 15,-4-1-124-15,-1 4-188 0,-3 0-344 0,0 3-108 16,-4 3-536-16,-9 4-1664 0,5 8-3781 16</inkml:trace>
  <inkml:trace contextRef="#ctx0" brushRef="#br0">3768 6222 5700 0,'0'0'1836'15,"0"0"3405"-15,9 74-4553 0,-1-30-420 16,-1 10 88-16,-3 6 300 0,5 3 540 0,-1 8-68 15,-1 2-172-15,-3 0-252 16,4 0-212-16,1-3-160 0,-2 0-196 0,-3-4-136 0,4-5-136 16,-4-7-12-16,5-7-84 15,-6-5-260-15,1-5-52 0,0-5-224 0,0-7-152 16,0-5-292-16,1-4-840 0,-5-7-1057 16,0 1-2911-16</inkml:trace>
  <inkml:trace contextRef="#ctx0" brushRef="#br0">3617 8306 2824 0,'0'0'1464'0,"0"0"-360"0,0 0-528 16,0 0-316-16,0 0 168 0,0 0 2764 15,0 0-1695-15,0 0-549 0,0 0-52 16,0 0 20-16,0 0 132 0,-44-19-116 0,44 19-40 16,0 0-100-16,0 0-172 0,4 0-216 15,13 0-72-15,2 0 148 0,13 3 352 16,8 0-224-16,4 1-328 0,4-2-132 16,-1-2-44-16,2 0-100 0,-2 0 4 0,1-6-8 15,-1-4-8-15,-2-2-184 16,-10-2-28-16,1 6-184 0,-8-5-144 0,-4 3-100 15,-8 1-16-15,-4 2-200 0,0 1-428 16,-12-1-540-16,0 4-508 16,-8 3-453-16,0 0-1223 0,-24 0-336 0</inkml:trace>
  <inkml:trace contextRef="#ctx0" brushRef="#br0">3681 8401 12005 0,'0'0'1392'0,"0"0"-668"15,20 89-496-15,0-38 164 0,-1 5 316 0,2 9 460 16,-1 4-220-16,-5 1-268 16,6-3-212-16,-10-1-100 0,2-6-160 15,-6 1-124-15,1-4-84 0,-4-3-64 0,0-3-204 16,1-6-64-16,-1-8-52 0,-4-8 176 16,0-10-76-16,3-3-88 0,-3-10-376 0,0-6-368 15,0-3-860-15,-7-10-725 16,-2 0-1715-16,-6-15-752 0</inkml:trace>
  <inkml:trace contextRef="#ctx0" brushRef="#br0">3761 9007 10076 0,'0'0'3997'0,"0"0"-3329"0,0 0-376 0,0 0-152 16,112-25 236-16,-73 15 52 0,4-6-88 16,6 1-64-16,-6-5-176 0,9 2 76 15,-4-5-176-15,4 5-128 0,-4 1-168 16,-5 1-488-16,2 7-400 0,-6 2-752 15,-15 4-2689-15,8 3-1711 0</inkml:trace>
  <inkml:trace contextRef="#ctx0" brushRef="#br0">10259 5381 4136 0,'0'0'3188'0,"0"0"-868"0,0 0-1764 16,0 0-440-16,0 0 92 0,0 0 617 0,0 0 215 16,-88-41 196-16,77 41-256 15,-2 0-88-15,5 7-120 0,-3 2-188 16,3 3-24-16,-1 11-36 0,2 6 4 0,-1 5-8 16,0 8-4-16,-4 5-100 0,8 1 12 15,-4 0-88-15,8-7-96 0,0-6-124 16,4-14-112-16,8-4 44 0,0-11-4 15,3-2 12-15,6-8-56 0,3-8 20 16,4-7-24-16,-1-13-268 0,5-7-160 16,1-5-60-16,2-8 12 0,-3-4 20 0,-4-4 52 15,4-4-16-15,-9 0-148 0,1-5 8 16,-7-1-76-16,-2-5-4 0,-2-5-268 16,-6 0-396-16,-3 1 104 0,0 6 344 15,-4 10 560-15,0 8 296 0,0 14 272 16,0 6 448-16,0 13 20 0,0 8 36 0,-4 6 12 15,0 4-56-15,0 4-80 0,1 0-248 16,-6 10-64-16,5 3-80 16,-4 9 24-16,1 10 4 0,-2 12-28 15,5 7 124-15,0 12-100 0,4 7-40 0,-4 7 52 16,4 5-12-16,0 1-40 0,0 2 208 16,0-2-84-16,4-4-124 0,-4-6-112 0,4-10 28 15,-4-6-152-15,4-5-8 16,1-17-76-16,-1-4-132 0,3-12-12 0,5-8-48 15,0-9-380-15,8-2-312 0,0-13-252 16,8-6-780-16,-8 0-2248 16,12-22-2389-16</inkml:trace>
  <inkml:trace contextRef="#ctx0" brushRef="#br0">10921 5401 9156 0,'0'0'6873'0,"0"0"-5845"0,0 0-692 16,15 72-112-16,-15-47 236 0,0-6 536 15,0 0 32-15,-4-5-488 0,1-5-480 16,-1-2-60-16,0-5-220 0,4-2-316 0,-5 0-348 16,-3 0-300-16,1-9-640 0,3 0-2260 15,-4-13-2309-15</inkml:trace>
  <inkml:trace contextRef="#ctx0" brushRef="#br0">10929 5185 7808 0,'0'0'6513'0,"0"0"-5137"16,0 0-1000-16,0 0-236 0,59 79-52 0,-51-59 336 0,4-6 64 16,-7-1-56-16,-2 4-432 15,1-5-48-15,0 1-448 0,0 0-496 0,0 2-100 16,0-2-200-16,0 3-320 0,0 3-97 0,0-3 117 16,4 6 1436-16,-4 0 156 15,4 4 1360-15,0-5 97 0,0 2-49 0,0-7-120 16,4 0-176-16,-4-4-220 0,0-5-216 15,-1-4-252-15,2 0-276 0,-1-3-72 16,-1 0-76-16,1-3-128 0,5-7-8 16,-2 5-64-16,-3-5-36 0,5 0-52 15,-2 0-40-15,2 1 64 0,-2-3 140 0,5 1 116 16,0 3 8-16,1-3-52 0,-2-1 48 16,1-1 4-16,4 5 56 15,-4-3-52-15,0-1-8 0,0 2-68 0,-1 4 20 16,-6-1-84-16,3 4 36 0,-1 3 100 15,-2 0 200-15,-1 7 328 0,-1 2 24 16,-3 4 8-16,4 0-40 0,-3 2 12 0,-1-2 72 16,-1 3-76-16,1-3-256 15,0-4-116-15,0-2-156 0,0-1-112 0,0-3-108 16,1-3-212-16,-2 2-144 0,5-2-192 16,4 0-164-16,0-2-348 0,4-4-924 0,-4 0-1893 15,4-10-2519-15</inkml:trace>
  <inkml:trace contextRef="#ctx0" brushRef="#br0">12184 4903 16513 0,'0'0'2220'16,"0"0"-1104"-16,0 0-932 0,0 0 100 16,0 0 456-16,87-7 16 0,-39 3 45 15,8-2 11-15,4-3-440 0,3-4-240 16,1-3-132-16,-4 0-48 0,0-3-144 16,-9-3-244-16,-3 3-216 0,-8-4-209 15,-8 5-115-15,-8 1-528 0,-8 1-1304 0,-8 4-2612 16,-8-1-3493-16</inkml:trace>
  <inkml:trace contextRef="#ctx0" brushRef="#br0">12590 4905 14869 0,'0'0'1824'0,"-16"115"-868"0,8-56-632 0,4 12 244 16,-4 8 708-16,0-5-44 0,4-9-415 0,0-10-477 15,4-11-340-15,0-6-104 0,4-9-68 16,5-10-133-16,-2-4-179 15,-3-8-176-15,4-1-72 0,4-6-300 0,-4 0-728 16,-4-3-1096-16,0-14-3481 0</inkml:trace>
  <inkml:trace contextRef="#ctx0" brushRef="#br0">12654 5334 15809 0,'0'0'2036'0,"0"0"-1160"0,84 2-592 0,-49-4-64 16,9-4 36-16,-8-5 200 0,-1-1 68 15,-2 3-464-15,-6-1-60 0,-3-3-428 16,-7 4-392-16,-10 2-288 0,-7 7-256 16,0 0-672-16,-7 0-2321 0,-21 10-1599 15</inkml:trace>
  <inkml:trace contextRef="#ctx0" brushRef="#br0">12665 5509 1512 0,'0'0'10081'0,"0"0"-7261"15,0 0-1144-15,0 0-736 0,0 0-72 16,0 0-52-16,0 0-56 0,0 0-172 0,88 41-280 15,-48-55-308-15,-4-1-588 0,4-1-368 16,-12 3-332-16,0 0-648 16,-13 1-2372-16,-2 2-3569 0</inkml:trace>
  <inkml:trace contextRef="#ctx0" brushRef="#br0">11653 5800 15145 0,'0'0'2048'0,"0"0"-1320"0,0 0-516 16,88 10 184-16,-47-7 416 0,-2-3 348 0,8 0-428 15,2 0-356-15,3-9-252 16,3-1-64-16,-3-3-60 0,0 0-208 16,-9-2-484-16,-2-2-372 0,-14 3-88 0,-3-3-496 15,-11 4-816-15,-6 7-3133 0,-11 0-3063 16</inkml:trace>
  <inkml:trace contextRef="#ctx0" brushRef="#br0">11829 5892 12057 0,'0'0'2020'0,"-12"71"-896"0,12-34-232 16,0 11 744-16,0 7-32 0,4-5-100 0,0-3-520 15,4-5-499-15,4-4-241 0,-4-13-244 16,0-2-60-16,-1-4-304 0,2-7-113 16,-5-2-67-16,-4-4-68 0,4-6-96 15,-4 3-188-15,0-3-896 0,0 0-2540 16,0-6-3781-16</inkml:trace>
  <inkml:trace contextRef="#ctx0" brushRef="#br0">11868 6159 10544 0,'0'0'6801'0,"0"0"-5749"0,0 0-892 16,88 7 284-16,-47-7 228 0,-2-7 88 0,1-2-164 15,4-7-316-15,0 4-280 0,-1-7-176 16,1 0-436-1,-4-1-452 1,0-2-512-16,-4 2-1064 0,-13 8-2969 0,5-7-4019 16</inkml:trace>
  <inkml:trace contextRef="#ctx0" brushRef="#br0">15184 4714 8624 0,'0'0'6049'16,"0"0"-4901"-16,0 0-580 0,0 0-268 15,0 0 184-15,0 0 448 0,0 0 152 0,-28 70-204 16,-4-34-340-16,-4 1-236 0,-7 9-132 15,-9-2 20-15,0 0-108 0,-8 3-20 16,0 4-56-16,4-4 40 0,-4-2 0 0,1 3-36 16,-1-7 96-16,8 0-96 15,4-5 64-15,12-5-28 0,5-6 13 0,6-2-1 16,6-4-56-16,10-3-4 0,9 0-169 16,0-1 169-16,21 4 48 0,7 4 209 15,7 4 127-15,14 3-92 0,10-1-148 0,1-1 28 16,8 1-160-16,-5-3 0 15,1-1-12-15,-4-3-12 0,-4 0-96 0,-5 0-268 16,-3 0-280-16,-12 1-185 0,0-1-135 16,-8-3-336-16,-4-1-904 0,-9-1-2360 15,6 4-4169-15</inkml:trace>
  <inkml:trace contextRef="#ctx0" brushRef="#br0">17025 4903 7672 0,'0'0'792'0,"0"0"-584"15,0 0 388-15,0 0 1008 0,19 85-23 16,-23-50 63-16,-7-1-244 0,-6 7-28 16,-6-3-244-16,-9 4-68 0,-8 3-212 0,-4-4-216 15,-4 4-168-15,-7-1-36 16,-5-3-88-16,-5 0-183 0,-2-9-33 0,3-3-40 15,4-10 60-15,1-6-48 0,4-7 28 16,-1-4-124-16,0-2-80 0,7-2-52 16,6-8 124-16,11-9-40 0,8-2-208 15,4-12-97-15,8-5-95 0,4-3-4 0,8-3 76 16,0 0-16-16,12 5 0 16,8 4 244-16,8 10 148 0,0 1 0 0,8 6 12 15,4 3 64-15,4-2 8 0,3 4 28 16,5 4-40-16,-1 4-72 15,5 5-4-15,8 0-144 0,5 2 100 0,2 15 48 16,4 1 48-16,5 8 52 0,0 2 32 16,0 7 16-16,-4-3-24 0,-1-4-16 15,0 0-36-15,-6-5-56 0,-2-8 80 0,-3-4-12 16,-4-5-16-16,0-6-68 0,0-3-124 16,-5-11-156-16,0-1-212 0,-2-1-72 15,-5-5-88-15,-1-2 24 0,-7 4 104 16,-9-3 164-16,-3 5 324 0,-11-1 36 15,-13 1 300-15,-4 5 108 0,-12-1-48 0,-12-2-64 16,-12 1 260-16,-12 5-252 16,-12 0 28-16,-11 5-332 0,-17 4-132 0,-7 13-104 15,-17 6-132-15,-12 7-164 0,-7 9 112 16,-4 9 12-16,-5 6-152 0,1 5-544 16,35-8-1480-16,-52 29-4017 0</inkml:trace>
  <inkml:trace contextRef="#ctx0" brushRef="#br0">9215 5391 3436 0,'0'0'13021'15,"0"0"-11345"-15,0 0-1212 16,0 0-460-16,0 0 56 0,0 0 564 0,0 0 456 15,0 0-240-15,0 0-440 0,84-23-276 0,-52 16-116 16,0 2-8-16,-1 2-76 16,-3-3-116-16,0-1-76 0,-3 3-184 0,-2 2-232 15,-3-1-100-15,-4 3-200 0,-4 0-716 16,-8 0-1064-16,-4 0-2425 0,-4 3-1523 16</inkml:trace>
  <inkml:trace contextRef="#ctx0" brushRef="#br0">9200 5568 13045 0,'0'0'1588'0,"0"0"-988"0,0 0-596 0,0 0 472 15,0 0 704-15,0 0 36 0,0 0-404 16,91-9-548-16,-63 0-264 0,4-1-208 0,0 4-188 16,-4-4-492-16,-5 3-408 0,5 1-708 15,-8 0-2693-15,8-3-4655 0</inkml:trace>
  <inkml:trace contextRef="#ctx0" brushRef="#br0">5888 5096 10392 0,'0'0'2085'0,"0"0"-1573"0,0 0-320 16,0 0 264-16,0 0 876 0,0 0-72 16,0 0-372-16,0 0-316 0,0 0-128 15,36-54 184-15,0 50 124 0,4 4-264 0,3 0-132 16,6 0-164-16,2 0-80 15,-7-3-76-15,3 0-36 0,-6 0-48 0,-1 0-88 16,-5-3 4-16,-7-1-176 0,-4 4-252 16,-3-4-192-16,-10 5-236 0,-3 2-620 0,-4 0-1072 15,-4 0-2049-15,-12 6-479 16</inkml:trace>
  <inkml:trace contextRef="#ctx0" brushRef="#br0">6068 5229 8188 0,'0'0'1620'15,"0"0"-612"-15,0 0-147 0,-25 80 139 0,29-49-108 16,9 4-140-16,-2 3 20 0,10 3 8 16,-6 3-176-16,2 5-120 0,-2 4-196 15,-2 1-128-15,-6 1 64 0,1 2-112 0,-4-1 24 16,1-1-72-16,-5-4 180 16,4-4 28-16,-4-6 100 0,3-6 216 0,1-2-244 15,8-12-332-15,-4 2 48 16,8-11-60-16,0 1-116 15,7-7-12-15,-2-2 128 0,7-4 0 0,-4 0 0 16,4-7 44-16,-5-2-44 0,1-4-120 0,0 1-264 16,-3-5-92-1,2-2-68-15,-7 3-200 0,-1-3-204 0,2 0-160 0,-6-3-868 16,-2 6-2165-16,3-12-2295 0</inkml:trace>
  <inkml:trace contextRef="#ctx0" brushRef="#br0">6721 5429 11997 0,'0'0'1776'16,"0"0"-1532"-16,0 0 108 0,0 0 648 0,84-26 580 0,-56 20-596 15,4 3-516-15,-1 0-300 0,1 0-168 16,4 0-76-16,-8-1-8 0,4 1-52 15,-4-3-148-15,-4-5-496 0,0 6-488 16,-5-4-876-16,-2 2-3037 0,-13-2-3007 0</inkml:trace>
  <inkml:trace contextRef="#ctx0" brushRef="#br0">6936 5489 11325 0,'0'0'1500'16,"0"0"-872"-16,-12 77 160 0,9-45 412 15,-1 5 380-15,-1 1-428 0,1-2-608 16,-4-2-444-16,8-2-100 0,-4 0-112 0,4-7-84 16,0-3 8-16,0-6-268 0,4-2-364 15,4-6-296-15,1-2-332 0,-2-1-1040 16,1-5-2461-16,4-5-1207 0</inkml:trace>
  <inkml:trace contextRef="#ctx0" brushRef="#br0">6984 5822 9276 0,'0'0'2301'0,"0"0"-1097"16,0 0-32-16,0 0 56 0,0 0-300 0,92-6-312 16,-68 0-56-16,3 0-236 0,-3-4-324 15,0 1-24-15,-3 2-152 16,-6 1-132-16,1 0-516 0,-12 6-652 0,4 0-1172 0,-12 2-3573 16</inkml:trace>
  <inkml:trace contextRef="#ctx0" brushRef="#br0">7031 6089 12297 0,'0'0'1572'0,"0"0"-1128"0,0 0 452 15,0 0 240-15,0 0-164 0,0 0 16 16,96 3-260-16,-76-11-336 0,4-6-292 0,-3-2-100 16,6-3-100-16,-3 0-352 15,4 0-316-15,0 0-296 0,-4-3-728 16,-5 9-2721-16,1-8-3687 0</inkml:trace>
  <inkml:trace contextRef="#ctx0" brushRef="#br0">7562 5561 14185 0,'0'0'2084'0,"0"0"-1648"16,0 0 64-16,0 0 80 0,0 0-160 0,0 0-228 15,0 0-192-15,0 0-148 0,0 0-88 16,0 0-320-16,0 0-592 0,0 0-744 16,68 49-2701-16,-68-30-3251 0</inkml:trace>
  <inkml:trace contextRef="#ctx0" brushRef="#br0">7553 5985 14129 0,'0'0'1704'0,"0"0"-1284"15,0 0 264-15,0 0 348 0,0 0-132 0,81 31-348 16,-66-31-332-16,1-6-196 0,9-7-24 16,-6-3-84-16,5 1-432 0,0-4-556 15,-4-4-644-15,-4 8-2148 0,4-10-3009 0</inkml:trace>
  <inkml:trace contextRef="#ctx0" brushRef="#br0">7924 5397 15605 0,'0'0'2236'0,"0"0"-1880"0,0 0 200 0,0 0 120 16,88 4 192-16,-56-14-292 0,-1 0-320 16,10-3-232-16,-1-2-24 0,-1-2-160 0,1 2-36 15,0-1-168-15,-4 3-564 16,-4 0-500-16,-8 4-744 0,-9 6-1636 0,-11 3-2081 15</inkml:trace>
  <inkml:trace contextRef="#ctx0" brushRef="#br0">8148 5496 12645 0,'0'0'1756'0,"0"0"-1076"0,-5 92 216 0,10-54 504 15,-5 9 8-15,0 2-108 0,0-3-468 16,0 6-332-16,0-2-160 0,0 2-147 15,0-2-109-15,0-6-84 0,4-3-44 0,0-6 32 16,3-5-108-16,5-5-161 0,-3-9-95 16,2-7-184-16,2-3-124 0,-6-3-16 15,5-3-532-15,-4-9-824 0,-3 3-1148 16,-2-17-2889-16</inkml:trace>
  <inkml:trace contextRef="#ctx0" brushRef="#br0">8203 5759 13981 0,'0'0'2324'16,"0"0"-1524"-16,0 0-752 0,0 0 312 0,0 0 296 16,91 0 332-16,-66 0-268 15,6 0-436-15,1 0-188 0,4-6-88 0,-4-7-8 16,5 1-156-16,-6-1-444 0,5-6-680 16,-8 0-660-16,-5 3-2444 0,-3-10-4837 0</inkml:trace>
  <inkml:trace contextRef="#ctx0" brushRef="#br0">8601 5124 15105 0,'0'0'2044'16,"0"0"-1384"-16,0 0-500 0,0 0 100 15,0 0 60-15,0 0 12 0,52-82-320 0,-31 60-12 16,-2-1-48-16,5 4-28 0,-4 2-60 15,4 9-24-15,-4 2 24 16,4 6 136-16,-4 0 0 0,-1 9 4 0,-2 3-4 16,-2 5 148-16,-2-1 40 0,-5 3-40 0,3-1 0 15,-7 5-100 1,5 0 196-16,-5 2-96 0,-4 6 12 0,3 1-64 0,1 6 76 16,0 0 0-16,-4 3-24 0,4 4 60 15,0 6 168-15,1 2 100 16,-1 1-232-16,-1 4-124 0,5-1 52 0,4 0 9 15,-4 1-69-15,4-2-28 0,4 1-84 0,0-3 12 16,4 0-12-16,-1 0 4 16,2-3 68-16,3-3-72 0,-4-4 0 15,-5-3-60-15,6-3-12 0,-6-3 8 0,2-3 16 16,-6-7 0-16,1-2 48 0,-4-4-84 16,0 0 71-16,-4-6 1 0,0-4 0 15,-4 4 4-15,0-7 4 0,0 0 0 16,0 1-180-16,-4-1-108 0,-8-3 48 15,0 4 112-15,-4-4 24 16,0 0-200-16,-12-3-204 0,-4 4-212 0,-4-4-88 16,-7 0-140-16,-9 2-204 0,-4 3 108 15,-4 0-140-15,-4 4-212 0,17-2-1209 16,-29 9-2227-16</inkml:trace>
  <inkml:trace contextRef="#ctx0" brushRef="#br0">7100 8243 8976 0,'0'0'0'16,"0"0"2841"-16,0 0-2021 0,0 0-172 0,0 0 296 15,0 0 116-15,0 0 0 0,0 0-28 0,0 0-264 16,-88-52-336-16,72 52-136 0,-3 13-64 16,-2 2-8-16,-3 9-40 15,-4 7 24-15,4 7 84 0,-8 10 124 0,4 9-100 16,-8 13-96-16,5 3-172 0,-5 5-48 16,4 5-60-16,0-10 12 0,8-5 40 15,9-18 8-15,2-9 72 0,9-12-60 16,4-7-12-16,0-9-48 0,0-6-48 15,8-2-16-15,1-2 100 0,2 1 0 16,2-4 4-16,2 7 8 0,6-5 4 16,-2 4 0-16,1 0 8 0,0 8 0 15,0 2 0-15,0 3 36 0,-5 6-48 16,-2 7 64-16,-2 2 8 0,-3 7 12 0,1 8 28 16,-5 2 192-16,0-1-208 0,-4 5-36 15,0-5-48-15,0-3-12 0,-4 1-12 0,4-10-96 16,0-2 8-16,0-5-32 15,0-9-64-15,7-3-108 0,6-6-148 16,-1-10-184-16,8-3-224 0,-1-3-336 0,5-13-556 16,-3 3-980-16,14-24-3005 0</inkml:trace>
  <inkml:trace contextRef="#ctx0" brushRef="#br0">7430 8693 14821 0,'0'0'1912'15,"0"0"-1004"-15,0 0-460 0,0 0 660 16,0 0 116-16,0 0-200 0,0 0-151 16,88 6-389-16,-49-6-264 0,10 0-52 0,-6 0-36 15,-2-3-132-15,2-3-44 16,-4-1-112-16,-2-2-124 0,-1-1-180 0,-8 1-169 15,0-1-235-15,-13 3-408 0,-3 1-1256 16,-3 0-1688-16,-9 4-1841 0</inkml:trace>
  <inkml:trace contextRef="#ctx0" brushRef="#br0">7673 8676 8612 0,'0'0'2184'0,"0"0"-395"15,0 0 7-15,-36 80 144 0,33-42-64 16,3 4-348-16,-4 5-380 0,4 4-248 0,0 7-123 15,0 1-65-15,0 2-336 0,0 2-304 16,-4-6-72-16,4-6-72 16,-5-6-120-16,5-7-172 0,0-12-48 0,0-1-156 15,5-10-261-15,-5 2-475 0,0-4-1272 16,0-7-2720-16,0 2-2749 0</inkml:trace>
  <inkml:trace contextRef="#ctx0" brushRef="#br0">7621 9262 3940 0,'0'0'9569'0,"0"0"-7797"16,0 0-992-16,84-33 556 0,-52 24 296 0,0-1-200 16,-1 4-492-16,1-4-431 15,-4 1-325-15,-4-1-184 0,1 4-44 16,-6 0-140-16,-3 3-241 0,-4 3-211 0,-8 0-204 16,1 9-500-16,-5 7-1248 0,-5 0-1888 15,-18 19-1813-15</inkml:trace>
  <inkml:trace contextRef="#ctx0" brushRef="#br0">7673 9582 11101 0,'0'0'2608'0,"0"0"-1176"15,0 0-576-15,0 0 596 0,0 0 164 0,0 0-36 0,0 0-560 16,88 6-423-16,-56-15-233 0,3-1-60 16,5-6-136-16,1 3-168 0,-6 1-144 0,5-4-208 15,0 0-156-15,-4-4-249 0,0 1-279 16,-1 1-964-16,-7 3-2564 0,12-10-3937 0</inkml:trace>
  <inkml:trace contextRef="#ctx0" brushRef="#br0">8514 8912 156 0,'0'0'13965'0,"0"0"-11181"16,0 0-1124-16,0 0-320 0,0 0-72 15,0 0-235-15,0 0-381 0,0 0-440 0,64 70-212 16,-56-58-132-16,-4-2-112 16,3 3-372-16,1 2-445 0,-3 2-623 0,-1-2-2192 15,-4 11-1941-15</inkml:trace>
  <inkml:trace contextRef="#ctx0" brushRef="#br0">8498 9429 4560 0,'0'0'8949'0,"0"0"-7041"15,0 0-1012-15,0 0 884 0,0 0 296 0,0 0-456 16,0 0-735-16,0 0-521 0,88 35-232 16,-73-35-132-16,2-7 0 0,2-1-340 15,1-5-396-15,1 1-249 0,-2-8-431 0,-3 4-1388 16,8-6-4045-16</inkml:trace>
  <inkml:trace contextRef="#ctx0" brushRef="#br0">9099 8797 13845 0,'0'0'2740'16,"0"0"-720"-16,0 0-388 0,108-15-72 15,-72 5-443-15,4-6-561 0,-4 1-400 0,4-1-156 16,-5-3 0-16,1 0-244 0,0-4-384 15,-4 4-365-15,-4 3-459 0,0 4-1228 16,-12 2-2368-16,-8 4-3141 0</inkml:trace>
  <inkml:trace contextRef="#ctx0" brushRef="#br0">9327 8738 10348 0,'0'0'2493'0,"0"0"-449"15,-8 75 44-15,3-33 72 0,1 2-276 0,1 7-363 16,-1 3-409-16,0 6-256 0,0 4-264 16,0 0-268-16,0 1-180 0,4-7-144 15,0-4-48-15,8-13-12 0,4-6 0 16,4-6-204-16,-1-7-184 0,6-3-104 0,-1-3-224 16,-5-7-56-16,-3 1-261 0,1-7-775 15,-6 1-1276-15,-3-4-2272 16,-4-4-1509-16</inkml:trace>
  <inkml:trace contextRef="#ctx0" brushRef="#br0">9331 9197 8200 0,'0'0'5289'16,"0"0"-4261"-16,0 0-356 0,0 0 180 0,84 10 736 16,-56-7-144-16,4 0-428 0,-1-3-552 15,1 0-268-15,4-9-84 0,-4-3-112 0,3-1-124 16,-3-6-584-16,0-3-580 15,-4-4-768-15,-11 10-3292 0,6-12-5801 16</inkml:trace>
  <inkml:trace contextRef="#ctx0" brushRef="#br0">10156 8372 12437 0,'0'0'1196'0,"0"0"-1196"15,0 0 0-15,79-66 356 0,-55 47 520 16,4 0-160-16,-8 2-376 0,3 4-336 0,-2 4 96 15,-5 4 28-15,-4 0-64 0,-5 5-64 16,-3 7 0-16,1 10 100 16,-5 4 512-16,0 12 172 0,-9 8-140 0,-2 3-104 15,-6 10-72-15,-2 0-100 0,-1 6-52 16,-4 0-72-16,4 1-72 0,0-4 36 16,4-6 0-16,8-6-40 0,0-7 76 15,4-10 48-15,1 0-48 0,-1 1-171 16,4-4-73-16,-5 0-8 0,1 2 4 15,4-6-57-15,0 2 1 0,0-4 12 16,0 0-28-16,4-4-8 0,5 2-60 16,2-8-112-16,1 4 12 0,8-4-24 15,0-3 72-15,4 4-84 0,0-1-16 0,0 7 76 16,0 3 76-16,-4 7 144 0,-5 6 104 16,2 6 204-16,-6 3 240 0,-3 3 12 0,0 1-24 15,-3 3-159-15,-1-4-145 16,-4-6-148-16,0-3-72 0,0-4-12 15,0-1-108-15,0-8-100 0,0-3-289 0,-4-4-187 16,-1-2-96-16,1-3-104 0,-4-1-336 16,1-6-576-16,-6 0-576 15,1 1-2217-15,-3-4-2183 16</inkml:trace>
  <inkml:trace contextRef="#ctx0" brushRef="#br0">11048 8862 15693 0,'0'0'2124'0,"0"0"-1684"0,0 0-436 15,0 0 412-15,83-5 76 16,-38 3 376-16,-2-2-232 0,9-2-600 16,-4-1-36-16,0 1-208 0,-4 0-24 0,-8 0-328 0,-1 3-376 15,-10-1-324-15,-6 4-564 16,-10 0-2784-16,-6 0-3561 0</inkml:trace>
  <inkml:trace contextRef="#ctx0" brushRef="#br0">11159 9118 14469 0,'0'0'2404'0,"0"0"-572"16,0 0-996-16,0 0-200 0,0 0 280 0,0 0 177 15,84 64-465-15,-48-64-396 0,8 0-232 16,0 0-180-16,0-7-204 0,-1-2-188 15,1-4-449-15,-4 1-767 0,-8 2-3164 0,0-9-7189 16</inkml:trace>
  <inkml:trace contextRef="#ctx0" brushRef="#br0">12362 8741 13281 0,'0'0'2216'0,"0"0"-708"16,84 0-664-16,-39-7 56 0,10-6 256 15,5-2-244-15,-1-8-36 0,1-3-339 16,-4 1-333-16,0-6-188 0,0 2-16 0,-5-2-160 15,-10 2-301-15,-2 0-379 0,-11 3-244 16,-8 12-404-16,-8 0-712 0,-8 9-1676 16,-8 5-2433-16</inkml:trace>
  <inkml:trace contextRef="#ctx0" brushRef="#br0">12502 8871 10516 0,'0'0'2169'16,"0"0"-233"-16,0 0-540 0,0 0 340 15,-20 76-96-15,40-70-112 0,8 1-347 16,12-7-357-16,8 0-268 0,8-13-232 16,3-9-192-16,6-4-132 0,-7-5-80 0,-2-1-268 15,-4 0-136-15,-3 3-100 0,-10 1-117 16,-7 2-263-16,-4 1-648 16,-9 9-1288-16,2-13-3005 0</inkml:trace>
  <inkml:trace contextRef="#ctx0" brushRef="#br0">12665 8264 8944 0,'0'0'2509'16,"4"86"-349"-16,1-39 1600 0,3 13-2032 0,-8 11-320 15,0 2-276-15,0 6-255 0,-13 1-237 16,-2-2-348-16,-2-4-292 0,6-11-340 0,3-6-216 15,4-9-245-15,-1-10-51 0,5-9 44 16,5-7-120-16,-1-6-156 0,4-7-484 16,-4-9-536-16,3 0-460 0,-3-6-1297 15,9-19-511-15</inkml:trace>
  <inkml:trace contextRef="#ctx0" brushRef="#br0">12821 7956 11401 0,'0'0'2300'15,"0"0"-288"-15,20 108-660 0,-12-47-76 16,8 11-156-16,-4 14-128 0,-1 3-308 16,2 10-296-16,-2 2-144 0,-7 3-236 0,1 8-8 15,-5-4-76-15,-5 0-20 16,-2-6-196-16,-1-11-232 0,0-8-340 0,3-10-280 15,1-9-300-15,4-10-460 0,0-13-380 16,0-13-761-16,4 1-2883 0</inkml:trace>
  <inkml:trace contextRef="#ctx0" brushRef="#br0">14363 7810 7460 0,'0'0'1544'0,"0"0"-676"0,0 0 1117 16,0 0-169-16,0 0-412 0,0 0-684 16,0 0-164-16,0 0 92 15,-68 68-4-15,53-15 100 0,-2 10-168 0,-3 11-108 16,-3 11-100-16,-1 5-112 0,0 1-96 16,-1-5-88-16,6-9-72 0,3-18-8 15,8-14-56-15,8-14 64 0,0-14 44 0,0-9-44 16,8-1-120-16,-1-7-100 15,6 0 60-15,2-7-96 0,2-1-64 16,-2-5-88-16,2-3 88 0,-2 0 36 0,-2 3 112 16,-6 1 72-16,5 8-36 15,-3 1-24-15,2 3 160 0,2 10 112 0,-2 5 184 16,1 8 12-16,0 6 64 0,0 2-88 16,-4 4-88-16,0 0-64 0,0 3 40 15,-8-2-60-15,4 2-64 0,-4-1-40 0,0-2-8 16,-8 0-72-16,8-7-308 15,-4 1-372-15,4-6-112 0,0-1-368 16,0-6-612-16,4-7-1128 0,4 1-3261 0</inkml:trace>
  <inkml:trace contextRef="#ctx0" brushRef="#br0">14916 8043 10776 0,'0'0'2501'0,"0"0"-685"15,80 14-520-15,-36-10 60 0,0-1-184 16,4 1-176-16,0-4-376 15,-1 0-312-15,-3-7-152 0,4-3-120 0,-8-3-36 16,4-1-72-16,-9-3-184 0,-7 1-416 0,0 0-380 16,-7 1-368-16,-6 2-824 15,-6 0-2609-15,-9 4-3855 0</inkml:trace>
  <inkml:trace contextRef="#ctx0" brushRef="#br0">15227 8017 10708 0,'0'0'2873'0,"0"0"-673"16,-4 89-700-16,0-48-100 0,1 9-200 0,-1 2-184 15,0 0-408-15,-9 3-280 16,6-4-159-16,-1-1-69 0,4-8-100 0,-5-7-44 16,9-6-44-16,-4-10 4 0,4-7-1 15,0-2-63-15,0-4-348 0,0 1-444 16,4-4-176-16,-4 1-688 0,0-4-2672 0,0 0-3753 15</inkml:trace>
  <inkml:trace contextRef="#ctx0" brushRef="#br0">15163 8483 11417 0,'0'0'1984'16,"0"0"-764"-16,0 0 0 0,0 0 468 0,92-3-228 15,-64-1-224-15,4 2-420 16,0-1-436-16,-4-4-260 0,0 0-120 15,0 1-96-15,-8 0-404 0,-5-3-328 0,2 5-192 16,-9 1-336-16,-5 3-884 0,-3 7-1876 16,0 2-673-16,-20 14-563 0</inkml:trace>
  <inkml:trace contextRef="#ctx0" brushRef="#br0">15227 8703 7976 0,'0'0'2472'0,"0"0"-515"0,0 0-249 0,0 0 20 16,0 0-424-16,0 0-176 0,0 0-192 15,0 0-16-15,0 0 80 0,0 0-432 0,0 0-199 16,100 66-177-16,-64-63-128 0,8 0-64 16,4-3-168-16,-1 0-357 0,5 0-363 15,0 0-296-15,-16 0-1460 0,20 0-7165 0</inkml:trace>
  <inkml:trace contextRef="#ctx0" brushRef="#br0">16116 8366 3816 0,'0'0'7361'0,"0"0"-5745"0,0 0-840 15,0 0 432-15,0 0-128 16,0 0 176-16,108-13-168 0,-57 13-200 0,9 7-176 15,3 2-136-15,2 4-140 0,3-1-20 16,-5-2-88-16,1 3-144 0,-4-6-160 0,-4-5-24 16,-5-2-4-16,1 0-60 0,-4-9-236 15,0-7-312-15,0 0-240 0,-5-6-424 16,-3-3-772-16,-8 2-2148 0,4-5-3557 16</inkml:trace>
  <inkml:trace contextRef="#ctx0" brushRef="#br0">16993 8106 1044 0,'0'0'9844'0,"0"0"-7151"16,0 0-1113-16,0 0-280 0,0 0-132 0,0 0-264 16,0 0-304-16,0 0-256 0,83-16-148 15,-50 9-60-15,-6 4-36 0,4-3-4 0,-3 6-24 16,4 0 16-16,-4 0-4 0,4 6 64 15,-8 0-88-15,0 4-56 16,-8 2 44-16,-4 5-44 0,-4-1-4 0,-4 3 0 16,-4 6 0-16,-4 0-72 0,-8 8 68 15,-4 0 4-15,-3 3-4 0,-5 2-44 16,-4 0 36-16,-4 3-52 0,0 1-20 16,0-7-40-16,4 0-216 0,0-7-224 15,4-3-200-15,4-2-348 0,8-4-808 16,5-4-2813-16,-1 2-4031 0</inkml:trace>
  <inkml:trace contextRef="#ctx0" brushRef="#br0">17973 7969 8884 0,'0'0'3225'0,"0"0"-1677"0,0 0-660 15,0 0-20-15,0 0 140 0,0 0 472 0,107-22-380 16,-55 18-304-16,8 2-244 0,4 2-92 15,0 0-32-15,-9 0-160 16,-7 0-244-16,-4 0-24 0,-8 0-144 0,-4 0-272 16,-4 0-228-16,-9-5-140 0,1 3-372 0,-8-1-732 15,-4 0-2400-15,-8 0-3697 0</inkml:trace>
  <inkml:trace contextRef="#ctx0" brushRef="#br0">18307 8054 5988 0,'0'0'4932'0,"0"0"-2855"0,-12 99-437 0,12-51-144 0,0 6 4 15,0 3-240-15,0 0-268 0,0 6-256 16,0-5-212-16,0-5-148 0,0-2-180 16,-3-2-63-16,-1-12-73 0,4-5-60 0,0-6-4 15,0-11-81-15,0-5 1 16,0-4-88-16,0-3-228 0,0-3-380 15,0 0-272-15,4-3-280 0,-1-6-616 0,5-4-972 16,-4 4-2497-16,1-14-615 0</inkml:trace>
  <inkml:trace contextRef="#ctx0" brushRef="#br0">18284 8499 9852 0,'0'0'2461'16,"0"0"-525"-16,0 0-724 0,0 0 308 15,0 0 100-15,0 0-136 0,91-35-348 16,-59 33-359-16,4-3-157 0,4-1-196 0,-1 0-232 15,9-1-192-15,-4-2-60 0,0-3-168 16,3 2-356-16,-6 0-277 0,-1 1-283 16,-5 0-672-16,-11 2-2316 0,8 1-3821 15</inkml:trace>
  <inkml:trace contextRef="#ctx0" brushRef="#br0">17678 7534 9772 0,'0'0'2717'15,"0"0"-705"-15,0 0-324 0,0 0-92 16,0 0-104-16,0 0-280 0,0 0-504 16,0 0-112-16,95 0 169 0,-46-6-53 0,2 0-192 15,12-1-108-15,1-2-16 16,5-1-116-16,-2 3-64 0,1-2-108 0,3 0-24 16,2-1-84-16,2 1-12 0,1-5-84 15,-1 5-108-15,5-3-208 0,-4-1-168 16,4 0-156-16,-9 0-60 0,0 4-421 15,2 3-787-15,-26-1-2520 0,17 1-4181 0</inkml:trace>
  <inkml:trace contextRef="#ctx0" brushRef="#br0">19618 6848 9564 0,'0'0'2897'0,"0"0"-913"16,0 0-320-16,0 0 208 0,0 0-308 15,0 0-368-15,0 0-124 0,0 0-259 0,0 0-173 16,21 80-36-16,-14-39-72 0,1 7-96 16,0 9-28-16,4 5 24 15,0 9-140-15,-5 8-124 0,6 4-12 0,-5 9 24 16,-1 0-136-16,-7 7-44 0,0-1-8 16,0 1-76-16,-7 2 72 0,-5 3-48 15,-4 5 0-15,0 2 48 0,-4-3-168 0,0-3-48 16,1-4-52-16,2-2-188 15,6-7-40-15,-2-3 4 0,1-7 32 0,9-6 36 16,-1-3-72-16,4-9-48 0,0-10-137 16,0-3-247-16,7-10-196 15,5-10-616-15,-3-2-452 0,2-6-932 0,-3-11-2081 16,5 1-1583-16</inkml:trace>
  <inkml:trace contextRef="#ctx0" brushRef="#br0">14534 8064 5412 0,'0'0'2172'15,"0"0"-876"-15,0 0-724 16,0 0-68-16,0 0 2209 0,0 0-1337 16,0 0-388-16,0 0-196 0,-35 89 12 0,31-60 56 15,4 6-216-15,0-1-124 0,0 5-104 16,0-1-48-16,0-3-48 0,4-1-40 15,3-5-48-15,1-4-48 0,1-5-72 16,2-8 8-16,1-2-48 0,0-4 64 16,4-6-136-16,4 0-64 0,0-6-96 15,0-7-132-15,0-3-124 0,-1-5 36 16,2-5-100-16,-5-3-136 0,-1 4-60 16,-2 0-20-16,-2-1 108 0,1 4 48 15,-8 0 24-15,5-1 0 0,-6 4-16 0,-3 0 344 16,0 3 188-16,-3 7 340 0,-6-1 192 15,5 7-4-15,-4 0-16 0,4 3-80 16,-3 3-208-16,-2 3-64 0,1 10 140 16,-3 6 24-16,2 3 96 0,1 11 88 15,1-2-104-15,-1 8-60 0,-1 2-48 0,2 5-52 16,-5-5-84-16,4 0-40 0,0 0-120 16,0-2-4-16,0-4-4 15,4-6-64-15,0-7 12 0,4-3-40 0,0-6 40 16,0-3-40-16,0-4-20 0,0 1-212 15,8-4-368-15,-4 0-128 16,4-6-168-16,-1 3-324 0,6-3-860 0,-5 0-2085 0,3-12-1471 16</inkml:trace>
  <inkml:trace contextRef="#ctx0" brushRef="#br0">14869 8417 12 0,'0'0'10428'0,"0"0"-8215"0,0 0-1093 16,0 0-92-16,0 0 68 0,0 0-380 16,0 0-552-16,0 0-164 15,0 0-656-15,0 0-716 0,24-7-596 0,-24 7-2881 16,0 7-2615-16</inkml:trace>
  <inkml:trace contextRef="#ctx0" brushRef="#br0">14841 8569 6928 0,'0'0'4457'0,"0"0"-2829"0,0 0-556 16,0 0 216 0,0 0-4-16,0 0-364 0,0 0-352 0,88 25-296 0,-60-25-272 15,-5-3-368-15,5 0-536 0,4-3-612 0,-12 6-1312 16,16-3-3929-16</inkml:trace>
  <inkml:trace contextRef="#ctx0" brushRef="#br0">20439 8045 64 0,'0'0'9176'0,"0"0"-6571"0,0 0-625 16,0 0-36-1,0 0-204-15,0 0 60 0,-20 102-368 0,16-61-408 16,0 7-211-16,4-4-185 0,0-2-120 0,4-8-84 16,8-8-76-16,0-7-20 15,8-7-148-15,0-5-12 0,8-7-48 16,4 0-56-16,3-10-64 0,5-6-132 0,1-9-72 0,-6-1-136 16,1-5-44-16,-4-1-52 15,-4 1-12-15,-4-1 76 0,-1 3 8 16,-7 1 48-16,1-4-12 0,-6 0-97 15,-7 0 49 1,0 0 12-16,-4 1 44 0,0 2-156 0,-8 7 196 16,1 3 280-16,3 10 136 0,-5 2 240 0,1 7-44 0,5 0-124 15,-10 10-88-15,1 8 112 16,1 8 24-16,-6 9 60 0,2 10 61 16,-1 2 23-16,4 10-48 0,-4 0-52 0,4 4-56 15,4-1-148-15,-4-3-48 0,8-2-48 16,-4-5 0-16,4 0-72 0,4-5-124 0,0-4 28 15,0-2-148-15,4-11-84 16,8-6-229-16,0-6-15 0,4-6-40 16,0-7-368-16,3-3-996 0,6-13-700 0,-5 0-2125 15,8-18-2167-15</inkml:trace>
  <inkml:trace contextRef="#ctx0" brushRef="#br0">21284 7636 9684 0,'0'0'2257'16,"0"0"-481"-16,-12 100-296 0,8-48 252 16,-5 14-72-16,2 8 8 0,-1 2-496 0,0 3-407 15,-4 7-341-15,0 0-108 0,0 0-100 16,4-7-108-16,-4 0-32 15,4-12-76-15,4-4-96 0,0-5-60 0,0-7-208 16,4-7-156-16,0-2-149 0,0-9-35 16,4-3-324-16,4-5-644 15,-3-6-2100-15,2 3-3121 0</inkml:trace>
  <inkml:trace contextRef="#ctx0" brushRef="#br0">21439 8629 15089 0,'0'0'2044'16,"0"0"-300"-16,0 0-688 0,88 0 188 16,-56 0-379-16,-1-3-297 0,1-6-216 0,0-1-316 15,-4-3-36-15,0-2-280 16,0-4-192-16,-4 0-197 0,-5-7-451 0,-2 4-348 16,-6 0-972-16,-3 0-1420 0,-3 9-957 15,-5-3-515-15</inkml:trace>
  <inkml:trace contextRef="#ctx0" brushRef="#br0">21671 8476 11085 0,'0'0'2956'0,"0"0"-1024"0,-32 77-980 16,23-39-268-16,-3 9 256 0,5 2 188 15,3 5-296-15,-5-1-296 0,5 2-132 0,0-5-76 16,4-2-11-16,0-3-101 0,-3-5-132 16,3-1-20-16,0-7-64 0,0-7-72 15,0-3-168-15,0-9-161 0,0-7-183 16,0-3-172-16,3-3-76 0,-3 0-312 0,0-3-1108 15,0-3-2328-15,0-7-2305 0</inkml:trace>
  <inkml:trace contextRef="#ctx0" brushRef="#br0">21622 8915 8232 0,'0'0'6929'16,"0"0"-5657"-16,0 0-860 0,0 0-76 15,84-6-72-15,-56 0 120 0,4-1 96 0,4-6-480 16,-1-2-136-16,1-4-468 15,-4-1-392-15,0-5-628 0,-8 9-2609 0,8-9-5535 16</inkml:trace>
  <inkml:trace contextRef="#ctx0" brushRef="#br0">22092 8194 10204 0,'0'0'1945'15,"0"0"-197"-15,0 0-244 0,108 3 228 16,-52 1-272-16,4-1-196 0,8 0-200 16,3-3-288-16,-4 0-347 0,2-3-257 15,-14 0-172-15,-7-4-328 0,-16 4-317 16,-4 0-327-16,-13 3-400 0,-2 0-884 0,-9 0-2116 15,-8 3-3989-15</inkml:trace>
  <inkml:trace contextRef="#ctx0" brushRef="#br0">22419 8410 10949 0,'0'0'2256'16,"0"0"-604"-16,0 0-684 0,0 0 448 0,0 0-240 15,0 0-228-15,75 26-252 0,-30-26-316 16,-2 0-380-16,6-7-96 15,-2-5-384-15,5-1-464 0,-9 0-588 0,2 1-912 16,-13 2-2993-16,11-3-3159 0</inkml:trace>
  <inkml:trace contextRef="#ctx0" brushRef="#br0">23291 8134 14145 0,'0'0'2508'0,"0"0"-1316"0,0 0-688 0,-3 79 188 16,-1-37 888-16,0 4-23 0,0 0-385 15,0 1-504-15,-4-5-368 0,4-10-172 0,4-3-128 16,0-11-120-16,0-5-180 0,0-3-280 16,0-7-112-16,-4-1-120 0,4-2-173 15,-4-2-1167-15,0-5-3084 0,-8-9-3281 16</inkml:trace>
  <inkml:trace contextRef="#ctx0" brushRef="#br0">23192 7950 12821 0,'0'0'2552'0,"0"0"-572"0,0 0-240 16,0 0-268-16,0 0-392 0,80 19-291 0,-52-10-337 15,-1 4-296-15,5-3-156 16,1 2-204-16,-1-1-532 0,7 1-349 0,1 1-551 15,-12-5-3240-15,11 6-5305 0</inkml:trace>
  <inkml:trace contextRef="#ctx0" brushRef="#br0">23802 8249 15781 0,'0'0'2936'0,"0"0"-1428"0,0 0-592 0,-60 89 261 16,36-55 155-16,0 4-28 0,1-5-524 15,6-5-488-15,6-6-236 0,7-7-56 0,4-5 0 16,0 0 0-16,8-4-8 16,3-6-100-16,6 0 36 0,2 0-64 15,5-6-8-15,0-7-72 0,0-3-24 0,-1-7-24 16,1 4 44-16,1-9 76 0,-1-4 12 16,0-2-108-16,-1-11-28 0,5-2-176 15,0-14-152-15,0-8-152 0,0-4-421 16,0-7-371-16,0-2-212 0,-4 5 180 0,-1 1 288 15,-3 9 156-15,-3 13 464 0,-2 10 664 16,-3 12 588-16,-3 12 336 0,-2 12 24 16,-3 2-152-16,0 6-200 0,-4 2-12 15,0 15 148-15,0 5-28 0,0 12 80 16,-4 7-72-16,0 10-8 0,-3 3 40 0,-2 7 33 16,1 6-149-16,-3-2-24 15,-6 6-132-15,-2-4-256 0,-1 0-148 0,-1-11-68 16,2-2-96-16,3-6-60 0,0-9-156 15,11-8-136-15,2-3 12 0,3-5-12 16,0-7-48-16,12-1-17 0,0-9-251 16,4-1-580-16,3-5-1288 0,-2 0-3040 15,11-7-3997-15</inkml:trace>
  <inkml:trace contextRef="#ctx0" brushRef="#br0">24384 8360 4384 0,'0'0'964'0,"0"0"2928"0,0 0-2199 0,0 0-1 16,0 0-112-16,88 31-100 0,-60-28-164 16,-1 0-324-16,4-3-300 0,1 0-288 15,1-6-184-15,3-3-204 0,-8-4-16 16,4-3-372-16,-9 4-392 0,1-4-240 16,-8-1-384-16,-4 2-444 0,-1 2-904 0,-6 4-2121 15,-5 2-919-15</inkml:trace>
  <inkml:trace contextRef="#ctx0" brushRef="#br0">24618 8325 2824 0,'0'0'340'15,"0"0"132"-15,0 0 5564 0,-47 95-3731 0,34-58-377 16,-2 12-384-16,-5-2-264 0,4 4-136 16,-4 0-144-16,5-3-276 0,-2-4-380 15,2-6-240-15,2-6-104 0,5-6-72 0,5-12-88 16,-1 0-316-16,4-9-496 0,0-1-344 15,0-4-984-15,7-4-3853 16</inkml:trace>
  <inkml:trace contextRef="#ctx0" brushRef="#br0">24523 8638 1056 0,'0'0'10837'15,"0"0"-8553"-15,0 0-784 16,0 0-32-16,0 0-268 0,0 0-372 0,104 0-312 15,-68-9-516-15,7-7-28 0,5-3-560 16,3-3-152-16,5-7-460 0,0 1-820 16,-11 6-1908-1,18-16-3281-15</inkml:trace>
  <inkml:trace contextRef="#ctx0" brushRef="#br0">25523 7303 8492 0,'0'0'1848'0,"0"0"2173"16,0 0-2357-16,0 0-512 16,0 0-184-16,0 0-156 0,0 0-184 0,0 0-224 15,0 0-196-15,92-45-196 0,-77 32-12 16,-2 0 0-16,-2 5-60 0,1 1-64 0,-3 3-72 16,-2 4-60-16,1 6-188 0,0 13 432 15,1 7 12-15,-9 13 88 0,0 8 96 0,-9 7 108 16,-10 13-156-16,-6 5-36 15,-3 9 144-15,-3-6-48 0,-5 1-28 16,4-6 28-16,4-9 36 0,4-11 36 0,9-9-124 16,2-6-136-16,9-10-8 15,4-2-8-15,0-10-40 0,0-7 36 0,8-4-48 16,4 3-160-16,0-5 0 0,4 0 216 0,-4 0 4 16,4 0 84-16,0 5-40 15,0 9-40-15,-4 4-4 0,-1 8 196 16,2 2 132-16,-5 11-172 0,-1-1-32 0,2 3-40 15,-1 4-23-15,-1-4-53 16,1 1 76-16,1-9-40 0,2 3-44 16,-3-5-96-16,1 1 24 0,-1-6 63 0,-1 2 1 15,-3-2-40-15,-4-1-124 16,0 1-180-16,0-1-160 0,-4 0 0 0,-7 7 256 16,-6 0 144-16,-3-1-20 0,-7 1-100 15,-1 0-508-15,0-3-856 0,8-10-2244 16,-8 0-3485-16</inkml:trace>
  <inkml:trace contextRef="#ctx0" brushRef="#br0">7306 11839 4288 0,'0'0'7653'0,"0"0"-6605"0,-7-75-348 0,3 43-76 15,4-7 160-15,0-3 220 0,-4 9 60 16,0-2-196-16,4 2-300 16,0 8-160-16,0 6-188 0,0 6-36 0,0 7-72 15,0 6 84 1,0 0 0-16,-5 3-20 0,5 16-172 0,-4 6 44 0,-3 17 48 15,-5 12 16-15,-4 6-40 0,-3 7-68 0,-6-1 4 16,1 4-8-16,-4-6-108 16,8-1 56-16,-3-5-80 0,3-8-28 0,-1-6-60 0,10-5-48 15,3-13-52-15,-1-11-12 16,9-5-12-16,0-7 32 0,0-3 152 16,13 0 0-16,-2 0 160 0,10 0 4 15,3 6 8-15,4 7 52 16,-1 6 20-16,1 6 40 0,0 11-116 0,-4 4 176 15,-4 8 64-15,-1 0 96 0,-2-1-160 16,-6-3 52-16,-2-5-100 0,-1-7-136 0,-4-7-56 16,0-6-4-16,-1-3-16 15,1-10-120-15,5-2-256 0,-1-4-476 0,-1-4-760 16,5-9-940-16,-3 1-2165 0,2-17-2315 0</inkml:trace>
  <inkml:trace contextRef="#ctx0" brushRef="#br0">7725 11778 12597 0,'0'0'5484'0,"0"0"-4340"0,0 0-776 15,0 0 72-15,0 0 512 0,107 11 277 0,-75-8-225 16,5-3-352-16,2-3-420 15,5-8-148-15,0 0-84 0,3-6-48 0,-2 1-148 0,-6 1-308 16,-7 2-128-16,-4 0-44 16,-4 4-249-16,-8 3-711 0,-8 2-1144 15,-4 4-2400-15,-4 0-3529 0</inkml:trace>
  <inkml:trace contextRef="#ctx0" brushRef="#br0">7940 11976 13817 0,'0'0'1984'16,"-20"70"-1032"-16,9-23-156 0,3 7 800 0,-9-4-80 0,6 2-396 16,-6-1-623-16,6-10-473 0,-2 1-24 0,-2-9-132 15,2 0-64-15,6-4-337 0,-1-7-247 0,0-3-160 16,4-4-440-16,-1-5-836 16,2-4-1584-16,3-3-1237 0,0-3-1135 15</inkml:trace>
  <inkml:trace contextRef="#ctx0" brushRef="#br0">7892 12328 11417 0,'0'0'2328'0,"0"0"-420"0,0 0-976 16,101-44 212-16,-75 34 176 15,2 1-192-15,-3 0-480 0,-5 2-396 0,-5-3-200 16,6 1-52-16,-10 2-148 0,2 0-376 16,-6-1-380-16,-3 4-328 0,-4 4-740 15,0 0-2700-15,-7 12-3077 0</inkml:trace>
  <inkml:trace contextRef="#ctx0" brushRef="#br0">7909 12547 13937 0,'0'0'2132'0,"0"0"-956"15,0 0-892-15,0 0 584 0,0 0 532 16,0 0-264-16,0 0-408 0,84 42-335 16,-65-42-237-16,5-3-144 0,4-11-12 15,-4 2-292-15,4-4-269 0,-1-6-279 16,-3-3-248-16,0-1-648 0,-3 7-1272 0,2-3-3709 15</inkml:trace>
  <inkml:trace contextRef="#ctx0" brushRef="#br0">8650 12065 16189 0,'0'0'2572'0,"0"0"-1624"0,0 0-668 0,0 0 160 15,0 0 364-15,0 0-280 0,0 0-415 16,75 69-109-16,-66-59-173 0,-2-4-347 16,1 4-296-16,0-1-336 0,-4-2-948 0,4 0-2700 15,-8 5-4017-15</inkml:trace>
  <inkml:trace contextRef="#ctx0" brushRef="#br0">8646 12525 7036 0,'0'0'9361'0,"0"0"-8105"16,0 0-1256-16,0 0 0 16,0 0 460-16,0 0 636 0,0 0-324 15,0 0-712-15,0 0-60 0,0 0-304 16,56 28-300-16,-41-40-292 0,2-7-532 0,2 3-912 16,-11 0-2465-16,4-6-2751 0</inkml:trace>
  <inkml:trace contextRef="#ctx0" brushRef="#br0">9239 11764 17225 0,'0'0'2636'0,"0"0"-1996"0,0 0-632 15,0 0 300-15,0 0 156 16,88 21 109-16,-64-21-125 0,4 0-264 0,4-2-180 15,0-12-4-15,0 2-208 0,-4-4-389 16,-5-3-215-16,1 0-104 0,-8 0-372 16,-8 0-1132-16,-4 5-1788 0,-4 2-2045 0</inkml:trace>
  <inkml:trace contextRef="#ctx0" brushRef="#br0">9338 11858 13697 0,'0'0'2516'0,"-11"86"-1280"0,11-39-680 0,-4 11 296 0,4 5 608 15,0 4-136-15,0 0-339 16,-4-7-429-16,4 0-264 0,0-10-124 0,0-8-36 16,0-3-132-16,0-8-40 0,-5-6-32 15,5-6-48-15,0-2-304 0,-4-9-240 16,4-1-249-16,0-3-207 0,0-4-756 16,0 0-1168-16,-3-4-2317 0,-1-9-1511 0</inkml:trace>
  <inkml:trace contextRef="#ctx0" brushRef="#br0">9323 12271 15073 0,'0'0'2136'0,"0"0"-1184"0,0 0-668 15,0 0-100-15,99 7 544 0,-74-7 700 0,3 0-612 16,0-7-475-16,-1-6-329 0,4-2-12 16,2-7-293-16,-6-4-399 0,1-3-344 15,0 2-552-15,-8 0-1192 16,5-4-3565-16</inkml:trace>
  <inkml:trace contextRef="#ctx0" brushRef="#br0">10080 11564 15821 0,'0'0'2516'0,"0"0"-1984"0,0 0-532 0,0 0-388 15,0 0 388-15,80-52 272 0,-65 36-64 16,1 4-208-16,5-1-196 0,2-3-24 16,-3 7 48-16,0 6-4 0,-4 3-8 15,0 5 184-15,-8 18 320 0,-4 6 188 0,-4 8-128 16,-4 11-136-16,-12 4-72 0,-4 4-36 15,0-2-128-15,-8 0-8 16,4 3-72-16,1-6 68 0,2-3 4 0,5-4 84 16,4-6 172-16,5-9 124 0,3-7 60 0,4-6 20 15,0-3-264-15,4-7-196 16,7 3-8-16,2-2-176 0,6-1-84 0,-2 4 24 16,7-3 4-16,-5-2 68 0,5 5 72 15,-7 2 92-15,2 1 0 0,-3 4 8 16,-4 1 100-16,-1 5 180 0,2-1 108 15,-9 3-84-15,3 5-72 0,-7-5-124 16,4 2 4-16,-4-2-51 0,0 5 11 0,0-5 12 16,0 4-8-16,-4-1-64 15,1-3-4-15,-1 1-8 0,-4-3 0 0,-1-2-12 16,2-5-160-16,-5-3-277 0,0 0-183 16,4-7-52-16,-4-3-88 0,0-3-260 15,0 0-844-15,1 0-2204 0,-6-16-2761 0</inkml:trace>
  <inkml:trace contextRef="#ctx0" brushRef="#br0">10972 11007 14085 0,'0'0'2896'0,"0"0"-2352"0,0 0-544 15,0 0 0-15,0 0 124 16,36 74 716-16,-31-27 352 0,-5 17-324 0,0 15-268 16,-5 10 249-16,1 13-13 0,-4 5-168 15,-3 8-124-15,2 9-124 16,-3 5-216-16,1 8-204 0,-2 5 0 0,-2-1-104 0,2-1-28 16,5-7-132-16,8-3-136 15,4-12 12-15,13-7-144 0,2-16-108 16,1-10-101-16,1-8-51 0,-2-14-212 0,1-8-680 15,4-5-388-15,-8-12-596 0,0-9-337 16,0 6-2011-16</inkml:trace>
  <inkml:trace contextRef="#ctx0" brushRef="#br0">12087 11823 836 0,'0'0'3220'16,"0"0"-2492"-16,0 0-324 0,0 0 2796 0,0 0-1516 15,-83 7-139-15,67-11-289 16,1 1-132-16,2 3 12 0,1-3-116 0,5 3 80 16,3 0-96-16,-1-4-116 0,5 4-168 15,0 0-84-15,0 0-24 0,13 0-68 16,2 0-239-16,17 4 143 0,8-4 412 0,8 0-352 15,4 0-316-15,4-9-192 0,-9-5 0 16,1 0-96-16,-8-5-312 0,-1-1-188 16,-7 1-104-16,-4 3-53 0,-8-3-211 0,-3 7-752 15,-9-1-1044-15,-5 3-2036 16,-3 4-1409-16</inkml:trace>
  <inkml:trace contextRef="#ctx0" brushRef="#br0">12175 11744 5216 0,'0'0'6069'0,"0"0"-4261"0,-43 72-676 0,35-33-388 16,-1 9 400-16,6 9-28 0,3 3-16 0,0 7-176 16,3 3-104-16,2-4-148 0,3 1-160 15,0 0-136-15,3-3-23 0,-2-7 135 16,6-7 152-16,-2-9-228 0,2-2-136 16,-2-11-120-16,6-6-152 0,1-2-4 15,0-8-60-15,0-2-48 0,8-4-84 0,-4-6-160 16,4 0-24-16,4-9 4 0,0-7-40 15,-4-7-65-15,0 1-167 0,4 0-320 16,-9-6-680-16,1-5-924 0,-8 12-2064 16,4-24-3337-16</inkml:trace>
  <inkml:trace contextRef="#ctx0" brushRef="#br0">12689 11849 17385 0,'0'0'1680'0,"0"0"-664"16,0 0-940-16,0 0 216 0,84 25 256 15,-48-15 633-15,4-4-201 0,4-3-424 16,3-3-276-16,5-3-280 0,-4-9-40 16,4-8-296-16,-4 1-316 0,-8-4-160 15,-1 2-125-15,-11 2-367 0,-4 0-1076 0,-12 9-2356 16,-12 0-3437-16</inkml:trace>
  <inkml:trace contextRef="#ctx0" brushRef="#br0">13000 11906 10196 0,'0'0'4421'0,"0"0"-3149"16,-28 89-692-16,24-47 4 0,0 5 768 0,1 1 196 16,3 3-268-16,0-4-491 0,0-3-413 15,0-3-340-15,3-3-36 0,-3-2-372 16,4-4-213-16,-4-7-219 0,0-6-160 15,0-6-304-15,0-1-644 0,0-9-572 16,0-3-560-16,-4 0-2069 0,1-6-59 16</inkml:trace>
  <inkml:trace contextRef="#ctx0" brushRef="#br0">12944 12395 1696 0,'0'0'4668'0,"0"0"-2004"16,0 0-559-16,0 0-309 0,0 0 20 16,52-67-100-16,-31 58-288 15,7 2-220-15,-1 1-252 0,1 0-284 0,3 3-136 0,-3-1-100 16,0 1-203-16,-4-3-233 15,-3 3-117-15,-2 0-307 0,-6-1-344 16,-2 1-112-16,-7 3-360 0,0 0-1128 0,-4 0-2676 16,-4 13-2941-16</inkml:trace>
  <inkml:trace contextRef="#ctx0" brushRef="#br0">13080 12621 13625 0,'0'0'2276'0,"0"0"-1672"0,0 0-240 0,0 0 504 15,0 0 84-15,0 0-180 0,0 0-232 16,92 22-404-16,-64-38-136 0,4-3-184 0,0-3-172 16,-1-7-136-16,5 0-320 15,-4-2-400 1,-8 8-1216-16,12-12-3729 0</inkml:trace>
  <inkml:trace contextRef="#ctx0" brushRef="#br0">13745 11903 17849 0,'0'0'2800'15,"0"0"-1804"-15,0 0-860 0,0 0-3 16,36 80 207-16,-24-68-12 0,-4-6-328 0,5 1-48 16,-2-1-693-16,-3-6-295 0,0 0 24 15,0 0-760-15,-8 0-3060 16,0 0-4561-16</inkml:trace>
  <inkml:trace contextRef="#ctx0" brushRef="#br0">13741 12315 13241 0,'0'0'3824'0,"0"0"-2916"0,0 0-796 16,0 0 368-16,0 0-36 0,0 0-16 0,0 0 40 0,0 0-468 15,0 0-520-15,0 0-328 16,84-41-464-16,-72 25-1048 0,4-9-3489 0</inkml:trace>
  <inkml:trace contextRef="#ctx0" brushRef="#br0">14239 11753 16981 0,'0'0'2664'0,"0"0"-1576"0,0 0-732 15,84 11-4-15,-52-11 36 0,-4-7 437 0,8-3-305 16,-5-9-472-16,10-3-48 0,-2-6-436 0,5-1-288 16,-4 3-33-16,-4-2 29 15,-4 5 4-15,-4 1-120 0,-5 3-640 16,-3 3-616-16,-8 4-644 0,-12-1-2769 0</inkml:trace>
  <inkml:trace contextRef="#ctx0" brushRef="#br0">14514 11757 4984 0,'0'0'9529'16,"-39"94"-7373"-16,22-45-1136 0,-2 11-452 0,-1 6 464 16,4 5 436-16,-4-4-175 0,3-1-473 15,6-6-348-15,7-6-228 0,0-7-64 0,4-5-48 16,0-10-36-16,0-7-96 0,4-3-52 16,0-9-116-16,4-4-132 0,-5-2-184 15,6-7-148-15,-5 0-133 0,0 0-195 16,4-9-300-16,0-1-652 0,-4-3-912 15,0-3-1433-15,0 1-859 0,-4-7-147 0</inkml:trace>
  <inkml:trace contextRef="#ctx0" brushRef="#br0">14407 12252 4880 0,'0'0'5392'0,"0"0"-2743"0,0 0-593 16,0 0-532-16,0 0-328 16,0 0-148-16,0 0 56 0,0 0-152 0,0 0-340 15,0 0-296-15,84 13-159 0,-61-13-61 16,5-13-48-16,0-2-48 0,4-8-217 0,0-6-295 15,3-3-340-15,1-2-272 0,1-1-864 16,-5 9-992-16,11-12-1593 0</inkml:trace>
  <inkml:trace contextRef="#ctx0" brushRef="#br0">15264 11512 10588 0,'0'0'5337'0,"0"0"-3401"0,0 0-876 0,0 0-532 15,0 0-112-15,0 0 40 0,0 0 372 0,0 0-244 16,0 0-415-16,0 0-161 0,39-6 64 16,-23 3-24-16,0 0-32 15,4-4 32-15,0 4-36 0,-4-3-8 0,0 3-4 16,0 3-12-16,-4-3-36 0,0 3-16 16,-4 0 60-16,-4 3-44 0,3 0 0 15,-3 3 36-15,0 4-61 0,1-1-39 0,-1 7-32 16,0 0 60-16,0 7 72 15,-4 2 12-15,3 4 8 0,-3 2 76 0,0 1-36 16,0 2 12-16,0 1-56 0,0 0 8 16,0 0 52-16,-3 0-16 0,-1 0 37 15,0 3-13-15,-5 3 112 0,5 4 44 16,-3-1-32-16,-1 4-16 0,-5-1-72 0,6 4-32 16,-5-3-4-16,-1 3-60 15,2-4 36-15,3-2-36 0,4-4 120 0,-1-3-12 16,2-3-36-16,3-5-8 0,0-3 32 15,0 2-36-15,0-8-12 0,0 2 12 16,0 0-12-16,0-7 36 0,0-1-52 16,0-2-44-16,-4 0-12 0,0-4-48 15,-4 4-108-15,-4-3-132 0,0 3-76 16,-8-1-96-16,-3 1-100 0,-2-5-73 16,-6 6-83-16,-9-2-16 0,0-2-176 15,-8 0-328-15,-4-4-1040 0,9 1-2281 0,-33-1-3251 16</inkml:trace>
  <inkml:trace contextRef="#ctx0" brushRef="#br0">29767 1956 10288 0,'0'0'500'0,"0"0"3809"0,0 0-3429 15,0 0-476-15,0 0-68 16,0 0 76-16,0 0 532 0,35 85-44 0,-15-34-216 15,-4 13-108-15,3 6-28 0,-2 6-96 16,-9 3-172-16,0 3-136 0,-4-6 32 16,-4 1-168-16,0-11-16 0,4-2-32 0,0-7-8 15,0-9-40-15,7-10-164 0,6-10-360 16,7-12-228-16,4-9-572 16,-5-3-1180-16,25-15-3197 0</inkml:trace>
  <inkml:trace contextRef="#ctx0" brushRef="#br0">30615 2235 2704 0,'0'0'9353'0,"0"0"-7437"0,0 0-816 16,0 0-268-16,0 0-52 0,0 0-320 0,0 0-64 16,-92 16-172-16,60 6-224 0,-3 3-8 15,-1 4 0-15,-8 0 8 0,0 3 60 16,-4-4 0-16,1 1-60 0,-5-1-76 0,4-3 64 15,0 1-72-15,8-4 32 16,5 1 4-16,7-4 44 0,4-4-60 16,11 3-20-16,5-1-68 0,8-4 152 0,17 6 28 15,11 0 316-15,11 0 176 16,13 3-12-16,8 0 80 0,4-3-72 16,-4 1-100-16,0 2-416 0,-2 0-12 0,-2 6-220 15,0 1-24-15,-4 2 72 0,-4 4-516 16,0 1-872-16,-20-7-1508 0,4 12-6045 15</inkml:trace>
  <inkml:trace contextRef="#ctx0" brushRef="#br0">29906 3619 8232 0,'0'0'2148'0,"0"0"-487"16,0 0-89-16,0 0-104 0,28 70-44 0,-17-36-104 16,2 8-236-16,-2 6-64 15,-3 6-56-15,1 7-296 0,-5 5-219 0,-4 0-193 16,0 2-60-16,-4-2-52 0,-5 4-144 16,1-6-120-16,5-4-4 0,-5-3 16 15,4-10-12-15,4-3-76 0,0-5-133 0,4-7-179 16,4-7-116-16,3 0-96 0,2-3-324 15,-2-3-852-15,-3-3-2472 0,4 1-3081 16</inkml:trace>
  <inkml:trace contextRef="#ctx0" brushRef="#br0">29794 5114 16761 0,'0'0'1856'16,"0"0"-1524"-16,0 0-208 0,100 7 280 0,-45-7 284 15,10-4 676-15,2-4-223 0,9-5-501 16,-4-4-384-16,-5-1-232 0,-3-1-24 0,-8 3-256 16,-9-3-104-16,-7 3-272 0,-12 0-253 15,-8 2-347-15,-12 6-1064 0,-4 2-2716 16,-16-1-6337-16</inkml:trace>
  <inkml:trace contextRef="#ctx0" brushRef="#br0">30129 5203 13657 0,'0'0'2124'0,"-24"95"-1232"0,12-46-320 16,0 7 592-16,-4 11 360 0,4-3-452 15,0-7-416-15,0-6-480 0,4-7-176 16,5-6-136-16,-1-6-116 0,-1-7-432 16,1-2-196-16,0-5-88 0,-4-5-404 15,5-6-1156-15,-1-1-2533 0,-9-6-3363 16</inkml:trace>
  <inkml:trace contextRef="#ctx0" brushRef="#br0">30113 5578 15517 0,'0'0'2532'0,"0"0"-1656"16,0 0 8-16,107-3 436 0,-71 0-652 0,1-1-399 16,-6 2-269-16,-3-3-24 15,-1 0-333-15,-2 2-263 0,-9 0-368 16,-4 3-580-16,-9 0-1564 0,-3 9-3277 0</inkml:trace>
  <inkml:trace contextRef="#ctx0" brushRef="#br0">30053 5975 11997 0,'0'0'2992'0,"0"0"-1896"16,0 0-568-16,0 0 144 0,0 0 60 15,96 19 192-15,-53-16 180 0,2-3-552 16,-2 0-284-16,1 0-268 0,-4 0-88 15,-8 0-448-15,-4 3-568 0,-4 4-500 16,-9-4-1240-16,-2 9-3965 0</inkml:trace>
  <inkml:trace contextRef="#ctx0" brushRef="#br0">30216 6743 12925 0,'0'0'4720'0,"0"0"-4052"0,0 0-408 0,96 45 172 15,-48-42-16-15,8-3 124 0,4-9 436 0,-5-7-552 16,1-3-424-16,-4-4-372 16,-9-2-372-16,-7-4-284 0,-4 4-488 0,-8 2-712 15,-8 8-2128-15,-12-1-3325 0</inkml:trace>
  <inkml:trace contextRef="#ctx0" brushRef="#br0">30241 6889 80 0,'0'0'5200'0,"0"0"4145"16,0 0-7505-16,11 67-696 0,-7-38-216 0,5 5-56 16,-2 8-88-16,-3 3-200 15,4 5-180-15,-8 1-320 0,4 0-12 0,1-3-72 16,-5-4-12-16,0-6-60 0,3-2-24 15,-3-6-28-15,0-4-44 0,0-3-4 0,0-4-48 16,0-7-108-16,-3 1-64 16,-6-7-100-16,5-3-308 0,-4-3-388 15,4 0-704-15,1-6-1940 0,-6-10-1837 0</inkml:trace>
  <inkml:trace contextRef="#ctx0" brushRef="#br0">30324 7122 1188 0,'0'0'7684'0,"0"0"-1771"16,0 0-4569-16,0 0-564 0,0 0 336 0,83 2 192 15,-55-9-220 1,4 1-260-16,4-6-536 0,1-1-292 16,-6-2-244-16,5-2-156 0,-4 1-100 0,-8 4-196 0,-5-1-4 15,-2 4-140-15,-9-1-388 0,-5 4-744 16,-3 3-880-16,0 0-2413 0</inkml:trace>
  <inkml:trace contextRef="#ctx0" brushRef="#br0">30237 6124 1408 0,'0'0'9633'16,"0"0"-7673"-16,0 0-876 0,0 0-476 0,0 89 248 0,0-50 400 16,4 5-176-16,-4 3-92 0,3-2-472 15,1-1-456-15,4-3-60 16,-3-3-172-16,-1-2-516 0,-4-5-548 15,0 1-532-15,0-10-1456 16,0 10-3953-16</inkml:trace>
  <inkml:trace contextRef="#ctx0" brushRef="#br0">21180 11572 8552 0,'0'0'4061'0,"0"0"-1657"0,104 11-420 15,-48-9-560-15,0 5-304 0,3-7-336 0,1 3-336 16,-5-3-252-16,-7 0-96 15,1 0-100-15,-6-3-84 0,-7 0-72 16,-8-1-332-16,-8-3-408 0,-5 7-408 0,-7-2-740 16,-3 2-2612-16,-5 0-3049 15</inkml:trace>
  <inkml:trace contextRef="#ctx0" brushRef="#br0">21343 11700 7220 0,'0'0'3212'0,"0"0"-847"0,0 0-697 0,0 0-132 16,-67 95-196-16,59-53-104 0,-1 2-144 16,9 9-184-16,-3 8-228 0,3 0-192 0,0 2-211 15,12-3-165-15,-4-6-68 16,11-3-44-16,1-10 0 0,5-6-4 16,3-9-56-16,3-4-64 0,1-7-69 0,0-8-183 15,0-4 8-15,4-3-116 0,-1-6-240 16,1-10-332-16,1-4-900 0,-9 1-2908 15,15-12-5709-15</inkml:trace>
  <inkml:trace contextRef="#ctx0" brushRef="#br0">22064 11465 14301 0,'0'0'1588'15,"0"0"-848"-15,17 76 244 0,-10-32 620 0,1 8-88 16,5-2-359-16,-6 7-405 0,1 3-388 16,1 4-160-16,-9 5-124 0,0 2-80 15,0 2-156-15,-4-4-112 0,-5-5-264 16,5-13-245-16,4-10-111 0,0-8-64 16,4-19-400-16,5-7-1128 0,-1-7-2420 15,11-16-2025-15</inkml:trace>
  <inkml:trace contextRef="#ctx0" brushRef="#br0">22475 11814 5428 0,'0'0'9145'15,"0"0"-7761"-15,0 0-1128 0,0 0 44 0,-76 54 400 16,44-29 400-16,-4 1-200 16,5 2-544-16,-1 1-308 0,4-1-40 15,9 5 68-15,2-5 44 0,6 4-44 0,6-4-76 16,5-3 72-16,12-3 36 0,4 1 64 15,4-4 60-15,4-3 12 0,4-3 12 16,0 0-24-16,4-4-88 0,0-3-80 16,-4 1-64-16,4-1-12 0,3-3-124 15,-3-3-300-15,4 0-348 0,-8 0-232 16,4-6-504-16,-8 3-1592 0,4-10-5521 0</inkml:trace>
  <inkml:trace contextRef="#ctx0" brushRef="#br0">22778 11972 16041 0,'0'0'2380'15,"0"0"-1824"-15,0 0 92 16,0 0 268-16,0 0 168 0,0 0-487 0,75 44-537 16,-58-37-60-16,-6 3-449 0,-3-4-291 15,0 7-300-15,-8 0-852 0,0 0-3200 16,-8 12-4229-16</inkml:trace>
  <inkml:trace contextRef="#ctx0" brushRef="#br0">22742 12391 15161 0,'0'0'1908'16,"0"0"-1284"-16,0 0-316 0,0 0 680 0,0 0 432 16,0 0-384-16,100 55-563 0,-77-55-473 15,9-3-157-15,-4-10-235 0,4-1-396 16,-4-5-768-16,-4 8-2516 0,0-9-5445 15</inkml:trace>
  <inkml:trace contextRef="#ctx0" brushRef="#br0">23192 11804 18225 0,'0'0'2048'0,"0"0"-1412"15,0 0-416-15,0 0 312 0,88 12 621 16,-56-12-245-16,7 0-436 0,2-5-388 16,6-5-84-16,-2-6-84 0,2 0-184 15,-4 0-420-15,-6 0-292 0,-5-2-405 0,-4 2-1167 16,-13 6-3040-16,-11-2-4573 0</inkml:trace>
  <inkml:trace contextRef="#ctx0" brushRef="#br0">23415 11937 14821 0,'0'0'2388'0,"-8"71"-1276"0,4-36-200 16,-3 9 848-16,3 1-179 0,-1 2-421 15,1-3-532-15,0-5-388 0,4-1-236 16,-4-4-4-16,1-2-8 0,-1-7-76 0,0 0-24 16,-1-5-48-16,5-4-72 15,-4-3-160-15,4-7-132 0,-4 1-172 16,4-4-133-16,0-3-331 0,-4 0-844 0,-3 0-916 15,3 0-1801-15,-9-10-2223 0</inkml:trace>
  <inkml:trace contextRef="#ctx0" brushRef="#br0">23256 12249 9440 0,'0'0'5401'0,"0"0"-3941"16,0 0-760-16,0 0 156 0,112-26 648 15,-73 19-356-15,-3 2-344 0,5-4-416 16,-2 2-308-16,1-3-80 0,-1 1-148 0,-2-7-312 15,2 0-356-15,-3-3-348 16,-8 6-1248-16,12-12-4361 0</inkml:trace>
  <inkml:trace contextRef="#ctx0" brushRef="#br0">24165 11668 11997 0,'0'0'6268'15,"0"0"-4816"-15,0 0-952 0,0 0 172 0,0 0 485 16,0 0-529-16,0 0-436 0,0 0-192 16,0 0-60-16,0 0 60 0,91 3-8 15,-64-3-112-15,-3 3 0 0,-3 7 48 16,3 2 20-16,-5 7 4 0,-6 3 48 16,-2 8 124-16,-3 4 176 0,-8 4-80 15,0 7-124-15,0 5-92 16,-12 5-4-16,1-1-4 0,-2 3 4 15,2 0-4-15,3-3-4 0,-1 0-40 0,5-4 36 0,1-5 12 0,3-1 4 16,0-2 56-16,0-7-56 16,0-1 4-16,0-5-4 0,0-1-4 15,0-5 0-15,-4-2-84 0,-4-4-232 0,-1-1-108 16,-2-7-24-16,-1 1 71 0,0-7 109 16,0 0 0-16,-4-3-48 0,0-3-148 15,4-10-224-15,-4-6-576 0,5-4-1044 16,-2 4-924-16,-6-21-4305 0</inkml:trace>
  <inkml:trace contextRef="#ctx0" brushRef="#br0">24906 12153 10076 0,'0'0'6669'15,"0"0"-5637"-15,0 0-412 0,0 0 644 0,79-12-284 16,-59 5-432-16,4 1-548 16,-1 3-48-16,1-3-636 0,1-1-268 0,-5 1-416 15,-5 3-2904-15,-7 3-6873 0</inkml:trace>
  <inkml:trace contextRef="#ctx0" brushRef="#br0">24833 12386 3180 0,'0'0'13701'16,"0"0"-11661"-16,0 0-1376 16,0 0-124-16,88 3-76 0,-52-9-28 0,4-1-168 15,0 0-268-15,-1 2-144 0,-3-2-260 16,-4 0-436-16,-4 1-588 0,-4 3-1348 16,0-6-3957-16</inkml:trace>
  <inkml:trace contextRef="#ctx0" brushRef="#br0">25456 11830 8492 0,'0'0'3989'16,"0"0"-2369"-16,0 0 408 0,0 0-540 15,103 7 92-15,-67-5-208 16,-1-2-364-16,1 0-387 0,5-2-329 0,-2-5-216 0,1-3-76 16,0-2-232-16,-4-1-349 15,-4 3-223-15,0-3-148 0,-13 5-424 16,-3 1-1060-16,-8 3-1736 0,-4 1-917 0,-4 3-839 16,-4 0 5040-16</inkml:trace>
  <inkml:trace contextRef="#ctx0" brushRef="#br0">25802 11881 3648 0,'0'0'272'0,"0"0"7149"0,-64 88-5461 15,40-46-628-15,0 5-360 0,0 4 256 0,5-3 28 16,2 3-124-16,6-1-152 16,7 1-248-16,0 0-64 0,4-3 341 15,0 0-261-15,8-7-324 0,7-6-156 0,5-3-124 16,5-7-144-16,3-3-8 16,-5-6-64-16,5 0-76 0,-4-10-128 15,4 1-208-15,0-7-132 0,4-7-185 0,-1-9-175 16,1-3-1140-16,-8-4-3268 0,8-18-5133 15</inkml:trace>
  <inkml:trace contextRef="#ctx0" brushRef="#br0">26368 11760 10696 0,'0'0'5393'16,"0"79"-4389"-16,-8-25-532 0,-4 10 320 15,4 9 1000-15,-8 0-3 0,0-4-589 16,4-4-716-16,0-5-460 0,0-13-24 16,4-2-108-16,4-11-172 0,1-1-300 15,3-11-244-15,7-7-173 0,9-8-347 16,4-7-964-16,12-7-2308 0,-8-5-2285 0,23-20 1577 0</inkml:trace>
  <inkml:trace contextRef="#ctx0" brushRef="#br0">26719 12026 1264 0,'0'0'12769'0,"0"0"-11201"16,0 0-1356-16,-108 64-148 0,72-39-40 15,4 1 456-15,0-3-20 0,8-2-308 16,0-2-152-16,9 0-276 0,2 1-48 0,9-5 32 16,0 1 52-16,4 0 240 0,4-3 176 15,9-1 256-15,2 1 40 16,5 0 52-16,5-4 144 0,-2 1-312 0,9-4-168 15,-1 0 44-15,1-2-72 0,9-4-160 16,-6-4-152-16,5-2-712 16,4-7-688-16,-8 1-2364 0,-4-1-6129 0,7-6 9537 0</inkml:trace>
  <inkml:trace contextRef="#ctx0" brushRef="#br0">27224 12097 1540 0,'0'0'15181'0,"0"0"-12681"0,0 0-1788 16,0 0-336-16,0 0 140 0,0 0 613 0,0 0-581 15,80 31-548-15,-72-31-244 16,4 0-669-16,0-3-171 0,-4 0-792 16,0-7-3864-16</inkml:trace>
  <inkml:trace contextRef="#ctx0" brushRef="#br0">27328 12265 4892 0,'0'0'12145'0,"0"0"-9185"16,0 0-1972-16,0 0-560 0,0 0-76 16,0 0-23-16,0 0 47 0,0 0-196 15,0 0-180-15,0 0-436 0,0 0-209 0,40 19-135 16,-32-16-232-16,3 0-648 0,2-3-1404 15,-2 0-3217-15,1 0-1655 0,-107-25 7100 16</inkml:trace>
  <inkml:trace contextRef="#ctx0" brushRef="#br0">27718 11874 10332 0,'0'0'6937'0,"0"0"-5513"0,0 0-896 16,0 0-284-16,0 0 124 0,0 0 500 16,112-51-160-16,-72 36-636 0,3 2-72 15,2-4-208-15,-2 8 28 0,-2-3-104 16,-6 5-200-16,-3-2-216 0,-4 2-232 15,-5 1-540-15,-10 3-1064 0,-2 0-1569 0,-7 0-1287 16,-4 3 976-16,0 0 4300 0</inkml:trace>
  <inkml:trace contextRef="#ctx0" brushRef="#br0">28001 11849 2480 0,'0'0'9057'0,"0"0"-5933"16,-47 98-1472-16,26-50-468 0,1 6 544 0,1 3 264 15,-1-3-279-15,-1-3-553 0,6-4-548 16,7-8-368-16,0-4-240 15,4-10-4-15,4-3-144 0,0-6-112 0,0-7-188 16,0-2-244-16,4-4-256 0,0-3-393 16,0 0-2651-16,4-10-4357 0</inkml:trace>
  <inkml:trace contextRef="#ctx0" brushRef="#br0">27909 12281 12357 0,'0'0'5620'15,"0"0"-4980"-15,0 0-296 0,100 0 236 0,-64-3 884 16,0-4-391-16,-4 4-529 0,0 0-544 16,-4 0-24-16,-9-3-472 0,-3 6-209 15,-16-4-151-15,0 4-452 0,-11 6-1340 16,-13 7-1968-16,-8 6-2429 0,4-3 2909 16,-24 17 3876-16</inkml:trace>
  <inkml:trace contextRef="#ctx0" brushRef="#br0">27746 12564 1212 0,'0'0'12653'0,"0"0"-9905"15,0 0-1540-15,0 0-196 0,0 0 92 16,0 0-8-16,76 19 37 0,-32-33-517 16,3-5-452-16,1-6-164 0,0 0-172 15,0-4-228-15,-5-3-293 0,-2 1-339 16,-2-1-732-16,-11 9-2872 0,4-15-4093 0</inkml:trace>
  <inkml:trace contextRef="#ctx0" brushRef="#br0">28663 11833 8960 0,'0'0'4813'0,"0"0"-3017"0,0 0-1332 15,0 0 380-15,0 0 556 16,0 0-380-16,0 0-284 0,0 0-212 0,88 48-252 16,-73-33-140-16,2 1 40 0,-2 6 84 15,-3 4-64-15,0 5 52 16,0 4 253-16,-5 4 111 0,-7 2-152 0,0 0-116 15,0 3 0-15,-7 4 56 0,-9 0 88 16,-4 4-308-16,0-8-176 16,-7-4-192-16,3 2-136 0,-4-4-80 0,4-2-52 15,3 1-24-15,-2-2-72 0,7-3 72 0,-5-4 47 16,2 1-111-16,3-10-536 16,0 1-712-16,-4-6-668 0,-4-1-732 0,5 0-2849 15,-22-6-527-15</inkml:trace>
  <inkml:trace contextRef="#ctx0" brushRef="#br0">26057 13506 208 0,'0'0'772'0,"0"0"660"0,0 0-1352 16,0 0 2812-16,0 0-460 0,0 0-708 0,0 0-572 15,0 0-99-15,0 0 179 0,0 0-24 16,0 0 4-16,-20 16-216 0,20-16-212 15,0 0 0-15,4 0 4 0,0 0-112 16,0 0-248-16,0 0-168 0,8 3 8 16,-4-3-12-16,4 0 24 0,-1 0 0 15,-2 0-96-15,-5 0-88 0,0 0-96 16,-4 0-72-16,0 0-100 0,0 0-244 16,0 0-132-16,0 0-52 0,0-3-60 0,4 0-180 15,3-4-576-15,-3 1-1252 0,13-13-4641 16</inkml:trace>
  <inkml:trace contextRef="#ctx0" brushRef="#br0">29300 12052 1812 0,'0'0'7380'0,"0"0"-4991"16,0 0-625-16,0 0-428 0,0 0-68 15,0 0-24-15,0 0-32 0,95-6 16 16,-46-1-284-16,6 1-408 0,5-4-112 15,-9-2-132-15,2 2-147 0,-14-6-145 16,2 0-128-16,-6-3-261 0,-7 1-463 0,-4-2-152 16,-8 1-412-16,-8 0-1064 0,-8 3-2925 15,0 4-3335-15,-16 3 8584 0</inkml:trace>
  <inkml:trace contextRef="#ctx0" brushRef="#br0">29507 12026 11185 0,'0'0'2292'0,"0"0"-608"16,-8 96-12-16,5-52-60 0,3 6-124 0,0-1-368 16,0 1-327-16,-4-1-185 15,4-5-100-15,0-6-60 0,0-3-160 0,0-4-96 16,0-9-44-16,4-3 8 0,-1-3-48 16,1-6-64-16,4-3-44 0,-4-2-108 15,5-1-48-15,-2-4-88 0,5 0-116 0,0-4-64 16,4-1-168-16,0-9 8 0,0-1-25 15,4-3-111-15,0-6-404 16,0-1-700-16,4-3-1124 0,0-4-2817 0,-9 4-1859 16,9-17 6361-16</inkml:trace>
  <inkml:trace contextRef="#ctx0" brushRef="#br0">29894 11960 7988 0,'0'0'5221'0,"0"0"-4065"15,0 0-344-15,0 0 396 0,0 0 632 16,0 0-208-16,0 0-424 0,88 18-391 16,-69-13-309-16,1-3-204 0,-4-2-84 15,0 4-76-15,-4-4-144 0,0 0-4 16,-4 0-68-16,0 0 0 0,-4 0-76 16,0 0-116-16,4 0-16 0,-4 0 24 15,0 0 87-15,0 0 69 0,4-6 4 16,0 1 36-16,4-1-12 0,-1 0-12 0,6-3-28 15,-6-1-96-15,6 0-8 0,-2 1-16 16,2 0-48-16,-2 2-88 0,1-2-136 16,0 2-108-16,0 1-140 0,-4 0-416 15,-3 3-868-15,-6 0-1973 0,1-1-2655 16,-4 1 3796-16</inkml:trace>
  <inkml:trace contextRef="#ctx0" brushRef="#br0">30129 12011 1488 0,'0'0'10661'0,"0"0"-8837"0,0 0-824 16,-32 86 260-16,24-51 508 15,4 2-80-15,-4 2-444 0,0-4-516 0,0 3-287 0,4-4-177 16,-4-2-128-16,5-7-136 16,-2 0-76-16,5-8-188 0,0-1-101 0,0-7-123 15,0-5-96-15,8 2-52 0,-4-6-84 16,4 0-560-16,0 0-1380 15,-3-3-2377-15,-2-4-1263 0,1-2 3520 0,-4 0 1804 0</inkml:trace>
  <inkml:trace contextRef="#ctx0" brushRef="#br0">30105 12315 5836 0,'0'0'1340'16,"0"0"3713"-16,0 0-3533 0,0 0-192 0,0 0 232 16,0 0-68-16,83-12-384 0,-62 12-508 15,3 0-328-15,-5-3-188 0,1 3-84 16,1 0-184-16,-10-3-208 0,6 3-260 0,-6 0-172 15,-3 3-244-15,-4 3-408 0,-4 0-384 16,-4 7-1973-16,-12 3-335 16,-8 3 92-16,-4 4 3188 0,0-2 752 0,-3 5 136 15,-1 0 196-15,0-4 1092 0,4 3-440 16,4-3 4184-16,4 0-2420 16,8-5-543-16,4-5-477 0,8 1 36 0,0-7-16 15,4 3-104-15,9 1-404 0,2-3-264 16,9-5-112-16,4 2 41 0,8-4-273 15,0-4-292-15,-1-8-96 0,10-8-108 0,-6 1-436 16,1-3-400-16,-5-3-125 16,2 3-295-16,-5-3-1224 0,-9 3-3208 0,-7 5-4693 0,0-6 10365 15</inkml:trace>
  <inkml:trace contextRef="#ctx0" brushRef="#br0">30555 12100 8200 0,'0'0'5217'0,"0"0"-3617"0,0 0-732 0,0 0 248 0,0 0 384 0,0 0-272 16,0 0-532-16,76 76-416 0,-64-57-228 15,-4-3-52-15,4-4-108 0,-4 4-320 16,-4-3-452-16,0 0-316 0,-4 0-748 16,0-1-2396-16,0 1-3089 15,-16 6 4329-15</inkml:trace>
  <inkml:trace contextRef="#ctx0" brushRef="#br0">30540 12534 3952 0,'0'0'9001'0,"0"0"-7209"0,0 0-1008 16,0 0 120-16,0 0 752 0,0 0 100 15,0 0-668-15,75 55-612 0,-43-55-320 0,0-13-156 16,3-3-208-16,6-10-276 0,-6 1-468 16,9-6-572-16,-5 2-1520 15,-11 7-4881-15,4-14 761 0</inkml:trace>
  <inkml:trace contextRef="#ctx0" brushRef="#br0">31041 12016 11925 0,'0'0'5160'16,"0"0"-4156"-16,0 0-512 0,0 0 552 15,0 0 348-15,104 52-355 0,-76-49-625 0,7-3-364 16,-3 0-48-16,5-3-268 0,-5-3-265 15,-4-4-319-15,-5 1-372 16,-3-4-832-16,-8 3-2372 0,-4 4-2625 0,-8-4 1105 0</inkml:trace>
  <inkml:trace contextRef="#ctx0" brushRef="#br0">31229 12062 3040 0,'0'0'5756'0,"0"0"-2571"0,-53 79-1117 16,38-44 156-16,-9 12 132 0,4 4-88 0,0 7-459 15,0-4-625-15,-4 3-436 0,8-3-204 16,-4-4-160 0,13-6-204-16,-1-8-140 0,8-7-40 15,0-7-132-15,4-7-24 0,3-5-60 0,1-1-96 0,5-9-232 16,-6 0-144-16,1 0-208 0,0-6-205 16,0-7-1231-16,-4 1-2660 0,0-1-2701 0,-4-12 1597 15</inkml:trace>
  <inkml:trace contextRef="#ctx0" brushRef="#br0">31148 12372 8716 0,'0'0'6989'0,"0"0"-5325"0,0 0-920 15,0 0 44-15,101 17 608 0,-69-17-396 16,-1-6-500-16,9-11-500 0,0-2-400 16,0-3-296-16,4-6-332 0,-1 2-840 15,-3-6-3656-15,-12 9-5049 0,12-8 10001 16</inkml:trace>
  <inkml:trace contextRef="#ctx0" brushRef="#br0">31886 11874 5732 0,'0'0'7509'0,"0"0"-6405"0,0 0-684 0,0 0 512 16,0 0 408-16,84-19-532 0,-68 19-424 15,-4 0-248-15,-1 3-124 0,2 4 124 16,-6-1 36-16,1 1-12 0,-4-1-12 0,1 0 36 15,-1 4 136-15,0-4 264 0,-1 0-108 16,-3-3-72-16,0 1-88 0,0-1-72 16,0-3-24-16,0 3-27 0,0-3-21 15,0 0-40-15,0 0-24 0,0 0-24 16,0 0-8-16,0 0-28 0,0 0-36 0,0 0 0 16,0 0 36-16,0 0-48 0,0 0 4 15,0 0 0-15,0 0 8 16,0 0-4-16,0 0-4 0,0 0-4 0,0 0-4 15,0 0 4-15,0 0 0 0,0 0 8 16,0 0-4-16,0 0-4 16,4 0 0-16,-4 0-12 0,0 0-36 0,0 0 36 15,4 0-48-15,-4 0-24 0,4 0 20 16,0 0-56-16,1-3 72 16,2 3 0-16,5-3-12 0,0 3-40 0,0-4 4 0,3 1 11 15,2 0-11-15,-6 0-16 16,2 0 52-16,-1 3 12 0,0 0 0 15,-4 0-76-15,0 0 28 0,-5 3 0 0,5 10 52 16,-3 2 44-16,-5 8 48 0,0 5 120 16,0 3 28-16,-5 9 24 0,1 1-15 0,-3 3 15 15,-5 4-112-15,3 0 48 16,2-1-8-16,-1 1-16 0,0 3-12 16,4-4 148-16,4 1 640 0,0-4-236 0,0 0-260 15,-5 1-136-15,5 0-48 0,-3-1 12 16,3-3 112-16,0 1 140 15,-4-4-264-15,4-3-168 0,0-7-56 0,4 0-4 16,-1-6-12-16,2-3-36 16,-1-6 36-16,0 0-72 0,0-6-60 0,-4-4-48 15,0-3-48-15,0 0-24 0,-4 0-64 16,-9 0-44-16,-2 0 120 0,-13 0 36 0,0 0 32 16,-8 0-140-16,-3 0-172 0,-6 0-216 15,-6 0-621-15,-9-6-851 0,-3 2-760 16,-13-3-2284-16,16 4-2617 0,-40 0 6149 0</inkml:trace>
  <inkml:trace contextRef="#ctx0" brushRef="#br0">21817 13747 8692 0,'0'0'1992'15,"0"0"-247"-15,0 0-301 0,0 0-104 16,37-66-244-16,-33 62-248 0,0 1-188 0,-4 3-240 15,3 3 48-15,1 10-184 0,-4 9-4 16,0 7-144-16,0 9-64 0,0 6 40 16,-7 7 72-16,-1 3 0 0,-9 1-52 15,6-2-80-15,-6 1-40 0,2 3 0 16,-5-6-8-16,-1-3-4 0,6-4-40 0,-1-6 28 16,4-6-148-16,1-9 12 0,2-4-84 15,5-7 36-15,4 1-52 16,0-4-20-16,4 4-4 0,8 6 92 0,8 3 180 15,8 6 4-15,0 5 8 0,0-1-12 16,3 3-36-16,-6 2 36 0,-1-2 44 16,-5 4-36-16,-3-4 92 0,-4-1-44 15,-4-8-56-15,4-4-148 0,0-3-12 0,4-10 36 16,3-4-620 0,9-5-968-16,8 0-2472 0,-8-7-4085 0,20-16 5037 0</inkml:trace>
  <inkml:trace contextRef="#ctx0" brushRef="#br0">24635 13928 5488 0,'0'0'7305'0,"0"0"-6309"15,0 0-552-15,0 0 792 16,0 0 756-16,0 0-756 0,0 0-660 0,0 0-340 16,0 0-68-16,84 11 56 0,-77 1 56 15,-3 7 24-15,-4 2-72 0,-4 11-12 16,-12 0-36-16,0 7 8 0,-4 2 52 0,-4 1 49 15,5-5 59-15,2 1-172 16,6-3-104-16,3-6-64 0,-1-4 0 0,9-2-12 16,0-4-52-16,0-4-44 0,9 1-12 15,6 0-160-15,-2 3 27 0,2 0 129 16,2 3 52-16,-6 6 60 0,1 1 8 16,4 3 88-16,-4 0-32 0,4 0 93 15,-4-1 39-15,4-1-76 0,-4-5-120 0,0-7-8 16,-4-1-124-16,0-2-161 15,-4-5-219-15,-4-1-268 0,0 1-172 0,-4-4-588 16,0-2-1024-16,-4-1-2077 16,-4 0-2711-16,0-3 6024 0</inkml:trace>
  <inkml:trace contextRef="#ctx0" brushRef="#br0">26093 13871 784 0,'0'0'416'0,"0"0"7648"0,0 0-6359 16,0 0-253-16,0 0-136 0,0 0 24 0,0 0-140 15,0 0-240-15,0 0-192 16,0 0-140-16,-44 64-148 0,16-27-112 0,0 5 100 16,-4-1 324-16,4 4-220 0,8-4-196 15,1-3-228-15,6-3-107 0,5-3-41 16,8-4-97-16,0 1 37 0,8-4 8 15,12 0-20-15,1 1-24 0,2 0-12 0,5-4-52 16,-4 0 40-16,0 0 108 0,0 0-52 16,-4 1 64-16,-4 0 8 15,-4 2 0-15,-5-3 80 0,-2 0 32 0,-1 0 4 16,-4 0-4-16,0 0-120 16,0-3 0-16,-4 2-4 0,-1-3-44 0,-2 1-112 15,-1-4-264-15,0 2-272 0,-1-2-4 16,6-2 76-16,-5 0-116 0,4-7-712 0,4 1-1732 15,0-4-4077-15</inkml:trace>
  <inkml:trace contextRef="#ctx0" brushRef="#br0">28723 13912 10076 0,'0'0'1725'0,"0"0"-865"16,0 0 276-16,0 0 408 0,0 0-300 0,0 0-212 15,0 0-352-15,107 23-212 0,-79-17-112 16,0 0 64-16,-4 7-4 16,-9-1-256-16,-2 14-88 0,-13 3-60 0,0 6 112 15,-9 9 68-15,-2 1 4 0,-10 2 84 16,2-2-24-16,3-1-36 0,0-3 8 0,4-5-128 16,0-9-51-16,8 3 35 15,0-8 64-15,4-6 32 0,4 2-84 16,4-2-24-16,4 3-20 0,0 4 20 0,7 2 84 15,-2 6-84-15,-6 5 12 0,6 2 16 16,-6 4-4-16,-3-2 36 0,5 4 36 16,-2 2 196-16,2-4-196 0,-6-5-168 15,1-6-76-15,-4-1-504 0,9-9-400 16,-6 2-113-16,1-7-215 0,5-4-980 16,-2-2-2896-16,1-4-4853 0,0-3 9957 0</inkml:trace>
  <inkml:trace contextRef="#ctx0" brushRef="#br0">30185 13764 1252 0,'0'0'1552'0,"0"0"4356"0,0 0-3183 15,0 0-677-15,0 0-376 16,0 0-512-16,-28 72-160 0,20-34-260 16,-9 4-184-16,2 2-148 0,-1 1-164 0,-4-1-20 15,8-3-56-15,0-3-104 16,4-6-64-16,8-6 0 0,0-4-112 15,8-6-36-15,9 3 4 0,2-3-4 0,1-1 24 16,4 1 12-16,-4 6 100 0,0 1 4 16,-5 2 8-16,-2 6 108 0,-2 5 112 15,-3 2-24-15,1-3-48 0,-5 0-24 16,0 0 96-16,-1-3-12 0,5-4-52 16,-4-3-92-16,1 4-56 0,-1-4 4 15,-1-2-4-15,-3-1-8 0,4 1-52 16,-4-9-232-16,4 3-488 0,4-4-300 0,1-7-152 15,10-3-776-15,1-3-2289 0,0 0-2667 16,24-22 5300-16</inkml:trace>
  <inkml:trace contextRef="#ctx0" brushRef="#br0">31930 13909 9260 0,'0'0'5105'0,"0"0"-4069"16,0 0-896-16,0 0 324 0,0 0 800 0,0 0-320 16,0 0-540-16,0 0-72 0,0 0-148 15,68 68 40-15,-72-37 20 0,-13 4 88 0,2 3-88 16,-5 0-124-16,4 1-108 16,0-6 52-16,8 0-60 0,4-5 56 15,4-3 124-15,0 1-124 0,0-1-48 0,8-2 0 16,0 3 0-16,0 2 100 0,4 0-16 15,-1 4-24-15,2 3 40 16,-1 4 8-16,4 1 172 0,-1 5 629 0,6 3-361 16,-2-2-284-16,1 6 16 0,-3-4-64 15,-2-4 28-15,-11-6-88 0,0-6-168 16,-4-3-196-16,-8-4-288 0,-12-3-340 0,1-3-73 16,-9-3 21-16,-4 0-236 0,0-1-1128 15,-4-2-2108-15,-4-3-1429 16,12-3-1003-16,-16-2 6128 0</inkml:trace>
  <inkml:trace contextRef="#ctx0" brushRef="#br0">25129 14347 6688 0,'0'0'5985'0,"0"0"-3913"0,0 0-1176 16,0 0-304-16,0 0 456 16,0 0-192-16,0 0-436 0,99-12-420 0,-67 2-64 15,4 3-416-15,-5-2-76 0,-3 3-80 16,-4 0-256-16,-3 3-392 0,-10-1-472 15,-7 4-633-15,-4 0-2075 0,0 4-1192 0,-24 9 5392 16</inkml:trace>
  <inkml:trace contextRef="#ctx0" brushRef="#br0">25073 14572 5548 0,'0'0'3236'15,"0"0"1657"-15,0 0-4005 0,0 0 8 0,0 0 436 0,0 0-412 16,91 0-836-16,-59-12-84 0,0-4-1452 15,0 0-1508-15,-8 4-4501 0,8-11 1538 0</inkml:trace>
  <inkml:trace contextRef="#ctx0" brushRef="#br0">22650 13899 6176 0,'0'0'3012'0,"0"0"-831"16,0 0-245-16,0 0-76 0,0 0-24 0,48 67-388 16,-31-25-400-16,2 5-268 0,-3 10 12 15,0 1-72-15,4-1-151 0,-5 0-9 16,2-2-152-16,-2-5-176 0,-2-3-228 15,-2-2-4-15,-3-8-108 0,-3-2-160 16,-1-5-228-16,0-11-144 0,3-7-93 16,-3-2-95-16,0-7-344 0,0-3-1140 0,5 0-2820 15,-2-3-3025-15</inkml:trace>
  <inkml:trace contextRef="#ctx0" brushRef="#br0">23041 14103 508 0,'0'0'8796'0,"0"0"-7464"0,0 0-651 0,0 0 67 0,0 0 452 16,-96 22-120-16,81-6-396 0,-6 7-332 15,5-1-200-15,1 0 12 0,7 3 84 16,-1 1 32-16,5-1-28 0,4 0-40 0,0-2-76 16,0-2 40-16,13-2-52 15,-2 0 112-15,5-2 72 0,4-1 16 16,0-4-88-16,5-2-100 0,2-1-100 0,-3-2-36 15,0-1-296-15,0-6-276 16,0 0-136-16,3 0-260 0,1-6-596 0,0-4-2397 16,-8 1-3223-16,12-10 6192 0</inkml:trace>
  <inkml:trace contextRef="#ctx0" brushRef="#br0">23332 14246 1616 0,'0'0'848'0,"0"0"7641"0,0 0-6473 0,0 0-404 16,0 0 468-16,0 0-368 0,0 0-608 16,0 0-660-16,0 0-444 0,0 0-196 0,79 19-432 15,-75-16-344-15,0 0-456 0,-4 0-1360 16,0 4-3825-16,0-1-535 0,-8 7 7032 16</inkml:trace>
  <inkml:trace contextRef="#ctx0" brushRef="#br0">23268 14509 2832 0,'0'0'1744'0,"0"0"3476"0,0 0-3647 16,0 0 335-16,0 0 248 16,0 0-4-16,36 70-636 0,-21-63-508 0,2-7-460 15,2 0-244-15,5-3-304 0,-3-8-220 16,3-3-316-16,3-5-284 0,-3-4-448 16,4 0-1016-16,0 1-3429 0,-8 3-2707 0,3-6 7248 15</inkml:trace>
  <inkml:trace contextRef="#ctx0" brushRef="#br0">23671 14090 8020 0,'0'0'3129'0,"0"0"-429"16,0 0-1396-16,0 0 68 0,0 0 528 16,0 0-328-16,99 10-596 0,-63-10-576 0,-4-3-312 15,-4-7-88-15,3-3-220 0,-3 1-156 16,-3-1-284-16,-6-3-284 15,5 1-384-15,-8-1-696 0,-4 3-2036 0,0 3-2225 16,-9 3 1005-16,-3 5 4997 0</inkml:trace>
  <inkml:trace contextRef="#ctx0" brushRef="#br0">23886 14100 1188 0,'0'0'5532'0,"0"0"-983"0,-32 83-3225 16,23-48 280-16,2 9 224 15,-5 3-92-15,3 4-292 0,2 0-328 0,-1 0-264 16,0-4-220-16,-1-5-327 0,2-7-245 0,3-7-60 15,0-6-136-15,4-6-20 0,0-6-41 16,0-4-191-16,0-2-368 16,0-4-124-16,4 0-248 0,0 0-984 0,0-10-2344 15,3 0-2485-15,-2 1 2785 16,3-4 3293-16</inkml:trace>
  <inkml:trace contextRef="#ctx0" brushRef="#br0">23845 14481 3496 0,'0'0'2968'0,"0"0"4721"16,0 0-5873-16,0 0-728 0,0 0-44 15,101-67 160-15,-66 55-456 0,5 1-368 0,3-1-300 16,2-1-80-16,-2 0-192 0,2 1-432 16,-6-1-544-16,1 3-632 0,-12 4-2512 15,11-3-4413-15</inkml:trace>
  <inkml:trace contextRef="#ctx0" brushRef="#br0">26375 14090 2472 0,'0'0'628'0,"0"0"6800"16,0 0-5475-16,0 0-145 0,0 0 60 0,0 0 0 15,88 99-304-15,-72-55-416 0,-8 4-224 16,0 3-363-16,-4-4-173 0,1-2-148 16,-5-4-128-16,0-6-48 0,0-7-64 15,0 2-96-15,3-11-172 0,-3-1-180 16,0-8-257-16,4-1-247 0,0-5-220 16,0-1-804-16,8-3-2436 0,-4-7-2585 0,0 1 1493 15</inkml:trace>
  <inkml:trace contextRef="#ctx0" brushRef="#br0">26794 14236 10920 0,'0'0'2153'0,"0"0"-933"16,0 0 232-16,0 0-148 0,0 0-288 16,0 0-508-16,-88 61-372 0,69-42-128 0,6 0 64 15,-2-1 16-15,2-1-88 0,2 2-4 16,3-3-96-16,-1 0-20 0,6-1 68 15,-1 1-32-15,4 0 72 0,0 0 12 0,11 3 148 16,6-4-16-16,-2 6 16 0,9-7 24 16,0 3-48-16,4-4-24 0,4-1-100 15,-4-5-200-15,8-4-92 0,0-3-324 16,-1 0-104-16,6-7-112 0,-2-2-464 0,1-3-1344 16,0-1-3329-16,-16 0-679 15,7-6 6533-15</inkml:trace>
  <inkml:trace contextRef="#ctx0" brushRef="#br0">27268 14307 5500 0,'0'0'7337'0,"0"0"-5393"0,0 0-800 16,0 0 332-16,0 0-28 0,0 0-296 15,0 0-504-15,84 15-392 0,-64-12-256 16,-8-3-524-16,4 0-212 0,-5 0-344 0,-7 0-844 15,0 0-4401-15</inkml:trace>
  <inkml:trace contextRef="#ctx0" brushRef="#br0">27336 14558 1488 0,'0'0'12657'0,"0"0"-10781"0,0 0-920 15,0 0 900-15,0 0 140 16,0 0-515-16,75 56-657 0,-54-52-496 15,-2-4-328-15,5-4-292 0,4-5-192 0,0-7-316 16,4-1-173-16,4-2-839 16,-4 1-2668-16,-4 1-3693 0,3-4 2697 15</inkml:trace>
  <inkml:trace contextRef="#ctx0" brushRef="#br0">27858 14271 8188 0,'0'0'7445'16,"0"0"-5421"-16,0 0-1156 0,0 0-32 0,0 0 592 16,75-3-15-16,-31-6-457 0,0-4-544 15,4-6-320-15,-4 0-92 0,-4 0-108 0,-5-4-280 16,-3 1-364-16,0 0-169 0,-8 3-275 16,-8 3-1100-16,-4 3-2844 0,-12 7-3409 15,0 3 5825-15</inkml:trace>
  <inkml:trace contextRef="#ctx0" brushRef="#br0">28057 14259 5592 0,'0'0'7573'0,"0"0"-6293"15,-8 69-332-15,8-39 972 0,0 3 312 0,0 3-328 16,0-4-535-16,0-1-545 0,-4-3-448 16,1-2-256-16,-6-4-120 0,1-2-56 15,0-4-212-15,0 0-264 0,-4-1-288 0,1-2-249 16,-2-4-419-16,1 1-1300 0,5-7-2112 15,-2-3-1429-15,9 0 1037 0,0-3 4697 16</inkml:trace>
  <inkml:trace contextRef="#ctx0" brushRef="#br0">28009 14570 1304 0,'0'0'4108'0,"0"0"2389"0,0 0-4605 16,0 0-752-16,0 0-384 0,96-38-12 0,-69 34-136 16,-3 1-484-16,0 0-124 0,-3 3-672 0,-10 0-560 15,1 0-824-15,-3 0-2025 16,-6 3-1959-16,-3 7 3820 0,0-6 1988 15</inkml:trace>
  <inkml:trace contextRef="#ctx0" brushRef="#br0">28128 14627 1240 0,'0'0'560'0,"0"0"1540"0,0 0 4792 0,-86 63-4899 0,65-46-441 15,5-2 0-15,8-5-248 0,4-1-228 0,4-3-252 16,0-2-284-16,16-1-308 0,0-3 52 16,12 0 44-16,8 0 52 0,0-3 276 15,4-7-279-15,0 1-237 0,-1-5-140 0,-3 0-180 16,-4-3-561-16,0-2-395 15,-1 3-756-15,1 0-3040 0,-4 7-5817 16,13-4 8765-16</inkml:trace>
  <inkml:trace contextRef="#ctx0" brushRef="#br0">30293 14268 10276 0,'0'0'2293'0,"0"0"-665"16,91 0-328-16,-47 0 72 0,-1-6-220 16,-2-1-472-16,-6-2-460 0,1-4-220 0,-8 1-228 15,0-4-304-15,-9 2-200 16,-2 2-336-16,-6 3-888 0,-6-1-2457 0,-5 3-1983 0,0 5 4728 16,-9 2 884-16</inkml:trace>
  <inkml:trace contextRef="#ctx0" brushRef="#br0">30536 14211 836 0,'0'0'312'0,"0"0"8360"0,0 0-6723 0,0 0-505 0,0 0 56 16,0 0 364-16,7 86-92 0,-3-61-344 15,0 4-512-15,0-3-332 16,0-1-160-16,-4 0-167 0,0-3-185 0,0-3-72 16,0-6-144-16,0-1-221 15,0 2-267-15,0-5-212 0,4 0-112 16,-4-2-376-16,5 0-780 0,-2-5-688 0,-3 1-1229 0,4 0-615 15,-4 1 1804-15,0-2 2564 16,0-2-64-16,-4 0 340 0,4 0 704 16,-3 0 304-16,3 0-580 0,0 0 5948 0,0-6-3759 15,7 3-905-15,5-2-492 0,0-6-276 16,8 1-164-16,4-1-180 0,0-3-280 16,4 2-180-16,-5-1-136 0,1 0-4 15,0 4-4-15,-7-1-84 16,-6 7-160-16,-3-3-412 15,-4 6-412-15,-4 0-200 0,0 0-336 0,-8 0-565 0,-3 3 65 0,-6 3-492 16,2 4-240-16,-2-1 1756 16,2 1 732-16,-5 2 40 0,-1 1 312 15,2 4 900-15,-1 1-404 0,0 1-104 0,4 1 4848 16,4-5-3128-16,4 1-223 0,4-3-13 16,4 0-56-16,0-4-244 0,4 1-216 15,8-4-368-15,4 3-284 0,0-5-48 0,4-1-152 16,4-3-203-16,0 0-305 15,0-7-48-15,-1 1-401 0,1-7-123 16,0 4-124-16,-3-4-224 16,2 1-692-16,-3-4-1576 0,-5 2-3641 15,6 0-423-15</inkml:trace>
  <inkml:trace contextRef="#ctx0" brushRef="#br0">31025 14300 2672 0,'0'0'11989'16,"0"0"-9601"-16,0 0-1148 0,0 0-304 16,0 0 372-16,0 0-344 15,88 39-391-15,-68-34-549 0,-5-2-24 0,-2 1-573 0,-1-2-243 16,0-2-148-16,-4 5-684 0,-4-3-2644 16,-4 2-3889-16,0 4 3801 15</inkml:trace>
  <inkml:trace contextRef="#ctx0" brushRef="#br0">31034 14589 8020 0,'0'0'6437'0,"0"0"-4789"0,0 0-1056 0,0 0 240 0,0 0 908 15,0 0 32-15,0 0-663 16,0 0-505-16,95 38-508 0,-71-47-96 16,-1-4-132-16,2-3-412 0,-1-3-309 15,-4 2-195-15,-5-1-732 0,2 1-2096 0,-10 6-3161 16,-3-3-542-16</inkml:trace>
  <inkml:trace contextRef="#ctx0" brushRef="#br0">31344 14290 3220 0,'0'0'1852'0,"0"0"5177"16,0 0-5405-16,0 0 296 0,0 0 180 15,0 0-536-15,100 4-668 0,-72-8-580 0,0-5-316 16,0-4-364-16,-5 0-312 0,1 1-392 15,-8-1-820-15,0 1-2160 0,-8 5-2805 16,0 1 1741-16</inkml:trace>
  <inkml:trace contextRef="#ctx0" brushRef="#br0">31476 14316 796 0,'0'0'9800'0,"0"0"-7847"0,0 0-1109 0,-49 92 616 0,42-54 488 15,-5 0-140-15,-1 0-516 16,6 4-404-16,-5-1-96 0,0-3-219 0,4-9-209 15,0-4-364-15,4-8-160 0,0-9-409 16,4-1-99-16,0-7-16 0,0 0-160 16,4 0-696-16,4-4-1220 0,4-3-2761 15,-4 3-1607-15,4-3 6944 0,-1 0-1004 0</inkml:trace>
  <inkml:trace contextRef="#ctx0" brushRef="#br0">31427 14636 328 0,'0'0'8612'0,"0"0"-4703"0,0 0-3181 0,0 0-248 16,0 0 508-16,0 0 248 15,101-59-264-15,-66 52-180 0,9 3-200 16,4 2-208-16,4-4-384 0,-1-5-480 0,5 3-796 16,-4-3-856-16,-16 5-2957 0</inkml:trace>
  <inkml:trace contextRef="#ctx0" brushRef="#br0">5362 15691 9096 0,'0'0'4145'0,"0"0"-2925"15,0 0-752-15,0 0 764 0,92 0 824 0,-40 0-360 16,8-4-488-16,4-2-467 0,-1-3-329 16,1-1-168-16,-4-3-16 15,-4 1-56-15,-5-4-172 0,-7 0-4 0,-4 0-180 16,-5 0-80-16,-10 4-284 0,-5 2-293 15,-9 0-255-15,-7 4-428 0,-4 4-1152 0,-4 2-2529 16,-20 0-3043-16</inkml:trace>
  <inkml:trace contextRef="#ctx0" brushRef="#br0">5658 15672 7808 0,'0'0'5445'0,"-4"76"-4025"16,4-28-484-16,0 15 280 0,4 13 484 15,3 7-424-15,-3 3-348 0,4-1-196 0,-4-6-307 16,1-2-157-16,-2-11-268 16,1-12-84-16,0-9-173 0,4-10-167 0,-4-13 104 0,4-6-140 15,0-6-200-15,0-5-272 16,-4-1-524-16,-1-4-800 0,2 0-896 16,-1-6-2009-16,-4-1-1391 0,0-6 6380 0</inkml:trace>
  <inkml:trace contextRef="#ctx0" brushRef="#br0">5681 16430 6140 0,'0'0'3064'0,"0"0"797"0,0 0-2245 0,0 0-608 16,0 0 456-16,0 0 60 15,80 0-456-15,-52 7-248 16,0-4-248-16,-4 3-160 0,4-3-132 16,-9 0-183-16,1 1-97 0,-4-4-72 0,0 3-89 0,-8 0-67 15,0-3-260-15,-4 3-208 0,0 4-244 16,-4 0-356-16,0-2-848 0,-8 9-820 0,0-6-1805 15,-7 9-2859-15</inkml:trace>
  <inkml:trace contextRef="#ctx0" brushRef="#br0">5669 16656 1864 0,'0'0'2256'0,"0"0"2280"15,0 0-3604-15,0 0-28 0,0 0-39 16,0 0 379-16,0 0-300 0,0 0-44 0,80 44 88 0,-52-40-260 16,8-4-140-16,-4 0-264 0,3 0-160 15,1 0-104-15,0 0-60 0,-4-6-112 16,-1 1-160-16,1-1 12 0,-4 0-232 16,4 0-160-16,-4 3 260 0,0-4-860 15,-4 4-1052-15,-4-3-2425 0,-4 2-655 0,-5-2 3988 16</inkml:trace>
  <inkml:trace contextRef="#ctx0" brushRef="#br0">6494 16015 10708 0,'0'0'6621'0,"0"0"-5385"0,0 0-804 15,0 0-284-15,0 0 244 0,0 0 12 16,84 22-208-16,-72-19-196 0,-1 0-132 16,2 3-224-16,-6-6-452 0,1 7-268 15,1-4-848-15,-5 3-2124 0,-4 1-1861 16,0 5 521-16</inkml:trace>
  <inkml:trace contextRef="#ctx0" brushRef="#br0">6502 16361 4288 0,'0'0'9765'0,"0"0"-8373"0,0 0-880 0,11 76-116 16,2-64 648-16,-2 1 232 0,6-3-416 0,2-8-372 16,1 3-488-16,5-5-60 0,-1-11-196 15,-1-5-188-15,5-3-344 0,-4-6-312 16,0 0-716-16,-4 3-2208 0,0-13-2845 0</inkml:trace>
  <inkml:trace contextRef="#ctx0" brushRef="#br0">6972 15944 6048 0,'0'0'9849'0,"0"0"-8449"0,0 0-876 16,104 23 448-16,-68-23 588 0,3 0-524 0,-3-6-636 15,4-11-400-15,0-4-172 0,-1-4-508 16,2-5-296-16,-5 2-364 16,-8-4-1068-16,-13 13-2909 0,-2-7-3675 0</inkml:trace>
  <inkml:trace contextRef="#ctx0" brushRef="#br0">7211 15967 5288 0,'0'0'5873'15,"0"76"-3137"-15,0-32-1924 0,0 7-220 0,0 13 1016 16,4-1 212-16,0 7-324 0,1 0-496 16,-2-3-528-16,-3-1-287 0,0-8-89 0,0-5-96 15,0-11-76-15,0-7-289 16,0-10-195-16,0-9-124 0,0-7-208 0,0-2-464 16,0-7-1456-16,0 0-2921 0,0 0-2707 15,-3-13 7381-15</inkml:trace>
  <inkml:trace contextRef="#ctx0" brushRef="#br0">7259 16468 8732 0,'0'0'6769'0,"0"0"-5161"0,0 0-804 0,96-16-136 15,-61 10-140-15,1-7-120 16,0 1-116-16,-1-4-292 0,-3-3-60 16,5 0-628-16,-9-3-596 0,-1 3-564 15,-7 3-2288-15,-7 4-2881 0</inkml:trace>
  <inkml:trace contextRef="#ctx0" brushRef="#br0">4625 15770 3952 0,'0'0'8733'0,"0"0"-7101"0,0 0-812 15,0 0-40-15,0 0 448 0,0 0-644 16,92-14-380-16,-64 12-204 15,0-4-88-15,0-1-36 0,0 1-336 0,4-3-348 16,-8 2-228-16,-1 0-312 0,-3 1-592 16,-4 6-1133-16,-4 0-1903 0,-12 0 2068 15</inkml:trace>
  <inkml:trace contextRef="#ctx0" brushRef="#br0">4848 15859 184 0,'0'0'1484'0,"0"0"-532"0,-12 67 4336 0,9-39-2856 0,3 14-447 15,3 2-9-15,5 3-388 0,5 8-248 16,-6 8-240-16,9 6-336 0,-7 8-308 16,2 5-272-16,2 4-28 15,-2 0-20-15,1 0-128 0,0-4 40 0,0-6-36 0,4-6 76 16,-4-6-76-16,8-10 84 0,-1-12-96 16,2-9-44-16,7-7-76 0,4-6 8 15,3-5-192-15,13-8-64 0,4-4-188 16,11-3-96-16,10-13-428 0,6-3-840 15,5-9-2957-15,-21 2-4471 0,37-18 8441 0</inkml:trace>
  <inkml:trace contextRef="#ctx0" brushRef="#br0">8322 15573 7096 0,'0'0'6221'0,"0"0"-6221"15,0 0-1304-15,0 0 1304 0,0 0 1008 16,0 0-444-16,0 0-564 0,0 0-140 16,84-38 36-16,-68 38-8 0,0 0-4 0,1 0 116 15,-6 9 0-15,1 1 344 16,-3 6 176-16,2 3 100 0,1 3 188 16,-4 0 164-16,0 4-400 0,-4-1-248 0,0 7-112 15,3 3-12-15,-7 3-128 0,9 3 16 16,-5 10-16-16,0 3 64 0,0 3 52 15,0 7 56-15,-1 6 140 0,-3 2 168 16,4 2-124-16,1-1-96 0,-1 0-76 0,0-4-84 16,0-2-112-16,0-6 24 0,3-1-76 15,2-4 40-15,-5-1-48 16,4-7-12-16,-1 2 8 0,1-5-4 0,-3-4-40 16,3-3 36-16,-5-3 8 0,1-3 0 15,0-7 4-15,0-2 48 0,-4-4 0 16,0-3-36-16,0-4 48 0,0-2-60 0,-8-4-244 15,1-3-208-15,-6 0-12 16,-6-3-52-16,-2-3 0 0,-7-3-128 16,-3-7-60-16,-5-3-408 0,-7-7-984 0,-10-4-2301 15,14 2-3131-15,-34-14 7516 0</inkml:trace>
  <inkml:trace contextRef="#ctx0" brushRef="#br0">8893 16230 1840 0,'0'0'2488'0,"0"0"2836"0,0 0-3735 16,95 0-113-16,-55 0-380 0,-1 0-108 0,6 0-280 15,-6-6-220-15,1 3-296 0,-8 0-192 16,1-4-488-16,-2 1-1080 0,-8 3-740 15,-2-1-2297-15,-6 4-1615 0</inkml:trace>
  <inkml:trace contextRef="#ctx0" brushRef="#br0">9004 16512 8068 0,'0'0'5933'0,"0"0"-4885"0,0 0-708 16,0 0 704-16,0 0-20 0,0 0-172 0,108 19-344 15,-69-19-288-15,10-8-220 16,7-5-160-16,-2 1-136 0,6-7-632 16,0 2-720-16,-15 4-2844 0,6-3-6413 0</inkml:trace>
  <inkml:trace contextRef="#ctx0" brushRef="#br0">10498 15786 5168 0,'0'0'808'0,"0"0"4020"0,0 0-3979 15,0 0-157-15,0 0 280 0,0 0 460 0,0 0-108 16,0 0-296-16,-84-38-284 16,73 51-496-16,-2 9 144 0,-2 10 28 15,-2 12 244-15,2 9 192 0,-1 8-344 0,-4 6-160 16,0 2-72-16,0-1-172 0,0-2-48 15,-4-3-60-15,4-2-12 16,-3-10-148-16,6-4-108 0,6-8 48 0,2-8 52 16,1-5 96-16,8-14-4 0,0-2-68 15,0-7-236-15,12-3 0 0,4 0 224 16,1 0 56-16,2 0 100 0,5 0 0 0,-3 7 4 16,2 2 40-16,-3 10 204 15,4 3 92-15,-5 10-24 0,2 5 28 16,-5 2-148-16,-1 3-112 0,2-5 0 0,-6 1-12 15,1-2-72-15,-3-5-12 16,2-2-108-16,-3-7-404 0,5-9-368 0,-2-4-548 16,6-9-1288-16,-6 0-2893 0,13-19-4183 0</inkml:trace>
  <inkml:trace contextRef="#ctx0" brushRef="#br0">10817 16112 13313 0,'0'0'3136'16,"0"0"-1360"-16,0 0-1012 0,0 0-52 0,0 0 680 15,84 51-251-15,-49-44-233 0,5-4-532 16,8-3-376-16,-1-6-72 0,2-7-244 15,3-3-132-15,-9-3-376 0,-7-2-261 16,-4 2-503-16,-8-1-1048 0,-8 7-2028 16,-12 0-1761-16</inkml:trace>
  <inkml:trace contextRef="#ctx0" brushRef="#br0">11044 16230 13265 0,'0'0'1928'0,"-4"68"-1224"0,4-24-64 15,0 7 728-15,0-1 172 0,0 0-328 0,0-5-616 16,0 0-484-16,4-7-112 0,0-3-60 0,0-4-184 16,0-1-280-16,0-9-96 15,0-1-168-15,0-8-96 0,-4-2-568 0,3-4-1220 16,-3-3-2241-16,0-3-2179 0</inkml:trace>
  <inkml:trace contextRef="#ctx0" brushRef="#br0">11048 16583 10424 0,'0'0'3129'0,"0"0"-1961"16,0 0-1156-16,0 0 504 16,0 0 956-16,0 0-92 0,88-13-492 0,-61 10-484 15,6-1-172-15,3-5-96 0,-1 0-88 16,-3-5-48-16,0 2-208 16,-4-3-480-16,0-2-384 0,-9 4-408 0,-2 4-1264 0,-6 0-2785 15</inkml:trace>
  <inkml:trace contextRef="#ctx0" brushRef="#br0">11032 16881 10796 0,'0'0'2517'0,"0"0"-1237"16,0 0-824-16,0 0 300 0,0 0 496 15,0 0-172-15,0 0-204 0,0 0-116 16,84 42-208-16,-56-42-92 0,0 0-104 0,4 0-128 15,-1-4-68-15,-3-3-64 0,-3 5-92 16,-2-4-4-16,-3 0-72 0,-5-5 12 16,2 5-244-16,-6-3-232 0,2-1-208 15,-5 0-152-15,3 1-352 0,2-4-1116 0,-6 7-2789 16,1-10-3647-16</inkml:trace>
  <inkml:trace contextRef="#ctx0" brushRef="#br0">11833 16230 5064 0,'0'0'9437'16,"0"0"-7645"-16,0 0-932 16,0 0-276-16,0 0-28 0,0 0-212 15,87 35-244-15,-75-26-100 0,1-2-100 0,-2-1-404 16,2 0-512-16,-2 1-352 16,-3-3-616-16,5 2-808 0,-10-4-1317 15,5 5-1595-15</inkml:trace>
  <inkml:trace contextRef="#ctx0" brushRef="#br0">11861 16538 9336 0,'0'0'2813'0,"0"0"-1065"0,0 0-696 0,0 0-32 0,24 67 380 15,-9-54-164-15,-2-1-252 0,6-2-324 16,-3-4-280-16,5-3-344 0,2-3-36 16,1-3-428-16,0-6-344 0,4-4-200 15,-4-3-288-15,-1-3-812 0,-2 3-2305 16,-1-9-3003-16</inkml:trace>
  <inkml:trace contextRef="#ctx0" brushRef="#br0">12431 15996 12285 0,'0'0'4332'0,"0"0"-3248"0,0 0-580 15,0 0 324-15,0 0 508 16,92 12-288-16,-64-12-391 0,-1 0-333 16,1-10-192-16,3-5-132 0,1-1 0 0,5-3-424 15,-10-3-185-15,1-4-291 16,-4 7-276-16,-4 0-600 0,-8 3-1296 0,-4 7-1649 15,-8 5-615-15</inkml:trace>
  <inkml:trace contextRef="#ctx0" brushRef="#br0">12689 15926 5764 0,'0'0'5413'0,"0"0"-2929"15,-39 82-740-15,35-41-472 16,-5 14 132-16,2 4-64 0,3 11-336 16,0 1-284-16,0 1-200 0,4 1-67 0,0-3 19 15,0-3 0-15,0-7-120 0,4-2-196 16,0-14-72-16,4-6-72 0,-1-6 60 15,-2-7-72-15,3-6-140 0,0-2-212 16,-5-5-48-16,6-5-120 0,-9-5-125 16,4-2-219-16,-4 0-392 15,0-7-852-15,0-2-1696 0,4 4-261 0,-4-22-895 0</inkml:trace>
  <inkml:trace contextRef="#ctx0" brushRef="#br0">12665 16396 3512 0,'0'0'7653'16,"0"0"-6433"-16,0 0-760 0,0 0-64 0,0 0 848 16,101-3 228-16,-69 3-304 0,-1-4-460 0,5-5-352 15,0-8-344 1,7-1-12-16,-2-4-640 0,2-8-568 0,-3-1-712 0,-12 6-1156 16,12-14-3629-16</inkml:trace>
  <inkml:trace contextRef="#ctx0" brushRef="#br0">13419 15668 12357 0,'0'0'2444'0,"0"0"-1560"16,0 0-712-16,0 0 372 0,0 0 428 0,0 0-56 15,0 0-556-15,0 0-292 0,88-31-68 16,-65 24-4-16,-3 1 4 0,0 3 0 16,-4 3 112-16,-4 0 96 0,0 9 24 0,-4 1 40 15,-4 9 168-15,-4 6 316 0,0 3-292 16,0 8-268-16,-8 5-136 15,-4 3 0-15,0 7-12 0,-4 3 48 0,0 0-96 16,0-3 4-16,0-1-4 0,4-5 0 16,0-3 0-16,4-7 48 15,8-4 0-15,-4-5-36 0,4 0 93 0,0-5-105 16,4 2-8-16,0-4 0 0,5 0 4 16,-2 3-9-16,5-3 9 0,-4 3 4 15,0 0 0-15,4 0 0 0,-4-3-56 0,4 4 56 16,0-1-4-16,0-3-44 0,0 0 44 15,0-3-84-15,4 3-116 0,-1 0 56 16,-2 0 52-16,2 3-88 0,-6-2-252 16,3 5-92-16,-5-3 188 0,1 0 340 15,1 7 0-15,-2-4 108 0,-3 4 40 16,0-1 192-16,0-2 188 0,0 2 44 0,-4-2-27 16,0-1 51-16,-8 1-124 0,0-1-280 15,-3-6-192-15,-2 1-40 0,-2-8-252 16,-1 1-216-16,0-7-293 0,-8 1-171 15,4-1-128-15,-4-3-824 0,4-3-2816 16,-8 0-5497-16</inkml:trace>
  <inkml:trace contextRef="#ctx0" brushRef="#br0">13363 16310 2596 0,'0'0'6316'0,"0"0"-3427"0,0 0-869 0,0 0-300 15,0 0-328-15,0 0-348 0,84 28-404 16,-61-18-320-16,1-4-148 0,0 1-108 15,-3-1-64-15,2-3 0 0,-3-3-64 16,4 0 60-16,0 0-4 0,-1-3-152 16,2-3-220-16,-1-4-288 0,0 4-412 15,-5-4-908-15,-3 6-2789 0,4-1-3751 0</inkml:trace>
  <inkml:trace contextRef="#ctx0" brushRef="#br0">14482 16443 392 0,'0'0'11025'0,"0"0"-9065"15,0 0-920-15,0 0-116 0,84 0-108 16,-36-3 384-16,7 0-148 0,9 3-228 0,5-4-176 16,2 1-180-16,0 0-92 0,6 0-60 15,-6-3-120-15,-3-4-196 0,-1-2-60 16,-2-1-100-16,-6-3-180 0,-3 0-148 16,-4 0-100-16,-4 0-64 0,-5 1 172 15,-7 2-472-15,-12 1-548 0,-5-2-1268 0,-10 8-2089 16,-9-1-1827-16</inkml:trace>
  <inkml:trace contextRef="#ctx0" brushRef="#br0">15000 16535 6400 0,'0'0'3308'0,"0"0"-679"0,0 0-857 15,-24 76-596-15,33-53-104 0,10-5 232 16,5 2-340-16,12-5-100 0,4-4-304 15,0-5-264-15,7-6-164 0,2 0-132 0,-2-11-132 16,1-3-272-16,-4-6-220 0,4 1-436 16,-9-6-528-16,-11 8-1316 0,-4-8-2861 15</inkml:trace>
  <inkml:trace contextRef="#ctx0" brushRef="#br0">14486 16367 872 0,'0'0'9124'0,"-67"85"-7819"0,42-46-125 0,6 8-312 15,-1 4-180-15,8 0-28 16,12 0-208-16,4 0-36 0,12-4 148 0,4-2 180 15,12-4-372-15,7-4-64 0,9-4 16 16,8-5 184-16,4-2 192 0,4-7-244 16,3-3-128-16,1-7-108 0,0 0 0 0,-5-5-96 15,6-4-112-15,-6-4-12 16,1-8-72-16,-4-4-468 0,-5-3-220 16,-3-6-312-16,-4-4-284 0,0-3-1048 0,-13 4-704 15,6-14-3053-15</inkml:trace>
  <inkml:trace contextRef="#ctx0" brushRef="#br0">15706 15970 6308 0,'0'0'6145'0,"0"0"-5301"16,0 0-364-16,87 38-32 0,-55-22 408 15,4 6 432-15,0 0-440 0,-1 3-240 16,6 5-200-16,6-2-112 0,-2 4 160 15,-2 0-348-15,-3-1-108 0,-5 4-108 16,-7 0 8-16,-11 3-148 0,-10 4-84 16,-7 2-88-16,-7 3 0 0,-17 4 160 15,-8 7 160-15,-8 2-12 0,-4 1 0 0,-7-2 100 16,2 2-4-16,-3-5-44 16,1-4-304-16,-1-2-452 0,9-5-436 0,-6-6-632 15,18-18-2393-15,-13 5-3922 0</inkml:trace>
  <inkml:trace contextRef="#ctx0" brushRef="#br0">14654 15935 4052 0,'0'0'236'16,"0"0"4444"-16,0 0-3648 0,0 0 117 0,0 0-349 16,0 0 172-16,0 0 112 0,0 0-212 15,0 0-152-15,0 0-184 0,0 0-132 16,-13 61-64-16,2-36-56 0,-1 6 4 0,-4 4-68 16,0 7-128-16,-4 2-92 15,-4 7-88-15,5 6-60 0,-5 7-76 16,-4 2-196-16,4 4-168 0,-4-3-120 0,3-4 28 15,6-6-128-15,7-13-96 16,0-5-248-16,8-10-497 0,4-10-639 0,0-7-836 16</inkml:trace>
  <inkml:trace contextRef="#ctx0" brushRef="#br0">14694 16681 1264 0,'0'0'8200'0,"0"0"-6691"0,0 0-493 16,0 0-168-16,0 0 92 0,0 0 152 0,0 0-224 16,0 0-260-16,0 0-136 15,0 0 40-15,-48 19 32 0,48-19-88 0,0 0-48 16,0 0 0-16,0 0-52 0,0 0 8 0,0 0 28 15,0 0-12-15,4 0-4 16,-4 0-60-16,0 0-36 0,4 0-23 16,4-2-37-16,-1-3-64 0,10-1 52 0,7 0 32 15,8-3 64-15,3-4-52 0,5 0-204 16,4-3-48-16,4 1-84 0,0 2-24 16,7-3-24-16,5 3-160 0,0-4-156 15,3 6-61 1,1-3-515-16,4 2-248 0,-8 3-888 0,-12 3-1768 15,15 0-1473-15</inkml:trace>
  <inkml:trace contextRef="#ctx0" brushRef="#br0">17279 16202 5308 0,'0'0'7293'16,"0"0"-5333"-16,0 0-536 0,0 0-60 15,0 0-176-15,72 70 16 0,-32-58-228 16,4-9-124-16,12-3-231 0,4-8-197 0,3-12-196 16,1-6-176-16,0-5-52 15,-8-1-136-15,-4-3-300 0,-9 6-121 16,-7 2-259-16,-8 0-136 0,-12 8-236 0,-4 4-684 15,-8 5-1328-15,-4 4-2297 0,-12 2-2495 16</inkml:trace>
  <inkml:trace contextRef="#ctx0" brushRef="#br0">17622 16256 11357 0,'0'0'2076'0,"-4"86"-492"15,4-30-480-15,-4 14 24 0,4 4-88 16,-4-1-240-16,0-7-308 0,-4 1-248 0,0-13-244 15,0-4-12-15,5-9-268 0,-5-5-336 16,3-4-196-16,1-10-156 0,0-6-448 16,4-7-1244-16,0-6-3201 0</inkml:trace>
  <inkml:trace contextRef="#ctx0" brushRef="#br0">17590 16805 6824 0,'0'0'6773'16,"0"0"-5265"-16,0 0-272 0,88-25-504 15,-49 12-120-15,10 0-96 0,-10 1-404 16,1-1-112-16,-4 1-196 0,-4 1-460 16,-4 5-392-16,-8 4-312 0,-4 2-608 0,-4 0-1129 15,-12 2-1251-15,0 17-292 0</inkml:trace>
  <inkml:trace contextRef="#ctx0" brushRef="#br0">17798 16884 1016 0,'0'0'1020'0,"0"0"-644"0,-104 80 2908 0,76-55-152 16,4-3-1384-16,12-6-691 0,8 0 55 0,4-7 264 15,8 1-36-15,16-4-532 16,7-2-284-16,6-4-176 0,14 0-48 0,1-10-80 16,8-3-84-16,8-2 140 0,-8-1 192 15,3-7-468-15,-7 4-224 0,-4-6-740 16,-4 0-488-16,-17 9-1076 0,14-10-3217 16</inkml:trace>
  <inkml:trace contextRef="#ctx0" brushRef="#br0">18702 16754 8324 0,'0'0'6425'16,"0"0"-5365"-16,0 83-684 0,0-55 64 0,0 5 208 15,0-5 308-15,0-3-612 0,0-9-344 16,0-3-544-16,0-7-436 16,0-6-212-16,0 0-800 0,0-6-2493 0,3-13-2131 0</inkml:trace>
  <inkml:trace contextRef="#ctx0" brushRef="#br0">18674 16351 6520 0,'0'0'8965'0,"0"0"-7597"16,0 0-1240-16,0 0-68 0,0 0 288 0,0 0-132 15,80 22-216-15,-52-28-1208 0,-4-5-948 16,12 0-3317-16</inkml:trace>
  <inkml:trace contextRef="#ctx0" brushRef="#br0">19231 16474 5196 0,'0'0'8709'0,"0"0"-5957"16,0 0-1720-16,-43 77-540 0,31-55 152 15,0 1 336-15,4-8-564 0,0 4-416 16,8-6-60-16,0 0-160 0,4 3 132 0,4-4 88 16,4 2 0-16,4 0-8 0,4 3 8 15,-1-4 68-15,2 6-20 0,3-7 12 16,-9 8-52-16,2-5-8 0,-6 4-56 15,2-3-4-15,-5-3-16 0,-1-1-20 0,1 1 20 16,-8-7 64-16,4 0 12 16,-4 1-120-16,0-3-224 0,-4-2-272 15,-4 4-112-15,-3 1 56 0,-10 0-24 0,1-2-136 16,-3 6-368-16,-5-5-720 0,4 0-2405 16,-16 1-3759-16</inkml:trace>
  <inkml:trace contextRef="#ctx0" brushRef="#br0">20459 16576 248 0,'0'0'2140'0,"0"0"3952"16,0 0-4540-16,0 0 137 0,24-66-229 15,-17 56-88-15,-7 1-200 16,4 5-180 0,-4 4-108-16,0 0-20 0,-4 0 24 15,-3 6-156-15,-14 5-192 0,2 1-540 0,-9 3-12 0,-4 10-112 16,1-1 28-16,3 1 48 0,3 4-4 0,10-7-8 0,-1-3-296 16,8-3 236-16,8-3-4 0,0-5-20 15,4-1 56-15,7 3 88 16,10-4-12-16,3 1-60 0,4-1 72 0,7 0 48 15,1 1 0-15,4-1-48 0,-9 0-48 16,6 7 48-16,-10-3 4 16,-3 2 0-16,-3 1-4 0,-10 3 60 0,-3 3 76 15,-3 0 72-15,-5-1 12 0,0 6-24 16,0-10 36-16,-9 3-100 0,-3-1-32 0,1-4-88 16,-6-2-12-16,6-1-124 15,-6-5-80-15,2-1-176 0,2-3-84 16,2-7-188-16,3-8-236 0,3-7-480 0,5-5-952 15,0 6-2849-15,5-14-2543 0</inkml:trace>
  <inkml:trace contextRef="#ctx0" brushRef="#br0">20786 16726 5896 0,'0'0'6613'0,"0"0"-4425"16,0 0-600-16,0 0-356 0,0 0 80 0,88 50-244 15,-69-46 40-15,1-1-524 0,0-3-291 0,8-7-133 16,0-6-160-1,4-5 0-15,0-8-345 0,0-2-211 0,4-4-16 16,-8 3-16-16,0 1 12 0,-9 2 84 0,-3 4 112 16,-8 3 192-16,-8 7 92 15,0-1 96-15,-20 7 76 0,0 0 72 16,-8 1 76-16,0 5-16 0,-3 7-48 0,-1 5 36 16,4 11-24-16,4 3-12 0,4 6 36 15,0 2 24-15,4 4-12 0,4 7-24 16,4-1-40-16,0 4-8 0,4-7-88 15,4-3-48-15,0-7-60 0,12-8-76 16,0-4-32-16,4-6-116 0,7-7 76 16,2-6 28-16,3 0-152 0,0-12-308 0,3-7-396 15,1-11-1468-15,-8 9-2133 0,16-21-1271 16</inkml:trace>
  <inkml:trace contextRef="#ctx0" brushRef="#br0">21459 16529 7140 0,'0'0'7197'0,"0"0"-5545"0,0 0-1160 16,0 98-120-16,0-50 216 0,-4 6 476 16,1 6-120-16,-2 10-172 0,5 2-272 15,-4 8-148-15,0 0-44 0,0 5-32 16,0-2-128-16,-3 3-148 0,-2-7-232 16,1-3 148-16,0-6-268 0,1-6-236 15,2-11 248-15,1-4 8 0,0-15-228 16,0-5-180-16,4-14-112 0,0-8-632 0,8-7-964 15,-4-7-2097-15,8-24-1403 0</inkml:trace>
  <inkml:trace contextRef="#ctx0" brushRef="#br0">21463 16712 4376 0,'0'0'980'0,"0"0"1516"15,0 0-708-15,0 0-111 0,0 0-125 16,84-40-112-16,-61 49-80 15,1 3-464-15,0 5-348 0,1 2-224 0,-1 0-152 16,-5 0-72-16,-3 0 12 0,-4 3-52 16,-4-3 52-1,-5 3 24-15,-3 4 100 0,0-3-28 16,-11 2-12-16,-9 0-24 0,0 3-60 0,-4-2-28 0,-8-4-84 16,1 3-268-16,-1-9-116 0,-4 0-268 15,0-6-480-15,0-3-428 0,9-7-480 0,-10-7-3529 16</inkml:trace>
  <inkml:trace contextRef="#ctx0" brushRef="#br0">22578 16072 7612 0,'0'0'2888'0,"0"0"-1199"0,0 0-565 15,0 0-400-15,0 0-140 16,13 79 196-16,-13-34 128 0,-9 11 16 0,-6 15-280 15,-2 11-272-15,-2 13-64 0,-5 3-36 16,0 8-76-16,-4 1-48 0,0-1-76 0,-4-5 28 16,-4-2-100-16,1-11-72 0,-1-6-148 15,4-8-212-15,4-14 148 0,4-6-60 16,4-12-140-16,8-11 48 0,5-12-148 16,3-6-72-16,4-10-604 0,0-3-1136 15,7-3-1929-15,5-16-1255 0</inkml:trace>
  <inkml:trace contextRef="#ctx0" brushRef="#br0">22706 16872 7928 0,'0'0'5429'0,"0"0"-4321"0,0 0-188 16,91-16-12-16,-46 3 364 0,2-3-372 15,9-3-432-15,4-3-244 16,0-3-224-16,0-5-76 0,3 3-244 0,-7-2-356 16,-5 0-356-16,-2 4-360 0,-14 2-1076 15,-7 8-1765-15,-11-1-1687 0</inkml:trace>
  <inkml:trace contextRef="#ctx0" brushRef="#br0">23005 16837 11909 0,'0'0'2056'0,"-24"82"-552"0,20-34-720 16,0 6-224-16,4 12 224 0,0 8 192 16,0-1-288-16,0 3-320 0,0-6-184 15,4-1-72-15,0-12-112 0,-4-2-64 16,8-14-132-16,-4-13-208 0,4-4-88 16,4-13-88-16,0-4-136 0,0-7-584 0,4-7-1340 15,-4-2-2513-15,-1-13-3226 0</inkml:trace>
  <inkml:trace contextRef="#ctx0" brushRef="#br0">23212 17217 12137 0,'0'0'2748'16,"0"0"-1184"-16,0 0-916 0,88-6-152 0,-48 6 60 16,-1-3-76-16,6 3-208 0,-2-3-272 15,1-3-96-15,4-7-484 0,4 3-524 16,-1-5-352-16,-10 5-960 0,14-10-3181 15</inkml:trace>
  <inkml:trace contextRef="#ctx0" brushRef="#br0">24240 17195 12705 0,'0'0'3896'0,"0"0"-2812"0,0 0-244 0,0 0 448 15,0 0-336-15,0 0-500 0,0 0-452 16,0 0-728-16,0 0-444 15,0 0-100-15,-40 0-808 0,24-6-2776 0,-12 3-5597 16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cm"/>
          <inkml:channel name="T" type="integer" max="2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cm"/>
          <inkml:channelProperty channel="T" name="resolution" value="1" units="1/dev"/>
        </inkml:channelProperties>
      </inkml:inkSource>
      <inkml:timestamp xml:id="ts0" timeString="2023-07-06T02:46:3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2542 4270 4548 0,'0'0'6961'0,"0"0"-5937"16,0 0-332-16,0 0 108 0,0 0 48 0,0 0-92 15,0 0 24-15,75-32 44 0,-43 20-204 16,4-1-76-16,8-4-176 0,3 3-72 15,13-6 36-15,4 4-100 0,12 0-132 16,-1 0-4-16,9 7-48 0,4 2-48 16,4 7-12-16,3 0 12 0,5 7 88 15,3 5-80-15,5 5-16 0,8-5 8 0,-1 4-160 16,8 0 160-16,4 0-48 16,6-3 36-16,6-4-196 0,8 1 208 15,5-4 4-15,3-3 20 0,4 0-24 0,9 1-320 16,-1-4 12-16,9 0 100 0,-2 3 96 15,10-3-136-15,-1 0 52 16,0 0-24-16,-3 0-104 0,-1-7-84 0,5-2 32 16,-5-10 328-16,4 0 48 0,-4-4 60 0,0-3 28 15,-7-2-24-15,-1 3-60 16,-7 0 68-16,-1 3-20 0,-4-1-52 0,0 7-52 16,-7 1-120-16,-1 9 84 0,-7-1 88 15,-9 3 0-15,-3 4 88 0,-4 0 112 16,-9 0-4-16,0 4 216 15,-7-1-92-15,-9 1-36 0,1-4 0 0,-8 0-24 0,-8 0-112 16,-9-7 0-16,-3 0-16 16,-12 2-20-16,-4-5-104 0,-4 3 4 15,-9-2-8-15,-3 2 0 0,-8 5-4 0,-8-2-4 16,0 1-80-16,-13-1-28 16,-7 4-208-16,-4-3-396 0,-8 3-424 0,-11 0-680 15,-2 0-2420-15,-26 0-4493 0</inkml:trace>
  <inkml:trace contextRef="#ctx0" brushRef="#br0">7960 5143 5500 0,'0'0'7873'15,"0"0"-6933"-15,0 0-296 0,0 0 48 0,0 0 216 16,0 0 160-16,0 0-424 0,40 16 512 15,11-9-56-15,14-5-284 0,14 2-195 16,5-4-197-16,4 0-72 0,0-6-48 16,-9-4-64-16,-3-3-80 0,-12 1-76 15,-9-2-76-15,-3 2-8 0,-13-1-108 0,2 5-40 16,-13-6-56-16,-9 8-208 16,-2-1-168-16,-10 4-177 0,-7 3-119 0,0 0-544 15,-11 0-872-15,-13 0-1632 0,7 3-1121 16,-19 7-1019-16</inkml:trace>
  <inkml:trace contextRef="#ctx0" brushRef="#br0">8470 5159 6156 0,'0'0'2872'15,"0"0"-407"-15,0 0-989 0,-43 79-216 0,43-38-188 16,0 11 224-16,0 5-128 0,0 9-228 16,0 8-180-16,4 1-172 15,-4 2-24-15,0 2-88 0,0-3-212 0,0-8-152 16,0-8-112-16,-4-13-56 0,4-3 4 15,0-12-68-15,0-3-88 0,0-8-228 16,0 2-300-16,0-10-220 0,0 0-576 0,4-4-1040 16,-4-6-1785-16,3-3-1611 0</inkml:trace>
  <inkml:trace contextRef="#ctx0" brushRef="#br0">8502 5909 4956 0,'0'0'9649'0,"0"0"-7973"15,0 0-332-15,84 8-480 0,-48-3 232 0,-1-5-424 16,-3 0-268-16,4 0-148 16,-8-5-176-16,4 3-80 0,-1-4-108 15,-6 0-160-15,-1 1-356 0,-5 5-248 0,-3 0-336 16,-8 5-1228-16,-8 3-1872 0,0 9-1521 16,-4-2 793-16</inkml:trace>
  <inkml:trace contextRef="#ctx0" brushRef="#br0">8594 6153 5520 0,'0'0'2600'0,"0"0"1605"16,0 0-2981-16,0 0-156 0,0 0 4 0,0 0 108 16,-64 66-300-16,79-59 48 0,9-1-44 15,8-3-88-15,13 1-92 16,6-4-132-16,1-7-267 0,8-6-269 0,0 1-36 16,3-7-133-16,1 0-63 0,-4 0-132 15,3 0-144-15,-3 3-276 0,0-1-404 16,-16 5-1300-16,24-1-3477 0</inkml:trace>
  <inkml:trace contextRef="#ctx0" brushRef="#br0">10996 5800 1228 0,'0'0'52'16,"0"0"284"-16,0 0-88 0,0 0-76 15,0 0-16-15,0 0 24 0,0 0 4320 0,0 0-3252 16,0 0-120-16,0 0 48 16,0 0 9-16,-11-66-57 0,7 63-160 0,4 0-64 15,-5-1-188-15,-3 2-188 0,4 2-72 16,-3-5 32-16,-6 5-188 0,-2 0-104 16,2 0 16-16,-2 0-24 0,-6 5 60 15,2 1 96-15,-1 6 100 0,-4-2-52 0,0 6-144 16,0 3-100-16,-4 3-88 15,4 6-12-15,0 1 28 0,9 5-16 0,2 4 24 16,5 1-76-16,8 6 128 0,4-4-88 16,9 1 64-16,6-5-16 0,-2-2-48 15,2-10-36-15,5 1 0 0,0-10-12 16,0-4 4-16,-1-2-4 0,5-4-12 16,-4-6-352-16,1 0 8 0,3-3-72 0,-4-7-224 15,-5 1-288-15,5-4-536 0,-7 0-1252 16,2-2-1885-16,-3 2-2147 15,0 0 6108-15</inkml:trace>
  <inkml:trace contextRef="#ctx0" brushRef="#br0">11490 5896 1472 0,'0'0'720'0,"0"0"-708"0,0 0 5608 0,0 0-4088 15,0 0-292-15,0 0-211 16,0 0-29-16,0 0 100 0,0 0 52 16,0 0-484-16,-71-32-116 0,54 32-12 0,2 9-16 15,-1 7-76-15,0 6-28 0,-4 10 100 0,8 3 120 16,-4 9-100-16,4-2-200 0,0-1-108 15,4-3-60-15,4-9-88 16,4-7-32-16,0-6-40 0,4-10 0 0,4-6 12 16,12 0-24-16,0-6-12 0,3-10-76 15,9-3-80-15,-4-6-76 0,0-8-148 16,0 2 36-16,-4 2 24 0,-3-2 76 16,-2 2-40-16,-10 4 24 0,2 0 24 15,-7 9 160-15,0 0 88 16,-4 10 136-16,0 2 112 0,0 4-52 0,0 4 100 15,0 11-36-15,0 4-4 0,0 6-8 16,-4 7-4-16,0 0 60 0,4 0 4 16,-4-7-152-16,4-3-92 0,0-9-64 0,0-6-148 15,8-4 52-15,0-3-16 0,8-6-84 16,8-11-12-16,-1-8-304 0,5-7-312 0,4-6-204 16,0-6-560-16,0 0-812 15,0-7-837-15,4-4-1851 0,-12 14 40 16,12-31 4913-16</inkml:trace>
  <inkml:trace contextRef="#ctx0" brushRef="#br0">12020 5261 6460 0,'0'0'4525'15,"0"0"-2269"-15,-16 73-1088 0,4-32-184 16,0 10 64-16,1 7 256 0,-6 5-132 16,2 6-288-16,-2 1-320 0,2 3-296 15,-1-3-196-15,0-3-72 0,0-4-64 16,4-6 16-16,0-9-124 0,8-9-184 0,0-8-168 15,4-9 32-15,0-9-12 16,4-4-76-16,4-6-328 0,0-3-296 0,8-9-548 16,0-10-356-16,3-10-325 0,2-9-1983 15,-6 3-380-15,13-35 4449 0</inkml:trace>
  <inkml:trace contextRef="#ctx0" brushRef="#br0">12251 5284 6432 0,'0'0'4773'0,"0"0"-2925"0,0 0-692 0,12 84-232 16,-12-42-56-16,0 9 360 0,0 9-100 16,0 4-168-16,-4 5-252 0,0 1-244 0,0 0-244 15,1 3-168-15,-1-6-52 16,-1-1-96-16,-3-5-284 0,4-7-204 0,4-10-228 16,0-12 72-16,0-7 8 0,12-12-300 15,4-7-960-15,5-6-856 0,-6 0-2805 16,17-16-51-16</inkml:trace>
  <inkml:trace contextRef="#ctx0" brushRef="#br0">12710 6098 2736 0,'0'0'8813'0,"0"0"-7697"15,-21 74-324-15,21-52-104 0,-3 0 308 0,3-9-180 0,0-3-308 16,0-4-260-16,11-6 64 0,2 0 36 16,6-13 0-16,5-3-64 0,4-9-236 15,0-3-48-15,-4-7-492 0,-1-1 56 16,-6 1 148-16,-6 4 28 0,-7 2 24 0,-4 4 108 15,0 0 48-15,-11 2 80 0,-1 8 40 16,-4 2 128-16,4 6 228 0,-4 7-84 16,0 7 100-16,0 6-80 0,0 12-20 15,4 7 68-15,-4 6 52 0,4 3 184 16,4 6-200-16,0-5-196 0,1-4-116 16,7-6-104-16,0-14-84 0,7-1-28 15,9-11 4-15,4-6-16 0,12-3 64 0,0-10-100 16,7-6-220-16,-2-10-220 15,-1 4-56-15,-1-3-12 0,-7 3-20 16,0 2-52-16,-3 10-92 0,-6 7 76 0,-3 6 400 16,-4 3 356-16,-4 13 468 0,-5 7 316 15,2-2-44-15,-5 5-48 0,0-1 44 16,0-6-164-16,0-3-228 0,0-7-148 0,0-6-188 16,8-3 168-16,4 0-16 15,4-12 96-15,8-7-156 0,3-9-100 0,6-7-156 16,-6-7-128-16,5-2-12 0,4-4 0 15,-9-3 124-15,6-6 84 16,-1-7-160-16,-5-2-88 0,1-13 4 0,-4-4-20 0,-4-6-264 16,-4 4-12-16,-4 1-104 15,-8 12 300-15,0 11 432 0,-4 17 140 16,4 13 508-16,-4 12 256 0,0 13 88 0,0 1 12 16,0 5-164-16,4 0-200 15,-4 7-112-15,4 5-188 0,4 7-36 16,-4 6 100-16,4 15 132 0,0 4-171 0,0 9-145 15,-4 5-124-15,4 9-84 0,-4 6-12 16,-4 3-12-16,0 6-120 0,0-2-28 16,-4-1-229-16,0-3-87 0,-4-9-24 15,4-3-148-15,-4-7-100 0,8-10-124 16,0-5-320-16,0-8-576 0,4-8-976 0,4-7-2577 16,0-7-1902-16</inkml:trace>
  <inkml:trace contextRef="#ctx0" brushRef="#br0">14793 5936 5064 0,'0'0'6941'0,"0"0"-6061"15,0 0 408-15,0 0-52 0,0 0 12 16,0 0-120-16,0 0-544 0,0 0 104 0,100-8 256 15,-45 2-284-15,5-5-272 0,4-2-168 16,-1-1-208-16,-3-9-12 16,0-3-108-16,-4-2-136 0,-4-4-292 0,-5-3-212 15,-2 4-148-15,-9-5-476 0,-9 5-1364 16,-6-1-2637-16,-10 7-3027 16,-11-7 8100-16</inkml:trace>
  <inkml:trace contextRef="#ctx0" brushRef="#br0">15216 5445 1864 0,'0'0'11313'16,"-32"83"-9537"-16,15-36-556 0,2 17-304 0,-2 8 332 15,-2 5-312-15,-1-4-308 0,1 0-336 16,2-13-284-16,6-9-8 0,7-12-84 16,4-18-64-16,0-4-24 0,15-15-72 15,9-2-16-15,8-13-216 0,4-12-204 16,7-7-88-16,6-9-432 0,-1-9-716 0,-1-4-432 15,1-10 3-15,0-3 49 16,-4-8-868-16,-1-8-32 0,-11 16 2400 0</inkml:trace>
  <inkml:trace contextRef="#ctx0" brushRef="#br0">15694 4911 3360 0,'0'0'1644'0,"0"0"5177"16,0 0-5289-16,0 0-400 0,0 0 116 15,-5 86-180-15,1-32 100 0,1 12-232 0,-5 5-224 16,-4 8-220-16,0 4-224 0,-9 2-196 15,2 4-68-15,-5-3-4 16,0-4-120-16,1-8 8 0,2-11-36 0,5-12-8 16,8-7-104-16,5-12-20 0,3-10-188 15,0-3-84-15,3-9 44 0,10-4 84 0,-2-3 92 16,1-3-32-16,4-3-36 0,4-6-256 16,0-1-112-16,4-3 300 15,-5 4 204-15,-2 0 148 0,-1 2 16 0,-4 4-92 16,-1 0-24-16,-2 3 216 0,3 3 28 15,-8 3 328-15,3 3-92 0,-3 1-48 16,1 3-100-16,-1 0-28 0,0-4 252 0,3 4 52 16,-3-7-140-16,0 4-116 0,5-7-48 15,-1 3 0-15,-1-6 0 16,6 0 48-16,2 0-16 0,-3 0 16 0,4 0-136 16,4-9-64-16,-4-1-704 0,4 0-556 15,4-2-536-15,-4-4-525 16,4 0-127-16,-4-3-560 0,3 3-560 0,-6-3 3368 15,-2 6-20-15,1-2 53 0</inkml:trace>
  <inkml:trace contextRef="#ctx0" brushRef="#br0">16093 5861 1056 0,'0'0'808'0,"0"0"-808"0,0 0-232 0,0 0-1088 15</inkml:trace>
  <inkml:trace contextRef="#ctx0" brushRef="#br0">16093 5861 600 0,'90'48'1552'0,"-73"-48"-1068"0,3 0-236 15,3-4 4840-15,-3-5-3052 0,8-3-1055 16,0-2-337-16,0-5 112 0,0 0-68 15,0-3-152-15,-5 0-204 0,2 0-128 16,-1-4-116-16,-9 8-88 0,-2-6-60 0,-6 6 60 16,-3 2 92-16,-4 3-80 0,-7 7 256 15,-10 6 376-15,-6 0 360 0,-5 16 72 16,0 7-120-16,-8 8-180 0,1 4-52 16,3 6-28-16,-5 3-160 0,9-2-96 15,1-4-112-15,7 0-135 0,3-10-109 0,14-5-72 16,-1-7 88-16,4-7-28 15,7 1 84-15,6-4-60 0,11-3-52 16,-1-3-44-16,5 0-172 0,4-3-68 0,0-7-77 16,0-3-231-16,0 1-232 15,4-4-64-15,-4 0-252 0,8 1-1112 0,-12-1-3305 16,15-7-4895-16</inkml:trace>
  <inkml:trace contextRef="#ctx0" brushRef="#br0">17738 5515 5592 0,'0'0'5192'0,"0"0"-3263"15,0 0-553-15,0 0-252 0,0 0 172 16,0 0 96-16,0 0-172 0,0 0-460 0,0 0-428 16,0 0-248-16,0 0-20 0,-77 25-4 15,50 10 36-15,-4 0 52 16,3 0-28-16,4-7-120 0,3-5-40 0,10-4-20 15,11-6 12-15,0-1 48 0,7 1 88 16,10 0-88-16,6 2-48 0,5-2 40 16,8 3-4-16,4 0-60 0,0 0 72 0,-5-4-8 15,1 4-56-15,1 0 64 16,-14 1 0-16,-3-5 148 0,-8 4 48 16,-4 0-52-16,-8 0 16 0,0 2 8 0,-8 1-32 15,-4 1-40-15,-4-1-96 0,-3-1-12 16,-6-5-184-16,5-3-84 15,5-4-228-15,2-6-104 0,5 0-112 0,8-9-300 16,0-11-736-16,4-2-968 0,13-9-2029 0,-6 5-1287 16,13-21 4388-16</inkml:trace>
  <inkml:trace contextRef="#ctx0" brushRef="#br0">18228 5692 1644 0,'0'0'11585'0,"0"0"-10101"0,15 74-728 0,-10-33 64 15,-5 9 276-15,-9 15-8 0,-2 4 156 16,-9 10-416-16,-5 4-316 0,-2 6-268 16,-1-3-24-16,-3 3-92 0,3-7-128 0,0-6-8 15,4-3-100-15,3-12-52 0,10-7-32 16,7-13 20-16,4-10-132 0,4-7-112 16,7-13-196-16,2-1 112 0,2-10-128 15,-2-3-40-15,2-10-612 0,6-9-724 16,-2-13-220-16,-3-6-677 0,1 6-2395 15,-2-35 1420-15</inkml:trace>
  <inkml:trace contextRef="#ctx0" brushRef="#br0">18211 5768 1852 0,'0'0'9817'0,"0"0"-8433"0,0 0-632 16,0 0-472-16,56-63 264 0,-31 54 252 0,3 5 84 15,0 4-268-15,-1 0-252 16,1 13-36-16,-1 4-52 0,-2 4-36 15,-9 4-52-15,-4 7-24 0,-9 0-84 0,-3 6 20 16,-11-3 16-16,-9 3 108 0,-8 0-108 16,-4 1-36-16,-4-5-72 15,0-4-4-15,5-9-100 0,-1-2-184 0,4-9-244 16,7-8-156-16,10-4 4 0,7-15-176 16,4-14-516-16,12-10-676 0,8-13-1109 0,0 10-1679 15,20-42 260-15</inkml:trace>
  <inkml:trace contextRef="#ctx0" brushRef="#br0">18786 4892 3100 0,'0'0'10081'0,"0"0"-8621"16,0 0-212-16,7 86 228 16,-7-41-68-16,-7 11-56 0,-5 8-172 15,-1 3-255-15,-2 7-285 0,-1 1-168 0,0-2-252 16,-4 0-144-16,0-3-76 15,0-3-120-15,4-6-28 0,0-8-68 0,4-12-112 16,8-6-84-16,4-10-24 0,0-5-221 16,13-8-47-16,-2-5 56 0,9-5-64 15,0-2-52-15,8-6-148 0,4-9-260 16,3-8-88-16,6-2-220 0,-5-4 600 0,-1 4 676 16,-3 0 204-16,-4 9 576 15,-8 6 340-15,-4 10 156 0,-5 4 152 0,-2 8 84 16,-5 11-76-16,-4 2-300 0,-4 7-196 15,-5 2-176-15,-2 1-28 16,-1-2 89-16,0-5-185 0,4-3-340 0,4-6-96 16,4-9-84-16,0-4-24 0,0-3-328 15,0-3-341-15,4-3-63 0,7-3 92 16,6-10-268-16,-2-4-756 0,6-5-944 0,3-3-1277 16,-4-1-183-16,-1-3-492 15</inkml:trace>
  <inkml:trace contextRef="#ctx0" brushRef="#br0">19160 5689 1068 0,'0'0'2100'0,"0"0"2096"15,0 0 2549-15,0 0-4285 0,0 0-748 16,0 0-580-16,0 0-312 0,0 0 8 16,0 0 49-16,0 0-417 0,44 70-324 0,-36-66-136 15,7-4-232-15,6-4-20 16,7-8-65-16,7-7-123 0,9-6-240 16,0-8-252-16,3 2-380 0,2-5-564 0,-1-6-292 15,-5-4-668-15,-7 8-1469 0,12-32-1135 16</inkml:trace>
  <inkml:trace contextRef="#ctx0" brushRef="#br0">19861 5048 4852 0,'0'0'480'0,"0"0"7749"16,0 0-6029-16,0 0-412 0,0 0-624 0,-20 105-36 0,9-57-52 15,-10 8 5-15,6 1-193 0,-2 10-384 16,-2 0-212-16,3 6-112 0,-1-3-140 16,6-4-40-16,7-1-108 0,4-12 36 15,0-2 24-15,4-7 44 0,7-3-4 16,2-9-172-16,2 0-172 0,2-10-96 0,-6-6 48 15,6-3 12-15,-10-4-49 16,1-5 33-16,1-1 148 0,-5-3 76 0,0 0-16 16,-4-7-136-16,0 1-180 0,-8-7-484 15,-1 4 452-15,-2-1 472 0,-1 4-28 16,-4 3 100-16,8 3-48 0,0 0-28 0,3 0 76 16,5 0 384-16,9 0 48 15,14 0-296-15,9-3-52 0,12-4-8 16,4-3 32-16,4 1-92 0,4 0-16 0,-4 2-12 15,-5 7 12-15,-2 0 12 16,-6 4 172-16,-7 8 60 0,0 4 64 0,-8 6-4 16,-5 3 16-16,1 4-16 0,-3 4-72 15,-9 0 0-15,-1 6 48 0,-3-1-4 16,-4 7-31-16,0 0 11 0,0 2 8 0,-8 0-8 16,1 4-88-16,-10 0-8 15,2-3-100-15,-2-4-60 0,-3 1-4 16,-3-8-8-16,3-2 4 0,-4-2 4 0,-4-8-44 15,0-3-76-15,1-6-8 0,-1-10 60 16,0-3 0-16,4-3 24 0,7-12 48 16,6-7 48-16,7-8 120 0,4-10 64 15,0-8-40-15,15-9-192 0,9-5-120 16,8-9-136-16,4 5 28 0,8 6 32 16,0 2-32-16,0 9-4 0,3 1-121 15,-2 4-47-15,2 3-160 0,-3-1-164 16,-4 1-528-16,-4 7-1320 0,-12 5-3065 15,0-5-4335-15</inkml:trace>
  <inkml:trace contextRef="#ctx0" brushRef="#br0">21615 5717 10981 0,'0'0'7156'0,"0"0"-5816"0,0 0-408 15,0 0-336-15,0 0-232 0,119 51-72 0,-63-47-59 16,8-10-73-16,3-13-160 0,9-17-317 16,4-5-63-16,4-6-92 0,-1-4-152 15,-7 0-280-15,-1 3-240 0,-11 1-460 16,-8 2-624-16,-17 17-1657 0,2-16-1351 0</inkml:trace>
  <inkml:trace contextRef="#ctx0" brushRef="#br0">22503 5070 4820 0,'0'0'4716'15,"0"0"89"-15,0 0-3305 16,-84 58-456-16,60-18-288 0,0 8 220 0,1 13 20 16,3 12-116-16,-5 6-124 0,6 13-123 0,-1 3-161 15,-4 4-48-15,5 2-192 16,-6-2-76-16,1-1-36 0,-4-6-60 15,4-3 4-15,0-6-56 0,1-10-8 16,3-10 0-16,4-6-64 0,0-10-44 16,8-1-12-16,-5-12-12 0,10-5-64 15,-1-7-92-15,4-6-64 0,0-7-49 0,0-5-99 16,0-4-36-16,0-13 136 0,0-6-116 16,0-13-120-16,0-9-352 0,0-9-576 15,0-13-360-15,4-8-2645 0,3 17-3455 16,6-35 8020-16</inkml:trace>
  <inkml:trace contextRef="#ctx0" brushRef="#br0">22718 5756 13433 0,'0'0'3204'0,"0"0"-1440"0,0 0-620 15,0 92-44-15,-8-60-44 0,4-1-155 0,-4-2-237 16,4-6-372-16,0-8-292 0,4-5-40 15,0-4-68-15,0-3-244 16,0 0-204-16,4-3-64 0,0-6-197 0,0-3-107 16,-4-8-1140-16,4 2-2392 0,-4-16-1969 15</inkml:trace>
  <inkml:trace contextRef="#ctx0" brushRef="#br0">22683 5426 6732 0,'0'0'7533'0,"0"0"-5945"0,0 0-568 0,0 0-176 15,0 0 488-15,0 0-280 16,0 0-76-16,95 3-280 0,-67 0-403 0,4-3-213 0,-5 0-80 16,5 0-160-16,1-6-289 15,-1 0-499-15,-5 2-140 0,-3-2-640 16,-4 6-1276-16,-5 3-1793 0,-6 10-1283 0,-5 6 3300 16,-4 13 1896-16,-8 6 884 15,-4 8 428-15,-4 3 1268 0,0-5 3152 16,4 5 1933-16,0-9-4697 0,4-2-488 0,4-6-460 15,4-3-16-15,0-7-180 16,8-2-212-16,8-12-179 0,3 3-149 0,6-9-172 16,10-2-104-16,1-2-124 0,5-12-64 15,-2-5-372-15,1-3-181 0,0 0-15 16,-4 0 20-16,-8 3 112 0,-5 2 84 0,-10 5 48 16,-6 3 184-16,-3 5 184 15,-4 4 260-15,-8 7 44 0,-3 6 76 0,-6 5 156 16,-3 5-36-16,-3 5-48 0,3-3-63 15,8 2-133-15,0-8-172 0,12-5 48 16,0 0 4-16,4-9-16 0,12-1-120 16,8-4-56-16,8-6-68 0,4-6-212 15,7-12-165-15,5-4-11 0,0-3 16 0,0-11-216 16,0-2-60-16,-1-4-176 16,-3-12-380-16,8-10-584 0,-4-9-388 0,-1-7-713 15,-11 19-1531-15,16-44 132 0</inkml:trace>
  <inkml:trace contextRef="#ctx0" brushRef="#br0">24133 4742 3284 0,'0'0'860'0,"0"0"2352"0,0 0 1633 0,0 0-3465 16,0 0-328-16,0 0-8 0,-9 84 276 15,-6-31-104-15,-6 15 0 0,-3 5-308 0,1 5-348 16,-9 9-244-16,4-2-84 16,0 1-232-16,0 0-24 15,8-7-40-15,9-9-44 0,11-7 100 0,3-8 8 0,9-11-4 16,12-9 4-16,0-7-184 0,8-2-156 15,0-11-100-15,0-2-12 0,0-10 48 0,3-3-100 16,-7-3-64-16,0-10-136 0,0-2-80 16,-4-7-132-16,-4-4 48 0,-4-5-40 15,0-8 336-15,0-5 100 0,-5-10 140 16,6-6-64-16,-2-3-104 0,6-8-40 0,-1-2-365 16,8-2-775-16,-1 1-1256 0,5 4 720 15,1 9 2216-15,-2 5 484 16,-4 8 204-16,5 7-544 0,-4 5-76 0,0 2-56 15,-4 2 664-15,0 3 536 16,-4 1 48-16,0 2-4 0,-4 1 76 0,-4 3-35 16,0-1 59-16,-8 4-452 0,4 4-248 15,-8-1 0-15,4 0-168 0,-4 6-208 16,0 4-4-16,0 0 48 0,0 6 108 0,0 0 40 16,0 3-176-16,0 10-60 15,-8 3 160-15,0 12 292 0,-4 7-164 16,-3 3-108-16,-2 6-112 0,1 8-36 0,-4-2 0 15,-4 8 48-15,0 2 73 0,-4 3-205 16,0 7-100-16,1 0-80 16,-1 0-4-16,0 0 60 0,4-7-60 0,0 0-72 15,12-5 68-15,0-7-4 0,4-4-4 16,8-6-48-16,0-6 12 0,4 0-52 16,5-3-93-16,-2-3-259 0,5-4-68 0,-4-3 200 15,0-3-508-15,0-6-512 16,-4-7-1544-16,0 1-2797 0,-4-7-3507 15</inkml:trace>
  <inkml:trace contextRef="#ctx0" brushRef="#br0">25842 5296 14881 0,'0'0'2224'0,"0"0"-1392"0,0 0-168 0,0 0 52 16,0 0-276-16,-44 70-308 0,48-64-68 15,12-6-16-15,8 0 100 0,7-6 120 16,5-7-12-16,12-6-244 0,-4-4-12 16,0 1-172-16,0-3-204 0,-13-1 80 0,-6 4 164 15,-10 3 132-15,-2 0 76 16,-13 2 156-16,-8-1-96 0,-9 3 48 0,-11-2-112 16,-7 4-72-16,-1 1-40 0,-3 5 32 15,-2 7-4-15,1 5-100 16,5 7-108-16,-1 6-72 0,8 4-100 0,8 1 108 15,4-4-60-15,12-3-136 0,4-3-488 16,0-4-824-16,8-2-1140 16,4-7-2149-16,8 0-907 0</inkml:trace>
  <inkml:trace contextRef="#ctx0" brushRef="#br0">26260 5178 13489 0,'0'0'2860'0,"0"0"-1380"0,0 0 280 0,111 25-40 15,-66-25-699-15,2 0-489 0,5-6-288 0,8-10-220 16,4-4-24-16,3-5-180 0,-3-8-184 0,-4-3-549 16,-1-2-207-16,-6-3-284 15,-10 0-872-15,-11-1-1856 0,-8 1-1825 16</inkml:trace>
  <inkml:trace contextRef="#ctx0" brushRef="#br0">26910 4534 1096 0,'0'0'1384'0,"0"0"-344"16,-84-45 5780-16,56 45-4439 0,0 7-893 15,9 11-48-15,-6 15-384 0,9 4-272 0,1 11-40 16,2 9 128-16,5 7-60 0,4 6-216 16,-3 5-168-16,3 5-4 0,-1 6 4 0,-3-3-147 15,4 5-77-15,-3 1-56 0,3 0-148 16,-5 3 0-16,2-3 4 0,-5 1 120 16,4-6-124-16,-4-1-124 0,4 0 76 15,4-7 24-15,0-2-24 0,-1-8-36 16,2-12-232-16,-1-6 35 0,-4-8 89 15,0-4 20-15,-8-14 64 0,0-3-284 0,-8-7-204 16,-4-8-4-16,0-4 60 0,-4-7-16 16,5-8-84-16,2-14-256 0,6-13-1124 15,7 7-2473-15,12-50-2131 0</inkml:trace>
  <inkml:trace contextRef="#ctx0" brushRef="#br0">27703 5284 14933 0,'0'0'3744'0,"0"0"-2492"0,0 0 200 16,0 0-203-16,0 0-329 0,111 27-64 16,-59-27-384-16,12-8-328 0,7-11-144 0,13-11-12 15,8-4-268-15,3-5-272 0,-3-2-196 16,-4-3-500-16,-17-4-773 15,-7 1-1871-15,-24 7-1200 0,-8-25-3669 16</inkml:trace>
  <inkml:trace contextRef="#ctx0" brushRef="#br0">28396 4382 1240 0,'0'0'9332'0,"0"0"-6307"0,-100 44-1505 16,65-6-248-16,3 9-140 0,-5 14-152 15,5 12 28-15,4 10 56 0,5 5-176 0,3 13-291 16,4 11-149-16,0 6-184 15,1 5-8-15,2 8-76 0,-2 2-72 0,-6 3-60 16,1 1 28-16,5-4 20 0,-10-3-36 16,9-9-16-16,1-3-44 0,-2-14-8 15,6-6-260-15,-1-9 76 0,3-5-112 0,2-9-104 16,-5-5-104-16,0-10-97 16,-4-2-95-16,0-11-484 0,-4-6-1072 0,-8-9-2324 15,8-7-2449-15,-19-6 1737 0</inkml:trace>
  <inkml:trace contextRef="#ctx0" brushRef="#br0">5570 8007 1812 0,'0'0'9789'0,"0"0"-8509"16,0 0-552-16,0 0-156 0,0 0 212 16,0 0 148-16,0 0-16 0,0 0-108 0,0 0-40 15,0 0-20-15,88-13-304 16,-60 13-176-16,3-3-84 0,1 3 36 0,4 0-36 15,0 0-112-15,-1-3 16 16,1 3-40-16,5-6-36 0,-6-1 72 0,9 1-80 16,-9 0-4-16,10-4-4 0,-10 0-116 15,-3 1-160-15,-4 3-272 0,-4 0-344 0,-4 2-176 16,-12 1-112-16,0 3-388 16,-4 0-992-16,-8 3-3245 0</inkml:trace>
  <inkml:trace contextRef="#ctx0" brushRef="#br0">5869 8185 8248 0,'0'0'4053'0,"0"0"-3373"0,-13 79-348 15,13-37 48-15,0 2 508 0,0 10 72 0,4-1-216 16,0-2-320-16,5 1-224 0,-2-2-200 15,1-3-8-15,5-1-204 0,-2-8-36 16,1 0-436-16,-3-7-184 0,-6-5-68 16,1-5-160-16,0-2-468 0,-4 1-1217 15,-4-7-2287-15,-20-1 1625 16</inkml:trace>
  <inkml:trace contextRef="#ctx0" brushRef="#br0">5525 8985 6340 0,'0'0'3980'0,"0"0"-2743"0,0 0-221 0,0 0 144 16,0 0 32-16,0 0-312 0,0 0 24 0,0 0 116 16,0 0 40-16,80 44-212 0,-31-44-248 15,6 0-208-15,8-12-124 0,2-8-124 16,3-2-144-16,-5-3-88 0,1-4-228 16,-4 4-492-16,-4 0-332 0,-9-1-608 0,-15 7-3184 15,-4-6-6389-15</inkml:trace>
  <inkml:trace contextRef="#ctx0" brushRef="#br0">6458 8760 10136 0,'0'0'5745'0,"0"0"-4865"16,0 0-496-16,88 22 916 0,-52-22 4 16,3-7-560-16,5-12-340 0,4-6-184 15,4-13-176-15,-1-10-44 0,1-6-612 16,1-3-660-16,-10-1-552 0,-11 14-2440 0,3-16-3549 15</inkml:trace>
  <inkml:trace contextRef="#ctx0" brushRef="#br0">6793 8001 236 0,'0'0'12821'16,"0"0"-11069"-16,-40 92-1060 0,32-42 168 15,0 11 384-15,-1 6-144 0,6 5-56 0,3 9-288 16,0-2-220-16,8 3-256 0,4 7-144 15,-1 3-124-15,-2-1-12 16,3 2 60-16,-1-5-52 0,-2-5 0 0,-5-3-4 16,4-7-4-1,-5-7-12-15,1-5-96 0,0-5-16 16,-4-7-44-16,0-8-16 0,0-9-108 16,-8-10-48-16,1-3-28 0,-10-10-72 0,-2-2-28 0,-9-7-60 15,-4 0-116-15,-12 0-100 0,-3-12-208 0,-9-5-292 16,-4-8-624-16,0-7-805 0,-4-6-2047 15,17 2-668-15</inkml:trace>
  <inkml:trace contextRef="#ctx0" brushRef="#br0">8347 8280 288 0,'0'0'8020'16,"0"0"-6828"-16,0 0 152 15,0 0-43-15,0 0 687 16,0 0-244-16,91 48-20 16,-31-33-392-16,8-2-240 0,12-9-260 0,3-4-336 0,1-4-252 0,0-11-208 15,-9-4-36-15,1-6-96 0,-12-1-60 16,-4 0-344-16,-13 0-452 0,-10 1-376 0,-14 6-892 15,-7 4-3048-15,-16 2-3785 16</inkml:trace>
  <inkml:trace contextRef="#ctx0" brushRef="#br0">8721 8487 6064 0,'-32'69'8617'16,"21"-21"-7549"-16,3 10-664 0,3 14 112 0,1 7 552 15,4 1-80-15,0-4-276 0,4-9-244 16,9-7-188-16,2-9-280 0,1-10-124 15,0-5-192-15,4-5-568 0,-4-6-304 16,0-2-408-16,-4-11-1428 0,-9-2-4489 16</inkml:trace>
  <inkml:trace contextRef="#ctx0" brushRef="#br0">8709 9017 692 0,'0'0'12793'16,"0"0"-10553"-16,0 0-1236 0,83-7-32 0,-38 1 348 15,2 3-536-15,5-4-492 0,-4 1-292 16,0 0 0-16,-4-1-220 16,-4 4-368-16,-1 3-384 0,-11 0-352 0,-11 0-1052 15,-14 13-3281-15</inkml:trace>
  <inkml:trace contextRef="#ctx0" brushRef="#br0">8777 9375 7688 0,'0'0'4925'0,"0"0"-3053"15,0 0-360-15,0 0-60 0,-40 64-376 0,48-58-292 16,12-2-120-16,12-2 192 0,8-2 128 16,7-6-403-16,13-10-325 0,5-3-232 15,6-6-24-15,-4 0-84 0,-3-4-136 16,-4 1-473-16,-4 1-399 0,-4 2-220 16,-9 3-888-16,-11 6-2476 0,8-5-4781 0</inkml:trace>
  <inkml:trace contextRef="#ctx0" brushRef="#br0">10076 8747 10904 0,'0'0'8813'0,"0"0"-7433"16,0 0-1200-16,115-13-44 0,-51 7 56 16,8-4-96-16,0-2-96 15,-8 2-216-15,-5 1-308 0,-4-4 0 0,-6 3 120 16,-6 1-148-16,-2 3-380 15,-17 2-916-15,-9 4-2556 0,-15 6-5725 0</inkml:trace>
  <inkml:trace contextRef="#ctx0" brushRef="#br0">10111 9194 5396 0,'0'0'12093'0,"0"0"-10981"0,0 0-1112 0,88 16 260 16,-32-25-16-16,8-10-132 0,7-10-112 15,9-3-380-15,0-6-720 0,-16 6-700 0,19-12-3477 16</inkml:trace>
  <inkml:trace contextRef="#ctx0" brushRef="#br0">11419 8379 9580 0,'0'0'7109'15,"0"0"-5817"-15,0 0-428 0,0 0-508 16,0 0-76-16,0 0 236 0,0 0 132 0,131 6 8 16,-47-3 257-16,8-3-321 0,15-9-72 15,5-7-144-15,7 0-208 0,-4-3-168 16,-7-3-12-16,-5 3-168 0,-19-4-148 16,-7 8-104-16,-19-2-4 0,-9 4-329 15,-14 4-199-15,-14 3-480 0,-14 6-1188 16,-7 0-2252-16,-24 6-2149 0</inkml:trace>
  <inkml:trace contextRef="#ctx0" brushRef="#br0">12020 8638 1644 0,'0'0'12105'0,"-28"93"-10409"0,24-45-700 0,4 16 480 16,0 5-108-16,4 7-240 0,1-2-312 15,2-5-328-15,5-3-235 0,-4-6-177 16,4-5-76-16,0-7-124 0,0-7-33 15,-4-10-259-15,0 1-92 0,0-6-80 16,-5-7-96-16,2-6-164 0,-1-7-576 0,-4-3-1616 16,0-3-3977-16,-4-3 665 0</inkml:trace>
  <inkml:trace contextRef="#ctx0" brushRef="#br0">11984 9043 10556 0,'0'0'5253'15,"0"0"-4785"-15,0 0-280 0,0 0 48 16,96 2 264-16,-56-2-80 16,4 0-160-16,8-7-176 0,3-5-84 0,5-10-112 0,3 0-248 15,-3-4-348-15,-4-2-548 0,-12 6-732 16,4-8-3709-16</inkml:trace>
  <inkml:trace contextRef="#ctx0" brushRef="#br0">13303 8657 4608 0,'0'0'4428'0,"0"0"-2491"16,0 0-1305-16,-71-78-168 0,62 55 240 15,1 10 504-15,4 4-180 0,4 3-60 16,-3 6-116-16,3 0-216 0,-4 15-252 0,4 11 48 15,-4 18 136-15,4 14 8 0,-5 12 148 16,5 13-152-16,0 2-180 0,0 0-124 16,9-3-64-16,2-1-32 0,6-14-172 15,11-11-76-15,-1-8-8 0,13-13-108 16,0-13-320-16,3-8-124 0,5-12-108 16,1-9-116-16,2-12-244 0,-3-9-1048 0,-12-1-3049 15,16-25-4239-15</inkml:trace>
  <inkml:trace contextRef="#ctx0" brushRef="#br0">14203 8297 12285 0,'0'0'2128'0,"0"0"-1308"15,36 97 112-15,-23-48 392 0,-2 14-136 0,-7 3-184 16,0 5-172-16,-4-2-220 15,-4 4-188-15,-4-7-107 0,-8 1-109 0,0-6-204 16,0-8 4-16,-7-2-8 0,-1-3-8 16,-8-7 8-16,0-3 0 0,-7 1-4 15,-6-5-84-15,-2-5-205 0,3-7 29 16,0-6-28-16,0-6 72 0,4-7 24 16,4-3-60-16,1-10 172 0,-1-9-148 0,8-3 36 15,4-7 12-15,8 1 12 0,8-1 124 16,8 4 48-16,11 3 0 15,6 6 12-15,11 6 136 0,4 7 20 0,3 3 80 0,9 0 20 16,4 10 24-16,0-1-60 16,3 1-184-16,1-1 24 0,-3 4 52 15,-10-7-124-15,1 4 0 0,-4-1-48 0,-8 1 40 16,-4-1-128-16,-4 1-120 16,-9-1-340-16,1 3-400 0,1-1-556 0,-10-2-1244 15,1 1-3493-15</inkml:trace>
  <inkml:trace contextRef="#ctx0" brushRef="#br0">14514 9172 8552 0,'0'0'5001'0,"0"0"-4401"0,0 0-120 0,4 73 352 16,-4-44 288-16,0 3-64 0,0 0-80 15,-4-4-396-15,4-6-300 16,-4 0-280-16,4-3-12 0,0-3-184 0,0-4-356 15,0-5-448-15,0 0-308 0,4-7-1240 16,-4 0-3157-16,9-7-2139 0</inkml:trace>
  <inkml:trace contextRef="#ctx0" brushRef="#br0">14849 9160 508 0,'0'0'6860'0,"0"0"341"0,0 0-5753 16,0 0-904-16,0 0-272 0,0 0 200 15,0 0 40-15,0 0-304 0,80-35-208 16,-56 22-444-16,-1 4-504 0,1-1-232 16,-3 4-884-16,10-5-3529 0</inkml:trace>
  <inkml:trace contextRef="#ctx0" brushRef="#br0">15515 9083 5624 0,'0'0'676'0,"0"0"3848"0,0 0-3791 0,0 0-733 16,0 0-180-16,0 0-1057 0,0 0-2019 0</inkml:trace>
  <inkml:trace contextRef="#ctx0" brushRef="#br0">16239 9001 7916 0,'0'0'5473'0,"0"0"-4077"0,0 0-680 16,0 0 68-16,0 0-72 0,0 0-564 0,0 0-148 16,0 0-76-16,0 0-560 15,84-35-584-15,-67 22-1052 0,22-9-4513 16</inkml:trace>
  <inkml:trace contextRef="#ctx0" brushRef="#br0">17391 8525 7188 0,'0'0'6885'0,"-40"69"-4909"16,20-25-612-16,0 11-40 0,-4 12 76 0,-4 5-196 15,5 8-123-15,3 0-389 0,-4-4-316 16,8 0-148-16,0-7-72 0,0 1-108 16,4-9-44-16,0-6-4 0,1-9 0 15,-2-4-84-15,-2-7-72 0,-6-10 12 0,-3-3-16 16,0-3-128-16,-8-13-64 0,4-1 64 16,-7-5 56-16,3-11-96 0,0-8 59 15,0-3 13-15,4-10 256 0,5-2-4 16,3-8-136-16,7-5-56 0,5-1-72 15,8 3-108-15,0 3 80 16,4 11 88-16,13 9 148 0,-2 6 60 0,5 13 176 16,4 3 144-16,4 0-16 0,8 9 0 15,0 7-96-15,3-2 60 0,6 0-52 0,-2 3-32 16,-3-4-184-16,0-5-36 16,0 6-208-16,-8-8-464 0,-4 4-328 0,-4-4-972 15,-9 0-2184-15,6-3-3613 0</inkml:trace>
  <inkml:trace contextRef="#ctx0" brushRef="#br0">17749 9099 6020 0,'0'0'6325'0,"0"0"-5417"0,0 0-248 15,0 0-176-15,0 0 236 0,0 0 476 16,24 76 88-16,-24-31-24 0,0 9-400 16,-3 3-188-16,-1 4-100 0,0-2-160 15,0-7-132-15,4-8-156 0,0-6-51 0,0-10-73 16,0-5-97-16,0-8 21 0,0-4-104 16,0-5-88-16,0-3-184 15,0-3-72-15,4 0-12 0,-4 0 32 0,4-3 12 16,3-3-28-16,1-5-24 0,5 3-40 15,-2-9-164-15,6-2 132 0,-2 0 288 16,1 0 328-16,0 3 24 0,0 3 116 16,-4 1 48-16,-1-1 100 0,-2 7 104 15,-5 3 20-15,0 0-136 0,-4 3-152 0,0 0 0 16,-4 0-124-16,-9 0-276 0,2 0-32 16,-5 0 108-16,0 0 4 15,1 0 192-15,2 3 0 0,2 3 4 0,3 4 72 16,8-1 156-16,0 0 56 0,0 8 176 15,8-5-172-15,11 4-52 0,1 0-140 16,4-4-20-16,4-1 48 0,4-3-28 0,4 3-44 16,-4-5-48-16,3 0-4 0,-3-4-4 15,0 3-108-15,0-5-208 16,-4 0-216-16,-4-5-336 0,4-3-196 0,-8-2-1124 16,-4 0-1937-16,4-6-1851 0</inkml:trace>
  <inkml:trace contextRef="#ctx0" brushRef="#br0">18535 8560 768 0,'0'0'1960'0,"0"0"-1532"0,0 0 2788 16,0 0-1280-16,0 0-508 0,0 0-151 15,0 0-29-15,0 0-200 0,0 0-208 16,0 0-160-16,15-19-176 0,-11 16-36 16,-4 3 88-16,0 0 92 0,0 0-176 15,0-4-236-15,0 4-136 0,0 0-88 16,0 0 0-16,0 0 72 0,0 0 16 15,5 0-24-15,-1 0-28 0,3-3 52 16,5 0 72-16,4 0-24 0,-4 3 12 16,4 0-12-16,0 0-76 0,4 3 128 15,0 10 20-15,0 12 208 0,4 10 60 0,0 9-132 16,-5 17-284-16,1 5-24 0,-8 5-48 16,1 4-48-16,-6-5 48 0,1-1 0 15,-3-5-68-15,-5-3-140 0,0-5-60 0,-13-1-40 16,-2-1-84-16,-13 0-84 0,-8-4-252 15,-4 5-52-15,-8-1-304 0,-4-4-404 16,-4 2-376-16,5-11-188 0,7-10-1173 16,-16 7-4007-16</inkml:trace>
  <inkml:trace contextRef="#ctx0" brushRef="#br0">10442 11334 6432 0,'0'0'5465'0,"0"0"-4493"0,0 0-372 16,0 0 124-16,60 92 288 0,-43-50-208 16,-6 2-100-16,1 1-232 0,4-5-124 15,-4-4-148-15,0-7-200 0,4-7-64 0,4-6-96 16,4-10 156-16,-1 0-132 0,1-6 88 15,0-9-228-15,4-10 140 16,0-3 128-16,0-10-192 0,-4 3 52 0,0 0-64 16,-4 4-84-16,-5 9-80 0,-2 10 152 15,-5 6-28-15,-1 9 252 0,1 14 252 16,5 15 336-16,-2 4-8 0,2 5-256 16,2 1-60-16,2-8 120 0,2-4-76 15,1-11-120-15,4-12 20 0,-1-10 284 16,5-6 284-16,4-10-252 0,0-12-144 15,1-7-148-15,-6-10-160 0,1-2-72 16,-4-3-76-16,-4-4-412 0,-4 0-420 16,-4 3-172-16,-8-2-48 0,-4-1-644 0,0 12-1392 15,-4-24-2681-15</inkml:trace>
  <inkml:trace contextRef="#ctx0" brushRef="#br0">11355 10658 808 0,'0'0'10689'15,"0"0"-9165"-15,0 0-884 0,0 0-80 16,71 67 224-16,-59-33 332 0,-3 11 100 0,-5 6-188 16,3 6-328-16,-3 7-124 15,-4 6-24-15,0-1-64 0,0 5-208 16,-8-1-184-16,1-4-96 0,-2-3-96 0,1-1-88 16,1-5-84-16,3-6-12 0,4-7-124 15,0-5 0-15,0-11-36 16,4-8 68-16,7-14-36 0,-2-3 16 0,6-6 56 15,2-2 200-15,2-8 136 0,5 0 48 16,-4-2 16-16,0 2 20 16,0 4 4-16,4 3-76 0,-5 0 176 0,2 3-140 0,-1 0 64 15,-1 3-100-15,1 0 124 0,1 0-136 16,-2 0-36-16,1-3-88 16,-4 0-112-16,0 0-236 0,0-9-100 0,-4-1-160 15,0 1-612-15,0-4-708 0,-4 3-493 0,-4 1-1483 16,4 2 1436-16,-5 7 112 15,2 3 2480-15,-1 8 704 0,0 3 796 16,0 3 2604-16,0-1-2364 0,7-4-424 0,-2-2-219 16,2-7-69-16,6-3-56 0,2-6-476 15,5-10-180-15,0-3-216 0,4-10-100 16,-4-2-248-16,0-5-272 0,-4 1 228 16,-5 1-40-16,-2-1 24 0,-5 4 180 15,-4 5 128-15,-4 4 244 0,-8 5-92 16,-9 9 116-16,-2 4 76 0,-5 4 256 15,-4 9 384-15,0 14-216 0,0 8-36 16,0 8 64-16,5 5 232 0,-1 3-168 16,7 1-420-16,6 0-132 0,3-10-160 0,8-10-148 15,0-6-64 1,4-12-204-16,11-7-88 0,2-3 248 16,7-6-40-16,3-10 136 0,6-6-272 0,2-6-492 0,5-7-364 15,-4-4-468-15,3 4-560 0,-2 3-309 0,-1 4-563 16,-1 3 228-16,-7 6-500 0,0 5 1753 15,0 9 1559-15,-8 5 1259 0,0 9 713 16,-5 7 4848-16,-2 3-4347 0,2 6-1021 16,2 1-476-16,-2 0-144 0,1-1 48 15,0 1-284-15,-4-1-236 0,0-3-224 16,4-3-48-16,-8-3 52 0,4-4-140 16,-4 1-64-16,0-6-32 0,-4-5 32 0,0 1-24 15,0-3 40-15,-4 0 0 16,8 0-76-16,-4 0 4 0,8-5 120 15,4-8 148-15,4 0-76 0,4-6-72 0,7-3-124 16,1 0 116-16,4-1-128 16,0 0-124-16,0 2-164 0,-4 5-144 0,-5 0 68 15,-6 6 284-15,-9 7 168 0,-4 0 48 16,-4 3 80-16,-4 0 208 0,0 0-64 16,0 0-120-16,-8 6-104 0,4-3-732 15,-5 4-1144-15,2-4-3037 0,-5-3-3530 0</inkml:trace>
  <inkml:trace contextRef="#ctx0" brushRef="#br0">14235 10741 9380 0,'0'0'4693'16,"0"0"-4541"-16,0 0-28 0,0 0 296 16,88 77 260-16,-68-24 316 0,-4 17-176 0,-12 7-100 15,-1 1-40-15,-3 8 80 16,-3-3 108-16,-13-1-208 0,0-6-272 16,-4 1-252-16,-8-13-136 0,4-8-12 0,-4-8 12 15,0-10 0-15,0-10-84 0,5-9-184 16,-1-8-12-16,0-8 36 0,8-3-64 15,0-14 4-15,0-2-52 0,4-9 208 16,4-3 40-16,8-10-52 0,0-4 112 16,8-2-16-16,9-1-232 0,2 8 188 15,9 7 104-15,8 12 4 0,-1 11 84 0,2 7 360 16,6 7-52-16,1 11-60 0,0 2-76 16,3 2-24-16,-6 0-60 0,-1 0-28 15,-5 1-8-15,1-4 20 0,-8-3-156 16,0-4-48-16,-4-2-136 0,-4-1-276 15,0-2-668-15,-4-7-512 0,-4 0-2400 16,-5 0-4481-16</inkml:trace>
  <inkml:trace contextRef="#ctx0" brushRef="#br0">14916 11595 1344 0,'0'0'12897'0,"0"0"-11433"0,0 0-708 16,13 76 264-16,-9-47-128 0,-4-4-180 15,0 0-124-15,0-8-488 0,0-1-100 0,0-7-244 16,4-4-272-16,-4-1-88 0,0-4-176 16,0 0-140-16,4-6-348 0,-4-6-1360 15,0-2-3053-15,0-14-431 0</inkml:trace>
  <inkml:trace contextRef="#ctx0" brushRef="#br0">14976 11300 4744 0,'0'0'9101'0,"0"0"-7657"0,0 0-1268 16,0 0 88-16,0 0-88 0,0 0-176 0,84 0-188 16,-72 3-164-16,0 0-876 0,-4 0-916 15,-8 0-3685-15</inkml:trace>
  <inkml:trace contextRef="#ctx0" brushRef="#br0">13339 10976 9336 0,'0'0'4189'0,"0"0"-3517"0,88-58-368 16,-53 40 52-16,5 5 224 0,-8 2-104 16,-8 11-132-16,-8 5-220 0,-4 14 188 0,-4 15 632 15,-8 10-64-15,-4 17-452 16,-8 9-192-16,-4 10-28 0,-7-1 24 16,-5 6-60-16,3-5-124 0,-3-4-12 0,4-7-36 15,5-8-168-15,3-10 8 0,4-9-88 16,3-10 176-16,6-7-112 0,3-3 0 15,0-7-284-15,8 2-152 0,4 2-12 16,8 0 344-16,-1 6 216 0,9 3 60 16,0 4-116-16,0 6 128 0,4 1 52 15,-4-4 48-15,-4 2-12 0,4 1 32 16,-5-8-120-16,5-2-8 0,-4-6-180 16,1-6-492-16,3-9-664 0,-9-5-1332 0,18-11-3685 15</inkml:trace>
  <inkml:trace contextRef="#ctx0" brushRef="#br0">15487 11024 5672 0,'0'0'9225'0,"0"0"-8357"16,0 0-868-16,0 0-44 0,0 0 40 15,0 0-4-15,0 0 0 0,63 66-108 16,-67-44 116-16,-8 7 52 0,0 6 0 16,-8 3 72-16,5 6-76 0,-2 1 68 0,6-1-116 15,3-6 56-15,-1 0-56 0,9-6-60 16,0-3 60-16,5-4 0 0,7-3-120 16,3-6 112-16,9 4-24 0,0-4 32 0,0 2 200 15,4 1 28-15,-4 7-112 16,-8 2 256-16,-1 10 128 0,-10 0 84 0,-1 4 144 15,-4 3-200-15,-9-1-172 0,-2-3-332 16,-5 3-24-16,0-2-4 16,-4-4-156-16,0-3-184 0,-4-4-72 0,4-2-364 15,-3-6-288-15,-1-2-532 0,0-4-1236 16,3-8-3017-16</inkml:trace>
  <inkml:trace contextRef="#ctx0" brushRef="#br0">17244 11633 888 0,'0'0'1200'0,"0"0"6012"15,0 0-5303-15,0 0-21 0,0 0-392 0,0 0-184 16,-4-69-232-16,-9 62-336 16,2 0-188-16,-6 7 48 0,-2 3-148 15,-5 11-188-15,-8 11-144 0,0 13 72 0,0 3 84 16,-3 7 100-16,3 2 168 0,8-5 205 15,3-10-341-15,14-6-156 0,3-7-184 16,4-10-72-16,0-5-60 0,15-4 52 0,6-3 8 16,3 0 36-16,8-10-36 0,3-6-84 15,5-6-220-15,-4-3-181 16,4-1 33-16,-4 4 100 0,-1 4 48 0,-3 2 132 16,0 6 168-16,-4 6 4 15,-4 4 0-15,0 7 8 0,-4 11 248 0,0 5 24 16,0 2-12-16,-4 4-72 15,4 0-76-15,-5-1-120 0,2-6-40 0,-2-6-144 16,2-6-96-16,3-4-168 16,-1-6-188-16,1-6-64 0,0-7-356 0,-4-9-1316 15,-1 6-2665-15,2-19-2295 0</inkml:trace>
  <inkml:trace contextRef="#ctx0" brushRef="#br0">17702 11496 236 0,'0'0'11265'15,"0"0"-9217"-15,0 0-752 0,0 0 24 16,0 0-144-16,56 64-12 0,-41-35-132 0,6 2-300 16,-6 0-256-16,2 2-132 0,-2-2-52 15,-3 1-136-15,-8-1-156 0,0 2-120 16,-4-5-88-16,0 4-96 0,-4-3-124 16,-3-4 0-16,-2-3 184 0,-3-5 84 15,9-9-12-15,-1-2-108 0,4-6-76 16,0 0 72-16,7-12 36 0,9-1 136 15,0-3-48-15,8-2-48 0,4-5 44 16,0 5 92-16,4-2-16 0,0 5-136 0,0 2-572 16,0-1-780-16,-4 2-444 0,0 0 7 15,-9 3-1015-15,1-2-2368 16</inkml:trace>
  <inkml:trace contextRef="#ctx0" brushRef="#br0">18335 11741 1148 0,'0'0'2088'16,"0"0"7273"-16,0 0-7933 0,0 0-936 0,0 0 292 15,100 16-116-15,-73-29-188 0,6-3-120 16,-1-6-336-16,4-6-24 0,-1-1-100 16,-3-2 88-16,-4 2-12 0,-4 0 24 15,-8 6 64-15,-9 5 48 0,-2 5 84 16,-5 3 16-16,-16 1-24 0,-1 6 444 0,-10 3 84 16,-4 6-436-16,-6 7-156 0,1 12 72 15,-3 4 88-15,-1 9 144 16,0 4 12-16,8 2 8 0,4 3-252 0,5-3-88 15,6-5-108-15,10-4-72 16,7-7-72-16,0-6-188 0,15-6-144 16,5-3 220-16,4-6 12 0,8-7-60 0,4 0-164 15,3 0-432-15,2-7-452 0,2-3-648 16,-7 4-856-16,16 0-2761 0</inkml:trace>
  <inkml:trace contextRef="#ctx0" brushRef="#br0">19993 11547 900 0,'0'0'1904'0,"0"0"4440"0,0 0-5128 15,0 0-199-15,0 0 383 0,0 0 112 0,-80-16-208 16,60 35-52-16,0 14-356 0,-3 4-44 16,-5 11-52-16,8 3-52 0,3-3-64 15,9-4-296-15,1-12-220 0,7-7-168 16,7-9 0-16,10-7 52 0,2-9-44 15,13-3 124-15,9-16-132 0,6-6 0 16,5-10-132-16,0-7-236 0,-5 1-116 16,2 0-56-16,-10 3 88 0,-7 7 0 15,-8 5 92-15,-5 6 164 0,-10 8 188 0,-5 9 8 16,-4 3 76-16,0 10 316 0,-13 8 308 16,2 5-212-16,-1 6-72 0,0 2-100 0,0-3-96 15,4-2 0-15,0-4-184 0,8-9-36 16,0-3-160-16,8-8-44 15,4-2 44-15,8 0-24 0,3-12-36 0,5-8-232 16,4-5-404-16,0-3-204 0,-4-7-268 16,4 0-204-16,-4-3-240 0,0-4 136 15,0-2-545-15,-4 9-439 0,12-28-1984 16</inkml:trace>
  <inkml:trace contextRef="#ctx0" brushRef="#br0">20706 10925 2412 0,'0'0'1512'0,"0"0"224"16,0 0 4189-16,0 0-4085 0,0 0-824 15,0 0 196-15,0 0 428 0,-4 89-452 0,-12-29-164 16,-4 13 0-16,-4 0-36 0,-4 3-271 16,5 0-161-16,3-5-360 15,-1-8-196-15,10-12-112 0,3-11-308 0,8-7-337 16,0-12 17-16,4-7 132 0,15-11-164 16,1-3-64-16,8-17-724 0,4-4-1240 15,-8 2-2549-15,16-25-1563 0</inkml:trace>
  <inkml:trace contextRef="#ctx0" brushRef="#br0">20965 10928 2492 0,'0'0'11089'15,"0"0"-9393"-15,0 0-792 0,4 67-76 16,-8-23-48-16,-5 7 36 0,-2 6-40 16,3 3-68-16,-4 4-72 0,4-1-208 15,4 0-148-15,-4 2-280 0,5-8-200 16,-1 0-640-16,-5 0-508 0,1-3-456 0,1 0-1088 15,-1-17-2649-15,-12 11-2907 0</inkml:trace>
  <inkml:trace contextRef="#ctx0" brushRef="#br0">21845 11437 11101 0,'0'0'2916'0,"0"0"-1516"0,88-7-656 15,-40 3 296-15,3 4 0 0,5 0-316 0,0 4-180 16,-4 5-216-16,-1 3-156 0,-6 8-116 0,-9 2-56 15,-8 0-144-15,-8 4-52 16,-12 0 84-16,-8 4 104 0,-4 3 8 0,-13-1 88 16,-11 6 8-16,-7-4 16 0,-5 4 56 15,-8 1-32-15,4-1 72 0,0-3 72 16,4 0 316-16,9-4-11 0,6-3-137 0,14-9-36 16,7-2-120-16,4-8-292 15,15-2 0-15,10-4-60 0,14-3 52 16,9-10-40-16,16-9-316 0,4-9-449 0,8-7-271 15,3 0-236-15,-7 0-1204 16,-21 7-3152-16,9-4-4745 0</inkml:trace>
  <inkml:trace contextRef="#ctx0" brushRef="#br0">22634 11767 11025 0,'0'0'5912'0,"0"0"-4596"15,0 0-884-15,0 0 168 16,-24 72 564-16,37-65-396 0,6-4-196 0,13-3 97 0,9-10-309 15,2-9-224-15,5-4-136 0,3 2-44 16,-6-8-116-16,-2 1-288 0,-7 2-97 16,-4 4 57-16,-12 2 24 0,-12 6 196 15,-5 0 184-15,-3 5 84 0,-11-4 48 16,-6 4 88-16,-6 0-124 0,-1 2 256 16,-4 0-72-16,0 7 108 0,0 0-52 0,4 14-67 15,-4 4-65-15,1 11 16 16,-1 6 32-16,4 3-12 0,4 3-8 15,4 0-88-15,4 0-60 0,8-5-144 0,0-5-40 16,4-5-228-16,4-4-173 16,9-10 1-16,2-1 196 0,5-6-40 0,3-5-16 15,5-3-144-15,9-6-412 0,-1-7-936 16,-1-6-1076-16,-3 6-2709 0,8-9-999 16</inkml:trace>
  <inkml:trace contextRef="#ctx0" brushRef="#br0">23268 11662 5104 0,'0'0'232'0,"0"0"4520"0,0 0-4108 0,0 0-279 0,0 0 175 16,0 0 164-16,0 0-156 0,0 0-48 0,16 72-80 15,-12-59-28-15,-4 0 140 0,3-6 88 16,1 2 20-16,1-2-124 16,-1-5-68-16,4 2-12 0,-4-4-52 0,3 0-124 15,2 0-60-15,3 0-40 0,3 0-64 16,-2-4-96-16,2-3 0 15,1 1-72-15,5-2 24 0,-6-6-52 0,2 5 100 0,-2-7 4 16,5 3 84-16,-8-3-40 16,4-2 40-16,-8-2 32 15,0 1 40-15,-1 0-60 0,-2-4-52 0,-1 9-36 0,-4-2 52 16,0 6-24-16,0 3-40 0,0 4-112 16,0 3 16-16,0-3-16 15,0 3-48-15,-4 0 48 0,4 0 60 0,-5 0 52 16,1 0 72-16,1 0-72 0,-5 0-60 0,-4 0-52 15,0 0 12 1,0 0 28-16,-8 6 60 0,-4 4-52 0,-4 6 64 16,-4 0 0-16,0 3 4 0,-7 7 84 0,3-1 84 15,-4 3-124-15,4 4-48 16,4-1 0-16,5-1 0 0,3-2 12 0,11-2-12 16,2-5-124-16,7-5-112 0,4-3 40 15,0-4-152-15,7-2-36 0,5-4-28 16,4 0 212-16,9-3-144 0,-1-3-280 15,-1-3-336-15,9-4-400 0,0-2-600 0,-8 2-897 16,11-9-3127-16</inkml:trace>
  <inkml:trace contextRef="#ctx0" brushRef="#br0">23072 11246 980 0,'0'0'1184'0,"0"0"-192"15,0 0 1900-15,0 0-1384 16,0 0-652-16,0 0-360 0,0 0 112 0,0 0 232 16,0 0 189-16,0 0 27 0,0 0-240 15,0 0-116-15,8-14-16 0,-8 14-16 16,0 5-88-16,0 1-304 0,5 6 116 0,-1 4-8 16,-4 6-108-16,8 4-40 15,-5 2-40-15,5 3-8 0,1 2-4 16,-1 2 52-16,-5-3-64 0,5 2 12 0,-8 4 100 15,0 1 148-15,0-2-40 0,-4 5-196 16,-7-1-136-16,-6 3-60 0,2-2-8 16,-5 0 4-16,4-5-72 0,-4-2-44 15,7-7 120-15,6-5 84 0,3-11-72 16,0-1 64-16,4-9-64 0,0-2 96 0,0 0 52 16,4 0 48-16,0-2-12 15,8-9 24-15,0-1 48 0,4-7-88 0,7-7-32 16,1-2-40-16,1-10-108 0,6 3-36 15,-3-7-12-15,0 4-136 0,4 4 16 16,-4-1-128-16,4 0-20 0,-4 6 12 16,-1 4-28-16,1-1 4 0,-4 4 8 15,-4 6-36-15,0 0-28 0,-4 7-108 16,-4 6-216-16,0 0-224 0,-4 3-316 16,0 0-504-16,-4 3-737 0,4 3-1531 0,-4 4-752 15</inkml:trace>
  <inkml:trace contextRef="#ctx0" brushRef="#br0">24200 11420 10152 0,'0'0'3213'16,"0"0"-3213"-16,0 0-384 0,0 0-512 16,0 0 896-16,0 0 936 0,0 0 388 0,0 0-564 15,-87 28-344-15,43 5-104 16,-4 1 168-16,0 4 132 0,4-2 84 15,9-2-152-15,7-6-236 0,7-5 28 0,10-4-152 16,11-3-40-16,0-3-80 0,11-1-60 16,13 1 132-16,4 0 12 0,8-1-52 15,0 1-96-15,0-3-60 0,0 3 8 16,-8-5 44-16,-1 2 0 0,-3 1 8 16,-7-2 4-16,-10-4 4 0,-3 2-8 15,-4 3-4-15,0-4 0 0,-15 4 4 0,-2-1-4 16,-11 1-252-16,0-1-236 0,-3-2 24 15,-1-1-76-15,4-6-204 0,0 0-368 16,0-3-992-16,9 0-2121 0,-9-7-3207 16</inkml:trace>
  <inkml:trace contextRef="#ctx0" brushRef="#br0">24786 11576 4500 0,'0'0'10085'0,"-84"32"-7509"15,52-14-980-15,0 11-564 0,8 0 92 16,5 2-212-16,10-5-427 0,9-3-277 0,0-9-208 16,13 0-36-16,11-5 36 0,12-6 48 15,7-3-48-15,13 0-4 16,8-9 0-16,7-10-120 0,-2-4-164 16,-2 2-53-16,-3-5-23 0,-8 4-16 0,-9 3 28 15,-7 0 48-15,-12 3-16 16,-8-3-84-16,-12 5 88 0,-8 2 316 0,-4-1 12 15,-16 1-4-15,-7 2 88 0,-10 1 40 0,-3 2 60 16,1 4-124-16,-1 3-72 16,-4 10-84-16,4 2 72 0,5 4-124 15,3 4 88-15,8-5-284 0,7-1-404 0,13-2-776 16,4 1-852-16,8-7-840 0,8-4-1405 16,12-2-71-16</inkml:trace>
  <inkml:trace contextRef="#ctx0" brushRef="#br0">25129 11630 760 0,'0'0'2152'0,"84"0"612"0,-41 9 3389 15,0 1-3793-15,2-1-480 0,-2 1-172 16,5-4-324-16,-4-2-456 0,4-4-268 0,4-7-280 16,-1-6-380-16,-2-2-112 0,2-8-740 15,1 0-620-15,0-2-324 0,-5 0-824 16,-15 3-1281-16,9-7-2007 0</inkml:trace>
  <inkml:trace contextRef="#ctx0" brushRef="#br0">25905 11281 3268 0,'0'0'380'0,"0"0"7969"15,0 0-6077-15,-84-67-1124 0,65 54 124 16,3 7-140-16,4 6-184 0,1 0-124 0,-2 6-164 16,5 7-160-16,1 5-108 0,-6 12 68 15,9 8 293-15,-4 3-229 0,8 7-212 16,0 2-216-16,0 4-96 0,0 3-60 16,0 4-48-16,0-1-48 0,0 6 20 15,0 5-140-15,0 2-52 0,-3 3 60 0,-6 0 172 16,-3 0-101-16,1-2-119 0,-2-5 100 15,2 1 32-15,-2-6 184 0,5-1 84 16,1 0 4-16,3-6-28 0,4-3 72 16,-4-6-132-16,0-7-280 0,-1-9 24 15,-3-4-192-15,1-5-104 0,-5-4-232 16,0-10-276-16,-4-2-184 0,-4-7 352 0,-4-3-40 16,-4-10-108-16,-4-6-96 0,9 0-608 15,-10-18-2945-15</inkml:trace>
  <inkml:trace contextRef="#ctx0" brushRef="#br0">26567 11515 13537 0,'0'0'2820'0,"0"0"-1256"0,0 0-712 16,0 0-456-16,0 0-76 0,0 0 180 15,120 10 304-15,-45-1-84 0,13-2-307 16,7-4-145-16,13-3-184 0,0 0-84 0,-1-10-84 16,-3-2-208-16,-5-4-449 15,-11-3-247-15,-4 0-40 0,-9-3-96 16,-15-4-832-16,-16 7-2536 0,-4-6-4201 0</inkml:trace>
  <inkml:trace contextRef="#ctx0" brushRef="#br0">27423 11144 9744 0,'0'0'4989'0,"0"0"-4057"16,0 0-680-16,0 0 80 0,-71 70 92 0,63-38 744 15,8 5 124-15,0 11-212 0,0 3-456 16,12 10-296-16,-4 2-36 0,4 7-76 16,-4 5-80-16,-1-1-35 0,-7 5-101 15,0-2-12-15,0-1-109 16,0-3 9-16,0-3 40 15,0-1 72-15,0-1 4 0,0-8-4 0,0-4-48 16,-7-5-208-16,-9 1 12 0,4-8-96 0,-8 0-172 16,0-5-124-16,4-8-40 0,4-6 120 15,4-8-72-15,4-5-292 0,4-9-688 0,8-3-220 16,16-13-504-16,4-9-2113 0,0 0-283 16,31-28 2889-16</inkml:trace>
  <inkml:trace contextRef="#ctx0" brushRef="#br0">28678 11630 8504 0,'0'0'4497'0,"0"0"-3033"16,24 73-416-16,-20-39-268 0,4 7 392 16,-8 4-84-16,0-3-352 0,0-7-488 15,-4-7-248-15,4-3 0 0,0-6-112 0,0-2-184 16,0-9-72-16,4-1-236 15,1-3-188-15,-1-1-156 0,-4-3-652 0,0-3-1124 16,0-14-2741-16</inkml:trace>
  <inkml:trace contextRef="#ctx0" brushRef="#br0">28706 11500 4332 0,'0'0'7265'0,"0"0"-4861"16,0 0-1368-16,0 0-456 0,84-16 224 15,-52 13 56-15,0 0-424 0,0-1-436 0,0 4-124 16,-4 0-736-16,-4 0-572 0,-5 0-928 16,1 4-3289-16</inkml:trace>
  <inkml:trace contextRef="#ctx0" brushRef="#br0">28910 11797 6308 0,'0'0'5617'15,"0"0"-3305"-15,-48 74-1012 16,40-55-308-16,0 0 376 0,3-3-84 0,5-7-220 0,5-6-392 15,15 1-136-15,4-4-111 0,8-7-157 16,7-2-184-16,5-4-84 0,4-6-196 16,0 0-241-16,-5 3-87 0,-2 1 160 0,-9 2 60 15,-9 6 60-15,-3 4 84 16,-12 3 24-16,1 0-8 0,-9 6 144 0,-5 7 24 16,-3 3 476-16,-4 3-120 0,0 3-136 15,-4 1-144-15,9-5-100 16,-2 2-108-16,5-5-88 0,4-2-464 0,9-3-368 15,2-1-420-15,10-2-692 0,-10-4-2200 16,13-3-3205-16</inkml:trace>
  <inkml:trace contextRef="#ctx0" brushRef="#br0">29627 11014 8976 0,'0'0'5097'0,"0"0"-3721"16,0 0-836-16,0 0-100 0,95 16 508 15,-39-9 240-15,12-1-180 0,16-3-288 16,7-1-180-16,9 5-44 0,-5-4-92 0,1-3-199 16,-4 4-205-16,-5-4-97 15,-10 0-99-15,-6 0-300 0,-7 0-384 16,-8-4-260-16,-13 4-176 0,-11 0-760 0,-16-3-2256 15,-16 3-2649-15</inkml:trace>
  <inkml:trace contextRef="#ctx0" brushRef="#br0">30244 11141 600 0,'0'0'10961'15,"0"0"-8977"-15,0 0-1236 0,-52 102 76 16,37-52 596-16,-2 10 48 0,6 10-320 0,-9 3-440 15,4 3-240-15,4 1-164 0,0-7-84 16,4-4-28-16,8-5-104 16,0-11-88-16,4-5 0 0,8-10 0 0,4 0-8 15,3-9-56-15,6-5-152 0,-5-5-200 16,4-6-148-16,-5-4-172 0,5-6-248 16,-3-3-620-16,-6-6-1336 0,5-11-3305 15</inkml:trace>
  <inkml:trace contextRef="#ctx0" brushRef="#br0">30181 11589 7324 0,'0'0'7793'0,"0"0"-5785"15,0 0-1500-15,0 0-496 16,0 0 372-16,0 0 260 0,107 8-20 16,-67-1-500-16,11-7-124 0,2 0-428 0,-1 0-300 15,0-7-116-15,-5 2-200 0,1-4-380 16,-8-2-1028-16,-12 3-2157 0,-4-9-1335 15</inkml:trace>
  <inkml:trace contextRef="#ctx0" brushRef="#br0">29913 10620 4120 0,'0'0'8601'0,"0"0"-6997"0,0 0-596 0,0 0-164 16,0 0 368-16,0 0 356 0,101-26-232 0,-66 17-456 15,17 0-360-15,11-8-151 16,14 5-117-16,10-4 16 0,9 0-160 15,11 1-108-15,9-2-60 0,3 5-120 16,5-4-148-16,-4 4-329 0,-5 1-39 16,-4 5-196-16,-10 4-188 0,-11-2-464 15,-21 4-2504-15,6 0-4481 0</inkml:trace>
  <inkml:trace contextRef="#ctx0" brushRef="#br0">3278 14707 9760 0,'0'0'1136'0,"0"0"853"0,0 0-1081 16,0 0 68-16,0 0 760 15,97 11-144-15,-58 0-188 0,5-1-280 0,0-2-236 16,3 3-243-16,9-3-173 0,0-2-192 15,8-1-16-15,0-5-156 0,-1-5 52 0,5-7 32 16,-1-1-72-16,2-5 0 0,-5-4-120 16,-5 2-48-16,1-2-36 15,-9 0-180-15,-6 6-136 0,-6 0-96 0,-3 3-36 16,-12 4-65-16,0 3-123 0,-12 2-232 16,-8 4-784-16,-4 0-1136 15,-4 4-2473-15,-24 8-1467 0</inkml:trace>
  <inkml:trace contextRef="#ctx0" brushRef="#br0">3542 14983 5852 0,'0'0'7465'0,"0"0"-5149"0,0 0-1384 16,0 0-772-16,0 0 40 0,80 57 372 0,-41-51 444 15,8 0-292-15,6-6-356 0,-1 0-368 16,-5-6-136-16,5-3-144 15,-4-4-312-15,0-3-148 0,0-1-28 0,-12-2-740 16,-8 8-1636-16,-4-9-4521 0</inkml:trace>
  <inkml:trace contextRef="#ctx0" brushRef="#br0">3242 14300 10076 0,'0'0'3889'15,"0"0"-3633"-15,0 0-196 0,0 0-60 0,0 0 1048 16,0 0 624-16,0 0-296 0,0 0-788 16,-79 91-428-16,55-52-160 0,-4 5 4 15,4 7 80-15,-4-4 52 0,0 8-88 0,1-5 0 16,3 2-40-16,8-2 56 15,-4 1-16-15,8-7-36 0,8 1-12 0,4-6 84 16,0-6 88-16,20-3-84 0,8-2 44 16,16 2 76-16,8-5 12 0,7 0 84 15,13 0 28-15,8 0 409 0,3-2-233 16,5 2-192-16,0-6-160 0,-8-3-44 16,-1-4-112-16,-8-5-84 0,2-7 36 15,-6 0 0-15,-3-13-48 0,-4-3-292 16,-1-9-109-16,-7-6-259 0,-8-4-256 15,-5-7-1052-15,-11-5-3276 0,-7 8-4917 0,-6-15 9409 16</inkml:trace>
  <inkml:trace contextRef="#ctx0" brushRef="#br0">4370 13977 5928 0,'0'0'7253'0,"0"0"-6489"15,0 0-560-15,107 31 552 0,-66-16 1044 16,-1 8-236-16,-1 2-372 0,2 4-408 0,-2 3-344 16,1 2-160-16,-1 5-84 0,2 5-116 15,-5 4-76-15,-8 2 0 16,0 1 48-16,-9 6-52 0,-3 0-108 0,-4-3 60 16,-8 4-28-16,-4-1 28 0,0-6-36 15,-8 3-64-15,-4-3-180 16,-8-1-148-16,0 1-148 0,-7 0-4 0,3-7-148 15,-8 2 20-15,0-3 120 0,-9-2-72 16,2-2-144-16,-4 2-380 16,-6-3-580-16,-7 0-405 0,-4 1-571 0,1-6-1348 0,-5 3 1712 15,17-11 2029-15,-26 14 395 0</inkml:trace>
  <inkml:trace contextRef="#ctx0" brushRef="#br0">6262 14294 5868 0,'0'0'232'0,"0"0"172"0,0 0 2412 16,0 0-1264-16,0 0 17 0,0 0-397 15,0 0-168-15,0 0-96 0,0 0-52 16,0 0-156-16,0 0-244 0,9-7-312 16,7 7-136-16,8 0 292 0,8 0 304 0,3 0-48 15,10 0-164-15,-6 0-320 0,1-3 8 16,-5 3-80-16,-3-3 0 0,0-1-4 16,-8 1-64-16,4 0-40 0,-7 0-164 0,-6 0-280 15,-2 0-288-15,-6 3-156 0,1 0-344 16,-4 0-1352-16,-4 0-3121 0</inkml:trace>
  <inkml:trace contextRef="#ctx0" brushRef="#br0">6446 14405 9700 0,'0'0'1241'0,"0"0"-445"0,0 0-244 0,4 69 484 0,8-34 308 16,0 3-8-16,0 4-432 15,0 2-332-15,-1 7-76 0,-7 0-176 0,1 3-36 16,-5-3-208-16,0-1-32 0,0-5-44 16,0-8-8-16,-5-7-104 15,1-5-72-15,4-3-16 0,-3-6-108 0,-1 0-524 0,0-7-284 16,0 1-520-16,-4-3-1096 16,0-2-2729-16</inkml:trace>
  <inkml:trace contextRef="#ctx0" brushRef="#br0">6243 15046 9792 0,'0'0'2101'0,"0"0"-1041"16,0 0-816-16,0 0 216 0,0 0 440 15,0 0-244-15,0 0 364 0,0 0 4 16,100 3-404-16,-61 0-164 0,-3 0-160 16,4-3 12-16,-4 0-124 0,0 0-36 15,-4-6-148-15,3 0-4 0,-3 0-116 0,0-7-16 16,0 3-356-16,0-6-476 0,-1 4-380 15,-3-2-808-15,-7 5-2745 0,7-3-3195 16</inkml:trace>
  <inkml:trace contextRef="#ctx0" brushRef="#br0">7024 14772 12165 0,'0'0'1356'16,"0"0"-796"-16,0 0-196 0,0 0 772 15,99 26 272-15,-75-26-492 0,4 0-384 16,0-7-284-16,4-5-248 0,0-3-24 16,0-5-348-16,3-6-592 0,-3 1-216 0,-4-3-264 15,-7 9-1400-15,-2-13-3157 0</inkml:trace>
  <inkml:trace contextRef="#ctx0" brushRef="#br0">7235 14335 8796 0,'0'0'1552'0,"0"0"-715"16,0 0-77-16,0 0 784 16,0 0-48-16,0 0-364 0,0 0-316 0,-80 44-332 15,80-21-148-15,0 5 24 0,0 7 20 0,9 7-8 16,-2 4-64-16,1 9-40 16,0 2-132-16,1 7-52 0,-6-2-20 0,1 2 8 15,4 3 52-15,-8 0-64 0,4-4 48 16,0-3-108-16,1 0-12 0,-2 1 8 0,-3-7-80 15,4-6 84-15,0 0 8 16,0-7 76-16,-4 0-72 0,4-6-12 0,-4-2 8 16,0-8 4-16,0 0 48 0,0-6 36 15,-8-3 28-15,0-7-16 0,-4 1 52 16,-4-7 36-16,4 3-196 0,-4-6-148 16,-4 0-256-16,1 0 16 0,-5-3-188 15,3-7-100-15,-7 1-40 16,4-7-16-16,-3 4-68 0,-4-7-256 0,3 0-372 0,0-2-784 15,3 3-861-15,9 6-963 16,-7-11 112-16</inkml:trace>
  <inkml:trace contextRef="#ctx0" brushRef="#br0">8925 13972 7460 0,'0'0'3252'0,"0"0"-2503"0,0 0-609 16,0 0 180-16,0 0 500 0,75 49 352 15,-63-24-44-15,0 6-336 0,0 4-48 16,-4 4-160-16,-4-1-100 0,-4 6-76 0,0 4 24 16,-8 3 0-16,0 0-100 15,-8 2-136-15,-4 4 24 0,-8 1-96 16,0-4 12-16,-4-4-28 0,0-1 16 0,0-12 36 15,4-6-52-15,1-5-24 0,-1-6-36 16,8-8-36-16,0-2-12 0,5-7 0 0,-2-3-4 16,2 0-96-16,2-6-132 15,-2-7-60-15,2 0-52 0,2-7 248 16,-1-1 92-16,-1-5-96 0,2 4 88 0,3-3-148 16,3 2 160-16,1 4 100 15,4 4-52-15,0 5 0 0,13 4-36 0,-5 6 36 16,12-3-36-16,-1 3 52 0,13 0-64 15,-4 9-48-15,8-3 48 0,0 7-4 16,4 6-108-16,0 0-60 0,-5 1 72 16,1 5 52-16,1-3 36 0,-5 3-88 15,-1 1 52-15,-3 2-100 0,-1 1 144 0,1-1-132 16,-4-2-132-16,-3-4-80 0,-2 1-124 16,1-7 28-16,-3-4-204 0,2-5-412 15,1-5-864-15,-4-2-2185 0,12-2-2039 0</inkml:trace>
  <inkml:trace contextRef="#ctx0" brushRef="#br0">9793 14246 12477 0,'0'0'2076'16,"0"0"-1384"-16,0 0-500 0,0 0 284 15,0 0 716-15,0 0 440 0,0 0-772 0,0 0-504 16,0 0-248-16,-88 54 16 0,73-13 120 16,2 7 72-16,2 6 12 0,7 3 28 15,4 1-16-15,0-2-135 0,0-5-105 16,11-7-52-16,1-6-48 0,0-2-4 0,4-11 4 16,4-6-8-16,-3-3 8 0,6-7-76 15,-3-6-165-15,4-3-247 16,0 0-108-16,-5-9-136 0,2-4-164 0,-2-2-448 15,-10-1-1248-15,-2 0-2509 0,-7-4-1951 16</inkml:trace>
  <inkml:trace contextRef="#ctx0" brushRef="#br0">9690 14579 13181 0,'0'0'1952'0,"0"0"-1572"0,0 0-192 0,0 0 428 15,0 0 272-15,0 0 544 16,0 0-204-16,79 4-516 0,-47-1-372 0,3-3-220 15,6 0-120-15,-5-9 0 0,3-2-96 16,1-4-256-16,0-4-640 16,4-4-532-16,-13 4-548 0,14-12-2932 0</inkml:trace>
  <inkml:trace contextRef="#ctx0" brushRef="#br0">10422 14202 15557 0,'0'0'2200'0,"0"0"-1520"0,0 0-164 16,0 0 308-16,97 3 240 15,-66-6-348-15,-4-4-327 0,5-2-253 0,1-5-136 16,3 2-136-16,-8-4-181 0,4 0-499 16,-4 4-244-16,-1-1-268 0,-7 4-284 15,0 5-2520-15,-12 4-4297 0</inkml:trace>
  <inkml:trace contextRef="#ctx0" brushRef="#br0">10646 14316 10104 0,'0'0'3921'0,"0"0"-3289"0,-13 79-452 16,9-41 424-16,4 6 1088 0,0 4-72 0,0-1-380 16,0 5-520-16,0-4-380 0,0-4-132 15,0 0-112-15,0-2-92 0,0-7-4 16,0-7-96-16,0-3-84 0,-3-8-432 15,3-2-440-15,0-5-228 0,0-4-764 16,0 0-1940-16,-4-6-2769 0</inkml:trace>
  <inkml:trace contextRef="#ctx0" brushRef="#br0">10582 14709 2736 0,'0'0'11245'0,"0"0"-9641"0,0 0-1140 0,0 0 304 0,92-32 648 16,-65 29-480-16,1-3-384 15,0 3-272-15,0 0-216 0,-4 0-64 16,4-1-220-16,-8 4-120 0,-1 0-436 0,-2 0-336 16,-6 0-612-16,-3 7-2488 0,-8 8-3473 15</inkml:trace>
  <inkml:trace contextRef="#ctx0" brushRef="#br0">10586 15052 9880 0,'0'0'2345'0,"0"0"-761"0,0 0-204 0,0 0-108 16,0 0-40-16,0 0 12 15,96-31-360-15,-65 18-492 0,5 1-280 0,0 2-104 16,0-4-8-16,0 3-88 0,0-3-84 16,3 5-156-16,-3-4-580 0,-4 4-576 15,-4 2-1660-15,0-5-7529 0</inkml:trace>
  <inkml:trace contextRef="#ctx0" brushRef="#br0">11610 14913 11669 0,'0'0'6104'0,"0"0"-5152"16,0 0-732-16,0 0-120 0,-32 85 356 15,20-62 32-15,-4 2-380 0,1-3-108 0,-6 0-376 16,1 0-412-16,1 3-484 0,2-4-1128 15,-15 10-3865-15</inkml:trace>
  <inkml:trace contextRef="#ctx0" brushRef="#br0">13060 14690 2636 0,'0'0'1432'16,"0"0"4556"-16,0 0-4839 0,0 0-41 0,0-66-304 15,-4 53 304-15,0 0 0 16,-3 4-72-16,-2-3-164 0,1 5-316 15,0-3-84-15,-4 8-128 0,0-3 28 0,1 5 288 0,-2 0-180 16,2 11-140-16,-6 4-156 0,6 11-52 0,-6 5 52 16,2 10 36-16,-2 4 24 0,2 3-4 15,2-4-31-15,6-6 11 16,-1-6-28-16,4-9-20 0,4-11-104 0,0-6-68 0,0-6-8 16,0 0-188-16,8 0-80 15,3-6 128-15,6-6 100 0,3-5-37 16,-1-5-135-16,2-3-84 0,-1 0 24 0,-5 3 48 15,6-2 36-15,-10 12 40 0,6-1-16 16,-6 10 24-16,1 3 24 0,4 0 124 16,-4 7 220-16,0 6 180 0,0 2-80 15,-4 4-52-15,4-3-88 0,-4 0-32 16,0-3-40-16,-5-4-72 0,2-2-36 16,3-1-120-16,-4-6-28 0,4 0 28 15,-1-3-208-15,2-7-184 0,3-5-160 0,-1-8-412 16,5-2-760-16,-4-4-764 15,-3 8-2305-15,2-18-1855 0</inkml:trace>
  <inkml:trace contextRef="#ctx0" brushRef="#br0">13410 13989 11625 0,'0'0'2380'0,"0"0"-1620"16,0 73-420-16,0-32 640 0,0 9 916 15,0 8-248-15,0 5-536 0,0 2-480 16,0 4-252-16,0-3-139 0,0 4-105 16,-4-3-136-16,1-10-60 0,-1-3-88 0,4-12-301 15,0-15-295-15,4-7 36 0,8-13-88 16,4-7-52-16,0-4-92 16,3-14-928-16,5-12-716 0,-7 8-2245 0,6-25-1843 15</inkml:trace>
  <inkml:trace contextRef="#ctx0" brushRef="#br0">13781 13966 8928 0,'0'0'4669'16,"0"0"-3425"-16,0 0-652 0,12 77-128 16,-8-39 452-16,-4 6 672 0,4 8-260 15,0 1-412-15,-4 4-392 0,9 3-268 0,-6 4-100 16,5 2-116-16,-4 4-40 0,4 4-72 0,0-2-72 15,-4-1-356-15,4-5-464 16,-4-3-288-16,4-12-1108 0,-5-16-2160 16,6 0-2101-16</inkml:trace>
  <inkml:trace contextRef="#ctx0" brushRef="#br0">14666 14618 3372 0,'0'0'8825'0,"0"0"-7105"15,0 0-1020-15,0 0 420 16,104-32 420-16,-57 25-116 0,5-2-392 0,4 3-444 16,-5 0-284-16,-6 1-136 0,-6 5-168 15,-7 0-12-15,-8 0-144 0,-8 7-4 16,-4 5 88-16,-8 2-124 0,-4 5 112 0,0 6-28 16,-13 4-132-16,-6 5-76 15,-1-2 100-15,1 3 208 0,-6-4 12 0,5-1 4 16,-4-5-4-16,9-3 60 0,-2-6 64 15,6-3 12-15,3-3 8 0,8-8 164 16,0 2-4-16,12 2-192 0,-1-3 252 0,9 4 88 16,4-4 48-16,-3 3-187 15,2-6-165-15,5 0-148 0,-4 0 0 16,0-6-341-16,-1-1-183 0,1-5-256 0,-3-1-208 16,-1-3-736-16,-5 4-2428 15,-3-14-4321-15</inkml:trace>
  <inkml:trace contextRef="#ctx0" brushRef="#br0">15367 14732 7504 0,'0'0'7305'0,"0"0"-6197"0,0 0-364 16,0 0 656-16,0 0 200 0,0 0-304 16,80 26-432-16,-57-45-583 0,1-6-281 15,0-5-96-15,4-5-133 0,-3-3-211 16,-2 4-132-16,-3 1 0 0,-5 5 72 15,2 2-56-15,-6 7-232 0,-6 3 136 16,-5 4 216-16,0 5 224 0,-5 1 152 16,-10 3 60-16,2 3 160 0,-6 0 224 15,3 6 200-15,-4 7-164 0,4 9-52 0,1 3-24 16,-2 10 24-16,6 7-48 0,-6 2-64 16,6 7 12-16,-2 0 48 0,5-3-8 15,1-1-4-15,3-3-148 0,0-9-12 16,4-6-144-16,4-7-68 0,4-9-88 15,3-6-208-15,6-7-64 0,3 0-72 16,3-14-52-16,5-1-332 0,0-8-836 16,-8 4-2584-16,8-12-3429 0</inkml:trace>
  <inkml:trace contextRef="#ctx0" brushRef="#br0">15909 14487 6900 0,'0'0'6637'0,"0"0"-5813"0,0 0-580 15,0 0 132-15,48 85 756 0,-41-55 492 16,2-5-512-16,-1 0-524 0,-4 0-292 16,3-2-152-16,-3-5-68 0,1 3-16 15,-1-6-60-15,0 1 0 0,0-3-4 16,-4-5-8-16,3-1-72 0,-3-3-76 0,4-1-84 16,4-3-360-16,1 0-196 0,2-9-32 15,1-4-128-15,4-6-276 16,4-6-512-16,-8 2-1345 0,8-16-3475 0</inkml:trace>
  <inkml:trace contextRef="#ctx0" brushRef="#br0">16308 14560 4728 0,'0'0'7797'0,"0"0"-6613"16,11 76-980-16,-7-50 12 0,0-1 1148 16,0-3 404-16,5-9-680 0,-2-3-604 0,9-7-240 15,-4-3 28-15,4-6-52 16,4-9 12-16,0-6-232 0,0-4-124 15,0 0-144-15,-5-4-76 0,2 1-24 0,-6 6 36 16,-3-1 168-16,-3 7 68 16,-5 3 96-16,0 4 184 0,-17-1-24 15,2 7 160-15,-1 3-12 0,-9 0-36 0,6 0-112 16,-1 10 36-16,0 6-88 0,-4 3-36 16,4 6-72-16,4 1-44 0,0-1-64 0,0 0-52 15,4-2-184-15,8-1-408 16,1 1-396-16,-1-5-708 0,4-1-2260 0,4-5-3577 15</inkml:trace>
  <inkml:trace contextRef="#ctx0" brushRef="#br0">16905 14405 14321 0,'0'0'2880'0,"0"0"-1644"16,0 0-572-16,0 0 344 0,0 0 52 15,0 0-367-15,0 0-317 0,-64 82-220 0,52-60-92 16,0-3-56-16,8 0-8 16,0-6-120-16,4 4-60 0,8-5 32 15,9 1 100-15,-6-1-72 0,9 4 47 0,0-3-39 16,4-1 40-16,-4 1-36 0,-1 3 36 16,2-3 68-16,-10 4 0 15,6-6 4-15,-10 5 8 0,-3-3 76 0,0 3 0 16,-4-3-36-16,-4 2 4 0,-3 1-52 15,-10-3-192-15,-2 0-52 0,-1-4-60 16,-12 1-100-16,0-1-228 0,-4-3-352 0,0 1-708 16,5-4-2072-16,-18 0-3485 15</inkml:trace>
  <inkml:trace contextRef="#ctx0" brushRef="#br0">17869 14452 5168 0,'0'0'832'0,"0"0"4056"0,0 0-2951 0,0 0 187 0,20 83-752 16,-16-46-200-16,-4 5-280 15,4-1-104-15,-4 1 56 0,4-7-196 16,0-9-236-16,4-7-240 0,4-10 0 0,-1-4-88 16,6-5-84-16,3 0 0 0,-1-8-96 15,6-9-28-15,-1-5-132 16,-5-4-72-16,1 1 24 16,-3 0 48-16,-6 0 36 0,-3 6 120 0,-4 0 40 0,-4 3-52 15,0-1-108-15,-12 9 112 0,1-3 108 0,-6 2 104 16,-3 4 152-16,5 5 52 0,-2-4-200 15,6 4-8-15,-1 4-100 0,3-2-60 16,2 4-136-16,3 0-136 0,0 1-304 16,4 3-440-16,0-3-1272 0,0-1-2260 0,4 6-3517 15</inkml:trace>
  <inkml:trace contextRef="#ctx0" brushRef="#br0">18344 14627 7248 0,'0'0'7945'0,"0"0"-6225"0,114 3-800 0,-69-12 164 15,6-7-88-15,-3 0-460 0,0-9-268 16,0 0-168-16,-9-5-100 0,2-5-240 16,-5 1-616-16,-1-4-572 0,-7 0-1016 15,-8 9-2669-15,0-12-2371 0</inkml:trace>
  <inkml:trace contextRef="#ctx0" brushRef="#br0">18682 14109 11685 0,'0'0'2340'0,"0"0"-1128"15,0 0-176-15,0 0 432 0,-44 80-208 16,40-45-304-16,4 6-360 0,0 6-228 16,4 7 96-16,4 4 349 0,0 5-173 0,0 3-324 15,4 11-136-15,-4 0-80 0,0 2 8 16,0 3-60-16,-1-3-48 16,2 1 0-16,-1-7-144 0,-4-3-28 0,0-3-140 15,-1-7-16-15,1-6-72 0,-4-3-49 16,0-10-15-16,0-5-8 0,-4-8 8 15,-3-6 84-15,-1-10 0 0,-5-5-96 16,6-4-92-16,-14-3-320 0,2-10-72 0,-5-5 32 16,-8-4-740-16,-3-9-180 15,7 1-1441-15,-25-23-3895 0</inkml:trace>
  <inkml:trace contextRef="#ctx0" brushRef="#br0">20284 14318 8008 0,'0'0'7085'0,"0"0"-5613"16,32 71-652-16,-21-39 120 0,-3 2 268 16,1 8-196-16,-9-4-72 0,0-3-431 0,0-3-301 15,0-10-208-15,0-10-96 0,0-2-40 16,0-7-181-16,0-3-399 15,0 0-248-15,0 0-276 0,-5-6-956 0,-3-10-3168 0</inkml:trace>
  <inkml:trace contextRef="#ctx0" brushRef="#br0">20224 13983 8140 0,'0'0'6373'0,"0"0"-4505"15,0 0-748-15,0 0 152 0,88-17-376 0,-65 15-504 0,1-2-392 16,-3 2-192-16,-2-3-308 16,5 3-720-16,-12 2-1088 0,8 0-4493 15</inkml:trace>
  <inkml:trace contextRef="#ctx0" brushRef="#br0">20722 14164 8096 0,'0'0'6833'0,"0"0"-5273"0,0 0-752 16,36 69-188-16,-29-43 516 0,6-1-44 0,-9 3-216 15,0 1-448-15,0-4-344 0,3 0-76 0,-3-2-8 16,-4 3-4-16,5-1-56 16,-5 0-24-16,0 1-4 0,0-3-8 0,0-2-24 15,-5-9 44-15,5-1 72 0,0-5 4 16,0-6 12-16,0 0-4 0,0 0 0 15,5-6-8-15,-1-5-88 0,4-1 88 0,-1-7 0 16,6-6 0-16,-2-4-196 0,6-3-400 16,-9 1-116-16,3-2-84 0,-3 0-220 15,1-3-996-15,-2 11-2552 16,-3-13-3497-16</inkml:trace>
  <inkml:trace contextRef="#ctx0" brushRef="#br0">21160 14132 7716 0,'0'0'4421'0,"0"0"-3093"0,0 0-744 15,40 89-76-15,-24-58 564 0,-4 4 356 0,-4 3-336 16,4-3-436-16,-8 3-364 0,3 0-132 15,-7-3 24-15,4 1 0 16,-4-2-48-16,0-3-52 0,-4-1-8 0,1-5 56 16,3-9 100-16,-4-4-48 0,4-8 0 15,0-1-40-15,0-3 52 0,0-3 12 0,4-7 72 16,3-6-196-16,6-9-84 0,-2-6-12 16,10-7-60-16,-1-4-52 15,3-6-44-15,1 4-160 0,0-1-272 0,8-3-256 16,-8 7-252-16,4 3-640 15,-5 10-1172-15,5-11-4381 0</inkml:trace>
  <inkml:trace contextRef="#ctx0" brushRef="#br0">22148 13953 4256 0,'0'0'9797'0,"0"0"-9429"0,0 0-368 0,0 0 0 15,0 0 656-15,0 0 668 0,-79 7 256 16,55 31-372-16,0 7-560 0,0 12-208 16,4 9 84-16,0 4 316 0,4 3-183 0,4 1-185 15,8-8-180-15,4-6-136 16,4-9-156-16,13-9-96 0,2-11-160 15,13-5-216-15,-1-8-245 0,10-5-23 0,-5-6-104 16,3-7-440-16,-7 0-1392 0,4-13-3197 0</inkml:trace>
  <inkml:trace contextRef="#ctx0" brushRef="#br0">22547 13741 4744 0,'0'0'648'0,"0"0"2384"0,0 0-1120 0,80 23-415 16,-57 2 139-16,1 7 124 0,-4 9-64 15,-4 13-368-15,-4 7-428 0,-8 5-204 0,0 3-72 16,-4 5-12-16,-8-1 237 0,-8 0-325 16,-3-3-236-16,-6-1-116 15,1-8-104-15,-4-7-68 0,0-10 0 0,0-9 0 16,5-7 0-16,-1-7 0 0,0-10 0 0,4-4-60 15,0-7-100-15,0 0-20 16,5-10-64-16,2-8 40 0,2-9 108 16,7-1-52-16,0-7-49 0,-1-2-55 0,5-5-52 15,0 4 108-15,5 3-36 0,3 6 100 16,3 7 32-16,2 13 4 0,6 2 96 16,5 7 228-16,4 7 100 0,4 2-108 15,4 7-88-15,-1 3-132 0,6 0 8 16,-2 3 4-16,1-2 88 0,4-2-100 15,0 1-4-15,-1-3-120 0,-2-4-180 0,-2-1-280 16,-3-5-200-16,-4-4-456 16,-4-2-1004-16,-8 0-2376 0,4 0-3925 15</inkml:trace>
  <inkml:trace contextRef="#ctx0" brushRef="#br0">23439 14564 7504 0,'0'0'9661'0,"0"0"-8457"0,0 0-1156 16,-4 91-36-16,-7-56 160 0,-6 4 320 16,-3-2-84-16,1-1-408 0,-5 2-200 15,-1-4-572-15,-3 5-380 0,-3-5-688 16,7-4-2668-16,-16 14-4557 0</inkml:trace>
  <inkml:trace contextRef="#ctx0" brushRef="#br0">23694 13939 2672 0,'0'0'8805'0,"0"0"-6797"0,0 0-500 0,0 0-232 16,0 0 252-16,0 0-72 0,100 31-244 15,-56-18-312-15,4-5-327 0,-1-1-221 16,-11 0-156-16,4-4-184 0,-8 0-12 15,-4-3-48-15,-1 0-4 0,1-9-32 0,0 2-156 16,-4-5-309-16,-3-1-219 0,-2 1-320 16,-3 1-460-16,-8-1-1024 0,0 2-1916 15,-8 4-1705-15</inkml:trace>
  <inkml:trace contextRef="#ctx0" brushRef="#br0">23901 13960 4624 0,'0'0'572'0,"0"0"2984"0,0 0-2252 0,0 0 25 16,0 0 723-16,4 70-368 16,4-32-288-16,1 6-312 0,2 8-220 15,-3 2-236-15,4 5-52 0,-4 3 12 0,-4 1-88 16,0 0-120-16,-4 0-188 0,0-5-180 16,0-8-12-16,0-12-4 0,0-5-92 0,0-11 12 15,4-7-28-15,1-5-80 16,-2-6-296-16,-3-2-224 0,4-2-148 0,4-2-472 15,0-12-1052-15,-4 2-2809 0,4-13-2543 0</inkml:trace>
  <inkml:trace contextRef="#ctx0" brushRef="#br0">23978 14433 1696 0,'0'0'9024'16,"0"0"-7507"-16,0 0-469 0,0 0-28 15,0 0 516-15,0 0 28 0,0 0-388 0,0 0-364 16,86-69-324-16,-54 58-192 0,0 5-88 15,5-2-208-15,-2-3 0 0,1-1-148 16,0-4-268-16,3 0-540 0,6-6-564 16,-13 6-1028-16,11-9-4029 0</inkml:trace>
  <inkml:trace contextRef="#ctx0" brushRef="#br0">24833 13951 9488 0,'0'0'5633'0,"0"0"-4337"0,0 0-448 0,69 72 464 0,-46-40 236 16,5 0-196-16,-4 3-527 15,4 3-437-15,-4-3-208 0,-4 6-104 0,0 0-8 16,-9 4-68-16,-6-1-48 0,-5 8-52 16,-5-2-176-16,-10 0-136 0,-1 2 23 15,-4-1 133-15,0-7 72 0,-4 0-132 16,-4-6 24-16,0-2 36 0,-4-5 0 15,0-2-48-15,0-4-88 0,-7-6-200 0,3-2-332 16,-3-8-528-16,-2-6-692 16,13-3-1785-16,-15-3-3163 0</inkml:trace>
  <inkml:trace contextRef="#ctx0" brushRef="#br0">26148 14309 456 0,'0'0'860'0,"0"0"616"15,0 0 4172-15,0 0-4288 0,0 0-484 0,0 0-283 16,0 0 27-16,0 0 20 0,0 0-192 16,0 0-128-16,0 0-180 0,0 3-64 15,0-3-28-15,0 0 68 0,0 0 12 0,0 0 64 16,0 0 72-16,0 0-36 15,0 0 12-15,0 0 0 0,0 0 12 0,0 0 12 0,0 0 12 16,4 0 28-16,-4 0-88 16,0 0-68-16,0 0-60 0,0 0-36 15,0 0-44-15,0 0-8 0,0 0-8 0,0 0 0 16,0 0-44-16,0 0 40 0,0 0 0 16,0 0 0-16,0 0 0 15,0 0 8-15,0 0 4 0,0 0 60 0,0 0 4 16,0 0-4-16,0 0 4 0,0 0-16 15,0 0-32-15,0 0 32 0,0 0-36 16,0 0-4-16,0 0 0 0,0 0-4 16,0 0 0-16,0 0-4 0,0 0-4 0,0 0-56 15,0 0-40-15,0 0-24 16,0 0-52-16,0 0-28 0,0 0 16 0,0 0 76 16,0 0 48-16,0 0 56 0,0 0 8 15,0 0 0-15,0 0 48 0,0 0-32 16,0 0-4-16,0 0-4 0,0 0-8 15,0 0-48-15,0 0-240 0,0 0-216 16,0 0-128-16,0-3-156 0,0-3-296 0,0 3-1385 16,4-7-4007-16,-8 32 2868 0</inkml:trace>
  <inkml:trace contextRef="#ctx0" brushRef="#br0">26667 14030 900 0,'0'0'11109'16,"0"0"-9537"-16,0 0-912 0,0 0-192 15,0 0 588-15,0 0 436 0,0 0-524 16,0 0-612-16,-88-12-312 0,60 17-40 0,0 8 4 15,-4 3 140-15,-4 3-12 0,-3 4-72 16,-2 2 108-16,-2 3 24 0,-5 4 48 16,4 7-36-16,-4 2-60 0,1 7-104 15,2-4-44-15,2 3 0 0,11-5 0 0,8-5 84 16,8-5-20-16,13-6 56 16,3-3 52-16,15-4 60 0,9-7-12 0,16 1-24 15,4-7-100-15,7-6-24 0,1 0-68 16,8-6 4-16,-4-5-8 0,0-1-196 15,-1 3 16-15,-7-3-16 16,-4 1 24-16,-9 5-168 0,-7 0-112 0,-3 3-140 16,-13-1-72-16,-4 1-236 0,-8 3-272 15,0 0-592-15,-8 3-656 0,-4 1-609 0,-8 3-1855 16</inkml:trace>
  <inkml:trace contextRef="#ctx0" brushRef="#br0">26141 14881 4008 0,'0'0'0'16,"0"0"0"-16,0 0 1668 0,0 0-264 16,0 0 260-16,0 0 68 0,0 0-47 15,0 0-281-15,0 0-476 0,0 0-260 0,0 0 200 16,24-13 100-16,-13 10-188 0,5-3-260 15,-4 2-188-15,0 1-48 0,8 3-76 0,-4 0-24 16,4-3-108-16,0 3-28 16,3 0-36-16,5 0 40 0,0-3-40 15,8 0 32-15,-3 0-44 0,6-4-12 16,1-2-76-16,0 3 40 0,0-4-184 0,0 0-176 16,-9 1-220-16,1-1-152 0,-4 3-156 15,-4 1-360-15,1 0-732 0,-10 4-1937 16,-3-2-1791-16</inkml:trace>
  <inkml:trace contextRef="#ctx0" brushRef="#br0">27172 13958 12625 0,'0'0'2228'0,"0"0"-1588"0,0 0-624 16,0 0 244-16,0 0 848 0,0 0 256 15,0 0-60-15,96-7-424 16,-56 9-344-16,8-2-220 0,4 0-132 0,-5 0-116 0,5-2-68 16,-8-8-84-16,4-3-244 15,-9 1-428-15,2-5-260 0,-9 2-416 16,-4-4-2312-16,-9 3-2381 0,-7 3-1655 0</inkml:trace>
  <inkml:trace contextRef="#ctx0" brushRef="#br0">27479 13852 1068 0,'0'0'11297'0,"0"0"-9741"0,-36 99-908 0,29-48-40 15,-1 9 924-15,8 6 252 16,-5 4-160-16,5 0-564 0,0 1-464 0,0-2-291 15,0-9-101-15,5-3-160 0,-5-5-44 16,4-8-84-16,0-6-172 16,-4-7-253-16,7-5-187 0,-3-7-132 0,4-3-8 0,1-7-592 15,-6 1-1356-15,1-8-2881 16,0 3-2991-16</inkml:trace>
  <inkml:trace contextRef="#ctx0" brushRef="#br0">27488 14553 4548 0,'0'0'9569'0,"0"0"-8117"0,0 0-1088 16,0 0 92-16,0 0 552 0,0 0 464 15,87-6-516-15,-59 3-540 0,7 0-280 16,6-3-136-16,-2-1-76 0,1 1-144 0,0-4-416 16,-4 1-284-16,0-4-120 0,-4 4-372 15,-4-1-988-15,-8 4-2793 0,-5 3-2179 16,-11 3 6552-16</inkml:trace>
  <inkml:trace contextRef="#ctx0" brushRef="#br0">27774 15065 6280 0,'0'0'6193'0,"0"0"-6193"0,0 0-2925 0,104-25-3323 0,-76 12 3196 0,16-12 2936 15</inkml:trace>
  <inkml:trace contextRef="#ctx0" brushRef="#br0">28706 14884 6368 0,'0'0'10481'0,"0"0"-8021"16,0 0-1452-16,0 0-888 0,0 0-120 0,0 0-428 15,0 0-24-15,0 0-348 0,0 0-1244 16,0 0-4901-16</inkml:trace>
  <inkml:trace contextRef="#ctx0" brushRef="#br0">27356 14125 4028 0,'0'0'1488'16,"0"0"-552"-16,0 0-468 0,0 0-24 16,0 0 412-16,0 0 1032 0,0 0-1228 15,0 0-43-15,0 0-205 0,-8 66-52 16,4-59 164-16,4 0 0 0,-4-1-28 16,4-3-228-16,0 4-152 0,0-7-40 15,0 3-72-15,0-3 4 0,0 0 68 0,0 0 24 16,0 0 16-16,-4 0 8 15,4 3 44-15,0-3 8 0,0 3 24 0,0 0 316 16,-5 0 216-16,5-3-608 0,0 4-112 16,0-4-4-16,0 0 4 0,0 0 40 15,0 0-48-15,0 0-4 0,0 0 8 0,0 0 68 16,0 0 24-16,0 0-16 0,0 3 168 16,-3-3 108-16,3 3-224 15,0-3-60-15,0 3 8 0,-4 0 152 0,4 0-136 16,-4 1-88-16,0 2 184 0,0 0 100 15,0 0-72-15,0 1 8 0,0-4 40 16,0 4-52-16,0-4-24 0,0 0 0 16,4 0 0-16,0 1-40 0,-4-2-8 15,4 1-24-15,-4 3-16 0,4 1 0 16,-4 0-100-16,4 0 4 0,-3 1 100 16,3-2-52-16,0 1 52 0,0-3-16 0,-5 2 0 15,5 1-12-15,0-1 28 0,0 0-4 16,0-4 28-16,0 5 21 0,0-3 159 15,0-1-48-15,0 0-124 0,0 0-84 16,0-3-48-16,0 3 48 0,0-3-60 16,0 0-4-16,0 0 0 0,0 0-8 0,0 0 0 15,0 4-72-15,0-4 36 16,0 0-12-16,5 0-64 0,-5 0-224 0,0 0-373 16,3-4-339-16,5-5-176 0,4-5-284 15,0-5-544-15,4 0-372 16,-4 1-1409-16,4-10-1159 0</inkml:trace>
  <inkml:trace contextRef="#ctx0" brushRef="#br0">27495 13922 1800 0,'0'0'520'0,"0"0"-244"0,0 0-68 0,0 0 664 15,0 0 3016-15,0 0-2380 16,0 0-552-16,0 0-220 0,0 0 193 0,0 0 83 16,0 0-208-16,0 0-108 0,0 0-416 15,0 0-76-15,0 0-16 0,0 0 40 0,0 0 24 16,0 0 0-16,0 0-52 0,0 0-52 16,0 0 4-16,0 0 52 0,0 0 8 15,0 0 0-15,-3 3 28 0,-1 0 204 16,-1 4 300-16,-3 2-348 0,4-2-136 15,-3 2 44-15,3-3-68 16,-1 0-28-16,1 5-24 0,0-5 12 0,4 0-24 16,-4 4-76-16,4-4-48 0,0 1 52 15,0-2-52-15,-4 5 36 0,4 3 28 0,0-4-4 16,0 4-24-16,0 0 28 0,0 0 20 16,0 2 40-16,0-2-52 15,-3 0 4-15,3 3 8 0,-4-3 40 0,0 2-63 16,-1 1 23-16,5 3-56 0,-4 0-16 15,0-3 12-15,4 3-72 16,-4 3-4-16,4-3 4 0,0 0 44 0,-3 4 16 0,3-4-56 16,-4 0-4-16,0-3 8 15,0 0-8-15,-1-1 4 0,1-2 0 16,-3 3 0-16,3-4 4 0,0 4 4 16,0 0-12-16,0-3-4 0,4 4-8 0,-5-3-36 15,5 3 44-15,0-4-4 16,0 2-4-16,0-2 8 0,0 3 4 0,0-3 0 15,0-4 0-15,0 4 4 0,0-3 0 16,0-1-4-16,0 0-4 16,5-2-4-16,-5 3 4 0,0-1 0 0,0 4 4 15,0-1 4-15,0 1-4 0,-8 3 4 16,4 0 56-16,0 3-16 0,-4-3-44 0,4-4-8 16,-1 1 4-16,2 0-4 0,3-4 8 15,-4 2 4-15,4-6 8 0,-4 4-4 16,4-5 0-16,-4-1-8 0,4 4-4 15,0-5-44-15,0 2 36 0,0-1 4 16,0 0-4-16,0-3 4 0,-4 3 0 16,4 0-40-16,0-3 44 0,0 0 4 0,0 4 0 15,0-4 0-15,0 0-4 0,0 0 4 16,0 0 0-16,0 0-4 16,0 0-8-16,4 0-48 0,-4 0 52 0,8 3 8 15,-4-3 8-15,4 0 52 0,4 0-56 16,-1 0 4-16,6-7 0 15,-6 4 0-15,6 0-8 0,-2-3-8 0,-2 2-40 16,-2 2 40-16,1-1 4 0,0-1 0 16,-4 1-8-16,5-1 4 0,-2 1 4 15,1 0-4-15,4 0 4 0,0 0-4 0,4 1-40 16,4-3 36-16,4 3 0 0,4-2-64 16,0 4 4-1,0-3 11-15,-1 3 13 0,5 0-24 16,4 0 56-16,0 3-44 0,0 3-12 0,-5 1 0 15,1-1 64-15,-4 0-40 0,-4 1-12 0,0 0-40 16,-4-5-56-16,-5 2-152 0,2-1 28 16,-10 0-120-16,6-3-212 0,-10 0-372 0,2 3-540 0,-1-3-840 15,-4 0-2205-15,-1 0-3655 16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cm"/>
          <inkml:channel name="T" type="integer" max="2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cm"/>
          <inkml:channelProperty channel="T" name="resolution" value="1" units="1/dev"/>
        </inkml:channelProperties>
      </inkml:inkSource>
      <inkml:timestamp xml:id="ts0" timeString="2023-07-06T02:44:1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18088 2603 9896 0,'0'0'4573'0,"0"0"-3565"16,0 0-480-16,0 0-72 0,0 0 376 15,0 0 332-15,0 0-168 0,104-22-52 0,-64 29-372 0,8-4-144 16,3-3-16-16,5 0 193 15,4 0-69-15,0-3-344 0,-4-4-84 16,7-3-96-16,-3-3-12 16,4-1-48-16,3-6-48 0,-3-2-280 0,-4-1-288 0,-8-2-105 15,-12 3-487-15,-9-3-896 0,-10 6-2336 16,-14-11-2729-16</inkml:trace>
  <inkml:trace contextRef="#ctx0" brushRef="#br0">18885 1828 2764 0,'0'0'2984'0,"0"0"2841"15,0 0-4573-15,0 0-572 16,0 0 308-16,0 0-140 0,-60 83-8 0,49-42 64 16,3 7-260-16,-5 6-148 15,6 9-116-15,-10 4-36 0,2 12-96 0,-6 2-28 16,2 7 24-16,-1 7-48 0,-4 4-24 0,4 2 36 15,0 0-108-15,0 1-52 16,5-6 56-16,-2-11-100 0,6-5 104 16,3-11-100-16,3-8 64 0,5-7-68 15,0-10 44-15,5-6 124 0,-1-3 84 0,3-6 36 16,1-4-52-16,1-3-104 0,-5-2-71 16,0-5-65-16,-1-5 0 0,-3 0 8 15,0-4 0-15,0-3 4 0,0-3 84 16,0 0 52-16,-3 0 56 0,-10 0 76 15,-6-3-76-15,-9-3-200 0,-8-7-4 0,-8-3-56 16,-4-3-40-16,0-4-220 16,-4-2-108-16,-7-4-61 0,3 1-15 0,0 3 136 15,8-1-88-15,1 7 36 0,11 3 96 16,12 7-48-16,4-1-136 0,12 8-572 16,4-2-964-16,0 1-1928 0,4-1-2281 0</inkml:trace>
  <inkml:trace contextRef="#ctx0" brushRef="#br0">19053 1813 2444 0,'0'0'184'0,"0"0"-184"0,0 0 2668 16,0 0-196-16,0 0-836 16,0 0-384-16,0 0 9 0,0 0-33 15,0 0-68-15,0 0 0 0,15-13-140 16,-15 13-148-16,0 0-16 0,4 0 64 0,-4 0-108 16,0 0-104-16,0 0-64 0,0-4-59 0,0 4-161 15,0-2-84-15,0-1-36 16,0 0-112-16,0-4-12 0,0 0-108 15,-4 2-64-15,0-6 0 0,-3 5-8 16,-1-2-8-16,-1-3-100 0,-2 5-60 16,-2-1-36-16,-2 4-40 0,-2 3-36 0,6 0-56 15,-10 0 19-15,6 7-63 0,-1 2 16 16,-4 4 36-16,0 3-12 0,5 3-140 16,-6 0-192-16,10 0-264 0,-6 3-492 15,6 4-684-15,-2-4-912 16,2 6-2293-16,3-8-531 0,-5 12 5432 0</inkml:trace>
  <inkml:trace contextRef="#ctx0" brushRef="#br0">19961 2251 7584 0,'0'0'1504'0,"0"0"-600"0,0 0-488 16,0 0 549-16,0 0 51 0,24-67-108 16,-24 60-72-16,4 1-176 0,-4 0-104 0,0 6-68 15,0-2-32-15,0 2-120 0,0 0-12 16,-4 0 88-16,0 2-16 0,-9 4-148 16,2 7-24-16,-6 6-76 0,-2 4-40 15,-5 8-20-15,0 4-28 0,1 6-44 16,3 3 32-16,-5 5-36 0,5-2 100 15,5 4-104-15,3-6 4 0,3-4-4 0,6-3 64 16,3-10 4-16,7-6 32 0,10-3 88 16,-6-6-24-16,10-4-72 0,-1-2-52 15,-1-4 36-15,5-3-84 0,0 0-12 16,0-3-136-16,3-6-256 0,-2-1-64 16,-1-3-200-16,-4 1-24 0,-5 2-320 0,-2-3-524 15,-5 4-664-15,-4 2-673 0,-4-8-2571 16</inkml:trace>
  <inkml:trace contextRef="#ctx0" brushRef="#br0">19861 2552 732 0,'0'0'7096'16,"0"0"-5304"-16,0 0-784 0,0 0-367 15,0 0 143-15,0 0 368 0,0 0-56 16,0 0-416-16,79-44-164 0,-46 34-224 15,3 1-32-15,4-1-52 0,-1 4-20 16,-3-4-140-16,1 1-48 0,-6 0-164 0,1-1-152 16,0 1-160-16,-4-1-496 0,-5-3-616 15,-3 6-2485-15,5-8-3511 0</inkml:trace>
  <inkml:trace contextRef="#ctx0" brushRef="#br0">20670 2108 7928 0,'0'0'5281'0,"0"0"-4249"0,0 0-400 0,0 0 188 0,92 0 556 16,-61-3-260-16,5 0-388 0,-4-4-432 15,0 1-296-15,5-3-36 0,-2-1-212 0,-3-3-504 16,0-3-512-16,0 1-596 15,-8 2-2056-15,4-6-2277 0</inkml:trace>
  <inkml:trace contextRef="#ctx0" brushRef="#br0">20961 2002 6672 0,'0'0'3116'0,"0"0"-1467"0,-36 93 107 0,28-49 324 16,-4 17-460-16,0 2-184 0,4 13-264 0,0 1-136 15,5 5-536-15,-1-3-184 0,0-2-108 16,4-7-60-16,0-13-68 16,4-10-80-16,7-5-8 0,1-14-64 0,4-3 60 15,0-8 0-15,0-5-132 0,-1-1-160 16,6-9-268-16,-9-2-28 0,4 0-84 0,-5-9-228 16,-2-7-524-16,-1-3-1216 15,-4 2-1985-15,-1-20-1551 0</inkml:trace>
  <inkml:trace contextRef="#ctx0" brushRef="#br0">20945 2470 2904 0,'0'0'9937'15,"0"0"-8425"-15,0 0-852 0,0 0-8 16,0 0 716-16,0 0-68 0,0 0-312 16,88 22-412-16,-64-19-320 0,-1-3-112 15,1 0-104-15,4-6-40 0,4-4-320 16,-4-2-292-16,8-1-236 0,-1-3-280 15,6-1-584-15,-13 3-1496 0,11-9-4861 0</inkml:trace>
  <inkml:trace contextRef="#ctx0" brushRef="#br0">21650 2196 14617 0,'0'0'1952'0,"0"0"-1604"0,0 0-336 15,96-31 336-15,-57 18 236 0,2 0-188 16,-2-2-396-16,1 2-100 16,-4 0-84-16,4 0-100 0,-8-2-240 0,0 2-704 15,-4 0-1312-15,-9 4-2585 0,1-5-2931 16</inkml:trace>
  <inkml:trace contextRef="#ctx0" brushRef="#br0">21941 2184 5744 0,'0'0'4932'0,"0"0"-3039"16,-44 98-73-16,29-53-196 0,-5 9-24 16,3 3-20-16,-2 3-320 15,2-2-504-15,6-4-320 0,3-4-71 0,8-8 135 16,0-5 44-16,12-7-328 0,8-5-108 0,-5-3-56 15,10-6-52-15,-1-7-4 16,-1 1-84-16,5-10-32 0,-4 0-232 16,4-6-132-16,0-11-73 0,0-1-147 0,-4-8-336 15,-1-6-1048-15,-6 7-2696 16,3-23-3665-16</inkml:trace>
  <inkml:trace contextRef="#ctx0" brushRef="#br0">22328 2346 11385 0,'0'0'1848'16,"0"0"-452"-16,0 0 100 0,0 0 104 0,52 80-156 15,-41-61-488-15,1-4-468 0,4-2-320 16,5 0-116-16,-2-1-52 0,5-6-100 16,4-2-264-16,4-1-420 0,7-3-472 15,-3-3-756-15,-8-1-2328 0,13-11-2977 0</inkml:trace>
  <inkml:trace contextRef="#ctx0" brushRef="#br0">22702 2226 2492 0,'0'0'9297'0,"0"0"-7633"0,-64 82-168 0,36-41 528 16,-11 13 64-16,3 3-252 0,-5 4-583 15,2-1-381-15,3-6-376 0,1-3-328 0,3-4-168 16,8-11-160-16,7-5-240 15,6-12-180-15,11-6-76 0,0-7 11 16,11-6-207-16,6 0-744 0,7-17-1236 0,-5 6-2176 16,25-28-3861-16</inkml:trace>
  <inkml:trace contextRef="#ctx0" brushRef="#br0">22977 2139 10876 0,'0'0'2309'0,"0"0"-609"15,0 0 176-15,0 0-352 16,0 0-564-16,80-6-348 0,-57 6-280 0,1 0-160 0,0 6-112 16,1 7-60-16,3 4 0 15,-5 2 8-15,1 6 64 0,0 3 100 16,-4 7 24-16,-4 0 24 0,0 3 32 0,-8 4-44 16,-4 2-64-16,-4-3-140 15,-4 4 0-15,-4-1 4 0,-5 1-8 16,2-4-8-16,-5 0-4 0,4-3 0 0,4 1 12 15,4-8 0-15,-4-5 12 0,4-4-4 16,0 0-4-16,0-6-4 16,0 0-8-16,0-1 8 15,-4-2 4-15,0 1-4 0,0-9-48 16,-8 2-168-16,-3-5-124 0,-9 3-28 0,-8-5-216 0,-5 0-300 16,-6 0-556-16,8 0-1440 0,-30-11-4241 0</inkml:trace>
  <inkml:trace contextRef="#ctx0" brushRef="#br0">20271 3879 6748 0,'0'0'1804'0,"0"0"1477"16,0 0-1681-16,0 0-256 0,92 26-288 15,-68-7 0-15,0 3-136 0,-4 3-244 16,-4 5-292-16,-4-2-128 0,0 0-180 0,-8 1-64 16,0-1-12-16,0-5 0 0,-4 2-48 15,0-5-16-15,0-6-180 16,0-3-28-16,0-5-136 0,0-3 40 0,0-3 8 15,4 0 12-15,8-9-52 0,0-7-12 16,-1 0 32-16,6-10-72 0,-6 5-204 16,6-5-180-16,-6 3 20 0,2 4 280 0,-2 7 396 15,-3 9 140-15,5 3 196 16,-2 6 492-16,-3 10 292 0,1 3-184 16,-2 4-40-16,1 2-128 0,-8-3-140 0,4 0-128 15,0-4-188-15,0-1-172 0,0-4-4 16,0-7-44-16,4-3-28 0,4-3 76 15,0-3 124-15,4-6 112 0,0-4-236 16,-1-3-72-16,2-3-40 0,-2 0-112 0,-6 3 112 16,3 0 12-16,-5 4 56 15,-3 2 44-15,0 3 8 0,1 7-8 0,-1 0-148 16,0 0 148-16,-1 0 0 0,1 10 312 16,4-1-88-16,-3-2-36 15,-1 6 8-15,3-5-72 0,-3 3 48 0,0-5-160 16,0-3-8-16,0 3-4 0,5-6 0 15,-6 0-8-15,5 0-4 0,0 0-112 16,-4-6-468-16,4 0-232 0,0-4-144 16,0-2-204-16,-4-1-124 0,-1 4-176 0,2-1 223 15,-1 3 669-15,0 4 580 0,0 0 220 16,0 3 164-16,0 0 377 0,4 0 231 16,0 3-200-16,-4 0-80 0,4 7 100 15,-1-1 160-15,-2 1-128 0,3 3-172 0,-4-4-248 16,0 1-152-16,-1-4-208 15,1 0-64-15,0-3-124 0,5 1-28 0,-1-4-68 16,-1 0-316-16,1 0-320 0,1 0-224 16,2-7-140-16,-3 1-632 0,1 0-1129 15,-2-4-1955-15</inkml:trace>
  <inkml:trace contextRef="#ctx0" brushRef="#br0">21252 3965 4892 0,'0'0'2788'15,"0"0"-908"-15,0 0-371 0,0 0 107 16,-12 73-136-16,12-54-456 15,0 1-384-15,0-5-476 0,0 2-156 0,0-9 4 16,0 3 0-16,4-5-12 0,0-3 0 16,4 0-88-16,-5-3-36 0,1 0-216 15,1-3-544-15,3 0-308 0,-4-7-496 0,0 0-689 16,-1 5-1591-16,5-12-612 0</inkml:trace>
  <inkml:trace contextRef="#ctx0" brushRef="#br0">21483 3527 3484 0,'0'0'3964'0,"0"0"-2484"16,0 0-536-16,0 0 285 0,0 0-73 15,0 0-8-15,0 0-80 0,0 0-236 16,0 0-164-16,0 0-64 0,4-13-108 0,-4 36 300 15,0 8 80-15,4 8-260 0,0 5 168 16,0 10-224-16,0 4-120 0,-4 2-172 16,3 9-64-16,1-2 89 0,1-3-245 0,-1-8 0 15,4-5-36-15,3-13 36 16,6-10-48-16,3-8-12 0,-1-7-40 0,2-7 4 16,3-3 44-16,-1-3-56 15,-3-6-109-15,4-7-223 0,0-3-168 16,-1-5-172-16,-6-5-308 0,-6-2-628 0,-2-2-932 15,-9 5-1877-15,-9-6-1419 0</inkml:trace>
  <inkml:trace contextRef="#ctx0" brushRef="#br0">21475 3845 10844 0,'0'0'1813'0,"0"0"-753"16,0 0 420-16,0 0 452 0,0 0-348 15,0 0-284-15,91 9-468 0,-50-9-396 16,2-3-192-16,6 0-244 0,-6-7-36 0,9 4-100 15,-5-3-192-15,2-1-328 16,-2 4-424-16,1 0-744 0,-16 1-1980 0,15 3-2833 16</inkml:trace>
  <inkml:trace contextRef="#ctx0" brushRef="#br0">22567 4142 12345 0,'0'0'1632'0,"0"0"-984"16,0 0-472-16,0 0 316 0,0 0 916 16,-84 59 68-16,72-34-256 0,4 0-548 15,4-3-144-15,4-3-224 0,4-9-196 0,8-1-104 16,4-9 156-16,8 0 20 0,0-9-128 0,8-7-52 15,0-6-200-15,-1-7-228 16,-3-3-340-16,-3 4-276 0,-6-5-300 16,1 3-104-16,-12 2-152 0,-4 1 64 0,-4 2-28 15,-4 3 27-15,-8 6-43 16,-4 4 1580-16,-3 1 856 16,-2 11 384-16,1 0 25 0,1 11-341 0,-2 3 32 0,6 3-120 15,-1 2 276-15,4-3-444 0,7 3-668 16,5-7-16-16,0 1-324 0,5-3-424 15,10 0-592-15,6-8-164 0,7-2 300 0,4-2 43 16,7-8 325-16,1 3 852 16,4-2 12-16,3 0 660 0,-2-1 492 15,2 0 417-15,-3 1-113 0,0-1-64 0,-5-2-160 16,2-1-596-16,-5-6-348 16,-1-4-300-16,1-2-40 0,-4 0-692 0,-4-7-940 15,-8 7-2501-15,4-10-3523 0</inkml:trace>
  <inkml:trace contextRef="#ctx0" brushRef="#br0">23085 3682 7948 0,'0'0'2872'0,"0"0"-755"0,-20 77-389 16,16-40-48-16,4 15 32 0,0-2-268 16,4 11-344-16,3-1-296 0,1 5-123 15,5-3-257-15,-6-1-160 0,-3-1-168 0,0-3-92 16,-4-3 48-16,0 3-44 0,0-6-8 15,-8-1 0-15,-3-2-12 0,-2-3-112 16,2-7-56-16,-1-3-88 0,-4-6 4 16,4-7-5-16,0-7 25 0,0-8-12 15,0-4-36-15,-4-3-120 0,5-10-28 16,-6-9-24-16,6-6-224 0,2-7-324 16,1-9-756-16,4 6-2332 0,4-22-3549 0</inkml:trace>
  <inkml:trace contextRef="#ctx0" brushRef="#br0">24017 3912 13461 0,'0'0'2564'15,"0"0"-1584"-15,0 0-136 0,0 0 340 16,0 0-276-16,0 0 164 0,103 18-280 0,-62-20-343 15,6-12-205-15,1-8-244 0,3-3-116 16,2-10-344-16,-5-3-341 0,-1 0-371 16,-7-4-696-16,-4 1-1248 0,-12 13-2397 15,-4-17-3203-15</inkml:trace>
  <inkml:trace contextRef="#ctx0" brushRef="#br0">24332 3382 3464 0,'0'0'6884'15,"0"0"-5275"-15,-44 63-281 0,32-29 324 0,0 8 84 16,8 0-184-16,0 5-384 0,4 0-472 16,8 5-376-16,4 2-100 0,4 2 36 15,-1 4 156-15,2 3 221 0,2-2-293 16,-2 0-72-16,-2-4-196 0,1 0 12 16,-8-6-80-16,1-1-4 0,-5-1-48 0,-4-2 36 15,0-6-36-15,0 0-24 0,-4-2-16 16,-5-4 28-16,1 0-36 0,1-4-12 15,-6-2-40-15,5-4-20 0,-3-6 95 16,-2-3-123-16,2 0 16 0,3-7-4 16,4 1-24-16,-5-7 28 0,6 1-16 0,-1-4-108 15,0 0-4-15,4 0 40 0,-4 0 36 16,-5-7 8-16,2 0 116 0,3-2 32 16,-4-4 16-16,0 5-28 0,4-3 80 15,-4-2-152-15,4 4 64 0,0-4-88 16,-4 4-40-16,0-4-36 0,0 4-284 0,-4-7-340 15,-4 3-448-15,1-4-684 0,-2 3-937 16,-7-5-2459-16</inkml:trace>
  <inkml:trace contextRef="#ctx0" brushRef="#br0">25543 3914 7824 0,'0'0'340'0,"0"0"3713"16,0 0-3041-16,0 0-72 15,0 0 208-15,0 0 124 0,0 0-204 0,0 0-376 16,0 0-260-16,-80-22-60 0,64 39 68 15,-3 4 208-15,-2 12 36 0,1 5-76 16,1 3-59-16,-1 1-173 0,8-5-136 0,3-12-20 16,6-3-124-16,3-8-84 0,3-8-12 15,10-3-80-15,6-3-20 16,5-3-56-16,0-10 24 0,8-6-124 0,0-3-84 16,0-7-61-16,0 1-111 0,-4-1 124 15,-4 0 60-15,-5 6 132 0,-2 2 60 16,-10 2-24-16,1 5 160 0,-8 6 88 15,5-2 96-15,-5 7 156 0,0 3-24 0,0 0-60 16,0 0 48-16,-5 9-96 0,5 3 36 16,-4 9 97-16,4 0-1 15,-4 5-4-15,4-4-20 0,0-3-112 0,0 0-204 16,4-10-100-16,9-2-224 0,2-4-4 16,2-3-60-16,7-12-37 15,3-8-183-15,1-8-540 0,4-5-1352 0,-8 5-2704 0,11-16-2321 16</inkml:trace>
  <inkml:trace contextRef="#ctx0" brushRef="#br0">26212 3363 11669 0,'0'0'2568'0,"0"0"-992"0,0 0-24 16,4 101 164-16,-4-53 8 0,0 3-251 15,0 2-373-15,0 4-204 0,4 4-476 16,5-4-296-16,-2-3-124 15,5-1-56-15,0-9-196 0,0-4-156 0,4-12-148 0,-4-3 0 16,3-6 36-16,-2-6-40 0,-1-7-281 16,-12 0-891-16,0-1-1432 0,-4-5-2601 15,-20 0-2059-15</inkml:trace>
  <inkml:trace contextRef="#ctx0" brushRef="#br0">25954 3870 13105 0,'0'0'1852'16,"0"0"-844"-16,0 0 32 15,0 0 348-15,0 0-244 16,0 0-20-16,0 0-468 0,95-25-240 0,-48 12-51 0,13 0-137 16,4-3-228-16,0-3-120 0,4 0-100 15,0-4-133-15,-1 4-423 0,1-2-412 16,-5 1-1004-16,-18 5-3204 0,15-7-5953 0</inkml:trace>
  <inkml:trace contextRef="#ctx0" brushRef="#br0">27762 3337 11437 0,'0'0'1872'16,"0"0"-1224"-16,0 0 316 0,0 0 732 16,44 101-180-16,-44-57-308 0,0 8-292 15,-12 5-196-15,-8 0-136 0,-4 4-35 16,-4-2-5-16,-4-1-168 0,-3 0-232 0,-1-8-96 15,-5-6-44-15,2-3-4 16,3-9 60-16,4-10-60 0,4-6-8 0,0-7-52 16,4-9-240-16,1 0-112 0,3 0 36 15,0-9 59-15,4-3 73 0,0-5 112 16,8-1 8-16,0-5 40 16,4-2-12-16,4-6 32 0,0-2 64 0,8 1 0 15,8 7 16-15,0 0 56 0,4 9 60 0,8 3 52 16,-1 7-16-16,5 6-20 15,5 0 33-15,2 6 63 0,1 7 24 0,-1 3-16 16,2 3-80-16,-1 3-148 0,-1-2-24 16,2-1-172-16,-10-1-252 15,1 4-401-15,0 1-283 0,0-1-472 0,-13 0-1244 16,5 10-5305-16</inkml:trace>
  <inkml:trace contextRef="#ctx0" brushRef="#br0">21865 5524 4608 0,'0'0'2968'0,"0"0"2345"16,0 0-3849-16,0 0-328 0,0 0 196 0,92 10 156 15,-45-10-356-15,5 2-348 16,1-2-416-16,-1 0-248 0,-9 0-112 0,-3 0-8 16,-5-2-44-16,-3-1-52 0,-4 0-236 15,-4-4-400-15,-7 3-276 0,-6 2-268 16,-11 2-732-16,0 0-1184 0,0 0-2757 0,-20 2-134 16</inkml:trace>
  <inkml:trace contextRef="#ctx0" brushRef="#br0">22101 5632 1004 0,'0'0'6504'0,"0"0"-4608"0,0 0-347 0,0 0 55 16,0 0-112-16,0 0 200 0,0 0-448 15,103 60-276-15,-63-54-340 0,8-1-124 16,4-5-148-16,-1-5-124 0,1-7-232 16,4 3-120-16,-5-7-236 0,5 0-508 15,0 0-384-15,-16 3-952 0,16-5-4041 16</inkml:trace>
  <inkml:trace contextRef="#ctx0" brushRef="#br0">23598 5479 13845 0,'0'0'1720'0,"0"0"-988"0,0 0-532 0,0 0 536 16,0 0 352-16,0 0-4 0,0 0-152 0,0 0-68 0,45 32-352 16,-26-15-199-16,-6 2-117 0,-2-5-76 0,-3 3-112 15,1-1-8-15,-6-7-56 0,-3 1-76 16,4-3-209-16,-4-7-123 0,0 3-56 15,0-3-20-15,0 0 64 0,0 0 24 0,0-3-4 16,4-4 64-16,4-6 168 0,4 1-96 16,-4-8 72-16,4-1-88 0,4 2-48 15,-4 0 172-15,-5 6 200 0,2 3-64 16,-5 8 76-16,-4 2 52 0,0 0 220 0,0 8 224 16,0 5 112-16,0 3-164 15,0 3-12-15,-4 2-16 0,0-1-120 16,4-1 56-16,-5-6-144 0,5-3-208 0,0-4-72 15,0-3 72-15,9 0 184 0,-1-3-28 16,7 0-44-16,2-6-104 16,3-3 64-16,-1-4-72 0,1 0-48 0,1 4-12 15,-6-1-12-15,-2 3-28 0,-2 7-60 16,1 0 124-16,0 0 36 0,0 4 280 16,-4 5-12-16,8 4 124 0,-4 0 80 0,0 0-67 15,0 2-141-15,4 1-104 16,-4-3-64-16,-1 3-88 0,2-4-8 15,-2 1-4-15,1-1-44 0,-3 2-48 0,2-5-100 16,-3 1-413-16,1-1-351 0,2 0-224 16,6-2-692-16,-10-4-2172 0,21-3-2105 15</inkml:trace>
  <inkml:trace contextRef="#ctx0" brushRef="#br0">24571 5505 11997 0,'0'0'2208'0,"0"0"-956"0,0 0 280 15,0 0 176-15,0 0-140 0,0 0-168 0,0 0-331 16,-80 80-389-16,56-55-140 0,1 0 232 16,6-6-384-16,2-6-280 0,6-3-108 15,5-3-48-15,4-5-24 0,0-2 12 16,0 0-60-16,0 0-196 0,4 0-140 0,5 0-16 16,2 0 304-16,1 0 44 0,4 0-56 15,-4-2 24-15,0-2 12 0,0 1 32 16,-4-1 100-16,0 1 0 0,0 3-36 15,-4 0 48-15,4 0 232 0,0 3 92 16,0 8 64-16,4-3-60 0,0 3-52 16,0 1-144-16,-1 1-84 0,2-1-40 15,2-2-8-15,2 3-40 0,-2-8-92 0,2 2-184 16,-2-1-128-16,-2-6-112 16,2 0-76-16,1-3-145 0,-4-7-551 15,4-5-1192-15,0-4-1616 0,0 2-1413 16,4-8-1411-16</inkml:trace>
  <inkml:trace contextRef="#ctx0" brushRef="#br0">24977 5470 10016 0,'0'0'3849'0,"0"0"-2221"0,0 0 80 16,0 0 204-16,56 89-124 0,-40-60-231 0,4-4-565 16,4-3-400-16,0 0-304 15,-1-6-192-15,5-3-96 0,0-7-112 0,0-2-336 16,4-4-204-16,-4 0-160 0,4-7 23 15,0-5-255-15,-4-4-748 0,0-3-1120 0,-4 0-1836 16,-9 3-273-16,-2-10 185 0</inkml:trace>
  <inkml:trace contextRef="#ctx0" brushRef="#br0">25435 5470 6640 0,'0'0'4669'16,"0"0"-3665"-16,0 0 320 0,0 0 120 0,-95 16-296 16,63 7-48-16,-4 8-184 15,-8 7-216-15,-3 4-48 0,-2-1 264 16,2 3-148-16,-5-2-340 0,8-1-344 0,0-3-84 15,9-7-304-15,-1 4-684 0,4-5-332 0,4-2-572 16,4-10-2016-16,-4 5-2537 16</inkml:trace>
  <inkml:trace contextRef="#ctx0" brushRef="#br0">25894 5375 9036 0,'0'0'3173'0,"0"0"-1653"16,0 0-192-16,0 0-92 0,0 0 344 15,84 0-176-15,-69 10-360 0,-3 2-304 16,0 4-132-16,-4 0-179 0,-4 3-153 16,0 3-104-16,-4 0-52 0,0-3-112 0,0-2-4 15,0-2-4-15,0-5-48 16,0-2-12-16,0-3-24 0,0-3-148 0,0-2-96 15,0 0-37-15,0 0-23 0,8-7 48 16,4-4 132-16,8-5 148 16,0-7-52-16,0-2-8 0,0 0-76 15,3-1-12-15,-3 4 96 0,-4 6 104 0,-4 7 0 0,0 2 8 16,-3 7 4-16,-2 0 252 0,1 4 160 16,0 8 12-16,-4 1-4 0,1 0 16 15,-2 6-87-15,-3 0-137 16,0-1-44-16,0 1-28 15,0-2-36-15,0-4-48 0,0 2-60 0,0-5-8 0,0-2-52 16,0-1 12-16,0 0-12 0,0-4-120 0,0 0-148 16,0-3-113-16,0 4-55 15,0-4-112-15,0 3-76 0,0-3-300 0,4 3-832 16,0-3-1004-16,0 3-2541 0,8-3-3055 16</inkml:trace>
  <inkml:trace contextRef="#ctx0" brushRef="#br0">26491 5391 6340 0,'0'0'4464'0,"0"0"-1263"0,0 0-929 16,0 0-892-16,-19 88 64 0,19-64 52 0,0-3-268 15,0-2-463-15,0-3-413 0,7-3-220 16,1 0-48-16,4-4-84 15,4-3-84-15,4-3-36 0,4 1-100 0,0-4-20 16,4-13 8-16,3 0-12 0,1-7-21 16,-4-1-27-16,-4 2 24 0,-4 1 132 15,-4 1 40-15,-4 1 0 0,0 7-16 16,-8-1 112-16,0 7 60 0,-4 0 64 16,0 3 204-16,0 3 72 15,0 3-7-15,0 4-57 0,-4 5 4 0,0 9 24 0,4-3-88 16,-4 2-80-16,4-9-76 15,0 0-120-15,4-4-4 0,8-7-140 0,0-3-124 16,8 0 28-16,8-13-100 0,0-6-192 16,3-6-209-16,1-8-307 15,0-4-560-15,-4-1-836 0,0 0-744 0,-8 6-1713 0,12-18-979 16</inkml:trace>
  <inkml:trace contextRef="#ctx0" brushRef="#br0">27276 4905 7868 0,'0'0'4389'0,"0"0"-2477"0,0 0 92 0,12 83-296 16,-12-45 88-16,0 3-220 0,-4 1-639 16,0-1-537-16,0-6-316 0,1-4-84 15,3-2-64-15,3-10-44 0,9-6-160 16,4-4 24-16,4-3-21 0,4-2 69 16,0-2 24-16,0-2-120 0,3 5-12 15,-3-3 60-15,0 7 36 0,0 8 88 16,1-1 120-16,-10 5 140 0,5 5 116 0,0 0 60 15,-8-1-48-15,4 0-112 0,-4-3-20 16,0 1-16-16,-5-4-12 0,-3-3 28 16,1 0-3-16,-1-7-21 0,-4 4-28 15,0-7 60-15,-4 3 40 0,-5-2-16 16,-6-1-24-16,-5 1-72 0,-4-4-56 0,0 0 32 16,0 0-36-16,0-3-12 0,0 0-208 15,9-6-264-15,-2-4-113 0,6-6-47 16,3-6-136-16,8-6-700 0,0-5-1016 15,8 8-2136-15,7-6-3481 0</inkml:trace>
  <inkml:trace contextRef="#ctx0" brushRef="#br0">27881 5457 1212 0,'0'0'2572'0,"0"0"4172"0,0 0-4267 15,0 0-645-15,0 0-384 0,0 0-192 0,0 0 20 0,0 0-296 16,32 0-296-16,-12-3-304 0,8-6-124 16,4-7-148-16,0-6-108 0,4-4-244 15,0-2-220-15,-8 3-96 0,0 0 96 0,-8 1-4 16,-9 6-48-16,-7 2-52 0,0 0 144 16,-4 3 264-16,-4 0 160 0,-7 7 148 15,-6 0 52-15,2 6-16 0,-5 0 112 16,0 12-48-16,-8 5 84 0,4 8 100 15,0 9 144-15,0 1-52 0,1 7-72 16,2-1-124-16,5-6-72 0,4-3-144 16,5-10-112-16,7-5-72 0,0-9-268 15,11-2-24-15,6-6-16 0,2 0-24 16,5-8-208-16,4-9-508 0,4-5-1148 0,-8 3-2500 16,8-9-2153-16</inkml:trace>
  <inkml:trace contextRef="#ctx0" brushRef="#br0">28336 5216 6808 0,'0'0'4533'0,"0"0"-2525"0,0 0-132 0,0 0-192 16,0 0-396-16,76 73-128 0,-68-51-180 0,0 7-212 15,-5-3-248-15,-3-1-155 16,0 0-169-16,0 1-160 0,-3-7-36 0,-1-1-72 16,0-5-52-16,4-2 52 0,-4-5 0 15,4-4 23-15,0-2-87 0,0 0-80 0,0 0-40 16,0 0 60-16,4-2-8 15,7-9 104-15,6-1-44 0,2-10-140 16,5-4-104-16,4-5-348 0,8-8-608 0,3 5-1056 16,-11 5-1808-16,25-15-2877 0</inkml:trace>
  <inkml:trace contextRef="#ctx0" brushRef="#br0">29200 5191 14765 0,'0'0'2596'15,"0"0"-1188"-15,0 0-436 0,-11 82 164 0,7-59-188 16,4-8-415-16,0-2-385 0,4-3-140 16,4-4-8-16,-1 1 12 15,6-4-12-15,2 0-196 0,5-3-20 0,0-6 8 16,4-5 87-16,0-1-3 0,0-1 112 15,0-2-48-15,-1-2-36 0,2-1 24 16,-5 5 64-16,-1 0 8 0,-6 4-64 16,2 6-68-16,-2 3 120 0,-6 0 12 15,5 3 124-15,-3 9 72 0,-2 1 36 16,-3 6-232-16,-4 7 0 0,0-1-100 0,-8 1-312 16,-8 5-440-16,-3 4-656 15,-2-10-2508-15,-22 23-4121 0</inkml:trace>
  <inkml:trace contextRef="#ctx0" brushRef="#br0">22674 6692 5832 0,'0'0'248'15,"0"0"4737"-15,0 0-3229 0,0 0 240 16,0 0-320-16,0 0-372 0,36 71-180 16,-28-46-376-16,-4 0-184 0,4-3-148 15,-4 2-28-15,0-6-72 0,0 4-96 0,0-6-100 16,-4 0-104-16,0 3-4 0,0-3-12 16,0 3 0-16,-4 0-4 15,-4 1-4-15,0-2-44 0,-3 1 40 0,2-3-36 16,5-7 36-16,-4 1-84 0,4-3-112 0,4-7-168 15,0 0-100-15,0 0 36 0,0 0-24 16,4-7-28-16,4-3-24 16,0 1 192-16,4-4-108 0,0 8-12 0,-4-2 156 15,0 0 100-15,-4 7 4 0,-4 0 184 16,4 0 96-16,-4 4 416 0,0-1 20 16,0 4-12-16,0-5-88 0,0 4-76 0,0 1-120 15,0 3-236-15,0-2-52 16,0 3-464-16,0 1-348 0,0-3-204 15,0 1-1184-15,4-8-1625 0,12-2-1771 0,-36-87 584 16</inkml:trace>
  <inkml:trace contextRef="#ctx0" brushRef="#br0">23327 6452 1500 0,'0'0'1472'0,"0"0"4708"0,0 0-3355 16,0 0-629-16,0 0-356 0,69 84-140 15,-58-35-284-15,6 5-264 0,-6 6-92 0,5 4-315 16,0-1-201-16,1-3-192 0,-2-3-340 16,5-6-12-16,-4-7-148 0,4-8-188 15,-5-7-76-15,-2-8-137 0,-2-4-119 16,-3-5-88-16,-3-6-324 0,-5-2-1024 16,-5-4-2668-16,-14 0-2481 0</inkml:trace>
  <inkml:trace contextRef="#ctx0" brushRef="#br0">23224 6924 6584 0,'0'0'1844'0,"0"0"3497"16,0 0-3433-16,0 0-216 0,0 0-332 15,0 0-304-15,0 0 20 0,99-32-324 0,-50 24-375 16,7 1-169-16,0 0-112 16,2-2-96-16,-2 2-92 0,0 1-104 15,0 0-93-15,0-1-359 0,-5 4-548 0,-2 0-696 16,-10 3-3128-16,9 0-4917 0</inkml:trace>
  <inkml:trace contextRef="#ctx0" brushRef="#br0">22857 6569 4472 0,'0'0'664'0,"0"0"4116"0,0 0-2691 16,0 0-441-16,0 0-396 15,0 0-20-15,0 0-204 0,0 0-108 0,0 0-304 16,0 0-308-16,-79 31 12 0,43-2-4 16,0 3 64-16,0 3 352 0,4-3-160 15,8-1-120-15,5-2-75 0,6-7 11 16,13-3-172-16,0-3-204 0,4 0 36 15,13 3-40-15,3 0 68 0,3-1 152 16,9 1-144-16,-4-2-80 0,4-1-4 16,-1 0-72-16,-3-4 60 0,-7 4-72 0,-1-3 12 15,-5 3 64-15,-3 1-36 0,-3-2 44 16,-5 3 60-16,-4 1-48 0,0 1-4 16,-4-1 40-16,-9 3-48 0,2-3-8 15,-6 0-112-15,-2-3 32 0,2 0 4 16,2-4 24-16,-5-2-96 0,0-3-148 0,4-1-60 15,-4-3-49-15,1 3 21 0,-6-6-80 16,5 3-128-16,-4-3-196 0,1 0-448 16,6 0-12-16,6 0-492 0,2 0-900 15,9-3-2857-15</inkml:trace>
  <inkml:trace contextRef="#ctx0" brushRef="#br0">23248 7217 5044 0,'0'0'4172'0,"0"0"1773"0,0 0-4149 15,0 0-432-15,0 0-268 0,0 0-216 16,0 0-392-16,0 0-488 0,0 0-352 16,0 0-528-16,-44 66-240 0,44-63-404 0,0 0-2368 15,0 0-5261-15</inkml:trace>
  <inkml:trace contextRef="#ctx0" brushRef="#br0">25563 6817 560 0,'0'0'8644'0,"0"0"-6371"0,0 0-645 16,0 0-572-16,0 0 44 0,0 0 156 15,0 0-236-15,0 0-288 0,0 0 32 0,0 0-52 16,-75 25-16-16,54-6-36 0,1 9-152 16,1 7-55-16,-2 13 259 15,5 9-84-15,4 6-168 0,5 8-168 0,-1 1-52 16,3-1-84-16,5-8-112 0,0-3-44 16,0-11-60-16,5-9-96 0,10-11 60 0,10-7-192 15,3-6-28-15,7-7-36 16,5-6-204-16,0-3-120 0,0-9-105 15,-1-10-363-15,-3-3-1120 0,-12 3-2536 0,8-13-3913 16</inkml:trace>
  <inkml:trace contextRef="#ctx0" brushRef="#br0">25905 7013 1708 0,'0'0'11433'0,"0"0"-9165"0,0 0-712 0,40 93-44 15,-24-56 24-15,1 2-184 16,-2-4-255-16,2-3-481 0,-2-4-388 0,5-2-216 16,3-1-12-16,-2-3-84 0,-1-3-156 15,-1 0-208-15,1-7-269 0,1-5-231 16,-2-7-92-16,1 0-904 0,4-7-2292 16,-12-2-2233-16</inkml:trace>
  <inkml:trace contextRef="#ctx0" brushRef="#br0">26272 7017 4712 0,'0'0'4416'0,"0"0"289"0,0 0-3589 0,0 0-124 16,-99 9 312-16,67 17 8 0,0 8-232 15,-4 11-320-15,0 2-272 16,0 1-148-16,4 3-48 16,0-6-136-16,8-4-156 0,1-4-104 0,3-1-368 0,-1-5-324 15,2-2-156-15,7-7-208 0,0-4-740 0,4-7-2172 16,8-5-2573-16</inkml:trace>
  <inkml:trace contextRef="#ctx0" brushRef="#br0">26403 7267 4456 0,'0'0'9245'0,"0"0"-7773"16,0 0-28-16,0 0 232 0,88 10-408 0,-52-10-424 15,4-6-368-15,4-4-356 0,-1-6-120 16,5 0-304-16,1 0-380 0,-6-3-444 0,0 3-692 16,-15 4-2960-16,9-4-5441 0</inkml:trace>
  <inkml:trace contextRef="#ctx0" brushRef="#br0">27300 6791 1228 0,'0'0'11577'0,"0"0"-9277"16,31 70-680-16,-22-32-476 0,3 6 40 0,-8 4-68 15,-1 3-152-15,-3 3-199 16,-3 3-85-16,-13-3-184 0,0-3-144 0,-8-3-148 16,0-4-132-16,-4-6-68 0,0-7-4 15,4-5-48-15,0-7-24 0,5-3-72 16,-1-7-136-16,-4-6-216 0,4-3-96 16,-4-3-89-16,4-6-39 0,4-7 48 15,-4-6-248-15,9-3-164 0,-6-7-408 16,9-3-244-16,-4 0 108 0,4 0 68 0,0 9 359 15,8 4 1201 1,0 14 312-16,0 1 497 0,0 7 91 0,8 2 236 16,9 5 8-16,-2 5 300 0,9 2-376 0,4 1-116 15,4 1-40-15,8-3-164 0,0-3-124 16,3-5-172-16,-3-1-232 0,1-4-220 16,-6 0-28-16,1 0-140 0,-8-4-212 15,0-1-424-15,-5 2-364 0,-3-4-692 16,-8 3-2692-16,4 1-3861 0</inkml:trace>
  <inkml:trace contextRef="#ctx0" brushRef="#br0">27655 6982 2856 0,'0'0'5044'16,"0"0"-899"-16,0 0-2205 0,0 0-424 15,63 98-308-15,-42-56-176 0,-6 2-216 0,1 0-92 16,-4 4-136-16,4 0-184 16,-8-4-172-16,0 0-60 0,-4 0-88 0,-4 0 16 15,0 2 80-15,-8-5 76 0,-8 0 132 16,-4-6-388-16,-4-6-108 0,0-4-548 15,-4-6-100-15,0-3-40 0,1-7-16 16,3-5-412-16,0-4-1048 0,4-6-2093 16,8-4 357-16</inkml:trace>
  <inkml:trace contextRef="#ctx0" brushRef="#br0">28141 6588 4028 0,'0'0'8453'0,"0"0"-6377"0,0 0-704 15,-9 76-304-15,5-48 60 16,-3 2-180-16,-5-5-432 0,3 0-356 0,2-6-160 16,3 0-48-16,0-6-52 0,4-4-36 15,0-3-168-15,0-2-16 0,4-1 96 16,-4-3 140-16,4 0-28 0,0 0-36 16,-1-3-76-16,6-7-20 0,3 1 44 15,-1-7 76-15,2 0-76 0,2 0-108 16,2-3-4-16,-2 4 160 0,1-2 100 0,0 8 52 15,-4 3 84-15,-4 0 216 0,0 6 24 16,1 0 0-16,-6 0 24 0,5 6-28 16,-4 2 12-16,0 3 64 0,0 2 20 0,1-1-96 15,-5 4-76-15,0-3-244 16,0-1 0-16,-5 1-244 0,1-3-284 0,4-1-196 16,-4 3-204-16,4-2-512 15,-4-4-1432-15,4 1-3533 0</inkml:trace>
  <inkml:trace contextRef="#ctx0" brushRef="#br0">28695 6235 4712 0,'0'0'9033'0,"0"0"-6293"16,0 0-1088-16,0 0-236 0,0 0-120 0,19 76 5 16,-14-40-345-16,3-2-292 0,-5 11-192 15,1 2-64-15,0 8 208 0,0 5-112 16,-4 6-188-16,0 11-16 0,0 2-108 0,0 7 0 16,0 0-108-16,0-1-76 15,-4-5 32-15,0-1-40 0,0-2 0 0,4-5 0 16,0-2-108-16,0-4-60 0,-3 1-12 15,3-7-72-15,0-2 48 0,-4-7-4 16,4-4-20-16,0-5 0 0,0-7-60 16,0 0 8-16,0-7-32 0,0-2 12 15,0-8-16-15,0-2-56 0,0-3-100 16,0-7-184-16,0-2-389 0,4-4-615 16,-1-4-784-16,1-2-1396 0,4-10-1301 0</inkml:trace>
  <inkml:trace contextRef="#ctx0" brushRef="#br0">29308 7086 5064 0,'0'0'8193'0,"0"0"-6241"0,0 0-256 15,0 0-368-15,0 0 96 16,87 73-68-16,-54-60-247 0,7-7-225 15,3-2-292-15,5-4-192 0,3-10-172 0,-2-9-140 16,3-3-88-16,-1-6-108 0,-3-4-172 16,-4-4-360-16,-4 5-132 0,-4-4-93 15,-4 2-315-15,-12 3-1460 0,-9 4-3076 16,-7-9-4277-16</inkml:trace>
  <inkml:trace contextRef="#ctx0" brushRef="#br0">29778 6581 6764 0,'0'0'4233'0,"0"0"-2309"0,0 0-424 0,0 0 200 16,-44 71-28-16,32-37-128 0,1 4-408 0,2 4-452 15,1 9-188-15,1-1-19 16,-1 7 187-16,-1 4-192 0,5 6-156 16,1 3-52-16,-1 2-44 0,4 5-40 15,-4 2 144-15,4-3 148 0,0-3-332 0,4-3-140 16,7-10-60-16,-2-6-12 0,6-6-96 15,-2-7-40-15,2-6-20 0,-3-6-60 16,0-1 8-16,-4-3 76 0,0-6 12 16,-3 1-112-16,-5-1-36 0,-5-3-8 15,-7-1 104-15,-8 1 160 0,1-3 72 0,-9-1-96 16,-4 1-64-16,-4-2-13 0,0-5 113 16,0-1-84-16,-4-5-380 15,-3 0-920-15,-1-5-1312 0,12-6-2712 0,-24-10-4073 16</inkml:trace>
  <inkml:trace contextRef="#ctx0" brushRef="#br0">29419 8024 18265 0,'0'0'4461'0,"0"0"-3769"0,0 0-692 16,0 0-76-16,0 0-480 0,0 0-36 15,0 0 19-15,0 0-643 0,-35-71-1748 16,3 61-6201-16</inkml:trace>
  <inkml:trace contextRef="#ctx0" brushRef="#br0">4848 7569 9440 0,'0'0'4097'0,"0"0"-2941"16,0 0-464-16,0 0-228 16,0 0 280-16,0 0 240 0,0 0-316 15,0 0-260-15,0 0-4 0,68 9-12 0,-36-9 100 16,8 0 240-16,3 0-304 0,2-3-164 16,-6-3-68-16,6-3-12 0,-6-1-88 15,1 1-83-15,-5-1-13 0,1 1-8 0,-4-2-101 16,1-1-27-16,-6-1-96 15,1 1-276-15,-4-5-360 0,0 5-296 0,-4-4-756 16,-8 4-2108-16,-1-8-3577 0</inkml:trace>
  <inkml:trace contextRef="#ctx0" brushRef="#br0">5283 7026 2704 0,'0'0'3920'0,"0"0"-3320"0,0 0 2288 0,0 0-1043 16,0 0-629-16,0 0-516 0,0 0-92 15,0 0-52-15,-33 73 48 16,33-41 28-16,0 6-60 0,0 3-96 0,0 3-180 0,5 5 40 16,-1 1-128-16,4 4-84 15,-1 3-64-15,2 3-60 0,-5 1-48 0,4-1-12 16,-1 1-44-16,1-4 96 0,1-3 4 15,-5-3 4-15,3-4 48 16,1-2-36-16,-4-4 64 0,1-4-64 0,-1-4 160 0,-4-3-72 16,4-3 60-16,-4-2 96 0,0-3 260 15,0-3-60 1,-4-3-224-16,0 0-100 0,-5 1-20 0,-2-5-52 0,-1-3-60 16,-4 3 0-16,0-5-68 0,0-3-176 15,-5-1-88-15,2-3 16 0,-1-3-28 16,0-8-52-16,-3-1-96 0,-2-7-212 15,5-2-156-15,1-2-256 0,2-3-692 0,10 1-960 16,3 6-1677 0,4-11-783-16</inkml:trace>
  <inkml:trace contextRef="#ctx0" brushRef="#br0">6702 7417 4060 0,'0'0'8481'0,"0"0"-7269"0,0 0-488 0,0 0 524 16,35 91 256-16,-27-58-192 15,-4 4-280-15,3-5-420 0,-7 1-260 16,5-5-144-16,-5-6-48 0,4-4-160 0,-4-1-12 15,4-9-112-15,-4-3-132 0,4-5-84 16,-4 0-308-16,4 0-288 16,-4-10-460-16,0 4-2416 0,0-16-5505 0</inkml:trace>
  <inkml:trace contextRef="#ctx0" brushRef="#br0">6550 7128 4852 0,'0'0'7897'0,"0"0"-6141"16,0 0-544-16,0 0-156 16,0 0-236-16,0 0-460 0,0 0-360 0,0 0-160 15,83-17-124-15,-51 15-660 0,-8 2-1276 16,8 0-4109-16</inkml:trace>
  <inkml:trace contextRef="#ctx0" brushRef="#br0">7235 7261 7232 0,'0'0'5813'0,"0"0"-3897"0,0 0-720 16,0 0 176-16,-43 75 76 15,34-55-260-15,-3-4-408 0,5 0-380 0,-2 0-284 16,5-1-116-16,0 2-52 0,4-1 52 16,4-1 72-16,4 0-24 15,4 6-36-15,0-9 44 0,4 4-56 0,0 0-12 16,0-3 4-16,0-1-64 0,0 1 64 15,-1-4-4-15,6 4 0 0,-10-3-36 16,6 2 40-16,-6-3 4 0,-2 2 0 16,-5-3 4-16,-4-1 0 0,0 7 108 15,-4-3 8-15,-9 3-116 0,-2 1-156 16,-5-2-112-16,-1 3-108 0,2-3-4 0,-5-4-144 16,0 0-200-16,-4-2-276 0,0-7-836 15,-8 0-2744-15,12 0-4705 0,-15-10 6861 16</inkml:trace>
  <inkml:trace contextRef="#ctx0" brushRef="#br0">8642 7163 6292 0,'0'0'6201'15,"0"0"-5369"-15,0 0-208 0,0 0 500 16,0 0 448-16,0 0-440 0,0 0-92 15,0 0-636-15,0 0-268 0,0 0 12 16,-97 54 8-16,74-33-44 0,7 5-108 0,-3-4 4 16,10 3 88-16,1-2 64 0,4-1-24 15,4-3 12-15,0-3-16 0,12-3-60 16,0 0-20-16,8-1 32 0,4 4 12 16,0-7-92-16,4 8-4 0,0-8 8 15,-5 3 44-15,1 2 4 0,-4-5-52 16,1 4 124-16,-6-5-20 0,-3 6-104 0,-4-4 64 15,0 2 16-15,-4 1 0 0,-4-1 40 16,0 4 56-16,-12 3-20 0,0 1-160 16,-4-4-104-16,0-1-68 15,1 1-120 1,-6-7-160-16,6-2-8 0,-2-4-128 0,6-3-236 0,-6-7-448 16,2-8-1444-16,2 2-3117 0</inkml:trace>
  <inkml:trace contextRef="#ctx0" brushRef="#br0">8972 7482 1488 0,'0'0'12197'0,"0"0"-9873"15,0 0-524-15,0 0-248 0,0 0-440 16,0 0-224-16,0 0-167 0,88 4-201 0,-68-23-216 16,4-6-268-16,-1-7-36 0,5-3-292 15,-8 1-216-15,5 1-77 16,-10-1-71-16,-2 9-40 0,-6 0-12 0,-3 1 32 15,-4 6 20-15,-8 2 52 0,-4 3 80 16,-7 3 500-16,-2 8 24 0,1 2 200 16,-3 0 8-16,3 15 92 0,3 7 256 15,-2 7 108-15,6 6-84 0,-2 6 8 16,3 0-4-16,4 1 48 0,4-1 49 16,4-3-245-16,0-5-408 0,0 0-28 15,4-3-232-15,0-5-60 0,8-6-317 0,0-3-11 16,4-7-52-16,3-9-24 0,5 0-400 15,8-13-996-15,0-9-2248 0,-4 3-2737 16</inkml:trace>
  <inkml:trace contextRef="#ctx0" brushRef="#br0">9645 7303 3344 0,'0'0'10089'16,"0"0"-8469"-16,21 72-564 0,-14-34 616 15,-3 10-424-15,4 6 0 0,-3 6-112 16,-1 3-179-16,-1 5-337 0,1 1-148 0,0 5-100 15,-4 2-140-15,4 0-112 16,0-1-116-16,-4 2-4 0,5-6-120 0,2-12-172 16,1-8-32-16,-4-16 56 15,0-13 28-15,0-9-112 0,-4-7-120 16,0-6-173-16,0-6-15 0,0-10-460 16,0-12-988-16,-4-14-1752 0,4 4-445 0,-4-38-2539 0</inkml:trace>
  <inkml:trace contextRef="#ctx0" brushRef="#br0">9649 7400 7856 0,'0'0'5401'0,"0"0"-4117"16,0 0-540-16,0 0-52 0,0 0 472 15,0 0-232-15,92-59-168 0,-64 52-112 16,0 7-152-16,4 0-144 0,-4 0-212 16,0 7-68-16,-4 2-72 0,-5 7 44 15,-3 0-36-15,-4 6-12 0,-8 3 0 0,-4 3-60 16,0 4-184-16,-16 7 60 15,0-4 0-15,-3-1 48 0,-2-2 4 0,1-7 116 16,1-5-192-16,6-8-148 0,2-5-160 16,3-4-312-16,-1-3-328 0,6-3-592 15,-1-10-1336-15,4-6-2293 0,0 3-791 16,4-12 5937-16</inkml:trace>
  <inkml:trace contextRef="#ctx0" brushRef="#br0">11099 7347 12317 0,'0'0'4648'16,"0"0"-3480"-16,0 0 64 0,0 0 88 0,88 0-348 0,-60-4-207 16,8 2-353-16,1 2-264 0,2-7-84 0,1 1-64 15,4-5-72-15,-4 2-76 0,-5-3-276 16,5-1-265-16,-4 1-67 15,-5 2-84-15,1 1 152 0,-12-1-1236 0,-7 6-1908 16,-9 1-1593-16,-4 3-1571 0,-17 0 6396 16</inkml:trace>
  <inkml:trace contextRef="#ctx0" brushRef="#br0">11036 7524 8008 0,'0'0'6977'0,"0"0"-5701"0,0 0-752 0,0 0 136 15,0 0 488-15,80 54 80 0,-41-47-324 0,-3-4-380 16,5-3-292-16,-2 0-172 16,-3-3-60-16,0-4-44 0,-5 1-188 0,-3-3-364 15,-4-4-248-15,-3-1-200 16,-6-4-848-16,-7 3-3404 0,-3 1-3989 16,-5-11 7849-16</inkml:trace>
  <inkml:trace contextRef="#ctx0" brushRef="#br0">10861 7045 11325 0,'0'0'4716'0,"0"0"-4396"0,0 0-208 16,-48 91 272-16,24-55 340 15,1-1 264-15,-2 7-460 0,-6-2-464 0,3 7-64 16,-4 2-112-16,0 4-48 0,0-2-24 15,4 1 12-15,8-5 108 0,4-3 64 16,8-5 40-16,4-7 168 0,4-7 76 0,16-3-52 16,4 0 28-16,11-3 56 0,10-3 444 15,10 1-92-15,5-3-256 0,4 0-143 16,7-2-97-16,2-5-100 0,-2-7-72 16,1 0 0-16,-4-3-160 0,3-11-241 15,-11-4-415-15,0-1-232 0,-9-10-848 0,-2 1-3028 16,-13 2-4293-16,-1-12 7637 0</inkml:trace>
  <inkml:trace contextRef="#ctx0" brushRef="#br0">11658 7010 9292 0,'0'0'6545'0,"0"0"-5713"15,0 0-308-15,0 0-240 0,75 82 36 16,-58-52 632-16,-2 4 252 0,-3 4-400 0,4 0-412 15,-4 1-224-15,0-2-92 16,-4 2 44-16,-4-1-60 0,0 1-60 0,-4-6-8 16,-4 6-88-16,-4-4-124 0,-8 3-84 15,0-3-24-15,-4 4-40 16,-4-4 0-16,1-5-8 0,-9 3 32 0,0-2 24 0,-1-2 24 16,-2-4 24-16,-1-2-196 15,-4-4-716-15,5-9-1476 0,-6-5-3333 16,14-2-907-16,-6-6 5988 0</inkml:trace>
  <inkml:trace contextRef="#ctx0" brushRef="#br0">13534 7486 380 0,'0'0'10905'0,"0"0"-9021"0,0 0-476 16,0 0-160-16,0 0-32 16,0 0-236-16,0 0 264 0,91 48-240 0,-38-39-248 15,-1-5-160-15,-1-4-167 0,1-4-189 16,-8-3-144-16,4-5-96 0,-9-4-72 16,2 0-48-16,-10-5-196 0,1 2-197 0,-4-4-167 15,0-2-324-15,-8-4-716 0,-4 1-2232 16,-4-2-2025-16,-5 5-1899 15,-2-9 7864-15</inkml:trace>
  <inkml:trace contextRef="#ctx0" brushRef="#br0">14052 6936 6340 0,'0'0'1444'0,"0"0"2897"16,0 0-3205-16,0 0 160 0,0 0 252 16,0 0-208-16,0 0-340 0,0 0-284 15,0 0-164-15,-72 83-124 0,72-38-40 16,0 2 124-16,0 11 144 0,0 2-239 15,4 3-153-15,-4 1-80 0,0 6-64 0,0-4-108 16,0 5-12-16,0-5-8 0,0 1-76 16,0-7 36-16,0 1 0 0,0-10-16 15,4-1-32-15,-4-2 36 0,4-4 12 16,-4 0 48-16,4-5 8 0,-4-4-8 16,0-7 0-16,0-2 0 0,0-7-8 15,-4-7-100-15,4-1-28 0,-4-9-45 0,0 1-135 16,-3-3-36-16,-1-3 60 0,-8-4 12 15,0-5-76-15,-4-7-12 0,7-3-280 16,2-8-672-16,7 2-1040 0,4 0-1800 0,0-1-857 16,11 10-931-16</inkml:trace>
  <inkml:trace contextRef="#ctx0" brushRef="#br0">14602 7785 10256 0,'0'0'4729'16,"0"0"-3809"-16,0 0-492 0,24 67 296 0,-24-45 232 16,0 3-116-16,0 1-372 0,-4-1-408 0,0-3-60 15,-4 0-208-15,4-3-348 16,-4 0-308-16,4-6-304 0,4-1-1128 0,-4-5-3793 16,0-3-2023-16</inkml:trace>
  <inkml:trace contextRef="#ctx0" brushRef="#br0">15275 7489 15369 0,'0'0'1980'0,"0"0"-940"0,100 39-608 0,-52-33 204 16,-1-6 160-16,5 0-172 15,-3-6-236-15,-6-7-232 0,0-6-156 16,-2-6-160-16,-1-4-252 0,-1-3-336 0,-7-3-316 16,-4-4-580-16,-8 14-1496 0,-4-12-4133 15</inkml:trace>
  <inkml:trace contextRef="#ctx0" brushRef="#br0">15634 7089 3800 0,'0'0'6636'15,"0"0"-4807"-15,0 0-809 0,-20 89 12 16,16-50 380-16,4 8-8 0,0 0-116 16,4 8-268-16,0-4-432 0,0 6-220 0,3 0-124 15,-2 3-24-15,-1 1-16 16,4-5-92-16,-4 5-52 0,3-4 0 0,-2 3-12 15,-1-3-44-15,0 1 0 0,4-2 48 16,-4-5 20-16,-1 1-72 0,1-8 12 16,1-5-4-16,3-8-4 0,-4-4-4 15,-4 3 0-15,0-11-4 0,0 0 0 16,-4-9-8-16,-9-1-244 0,2-6-132 0,-5-3-40 16,-8 0-12-16,4-9-12 0,-4-7-76 15,1-7-40-15,-5-8-324 16,7-7-596-16,-3-7-1228 0,9-9-2109 0,2 13-2071 15,6-25 6636-15</inkml:trace>
  <inkml:trace contextRef="#ctx0" brushRef="#br0">16271 6867 12269 0,'0'0'4608'0,"0"0"-3740"0,0 0-360 0,9 86-28 16,-9-48 344-16,0 3 44 0,-9 7-452 15,1 0-416-15,-3-1-148 0,-2 2-720 16,6-6-396-16,-1-7-808 0,8 8-3569 15</inkml:trace>
  <inkml:trace contextRef="#ctx0" brushRef="#br0">13359 7128 1448 0,'0'0'2100'15,"0"0"5020"-15,0 0-4783 0,0 0-809 16,0 0-356-16,0 0-132 0,0 0-256 16,0 0 20-16,-84-44-148 0,73 44-140 15,-2 2-188-15,1 11-60 0,1 5-84 0,6 8-60 16,-3 9 48-16,4 11 144 15,4 10 120-15,-7 7-168 0,3 13-168 16,-1 8-100-16,-3 1-132 0,1 7-100 0,-1 0 28 16,4-3-128-1,4-7-228-15,0-6-224 16,12-9-148-16,12-10-480 0,8-12-736 0,11-9-728 16,9-11-1557-16,12-13-1359 0,-12-2 4136 0</inkml:trace>
  <inkml:trace contextRef="#ctx0" brushRef="#br0">16973 7182 10300 0,'0'0'1853'0,"0"0"-117"0,0 0-280 16,0 0 76-16,63 79-180 0,-42-48-160 16,-6 11-324-16,1-1-208 0,0 1-220 15,-4 5-112-15,-4-3-135 0,4 4-97 16,-4-3-92-16,-8-1-4 0,0-3 0 0,0 4-4 16,-4-7-4-16,-8 0-40 0,0 0 0 15,-8-5 36-15,0 0 0 16,-3-1-85-16,-5-3-99 0,-4 0 4 0,0-4-128 15,0-6-20-15,4-3-112 0,4-9-108 16,4-7-264-16,8-7-596 0,8-3-2516 16,0-24-3341-16</inkml:trace>
  <inkml:trace contextRef="#ctx0" brushRef="#br0">17721 7303 8672 0,'0'0'7153'0,"0"0"-6337"15,0 0-492-15,0 0 64 0,0 0 268 16,101 44 528-16,-70-38-424 0,1 0-468 16,8-2-216-16,-4-4-76 15,3 0-28-15,-2-4-300 16,-1-2-420-16,-5 3-212 0,-3-4-104 0,0 0-428 0,-8 5-1028 0,0-1-2169 15,-12 0-1799-15,-5 3 5968 0</inkml:trace>
  <inkml:trace contextRef="#ctx0" brushRef="#br0">17869 7657 11701 0,'0'0'5220'0,"0"0"-5072"15,0 0 64-15,0 0-212 0,80 32 696 0,-44-22 424 0,-1-3 8 16,10-2-568-16,-2 2-340 0,5-3-48 16,0 2-16-16,-4-3-156 15,-4 0-68-15,-1-3-164 0,-3 0-204 0,-4 0-312 16,0-3-380-16,-1-10-1040 0,-10 3-4225 16,11-12-3471-16</inkml:trace>
  <inkml:trace contextRef="#ctx0" brushRef="#br0">18909 6880 8868 0,'0'0'9369'0,"0"0"-7785"15,0 0-984-15,0 0-380 0,15 89 180 16,-15-48 925-16,0 10-173 0,0 5-404 16,0 5-340-16,0 10-152 0,5-3-52 15,-1 12-12-15,0 3-12 0,0 3-108 0,-4 2-24 16,4 1-48-16,-4 0-12 16,0 1 0-16,0-2-144 0,0 1-288 15,-4 0-148-15,0-6-120 0,-9-7-72 0,6-3 32 16,-5-10-465-16,0-5-1147 0,0-8-2372 15,4-12-3333-15,-8 13 2409 0</inkml:trace>
  <inkml:trace contextRef="#ctx0" brushRef="#br0">9503 11401 9156 0,'0'0'4709'0,"0"0"-3849"0,0 0-240 16,0 0-456-16,0 0 200 0,0 0 300 16,0 0 248-16,110-29 4 0,-57 23-128 15,14 0-248-15,8-1-140 0,5-2-56 16,4-4-112-16,0 1-24 0,-1-4-196 16,1 0-12-16,-8 0-12 0,-4 3-100 15,-8-2 4-15,-8 4-76 0,-5 2-144 0,-7 0-124 16,-8 2-140-16,-4 1-120 0,-12 6-132 0,-5 0-580 15,-11 0-1264-15,-4 6-2241 16,0 1-1071-16,-19 2 5060 0</inkml:trace>
  <inkml:trace contextRef="#ctx0" brushRef="#br0">9896 11503 3452 0,'0'0'7693'16,"0"0"-6177"-16,0 0-852 0,-83 28-460 0,78-25 52 15,5 0 820-15,17-3-56 0,15 4-240 0,11-1 100 16,17 0-184-16,12 0-376 16,7-3-72-16,1 0-236 0,-4-3 48 15,0-3-60-15,-9 2-60 0,-3-2-16 0,-4 0-144 16,-12-4-252-16,-4 7-556 0,-5-3-364 16,-7 3-988-16,-8-4-2509 0,-7 4-1355 15,-17-6 4512-15</inkml:trace>
  <inkml:trace contextRef="#ctx0" brushRef="#br0">9873 10883 8584 0,'0'0'2945'0,"0"0"-1969"0,0 0-608 16,0 0-276-16,-88 61 364 0,60-33 448 15,0 11-132-15,-7 1-344 0,-1 12-204 16,-5 2-124-16,2 7-100 0,-9 4 0 0,4 2-88 16,-4 3-12-16,8 0 100 0,5-7 12 15,3-2 192-15,11-10 84 0,14-4 340 16,7-9-156-16,0-3-160 0,16-6 32 16,7 0 92-16,9-4-44 0,9-3-48 15,6-3-24-15,13-6 12 0,12-3-88 0,0-5-148 16,7-5-84-16,5 0-12 15,0-5-4-15,-5-5-68 0,1-3-24 16,-9-6-200-16,2-3-380 0,-10-7-580 0,5-6-1036 16,-12-5-2981-16,-13 8-4703 0</inkml:trace>
  <inkml:trace contextRef="#ctx0" brushRef="#br0">10689 10843 9460 0,'0'0'3989'0,"0"0"-3609"0,0 0-176 16,0 0 276-16,80 31 856 0,-48-12 32 0,4 0-440 15,0 10-372-15,3-1-324 0,6 7-232 16,-6 7-12-16,1 5 12 0,-5 4-96 0,-2 2 32 16,-14 5 16-16,-2-1-40 15,-9 0-84-15,-5 0 24 0,-3-2 36 0,-3-2-36 16,-9-2 0-16,-4 1-124 0,-8-2 272 15,-1-3-172-15,2-3-164 0,-5-2-312 16,-4-4-424-16,4-6-560 16,4-7-964-16,-4-3-2049 0,13-9-967 0,-13-6 5236 0</inkml:trace>
  <inkml:trace contextRef="#ctx0" brushRef="#br0">13112 11564 1004 0,'0'0'680'0,"0"0"5412"0,0 0-4844 0,0 0 212 16,0 0-339-16,-36-77 95 16,24 61 84-16,0-4-236 0,-4 8-32 0,0-1-84 15,0 5-276-15,-3 1-192 0,-2 4-12 0,-7 3 24 16,1 3-60-16,-5 9-152 15,0 11-12-15,0 5 24 0,0 7 52 16,4 9-16-16,0 4 0 0,9 2-36 0,6 2-59 16,6-5-29-16,7-8-120 0,0-8-80 15,3-5-4-15,9-10-12 0,4-7-48 16,5-2 52-16,2-7-76 0,9-4-124 16,4-12-57-16,0-3-3 0,0-9 12 15,-1 0-84-15,-3-8 8 0,-4 1-68 0,-4 1 44 16,-4 2-36-16,-4 4 60 15,0-1 112-15,-4 7 108 0,-4 5 100 16,3 8-148-16,-2 9 160 0,-1 0 184 0,8 16 368 16,-4 3-160-16,3 2-60 0,-2 8-40 15,-5 0 4-15,3-3-28 0,-6-4-48 16,3-6-184-16,-1-3-36 0,-3-8-100 16,5-5 92-16,2 0 4 0,5-9-204 15,0-7-180-15,5-12-124 0,-2-7-324 0,5-10-472 16,-4-6-1308-16,3-6-1821 0,-6-6-1487 15,-6 15 1145-15</inkml:trace>
  <inkml:trace contextRef="#ctx0" brushRef="#br0">13518 10706 628 0,'0'0'8884'0,"0"0"-7207"0,0 0 55 16,0 0 8-16,36 95 64 0,-28-45-176 0,0 14-212 15,-4 10-328-15,0 5-260 16,-4 0-171-16,0 6-245 0,-8 2-264 0,0-5-148 15,0-9-108-15,4-10-184 0,0-11-217 16,4-18 81-16,0-11-72 16,4-14 40-16,8-6-164 0,4-3-152 0,4-15-456 15,4-10-704-15,0-10-2116 0,0-17-1233 16,-4 11-543-16,3-35 5217 0</inkml:trace>
  <inkml:trace contextRef="#ctx0" brushRef="#br0">13964 10696 4892 0,'0'0'8061'16,"0"0"-6585"-16,0 0-804 0,0 0 80 0,20 89 652 16,-16-42-92-16,0 11-144 0,-4 5-240 0,4 4-344 15,-4 6-244-15,0 6-144 16,0 0-196-16,0 1-52 0,0 0-108 16,0-4-300-16,0-10-308 0,5-5-224 0,2-10-80 15,9-13-516-15,0-9-1008 16,5-11-2245-16,-6-8-2271 0,17-10 6616 15</inkml:trace>
  <inkml:trace contextRef="#ctx0" brushRef="#br0">15367 11189 10256 0,'0'0'6317'0,"0"0"-5621"0,-16 85-12 16,12-47-316-16,-4 10 200 0,0-7 144 16,1 1 108-16,-6-11-392 0,9-2-344 15,0-10-84-15,0-4-148 0,4-5-56 0,0-4-212 16,0-2-284-16,0-4-172 0,0 0-304 16,0-4-1468-16,0-5-2273 0,0 2-2351 15,-16-11 6248-15</inkml:trace>
  <inkml:trace contextRef="#ctx0" brushRef="#br0">15219 10999 13357 0,'0'0'2192'0,"0"0"-812"0,0 0-472 0,0 0-44 16,88 15 80-16,-68-11-428 0,-8-4-212 0,4 0-304 15,0 0-96-15,0 0-676 16,-4-4-556-16,-1-3-1808 0,-6 4-7893 15,-5 0 9333-15</inkml:trace>
  <inkml:trace contextRef="#ctx0" brushRef="#br0">15654 11058 10224 0,'0'0'6825'0,"0"0"-5709"0,0 0-572 0,0 0-116 16,0 0 700-16,72 86 80 15,-60-61-139-15,-1 7-477 0,2-1-400 0,-6 5-132 16,1-1 28-16,1 3-88 0,-5-3 0 16,-1 3-124-16,1-6-140 0,-4 3-380 15,0-4-97-15,0-6 109 0,0-2 172 16,0-5 104-16,0-7 88 0,0-5 60 16,0-4 36-16,0-2 36 0,0 0 136 15,0-12-84-15,0-4-284 0,0-12-1040 16,0-10-1348-16,0 6-4045 0,-4-35-1250 0</inkml:trace>
  <inkml:trace contextRef="#ctx0" brushRef="#br0">16096 10918 9020 0,'0'0'7465'0,"0"0"-6693"0,0 0-240 0,0 0 172 0,0 0 700 15,0 0-184-15,87 86-199 0,-74-58-561 16,-2 2-328-16,6 1-124 0,-9 7 0 15,3 0-8-15,-6 7-4 0,-5-1-80 16,0 4 0-16,-9-1-76 0,-2 1-80 0,-1-10 92 16,0-6 144-16,4-7 4 0,4-9 8 15,0-9 44-15,4-4-4 16,0-3 60-16,0 0 48 0,8-3 4 0,7-13-40 16,6-6-24-16,10-11-12 0,5-7-32 15,5-11-52-15,6 0-280 16,1 0-108-16,3 3 24 0,1 5-73 0,-3 1-135 15,-6 10-124-15,-3 4-200 0,-9 3-756 16,1 6-1320-16,-8 2-2473 16,-7 8-2343-16,-2-1 7268 0</inkml:trace>
  <inkml:trace contextRef="#ctx0" brushRef="#br0">16005 11360 768 0,'0'0'1488'0,"0"0"4816"0,0 0-4568 0,0 0-243 16,0 0-237-16,0 0-124 0,0 0-348 16,0 0-216-16,0 0-168 0,0 0-288 15,0 0-112-15,-28 0 0 0,24 0-12 0,0 0 0 16,-1 0 12-16,1 0 64 0,4 0 60 16,-3 0-20-16,-1 0 8 15,0-3 40-15,0 3-16 0,-5 0 0 0,5-4-60 16,-3 4-76-16,-1 0-88 0,0 0-136 15,-4 0-36-15,4 0-36 16,0 0-52-16,0 4-144 0,0-4-36 0,4 3-20 16,0-3 56-16,0 0 160 0,4 0 292 0,0 4 40 15,0-4 180-15,0 0 36 16,0 0-52-16,0 0-24 0,0 0 40 0,0 0 136 16,0 0-64-16,0 0-36 0,0 0 24 15,0 0 148-15,0 0-12 16,0 0-84-16,0 0 36 0,4 0 84 0,-4-4 404 15,8 1-72-15,-4-1-276 0,4-2-188 0,-4-4-84 16,4 4-84-16,0-3-56 16,-1-1-56-16,6-2-12 0,-1-1-72 15,0-3-100-15,4 3-64 0,0-2-268 0,3-2-188 16,2 2-164-16,3-1-360 16,-1-1-1060-16,10-1-2697 0,-10 5-1935 0,12-3 6440 15</inkml:trace>
  <inkml:trace contextRef="#ctx0" brushRef="#br0">17790 11001 2736 0,'0'0'10385'0,"0"0"-8873"15,0 0-968-15,0 0-280 0,0 0 744 16,43 95 160-16,-31-44-56 0,0 9-228 0,0 14-236 16,-8 5-84-16,0 12 92 15,-4 11-219-15,0 10-121 0,-16 6-136 16,0-8-180-16,0-6-96 0,5-14-120 0,-2-13-28 15,13-18 23-15,0-11 65 16,0-13-76-16,0-7-180 0,8-12-164 0,1-6-96 0,-5-10-40 16,3-3-436-16,5-15-1040 15,-4-15-1024-15,4-8-1853 16,-4 6-519-16,0-35 4916 0</inkml:trace>
  <inkml:trace contextRef="#ctx0" brushRef="#br0">17913 11201 5344 0,'0'0'52'0,"0"0"5464"0,0 0-4547 16,0 0-125-16,23-70 76 0,-6 67 508 16,3 3-140-16,3 0-192 0,1 9-292 15,-3 1-224-15,3 3-248 0,-9-1-136 16,2 5-148-16,-10-2-48 0,-3 4 0 16,-4 4-84-16,-4-1-116 0,-8 6-128 0,-7 1-116 15,-6-1-100-15,-3 4-140 0,0-3-140 16,4-4-236-16,1-6-584 0,7-6-520 15,8-10-821-15,4-3-1079 0,4-6 2092 16,8-19 1440-16</inkml:trace>
  <inkml:trace contextRef="#ctx0" brushRef="#br0">18280 11372 6836 0,'0'0'5941'0,"0"0"-4565"0,0 0-328 15,8 83-44-15,-8-60 124 0,4-5 208 16,-4-8-416-16,3-4-480 0,1-3-316 0,9-3-40 15,2-3-84-15,6-6-36 0,3-10-184 16,3 0-196-16,-3-7-100 0,4 1-40 16,-8 0 76-16,-5 5 72 0,2 4 48 15,-13 4 24-15,-4 2 224 0,0 4 112 16,-8 3 412-16,-8 3 208 16,0 3-252-16,0 9 40 0,-8 8-12 0,4 1-76 15,-4 9-64-15,4-1-36 0,-4-4-100 16,8-3-120-16,5-6-100 0,2-7-488 15,9-6-336-15,0-3 20 0,4-6-180 16,9-10-476-16,6-9-1220 0,5-7-1853 16,-4 3-1055-16,8-18 4660 0</inkml:trace>
  <inkml:trace contextRef="#ctx0" brushRef="#br0">18829 10665 4680 0,'0'0'8125'0,"0"0"-6813"0,0 0-500 0,5 101 16 15,-18-43 700-15,-2 8 228 0,-5 10-188 16,-5 1-500-16,-3 2-483 0,9-4-369 16,-5-4-216-16,8-11-340 0,8-12-293 15,4-6 1-15,4-17 276 0,12-6 188 16,4-7-140-16,4-5-32 0,0-4-28 16,4-3-100-16,0-3 160 0,-5-4 96 15,1 1 28-15,1 0 36 0,2-1 100 16,-7 3 44-16,8 1-48 0,-4 1 44 15,4-1-52-15,0 3 8 0,4-6 40 0,-4 2-236 16,4 1-424-16,-5-4-116 0,5 7 348 16,-4 0 264-16,-4 0 88 0,0 7 88 15,0 6 308-15,-8 6 588 0,4 3-176 16,-8 6 0-16,-1 1-176 0,2 2-124 16,-1 1-76-16,-4 1-100 0,3-2-96 15,1-3-104-15,1 1-44 0,2-4 0 0,-3-3-12 16,5 1 4-16,-6-2 0 0,-3 2 8 15,4 0 0-15,-8-1 12 0,0-3 48 16,0 3 40-16,-8 0 132 0,-3-3 60 16,-10 4 220-16,-3-4-112 0,1-7-192 15,-5 1-24-15,4-7-88 0,0-6 1 16,4-2-13-16,4-15-84 0,5-8-108 16,2-6-161-16,5-5-35 0,4-2 24 15,13-1 24-15,10 8-72 0,9 0 48 16,4 2-100-16,12 3 36 0,4 1-96 15,-1-3-140-15,9 2-496 0,-4-3-1016 16,3 4-2301-16,-14 2-3091 0,15-5 6740 0</inkml:trace>
  <inkml:trace contextRef="#ctx0" brushRef="#br0">20355 11258 1644 0,'0'0'10557'16,"0"0"-8557"-16,0 0-484 0,53 92-260 0,-34-50-264 16,-7 5-152-16,-4 1-80 15,-8-4-236-15,0-6-288 0,0-6-224 0,0-10-12 16,0-8-124-16,0-5-48 0,0-9-392 16,0 0-308-16,0-3-104 0,0-10-448 15,-4-9-1508-15,0 3-4137 0,-12-17 1201 0</inkml:trace>
  <inkml:trace contextRef="#ctx0" brushRef="#br0">20312 10976 2600 0,'0'0'9985'0,"0"0"-8013"16,0 0-268-16,0 0-412 0,111 6-336 16,-75-6-440-16,8 0-336 0,-4 0-180 15,3-6-320-15,-2-4-668 0,2-3-616 16,-4 4-2288-16,-11-1-3285 0,13 7 2949 0</inkml:trace>
  <inkml:trace contextRef="#ctx0" brushRef="#br0">20969 11134 716 0,'0'0'12781'16,"0"0"-11181"-16,-56 67-696 0,32-45 424 0,5 3-4 0,2 1-280 16,6 0-372-16,2-7-416 15,9-1-244-15,0 2 48 0,5-1 100 16,6 0 20-16,10-3-80 0,-2-1-16 0,9 2-36 15,-4-2-36-15,4-2-4 0,0 0 4 16,-4-1 48-16,-5 1-8 16,-2-3 8-16,-2-1-12 0,-7 4-36 0,1-4-4 0,-9 5-4 15,0-2 0-15,-4 1-4 16,-5-1-48-16,-10 5-148 0,-1-5-72 0,-1-3-156 16,-2 1-40-16,-1-4 12 0,0-3-76 15,-4-3-188-15,4 0-460 16,1 0-1308-16,2 0-3037 0</inkml:trace>
  <inkml:trace contextRef="#ctx0" brushRef="#br0">22387 10900 5500 0,'0'0'5420'0,"0"0"-3699"0,0 0-689 16,-91 18-588-16,51 5-204 0,-4 8 116 16,-3 4 84-16,-2 9-112 0,2 5-212 0,6 1-108 15,6-3 40-15,11 2 64 0,12-8 28 16,12-6 24-16,4-10-76 16,12-3 164-16,7-2 124 0,9-8 344 0,5 5-188 15,3-9-136-15,-1 3-88 0,1-5-48 16,0 2 84-16,0 3 132 0,-5 1 160 15,1 1-172-15,-12 3-124 0,-3 3-96 16,-10 0-12-16,-7 0-75 0,-4 4-9 0,-4-2-4 16,-7-2-48-16,-2-3-84 0,-2-4-12 15,3-5-92-15,-1-3-152 0,6-4-253 16,3-4-135-16,0-5-164 0,4-10-112 16,0-3 48-16,12-8-616 0,4-4-892 15,3-4-1453-15,2 0-747 0,-2 0-208 0,1 9 4764 16,-3 6-80-16,2 14-444 15,1 9 536-15,0 7 2220 0,0 9-1648 0,-4 6 8341 16,3 1-6053-16,2-2-780 16,3-1-216-16,4-5-76 0,0-5-343 0,0-7-741 15,4-3-268-15,7-16-184 0,-3-6-168 16,7-9-84-16,2-9-264 0,-2 0-388 16,-2-2-148-16,-6-2 71 0,-7 5-3 15,-5 2-52-15,-10 6-232 0,-9-2 140 16,-4 2 80-16,-12 5 124 0,-4 3 384 15,-8 9 288-15,-4 7 328 0,0 7 192 0,1 16 104 16,-6 9-44-16,1 7-12 0,0 9-76 16,0 7 56-16,4 3 88 15,1 6 144-15,3 7-51 0,4 2-49 0,1 4 240 16,2-3-256-16,10-11-340 0,-2-5-168 16,9-13-156-16,0-9-48 0,5-10-48 15,6-3-192-15,6-9-160 0,6-5-240 0,1-2 0 16,8-7-101-16,7-7-283 0,2-13-1136 15,6-7-2768-15,-11 5-2829 16,20-27 2138-16</inkml:trace>
  <inkml:trace contextRef="#ctx0" brushRef="#br0">23428 11150 3756 0,'0'0'8577'0,"0"0"-6021"0,3 89-1600 15,-3-41-24-15,0 12 792 0,-7 11 52 0,-2 7-83 16,1 11-397-16,1 13-436 15,3 6-248-15,-5 6 196 0,1 0-456 16,1-3-196-16,-1-2-96 0,-1-11-60 0,5-9-8 16,4-7-220-16,0-15-4 0,0-13-92 15,0-13-96-15,4-9-136 0,0-13 0 16,-4-10 12-16,5-9-132 0,-5-6-369 16,4-19-771-16,-4-10-576 0,0-17-1432 15,0-11-1361-15,0 10-2003 0,-13-45 6904 0</inkml:trace>
  <inkml:trace contextRef="#ctx0" brushRef="#br0">23364 11283 7312 0,'0'0'4033'0,"0"0"-2637"0,0 0-272 0,87-15-124 16,-51 12 32-16,4 3-116 0,-4 3-256 15,3 3-288-15,-2 7-200 16,-10 3-172-16,-3 3-56 0,-8 3-32 0,-12 3-84 15,-4 7 84-15,-4 4-12 0,-16 5 40 16,-12 0-52-16,-3 4 100 16,-14 2-64-16,2-3-48 0,-5-3-188 0,9-5 0 0,7-11-16 15,8-10-212-15,11-4-268 0,6-11-536 16,11-7-1012-16,0-9-2713 0,8 0 813 16,20-19 2453-16</inkml:trace>
  <inkml:trace contextRef="#ctx0" brushRef="#br0">26846 11426 1852 0,'0'0'1892'16,"0"0"9513"-16,0 0-9001 0,0 0-1328 15,79 17-276-15,-66-17 312 0,-9 3-184 16,-4-3-163-16,0-3-765 0,-17-3-232 16,-11-8-973-16,5 2-1099 0,-29-10-7049 0</inkml:trace>
  <inkml:trace contextRef="#ctx0" brushRef="#br0">23491 11576 1264 0,'0'0'104'0,"0"0"28"15,0 0 0-15,0 0 4504 0,0 0-2892 16,0 0-500-16,51-80 437 0,-34 58 15 0,3-1 136 15,-5 5-308-15,-2 3-136 0,-1-2-300 16,-5 8-164-16,1 2-216 16,-3 4-144-16,3 3-88 0,-1-4-52 0,1 4-204 15,1 0-168-15,-2 0-52 0,1 4-148 0,0-4 64 16,-4 3-24-16,1 1 0 16,-2-1-52-16,-3 0-168 0,0 3-284 0,0 1-340 15,-3-4-1024-15,-2 4-2276 0,-7-5-2865 0</inkml:trace>
  <inkml:trace contextRef="#ctx0" brushRef="#br0">24232 11296 28 0,'0'0'10997'0,"0"0"-8725"16,0 0-612-16,0 0-136 0,0 0 4 15,0 0-236-15,0 0-456 0,0 0-384 16,-88-45-112-16,72 45-72 0,-3 7 60 0,2 6 181 15,-6 9-109-15,3 4-72 0,-4 8-84 16,0 5-4-16,4 6 16 0,-4 2 8 16,8-6-108-16,4 1-104 0,1-12-52 15,6-7-56-15,1-6 52 0,4-8-112 16,4-6-28-16,8-3 12 0,9-3 132 16,6-13 0-16,9-6-136 0,4-3-296 0,-4-11-28 15,3-2-16-15,-2 3 99 0,-5-2 73 16,-5 4 52-16,-3 7 80 15,-8 5 36-15,-8 5 124 0,0 3-24 0,-8 10 36 16,0 3 84-16,0 0 40 0,0 9 72 16,-4 7 60-16,4 6 8 0,-4 1 29 15,4 5-1-15,0-3-60 0,0 5-40 0,0-12-36 16,0 1-156-16,4-6-60 16,4-4-60-16,4-2-12 15,0-4-148-15,8-3 60 0,4-3-169 0,-1-10-291 16,5-3-384-16,-4-6-1448 0,0-3-3308 15,-8 5-4685-15,4-10 9470 0</inkml:trace>
  <inkml:trace contextRef="#ctx0" brushRef="#br0">24582 11119 5640 0,'0'0'2200'0,"0"0"2049"15,0 0-2397-15,0 0 140 0,60 73-180 0,-43-45-320 16,-2 3-388-16,5 1-216 0,-4 4-231 15,4-2-257-15,-8 2-144 0,0-5-100 16,-8 0-112-16,-4 2-44 0,0-5-12 16,-4-3 0-16,-3-2 4 0,-2-5-4 0,1-4 12 15,0-5 0-15,0-6-52 16,4 1 52-16,4-4 84 0,0-7-48 0,0-5-36 16,0-10-120-16,0-4-112 0,12-9 64 15,0-6-24-15,8-1-4 0,0 1-133 16,0 3-35-16,4 6 24 15,4 3-64-15,0 11-392 0,0-1-852 0,4 5-1040 16,3 2-2789-16,-10 6-3903 0,14-4 8949 16</inkml:trace>
  <inkml:trace contextRef="#ctx0" brushRef="#br0">25435 11293 5884 0,'0'0'7357'16,"0"0"-4689"-16,0 0-1240 0,0 0 572 15,-99 29-12-15,71-17-531 0,4 4-429 16,-4 3-328-16,4 4-228 0,5 5-172 0,-2-2-72 16,10-1-120-16,2-3-60 0,5-3-48 15,0-6-144-15,4-1-72 0,4-5-48 16,4-4 72-16,8-3 56 0,5 0-44 16,2-3-48-16,1-7-100 0,0-5 16 15,8-4-4-15,-4-3-20 0,0-1 32 16,0 1 24-16,-4 3 100 0,-5 6 72 15,-6 1-4-15,-2 5 52 0,-7 7 24 16,0 0 36-16,-4 13 256 0,0 6 496 0,-4 4-76 16,-4 2-144-16,-4 3-124 0,4-6-56 15,0-3-112-15,1-6-240 0,7-4-72 16,0-5-120-16,4-4-196 0,7-4-44 16,13-5 104-16,4-13-72 0,4-4-252 15,4-8-661-15,3-5-1399 0,-7-2-1536 0,-4 12-1069 16,8-28-3371-16</inkml:trace>
  <inkml:trace contextRef="#ctx0" brushRef="#br0">26105 10611 4668 0,'0'0'7289'0,"0"0"-2773"0,0 0-2804 15,-12 89 96-15,4-48-116 0,-4 3-295 16,0 7-249-16,0-4-448 0,-4 4-328 0,0 0-192 15,-4-4-104-15,-4 4-76 16,1-3-72-16,-5-1-24 0,0-5-96 0,0 0-168 16,8-11-100-16,4-5-48 0,7-11 36 15,6-5 88-15,3-7-64 0,3 0 120 16,14-3 172-16,3 0 32 0,8-3 40 16,4 3 11-16,0 0 1 0,0 0-16 15,-9 3 52-15,1 4 36 0,-8 0 160 0,0 1 9 16,-9 2 147-16,2 3 84 0,-9-4 12 15,0 5 48-15,0-2-76 16,0 1-32-16,-9 2-52 0,2 1-56 0,-1-3 80 16,-4 0-168-16,-4-4-60 0,4 1-96 15,-8-4-64-15,5 0-248 0,-2-3-232 0,1 0-132 16,0-3-24-16,5 0 56 0,6-9-97 16,5-13-827-16,5-10-1256 0,6 1-1412 15,33-40-865-15</inkml:trace>
  <inkml:trace contextRef="#ctx0" brushRef="#br0">26846 10604 4092 0,'0'0'9401'0,"0"0"-7977"0,-9 70-420 0,-6-32 908 16,-9 9 116-16,-4 5-344 16,0 8-435-16,-4 0-353 0,4 1 32 0,-4 2-156 15,0-3-364-15,9 1-248 0,-1 0-160 16,4-5-80-16,12-5 28 0,0-3-56 15,8-7-324-15,0-6-36 0,12-7-4 0,3-5 136 16,6-5 68-16,7-8-72 16,0 0-56-16,0-3 32 0,3-4 156 15,-6 2 100-15,3-1 36 0,-9 3 72 0,1-5 8 16,0 5 100-16,0-2 172 0,4 2-64 16,4-3-128-16,7-1-16 0,5-3-72 15,8-3-52-15,4-10-348 0,3-4-184 16,5-1-621-16,0-5-383 0,-4-2 96 15,-8 6 608-15,-12 0 884 0,-8 3 36 16,-17 6 364-16,-7 5 568 0,-8 5 284 16,-11 0-344-16,-9 8-20 0,-4 9 205 0,-4 2-113 15,0 6-96-15,4 4-344 0,4-3-32 16,13-1 180-16,11-3-352 16,7 1-120-16,21-9-212 0,8 3 0 0,12-4-4 15,7-10-180-15,1-3-532 0,0 0-348 16,-4-3-460-16,-16 0-3917 0,11-7-10692 15</inkml:trace>
  <inkml:trace contextRef="#ctx0" brushRef="#br0">28141 11764 15545 0,'0'0'7705'16,"0"0"-7693"-16,0 0-12 0,0 0-1248 0,0 0-1361 15,-92-58-1147-15,64 45 572 16,-24-6-8445-16</inkml:trace>
  <inkml:trace contextRef="#ctx0" brushRef="#br0">5877 13139 8412 0,'0'0'4681'0,"0"0"-3337"0,0 0-384 15,0 0-268-15,0 0 396 0,0 0 496 16,0 0-148-16,0 0-532 0,-49-11-372 0,49 11-67 15,0 0-29-15,0-3-84 0,13 0-172 16,2 0-72-16,13 3 72 16,8-3 112-16,4 3 360 0,4 0-412 0,-1 0-132 15,-2 3-24-15,2 0-8 0,-3-3-28 16,0 0-40-16,4 0-8 0,-9 0-60 16,1-3 48-16,1-4-88 0,-9 1 40 0,-5 0-36 15,-3 3-108-15,1-4-160 16,-10 4-228-16,-3 0-84 0,-1 0-100 15,-7 0-381-15,0 3-691 0,0 0-544 0,-7 0-1684 16,-9 0-1553-16,4 0-1190 0</inkml:trace>
  <inkml:trace contextRef="#ctx0" brushRef="#br0">5972 13093 6140 0,'0'0'520'0,"0"0"3624"0,0 0-3271 16,0 0-13-16,-24 79 532 0,24-49 172 0,0 4-180 16,4 5-492-16,4 5-296 0,0 3-152 15,0 8-40-15,-4 1 0 0,0 8-184 16,-1 3-108-16,-3 2-100 0,0 5 48 0,-3-2-60 16,-5-1 0-16,-4-5 0 0,4-5-120 15,0-11-28-15,4-5-148 0,0-14 76 16,4-8-64-16,0-10-72 0,0-10-136 15,8-3-92-15,0-7-160 0,4-12-348 16,0-9-896-16,0-4-1037 0,0 3-2635 0,-4-21 764 16</inkml:trace>
  <inkml:trace contextRef="#ctx0" brushRef="#br0">6088 13300 612 0,'0'0'1396'16,"0"0"3984"-16,0 0-3760 0,0 0-132 16,0 0-159-16,0 0 103 0,0 0-160 15,0 0-216-15,0 0-312 0,0 0-220 0,0 0-24 16,8 72-92-16,-1-33-48 0,1 5-16 16,5 7-48-16,-6 3-84 0,1 7-140 0,1 2-12 15,-5 0-60-15,-4 4 0 0,3 0-4 16,-3-4-104-16,0-2-64 0,0-1 164 15,0-9-44-15,0-9-44 0,0-11-92 0,0-9 52 16,0-9-48-16,0-7-360 0,0-6-140 16,0 0-308-16,0-6-520 15,0-4-512-15,0-6-705 0,0-3-1291 0,0-7-448 16,0 8 4192-16,0-14-400 0</inkml:trace>
  <inkml:trace contextRef="#ctx0" brushRef="#br0">6107 13858 600 0,'0'0'1460'0,"0"0"5360"0,0 0-5408 16,0 0-203-16,0 0 151 0,0 0 460 0,0 0-244 16,0 0-420-16,0 0-376 15,88-28-88-15,-68 25-64 0,4-1-152 0,-4 2-196 16,4-3-180-16,-4 0-100 0,3-1-12 16,1-1-124-16,0 0-208 0,1 2-476 15,3-2-440-15,3 0-988 0,1 7-3221 0,-9 0-4143 16,10 11 9600-16</inkml:trace>
  <inkml:trace contextRef="#ctx0" brushRef="#br0">6996 14170 5520 0,'0'0'4680'0,"0"0"-3595"0,0 0-393 0,0 0 76 16,0 0 328-16,0 0-56 15,-84-67-320-15,68 58 36 0,5-1-84 0,-2 3 196 16,-2 1-224-16,2 3-324 0,-2 0-52 16,-2 3 16-16,2 0-148 0,-1 3 36 0,4 10-88 15,-1 3-28-15,2 6-56 0,3 6 0 16,4 2-68-16,-1-2 68 0,5 0 0 16,0-6-96-16,9 0 92 0,-1-9-144 15,0-3 0-15,4-3 12 0,0-7 40 16,4 0 8-16,0-7 40 0,0-6-188 0,-1-3-340 15,2 0 68-15,-6 4 60 0,1 2 124 16,1 4 176-16,-2 3-16 16,2 3-72-16,-2 6 200 0,1 10 36 0,-3 9 160 15,-2 7-48-15,1 4 40 0,-4 4-28 16,0 5-112-16,1-1 88 16,-5 4 48-16,0 2-12 0,0 2 40 0,-5 4 144 15,1 5 28-15,-4 0-152 0,0 2 28 16,-4 0-136-16,4-2-28 0,-3-4-48 15,7-7-12-15,-5-8-36 0,5-11-188 0,4-8-108 16,0-11-176-16,4-5-436 16,5-7-340-16,-2-9-932 0,5-4-1645 0,1-19-1811 15</inkml:trace>
  <inkml:trace contextRef="#ctx0" brushRef="#br0">7048 13871 1228 0,'0'0'2228'0,"0"0"-872"16,0 0-316-16,0 0 340 16,0 0 36-16,0 0-420 0,0 0-464 15,0 0 793-15,0 0-17 0,0 0-592 0,0 0-296 16,11-16-40-16,-11 16 12 0,0-3 12 16,0 3-40-16,0-3-88 0,0 3-36 15,0 0-76-15,0 0-12 0,0 0 36 0,0 0 12 16,0 0 24-16,0-3-12 15,0 0-64-15,0 3-104 0,0-3-44 0,0-1-64 16,0 4 4-16,0 0-28 0,0-3 0 16,0 3-36-16,0 0-40 0,0 0 4 15,0 0-16-15,0 0-28 0,0 0-8 16,0 0-88-16,0 0-52 0,0 3-28 16,0-3-48-16,-3 4-184 0,3-1-392 15,0 0-600-15,0 3-281 0,-4-3-255 0,4 4-620 16,-4-1-1240-16,15-41 3472 0</inkml:trace>
  <inkml:trace contextRef="#ctx0" brushRef="#br0">8573 14430 5928 0,'0'0'6101'15,"0"0"-5089"-15,0 0-32 0,0 0-80 16,0 0 356-16,0 0-304 0,0 0-392 15,0 0-288-15,-59 79-228 0,43-49-44 16,-4-3-4-16,4-4-96 0,4-1-12 0,0-6 16 16,5-3-168-16,3-4-368 0,-1-6-348 15,5 0-432-15,0-3-1460 0,5 0-2585 16,6-9-618-16</inkml:trace>
  <inkml:trace contextRef="#ctx0" brushRef="#br0">10354 13816 3088 0,'0'0'232'15,"0"0"-232"-15,0 0 4452 16,0 0-3464-16,0-77 112 0,0 50-132 16,-3-1 241-16,-1-1-5 0,-4 1-288 0,4-4-108 15,-4 3-356-15,0 2-48 0,0 0-12 16,0 5-180-16,-4 7 112 0,4 2 40 16,-8 3 208-16,4 4-40 0,-4 6-116 0,4 0 52 15,-8 6-220-15,4 10-164 16,-4 3-76-16,1 6 116 0,-1 10-76 15,-1 4-40-15,6 8 80 0,-5 7-28 0,4 6 112 16,4 7 84-16,0 0-96 16,0-1 108-16,8 5-48 0,0-5 132 15,4-6 24-15,4-2-71 0,8-11-197 0,4-6-32 16,8-9-76-16,0-7-4 0,4-6-84 16,4-13-57-16,0-1-15 0,3-10-80 15,1-7-140-15,0-9-216 0,4-6-176 16,-4-4-404-16,-4-4-848 0,-4 7-2224 15,4-24-2701-15</inkml:trace>
  <inkml:trace contextRef="#ctx0" brushRef="#br0">10734 13097 8808 0,'0'0'1372'16,"0"0"829"-16,0 0-1641 0,0 0 144 15,0 0 1244-15,4 69-12 0,-8-33-600 16,-1 5-464-16,1 9-176 0,-4 8-36 16,-3 7-140-16,-2 9-203 0,-2 8-205 15,2 4 128-15,2 0-168 0,-1 0-68 0,3-10-4 16,5-3-96-16,1-12-36 0,3-11-16 16,0-12 28-16,0-8 35 15,7-16-15-15,6-7-116 0,-2-7 20 0,6-2 0 16,2-15-60-16,-2-4-96 0,7-6-124 15,-5-8-136-15,1 4-76 0,0-1-28 16,-8 9 220-16,4 2 160 0,-4 11 136 16,0 8 52-16,0 2 148 0,0 2 36 0,-1 15 212 15,2 1 376-15,-2 5 16 16,-3 5-84-16,1 0-152 0,-1 4-72 0,-1-3 0 16,-3 0-28-16,0-2-108 0,5 0-24 15,-2-5-172-15,1-3-52 0,0-7-168 16,4 1-320-16,0-7-320 0,1 1-112 15,-2-1-244-15,1-6-936 0,0 4-1665 0,0-4-1571 16</inkml:trace>
  <inkml:trace contextRef="#ctx0" brushRef="#br0">11343 14144 7596 0,'0'0'2256'0,"0"0"-1576"0,0 0-676 0,0 0 96 16,0 0 697-16,0 0 895 0,-32-70-180 15,20 61-380-15,1 6-288 16,-2-4-36-16,-2 7-28 0,-2 0 84 0,2 7-92 16,-6 5-160-16,1 11-76 0,1 5-184 15,-1 5 12-15,-1 7-59 0,6-2-1 16,-1 3 216-16,4-6-60 0,8-6-180 15,0-10-124-15,4-2-156 0,0-8-84 16,0-9 0-16,4 0-60 0,8-3-4 0,4-14 76 16,7-2-168-16,1-10-184 0,4 1-88 15,-4-3-81-15,1 5 105 0,-6 4 108 16,-3 9 152-16,0 10 44 0,4 3 60 0,-8 3 124 16,4 7 88-16,-4 9 156 15,0 0 232-15,0 6-40 0,-1-2 0 16,-2-5-91-16,-1 2-297 0,-1-8-48 0,2-3-124 15,-5-4-81-15,4-3-75 0,-1-2-340 16,1 0-260-16,1-2-532 0,2-12-796 0,-3 2-1784 16,1-13-2153-16</inkml:trace>
  <inkml:trace contextRef="#ctx0" brushRef="#br0">11658 14021 9156 0,'0'0'5137'16,"0"0"-4401"-16,0 0-472 0,0 0 428 0,0 0 1056 15,68 73-220-15,-61-45-216 0,-3 3-472 16,-4 2-223-16,0-1-33 16,0-1-88-16,-8-3-280 0,5 2-104 0,-6-2-104 15,1-5 0-15,4-4 0 0,-3-7 40 16,7-3-44-16,0-5 44 0,0-4-48 16,0-7-12-16,0-2-120 0,7-11-4 0,1-2 4 15,5-4-108-15,-2-2-100 0,6 0-48 16,-2-1-37-16,1 4-75 0,0 3-144 15,4-4-224-15,-1 1-572 0,2 2-1076 16,-1 5-2389-16,12-11-1899 0</inkml:trace>
  <inkml:trace contextRef="#ctx0" brushRef="#br0">12115 13477 17097 0,'0'0'2024'0,"0"0"-1984"0,0 0 92 15,0 0-132-15,80 39 712 0,-48-30 288 16,4 0-3-16,8-2-621 0,0-1-168 16,8-6-200-16,-1 0-8 0,-3 0-92 15,-4 0-68-15,-4 0-276 0,-4-3-305 16,-4 0-247-16,-4-4-228 0,-4 5-624 15,-9-5-964-15,-7 4-2817 0,-8 3-2279 0</inkml:trace>
  <inkml:trace contextRef="#ctx0" brushRef="#br0">12367 13674 6036 0,'0'0'6309'15,"-20"70"-4193"-15,12-35-1120 0,4 13-344 16,-4 6 712-16,0 4 300 0,4-2-120 15,0 1-584-15,0 0-507 0,1-2-213 16,-2-5-236-16,5-2-4 0,0-3-84 0,0-5-12 16,0-8-100-16,0-3-217 0,0-10-87 15,8-3-72-15,-4-13-100 0,0 0-100 16,0-3-324-16,4-9-524 0,-4-4-612 16,0 0-1929-16,0-12-1951 0</inkml:trace>
  <inkml:trace contextRef="#ctx0" brushRef="#br0">12379 14046 12645 0,'0'0'2288'0,"0"0"-1232"16,0 0-528-16,0 0 160 15,99 6 672-15,-71 1-192 0,0-4-252 0,0 0-344 0,0-3-388 16,0 0-184-16,-5 0-40 16,1 0-104-16,0-6-172 0,1-1-504 15,-1 1-452-15,-1 3-636 0,5-4-1268 0,-4 4-2641 16,12 0-583-16</inkml:trace>
  <inkml:trace contextRef="#ctx0" brushRef="#br0">13666 13887 15381 0,'0'0'4792'0,"0"0"-3664"16,0 0-1128-16,0 0-156 0,111-16 156 0,-67 7 204 16,7 2 236-16,-2 1-251 0,-1 0-189 15,-1-1-108-15,-2 1-13 0,-6-1-75 16,-3 0-328-16,-12 2-352 0,-5 2-204 0,-6 3-660 15,-13 0-1440-15,0 3-2841 0,-13 7-863 0</inkml:trace>
  <inkml:trace contextRef="#ctx0" brushRef="#br0">13797 14109 11549 0,'0'0'2084'0,"0"0"-1424"0,0 0-544 15,20 68 404-15,-4-56 624 16,12-3 56-16,0-5-528 0,8-4-588 0,-1-7-84 15,6-5-296-15,-2-7-236 0,1-6-456 16,-8 5-856-16,8-12-3833 0</inkml:trace>
  <inkml:trace contextRef="#ctx0" brushRef="#br0">14590 13977 10588 0,'0'0'6073'0,"0"0"-5401"0,0 0-500 15,20 88 188-15,-16-63 884 0,4 1 80 16,4-7-740-16,0-3-504 0,8-7-72 0,0-3 56 16,8-6 8-16,4 0-68 0,3-8-4 15,1-3 0-15,4-4 8 16,0-1-8-16,-4-3-156 0,-4-4-52 0,-1 1 12 16,-3 0 0-16,0-6-48 0,-3 3 100 15,-6-1-92-15,-7 0 116 0,-4 4 120 0,-8 0 0 16,0-1 4-16,-8 8-4 0,-8-1 148 15,-8 3 72-15,-4 7 120 16,-4 6-340-16,-7 3 48 0,-1 16-48 0,-4 6 136 16,-4 10 72-16,0 3-208 0,-3 4-12 15,-1 6-208-15,0-4-368 0,0 0-356 16,0 1-352-16,17-10-1256 0,-17 12-4617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cm"/>
          <inkml:channel name="T" type="integer" max="2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cm"/>
          <inkml:channelProperty channel="T" name="resolution" value="1" units="1/dev"/>
        </inkml:channelProperties>
      </inkml:inkSource>
      <inkml:timestamp xml:id="ts0" timeString="2023-07-06T02:48:0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4924 4677 7748 0,'0'0'4101'16,"0"0"-2705"-16,0 0-228 0,0 0-320 15,0 0 148-15,0 0 448 16,107 2-444-16,-58 5-228 0,3 3-148 0,7-1-196 15,0-3-136-15,6 0-132 0,-1-6-36 16,3 0-52-16,-3 0-12 0,-4-6 8 16,-4-3-68-16,-5-1-108 0,-11-3-64 0,-8 4-520 15,-9 3-436-15,-10 2-612 16,-13 4-1184-16,0 0-2161 0,-20 0-2203 16</inkml:trace>
  <inkml:trace contextRef="#ctx0" brushRef="#br0">5235 4889 6140 0,'0'0'688'0,"0"0"2620"0,8 70-1083 16,4-32-589-16,4 3-196 0,4 5-336 15,-5-2-144-15,2 3-268 0,-6 1-380 16,2-1-276-16,-5-3-36 0,-5-2-200 16,5-4-280-16,1-6-164 0,-5-7-144 15,0-3-280-15,-4-3-540 0,0-8-1365 16,0-3-3159-16</inkml:trace>
  <inkml:trace contextRef="#ctx0" brushRef="#br0">5255 5416 704 0,'0'0'2780'0,"0"0"4841"15,0 0-5341-15,0 0-1060 16,28-66 0-16,-1 47-116 0,5-1-484 0,9 1-272 0,-2 4-224 16,4-1-124-16,-2 0-204 15,-1 6-120-15,-1 1-524 0,-2 3-308 16,-5 6-500-16,-9 0-1469 0,-11 3-1991 0,-4 12-475 0</inkml:trace>
  <inkml:trace contextRef="#ctx0" brushRef="#br0">5342 5680 4984 0,'0'0'888'0,"0"0"3832"0,-64 79-3035 16,57-53-77-16,3-4-168 0,4 0-104 0,7-6-220 15,10-4-64-15,7-5-168 16,12-4-104-16,3-3-244 0,13-10-304 15,4-12-124-15,8-9-108 0,7-10-108 0,1-7-256 16,8-6-296-16,-5-4-392 16,1-2-1064-16,-16 13-2872 0,19-26-4901 0</inkml:trace>
  <inkml:trace contextRef="#ctx0" brushRef="#br0">6761 4619 11729 0,'0'0'2552'16,"0"0"-2020"-16,0 0-104 0,-76 98 464 0,44-47 224 16,-7 7-224-16,-6 12-288 0,2 9-224 15,-5 13-24-15,-7 9-24 0,-1 10-172 16,-8 11-68-16,-5 5-92 0,-6 2-56 16,-5 5 52-16,-7 3-128 0,3-4 124 15,0-6-112-15,13-12-64 0,4-14-124 16,14-13-148-16,9-17-36 15,12-15-188-15,13-11-164 0,6-17-200 0,13-9-712 16,0-13-1056-16,5-12-3257 0</inkml:trace>
  <inkml:trace contextRef="#ctx0" brushRef="#br0">6187 5966 9232 0,'0'0'6605'16,"0"0"-5561"-16,0 0-200 16,92-3 648-16,-56-1-72 0,3-5-628 0,2-1-367 15,10-6-169-15,5 1-64 0,0-8-88 16,4-2-104-16,3-1-156 0,-3 1-525 16,-4-4-343-16,0 7-332 0,-16 3-672 0,-5 3-3544 15</inkml:trace>
  <inkml:trace contextRef="#ctx0" brushRef="#br0">6578 5975 9972 0,'0'0'4381'0,"-20"76"-3937"0,20-38-168 16,0 9 680-16,0 5 668 0,0 2-536 16,0-4-472-16,7-2-348 0,1-7-268 15,5 0-96-15,-6-4-40 0,1-10-24 16,5-4-552-16,-6-4-228 0,1-13-636 15,-4-4-1640-15,1-2-4501 0</inkml:trace>
  <inkml:trace contextRef="#ctx0" brushRef="#br0">6677 6226 14529 0,'0'0'1928'15,"0"0"-1680"-15,0 0 412 0,0 0 404 0,96-4-364 16,-60-5-404-16,-1-4-100 0,14-2-196 15,2-7-164-15,5-5-300 0,3 2-612 16,-14 10-1408-16,22-11-4077 0</inkml:trace>
  <inkml:trace contextRef="#ctx0" brushRef="#br0">8367 5594 12733 0,'0'0'1832'0,"0"0"-772"0,0 0 256 15,0 0 24-15,92 73-268 0,-61-37-300 0,-3 4-248 0,-5 2-36 16,5-1-160-16,-7 0-184 15,3-5-144-15,-5-8-104 0,1-6-44 16,1-3-104-16,-2-6-456 0,-3-7-344 0,-4-3-404 16,-4-3-1272-16,-3-9-3517 0</inkml:trace>
  <inkml:trace contextRef="#ctx0" brushRef="#br0">8335 5311 9924 0,'0'0'4825'0,"0"0"-4093"16,0 0-644-16,47-73 200 0,-7 45 120 0,4-4-408 16,8 4-52-16,3-1-392 15,1 4-940-15,-7 6-1388 0,10-1-5037 16</inkml:trace>
  <inkml:trace contextRef="#ctx0" brushRef="#br0">9228 5445 16221 0,'0'0'1976'0,"0"0"-1420"0,0 0-40 16,-37 76 136-16,29-57-32 0,4 2-168 0,4-4-316 15,0 3-136-15,12-5 72 16,4 1 24-16,5-3-48 0,7 2-36 0,3-5 40 16,5 0 164-16,0-1-204 0,-1-6-4 15,1 4-8-15,-8 0 0 0,0-1-48 16,-8 2-36-16,-4 3 84 0,-8 1-4 0,0 7 0 15,-4 0 4-15,-4 7-4 0,-8-1-192 16,-8 3-108-16,-4-1-84 16,0-2-28-16,-8-3 60 0,0-3 28 0,-3-6-104 15,-1-1-144-15,-4-2-340 0,0-4-392 16,8-6-1080-16,-24 0-3981 0</inkml:trace>
  <inkml:trace contextRef="#ctx0" brushRef="#br0">11761 5084 8080 0,'0'0'5441'15,"-4"-71"-4769"-15,-3 39-140 0,-10 4 12 16,-3-4 144-16,1 9 204 0,-5 4-32 16,-4 10-180-16,0 6-16 0,0 3-320 15,0 12-24-15,-4 14-28 0,4 16 52 0,-4 14 104 16,4 18 100-16,1 15 37 0,-1 6-113 16,4 5-72-16,0 6-144 0,4-1-40 15,8-7-44-15,8-9-88 0,4-9-12 0,8-10-64 16,8-16 52-16,12-17 48 15,4-8 0-15,8-10-40 0,3-10-68 16,5-5-72-16,-4-4-24 0,0-10-252 0,-4-6-148 16,-9-3-136-1,-6 0-121-15,-6-3-283 0,-3-3-580 16,-12 3-1140-16,-4 3-1780 0,-11-6-1205 16</inkml:trace>
  <inkml:trace contextRef="#ctx0" brushRef="#br0">11502 5753 10704 0,'0'0'3037'0,"0"0"-1017"0,0 0-328 15,0 0-432-15,0 0-436 0,0 0 228 16,108-19-248-16,-65 7-343 0,9-5-293 0,0-2-168 16,0-3-4-16,0 0-140 0,-8-4-245 15,-1 1-415-15,-7 6-332 0,0 0-440 16,-12 0-796-16,-4 9-1832 0,-12-3-1805 0</inkml:trace>
  <inkml:trace contextRef="#ctx0" brushRef="#br0">11988 5561 8324 0,'0'0'3217'0,"0"0"-661"0,0 0-816 15,-28 93-336-15,24-61-252 0,4 4-192 16,0-2-152-16,4 1-176 0,5-4-180 16,2-2-148-16,1-7-220 0,8-3-84 15,0-2-156-15,0-4-368 0,4-7-108 16,4-3-44-16,4-3-280 0,-1 0-628 0,-6-3-2304 16,10-8-3969-16</inkml:trace>
  <inkml:trace contextRef="#ctx0" brushRef="#br0">12562 5753 4832 0,'0'0'10241'0,"0"0"-8641"0,0 0-704 15,0 0 536-15,-84 86-96 16,60-52-288-16,-4 2-187 0,9-5-245 16,2-8-372-16,10-8-244 0,7-5-144 0,0-7-76 15,0-3-44-15,11 0-4 0,6-6 160 16,3-4-64-16,3-9-97 0,5-1-7 0,-4-5-128 15,-4 3 40-15,-4 3 252 16,-4 6 64-16,-4 4 44 0,0 3-8 16,-4 6 12-16,-4 0 364 0,4 6 112 0,0 3 133 15,-4 11-101-15,4-5-120 16,-4 4-120-16,4 1-76 0,-4-4-72 0,8-4-120 0,-4-3-52 16,3-5-68-16,6-1 24 15,-1-3-148-15,4-7 112 0,-1-5-72 16,9-10-184-16,1-9-197 0,3-5-159 15,-4-9-108-15,3 1-424 0,-3-6-932 16,-4 11-2144-16,4-30-2797 0</inkml:trace>
  <inkml:trace contextRef="#ctx0" brushRef="#br0">13020 4728 2980 0,'0'0'11329'0,"0"0"-9641"16,0 0-848-16,8 85 352 0,-8-37 64 0,0 2 32 15,-8 11-196-15,5 2-299 16,-6 7-321-16,1 3-220 0,4 3-108 0,0 4-144 16,4-1-100-16,0-3-20 15,0-4 0-15,0-4-76 0,8-11-204 0,5-7-193 16,2-8-63-16,5-10-52 0,4-3-148 16,0-14-596-16,4-5-376 0,0-7-724 15,-8-3-2397-15,12-16-2179 0</inkml:trace>
  <inkml:trace contextRef="#ctx0" brushRef="#br0">13431 5753 14861 0,'0'0'2568'0,"0"0"-1504"0,7 69-460 15,-3-40 84-15,5-7 192 0,2-3-296 16,2-6-316-16,2-3-48 0,6-10-51 16,7 0-49-16,-5-6-20 0,9-7-100 0,-1-13-232 15,-3 1-85-15,0-7-35 0,0-3 60 16,-11 4 132-16,-2-5 64 15,-7 9-52-15,-8-3-20 0,0 2 160 0,-8 5 8 16,-11 1 0-16,-1 9 304 0,-4 4-60 16,-1 3-36-16,6 6-64 0,-5 8 4 15,0 9-4-15,5 3 0 0,-2-2-144 0,1 1 0 16,5-3-168-16,2-3-356 16,5-4-244-16,1 2-112 0,7-9-340 0,0-2-1000 15,3 0-2036-15,13-9-2749 0</inkml:trace>
  <inkml:trace contextRef="#ctx0" brushRef="#br0">14008 5556 9912 0,'0'0'7141'0,"0"0"-6085"16,0 0-476-16,12 83 648 0,-12-58 332 16,0 3-251-16,-4-3-593 0,0-2-544 15,0-7-172-15,1-4-60 0,3-2-48 0,-4-7-196 16,4 1-336-16,-5-4-381 15,5 0-331-15,-8-7-1568 0,4 1-3412 0,-3-16-3333 16</inkml:trace>
  <inkml:trace contextRef="#ctx0" brushRef="#br0">13917 5257 13625 0,'0'0'1936'0,"0"0"-1396"15,0 0-284-15,0 0-256 0,99-6-100 16,-67 0-644-1,4 3-380-15,-1-4-584 0,6 1-1225 0,-9 3-2391 0,19 0 1156 16</inkml:trace>
  <inkml:trace contextRef="#ctx0" brushRef="#br0">14431 5257 940 0,'0'0'5472'0,"0"0"-1460"15,0 0-1519-15,27 67-461 0,-27-41-460 16,-4 5-476-16,-11 1-368 0,-2 3-112 0,-2-4-12 16,3 1-116-16,0-3-256 0,4-3-164 15,4-4-68-15,4-3-64 0,4-3 64 16,0 3 148-16,12-4 0 0,8 1 8 15,4 3 4-15,4 0 8 0,-1 1 440 16,1-4-155-16,0 3-333 0,0-4-120 0,0 1-4 16,-8 3-68-16,0-3-12 0,-8 3-40 15,-4-3-93-15,-8 1-111 16,0-3-148-16,-12 3-60 0,-8-4 8 0,-4-1-20 16,-8-5-304-16,-4-4-532 0,1 0-864 15,3-3-2589-15,-13-10-4667 0</inkml:trace>
  <inkml:trace contextRef="#ctx0" brushRef="#br0">15873 5343 12449 0,'0'0'3120'0,"0"0"-1504"0,0 0-1020 16,0 0-348-16,123-29 444 0,-54 20 680 0,14-4-356 16,17 0-251-16,3-2-73 0,9 2-280 15,-1-3-208-15,-7 4-112 0,0-1-92 16,-13-3-60-16,-3 3-24 0,-9 0-48 0,-7-2-136 16,-8 2-312-16,-13 1-225 15,-6 1-179-15,-21 5-500 0,-16 6-1376 16,-8 0-3213-16,-28 3-3627 0</inkml:trace>
  <inkml:trace contextRef="#ctx0" brushRef="#br0">16224 5559 14557 0,'0'0'1904'0,"0"0"-1320"16,0 0 396-16,119 16-400 0,-43-16-124 0,8-9-64 15,3-10-156-15,9-4-236 0,0-3 0 16,-9-2-148-16,-4 0-196 15,-6-1-420-15,-14 4-412 0,-11-2-528 0,-16 9-1404 16,-8-8-4477-16</inkml:trace>
  <inkml:trace contextRef="#ctx0" brushRef="#br0">16243 4870 14781 0,'0'0'2248'0,"0"0"-1588"0,0 0-292 16,-87 91-84-16,55-45-72 0,1 1-204 15,-10 8 0-15,2 4-4 0,-5 8 216 0,4 7 16 16,0 5-112-16,0 3-124 16,0 1 0-16,4 3 112 0,1-3-24 0,7-11 60 15,3-5 32-15,18-6 116 0,7-15 144 16,4-4-124-16,20-7 76 0,15-7-124 0,13-3-76 15,8-6 28-15,15-5-15 0,9-11-93 16,8-3-108-16,7-12-4 16,9-12-4-16,3-10-156 0,5-8-93 0,-8-5-455 15,-4-6-232-15,-13-5-580 0,-27 14-2348 16,7-23-5109-16</inkml:trace>
  <inkml:trace contextRef="#ctx0" brushRef="#br0">17395 4660 8868 0,'0'0'6749'0,"0"0"-5757"15,92 38-616-15,-53-19-28 0,6 4 24 16,-2 5 84-16,-3 1 344 0,0 3 256 16,-4 6-520-16,0 4-240 0,-4 2-188 0,-4 4-108 15,-9 8-36-15,-7 8-88 16,-8 3-32-16,-4 2-88 0,-8 8-76 15,-12-1-168-15,-8-2-40 0,-4-5-64 0,-3-2 100 16,-5-1-4-16,-4-2-128 16,-4-7-252-16,-4 0-384 0,0-6-572 15,13-16-1397-15,-21 12-3231 0</inkml:trace>
  <inkml:trace contextRef="#ctx0" brushRef="#br0">19076 4331 4112 0,'0'0'496'0,"0"0"4120"0,0 0-2960 0,0 0-163 15,0 0-333-15,0 0 8 0,0 0-84 16,0 0-44-16,0 0-72 0,-4-3-164 16,17 3-224-16,6 0-164 0,13 0 280 0,12 0-156 15,7 3-104-15,1-3 16 16,1 0-39-16,-10 0-125 0,-3 0-128 0,-4-3-80 16,-4-1-80-16,-4 1-48 15,0-4-24-15,-5 4-76 0,-3-3-116 0,-3-1-237 16,-9 4-227-16,-1 0-116 0,-7 3-332 15,0 0-892-15,0 0-908 0,-7 0-2185 0,-10 0-1539 16</inkml:trace>
  <inkml:trace contextRef="#ctx0" brushRef="#br0">19319 4371 4592 0,'0'0'52'0,"0"0"5236"0,-23 83-3675 0,18-39 115 15,-3 5-40-15,8 7 184 16,-3 5-320-16,-1 3-396 0,0-1-412 15,4 0-232-15,-4-3-256 0,4-8-164 16,0-8-92-16,0-12-124 0,0-7-32 16,8-6-444-16,-1-7 12 0,-3-1-320 15,5-6-452-15,-9-2-1184 0,4-3-2581 0,-4 0-3043 16</inkml:trace>
  <inkml:trace contextRef="#ctx0" brushRef="#br0">19388 4886 1448 0,'0'0'10409'0,"0"0"-8709"0,0 0-456 16,0 0-124-16,79-32-40 0,-55 26-424 0,-4 3-344 16,-1-4-312-16,2 4-24 0,-2 0-276 15,-3 3-332-15,1 0-696 0,-9 0-328 16,-1 3-1056-16,-3 0-1941 0,-4 10-1247 0</inkml:trace>
  <inkml:trace contextRef="#ctx0" brushRef="#br0">19355 5111 3220 0,'0'0'1644'0,"0"0"4517"0,0 0-4617 16,0 0-144-16,-51 77-464 0,55-68 124 0,11-3-60 16,13-2-68-16,9-4-16 0,6-4-440 15,13-8-204-15,8-7-272 0,3-6-236 16,5-8-356-16,4 3-12 0,-5-6-776 16,-19 11-936-16,24-23-3817 0</inkml:trace>
  <inkml:trace contextRef="#ctx0" brushRef="#br0">20599 4410 4072 0,'0'0'9361'0,"0"0"-7729"0,-72 86-564 16,44-42-76-16,-4 13 248 0,-4 10-36 15,0 5-164-15,-4 12-276 16,-3 7-348-16,-5 8-259 0,-4 2-157 0,-4 8 0 15,-8-1-60-15,0-4-49 0,1 0-231 16,-1-5 48-16,4-6 60 16,9-11 36-16,3-8-84 0,12-15 48 0,8-14-112 15,8-13-84-15,12-13-420 0,4-13-500 16,4-6-936-16,4-6-2549 0,16-33-3499 0</inkml:trace>
  <inkml:trace contextRef="#ctx0" brushRef="#br0">20212 5445 8096 0,'0'0'8317'0,"0"0"-7145"0,0 0-468 16,91-13 380-16,-55 7 308 0,1-7-440 15,2 1-275-15,5-8-385 16,4 0-280-16,-1-1-12 0,1-5-216 0,1-2-344 16,-6 3-341-16,-7-1-331 0,-4 4-1260 15,-8 0-3420-15,-9 9-4441 0,-10-4 9777 16</inkml:trace>
  <inkml:trace contextRef="#ctx0" brushRef="#br0">20471 5381 6460 0,'0'0'9201'0,"-28"64"-7769"16,24-30-1012-16,0 4 88 0,4 11 700 0,0 1-80 16,8 4-240-16,4-2-388 0,4 1-343 15,0 1 87-15,4-10-28 0,-9-2-180 16,6-14-36-16,-6-3-120 0,-3-8-377 0,5-2-283 15,-9-5-36-15,3-4-52 16,-3 0-280-16,-4-2-704 0,0-4-828 0,0 0-2105 16,-4-10-2067-16,0 4 5080 0,-7-16 1545 15</inkml:trace>
  <inkml:trace contextRef="#ctx0" brushRef="#br0">20518 5740 10332 0,'0'0'5449'0,"0"0"-3973"0,0 0-388 16,0 0 256-16,81 7-344 0,-50-4-332 15,5-3-216-15,4 0-219 0,8-3-185 16,4-10-44-16,3 1-4 0,1-5-112 16,0-2-313-16,-4 0-319 0,-1 3-392 0,1 0-872 15,-16 1-3408-15,12-2-6493 0</inkml:trace>
  <inkml:trace contextRef="#ctx0" brushRef="#br0">22371 5235 6764 0,'0'0'7633'15,"0"0"-6409"-15,0 0-108 0,0 0-268 0,72 70-8 16,-52-35 412-16,-4 3-272 0,-1 4-248 15,-2-5-308-15,2-2-243 0,-2 1-129 16,2-8-52-16,2-3-76 0,-2-6-153 16,-2-6-491-16,-2-6-452 0,-3-4-684 0,-4-3-2676 15,1-7-3185-15</inkml:trace>
  <inkml:trace contextRef="#ctx0" brushRef="#br0">22491 4917 8264 0,'0'0'5673'0,"0"0"-4609"0,0 0-1064 0,0 0-28 16,0 0-172-16,76-38-40 0,-44 29-308 15,-4 3-2328-15,23-1-7485 0</inkml:trace>
  <inkml:trace contextRef="#ctx0" brushRef="#br0">23316 5136 10876 0,'0'0'6277'16,"0"0"-5149"-16,-84 61-636 0,48-38 100 0,0 2 592 16,1 0-292-16,7-3-359 0,3 0-433 15,14 0-100-15,7-5-112 0,4 2 104 16,12-3 8-16,8-1-60 0,8 2-25 16,8-2-39-16,3-2-8 0,1 0 36 15,0-1 36-15,-4 1-40 0,-4-1-20 0,-4 1 8 16,-13 4-32-16,-2 2 8 15,-13 0-12-15,0 3 148 0,-17 3 0 16,-7-3 0-16,-4 0-232 0,1 1-24 16,-9-5-28-16,4-5 16 0,-4 0-88 15,4-3-172-15,-4-4-400 0,12-3-1396 0,-15-3-3461 16</inkml:trace>
  <inkml:trace contextRef="#ctx0" brushRef="#br0">24248 5109 1172 0,'0'0'14317'0,"0"0"-12349"16,0 0-1264-16,0 0-568 0,0 0-124 0,0 0 52 16,0 0 208-16,0 0-88 0,-60 69-76 15,44-40 40-15,5 2 196 0,2-2 96 16,9-4-84-16,0 0-184 0,13-2-88 0,10-2 76 15,1-1-76-15,8 0-12 16,0-1 52-16,-4-4-28 0,3 1-8 16,-3 0-28-16,0 1 12 0,-11-3 24 0,-2 5 4 15,-7-2 44-15,-8 2 88 0,4 0 265 0,-4 0-265 16,-4-3-100-16,0 0-60 16,-4 0 12-16,-3-7-76 0,2-3-8 0,1-3-80 15,1-3-332-15,-2 0-269 0,5 0-183 16,0-9-468-16,4-4-1236 15,0 1-2264-15,8-17-2549 0</inkml:trace>
  <inkml:trace contextRef="#ctx0" brushRef="#br0">24762 5416 928 0,'0'0'13545'0,"0"0"-11565"16,80 22-872-16,-48-15 788 0,0-4-524 0,0-3-460 15,-1 0-223-15,-3-10-141 0,4-5-272 16,4-5-188-16,0-5-88 0,-1 0-532 15,-3-7-108-15,-4 3 7 0,-4 1-47 16,-3 2-224-16,-10 4-140 0,-7 3 108 16,-4 0 216-16,-4 2-164 0,-7 3 516 0,-10 1 368 15,1 3 640-15,-4 7 72 0,-3 3-104 16,3 10-92-16,-4 12 40 0,0 10 92 16,0 3 124-16,0 9-112 0,0 1-104 15,5 5-103-15,2 1-153 0,5 0-20 16,4-1-72-16,1-2-136 0,11-9-68 15,0-8-4-15,4-6 48 0,7-2 12 16,10-11-60-16,3-3-116 0,-1-2-152 16,9-7-348-16,0 0-381 0,4-13-471 15,-9 5-2252-15,18-25-3653 0</inkml:trace>
  <inkml:trace contextRef="#ctx0" brushRef="#br0">25619 5289 9412 0,'0'0'5057'0,"0"0"-4161"0,4 86-708 16,-4-41 64-16,0 8 728 16,3 10 668-16,1 4 84 0,0 7-332 0,5 5-271 15,-5 4-353-15,3 2-220 0,-3 1-124 16,0 0-192-16,-4-4-176 0,0-6-64 16,0-6-108-16,4-9-228 0,-4-11-244 0,0-5-84 15,5-14 48-15,-1-6 104 16,3-11 39-16,-3-8-111 0,4-6-112 15,1-13-76-15,-2-8-432 0,1-15-1068 0,-4 9-1544 16,0-38-2881-16</inkml:trace>
  <inkml:trace contextRef="#ctx0" brushRef="#br0">25619 5128 10724 0,'0'0'3837'0,"0"0"-3673"0,79-49-88 15,-35 34-76-15,4-4 492 0,8 9 60 16,-1 10 104-16,-2 3-68 0,-6 10-132 16,-3 9-132-16,-8 3-100 0,-8 8-224 15,-13-3-64-15,-11 6 60 0,-4-4 4 16,-19 3 212-16,-9 4-128 0,-12-6-20 16,-4 6-64-16,-3-1-12 0,-9-3-52 15,4-4-168-15,0-1-316 0,0-8-336 0,4-6-460 16,12-4-812-16,-7-5-2685 0</inkml:trace>
  <inkml:trace contextRef="#ctx0" brushRef="#br0">26814 5375 7052 0,'0'0'2632'0,"0"0"353"16,0 0-837-16,0 0-436 15,0 0-8-15,83 48-144 0,-42-33-448 0,2-2-468 0,5-3-267 16,4-7-217-16,0-3-148 15,-4-7-12-15,7-8-561 0,-3-7-219 16,4-4-308-16,-4-7-620 0,-12 8-2440 0,7-13-3273 16</inkml:trace>
  <inkml:trace contextRef="#ctx0" brushRef="#br0">27423 5003 8552 0,'0'0'3189'0,"0"0"-2049"0,-27 86-336 15,22-41 628-15,-2 12 388 0,3 9 148 16,-4 8-484-16,4 2-644 0,4 1-316 16,-4 0-247-16,-1 4-277 0,2-1-12 15,-9-8-181-15,4 1-331 0,3-6-476 16,2-10-444-16,3-19-1692 0,3 3-4141 0</inkml:trace>
  <inkml:trace contextRef="#ctx0" brushRef="#br0">28519 4985 10636 0,'0'0'3865'0,"0"0"-3093"16,0 0-268-16,0 0-192 0,0 0 268 16,-95 44 440-16,63-22-304 0,0 4-296 15,-4 0-412-15,1 5 52 0,7-4-56 0,0 0 0 16,3-5 44-16,14-6-48 0,6-4-56 16,5 1-152-16,9-3 132 0,10-1 76 0,9 0 148 15,8 1-140-15,0 4-8 16,0-3-88-16,0 6 88 0,-4-1 52 15,-4 9 24-15,-4 0 108 0,-5 4 36 0,-6 2-12 16,-6 4 12-16,-7 1 232 16,0-3 208-16,0 0-368 0,-4-4-108 15,-3-1-24-15,-6-2-100 0,2-5-60 0,-6 3-40 16,2-10-144-16,-2 0-388 0,6-1-248 16,-6-8-124-16,6 2-252 0,3-7-892 15,-1 0-1908-15,6-3-2689 0</inkml:trace>
  <inkml:trace contextRef="#ctx0" brushRef="#br0">28702 5372 5828 0,'0'0'492'0,"0"0"4777"0,0 0-3301 16,0 0-268-16,88 95-32 0,-64-53-540 16,-4 5-312-16,4 7-348 0,-4 3-112 15,-1 4-76-15,-2 2 48 0,-6 0 4 0,-3 5-40 16,-8-2-96-16,0 3-124 0,-8-4-72 15,-7-2-124-15,-5-3-32 16,-1-7-332-16,-2-11-184 0,7-4-176 0,0-12-28 16,8-11-140-16,0-8-88 0,4-7-560 15,4-13-1108-15,0-12-2689 0,0 3-363 16</inkml:trace>
  <inkml:trace contextRef="#ctx0" brushRef="#br0">28910 5279 3180 0,'0'0'756'16,"0"0"64"-16,0 0 2432 0,0 0-856 16,0 0-415-16,75-22-325 0,-55 42-292 0,-4-1-292 15,-4 6-312-15,0 4-240 16,-8 2-172-16,-4 1-140 0,0 3-208 0,0-4 0 16,-8-1-96-16,-3 1-56 0,-2-5-380 15,-2 2-76-15,-2-6-120 16,-2 1-100-16,3-11-308 0,-1-6-636 0,6-6-673 15,3 0-499-15,4-18-1280 0</inkml:trace>
  <inkml:trace contextRef="#ctx0" brushRef="#br0">29455 4445 6308 0,'0'0'1224'0,"0"0"1688"16,0 0-355-16,0 0-741 0,9 95-480 15,-9-51-136-15,0 10-172 0,-4 10-108 0,-5 6 0 16,2 9 68-16,-5 6-331 0,-4 8-221 16,4-1-84-16,-4-3-160 0,0-1-72 15,4-8-120-15,4-10-72 0,0-9-28 0,8-11 28 16,0-9 12-16,0-9 12 0,12-10-84 15,0-3-268-15,4-6-137 16,0-10-59-16,7-3 0 0,1-3-4 0,4-13-172 16,0-9-788-16,0-7-1504 0,-4 4-2645 15,4-23-2647-15</inkml:trace>
  <inkml:trace contextRef="#ctx0" brushRef="#br0">29771 5245 3824 0,'0'0'524'0,"0"0"5820"0,0 0-5095 15,0 86-289-15,0-56 72 0,0 3 244 16,0-1 156-16,0-1-336 0,0-2-452 16,-4-4-372-16,4-2-272 0,0-4-68 15,0-4-128-15,0-5-312 0,0 0-324 0,4-10-260 16,-1 0-216-16,1-3-1008 15,0-4-2069-15,0-15-3295 0</inkml:trace>
  <inkml:trace contextRef="#ctx0" brushRef="#br0">29834 5070 2936 0,'0'0'9129'15,"0"0"-7049"-15,0 0-604 0,0 0 16 16,0 0-44-16,0 0-220 0,0 0-544 0,0 0-428 15,88 16-256-15,-65-18-196 0,5-9-352 16,0-5-420-16,8-6-488 0,-4-3-912 16,-4 6-2221-16,12-16-2503 0</inkml:trace>
  <inkml:trace contextRef="#ctx0" brushRef="#br0">30476 4435 8324 0,'0'0'2701'0,"0"0"-369"0,4 86 112 0,-4-39-372 16,0 14-336-16,-9 6-356 0,1 5-271 16,1 5-165-16,-5 2-220 15,-4 0-348-15,4 4-172 0,0-8-132 0,-4 2-72 16,7-10-60-16,2-6-48 0,3-11 0 0,4-9-24 16,0-6-124-16,8-10-80 15,4-6 32-15,4-5-96 0,0-8-168 0,3-6-17 16,2-3-159-16,-1-10-256 0,-5-3-584 15,-2-10-684-15,-9 1-44 16,-4-3-96-16,-13-4-293 0,-10 4 233 0,-5-1 528 16,-4 4 1572-16,0-1 368 0,-4 7 1420 0,9 6 312 15,-1 7 216-15,7 3 273 0,5 3 127 16,12 0-336-16,4 0-420 0,4 0-204 16,12 0-304-16,12 0-144 0,12-7-12 0,12-5-223 15,8-7-357-15,7-6-244 16,5-8-104-16,-9-1-172 0,-3-2-216 15,-4 2-281-15,-4 2-183 0,-8-3-176 0,-4 4-472 16,-8-1-900-16,-5 3-800 16,-10 8-1413-16,-6 7 149 0,-6 8 2000 15,-5 6 2464-15,-13 15 1108 0,-2 11 2112 0,-5 3-152 16,-1 5-736-16,-2 5-391 16,3-1-93-16,0 1 40 0,8-6-56 0,0 3-304 15,4-4-476-15,4-7-456 0,4 0-256 16,4-6-184-16,4 0-116 0,12-6-40 15,0 4-64-15,4-9 4 0,3 5-72 0,5-3-160 16,1-1 0-16,-1 7 24 0,3 0 84 16,-3 0 112-16,-4 9-8 0,4 1 80 15,-9 2 0-15,5 5 160 0,-7 0-12 16,-5 3 56-16,-1 2-8 0,-3-3-96 16,-3 4 56-16,-6-6-60 0,1 6 184 15,-4-1-59-15,-7 0 11 0,-6 3-4 16,-2 1 316-16,-9-4-12 0,-4 0-228 15,0-7-52-15,0 1-20 0,0-9-28 16,0-4 12-16,8-10-8 0,0-3-28 16,5-6-36-16,-2 0-144 0,10-6 0 15,-1-7-180-15,8-6-40 0,0-9-116 0,4-10 12 16,7-6-172-16,13-8-12 0,4-2 72 16,4 1 72-16,8 2 84 0,-1 1-85 15,6 1-243-15,-2-2-540 0,5 4-944 0,-16 8-2952 16,15-14-6749-16</inkml:trace>
  <inkml:trace contextRef="#ctx0" brushRef="#br0">31970 5479 17745 0,'0'0'4305'0,"0"0"-3653"15,0 0-652-15,0 0-668 0,-88-47-265 0,60 35-499 16,-16-11-3344-16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cm"/>
          <inkml:channel name="T" type="integer" max="2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cm"/>
          <inkml:channelProperty channel="T" name="resolution" value="1" units="1/dev"/>
        </inkml:channelProperties>
      </inkml:inkSource>
      <inkml:timestamp xml:id="ts0" timeString="2023-07-06T02:48:2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872 1444 10424 0,'0'0'4649'0,"0"0"-3425"15,0 0-536-15,0 0 760 0,0 0-340 0,0 0-548 16,0 0 248-16,0 0 80 0,144-3-331 16,-69-3-73-16,1-1-288 0,3 0-148 15,-3-1-48-15,-8 2-48 0,-4-7 44 16,-5 3-56-16,-7-3-12 0,-8-3-208 16,0 0-340-16,-4-3-253 0,-4 1-363 0,-8-1-768 15,-8 3-2144-15,-5-16-2893 0</inkml:trace>
  <inkml:trace contextRef="#ctx0" brushRef="#br0">1538 816 6940 0,'0'0'3088'16,"0"0"-1451"-16,0 0-485 0,0 0 20 15,-56 85-144-15,48-44 0 0,0 7-36 0,8 10-208 16,0 8-168-16,0 8-356 0,0 8-28 15,4 6-156-15,4 5-4 0,-1 5-68 16,-3 1 96-16,0 2-88 0,5-2 72 16,-5-8-20-16,0-9 32 0,-4-11-84 15,0-11 172-15,0-12 36 0,0-10-96 16,0-13 12-16,0-9-84 0,0-9-52 16,0-4-72-16,0-3 72 0,0 0 0 15,3-7 52-15,-3-2-44 0,0-10-8 0,0-3-392 16,-7-3-320-16,-6-8-176 0,2-2-564 15,-5-2-904-15,4-2-1813 16,0 11-2319-16,8-13 3304 0</inkml:trace>
  <inkml:trace contextRef="#ctx0" brushRef="#br0">2004 1546 7160 0,'0'0'5453'0,"0"0"-5069"16,0 0-244-16,0 0 740 0,31 82 684 15,-31-53-208-15,-3 6-388 0,-5-7-436 0,-1 4-348 16,1-7-184-16,5-6-12 0,-1-6-60 16,0-1-116-16,4-7-476 15,0-3-544-15,0-2-556 0,-4-2-1284 0,-5-17-5265 16</inkml:trace>
  <inkml:trace contextRef="#ctx0" brushRef="#br0">1964 1327 5288 0,'0'0'8233'0,"0"0"-7005"0,0 0-884 0,0 0 608 0,0 0 276 16,0 0-792-16,79-48-436 15,-66 45-324-15,2 3-112 0,-2 0-916 0,-2 0-1324 16,1 7-3929-16</inkml:trace>
  <inkml:trace contextRef="#ctx0" brushRef="#br0">2235 1514 7584 0,'0'0'5405'16,"0"0"-4629"-16,0 0-292 0,16 67 828 0,-16-48 640 16,3 0-444-16,-3-6-772 15,4-4-432-15,0 1-280 0,5-7-24 16,-1-3-96-16,3 0-4 0,2 0 100 0,2-10 16 16,1-2 128-16,4-7-144 0,0-3-176 15,0 0-176-15,-4-1-80 0,0 4 52 0,0 0 84 16,0 6 72-16,-1 4-60 0,2 6 100 15,-2 3 184-15,2 0 236 0,-2 3 256 16,2 9-36-16,-2 1-136 0,-2 3 160 16,-2 1-324-16,-3-3 104 0,0 5 128 15,-4-2-132-15,-4 2-168 0,0-4 8 16,0-2-84-16,0 0-12 0,0-4-8 0,0-5-320 16,0-1-528-16,0-3-224 0,0-3-592 15,0-4-2412-15,0-12-4829 0</inkml:trace>
  <inkml:trace contextRef="#ctx0" brushRef="#br0">2793 1451 7008 0,'0'0'1284'0,"0"0"1769"16,0 0-1617-16,0 0-176 0,-17 82 180 0,14-69-812 15,-5-4-628-15,8-2-440 16,0-4-528-16,0-3-328 0,0 0-792 0,4-7-2673 15,3-12-1675-15</inkml:trace>
  <inkml:trace contextRef="#ctx0" brushRef="#br0">2848 813 3936 0,'0'0'700'0,"0"0"2484"0,0 0-1020 0,0 0-719 16,0 0-881-16,0 0-524 0,0 0-40 0,0 0-360 16,0 0-449-16,0 0-819 0,0 0-320 15,8 12-448-15,-8 1 1356 0,0-3-160 16,0-1-132-16,0-3 120 0,0 1 1105 0,0-4 107 15,0-3 199-15,0 0 441 16,0 0 24-16,0 0 92 0,0 0-756 16,0 0-24-16,-3-3-1568 0,-2 0 1292 0,1-1 72 15,0 1 220-15,0 0-99 0</inkml:trace>
  <inkml:trace contextRef="#ctx0" brushRef="#br0">2665 1209 2568 0,'0'0'11401'16,"0"0"-9785"-16,0 0-772 0,0 0 908 16,0 0-104-16,0 0-584 0,0 0-592 15,0 0-300-15,0 0-92 0,0 0-80 0,0 0-144 16,20-65-88-16,-8 58-60 0,4 0-72 16,8 1-408-16,0-7-344 0,4 0-868 0,-9 4-1808 15,5-14-2193-15</inkml:trace>
  <inkml:trace contextRef="#ctx0" brushRef="#br0">3239 635 5472 0,'0'0'8213'0,"0"0"-7477"15,-8 73-192-15,4-32 992 0,0 10 436 16,0 6-336-16,4 6-420 0,0 5-243 0,0 1-209 15,8 4-340-15,4 4-208 16,-5-5-168-16,2 1-48 0,3-12-8 0,-5-11-112 16,2-11 108-16,3-14-72 0,-1-6-76 0,2-13-56 15,-6-3-220-15,5-3-280 16,-3-3-193-16,-2-10-315 0,1-6-1064 16,-8 4-2060-16,0-17-1633 0</inkml:trace>
  <inkml:trace contextRef="#ctx0" brushRef="#br0">3087 1232 11789 0,'0'0'4476'0,"0"0"-3764"0,0 0-328 16,0 0 420-16,0 0 48 0,0 0-360 15,0 0-284-15,0 0 416 0,0 0-248 16,88 0-376-16,-60 0 0 0,0 0-220 0,8 0-488 16,-5 0-568-16,1-4-648 0,0-3-408 15,4 2-232-15,-1-2-1785 0,-2 0 1121 16,3 7 100-16</inkml:trace>
  <inkml:trace contextRef="#ctx0" brushRef="#br0">3594 1221 1920 0,'0'0'4428'0,"0"0"-1972"16,0 0-492-16,83 71-383 0,-67-52-201 16,-1-6-100-16,2-4 56 0,-2 2-340 15,2-6-464-15,-6-2-172 0,2-3-164 16,2 0 0-16,2-6 28 0,-2-7-88 0,2-3-136 16,-2-3-320-16,1 0-212 0,-8 3-100 15,5 4 12-15,-10 2 132 0,1 7 248 16,-4 3 112-16,0 3 128 0,-7 7 140 0,-2 9 264 15,-3 3 44-15,0 6-112 0,0-2 72 16,5 2 88-16,-1-6-100 0,3-2-324 16,5-4-72-16,0-7 0 0,13-2-48 15,2-4 48-15,9 0 136 0,8-3 180 16,0 0-180-16,3-3-128 0,2-4 4 16,3 1-12-16,-1 0-68 0,-3 0-152 15,4-1-508-15,-4-3-488 0,-4 1-828 16,-8 3-2717-16,-5-4-4787 0</inkml:trace>
  <inkml:trace contextRef="#ctx0" brushRef="#br0">306 1902 6064 0,'0'0'6029'15,"0"0"-4357"-15,0 0-356 0,0 0-208 0,0 0 92 16,88 28-196-16,-60-9-340 0,8 6-64 15,3 8-72-15,1-2 8 0,8 11-60 16,0 2-196-16,4 9-48 0,4 5-136 16,11 9 49-16,5 8 39 0,11 8 32 15,9 6 52-15,7 7 264 0,6-4-240 16,2-1-196-16,5-5-36 0,-5-9-60 16,-3-14 0-16,-1-6-4 0,-7-16 12 15,-1-5 116-15,-3-11 252 0,-8-9-220 16,0-10-48-16,-9-6-100 0,5-9-8 15,-5-10-12-15,-2-6-132 0,6-13 48 0,5-8-172 16,8-7 16-16,7-15 108 0,17-5-16 16,15-10-20-16,17-1-48 0,11-5 44 15,16-7 4-15,9 1 20 0,11-6 64 0,4-4-208 16,16 0 244-16,1-3 56 16,3 3 4-16,0 0 0 0,-12 4-145 0,-4 6-319 15,-16 2-304-15,-8 15-920 0,-16 7-668 16,-47 20-2412-16,24-12-5201 0</inkml:trace>
  <inkml:trace contextRef="#ctx0" brushRef="#br0">7076 1155 22314 0,'0'0'2344'15,"0"0"-2344"-15,0 0-1144 0,0 0-2657 0,-88 3-5420 0</inkml:trace>
  <inkml:trace contextRef="#ctx0" brushRef="#br0">6984 4914 3464 0,'0'0'7260'0,"0"0"-4083"16,0 0-1069-16,0 0-584 0,0 0-152 15,0 0-232-15,0 0-308 16,0 0-140-16,24-11 157 0,8 13-121 0,8 4-184 16,16-3-108-16,0-3-4 0,11 0-80 15,1 0-100-15,-1-3-36 0,5-3-144 16,-4-1-12-16,0-2-60 0,-5-1-84 0,-3-2 36 15,0-1-36-15,-4 4 36 16,-9-1-84-16,-2 1-180 0,-10-1-112 0,-7 7-108 16,-5-3-96-16,-10 6-148 0,-5 0-669 15,-8 0-1091-15,0 6-1904 0,-16 10-3021 16</inkml:trace>
  <inkml:trace contextRef="#ctx0" brushRef="#br0">7315 5023 5532 0,'0'0'6425'0,"0"0"-4305"0,0 0-872 16,0 0-12-16,-33 101 228 0,33-57-220 16,0 8-276-16,5 12-52 0,7 2-127 15,-5 10-277-15,6 9-128 0,-1 4-176 16,-9 9-52-16,5 1-148 0,-3 0-8 15,-5-10-72 1,4-10 60-16,4-15 4 0,-5-17-64 0,9-12-136 0,-3-10-276 16,2-8-233-16,6-15-183 0,-6-2-664 0,6-9-1360 15,-6-4-1764-15,1-19-3201 0</inkml:trace>
  <inkml:trace contextRef="#ctx0" brushRef="#br0">7490 5743 1828 0,'0'0'10773'0,"0"0"-8837"16,0 0-340-16,84-9 352 0,-52 6-460 16,3 0-536-16,5-8-328 0,-3 3-212 15,2-3-168-15,-3 2-244 0,-1 0-60 16,-7 2-136-16,-3 1-180 0,-1 3-588 16,-13 3-396-16,-3 9-908 0,-4 2-3669 0,-16 20-3559 15</inkml:trace>
  <inkml:trace contextRef="#ctx0" brushRef="#br0">7490 6298 4592 0,'0'0'7977'0,"0"0"-5881"0,0 0-724 16,0 0 304-16,0 0 208 0,0 0-392 16,104 0-327-16,-64-6-245 0,7 0-280 15,5-7-216-15,4 4-244 0,0-3-180 0,4-1-48 16,-5 3-180-16,1 0-328 0,0 4-484 15,0 3-189-15,-4 3-895 16,-13 0-3260-16,9 12-6793 0</inkml:trace>
  <inkml:trace contextRef="#ctx0" brushRef="#br0">7578 7185 3676 0,'0'0'3048'0,"0"0"1625"15,0 0-2857-15,0 0-128 0,0 0-176 0,0 0-68 16,0 0-296-16,-25 82-316 0,25-41-160 16,4 7-184-16,9 6-48 0,-5 7-52 15,-1 9-195-15,2 6 39 0,-1 6-40 16,-4 4-104-16,-4 3-40 0,3 0-48 16,-3 2-44-16,0-2-92 0,0-3-32 15,-3 0-221-15,-1-10-267 0,0-5-112 16,4-11-88-16,0-7-176 0,0-8-480 15,4-14-1004-15,7 5-3021 0</inkml:trace>
  <inkml:trace contextRef="#ctx0" brushRef="#br0">7211 9560 8824 0,'0'0'5413'0,"0"0"-3977"0,0 0-728 0,0 0-160 16,0 0 976-16,28 76-440 0,-20-29-340 15,0 7-316-15,-4 10-148 0,4 6-60 16,-4-1-64-16,3 8 40 0,-3-7-24 15,9 2-68-15,-5-5-104 0,-1-6-60 16,6-11-40-16,-2-5-80 0,2-14-172 16,2-8-516-16,6-13-184 0,-2-10-292 15,5-10-324-15,-4-2-1420 16,8-36-4529-16</inkml:trace>
  <inkml:trace contextRef="#ctx0" brushRef="#br0">7845 9506 14189 0,'0'0'2084'0,"0"0"-1460"0,-80 25-116 16,40-3 348-16,1 7-20 0,-6 9-676 0,2 4-160 15,2-1-60-15,6 6 60 0,-1-3 52 16,8 5 36-16,4-5-88 0,5 0-52 16,2-3 52-16,9 0 24 0,5-3 136 0,3-6-48 15,3 0 24-15,13-3 48 16,4-1 96-16,8-1 12 0,8-6 416 0,-1-2-236 15,10 0-131-15,-2-6-133 0,6-3-172 16,2-1-36-16,1 1-84 16,4-4-160-16,-4 6-449 0,3 1-307 0,-3 3-264 15,-8 3-976-15,-8-3-2540 0,11 13-3329 16</inkml:trace>
  <inkml:trace contextRef="#ctx0" brushRef="#br0">7355 11693 260 0,'0'0'1944'15,"0"0"5448"-15,0 0-6604 0,0 0-167 0,0 0 535 16,0 0 300-16,0 0 0 0,0 0 20 16,0 0-96-16,79 22-224 0,-70 16-332 15,-2 10-204-15,9 9-144 0,-8 7-84 0,8 5-116 16,-4 2-79-16,0 6-77 0,-1 0 16 16,2 7-88-16,-5 2-40 15,-1 2-8-15,2-2-60 0,-1-7 0 0,-4 1-16 16,0-10-129-16,-1-3-355 0,5-7-172 15,1-10-136-15,-1-2-372 16,-1-13-736-16,6-9-1808 0,-2-4-1961 0</inkml:trace>
  <inkml:trace contextRef="#ctx0" brushRef="#br0">6904 14065 9096 0,'0'0'5641'0,"0"0"-4897"0,0 0-328 0,0 0-268 16,0 0 820-16,96-6 580 15,-40 12-112-15,11 0-276 0,9 4-235 0,0-4-237 16,0-3-168-16,-5-3-96 0,1 0-220 16,0-6-200-16,-8-4-4 0,-4-5-104 15,-4-1-64-15,-9 0-136 0,-8 3-168 16,-11 1-84-16,0-1-65 0,-11 7-107 16,-6 0-456-16,-7-1-1344 0,-4 7-2576 15,-11 0-1501-15</inkml:trace>
  <inkml:trace contextRef="#ctx0" brushRef="#br0">7383 14049 12745 0,'0'0'1692'0,"0"0"-656"0,-17 102-128 16,17-48 672-16,8 9-336 0,-3 10-252 16,-1 0-384-16,0 10-84 0,-1-1-36 15,-3 4-87-15,0-4-133 0,0-2-100 16,0-7-156-16,0-7-12 0,4-5-56 0,4-9-188 15,-4-2-264-15,5-9-41 0,-2-3-71 16,1-3-52-16,1-10-124 16,-5-6-560-16,-1-6-1168 0,-3-6-2561 0,0-10-3379 0</inkml:trace>
  <inkml:trace contextRef="#ctx0" brushRef="#br0">7323 14764 16253 0,'0'0'2012'0,"0"0"-1604"16,92 22-212-16,-49-17 628 16,13 2-128-16,0-3-232 0,4-4-100 0,0-6-156 15,7-11-208-15,-3 2-12 0,-1-10-268 16,-3 2-392-16,-4-3-184 16,0 4-276-16,-5-3-340 0,-15 9-1236 0,12-6-2941 0</inkml:trace>
  <inkml:trace contextRef="#ctx0" brushRef="#br0">12542 5331 6216 0,'0'0'1756'0,"0"0"-1028"0,0 0-4 0,0 0 1149 16,0 0-1013-16,0 0-272 0,0 0 304 15,0 0-76-15,0 0 16 0,0 0-204 0,67 12-160 16,-46-8-120-16,3-4-84 0,4 0-16 15,0 0-76-15,7 3-36 0,1-3 4 16,0 0-32-16,3 0 4 0,2 0-60 0,6 0 8 16,1 0 40-16,0-3-40 15,4-1-60-15,0 4-4 0,4 0-4 16,-5-3 0-16,5 3-40 0,0 0-40 0,-4 0 40 16,3 0 0-16,1 3 40 15,0 1 0-15,0-1 0 0,4 0 8 0,0 3 4 0,3-6 60 16,1 2-60-16,4-2-4 15,-5 5 0-15,1-5-12 0,-4 0-76 16,0 0 76-16,-1 0-48 0,1 0-16 16,-4 0 64-16,4 0-64 0,-4 2 16 15,3-2-4-15,1 4 64 0,-1-4-8 0,5 3 8 16,5-3 88-16,-6 0-40 16,1 0 16-16,3 0-60 0,-3 0 0 15,0-3-4-15,0-1-88 0,-1 2 28 0,-3-3-80 16,4 5-20-16,-4-2 24 0,-1 2 0 15,-3 0 48-15,4 0 80 0,-4 0-56 16,4 0 60-16,-9 0-8 0,5 0 4 16,-8 0 8-16,3 0 0 0,-6 0 0 0,-2 0-188 15,-3 0-96-15,0 0 40 0,-4 0 32 16,4-3 36-16,-9 3 36 16,1 0-12-16,0 0 40 0,-8 0 24 0,0 0 12 15,0 0-36-15,-4 0-92 0,0 0-84 16,0 0-80-16,0-3-116 0,-4 0-76 15,-1 0-296-15,-2-4-741 0,-5 1-887 16,-1-7-1812-16</inkml:trace>
  <inkml:trace contextRef="#ctx0" brushRef="#br0">16398 5147 484 0,'0'0'5400'0,"0"0"-3568"0,0 0-480 15,0 0 28-15,84 0-207 0,-63 0-441 16,7-4-348-16,-4 4-192 0,-1 0-52 16,-3 0 16-16,4 0 20 0,-4 4-12 15,0 2 4-15,-9 0 124 0,2 3 36 16,-1 4 268-16,-9 0 48 0,-3 3-144 0,0-3-32 15,0 6-44-15,-11 0-88 0,-6-1-116 16,-6 6-56-16,-5-3-16 16,-7 5-36-16,-10-1-108 0,-11 3-4 0,-4 4-88 15,-15 0-284-15,-5-3-372 16,-8 3-352-16,-2-7-176 0,-2 0-268 16,-5-3-477-16,26-9-1271 0,-41 3-3660 0</inkml:trace>
  <inkml:trace contextRef="#ctx0" brushRef="#br0">12865 5007 4608 0,'0'0'4668'0,"0"0"-3528"0,0 0-379 0,0 0 127 16,0 0 236-16,-72 79-120 0,49-54-244 15,-5 4-192-15,-8-1-132 0,-1 7-16 16,2 0-72-16,-5 6-112 0,-3 4-96 16,2 6 32-16,1-3-8 0,5 2-40 15,3-8 84-15,8-4 164 0,4-3 268 16,12-3-256-16,4-7-228 0,4 0-156 0,4-3-12 16,12 3-84-16,7-2 20 0,9 0-44 15,9 2 68-15,6 0-44 0,9 1-140 16,8-4-304-16,7 3-280 0,1 0-40 15,-4 0-184-15,0 2-804 0,-16-9-2713 0,7 11-3599 16</inkml:trace>
  <inkml:trace contextRef="#ctx0" brushRef="#br0">20101 1016 7400 0,'0'0'6245'16,"0"0"-4477"-16,0 0-260 0,0 0-68 15,75 3 32-15,-23 3-68 0,4 1-479 0,8-1-261 16,3-3-204-16,1-3-120 0,-1 0-100 16,1 0-80-16,-4-6-160 0,-5-1-12 15,-3-2-76-15,-7-1-104 0,-2 3-196 16,-10-1-168-16,-11-3-304 0,-1 5-405 16,-13 0-1239-16,-12 4-1648 0,0-2-1389 15,-12-3-2679-15</inkml:trace>
  <inkml:trace contextRef="#ctx0" brushRef="#br0">20563 1021 3664 0,'0'0'8101'15,"0"0"-5701"-15,0 0-316 0,-28 96-244 0,15-51-364 16,6 6-280-16,-1 3-296 0,-5 3-219 16,6 0-97-16,-5 0-284 0,4-6-300 15,0-7-36-15,4-8-96 0,4-9-112 0,0-4-204 16,0-4-233-16,7-6-279 15,2-7-616-15,3 0-1324 0,-5-6-2705 16,2-3-2751-16</inkml:trace>
  <inkml:trace contextRef="#ctx0" brushRef="#br0">20543 1451 3952 0,'0'0'7477'0,"0"0"-5377"15,0 0-200-15,87-19-296 16,-51 13-204-16,4-1-576 0,0 1-468 0,-4 0-184 0,0-1-172 0,-1 3-104 15,-7 2-64-15,-4 2-228 0,-4 0-488 16,-4 6-756-16,-12 1-1300 0,-4 14-3697 0</inkml:trace>
  <inkml:trace contextRef="#ctx0" brushRef="#br0">20462 1924 3344 0,'0'0'8625'0,"0"0"-6229"16,0 0-540-16,0 0-336 0,0 0-336 15,0 0-140-15,105 9-32 0,-54-15-220 16,9-7-355-16,3-9-257 0,10 0-180 0,-2-10-24 16,5 1-252-16,0-5-381 15,0-2-307-15,3 0-396 0,-23 6-1264 0,24-22-4041 16</inkml:trace>
  <inkml:trace contextRef="#ctx0" brushRef="#br0">21925 892 6672 0,'0'0'7149'0,"0"0"-5745"0,-76 66-368 16,44-28 320-16,-4 14 148 0,1 5-108 16,-1 9-324-16,-7 11-355 0,-6 5-281 15,-7 14-204-15,-3 5-136 0,-5 10-96 0,-7 7 0 16,-2-1 0-16,-2-6-244 15,4-3 172-15,7-12-228 0,8-14-4 16,8-13-109-16,12-8-75 0,12-16 24 0,12-14-108 16,12-9-284-16,0-9-872 0,16-13-976 15,0 0-1861-15,24-35-2011 0</inkml:trace>
  <inkml:trace contextRef="#ctx0" brushRef="#br0">21794 1613 6584 0,'0'0'7385'0,"0"0"-5829"0,0 0-328 0,0 0 672 15,0 0 96-15,96 6-415 0,-72-6-469 16,3 0-472-16,9-3-312 0,0-6-172 0,4-2-156 16,3-4-100-16,1 3-128 15,-4-5-364-15,1 4-364 16,-10 4-209-16,-4-1-495 0,-6 7-1268 0,-5 0-2940 0,-16 3-4521 15</inkml:trace>
  <inkml:trace contextRef="#ctx0" brushRef="#br0">21957 1660 5024 0,'0'0'7209'0,"0"0"-5765"0,-20 92-316 16,16-48 724-16,0 8 92 0,0-2-252 15,0 1-364-15,1 0-319 0,3-3-477 0,-9-1-264 16,5-5-100-16,0-2-116 0,0-4-52 15,0-4-108-15,1-4-196 16,3-3-252-16,0-2-124 0,0-11-49 0,0-6-563 16,3-6-1468-16,1 0-3036 0,4-9-3933 15</inkml:trace>
  <inkml:trace contextRef="#ctx0" brushRef="#br0">21985 1956 796 0,'0'0'13297'0,"0"0"-11445"0,0 0-1308 15,0 0 388-15,88-32 700 0,-56 25-652 0,11-2-248 16,2-1-292-16,6 1-296 0,5-4-144 16,3 0 0-16,1-2-460 0,4-1-604 15,3 0-560-15,-14 2-1424 0,22 0-5653 16</inkml:trace>
  <inkml:trace contextRef="#ctx0" brushRef="#br0">23698 1565 13997 0,'0'0'2432'0,"0"0"-1472"15,0 0 116-15,28 83 252 0,-20-42-32 16,0 3 65-16,-4 7-369 0,0-3-476 0,-4-4-260 15,4-3-168 1,-4-6-88-16,0-6-120 0,0-3-328 0,0-12-264 16,0 0-172-16,0-8-297 0,0-3-1083 0,0-6-4004 15</inkml:trace>
  <inkml:trace contextRef="#ctx0" brushRef="#br0">23535 1330 6048 0,'0'0'10961'0,"0"0"-9477"16,0 0-1272-16,76-19 72 0,-40 10 168 15,7-1-108-15,5 4-344 0,3-1-384 0,1-2-1156 16,-7 6-508-16,22-3-3429 0</inkml:trace>
  <inkml:trace contextRef="#ctx0" brushRef="#br0">24272 1571 13329 0,'0'0'5256'0,"0"0"-4284"16,0 0-420-16,-100 80 728 0,72-61-7 0,4 0-353 15,9-3-352-15,6-1-376 0,9-2-132 16,0 3-60-16,9 4-108 0,6 2-96 16,9 0-16-16,4 0 88 0,4 0-36 15,4 1-64-15,-4-5 112 0,0 1 108 16,-1-3 0-16,-6 0-44 0,-5 0 56 0,-5-4 4 15,-2 2-4-15,-9-3 8 0,-4 3-8 16,0-2-60-16,-4 1-244 0,-9 0 40 16,-7 0-28-16,1-4-12 0,-9 0 11 15,0 1-95-15,-8-3-268 0,0-1-276 0,-8-6-692 16,12 0-784-16,-15-6-2833 0</inkml:trace>
  <inkml:trace contextRef="#ctx0" brushRef="#br0">26260 1009 8248 0,'0'0'2873'0,"0"0"-1269"16,0 0 0-16,0 0-80 0,0 0 80 15,0 0-616-15,0 0-176 0,-104 39 60 0,65 11-176 16,-5 14-4-16,-4 12 13 16,5 13-101-16,-6 5-84 0,6 5 72 15,2-3-72-15,6-1-144 0,7-12-136 0,12-7-96 16,4-16-60-16,12-9 24 0,8-16 12 15,8-7-108-15,12-9 36 0,8-6-36 16,-1-4-4-16,10-5 4 0,-6-4-12 16,-3-4-84-16,0-5-96 0,-5-4-168 0,-6-6-88 15,-1 3-204-15,-8-3-252 0,-4 1-272 16,-9-4-369-16,-3-3-755 0,-7-5-1512 16,-10 1-1157-16,2 11-231 0,-13-14 1077 15</inkml:trace>
  <inkml:trace contextRef="#ctx0" brushRef="#br0">25982 1758 2600 0,'0'0'4560'0,"0"0"-1488"0,0 0-415 15,0 0-473-15,0 0-260 0,0 0-316 16,0 0-404-16,0 0-20 0,0 0-87 16,63 51-165-16,-27-41-124 0,7-8-264 0,2-2-256 15,2-5-140-15,1-9-148 0,-4 0-192 16,-4-5-300-16,-4-1-124 0,-4 1-64 16,-4 3 88-16,-9 0-513 0,1 3-655 15,-8 1-1024-15,-3 6-1624 0,-6 2-1101 16,-3 4-11-16</inkml:trace>
  <inkml:trace contextRef="#ctx0" brushRef="#br0">26451 1730 4788 0,'0'0'4944'16,"0"0"-2203"-16,0 0-629 0,-52 96-296 0,41-62-272 16,-6 8-288-16,6 0-192 0,-1 2-184 15,4 0-115-15,-4 0-245 0,4-3-156 16,3-2-132-16,2-4-224 0,3-5-8 16,0-6-172-16,0-2-336 0,8-7-185 0,8-5-83 15,4-4-92-15,4-6-384 16,3 0-816-16,1-6-1112 0,16-16-3837 0</inkml:trace>
  <inkml:trace contextRef="#ctx0" brushRef="#br0">27097 1889 16369 0,'0'0'2664'0,"0"0"-1720"16,0 0-64-16,0 0 589 0,0 0-501 15,-99-4-280-15,62 27-192 0,5 6-208 0,-4 5-44 16,5 4 32-16,3 4-96 0,4-4-84 16,8-3-12-16,4-10-84 0,4-3-4 15,4-9-80-15,4-3-36 0,0-8-96 16,12-2-132-16,4 0 44 0,4 0 40 16,4-8-124-16,-1-9-44 0,5 2-64 0,0-4-24 15,0-4 68-15,-4 4 51 0,4 0 121 16,-8 3 148-16,4 4 132 0,-8 5 60 15,-4 4 220-15,-4 3 293 0,0 0 191 16,-4 6-112-16,4 7-24 0,-4 0-76 16,0-1-92-16,-1 4-136 0,1-3-60 15,1-3-116-15,3-4-148 0,0 0-64 16,4-2-44-16,0-2-132 0,3-2-36 16,5-6-268-16,4-10-156 0,4-3-108 15,0-6-280-15,4-4-961 0,-9 6-2451 0,14-21-2433 16</inkml:trace>
  <inkml:trace contextRef="#ctx0" brushRef="#br0">27735 1111 4620 0,'0'0'7933'0,"0"0"-5365"0,0 0-448 16,0 0-44-16,-21 85-292 0,5-33-231 15,4 2-261-15,-4 9-204 0,1 4-172 16,-6-1-256-16,-2 7-288 0,3-3-228 15,-8 0-144-15,4-4-4 0,-4-2-80 16,5-10-180-16,2-12-96 0,9-8-180 16,4-9-40-16,8-8-24 0,0-4 64 15,8-7-148-15,4-3-280 0,4-3-529 0,4-3-643 16,4-8-908-16,4-3-1572 0,-8 1-629 16,16-12-395-16</inkml:trace>
  <inkml:trace contextRef="#ctx0" brushRef="#br0">27794 1917 10468 0,'0'0'4901'15,"0"0"-2885"-15,0 0-852 0,4 79 124 0,-12-49-128 16,0-2 81-16,0 0-225 16,4-5-532-16,1-1-280 0,3-5-92 15,3-5-16-15,5-5-96 0,4-5-184 0,4-2-224 16,4-2-136-16,4-5-208 0,4-10-25 16,0 2-259-16,-1-1-644 0,5-3-892 15,-4 0-1360-15,-7 6-609 0,7-3-395 0</inkml:trace>
  <inkml:trace contextRef="#ctx0" brushRef="#br0">28105 2007 4000 0,'0'0'5216'0,"0"0"-2275"16,0 0-269-16,0 0-348 0,0 0-456 0,0 0-520 16,0 0-216-16,0 0-295 15,0 0-305-15,0 0-204 0,12 9-136 0,-4-6-80 16,-1-3 44-16,10 0-116 0,-6 0-40 16,6-3-96-16,-6 0-12 0,2-3-64 15,-6-1-8-15,-3 3 60 0,0-1 48 0,-4 2 60 16,0-1 0-16,0 1-76 15,-8-1-44-15,-3-2 132 0,-2 0-72 16,-2 4 0-16,-1-5-12 0,0 7 16 0,0 0 68 16,0 0 88-16,4 7-40 0,-4-1-40 15,4 2 40-15,0-1 48 0,4 0-52 16,0-2-44-16,0-1-48 0,4-2-12 16,4 3-60-16,0-5-172 0,0 0-181 15,4 0-171-15,4 0 108 0,4 0-164 16,4-5-304-16,4 3-716 0,4-4-1084 0,-5 0-2225 15,18-5-2255-15</inkml:trace>
  <inkml:trace contextRef="#ctx0" brushRef="#br0">27846 1917 3872 0,'0'0'1552'0,"0"0"-564"0,0 0 28 16,0 0 192-16,0 0 112 0,0 0 125 16,0 0-49-16,0 0-184 0,0 0-140 0,0 0 64 15,0 0-64-15,-8-6-56 16,8 3-68-16,-4 3-224 0,0 0-188 16,-4 0-156-16,0 9-40 0,0 1-24 0,-4 7 281 15,4 2 19-15,-4 9-180 0,5-3-120 16,-6 7-88-16,9-4 40 0,0-2 188 15,0-4-80-15,4 0-124 0,0-5-72 16,0-6-24-16,4 3-60 0,4-6-12 0,5-1-84 16,2-1-4-16,1-2-92 0,8-4-48 15,0 0 12-15,4 0-36 0,0-4-108 16,0-2-64-16,-4-6-32 0,4 2 68 16,-9-2 4-16,5-5 20 0,-4 2 40 15,0-1 56-15,-4 0 64 0,-4 0 36 16,0-3-12-16,-4 0 8 0,0 0-32 15,-4-4-12-15,-1 5 20 0,-3-4-8 0,0-1 59 16,0 1-23-16,-3 6 84 0,-5 0 68 16,-4 7 29-16,4-1 99 0,-8 7-64 15,0 3-124-15,0 0 4 0,-8 6-8 16,4 7 0-16,-3 3 56 0,-1 3 48 16,-1 3-108-16,5-3-8 0,1 4-124 15,-1-4-244-15,-1-5-133 0,10 0-199 0,3-5-356 16,0-2-212-16,8-4-424 15,0-3-580-15,4 0-580 0,4 0-2489 0,7-3-830 16</inkml:trace>
  <inkml:trace contextRef="#ctx0" brushRef="#br0">28459 1835 8340 0,'0'0'5613'15,"0"0"-4601"-15,0 0-584 0,0 0 432 0,0 0 696 0,17 82-128 16,-22-50-56-16,-3 0-376 0,-3 0-243 15,3-4-97-15,-1 1-196 0,2-7-292 16,3-3-168-16,4-6-52 0,0 0-104 16,0-4-136-16,0-6-156 0,0 0-168 0,4-3-213 15,-1 0-243-15,-3-6-720 16,4-1-2080-16,0-5-2893 0</inkml:trace>
  <inkml:trace contextRef="#ctx0" brushRef="#br0">28480 1698 10468 0,'0'0'5441'0,"0"0"-4013"15,0 0-564-15,0 0 468 0,0 0-416 16,0 0-428-16,95 0-340 0,-63 0-148 16,4-3-720-16,7-3-420 0,-2 0-576 0,-6-1-2560 15,17-2-3445-15</inkml:trace>
  <inkml:trace contextRef="#ctx0" brushRef="#br0">29053 1794 15473 0,'0'0'2376'16,"0"0"-1796"-16,0 0 0 0,-72 69 960 15,52-49-91-15,5 2-297 0,-2-6-536 16,10 0-412-16,3-1-204 0,4-2-48 16,4 3-24-16,3-1 68 0,10-2-44 15,-6-1-12-15,9 5-60 0,-4-4 0 0,0-1 112 16,-4 1 8-16,0 3 4 15,-4-3-4-15,0 3 4 0,-4 0 4 16,-4-1-8-16,-4 4-136 0,-8-2-116 16,-4 2-196-16,-7 0-132 0,-5 0-53 0,-9-4-147 15,-2 1-420-15,7-6-1504 0,-36 2-4241 16</inkml:trace>
  <inkml:trace contextRef="#ctx0" brushRef="#br0">12120 14325 15177 0,'0'0'2884'16,"0"0"-2032"-16,0 0-852 0,0 0 0 0,0 0 196 16,0 0 552-16,0 0-124 0,0 0-256 15,0 0 168-15,40-18-124 0,-8 18-47 16,7 0-137-16,13 0-80 0,4 0-76 15,4 0 84-15,4 2-148 0,7 1 52 16,4-3-48-16,9 0-12 0,4 0-60 16,15-5 60-16,9-2 64 0,8-3 4 0,7-3-60 15,8 1-4-15,1-1 44 0,0 1-36 16,0 2 0-16,-5 1 12 16,0 2-24-16,-4-2-48 0,-3 2 44 0,-8 0-4 15,-8 5 0-15,-9-4-4 0,-7 2 4 16,-4-3 4-16,-9 1 4 0,-3 0 60 0,-5-3-48 15,-7-1-12-15,-4-3-8 16,-8 1-52-16,-5-1-76 0,-2-3 4 0,-10 3-100 16,1-2-104-16,-4 2-105 0,-8 0-43 15,0 1-112-15,-8 2-116 0,-5 1-256 16,-6 2-304-16,-5 1-416 0,0 0-672 16,-9-5-2597-16,-14 3-1559 0</inkml:trace>
  <inkml:trace contextRef="#ctx0" brushRef="#br0">15339 13789 14469 0,'0'0'1624'0,"0"0"-1512"0,0 0-8 16,0 0 108-16,84-3 636 0,-60 12 168 15,-1 7-68-15,1 6-300 0,0 3-232 0,1 7-100 16,-10 0-36-16,1 4-48 15,-8-3 24-15,-4 3-24 0,-4-1-112 0,-8 3-112 16,-12 1 53-16,-8-1-61 0,-8 3-4 16,-11 3-129-16,-5 1-123 15,-12 1-120-15,-12 3-184 0,1-2-40 0,-13-3 48 0,0 2-124 16,-3-6-164-16,-9-5-264 16,1-6-380-16,23-10-848 0,-44-4-2665 0</inkml:trace>
  <inkml:trace contextRef="#ctx0" brushRef="#br0">12411 13941 8476 0,'0'0'5889'0,"0"0"-5065"0,0 0-348 0,0 0-276 16,15 95 16-16,-19-57 388 16,-11 7 192-16,-2 2-264 0,-6 5-212 0,3 1-60 15,-4-2 60-15,0-1-24 16,1 5-112-16,-2-1-112 0,1-3-64 0,0 3-8 16,0-4 0-16,5 1-48 0,6-6 48 0,9-5 208 15,8-1 88-15,13-4-4 16,11-2-24-16,11-3-132 0,9-4-52 15,8-3-72-15,8-4-12 0,7-5 0 16,5 0-12-16,8-5-84 16,0 1-64-16,0-4-388 0,-5 1-620 0,-3 2-652 15,-16-3-1152-15,7 4-3973 0</inkml:trace>
  <inkml:trace contextRef="#ctx0" brushRef="#br0">12957 10128 652 0,'0'0'2740'0,"0"0"-1268"16,-88 6-340-16,60-3-208 0,-4 0-92 16,4-3-480-16,4 4-16 0,9-4 12 0,-2 0 884 15,9 0 893-15,1 0-797 0,3 0-424 16,4 0-60-16,0 0 24 15,0 0 8-15,0-4-92 0,0 4-140 0,0-3-52 0,4 0-28 16,3 0-296-16,5 0-208 16,16-3 188-16,8-4 240 0,20-3 156 15,16 1 85-15,11-4-293 0,21-4-216 0,11 5 48 16,12-4-88-16,13 3 0 16,8 3 16-16,3 0-64 15,5 1-60-15,-5 2-72 0,1 4-60 0,-6-4-24 16,-2 4 80-16,-9-3-104 0,-6 2 92 0,-6-2-80 0,-12 2 24 15,-7 1 64-15,-12-4-220 16,-9 1-220-16,-11-3-36 0,-12-1-17 16,-13-7-35-16,-11 4-156 0,-4-5-252 0,-8-2-596 15,-8-2-784-15,-4 6-2244 16,-8-13-3493-16</inkml:trace>
  <inkml:trace contextRef="#ctx0" brushRef="#br0">15618 9490 6960 0,'0'0'1792'16,"0"0"-408"-16,0 0 341 0,0 0 103 15,88 41-244-15,-68-25-228 0,3 0-248 16,-3 3-356-16,1 0-232 0,-10 0-276 0,-3 0-24 16,-8 6-24-16,0 4-12 0,-8 0-84 0,-7 2-16 15,-9 4-36-15,-8 3-48 16,-4 0-4-16,-8 4-104 0,-8-4-172 15,-3 0-288-15,-1 0-292 0,-8-7-356 0,-4-1-136 16,-4-5-556-16,16-6-1925 0,-36 0-2859 16</inkml:trace>
  <inkml:trace contextRef="#ctx0" brushRef="#br0">12789 9617 3544 0,'0'0'7781'0,"0"0"-6509"0,-79 40-900 0,43-14 340 16,-4 6 456-16,-4 3-224 15,0 0-28-15,0 4-8 0,1 1-104 16,-2 2-128-16,2-4-100 0,-1 3-132 0,8 0-212 16,-4 1-64-16,9-1-20 0,3 3-148 15,0 2-68-15,7 4 56 0,10-3 0 16,7 4-44-16,4-4 56 0,19-5 124 16,18-4 72-16,14-3 168 0,21-7 208 15,15-2-159-15,17-1-209 0,7-2-168 0,13-8-36 16,8 2-324-16,3-9 80 0,5 3-61 15,-1-5-155-15,5 2-504 16,-5-1-672-16,-35-3-2644 0,31 2-4829 0</inkml:trace>
  <inkml:trace contextRef="#ctx0" brushRef="#br0">19897 9087 7384 0,'0'0'712'16,"0"0"1864"-16,0 0-339 0,0 0-853 0,0 0-120 15,0 0-120-15,-15-67-136 0,10 57-268 16,1 7-224-16,-4-3 16 16,1-1 64-16,-1 5 88 0,-9-2-160 0,1 4-148 0,-3-3-35 15,-9 3-109-15,-8 0-12 16,-5 7-4-16,-6 5-36 0,-5 4-80 16,-4 7-88-16,1 2-4 0,3 6 4 0,0 8 36 15,9 5 0-15,3 10 4 16,7 3-48-16,10 10-4 0,3 2 0 15,8 5 12-15,8 5 48 0,4-4-12 0,0-1-40 16,12-4 64-16,-1-7 100 0,10-5 248 16,-1-11 52-16,-1-5-172 15,2-10-104-15,3-4-52 0,4-3-12 0,-5-9-36 16,1-3-24-16,4-7-12 0,4-3-52 0,-4-3 40 16,4-3-48-16,-1-6-8 15,1-7-172-15,-4-3-312 0,-4 0-208 16,-8-3-52-16,-4 0-168 0,-4-1-489 0,-8 1-1471 0,0 6-2928 15,-16-10-3621-15</inkml:trace>
  <inkml:trace contextRef="#ctx0" brushRef="#br0">19431 9811 7688 0,'0'0'896'0,"0"0"3837"0,0 0-3313 16,0 0 380-16,0 0-24 0,84 13-56 0,-52-8-404 15,0-5-391-15,-4 0-257 0,4 0-260 16,-1 0-200-16,-8-9-160 0,5 0-48 15,-7-1-168-15,3 1-196 0,-9-4-316 0,6 0-109 16,-10 4-183-16,2-4-104 16,-6 3-388-16,-3 4-456 0,-4 0-108 0,0 2 472 15,0 4 796-15,0 0 760 16,-4 0 500-16,1 4 176 0,-5 8 52 0,3 4 272 16,-3 3 148-16,4 6-232 0,1 5 16 15,3 1-192-15,0 1-136 0,0-1 36 16,0 1 32-1,7-3-196-15,6-4-172 0,-5 0-304 0,7-3-232 16,-2-5-244-16,2-4-148 0,5-1-220 16,0-2-404-16,4-4-1016 0,-8-3-2649 0,8 0-4611 0</inkml:trace>
  <inkml:trace contextRef="#ctx0" brushRef="#br0">20591 8953 5348 0,'0'0'172'0,"0"0"76"0,0 0 4232 16,0 0-2499-16,0 0-449 15,0 0-528-15,0 0-248 0,0 0 100 0,0 0 288 16,0 0-240-16,-73 73-176 16,58-42-140-16,2 11-76 0,-2 0-120 0,-1 5-76 15,0 3-12-15,4 5-36 0,0 9-36 16,4 3-39-16,5-1-45 0,3 4-28 15,0-1-12-15,3-2 16 0,9-3 80 16,4-7 280-16,4-3-72 0,8-10-196 0,3-2-108 16,10-11-68-16,2-2-40 0,6-10-48 15,6-6-48-15,1-7-400 16,0-4-120-16,0-2-317 0,3-6-235 0,-3-6-856 16,-16 2-2908-16,11-15-5333 0</inkml:trace>
  <inkml:trace contextRef="#ctx0" brushRef="#br0">21044 9083 11985 0,'0'0'2476'0,"0"0"-816"0,0 0-544 16,0 0 244-16,0 0-252 0,0 0-84 0,108-19-88 15,-64 17-399-15,4-5-269 0,3 1-124 16,-3 0-84-16,-4-1-60 15,-4 0-4-15,-4 2-128 0,-4-2-124 0,-4-3-277 16,-4 4-331-16,-1-3-308 0,-3-1-552 16,-8 3-1204-16,-3 1-2341 0,-5 0-2195 15</inkml:trace>
  <inkml:trace contextRef="#ctx0" brushRef="#br0">21328 9020 7884 0,'0'0'1920'0,"0"0"-215"0,0 0 187 0,0 0 284 0,-24 76-308 16,24-41-400-16,0 3-352 0,4 10-104 16,0 6-27-16,-4 0-73 15,0 0-308-15,0 3-304 0,-4-6-184 0,0-1-116 16,-5-5-96 0,5-10-36-16,0-3-72 0,4-10-64 15,0-3-180-15,0-6-312 0,0-1-201 0,8-5-299 0,-8-1-920 0,5 0-2184 16,-1-6-3069-16</inkml:trace>
  <inkml:trace contextRef="#ctx0" brushRef="#br0">21323 9534 5348 0,'0'0'484'0,"0"0"256"0,0 0 3572 16,0 0-2691-16,84 6-117 0,-60-6-328 16,4 4 120-16,0-4-116 0,0 0-188 15,4 0-156-15,0 0-140 0,0-4-124 16,0-2-132-16,3 0-160 0,-7 0-136 0,4-4-144 15,-8 4-4-15,-1-1-104 0,-2-2-100 16,-5 2-156-16,-4 5-196 16,-5-3-164-16,-3 3-108 0,-4 2-392 0,-8 2-968 15,1 3-1936-15,-17 7-1701 0</inkml:trace>
  <inkml:trace contextRef="#ctx0" brushRef="#br0">21256 9824 12865 0,'0'0'2172'0,"0"0"-836"16,0 0-776-16,0 0 224 16,0 0 460-16,0 0-348 0,0 0-356 0,0 0-236 15,127 15-180-15,-75-28-124 0,8-6-208 16,4-3-404-16,-5-3-160 0,5-7-300 16,0 0-640-16,-20 7-2448 0,20-17-4509 0</inkml:trace>
  <inkml:trace contextRef="#ctx0" brushRef="#br0">22526 9068 13329 0,'0'0'1676'0,"0"0"-1424"0,0 0-128 15,0 0 748-15,0 0 832 0,-83 70-252 16,59-39-596-16,-8 10-404 0,1 13-100 0,-9 7 100 15,-4 8 205-15,-7 13-233 16,-5 5-208-16,0 5-140 0,-8 3-76 0,0 1-136 16,4-5-92-16,1-4-28 0,10-8-156 15,10-13-25-15,11-11 21 0,7-17 16 16,10-10 56-16,7-12 52 0,4-10-308 16,8-6-496-16,8 0-480 0,3-12-300 15,9-5-244-15,-3-2-2141 0,14-16-3063 0</inkml:trace>
  <inkml:trace contextRef="#ctx0" brushRef="#br0">22268 9725 10484 0,'0'0'1685'0,"0"0"-1045"15,0 0 88-15,0 0 832 0,7 69 24 16,-7-34-232-16,0 7-388 0,-7-1-292 0,-1 4-84 0,0 2 96 0,0-2-148 15,-4-4-232-15,4-3-195 16,-4 0-109-16,4-3-53 0,0-7-131 0,5-2-300 16,3-10-236-16,3-4-76 0,13-12-332 15,12-7-632-15,-4-1-1232 0,23-28-3729 16</inkml:trace>
  <inkml:trace contextRef="#ctx0" brushRef="#br0">22874 9788 10993 0,'0'0'1960'0,"0"0"-1156"0,0 0-384 16,-88 11 312-16,52 1 300 0,1 6-200 15,-6 4-336-15,1 1-320 0,5-1-104 0,7 0-20 16,0 0-4-16,7-3-40 0,6-3 92 16,2-3 84-16,10 0 140 0,3-1 280 15,0 1 96-15,3 0-88 0,10-1-124 0,2-1-196 16,10-2-84-16,-1 1-40 15,4-8-168-15,7 2 0 0,5-4-316 16,1-6-184-16,6-4-220 0,5-4-152 0,4 0-276 16,-5-3-536-16,-10 4-2492 15,13-8-3693-15</inkml:trace>
  <inkml:trace contextRef="#ctx0" brushRef="#br0">23547 9194 860 0,'0'0'14153'0,"0"0"-12145"15,0 0-1016-15,0 0 104 0,68 96 32 16,-49-61 140-16,1 3-271 0,-3 0-405 16,-6 6-264-16,1 4-88 0,-3 6 12 15,-6 3-20-15,-3 3-64 0,-3 7-108 16,-14 1-52-16,-3-3-4 0,-7-1-4 0,-5 0-48 15,-9-5-12-15,-2 2-120 0,-5-7-124 16,-3-2-96-16,-5-6-192 0,0-4-156 16,-4 2-81-16,0-6-183 0,-4 0-532 15,1-2-932-15,11-11-2084 0,-27 10-3677 16</inkml:trace>
  <inkml:trace contextRef="#ctx0" brushRef="#br0">20164 13772 7372 0,'0'0'2668'0,"0"0"-1275"0,0 0-761 16,0 0 2052-16,0 0-780 0,0 0-688 15,0 0-524-15,-84-25-248 16,69 25 60-16,-9 0 20 0,0 6-156 0,-4 7-76 16,0 4-48-16,0 2 24 0,0 9 36 15,5 4 97-15,-1 5 23 0,-1 5-48 16,5 6-168-16,5 3-40 0,2 6-36 0,5 4 0 15,1 2-44-15,3 3-80 16,0-2 0-16,0-1 88 0,4-6-36 16,0-3 48-16,4-9-36 0,8-7-60 0,8-10 72 15,-1-2 0-15,9-11 28 16,4-2 68-16,4-6-156 0,0-7-24 0,4-4-156 16,-4-8-184-16,-1-4-120 0,-3-6-60 15,-8 0-132-15,-3-1-177 0,-10 2-463 16,1-3-1256-16,-7 6-1968 0,-5-8-2481 0</inkml:trace>
  <inkml:trace contextRef="#ctx0" brushRef="#br0">20028 14386 11245 0,'0'0'2636'0,"0"0"-980"16,0 0 232-16,0 0-72 0,0 0-336 0,0 0-444 15,84 19-407-15,-56-19-325 0,0 0-160 16,0-10-144-16,4 1-216 15,-4-5-316-15,0 0-173 0,-5 0-151 0,-3 2-368 16,-3-2-860-16,-6 5-908 0,-3 3-1289 16,-8 3-807-16,0 0 233 15</inkml:trace>
  <inkml:trace contextRef="#ctx0" brushRef="#br0">20288 14360 5500 0,'0'0'4172'0,"0"0"-2187"0,0 0-285 0,-28 76-76 15,24-50-224-15,4 2-192 0,-4 0-144 0,4 1-60 16,0 3-72-16,0 0-216 0,0 0-47 15,4-3-365-15,0-4-304 0,4-4-144 16,-1 0-357-16,6-6-387 0,6-3-112 16,1-1-292-16,1-9-1136 0,-2 2-2288 15,18-4-3753-15</inkml:trace>
  <inkml:trace contextRef="#ctx0" brushRef="#br0">21048 13958 9460 0,'0'0'5101'15,"0"0"-4269"-15,0 0-328 0,0 0 1408 0,-92 88 288 16,69-53-556-16,3 6-683 0,0 3-393 16,1 4-84-16,2 6 360 0,2 0-264 15,-2 7-244-15,2-1-168 0,-2 0-60 0,6 7-36 16,3-4-72-16,3 1 0 0,5-7-72 0,5-3 0 15,7-7 24-15,3-5-72 16,9-7-84-16,8-6-192 0,4-11-124 16,8-1-144-16,3-11 0 0,6-3-184 0,3-3-553 15,-4-7-1135-15,-13-2-2448 16,25-8-3577-16</inkml:trace>
  <inkml:trace contextRef="#ctx0" brushRef="#br0">21364 14297 11161 0,'0'0'3128'16,"0"0"-1260"-16,0 0-272 0,0 0 8 15,88 15-124-15,-53-11-471 0,5-4-429 0,-1 0-288 16,10-7-208-16,-2-5-84 0,5-4-80 16,-4 0-296-16,-4-6-425 0,-1 3-135 15,-10-3-164-15,-1 6-628 0,-13-4-1164 16,-6 12-1913-16,-13-6-1855 0</inkml:trace>
  <inkml:trace contextRef="#ctx0" brushRef="#br0">21654 14281 9364 0,'0'0'2721'16,"0"0"-757"-16,-24 102-272 0,12-52 12 16,5 4-148-16,-6 0-184 0,5-4-336 0,5 2-391 15,-5-8-309-15,4-6-220 0,4-3-116 16,0-9-88-16,0-7-92 0,0-10-208 0,8-2-161 16,-1-4-303-16,1-3-248 0,5-6-776 15,-6-1-2296-15,5-13-3109 16</inkml:trace>
  <inkml:trace contextRef="#ctx0" brushRef="#br0">21706 14558 13609 0,'0'0'2412'0,"0"0"-1484"16,0 0-268-16,0 0 820 0,103-33-328 16,-67 26-396-16,-4-2-440 0,5 0-316 0,-5-1-140 0,-1 1-484 15,-4 2-388-15,-3 1-468 0,-7 3-1356 16,-9 3-2489-16,-8 3-3115 0</inkml:trace>
  <inkml:trace contextRef="#ctx0" brushRef="#br0">21654 14760 8308 0,'0'0'4425'0,"0"0"-2985"0,0 0-316 0,0 0 844 16,0 0-76-16,0 0-268 16,0 0-271-16,0 0-529 0,84 48-328 0,-44-48-208 15,-1 0-144-15,6-6-60 0,-2 0-84 16,-2-4-84-16,2-4-276 0,-4 2-256 15,2-4-64-15,-1 1-49 0,3-5-575 16,-11 4-1564-16,12-12-3464 0</inkml:trace>
  <inkml:trace contextRef="#ctx0" brushRef="#br0">22814 14090 10484 0,'0'0'2873'0,"-45"74"-717"0,18-30-340 0,-5 10 184 16,-4 16-204-16,-7 6-511 0,-2 6-497 15,-6 14-508-15,-1 2-136 0,-4 9-84 16,-4 6-52-16,4-3-8 0,1-2-48 0,3-6-328 15,4-10 112-15,8-10-76 16,5-12-48-16,10-12-73 0,14-14-27 16,3-9-120-16,3-10-284 0,5-9-324 0,0-10-992 15,5-2-812-15,-1-4-2089 0,4-16-1655 16</inkml:trace>
  <inkml:trace contextRef="#ctx0" brushRef="#br0">22522 15033 10736 0,'0'0'7933'0,"0"0"-6317"16,0 0-944-16,77-19 68 0,-42 10 909 16,5 0-441-16,-4-4-568 0,8-4-448 0,-1 2-192 15,2-7-4-15,2 0-152 16,1-6-156-16,-4 1-244 0,0 2-168 15,-12 0-40-15,0 2-132 0,-13 4-673 0,-2 3-899 16,-14 4-1784-16,1 5-1869 0,-11-2-1131 16</inkml:trace>
  <inkml:trace contextRef="#ctx0" brushRef="#br0">22897 14805 8884 0,'0'0'3009'0,"0"0"-1845"0,-47 82-872 15,26-44 220-15,2 14 980 0,-5 1 152 16,4 4-404-16,0 3-292 0,4 1-264 0,1 3 76 15,2-7 248-15,5 0-363 0,8-6-245 16,0-9-72-16,4-9-76 16,8-10-252-16,4-7-204 0,0-6-352 0,0-10-209 15,8 0-135-15,-5-10-288 0,5-6-1080 16,-7 0-2980-16,2-6-3941 0</inkml:trace>
  <inkml:trace contextRef="#ctx0" brushRef="#br0">22906 15158 11549 0,'0'0'2632'0,"0"0"-880"0,0 0-224 0,0 0 112 16,0 0 60-16,0 0-519 0,107 25-441 15,-67-25-352-15,0-4-196 0,7-9-192 0,5-9-228 16,0-3-268-16,-1-7-317 16,1 0-379-16,-16 4-1228 0,16-13-4408 0</inkml:trace>
  <inkml:trace contextRef="#ctx0" brushRef="#br0">23886 14281 13697 0,'0'0'2412'0,"0"0"-1208"0,0 0 180 0,51 85 588 0,-31-46-355 16,-8 2-601-16,4 6-508 0,-4 4-288 0,-4 0-28 15,-4 3-36-15,-4-3-92 0,-8 3-64 16,-8-3-48-16,-8 3-132 15,-8-4-220-15,-7-1-276 0,-6-2-196 0,-11-3-65 16,-2-3-279-16,-7 1-924 0,1-4-1772 16,13-12-1425-16,-29 5-3339 0</inkml:trace>
  <inkml:trace contextRef="#ctx0" brushRef="#br0">20874 11271 8188 0,'0'0'532'0,"0"0"2157"0,0 0-1829 16,3 70 20-16,-3-35 392 15,0 9 252-15,0 4-232 0,-3 6-276 16,-5 0-424-16,3 0-224 0,1 0-60 0,4-4-28 16,0 1-84-16,0 1 24 0,0-5-60 15,4-3-4-15,5-6-68 0,-2-7-88 16,1-2-4-16,5-3-60 0,-2-7-8 0,-3-3-136 16,5-3-184-16,-6-4-144 15,-3-3-68-15,4-2-88 0,-4-4-272 16,-4 0-504-16,3 0-696 0,-3-7-1109 0,0 1-1867 15,0-10 488-15</inkml:trace>
  <inkml:trace contextRef="#ctx0" brushRef="#br0">20956 11837 7232 0,'0'0'1792'0,"0"0"829"0,0 0-1521 16,0 0-192-16,0 0 232 0,0 0 424 15,0 0-296-15,97 12-416 0,-74-12-332 0,5 0-252 16,0 0-72-16,4-3-72 0,7-6-52 15,2-5-72-15,2-1-8 0,2-4-88 16,-2-3-272-16,2-1-532 0,-6-2-640 16,-7-4-1040-16,-8 10-2533 0,3-15-2783 0</inkml:trace>
  <inkml:trace contextRef="#ctx0" brushRef="#br0">21487 11401 8704 0,'0'0'2441'0,"0"0"-1641"15,0 0-636-15,0 0 732 0,0 0 936 0,-24 77 28 16,24-46-616-16,0 10-444 0,0 4-160 16,4 6-16-16,0 3 96 0,0 6-12 15,-1 3-163-15,2-2-265 0,-5-1-112 16,0-3-92-16,0-2-76 0,0-2-88 16,-5-5-20-16,2-1-304 0,-1 1-269 0,0-3-159 15,-4-3-212-15,8-5-628 0,-4-11-1480 16,4 2-3377-16</inkml:trace>
  <inkml:trace contextRef="#ctx0" brushRef="#br0">21149 13509 7128 0,'0'0'3897'0,"0"0"-865"16,0 0-1904-16,0 0-488 0,0 0-236 15,0 0 448-15,0 0-96 0,0 0-224 0,54-73-188 16,-33 48-72-16,3-3-4 16,0 3-8-16,-1-5-4 0,-3 5 0 15,1-3-96-15,-6-1-88 0,2-3-68 0,-2 4-4 16,-2-7-144-16,2 3 8 0,1-3-120 16,-4 0 24-16,4-3 8 0,-4 6-56 0,4 0 44 15,-4 4 64-15,-1 6 36 0,2 3 124 16,-5 3 8-16,-1 6 4 15,-3 4 0-15,0 3 8 0,-4-1 48 0,5 4-56 16,-1 0-96-16,0 0 96 0,7 4 112 16,2 2-52-16,-2 7-60 0,6 3-12 15,-2 9 12-15,2 4 88 0,2 8 8 16,5 5 16-16,-7 2-56 0,2 4-56 16,1 2-4-16,-5-1-4 0,2-2-52 15,-6-3-52-15,6 2-220 0,-6-9-76 0,6-2-300 16,2-3-124-16,-2-4-428 15,-2-6-680-15,-2-3-2597 0,6 1-3271 0</inkml:trace>
  <inkml:trace contextRef="#ctx0" brushRef="#br0">20088 11991 156 0,'0'0'5596'15,"0"0"-3944"-15,0 0 1212 0,0 0-1075 16,0 0-813-16,0 0-352 0,0 0 8 0,0 0 52 16,0 0-116-16,-67-8 164 0,51 8-260 15,0 0-120-15,-5 2-44 0,-2 2 52 16,3 2 172-16,-8 0-248 0,4-3-76 16,-4 1-20-16,-4 2-80 0,0 0-8 15,0 0-4-15,-3-2 52 0,-5 3-48 0,1-5-52 16,-6 5 0-16,2-4-40 0,-9 0-8 15,3 1 0-15,-6-2 40 16,3 2-40-16,-4-1-48 16,-3 0 36-16,3 3-48 0,-4-2 56 15,1 2-120-15,-6 0 116 0,5 1 0 0,2-1-64 0,-2 0-16 16,0 4-8-16,-4-4-116 0,1 1 52 16,-2 2 76-16,6-3 20 0,-1 4 60 15,0-3 4-15,5-2 0 0,-1 2 52 16,0-4 20-16,0 3-20 0,-4-2-52 0,5 2 0 15,-5-4-52-15,-4 5 48 0,1-3-44 16,-6 2-64-16,-2-4-404 16,-1 5 476-16,9 0 40 0,-6-4 128 0,5 1-128 15,-3 2-232-15,-4-3 84 16,-1 0 148-16,0 4 176 0,0-1-92 16,5-3-84-16,-2 3-4 0,2-3-80 0,-1 4 36 15,5-4 44-15,-1 3-4 0,0 4-40 16,8-4 0-16,4-3 44 0,1 3-52 0,3 1 48 15,8-4-4-15,1-3 12 0,7 3 12 16,-5-3-4-16,9 0-8 0,-4 0-4 16,4 0-8-16,-4 0-112 0,1 0 60 15,-5-3-108-15,0 3-116 0,-3 0 28 16,-6 0 72-16,6 3 88 0,-5 1 88 16,0 3-48-16,0-5 60 0,5 4 60 0,-5-3 16 15,0 4-68-15,4-4 56 0,0 1 48 16,-3-4 36-16,2 2-36 0,-2-2-12 15,-6 0-36-15,6 0-64 0,-5 0 0 16,0 0-12-16,4 0-36 0,1 0 44 16,3 0-60-16,0 0 64 0,13 0 16 15,-5 0-16-15,11 0 48 0,1 0-48 16,1 0 12-16,3 0 64 0,0 0-68 16,4-2-8-16,-4 2 12 0,4-4-4 0,-4 4 92 15,0-3-100-15,0 3 8 0,-4 0 4 16,5-4-12-16,-2 4 0 15,1 0-12-15,0 0-76 0,0 0 84 0,4 0-84 0,-3 0 28 16,2 0 52-16,2 0-44 0,2 0 40 16,1 0 4-16,-3 4 8 15,7-4 4-15,-9 0 48 0,6 0 8 0,-9 0 28 16,0 0-80-16,0 0 56 16,-4 0 20-16,0 0-84 0,1 0 4 0,2 0-4 15,2 0-48-15,-2 0-28 0,6 0-8 16,-2 0 32-16,9 0 52 0,1 0 4 0,-1 0 60 15,4 0-60-15,0 0 56 16,0 0 16-16,0 0 12 0,-4 0-88 16,4 0-52-16,-4 0-132 0,-1 0-364 0,1 0-172 15,0 0-464-15,1 0-656 0,-1 0-653 16,0 0-1715-16,4 0-564 0,32 0 3336 16</inkml:trace>
  <inkml:trace contextRef="#ctx0" brushRef="#br0">14925 12227 4016 0,'0'0'1800'0,"0"0"-632"15,0 0 156-15,0 0 24 0,0 0-404 16,-84 3 473-16,52 0-201 0,0 1-12 0,-7-2-180 15,-2 2-268-15,-6 2-280 0,-1-3-188 16,-4 3-164-16,1 4-36 0,-1 0-4 16,-1-4-76-16,2 7 80 0,3-4-76 15,5 0 64-15,-6 1-16 0,6-1 76 16,2 1-60-16,-2-1 12 0,3-2-16 0,-4 2-68 16,8-2 0-16,1 0-4 15,3-4-12-15,0 2-88 0,8-1-60 16,-4-2-12-16,4 3-116 0,1-3 4 15,-5 2 44-15,3 2 68 0,-2-4 8 16,-1 5 12-16,3 0 136 0,6-4 12 0,-1 0 4 16,8-3 0-16,8 3-72 0,1-3-92 15,-2 0 40-15,5 0-116 0,0 0-188 16,0 0-204-16,5 0-348 0,2 0-384 16,5 0-685-16,-4 0-1023 0,16-9-3208 0</inkml:trace>
  <inkml:trace contextRef="#ctx0" brushRef="#br0">19156 11722 6288 0,'0'0'64'0,"0"0"-64"0,0 0 92 16,0 0 428-16,0 0 272 0,0 0 2224 0,75 12-1395 15,-43-5-537-15,1 2-320 0,7 5 296 16,-5-2-76-16,9 4-236 0,-8 3 60 0,4 3-128 16,-4-4-176-16,-5 5-112 0,1-4-108 15,-4 3-16-15,4-3 72 16,0-3 40-16,-4 0 48 0,0 1-176 0,0-5-128 15,0-3-4-15,-5 1-20 0,1-4-52 16,-4 0-44-16,5 1 8 16,-10-1-12-16,5-2 0 0,-4 2-36 0,-4 3 36 15,0 1 84-15,-5 0 1 0,-2 2-13 16,-1 4-72-16,-4 3-44 0,-4 3-77 16,-12 0-3-16,-8 4-116 0,-8 2-260 0,-8 1-256 15,-4 0-224-15,-7 2-524 16,-1-2-1000-1,16-6-1348-15,-24 10-1365 0</inkml:trace>
  <inkml:trace contextRef="#ctx0" brushRef="#br0">13945 11884 4712 0,'0'0'1824'0,"0"0"3101"16,0 0-3709-16,0 0-232 16,0 0-48-16,0 0-64 0,0 0-128 15,0 0-280-15,0 0-152 0,0 0-28 0,0 0 152 16,0-26 144-16,-8 33-60 0,-8-1-204 16,-5 10-80-16,-7 3-64 0,-3 3-112 15,-9 10 12-15,-7 3-16 0,-2 7-56 0,-6 2-160 16,-1 7 36-16,-4 0 40 15,5-1-4-15,3-2 76 0,8-1-40 16,4-9 52-16,12-2 4 0,8-11 8 0,8-3 124 16,8-6 84-16,4-3-132 0,0-1-88 15,16 4 0-15,8 3 76 0,12 3 84 16,8 0-52-16,8 0-108 0,8 1 0 16,3-7-12-16,5 3-196 0,3 0-184 15,-3 0-356-15,-4 0-328 0,0 3-388 16,-9 1-960-16,-14-5-2225 0,10 8-3247 0</inkml:trace>
  <inkml:trace contextRef="#ctx0" brushRef="#br0">8482 11795 4196 0,'0'0'0'0,"0"0"-60"15,0 0 60-15,0 0 324 0,0 0-260 0,0 0 144 0,0 0 1812 16,0 0-1280-16,0 0-740 0,5 0-24 16,-5 0-172-16,0 0-388 15,0 0-824-15,0 2-1692 0</inkml:trace>
  <inkml:trace contextRef="#ctx0" brushRef="#br0">8135 11881 3968 0,'0'0'312'16,"0"0"4272"-16,0 0-3240 15,0 0-79-15,0 0-469 0,0 0-104 16,0 0-4-16,0 0-144 0,0 0-100 0,0 0-116 16,0 0-36-16,8 0 96 0,-3 0 128 15,-1 0 60-15,0 0-252 0,-1-3-60 16,1 3-28-16,4-4 12 0,-8 4-124 0,0 0-76 15,4 0-44-15,-4 0-4 16,0 0-8-16,0 0 0 0,0 0-80 0,0 0 28 16,0 0-52-16,0 0 36 0,0 0 16 15,0 0-16-15,0 0 16 0,5 0-132 16,-5 0 192-16,0 0 12 0,0 0-4 16,0 0 0-16,0 0-8 0,0 0-72 15,0 0-80-15,0 0-244 0,0 0-260 16,0 0-288-16,0 0-196 0,0 0-516 0,0 0-833 15,0 0-1631-15,0 0-320 0,0 0 3232 16</inkml:trace>
  <inkml:trace contextRef="#ctx0" brushRef="#br0">8180 11816 3344 0,'0'0'676'16,"0"0"-88"-16,0 0 4596 0,0 0-3291 0,0 0-369 15,0 0-340-15,0 0 88 0,0 0 120 16,0 0-348-16,0 0-196 15,0 0 12-15,39 4-212 0,-11 2-52 0,8 5 341 16,7-5-341-16,6 0-148 0,-2-4-48 0,1 2-52 16,0-4-8-16,0-4-64 0,0-1-48 15,-1-4-132-15,-6-5-84 0,-6 5-12 16,1-8-88-16,-8 5-200 0,0-4-304 16,-9 0-192-16,2 4-16 0,-10 3-321 15,-11-1-1143-15,0 3-3132 0,-8 1-5089 16</inkml:trace>
  <inkml:trace contextRef="#ctx0" brushRef="#br0">8494 11881 8552 0,'0'0'6169'0,"0"0"-4721"15,20 66-560-15,-8-37-140 0,0 6 312 16,0 0 116-16,0 0-176 0,-5-1-380 0,6-2-279 15,-9 4-169-15,0-5-88 0,-4 1-84 16,0 0-8-16,0-1-76 16,0 4-136-16,-4-3-145 0,-9 0-255 0,6-4-208 15,-1 1-92-15,-5-7-188 0,6 0-572 16,-1-6-600-16,-4-7-844 0,8-2-2309 16,-8-7-154-16</inkml:trace>
  <inkml:trace contextRef="#ctx0" brushRef="#br0">8526 12360 5320 0,'0'0'4484'0,"0"0"-1871"0,0 0-865 16,0 0-460-16,79-38 56 0,-51 28 84 0,4 4-332 15,0-3-364-15,5-1-304 0,-6 1-232 16,5 2-112-16,-8-2-84 0,0-1-108 16,-5 1-124-16,-3 3-196 0,-3 2-404 15,-6 1-228-15,-3 3-368 0,-4 0-1132 16,-4 3-2413-16,-4 13-1555 0</inkml:trace>
  <inkml:trace contextRef="#ctx0" brushRef="#br0">8625 12566 4152 0,'0'0'780'16,"0"0"5353"-16,0 0-4133 0,0 0-120 0,0 0-380 16,0 0-296-16,0 0 44 0,0 0-180 0,0 0-200 15,0 0-284-15,77 48-184 0,-42-58-155 16,5-3-241-16,-1-2-4 0,2-8-281 15,-1 2-159-15,-9-5-216 16,5 1-236-16,-8-4-276 0,-4 4-816 0,-8 6-2344 16,8-10-3897-16</inkml:trace>
  <inkml:trace contextRef="#ctx0" brushRef="#br0">9132 11232 1108 0,'0'0'8640'0,"0"0"-6487"0,0 0-605 16,0 0 264-16,0 0-504 16,0 0-92-16,0 0-276 0,19 93-164 0,-15-58-92 15,0 6-136-15,-4 1-156 0,0-1-164 16,0 0-56-16,0-6-160 0,0 0-12 0,0-4-8 16,-4-6-100-16,4 2-112 0,-4-12-244 15,0-2-220-15,4-4-136 16,0-2-336-16,0-4-624 0,-3 4-1244 0,3-5-2661 15,-8 1-1902-15</inkml:trace>
  <inkml:trace contextRef="#ctx0" brushRef="#br0">9108 11690 5880 0,'0'0'520'0,"0"0"5153"0,0 0-3657 0,0 0-352 0,79-12-208 0,-55 12 4 15,0 0-272-15,0 0-284 16,4 0-208-16,-1 0-332 0,1-7-219 0,0 1-145 15,0-4 0-15,4-2-60 0,0-1-109 16,-4-3-259-16,0-1-436 0,-4 3-484 16,0-2-1140-16,-12 2-3012 0,8 2-4405 0</inkml:trace>
  <inkml:trace contextRef="#ctx0" brushRef="#br0">9542 11293 692 0,'0'0'10192'0,"0"0"-7551"0,0 0-1045 0,0 0-400 16,0 0-88-16,8 71-92 15,-4-40-216-15,0 7-248 0,4 0-232 16,-4 6-164-16,4 5-108 0,-4 5-48 0,-4-1-148 16,0 10-292-16,0 0-336 15,-4 2-368-15,-8-2-956 0,4-16-3109 0,-4 18-4607 16</inkml:trace>
  <inkml:trace contextRef="#ctx0" brushRef="#br0">9127 11550 5612 0,'0'0'1780'0,"0"0"-792"0,0 0-236 16,0 0 3181-16,0 0-2421 0,0 0-400 0,0 0-260 15,0 0 344-15,0 0-380 0,9-6-300 16,-9 6-60-16,0 0-64 0,0 0-236 15,4 0 4-15,-4 3-60 0,0 7-100 0,4 2 144 16,-1 4-20-16,1 7-52 16,0 6 36-16,0-1-32 0,-4 3-28 15,0 5-40-15,0-4-8 0,0 1-160 0,0 0 40 16,-8 2 8-16,4-4 16 0,-3-2-172 16,3-1-160-16,0-5-40 15,-1-4-24-15,5 0-48 0,0-3-116 0,0-3-416 16,0 0-1312-16,0-4-2637 0,9 0-3331 15</inkml:trace>
  <inkml:trace contextRef="#ctx0" brushRef="#br0">4853 3712 8068 0,'0'0'4517'0,"0"0"-3409"16,0 0-612-16,0 0 0 15,0 0 848-15,0 0 96 0,0 0-264 0,0 0-344 16,-37-67-244-16,37 67-100 0,0 0-24 16,-4 0 36-16,0 3-51 0,1 9-313 15,-9 10-136-15,-4 10 0 0,0 17 8 16,-8 7 88-16,4 11 0 0,-4 6-52 0,0 3-40 15,0 1-8-15,4-11-36 0,1-2-44 16,6-14 12-16,6-6-12 0,-1-12-48 16,8-12 128-16,0-5 4 0,0-8-72 15,4-4-49-15,7-3-15 0,6 0 4 16,2-3-64-16,5-6 88 0,8-1-28 0,0 1 76 16,3 2 48-16,-7 3-108 15,4 4 44-15,-8 4 28 0,1 9 48 0,-6 6 0 16,-7 3 132-16,4 3 24 0,-4 5-20 15,-4-3 8-15,0 4-44 0,0-1 20 16,-4 1 112-16,4-5-87 0,-4-1-77 16,0-2-68-16,-4-4-4 0,4-4-44 15,-1-5-149-15,2 0-459 0,-5-5-320 16,8-1-348-16,0-4-996 0,3-4-2268 0,-2-4-2357 16</inkml:trace>
  <inkml:trace contextRef="#ctx0" brushRef="#br0">5777 3884 7584 0,'0'0'6417'0,"0"0"-4525"0,0 0-864 15,0 0-60-15,0 0 228 16,0 0-204-16,0 0-320 0,0 0-344 0,-91 46-204 16,63-27-16-16,3 3 16 0,1 1-28 15,9 2-88-15,-2 1-8 0,10-7-48 16,3 1 40-16,4-6-132 0,4 2 20 15,7-2 60-15,6-2 56 0,-2 4 8 16,9-4 4-16,-3-2-8 0,2 0 12 16,1 3-8-16,-8-7 68 0,3 3-60 0,-2-2 0 15,-6 2-12-15,-2 1-4 16,-1-1 4-16,-4 0 0 0,0 1-8 0,-4 4 8 16,0-3 0-16,-8 3 0 0,-5 1 72 15,2 1 4-15,-5 0-4 0,0-6-72 16,-1-1-124-16,6-2-140 0,-1-5-116 0,9-2 4 15,-6 0-52-15,5 0-160 16,0-9-312-16,4-5-1036 0,0-1-1148 0,0-7-2769 16,8 3-987-16,12-9 6752 0</inkml:trace>
  <inkml:trace contextRef="#ctx0" brushRef="#br0">6028 4137 664 0,'0'0'9308'0,"0"0"-6211"0,0 0-1257 16,0 0-116-16,0 0-24 0,0 0-124 0,0 0-332 15,0 0-67-15,71 73-245 0,-71-60-316 16,0-7-300-16,4 0-248 0,-4-3-68 16,0-3-72-16,4 0-24 0,5 0-40 15,-5 0-152-15,7-9-40 0,1-1 16 16,0-2-40-16,0-1-60 0,1-6-97 16,-2 6-3-16,1-3 48 0,-4 4 28 15,-4-1 164-15,4 6 164 0,-4 5 48 16,-4 2 60-16,4 0 168 0,-4 2 200 15,3 8 96-15,2 3-76 0,3 3-12 0,0 6 113 16,-1-3-53-16,-3 3 12 0,9 0-72 16,-9-3-124-16,3-3-188 0,2-3-64 15,-5-4-180-15,4-2-220 0,-1-4-156 0,1-3-136 16,5-7-137-16,-2-5-339 16,2-7-1336-16,-2 3-2952 0,1-16-3901 15</inkml:trace>
  <inkml:trace contextRef="#ctx0" brushRef="#br0">6481 3648 9440 0,'0'0'5325'0,"0"0"-4017"0,0 0-916 0,0 0 292 16,0 0 776-16,5 64-36 0,-1-36-360 16,0 7-408-16,4 3-267 15,-4 3-209-15,-1 3-20 0,1 0-124 0,-4 5-36 16,0-2-60-16,0-1-64 0,0-6 52 0,0-8 0 15,5-6-12-15,3-7-4 16,-4-10 16-16,7 0-61 0,2-5 37 16,-2-1 32-16,10 0 4 0,-6-3 0 0,9 3-24 15,-3 0 72-15,3-3-36 16,-9 3 32-16,2 1 16 0,-2-1 0 0,-4 3 12 16,-2-3-12-16,-9 3 0 0,0-2 0 15,0 2 60-15,0 3 84 0,-12-2-20 16,-4 2-52-16,0 1-20 0,-7-1-52 15,-1-2-48-15,-1-4-88 0,1 1-180 0,-4-4-84 16,5 0-172-16,3-11-224 16,0-1-656-16,4-1-2556 0,-4-6-4025 15</inkml:trace>
  <inkml:trace contextRef="#ctx0" brushRef="#br0">6968 4134 1368 0,'0'0'12957'16,"0"0"-10853"-16,0 0-1068 0,0 0 508 15,108 22-368-15,-72-22-432 0,7-10-292 16,1-8-164-16,0-1-248 0,4-11-40 16,-5 2-124-16,2-7-544 0,-9 1-384 15,-1-2-160-15,-11 4-1024 0,-8 7-2132 0,-4-7-2189 16</inkml:trace>
  <inkml:trace contextRef="#ctx0" brushRef="#br0">7306 3723 3768 0,'0'0'5752'0,"0"0"-3663"0,0 0-793 0,-19 65-76 16,19-34 420-16,0 4 12 0,0 3-424 15,0 7-260-15,0 2-172 0,4 4-200 16,0 0-232-16,0 0-216 0,0 3-28 0,-4-3-72 15,3-1 4-15,-3 0 117 16,0-1-97-16,0-5-60 0,0-6 32 16,0-2-44-16,0-5-8 0,0 1-76 0,0-7-12 15,0-3 23-15,0-3-15 0,-3-3-140 16,-1-6 8-16,0-1-24 0,0-9 36 0,0 0 88 16,-1-3-4-16,1-13-300 15,4-6-264-15,0-13-248 0,4-9-912 16,9-13-2992-16,-2 12-4809 0,14-28 9413 0</inkml:trace>
  <inkml:trace contextRef="#ctx0" brushRef="#br0">7821 4013 9128 0,'0'0'6317'0,"0"0"-5209"0,0 0-276 0,0 0 652 15,20 89-208-15,-16-61 4 0,-4 1-175 16,0-6-357-16,0-4-468 0,0-4-280 15,0-2-60-15,0-7-76 0,0 1-272 16,0-4-332-16,0-3-293 0,0 0-299 16,0-7-1168-16,0 1-3052 0,-4-10-5053 15</inkml:trace>
  <inkml:trace contextRef="#ctx0" brushRef="#br0">7849 3727 9592 0,'0'0'5893'0,"0"0"-4373"16,0 0-936-16,0 0 516 0,0 0 64 16,0 0-416-16,0 0-408 0,0 0-340 0,84-6-96 15,-73 6-392-15,5 0-480 16,-4 0-500-16,-4 0-2544 0,5 0-3449 0</inkml:trace>
  <inkml:trace contextRef="#ctx0" brushRef="#br0">8044 4109 10316 0,'0'0'6357'0,"0"0"-5213"0,0 0-860 16,0 0 456-16,0 0 680 0,0 0-32 16,0 0-367-16,48 69-381 0,-29-65-252 15,9-4-160-15,4 0-104 0,-4-14-112 0,8 2-12 16,-8-7-156-16,3-4-204 0,-6 1-160 15,-5 0 12-15,-5 0-4 0,2 3 27 16,-10 0-111-16,-3 3-40 0,-4 4 64 16,0 1 252-16,-7 3 172 0,-5 1 148 15,-8 0 96-15,3 4-36 0,-2 3 28 16,-1 0 156-16,0 13 24 0,4 3 100 16,-4 10 8-16,1 2-8 0,-2 7 68 15,5 3 89-15,0 2 19 0,5-4 0 0,2-1-240 16,5-10-220-16,4-6-84 15,8-6-60-15,5-4 48 0,6-4 12 16,5-5-72-16,8-11-112 0,4-5-420 0,4-6-321 16,0-6-547-16,3-4-1432 0,-15 10-3416 15,16-17-4449-15</inkml:trace>
  <inkml:trace contextRef="#ctx0" brushRef="#br0">8586 4045 9096 0,'0'0'7185'0,"0"0"-6065"0,-48 69-884 15,32-41 592-15,0-2 952 16,8 0-316-16,0-10-531 0,8-3-485 0,0-7-268 16,12-3 16-16,0-3 92 0,8 0-96 15,4-6-92-15,4-7-100 0,0-4 0 16,4-4-292-16,-4-1-252 0,-5-3 48 0,1-5 60 16,0 2-85-16,-4-4-147 0,0-5-200 15,-4-5-248-15,-1-3-588 16,-2-5-336-16,-1-4-152 0,-5-4-233 0,2-2 381 15,-5 6 1552-15,4 4 492 0,-5 8 892 16,1 10 608-16,0 7-19 0,-4 9 115 16,4 10 200-16,-4 3-240 0,0 3-404 15,0 0-388-15,0 0-284 0,-8 12-100 0,4 4-12 16,-3 6 276-16,-1 10 136 0,-1 4 109 16,2 5-57-16,-1 6-228 15,-5 4-216-15,2 3-76 0,-6 3-68 0,6 0-76 0,-5-4-84 16,4-1-84-16,0-4-12 15,5-11-48-15,2-2-24 0,5-9-60 16,0-4-232-16,5-9-108 0,6-4-8 0,5-5-104 16,4-4-288-16,4-4-417 15,4-9-1043-15,-4-2-2844 0,12-13-4389 0</inkml:trace>
  <inkml:trace contextRef="#ctx0" brushRef="#br0">9175 3909 4892 0,'0'0'8437'0,"0"0"-5921"16,0 0-1536-16,0 0-96 0,0 0 644 0,0 0-192 16,0 0-364-16,-48 69-471 0,40-59-297 15,1-4-144-15,3-4-24 0,4 5-36 16,0-7-48-16,0 4-60 0,0-4-136 16,8 3-61-16,-1 3 209 0,6 1 92 15,2 2 4-15,-2 1-12 0,2-1-48 16,2 4 52-16,-6 0 8 0,5-1 0 15,-8-3 84-15,4 5-72 0,-4-5 72 0,0 0 16 16,-4 1 45-16,0-4-13 0,-4-3-68 16,0 4-60-16,0-4 8 0,-4 0 36 15,-8 1 24-15,-4 1-72 0,-4-1 0 16,-8 3-244-16,0-5-169 0,-8-2-331 0,-3 0-244 16,-5 0-756-16,4-2-3056 0,8-5-4345 15</inkml:trace>
  <inkml:trace contextRef="#ctx0" brushRef="#br0">9836 4016 8248 0,'0'0'4741'0,"0"0"-3733"16,0 0-376-16,-47 89 576 0,39-64 284 0,8-2-60 15,0-5-496-15,0-1-560 0,8-9-264 16,0 3-100-16,3-8-12 0,2 0-8 16,7-3 0-16,3-3-312 0,5-13-32 15,0 0-104-15,0-3 24 0,-4 0-48 16,-4-4-40-16,0 8-64 0,-8-1 248 15,-4 3 36-15,-4 4 300 0,-4 2 40 16,0 4 156-16,-4-3 92 0,-8 3 100 0,0-4-32 16,-4 1 16-16,-4 3-88 15,0 0 0-15,1 3-48 0,-5 3-64 0,3 3-52 16,6 7-120-16,-1-4-116 0,4 1-168 16,3 2-84-16,5-2-176 0,1 3-600 15,3-1-1276-15,3-5-3113 0,1 0-3023 16</inkml:trace>
  <inkml:trace contextRef="#ctx0" brushRef="#br0">10199 4067 940 0,'0'0'12433'15,"0"0"-10005"-15,0 0-840 0,88-3-128 0,-60-4-628 16,-4-2-464-16,4-4-208 0,-5-6-108 16,5-1-52-16,0-5-160 0,4-4-500 0,-4 1-556 15,0-2-612-15,0 0-1116 0,-13 8-2709 16,2-3-2087-16</inkml:trace>
  <inkml:trace contextRef="#ctx0" brushRef="#br0">10427 3660 1368 0,'0'0'1540'0,"0"0"5244"0,0 0-4655 16,0 0-253-16,-28 92-204 0,28-53-204 16,0 5-76-16,0 7-40 0,0 3-192 15,4 7-160-15,0 5-151 0,-4 1-281 0,0 0-276 16,0-4-256-16,-8 1-36 15,4-4-12-15,-5-6-100 0,2-7 40 16,-1-2 12-16,4-7-48 0,-5-3-172 0,5-10-104 16,4 0-68-16,-3-9-9 0,3-5-75 15,0-9-12-15,-4 1 72 0,0-3-40 16,0-10-344-16,4-9-760 0,-4-6-872 16,4-13-584-1,0-10-1957-15,0 10-1354 0</inkml:trace>
  <inkml:trace contextRef="#ctx0" brushRef="#br0">10968 3842 10076 0,'0'0'6053'0,"0"0"-4665"0,0 0-508 15,0 0 788-15,80-13-424 0,-60 3-367 0,8-2-381 0,-4-4-496 16,11-7 0-16,-3-5-556 15,4-3-369-15,1-1-331 0,-2 3-1072 0,-11 7-3152 0,-4-1-3173 16</inkml:trace>
  <inkml:trace contextRef="#ctx0" brushRef="#br0">11076 3835 12 0,'0'0'12693'0,"0"0"-10141"15,-12 86-1396-15,12-51 300 0,0 3 196 0,-4-3 140 16,4-4-239-16,0 1-425 0,-4-7-600 0,4-5-452 15,0-1-76-15,-4-4-120 16,0-2-252-16,0 4-232 0,-4-8-280 16,4 0-221-16,4-2-711 0,-4-4-2212 15,4-3-1137-15,0 0-2279 0,0-3 5176 0</inkml:trace>
  <inkml:trace contextRef="#ctx0" brushRef="#br0">11116 4086 6280 0,'0'0'8957'0,"0"0"-7873"15,0 0-644-15,95-32 92 0,-63 23 104 16,0-1 80-16,-8 4-240 0,0 0-476 0,-4-1-24 16,0 4-220-16,-9 0-360 0,-7 3-140 15,1 0-288-15,-5 6-516 16,-9 7-244-16,-10 3-412 0,-1 3-425 0,-8 6 445 0,-4 0 1132 16,0 3 844-16,0 1 208 15,-3 3 1104-15,7 0 940 0,0-3 284 16,7-1 229-16,6-3-333 0,2-6-504 0,10-2-268 15,3-4-112-15,8-8-156 16,12-1-99-16,4-4-393 0,15-4-268 0,6-8-40 16,2-7-188-16,5-7-196 0,4 1-180 15,0-7-500-15,-5 1-144 0,1 1-77 16,0 2-247-16,-8 2-1192 0,0 1-3160 16,-17 6-5333-16,14-9 9650 0</inkml:trace>
  <inkml:trace contextRef="#ctx0" brushRef="#br0">11988 3502 5460 0,'0'0'10525'16,"0"0"-8717"-16,0 0-1496 0,0 0-52 0,0 0 208 15,80-57 72-15,-61 50 48 0,6 1-320 16,-1 6-196-16,-4 0-72 0,-1 6 0 16,-2 10-8-16,-6 6 8 0,-11 7 184 15,0 8 0-15,-11 5-88 0,-6 0 52 16,-6 5 36-16,-5 1 20 0,4 2-44 16,-4-5-64-16,8-4 12 0,4-6-108 15,4-10 0-15,8-5-60 0,0-4 0 0,4-4 48 16,0-2-72-16,4 3 8 0,5 0 16 15,2-1 60-15,1 4 0 0,4 0 4 16,-4 3 84-16,8 3 68 0,-5 1 64 16,2-2-27-16,3 2-9 0,-1-1 8 15,-2-3 16-15,2 3-88 0,-3-6-108 0,-4 3-12 16,1-3 0-16,-6 1-8 0,1-6-52 16,-8 3-48-16,0-6-88 0,-4 6 52 15,-7-3 72-15,-6 3-112 0,-2-4-97 16,-5-1 41-16,-4-2 8 15,0-5-172-15,4 2-280 0,-4-4-332 0,0 0-900 16,8-6-3180-16,-11-15-6265 0</inkml:trace>
  <inkml:trace contextRef="#ctx0" brushRef="#br0">14116 3505 380 0,'0'0'13365'0,"0"0"-10917"0,0 0-1556 16,0 0-112-16,0 0-88 0,-108 25-76 15,56-3-152-15,-4 3-132 0,1 1-40 16,-1 6-24-16,4 0-12 0,5 3-84 0,7-3-64 16,4 2-96-16,8-1 4 0,4-2 44 15,8-3 48-15,4 4-60 0,4-7-40 0,4 0-4 16,4 1 84-16,4-3 80 16,4-1 28-16,8 0-51 0,1 0 111 15,2 0-28-15,1 1 112 0,4-1 264 0,-4-4-276 16,4 2-148-16,0 0-60 0,0-1-60 15,-1-4-60-15,1-2-8 16,0 0-44-16,4-7-8 0,0 0-72 0,4-6-132 16,-4 0-352-16,0-3-172 0,-5-3-29 15,1-7-243-15,-7 4-1560 16,-6-7-3988-16</inkml:trace>
  <inkml:trace contextRef="#ctx0" brushRef="#br0">13865 3988 4608 0,'0'0'7229'0,"0"0"-5617"0,0 0-432 15,0 0-160-15,0 0 212 0,0 0-176 16,0 0-60-16,0 0-24 0,0 0-192 0,112 3-340 16,-60-6-112-16,11-3-124 15,5-5-56-15,15 3-51 0,5-9-13 0,12 5-36 16,11-5-32-16,5 5-4 0,7-4-4 15,9 6-4-15,-5-2-4 0,5 5-56 16,-5-2-88-16,-3 3-65 0,-4-1 53 16,-6 1 60-16,6 0 8 0,-4-1 4 15,4-2 12-15,-5-5-12 0,0 2-4 0,-7-1-20 16,-1 1-40-16,-3-5-36 16,-4 5 64-16,-5-1 0 0,-3 1 8 15,0-1 100-15,-8 0 4 0,-9 4-80 0,-3-4-32 16,-8 4 8-16,-13-1-108 15,-3 1-96-15,-4-1 32 0,-12 1-36 0,-4-1-272 16,-8-2-848-16,-9-1-1320 0,-7 3-3025 16,-8-6-1163-16</inkml:trace>
  <inkml:trace contextRef="#ctx0" brushRef="#br0">17081 3388 8400 0,'0'0'5689'0,"0"0"-4501"0,0 0-1064 16,0 0 16-16,0 0 792 0,0 0 596 0,91-25-408 15,-59 25-320-15,4 0-192 16,7 2-44-16,-2 4-32 0,2 7-91 0,1-1-153 16,-4 5-68-16,0 2-52 0,-5 3-8 15,-3 3-28-15,-4 1-84 0,-4-1 0 16,-4 4-36-16,-4 0 108 0,-4 2-24 0,-9 1 4 15,-3-1-28-15,0 1 0 0,-15 0-32 16,-9-1-40-16,-8 2-132 0,-4 2-40 16,-7-1-80-16,-1-1-112 0,-4-3 24 15,8-1-48-15,0-4-133 0,5 2-199 16,3-8-120-16,8-4-316 0,-4 1-988 16,7-5-2260-16,10-9-3337 0</inkml:trace>
  <inkml:trace contextRef="#ctx0" brushRef="#br0">19248 3232 3788 0,'0'0'9201'0,"0"0"-7297"0,0 0-608 16,0 0-380-16,0 0 308 0,0 0 92 16,0 0-116-16,0 0-424 0,0 0-335 15,0 0-129-15,-72 32-104 0,36-14-88 0,0 5-12 16,-4 6 4-16,9 0-40 0,-1-4 4 16,4 3-76-16,7-3-72 15,10-2-24-15,7-1-4 0,4-3 16 0,12 3 84 16,4 0 12-16,3 4-8 0,5-5 0 15,1 6-4-15,3-5-40 0,-4 0 40 16,-1 0 4-16,1 1 44 0,-8-5 24 16,4 1 16-16,-4 0-4 0,-4-3-36 0,-4-4 36 15,0 5-12-15,-4-7 36 0,0 2-36 16,-4-2-64-16,0 2-8 0,-4-2 12 16,-13 2-12-16,2-2-48 0,-5-1-156 15,-8 5-48-15,5-9-100 16,-5 2-60-16,4-3-53 0,3-4-7 0,6 0-176 15,2-14-120-15,2-2-720 0,7-5-1472 16,4-11-2485-16,0 10-2523 0,8-24 7500 16</inkml:trace>
  <inkml:trace contextRef="#ctx0" brushRef="#br0">19439 3584 1384 0,'0'0'5592'15,"0"0"1045"-15,0 0-4237 0,0 0-664 16,0 0-108-16,44 70-160 0,-40-54-83 15,0-4-297-15,-4 1-300 0,4-3-416 16,-4-1-204-16,4-2-84 0,-1-1-84 0,1-3-8 16,5 1-88-16,3-4-96 15,4 0-96-15,-1-4-124 0,6-5-60 0,-2 0-72 0,5-8 24 16,-4 1 7-16,0-3 65 16,-4 4 8-16,-4-1 76 0,0 0 120 15,-4-1 144-15,-4 9 100 0,-4-3 148 0,0 9 96 16,0 2 172-16,0 0-16 15,4 2-108-15,-4 5-244 0,3 5 197 16,1 8 143-16,1-1 60 0,3 3 24 0,-4-2-24 16,3 1-136-16,-3-5-216 15,5-3-96-15,-5-3-112 0,0-5-116 0,3-1-160 16,1-4-228-16,1-6-208 0,2-7-113 16,6-5-1315-16,-6 1-2956 0,6-15-3069 15</inkml:trace>
  <inkml:trace contextRef="#ctx0" brushRef="#br0">20049 3054 80 0,'0'0'11701'15,"0"0"-9189"-15,0 0-808 0,0 0-4 16,0 0-100-16,0 76-84 0,-4-37-259 0,0 2-265 16,0 3-340-16,-1 0-300 0,1-2-352 15,0 2 0-15,4-2-88 16,0-4-68-16,0-7-96 0,8-5 32 0,5-7 64 15,-2-3 148-15,6-1-64 0,2-4-120 16,1-2-40-16,1 3 4 0,2-2 68 16,-3 3 28-16,4 2 24 0,-4 1 8 15,3 0 28-15,-2 0 60 0,-6 0 12 16,2-4 48-16,-1 1 76 0,-4-3 116 16,-5-4 4-16,-3 4-4 0,-4-7-32 15,0 1-40-15,0-4-96 0,-8 2-72 16,-3 1-92-16,-9 0-52 0,-5 3-184 0,-3-1 108 15,5-3-8-15,3 2-28 0,0-4-181 16,1 0-319-16,2-6-528 0,6-1-860 16,2-5-748-16,9-2-2121 0,0 2-2655 0,5-8 7592 15</inkml:trace>
  <inkml:trace contextRef="#ctx0" brushRef="#br0">20797 3584 664 0,'0'0'4352'0,"0"0"-2220"15,0 0-1612-15,0 0 312 0,0 0 180 0,0 0-72 16,0 0-175-16,0 0-501 0,0 0-264 0,0 0-12 16,0 0 12-16,-39-28 256 15,39 28 244-15,0 0 548 0,0 0 212 16,0 0-12-16,0 0-72 0,0 0-108 0,0 0 16 0,0 0-188 15,0 0-272-15,0 0-188 16,0 0-132-16,0 0-96 0,0 0-60 16,-4 0-52-16,4 0-35 0,-4 0-57 0,-5 7 44 15,2 5-48-15,-13 4 4 0,4 9 4 16,-8 4 188-16,5 3 92 0,-2 0 476 16,5-4-376-16,4-6-244 0,5-4-72 15,3-1-72-15,4-8-96 0,0-2-120 16,0-1-64-16,7 1-60 0,5-7 100 15,1 0-40-15,2 0 4 0,5-4-53 0,4-5 49 16,-4-5 36-16,4 6 36 16,-4-5 64-16,-1 1 136 0,-2 5-4 15,-2 0-88-15,2 7 100 0,-6 0 72 0,6 0 184 16,-6 10 24-16,6 2-12 0,-2 8-23 16,1 2-37-16,0 7-16 0,0 2 64 15,-4 8-76-15,0 2 4 0,-4 0 32 16,-8 3 48-16,0 2 4 0,0-6-64 15,-4 2-32-15,-12-5 8 0,4-2-84 0,-8-3-24 16,5-4-68-16,-2-5 8 0,2-4 36 16,2-10-36-16,2-2 0 0,-6-4-12 15,6-3-180-15,-6-6-196 0,2-11-120 16,3-5-108-16,0-8-196 0,4-9 35 16,4-10-395-16,4-5-1152 0,0-9-1852 0,12-3-2141 15,-5 12-978-15,14-26 7283 0</inkml:trace>
  <inkml:trace contextRef="#ctx0" brushRef="#br0">21236 3530 1772 0,'0'0'11629'0,"0"0"-9941"0,0 0-608 0,36 93 504 16,-32-52-176-16,-4 7 12 0,0 5-216 16,-8 5-51-16,-1 3-405 0,2 1-204 15,-5-1-148-15,0-4-152 0,0-4-172 0,-1-2-72 16,2-3-80-16,-1-4-116 15,0-2-68-15,-4-4-72 0,9-7-148 16,-6-6-96-16,5-5-16 0,1-7 15 0,3-4-75 16,-1-5-516-16,5-4-400 0,0-10-656 15,0-9-1884-15,0-6 887 0,9-10-827 0,2-7-208 16,-3 8 4000-16,8-30-27 0</inkml:trace>
  <inkml:trace contextRef="#ctx0" brushRef="#br0">21259 3782 3412 0,'0'0'52'16,"25"-68"7821"-16,-18 46-6197 0,6 3-516 15,2 0-340-15,2 3 252 0,-2 7 68 16,2 3-124-16,-2 6-240 0,1 0-272 16,0 0-76-16,-4 6-24 0,0 3 96 15,-8 4-184-15,0 3-24 0,-4 3-24 16,-4 4-123-16,-8 2-73 0,-4-3 0 16,-3 4-20-16,-6-5-52 0,5-1-229 15,-3-5-259-15,-5 1-192 0,4-3-200 0,-4-3-140 16,8-3-440-16,4-5-1392 0,-4-2-3765 15</inkml:trace>
  <inkml:trace contextRef="#ctx0" brushRef="#br0">22069 3596 312 0,'0'0'10276'0,"0"0"-8107"0,0 0-337 16,0 0-232-16,-56 86-312 0,40-45-224 16,0-1-20-16,4 0-324 0,4-5-220 15,4-6-180-15,4-4-116 0,0-8-68 16,8-5-76-16,8-5-48 0,3-5-12 0,6-2-8 15,3-6-236-15,3-9-144 0,1-5-28 16,0-2 36-16,0-3 28 16,-4-1 32-16,-4 4 24 0,-9 3 64 0,-2 0 84 15,-5 3 12-15,-4-1 124 0,-4 6 12 16,-8-3 88-16,0 2-16 0,-8 3 88 16,0-4-24-16,-4 6-136 0,0 1-12 15,1 3-184-15,2 0-28 0,2 3-72 0,2 0-60 16,5 3-412-16,5 0-1632 15,-1 0-2333-15,4 3-1575 0,0 1 3024 0</inkml:trace>
  <inkml:trace contextRef="#ctx0" brushRef="#br0">22292 3723 1004 0,'0'0'928'0,"0"0"9065"0,84 7-7405 0,-48-10-860 0,7-3-368 16,1-6-420-16,4-5-400 0,-4 2-280 15,-1-5-260-15,-3-2-96 0,1-3-284 0,-6 3-472 16,-3-1-664-16,-8 4-1428 0,-1-4-4129 15</inkml:trace>
  <inkml:trace contextRef="#ctx0" brushRef="#br0">22627 3407 1160 0,'0'0'5476'0,"0"0"-835"16,0 0-2885-16,0 0-208 0,-41 88 180 0,41-56-208 15,5 6-228-15,3 4-384 0,-1 5-236 16,5 4-232-16,-3 9-76 0,-2 7-108 15,-3 3-87-15,-4-1-101 0,0-2-68 0,0 0-8 16,0-4 0-16,-4-5-52 0,-3-5 12 16,-2 2-49-16,1-7-99 15,1-7-48-15,-5-4-48 0,3-1-60 0,2-8 0 16,-5-3-116-16,3-2-44 0,-2-11 68 16,-1 1 40-16,3-9-176 15,-2-2-180-15,-6-2-416 0,2-6-716 0,-1-3-1064 16,-7-11-1697-16,2 8-943 0,-14-20 5452 0</inkml:trace>
  <inkml:trace contextRef="#ctx0" brushRef="#br0">18742 2860 3344 0,'0'0'900'0,"0"0"4104"15,0 0-3504-15,0 0-703 0,0 0-13 16,0 0-120-16,0 0-384 0,0 0-164 0,0 0 0 16,0 0-108-16,0 0-8 15,-56-6-52-15,56 6 40 0,0 0 12 16,0 0-4-16,0 0-40 0,0 0-96 0,0 0-24 15,0 0-28-15,0 0-104 0,-4 0 144 0,4 0 24 16,-5 0-28-16,5 0 68 16,-3 0 28-16,3 0 60 0,0 0 88 15,0 0 28-15,0 0 64 0,0 0 100 0,0 0 308 16,0 0 0-16,3-3 160 0,-3 3 32 16,0 0-176-16,0 0-112 0,0 0-132 15,0 0-36-15,0 0 12 0,0 0 36 16,-3 3-348-16,-1 3-24 15,0 4-172-15,0 6 172 0,0 9 260 0,4 8 36 16,-4 0 12-16,4 9 296 0,-4 3 8 16,0 2-344-16,-4 5-60 15,-4 4-120-15,-8 4-4 0,-4 5-84 0,-8 4-60 16,0 0 60-16,-3 1-60 0,-1-6 8 0,4-1 48 16,4-12-40-16,4-10 44 15,9-9 0-15,6-9-84 0,5-11-64 0,4-5-364 16,0-7-80-16,9 0 172 0,2 0 224 15,9-7 124-15,4-5 20 0,4-4-32 0,3-3-64 16,-6-1-164-16,-1 8 52 16,0 2 72-16,-9 7 88 0,2 3 100 0,2 13 252 15,1 5 92-15,0 8 28 0,0 6-24 16,4 3-28-16,-4 4-12 0,4-2 84 16,-1 5 100-16,-6-4-348 0,-2-4 76 15,-2 1-144-15,-9-2 92 0,-4-5-104 16,0 4-52-16,-8 3 36 0,-8-1-12 15,-5 4-36-15,2 1-60 0,-1-2 8 16,-1 2-68-16,2-1 0 0,3-2-64 16,4-3-100-16,8 3-168 0,4-1-164 15,4-4-124-15,12-5-116 0,15-7-296 0,14-6-928 16,-9-6-672-16,35-7-3541 0</inkml:trace>
  <inkml:trace contextRef="#ctx0" brushRef="#br0">24423 3359 4008 0,'0'0'976'0,"0"0"3948"0,0 0-3159 16,0 0-265-16,0 0-40 15,0 0-152-15,0 0-180 0,0 0-24 16,0 0-56-16,-80-36-312 0,72 34-164 0,1 2-72 16,-1-4-72-16,-1 1-88 0,-6 3-83 15,2-3-113-15,-6 3-72 0,-1 0-68 16,-4 0-4-16,-3 10-8 0,-5 6 8 16,4 10 60-16,0 2 36 0,4 13 76 15,0 6 192-15,3 8-64 0,6 2-20 16,-1 6-16-16,4-3-68 0,8-3-28 0,4-2 0 15,0-11-36-15,8-2-12 16,8-12-36-16,7-4-72 0,-2-6 0 0,3-5 60 16,0-2 4-16,-5-6-72 0,5-1-4 15,0-6-44-15,-3 0-20 0,-2-3-116 16,-3-7-288-16,0-3-236 0,0-6-152 16,0 0-249-16,-9 0-703 0,-2-6-1944 0,-5 2-1557 15,-5-2-1771-15,-2 3 3900 16</inkml:trace>
  <inkml:trace contextRef="#ctx0" brushRef="#br0">24144 3742 4712 0,'0'0'1144'16,"0"0"5529"-16,0 0-4333 0,0 0-504 0,0 0-88 16,0 0-260-16,0 0-524 0,0 0-212 15,0 0 221-15,0 0-249 0,68 7-120 16,-48-7-156-16,4 0-256 0,-4 0-128 0,0 0-64 16,0-7-84-16,-4 5-204 0,0-8-268 15,-1 3-180-15,-3-2-100 16,4 0-405-16,-4 2-803 0,-3 4-1068 0,-2 0-1368 15,-7 3-177-15,0 0 141 0,0 0 3192 16,-3 0 1324-16,-5 6 1120 0,3 5 276 16,-3 1 3796-16,1 4-2707 0,-1-1-345 0,3 4-336 15,1 6-32-15,4-2-308 0,0 6-208 16,0-4-156-16,0 0-220 16,4 1-199-16,5-4-293 0,-2 0-388 0,5-2-88 15,-3-1-92-15,6-7-185 0,2-2-219 16,2-1-148-16,5-5 24 0,8-4-420 15,-4 0-1396-15,7-13-3185 0,-7 0-4443 16</inkml:trace>
  <inkml:trace contextRef="#ctx0" brushRef="#br0">25025 3327 3312 0,'0'0'3180'0,"0"0"1625"15,0 0-3765-15,0 0 84 0,-56 96 472 16,40-59 40-16,4 5-308 0,0 8-280 16,4 8 56-16,0 2-188 0,-3 7-164 0,2 3-59 15,5 0-185-15,0-5-196 0,4-6-212 16,0-12 80-16,12-9-60 0,8-10 0 16,4-5-120-16,8-4-132 0,4-9-84 15,0-5-136-15,4-1-156 0,4-4-148 16,-5-13-61-16,2-3-195 0,-2-2-672 15,-11-1-2464-15,8-13-3257 0</inkml:trace>
  <inkml:trace contextRef="#ctx0" brushRef="#br0">25280 3495 640 0,'0'0'14069'0,"0"0"-11693"15,0 0-1348-15,0 0-192 0,0 0 160 16,0 0-92-16,0 0 237 0,107 0-241 0,-59-3-408 16,0 0-200-16,0-4-148 0,-5 4-144 15,-2 0-60-15,2 0-84 0,-7-3-256 0,0-1-376 16,-3 4-169-16,-10-3-239 16,-7 3-1148-16,-4 0-3424 0,-12-1-5165 0</inkml:trace>
  <inkml:trace contextRef="#ctx0" brushRef="#br0">25531 3523 8384 0,'0'0'5373'0,"0"0"-4129"16,0 0-568-16,-52 73 492 0,44-43 508 15,0 1 140-15,5 1-356 0,3 0-515 0,0-4-509 16,3-2-332-16,5 0-104 16,-4-4-108-16,4-7-220 0,-3 1-180 15,-2 0-137-15,1-7-203 0,-4 4-240 0,0-3-944 16,0-3-2460-16,-7-2-3381 0</inkml:trace>
  <inkml:trace contextRef="#ctx0" brushRef="#br0">25516 3829 7432 0,'0'0'6253'0,"0"0"-3793"16,0 0-1156-16,0 0-156 0,0 0 68 16,75-22-496-16,-51 16-388 0,4-1-320 0,0 1-12 15,-5 2-292-15,1-3-468 0,-4 7-196 16,-8 0-216-16,-4 0-352 0,-3 7-456 15,-5 3-652-15,-13 3 955 0,-2 6 837 16,-10 0 840-16,-3 6 448 0,0 3 588 16,-3 2 109-16,3 1 59 0,0-2-20 15,8-1 44-15,4-2 180 0,8-11-28 16,8 1-236-16,0-5-176 0,8-6-116 0,12-2-96 16,8-3-211-16,4 0-61 0,11-6-132 15,1-13-244-15,8 0-108 16,-4-6-156-16,3-4-376 0,-2 0-196 0,-6 1-209 15,1-4-323-15,-12 6-1628 0,12-11-4337 0</inkml:trace>
  <inkml:trace contextRef="#ctx0" brushRef="#br0">26420 3413 9080 0,'0'0'6329'0,"0"0"-5445"16,0 0-536-16,-68 89 660 0,44-49 696 15,4 6-164-15,-4 7-371 0,0 4-361 16,0 10-224-16,-4 3-56 0,-4 0-68 0,1 3-232 16,-5-3-224-16,4-6-4 0,0-8-216 15,0-1-132-15,8-8-232 0,0-6-76 16,4-6-68-16,12-6-93 0,0-13-363 16,8-4-860-16,0-8-2560 0,4-8-3345 15</inkml:trace>
  <inkml:trace contextRef="#ctx0" brushRef="#br0">26212 4010 12345 0,'0'0'5056'16,"0"0"-4100"-16,0 0-208 0,112-42 564 0,-68 27-520 0,4-4-268 16,-5-3-123-16,5-4-281 15,-4 4-120-15,-5-7-324 0,-2 4-441 0,-1-1-407 16,-12 5-760-16,-9 4-2936 0,-3-2-3753 15</inkml:trace>
  <inkml:trace contextRef="#ctx0" brushRef="#br0">26499 3956 8672 0,'0'0'6461'16,"0"0"-4689"-16,-20 86-804 0,17-51 412 15,-6 2 200-15,5 2-99 0,0-4-341 16,0 0-524-16,4-1-376 0,0-2-156 0,0-4-40 15,0 1-44-15,-4-7-60 16,4 1-48-16,0-7-220 0,0-4-240 0,0-2-264 16,0-1-165-16,0-5-563 0,0-1-2192 15,-3-3-2797-15</inkml:trace>
  <inkml:trace contextRef="#ctx0" brushRef="#br0">26547 4134 6748 0,'0'0'9381'0,"0"0"-8129"16,0 0-508-16,92-17 684 0,-57 9-488 16,5-3-380-16,0-1-292 0,0-1-268 15,0-6-328-15,-5 3-416 0,-2-3-308 16,-6 3-676-16,-7 7-2552 0,4-7-3641 16</inkml:trace>
  <inkml:trace contextRef="#ctx0" brushRef="#br0">27149 3196 7868 0,'0'0'6941'0,"0"0"-5769"0,0 0-720 0,0 0 472 16,0 0 400-16,0 0-488 0,79-31-444 0,-66 29-392 15,2 2-100-15,-3 0-108 0,0 6-88 16,0 9-48-16,-4 11 196 16,-4 9 148-16,-4 9 172 0,-8 7 196 0,-12 9-52 15,-8 4 140-15,0-1 300 0,-3-2-284 16,-1-4-56-16,12-13-27 0,-1-3-113 16,14-6-92-16,3-6-100 0,4-4-84 15,0 1-8-15,0-7-88 0,4 3 0 16,3 1-4-16,2 2 92 0,-1 0 8 15,-1 4 72-15,-3 2-60 0,5 1 132 0,-1 1 108 16,-1-5-140-16,6 0-112 16,-2-2-40-16,5-4-96 0,-4 0 4 15,4-6-24-15,0-4-220 0,0 1-281 0,-4 0 73 16,-4 0 168-16,-4-4 124 16,-4 0-136-16,0 1-52 0,-16 2 260 0,-4 2 220 15,-8-3-8-15,-4 3-228 0,8-9-1460 16,-15 2-4328-16</inkml:trace>
  <inkml:trace contextRef="#ctx0" brushRef="#br0">27213 4232 17645 0,'0'0'3060'0,"0"0"-2668"15,0 0-392-15,0 0-416 0,0 0-684 16,0 0-600-16,0 0-4328 0</inkml:trace>
  <inkml:trace contextRef="#ctx0" brushRef="#br0">14638 3171 7612 0,'0'0'1688'15,"0"0"1097"-15,0 0-681 0,0 0-628 16,0 0-32-16,0 0-132 0,0 0-84 15,28 67-128-15,-21-35-236 0,2 3-183 16,-5 4-73-16,0 5 44 0,0-3-168 0,-1 0-196 16,-3-2-180-16,0-2-108 0,0-6-4 15,0 2-68-15,0-5-24 0,0-6 12 0,0-3 24 16,0-3 0-16,0-2-28 16,0-9-80-16,0-2-24 0,0 1-64 15,0-4-20-15,0 0-16 0,4 0 52 0,5-4 92 16,-1 1 92-16,7 1 56 0,5-5 0 15,4 0 0-15,-4 4-132 16,4-3-52-16,-4 6 100 0,4-3 72 0,-8 3 8 16,0 0 4-16,-4 3 0 0,-5 0 60 15,2 0 160-15,-5 0 120 16,-4 4-76-16,0 0-68 0,0-5-28 0,-4 7-24 16,-5-2-44-16,-2 3-88 0,-1-1-12 15,-4-2 0-15,0 0-52 0,0-5-44 16,4-2-180-16,0 0-40 0,0 0-36 0,0-2-145 15,4-9-195-15,0-1-360 16,4-1-1136-16,4-5-1944 0,0-2-1937 0,0 4-1335 16,16-9 7248-16</inkml:trace>
  <inkml:trace contextRef="#ctx0" brushRef="#br0">15135 3542 5548 0,'0'0'8257'0,"0"0"-6829"16,0 0-404-16,0 0 392 0,0 0 128 0,0 0 20 15,0 0-504-15,0 0-491 0,25 68-409 16,-25-62-160-16,0-3-120 0,0 1-280 16,-4-1-405-16,0 0-355 0,0-3-436 15,-4 0-2624-15,0 0-4101 0</inkml:trace>
  <inkml:trace contextRef="#ctx0" brushRef="#br0">15232 3369 6824 0,'0'0'7353'16,"0"0"-5601"-16,0 0-1072 0,0 0 328 0,0 0 80 16,79-35-744-16,-59 24-344 0,4 2-480 15,0-3-832-15,0 2-872 0,0-3-3325 0,-9 7-2699 16,9 0 6968-16</inkml:trace>
  <inkml:trace contextRef="#ctx0" brushRef="#br0">15606 3476 7800 0,'0'0'5889'0,"0"0"-4961"16,0 0-148-16,8 92 664 0,-4-60 132 16,0-3-296-16,0 2-340 0,-1-2-368 15,2-1-208-15,-1-3-47 0,-4 4-61 16,0 1-64-16,0-2-44 0,0-3-88 0,-9 0-12 16,2-2-48-16,-5-4-72 0,4-3 12 15,-4-4-112-15,0-5-240 0,-4-4-257 16,4-3-135-16,-4-3-40 0,0-13-548 0,0-7-1392 15,1-5-2913-15,-2 3-3335 0,-2-29 8692 16</inkml:trace>
  <inkml:trace contextRef="#ctx0" brushRef="#br0">15666 3219 14321 0,'0'0'3800'0,"0"0"-3196"0,0 0-40 16,0 0 124-16,100-31-408 0,-76 20-280 0,-1 5-684 15,1 0-632-15,-4 4-1304 0,0-3-5037 16</inkml:trace>
  <inkml:trace contextRef="#ctx0" brushRef="#br0">14690 4442 1772 0,'0'0'4472'0,"0"0"-1216"16,0 0-1035-16,87 47-789 0,-59-22-184 0,0 8-212 16,0 2-348-16,-8-4-196 0,0 1-156 15,-8 2-48-15,0-4-28 16,-4-5-12-16,-4 0-48 0,0-6 20 0,-4-3 76 16,0-3 124-16,0-7-28 0,0 1-196 15,0-4-48-15,0-3 0 16,0 0 12-16,0 0 36 0,0 0-16 0,0-3-180 15,0-7 0-15,0-3-108 0,7-9-40 0,2-6-24 16,3-5 124-16,4-2 40 16,3 1-64-16,-2-1 12 0,-2 0-4 15,5 2-192-15,-4 5-408 0,4 3-524 0,-4 3-900 16,0 3-3237-16,-5 6-4267 0,2 1 9216 16</inkml:trace>
  <inkml:trace contextRef="#ctx0" brushRef="#br0">15264 4686 9380 0,'0'0'5385'0,"0"0"-4141"0,0 0-116 15,0 0 356-15,0 0-584 0,0 0-312 16,0 0-212-16,91 0-200 0,-67-19-176 16,4-3-416-16,-4 0-244 0,-4 0-88 15,-1-1-80-15,-2 6-4 0,-10 5 48 16,-3 3 52-16,-4 5 468 0,0 2 264 15,-4-1 176-15,-7 3 140 0,-6 0 12 16,2 0-152-16,-1 5-64 0,-4 6 52 0,-4 3-64 16,8 7 60-16,-4 0 16 15,4 2 208-15,8 5 88 0,1-3-116 0,2 5-84 16,5 1-48-16,5-5-64 0,6-1-112 16,9-3 76-16,7-6-28 0,1-7-96 15,9-5-84-15,3-4-200 0,-1 0-184 16,1-10-312-16,4-2-452 0,0-1-1128 0,-13 0-3905 15,18-6-1502-15</inkml:trace>
  <inkml:trace contextRef="#ctx0" brushRef="#br0">15734 4435 6512 0,'0'0'3308'0,"0"0"-847"16,0 0-893-16,0 0-36 0,0 0-212 0,0 0-240 15,0 0 144-15,0 0-196 0,47 76-308 16,-35-40-148-16,-8-1-180 0,4-1-39 15,-4-2-65-15,5-3-20 0,-6-8-64 16,1-2-68-16,4-5-4 0,-4-9-36 0,0-1 12 16,4-2-12-16,-4-2-20 0,0 0 8 15,8-6 72-15,0-6-24 0,0-7 28 16,4 0-160-16,-4-7-52 0,-1-2-248 16,-2 3-100-16,3-7-108 0,-5 4-144 0,2-5-153 15,3 3-351-15,-5-3-700 0,1 5-1064 16,5 6-2013-16,-2 5-1067 15,-7 8 2884-15</inkml:trace>
  <inkml:trace contextRef="#ctx0" brushRef="#br0">16020 4489 496 0,'0'0'1224'16,"0"0"7944"-16,0 0-7407 0,0 0-461 16,0 0 104-16,-7 72 176 0,14-61-204 0,10-5-416 15,-2-2-396-15,1-2-244 16,4-2-88-16,4-6-36 0,0-4-100 15,4-2-96-15,-4-8-228 0,4 1-188 0,-5 0-136 16,-2-2-36-16,-10 1 20 0,2 1-36 16,-6 4-68-16,-3 5 324 15,-4 0 348-15,0 1 88 16,-4 3 236-16,-3 0 160 0,-6 2-100 0,2 4-16 0,-6 0-32 16,2 6-104-16,-2 11 28 0,-2 1 20 15,3 8 88-15,0-1 36 0,4 7 48 0,0 0 120 16,0-5 25-16,4 3-185 15,0-2-168-15,4-5-180 0,4-8-64 16,0-2-84-16,0-4-112 0,4-2-20 0,8-4-65 16,0-3-119-16,4 0-136 0,4-3-196 15,4-10-508-15,-9 4-1868 0,13-13-4593 16</inkml:trace>
  <inkml:trace contextRef="#ctx0" brushRef="#br0">16495 4334 10696 0,'0'0'5041'16,"0"0"-4197"-16,0 0-508 0,0 0 100 16,0 0 516-16,0 0 352 0,40 76-508 15,-29-48-420-15,2-2-216 0,2-1-28 16,-2 0 28-16,-2 1-116 0,-3 0-44 0,0-1-12 16,-4-3 0-16,-4-3-48 0,0 0 48 15,0-6 12-15,0-4 4 0,0-3 8 16,-4 1-4-16,4-7-8 0,0 0-60 15,0 0-100-15,0 0-84 0,0-7-48 16,8-2 144-16,0-10 40 0,4-3 24 16,4-10-112-16,-1 1-112 0,2-4-172 15,-2 0-144-15,2 6-84 0,-6 0-308 16,6 4-972-16,-10 3-1933 0,1 6-2183 16,5-3 1904-16</inkml:trace>
  <inkml:trace contextRef="#ctx0" brushRef="#br0">17029 4267 11033 0,'0'0'4548'0,"0"0"-3740"0,0 0-384 0,0 0 184 15,0 0 632-15,0 0-64 16,-60 73-320-16,43-52-416 0,6 0-296 0,-1-2-96 16,3-4-48-16,6-2-8 0,-1 3 4 15,4-4 4-15,4 1 100 0,8-4-52 16,0 4 12-16,-1 0 8 0,6 3-64 0,-6-6 52 16,6 1-8-16,-2 3 28 15,-2-4 33-15,-2-1 23 0,2-2-20 16,-5 2-28-16,-1 1-24 0,-3-1 0 0,-4-3-48 15,0 4 84-15,0-1-96 16,-4 4-8-16,-7-1-112 0,-2 1-12 0,-2 0-28 16,-2-3-21-16,-2-1-63 0,3-3-108 15,0-3-280-15,4-3-236 16,0 0-276-16,-1 0-664 0,6-9-1984 16,3-4-2309-16,0 5 477 0,4-16 4353 0</inkml:trace>
  <inkml:trace contextRef="#ctx0" brushRef="#br0">17300 4470 1332 0,'0'0'272'0,"0"0"8976"0,0 0-7779 0,0 0-973 15,0 0-84-15,0 0 96 0,0 0 100 16,0 0-88-16,0 0-40 15,0 0-80-15,0 0-136 0,39 32-128 0,-27-32-28 16,-4 0-20-16,0-4 24 0,-4 2-28 16,4-2 56-16,-4 1 44 0,0 0 56 15,-4-4 32-15,4 5 12 0,-4-8-72 16,0 0-176-16,4 1-36 0,-4-1-72 16,4-2 64-16,-4-4-44 0,4 2-8 0,-4 0 8 15,0 0-8-15,0 2 60 0,-4 5 8 16,-4 0 116-16,0 5 160 0,0 2-124 15,-4 0-36-15,-4 9-120 0,-3 3 0 16,-2 5 96-16,1 1 60 0,-3 2 12 16,3 6-60-16,-1-1 48 0,2 0 84 15,3 4 136-15,4-1 100 0,3-2-248 0,6-4 24 16,3 0 48-16,0-6-24 0,8 0 0 16,4-7-64-16,3 1-132 0,6-1-84 15,-1-4-112-15,-1-3-32 0,5-2-76 16,0 0-192-16,0 0-248 0,1-7-136 0,-6-2-396 15,5-1-1004-15,-4 1-2820 16,-8 3-4645-16</inkml:trace>
  <inkml:trace contextRef="#ctx0" brushRef="#br0">17770 4972 28 0,'0'0'11161'0,"0"0"-8893"0,0 0-648 0,24 66-472 15,-17-34 236-15,-3 1-76 0,-4 0-156 16,0-1-420-16,0-3-328 16,0-3-220-16,0-7-148 0,0-7-36 0,0-2-208 15,0-4-304-15,0-6-392 0,0 0-276 16,0 0-704-16,0-9-2384 0,0-1-3557 16</inkml:trace>
  <inkml:trace contextRef="#ctx0" brushRef="#br0">17829 4766 3876 0,'0'0'7061'0,"0"0"-4893"15,0 0-556-15,0 0-404 0,0 0-80 0,0 0-468 16,0 0-428-16,0 0-232 16,0 0-176-16,84 0-568 0,-64 2-836 0,0-2-1508 15,-12 4-4849-15,4-1 5253 0</inkml:trace>
  <inkml:trace contextRef="#ctx0" brushRef="#br0">18020 5089 3240 0,'0'0'8973'15,"0"0"-7657"-15,0 0-236 16,-15 77 560-16,10-62 172 0,5 1-172 0,-4-6-592 16,4-4-608-16,0-3-332 0,0-3-108 15,4 0-96-15,5 0 12 0,2 0-112 16,2 0-108-16,2-9-124 0,2-1 96 0,2 1 76 15,-3-1 24-15,-4 0 12 0,4 1 60 16,-4 3 36-16,0 3 36 16,-4 0 40-16,0-1 48 0,0 4 40 0,-1 0 172 15,2 0 92-15,-1 4-20 0,0-1-16 16,-1 0-48-16,2 0-36 0,3 0-84 0,-5-1-100 16,6 5-24-16,-2-7-100 0,6 4-232 15,-2-4-392-15,6 3-288 16,-6-3-1536-16,9 0-3957 0</inkml:trace>
  <inkml:trace contextRef="#ctx0" brushRef="#br0">18746 4947 10376 0,'0'0'6605'0,"0"0"-5353"0,0 0-832 15,0 0-76-15,0 0 512 0,-92 73 364 0,72-39-63 16,0 4-225-16,1 1-304 0,6-4-144 16,5 0-40-16,4-4-176 15,1-6-256-15,3 2-12 0,0-6-60 0,7-5-24 16,6-3-148-16,-2-4 64 0,13-5-108 16,0-4-196-16,7-4-72 0,2-8-48 15,3-8 8-15,-4-5-193 0,0 0-591 0,-4-4-1368 16,0-2-2376-16,-13 5-1869 15</inkml:trace>
  <inkml:trace contextRef="#ctx0" brushRef="#br0">19128 4651 8324 0,'0'0'5925'0,"0"0"-4625"0,0 0-356 0,0 89-48 16,0-51 352-16,-4 4 176 0,-3 2-56 15,3 1-347-15,-5-1-285 0,5 4-192 16,-4-4-132-16,1 0-112 0,-2-2-156 16,1-1-144-16,-3-3 0 0,3-6-84 15,-1-4-168-15,5-6-196 0,1-5-156 0,3-5-108 16,3-9-5-16,10 1-27 0,-1-4-12 16,8-4-408-16,-1-6-900 15,5-6-564-15,-4 2-1633 0,4-3-403 0,-4 1 1460 16,-9 0 2656-16,2 4 548 0,-5 5 1224 15,-4 7 1980-15,-4 0 1304 0,0 4-1711 16,0 5 75-16,0 4-740 0,0-1-572 0,0 4-280 16,0-2-223-16,0-2-233 0,0-3-220 15,0-3-228-15,3-6-100 16,1 3-156-16,9-3-120 0,-2 0 0 16,10-9-204-16,-1 0-196 0,3-8-168 0,-3 2 64 15,5-4-68-15,-6 3 87 16,1 0 85-16,-4 4 72 0,-4-1 8 0,0 0 88 15,0-1 208-15,-4 6 24 0,-4 2 184 0,0 2 84 16,-4 1 160-16,0 3-16 0,0 0-155 16,0 7 91-16,0-1 40 15,-4 2 0-15,0 6-24 0,0-1-124 0,0-4-32 16,0 1-156-16,-1-4-52 0,5-3-160 16,0-3-260-16,0 0-88 0,0 0-112 15,0 0-265-15,9-6-103 0,7-3-1184 0,-9-1-3212 16,17-9-3545-16</inkml:trace>
  <inkml:trace contextRef="#ctx0" brushRef="#br0">19809 5007 6472 0,'0'0'8249'0,"0"0"-6249"0,0 0-684 0,0 0 4 16,0 0 220-16,0 0 41 15,-63 72-229-15,51-55-544 0,-1-4-420 0,10-5-268 0,-1 3-108 16,4-5-8-16,0 0-4 15,0-3-156-15,4 4 48 0,3-1 0 16,6-1-28-16,-2 2-32 0,6 0 36 0,-6-1 48 16,6 1 0-16,-6-1 76 0,1 3 8 15,1 1 4-15,-10 0 44 0,5-1 156 16,-4 4 60-16,-4-1-32 0,0 1-40 16,0 1-168-16,-4-2-24 0,-4-3-96 15,1 3-72-15,-2-1-148 0,-3-5-104 16,9 0-88-16,-5-3 0 0,8 1-24 0,0-4 0 15,0 0-249-15,8-7-231 0,-1-2-420 16,14-8-912-16,-1 1-1724 0,-1 2-1177 16,-2 0-1871-16</inkml:trace>
  <inkml:trace contextRef="#ctx0" brushRef="#br0">20065 5257 2672 0,'0'0'8309'0,"0"0"-3821"0,0 0-2868 0,0 0-148 15,0 0-488-15,0 0-372 0,0 0-100 16,79-15-112-16,-71 2-264 0,4 0-136 0,-4 0-376 15,0-2-272-15,-1 2-260 0,-2-1-76 16,3 6-268-16,0 2-292 16,-4-5-176-16,-4 6 240 0,0 2 404 0,0-4 311 15,0 7-227-15,-4-4 44 0,-4 1-156 16,-5 3-872-16,2 0-1964 0,3 0 3704 0,-12 0-1019 16</inkml:trace>
  <inkml:trace contextRef="#ctx0" brushRef="#br0">20247 5178 5916 0,'0'0'1312'0,"0"0"3845"16,0 0-4457-16,0 0-264 0,84 0 264 0,-67 3 108 16,2 10 160-16,-6 3 84 15,-2 3-168-15,-7 6-184 0,-4 5-180 0,0 0-104 16,0 9 24-16,-8-4 24 0,1 0 60 15,-2-1-24-15,5 1-123 0,0-10-1 16,4 1-72-16,0-3-100 0,0-1-80 16,0 0-4-16,0 0-24 0,0 0-24 0,0 1-12 15,0-2 0-15,0 5-56 0,-11 0 44 16,-2-4 0-16,-6 3 16 16,-5 0-4-16,-4-2 12 15,3-4-64-15,6-3 0 0,-1-4 64 0,8-6 144 16,0 1 280-16,8-7-24 0,0 0-256 0,4-9-116 15,0-7-100-15,4-7-180 0,12-8-76 16,4-7-128-16,8-3-316 0,3-1-36 0,5 4 116 16,1 0-25-16,-1 3-167 15,-1 2-276-15,1 3-548 0,-8 4-1416 0,8-9-3365 16</inkml:trace>
  <inkml:trace contextRef="#ctx0" brushRef="#br0">26096 6575 7052 0,'0'0'4197'16,"0"0"-2209"-16,0 0 64 0,0 0-172 15,108 0-404 1,-64 0-264-16,8 0-356 0,0 0-284 0,-1-3-220 0,1-3-131 15,-3-1-161-15,-10 1-60 0,1-4-8 0,-5 3-40 16,-3 2-13-16,-8-2-23 0,-3 0-184 16,-6 1-208-16,-6 4-96 0,-5-2-88 15,-4 4-236-15,0 0-736 0,0 0-956 16,-13 0-1833-16,5 0-2083 0</inkml:trace>
  <inkml:trace contextRef="#ctx0" brushRef="#br0">25918 5898 4712 0,'0'0'560'0,"0"0"5449"15,0 0-4089-15,0 80-116 0,0-38-484 0,0 8-248 16,4 14-120-16,0 6-100 0,3 10-128 16,-3 2-104-16,-4 11 16 0,0 1 69 15,0 5-209-15,-11-1-168 0,-6 0-132 16,2-3-88-16,-2 0 20 0,-2-5-128 16,-1-5-48-16,0-6 0 0,4-8-124 15,4-8-8-15,4-11 36 0,4-8-16 16,4-13-8-16,0-6-76 0,8-9-145 15,4-9-83-15,0-4-188 0,8-6 36 0,-4-10-60 16,4-6-676-16,0-9-1076 0,3-7-2737 16,-6 7-2259-16,-2-21 7224 0</inkml:trace>
  <inkml:trace contextRef="#ctx0" brushRef="#br0">26077 6741 10444 0,'0'0'3041'16,"0"0"-1605"-16,0 0-744 0,0 0 88 15,0 0 280-15,0 0-48 0,0 0-224 16,0 0-332-16,0 0-176 0,0 0 64 0,75 69 180 16,-51-44 168-16,4 4-327 15,0 3-49-15,-3 0-24 0,2 3 32 16,1-4 100-16,0 4 36 0,0 0-316 0,3-3-132 15,5 0 60-15,-4-7-64 16,5 0-8-16,2-3-60 0,-3-5-72 0,0-2-84 0,-1-2-76 16,-3-4-80-16,0-2-28 15,-4-4-64-15,-4 0-57 0,-4-3-63 16,0 0-112-16,-4 0-492 0,-1 0-1104 0,-2-6-2276 16,-5 3-2777-16,3-10 4413 0</inkml:trace>
  <inkml:trace contextRef="#ctx0" brushRef="#br0">26120 6731 2464 0,'0'0'0'0,"0"0"-92"0,0 0 92 15,0 0 212-15,0 0-32 0,0 0 1908 16,-83 22-476-16,71-19-324 0,4 0-96 16,4-3-220-16,4 4 8 0,0-4-67 15,0 0-77-15,0 0-8 0,0 0-52 0,0 0-92 16,4-4-92-16,0 1-80 0,-4 0 44 15,8 0-44-15,-4-4-128 0,4 0-88 16,-4 2 64-16,4-2-76 0,0 0-112 0,-1 1 12 16,-2 0 4-16,3 0-116 15,4-1 64-15,-5-1 12 0,6 1-4 0,-2-6-8 16,2 3-12-16,2 1-16 0,2-1-44 16,2 1-64-16,-3 0-48 15,5 2-108-15,-2 1-104 0,5-4-192 0,-4 7-252 16,0-3-188-16,0 2-296 0,0 1-348 15,0 0-752-15,4 3-821 0,-9 0-1911 16,1-3 2868-16,5 3 1084 0</inkml:trace>
  <inkml:trace contextRef="#ctx0" brushRef="#br0">28197 6061 3604 0,'0'0'1640'0,"0"0"4189"0,0 0-3393 16,0 0-564-16,0 0-264 0,0 0-112 15,0 0-288-15,0 0-280 0,0 0-188 16,0 0-83-16,8 79-145 0,-33-53-160 0,-10 5-124 16,-1 1-132-16,-8 0-40 0,0 3-56 15,0-3-4-15,0 3-56 0,-4-4-12 16,1 4-12-16,-1-3-24 0,0 3 32 0,4 0 16 16,1-3-48-16,7-1 24 15,0-3 72-15,4 2 0 0,8-2-48 16,0-3-52-16,9 1 64 0,2-4 48 0,9 0 60 15,4 0 28-15,4 0 20 0,9 4-12 16,2-4 112-16,9 0 68 0,8 0-20 16,4 1-40-16,0-4 12 0,8-3 364 15,-1 0-376-15,1-4-176 0,0-2-40 16,-4 0-96-16,-5-3-168 0,-3-5-84 0,-4 4-124 16,-4-3-132-16,-3 0-4 0,-2-3-133 15,-7 4-291-15,0-4-820 16,-4 0-2096-16,0 0-2673 0,-8 0-1538 0</inkml:trace>
  <inkml:trace contextRef="#ctx0" brushRef="#br0">28762 5997 7112 0,'0'0'4317'0,"0"0"-2649"15,0 0-576-15,0 0-32 0,21 83 200 0,-18-39 220 16,5 10 24-16,-4 10-248 0,0 5-308 16,-4 8-179-16,0 2-213 0,0 1-184 15,0-1-80-15,-4-6-124 0,0-3-84 0,0-10-84 16,4-9 0-16,0-3-60 15,0-13-72-15,0-7-24 0,4-6-64 0,0-6-140 16,4-7-260-16,-4-2-145 0,4-7-279 16,0 0-440-16,4-7-1192 0,0-7-2288 15,0 0-1785-15,12-21 2549 0</inkml:trace>
  <inkml:trace contextRef="#ctx0" brushRef="#br0">29312 6289 5792 0,'0'0'7909'0,"0"0"-6853"0,0 0-780 0,0 0-124 15,-108 22 312-15,73-2 544 0,-5 2 60 0,0 0-512 0,0 3-372 16,4 1-132-16,4 2 44 0,4-2-8 0,0-1-80 16,4 4-4-16,1-7 0 15,3 0 0-15,8 0-4 0,0-3 100 16,8 1 32-16,4 0 300 0,4-2 8 0,8 4-84 15,11 1-64-15,2-2-12 0,10 2 88 16,6-1 176-16,2-3-215 0,5-3-193 0,4-7-136 16,4-3-24-16,-1-6-100 0,5 0-93 15,0-6-343-15,0-9-184 0,0-5-184 16,-4-2-772-16,-5-3-2908 0,-15 3-3953 16,8-17 3898-16</inkml:trace>
  <inkml:trace contextRef="#ctx0" brushRef="#br0">29926 5747 3792 0,'0'0'1040'0,"0"0"1136"16,0 0 2849-16,0 0-2349 0,0 104-676 15,-9-57-608-15,5 11-360 0,-3 2-268 16,-5 4-412-16,-4-1-352 15,0 7-228-15,0-3-616 0,-8 3-376 0,8-20-576 16,-12 17-3837-16</inkml:trace>
  <inkml:trace contextRef="#ctx0" brushRef="#br0">26192 9169 8036 0,'0'0'5073'0,"0"0"-3917"15,0 0-348-15,0 0-392 16,0 0 112-16,0 0 612 0,0 0-48 16,0 0-180-16,0 0-348 0,80-28-200 0,-24 15 76 15,11-3 220-15,10 0-284 16,2 0-156-16,1 0-115 0,-1 3-105 0,-3-2-73 15,-8 3 1-15,-5-5-52 0,-7 4-180 16,-8 4-268-16,-8-1 0 0,-4 4 8 16,-12-3-148-16,-8 5-400 0,-4 1-1036 15,-8 3-1648-15,-4 0-1305 0,0 0-687 16,-16 3 4837-16</inkml:trace>
  <inkml:trace contextRef="#ctx0" brushRef="#br0">26304 9375 4876 0,'0'0'6913'0,"0"0"-5697"0,0 0-592 16,0 0-116-16,119 4 416 0,-55-11 424 16,8-5-412-16,8-4-464 15,4-10-472-15,-1 1-52 0,-3-4-408 0,-9 1-412 16,-7-1-512-16,-12 4-684 0,-13 3-1945 15,-14 6-2139-15,-9-7 4824 0</inkml:trace>
  <inkml:trace contextRef="#ctx0" brushRef="#br0">26392 8512 6976 0,'0'0'4981'15,"0"0"-4021"-15,0 0-536 0,0 0-416 0,-68 67 188 16,52-36 592-16,-4 14 236 0,0 3-508 16,-8 5-292-16,0 4-160 0,0 1 40 15,-4-1 84-15,0 3 48 0,-3-3 0 0,-1 1-88 16,-3-1-20-16,2 0-32 15,1-3-44-15,0 0-44 0,5-7 36 0,3 1-40 16,7-11 0-16,10-1 132 0,7-4 16 16,4-7 44-16,20-3 28 0,12 0 468 0,15-3-164 15,9 0-224-15,8-2-20 0,7-2-152 16,9-5-80-16,1-8-52 16,-2 3-16-16,5-5-216 0,-9-7-148 15,1-3-172-15,-8-5-176 0,-12-2-124 0,-5 2-220 16,-11-8-948-16,-4 4-1164 15,-8-6-1973-15,-4 6-267 0,-1-16 5020 0</inkml:trace>
  <inkml:trace contextRef="#ctx0" brushRef="#br0">27125 8547 9760 0,'0'0'5313'0,"0"0"-4505"16,0 0-328-16,0 0-168 0,95 77 384 0,-59-52 516 15,0 2-316-15,3 3-452 0,2-2-336 16,2 1-108-16,-3 2 0 0,0-1-12 16,-4 1-36-16,-8-3-12 0,0 4-148 15,-12 3-112-15,-4-3-84 0,-8-1-4 0,-4 5-136 16,-8-2-88-16,-12 1-88 0,-4 0 116 15,-8 4-24-15,-4-2-52 0,-8-2-56 16,0 7-576-16,-3-8-769 0,-5 5-431 16,0-1 108-16,0-4 436 0,1-2 492 15,15-9 1176-15,-12 5-12 0</inkml:trace>
  <inkml:trace contextRef="#ctx0" brushRef="#br0">28830 8624 2988 0,'0'0'1968'0,"0"0"2664"0,0 0-3404 0,0 0-251 15,0 0-245-15,11-77 8 16,-6 64 76-16,-1 1-8 0,-4 2-176 0,0 4-232 16,0 3-32-16,0-1 44 0,0 4 72 15,0 0 64-15,0 0-80 0,0 4-96 0,-4-1-124 16,-1-1-116-16,-2 2-132 0,-5 2-160 15,-4 4 40-15,-4 3-16 16,-4 12 136-16,-4 6 72 0,-4 15 100 0,1 4 40 16,-5 7 20-16,4 6 52 0,-4 4 32 15,8 3 64-15,0-3-12 16,12-1 8-16,4-8-24 0,12-7 0 0,0-11 65 16,16-4-105-16,4-8-104 0,8-6-64 15,4-2-84-15,8-5 12 0,0-8 20 0,3-1-92 16,1-3-172-16,0-3 16 15,-4-6-160-15,-1-4-120 0,-7-3-113 16,-4-2-143-16,-4-4-176 0,-7 0-188 0,-6-4-1052 16,-7 2-2176-16,0 2-1937 0,-8-13 122 15</inkml:trace>
  <inkml:trace contextRef="#ctx0" brushRef="#br0">28758 8979 9880 0,'0'0'5593'0,"0"0"-4225"16,0 0-732-16,0 0 340 0,0 0 352 16,92 13-304-16,-64-17-388 0,4-2-624 0,0-7-12 15,0-3-768-15,-4-3-368 0,-5 3-292 16,-3 1-944-16,-4 2-1632 0,-8 3-1237 16,-8 4-711-16,0 0 5796 0,0 6 156 0</inkml:trace>
  <inkml:trace contextRef="#ctx0" brushRef="#br0">29013 8931 2584 0,'0'0'600'0,"0"0"7817"15,0 0-6293-15,-32 93-1124 0,28-60-380 0,1 3 220 16,3-1 176-16,0 0-212 0,0 3-296 16,3-7-324-16,1 1-36 0,4-6-64 15,5-1-84-15,-6-6-64 0,5-6-416 16,0-3-240-16,0-4-24 0,4-6-360 16,0 0-512-16,0-3-1592 0,0-13-2877 0,-4 6 3045 15</inkml:trace>
  <inkml:trace contextRef="#ctx0" brushRef="#br0">29428 8483 7492 0,'0'0'4033'0,"0"0"-2421"15,0 0-796-15,-24 73-32 0,15-35 512 0,9 6 204 16,-4 11-188-16,1-1-220 15,3 9-396-15,-4-2-76 0,4-1 121 0,-4 1-181 16,0-8-112-16,0-2-172 0,0-9-104 16,4-8-64-16,0-5 0 15,8-10-100-15,4-7-8 0,0-1-132 0,7-9-280 0,2 2-60 16,7-4-12-16,3-4-173 0,5-5-207 16,4-3-348-16,0-5-1608 0,0-2-3405 15,-8 3-4063-15</inkml:trace>
  <inkml:trace contextRef="#ctx0" brushRef="#br0">29698 8356 6492 0,'0'0'3872'0,"0"0"-1227"0,0 0-1069 16,0 0-564-16,0 0-20 0,0 0 64 15,0 0-4-15,0 0-72 0,0 0-84 16,0 0-192-16,96 26-131 0,-60-23-137 16,4-3-84-16,0 0-108 15,4-3-152-15,-5-7-92 0,1-2-376 0,1-7-304 16,-6 3-109-16,-3-8-55 0,-9 6-292 15,-2-1-880-15,-14 4-2036 0,-3-2-1349 0,-4 4-1127 16,-8 1 5940-16</inkml:trace>
  <inkml:trace contextRef="#ctx0" brushRef="#br0">30021 8257 520 0,'0'0'10829'0,"0"0"-8681"0,-20 71-852 0,16-39-388 0,0 9 544 15,1 3-28-15,-1 1-196 0,0-4-432 0,-1-3-504 16,1-3-232-16,0-7-60 15,1 2-148-15,-1-5-228 0,-4-6-124 0,-1 0-212 16,2-3-136-16,-1-4-68 0,0-2-412 16,-4-1-828-16,4-6-981 0,-4 1-1551 15,4-1 536-15,0-3 3800 0,4-3 352 16,0-4-288-16,4-5 288 0,4 2 612 0,4-2-312 16,-1 2 248-16,2-3 5768 0,3 4-4652 15,-1-4-439-15,10 0-73 16,3 4 408-16,4-5 116 0,3 8-268 0,5-2-568 15,0-3-412-15,0 5-208 16,-5 0-180-16,-3-1-40 0,-3 4-272 16,-5 3-232-16,-12 0-152 0,-1 0-160 0,-7 10-340 15,0-1-328-15,-7 5-428 0,-14 0-417 16,2 5-3-16,-9 4 592 16,0-1 772-16,-8 1 968 0,4-1 1300 0,-4 3 324 15,0 1-16-15,4 0 45 0,0 2 75 16,8-6-100-16,9-3 12 0,7-3-212 15,8-6-316-15,0-4-228 0,8-3-272 0,12 0-148 16,3-3-64-16,9 0-36 16,9-9-240-16,2-7-124 0,5-6-352 15,3-7-236-15,-2 0-364 0,3-3-472 0,-9-2-1368 16,1-1-3429-16,-13 6-2475 0,14-12 8020 16</inkml:trace>
  <inkml:trace contextRef="#ctx0" brushRef="#br0">30763 8226 1084 0,'0'0'11145'0,"0"0"-9153"0,-25 64-984 0,14-26-24 16,-6 9 472-16,2 10 248 0,-5 4-212 0,-1 2-507 16,-7 7-441-16,1 3-216 0,-9 0-108 15,0 0-76-15,-3 0-84 0,-1-3-60 16,-4-3-36-16,8-1-48 0,0-5-172 15,4-7-72-15,4-7-84 0,4-5-133 16,9-10 21-16,6-10-72 16,5-9-188-16,4-6-88 0,13-7-1048 0,-2-7-1916 15,10-6-1601-15,-10 3-731 0,13-19 5528 16</inkml:trace>
  <inkml:trace contextRef="#ctx0" brushRef="#br0">30611 9032 6732 0,'0'0'4593'0,"0"0"-2273"0,0 0-1280 15,0 0-348-15,0 0 136 0,75-28 384 0,-43 16-12 16,0-5-512-16,1 2-392 0,-1-4-208 16,-1-1-40-16,-4 5-8 0,-2-1-40 15,-5 2-100-15,-5 6-20 0,2-3-224 16,-10 5-248-16,-3 0-160 0,0 6-192 15,-4-2-312-15,0 2-868 0,-4 0-697 0,-3 0-1687 16,-5 0-388-16,3 0 4832 0,-2 0-876 16</inkml:trace>
  <inkml:trace contextRef="#ctx0" brushRef="#br0">30654 8721 2672 0,'0'0'7164'0,"0"0"-5375"0,0 0-929 16,0 0-116-16,0 0 372 0,0 0 184 0,0 0 32 15,0 83-92-15,0-49-392 16,0 8-88-16,0 3-76 0,-3-1 72 0,-1 4-3 16,-4-3-181-16,0-4-196 0,3 0-136 15,-2-6-156-15,-1-1-12 0,0-4-72 16,4-2 0-16,0-6-60 0,0-3-12 16,0-3-84-16,4-4-64 0,0-2-80 15,0-3-76-15,0-4-137 0,4-3-83 16,0 0-84-16,4 0-68 0,0 0-420 0,0-7-704 15,-1-2-688-15,2-1-1449 0,-5 1-443 16,0-1 316-16,-4-6 2872 0</inkml:trace>
  <inkml:trace contextRef="#ctx0" brushRef="#br0">30651 9112 4348 0,'0'0'5396'0,"0"0"-1275"0,0 0-2717 0,0 0-664 0,0 0 152 15,0 0 272-15,0 0 56 0,91 73-104 16,-74-64-448-16,2 1-412 16,-3-4-212-16,0 1-44 0,-4 0-12 0,0-2-228 15,0-2-140-15,0 1-292 0,-4-2-112 16,-1-2-100-16,2 0-392 15,3 5-1200-15,-5-5-3017 0,-2 2-2239 0,3 2 7096 0</inkml:trace>
  <inkml:trace contextRef="#ctx0" brushRef="#br0">31249 8424 13905 0,'0'0'4100'0,"0"0"-2916"15,0 0-1000-15,0 0-76 16,0 0-8-16,0 0 500 0,0 0 680 16,0 0-359-16,0 0-437 0,75 63-264 0,-51-44-100 15,-4-3 88-15,4 0-4 0,0-1 24 16,-4 1 340-16,-1 0-292 0,2-4-128 16,-1 4-28-16,-5-3-36 0,-2-3-24 0,-2 3-60 15,1-5 0-15,-3-1-48 16,-2 0 40-16,1-2-40 0,-4-1 0 0,0-1 0 15,1 1 36-15,-2-1-72 0,-3 0 32 16,4 0 4-16,0 0 0 0,-4 1 36 16,4-1 4-16,-4-1 8 0,0 2 8 15,0-1-4-15,4 0 40 0,-4-3-44 16,0 3-4 0,0 4-4-16,0-1 8 0,0 1-8 0,0 5 0 15,0 7 0-15,0 0-4 0,0 7-36 0,-8 6 48 16,0-1 0-16,0 7 4 0,-4 4 4 15,1 2 76-15,-6 1-24 0,-3-4-20 0,1 0-40 16,2-3 0-16,2-6-52 0,-2-4 40 16,6 0-132-16,-2-2-24 15,2 0-12-15,-5-4-208 0,4-6-84 0,-4 3 4 0,4-3-164 16,-4-6-49-16,0-1-135 16,4 0-428-16,-4-2-656 0,4-7-908 0,1 0-2509 15,-2 0-2083-15,-6 0 6724 0</inkml:trace>
  <inkml:trace contextRef="#ctx0" brushRef="#br0">28719 10306 8536 0,'0'0'5565'0,"0"0"-3913"16,0 0-672-16,0 0-380 0,0 0 92 0,0 0 640 16,0 0-316-16,99 47-224 15,-71-37-232-15,8 3-171 0,4-4-77 16,4 0-56-16,-5 1-112 0,9-1-56 0,-8-2-88 15,0 2-40-15,-1-2 28 0,-7 3-36 16,0 2 44-16,-8-2-68 0,-7 3 12 16,-10 6-72-16,-3 3-40 0,-4 3-44 15,-11 6 68-15,-14 4-69 0,-6 1-51 16,-5 2 108-16,-5-3-8 0,2 0 20 16,-5-3 16-16,0-3-112 0,4-1-84 15,-4-3-16-15,5-3-144 0,3-3-4 16,8-3-236-16,4-3-1036 0,8-7-2360 0,9-3-3493 15,2-3 5389-15</inkml:trace>
  <inkml:trace contextRef="#ctx0" brushRef="#br0">29810 10232 2520 0,'0'0'3892'0,"0"0"-1592"16,0 0-1276-16,0 0-252 16,0 0 261-16,0 0 275 0,0 0 52 0,0 0-308 0,0 0-200 15,0 0 16-15,32-56-260 16,-36 62-28-16,-4 4-36 0,0 2 20 15,-4 8-160-15,-4 7-120 0,-7 5-64 0,-5 10 84 16,0 9 64-16,-4 5 336 16,0 8-191-16,0 3-89 0,0 2-100 0,8 2-44 15,4-5 48-15,4-5 324 0,13-8-220 16,3-11-116-16,7-3-100 0,14-11-144 16,6-9-12-16,1-4-56 0,8-4 44 0,4-9-48 15,-1-2 0-15,6-9-180 16,-2-3-100-16,1-7-188 0,-8-4-196 15,0 0-160-15,-13-5-241 0,-3 3-471 0,-12-1-2256 16,-3-2-1817-16,-5 6-2931 0,-16-13 7172 16</inkml:trace>
  <inkml:trace contextRef="#ctx0" brushRef="#br0">29722 10683 808 0,'0'0'6584'15,"0"0"13"-15,0 0-4689 0,0 0-568 0,0 0-52 16,0 0 296-16,0 0-392 0,0 0-327 15,0 0-405-15,0 0-460 0,88 29-48 16,-56-41-376-16,0-5-209 0,-4 5-207 16,0-4-64-16,-4 4-436 0,-5 1-1000 15,-2 3-300-15,-10 2-365 0,1 6 81 16,-4 0 1100-16,-4 0 1824 0,0 2 836 16,-4 7 1460-16,0 5 265 0,-4 1-501 15,5 8-260-15,-1 2-292 0,4 3-464 0,0 4-340 16,0 3-40-16,4 0 32 0,3 0-36 15,1 3-96-15,5-3-164 0,-2-3-268 16,6-7-132-16,-6 4-364 0,6-8-344 16,-6 2-132-16,5-4-120 0,-4-3-860 15,0-3-2772-15,-5-4-3649 0,6 1 5005 0</inkml:trace>
  <inkml:trace contextRef="#ctx0" brushRef="#br0">30503 10176 1720 0,'0'0'7912'0,"0"0"-6171"0,0 0-701 16,0 0-108-16,0 0 176 0,0 0 376 15,0 0-328-15,-40 100-436 0,29-58-252 0,-2 6-24 16,6 6 356-16,-1 2 80 0,0 2-224 16,3 2-120-16,1-5-35 0,4-1-113 15,0-10-196-15,13-2-72 0,-1-7-32 16,4-8 80-16,3-4-168 0,2-7-68 0,3 0-68 16,0-10-20-16,3 0-48 0,1-6-208 15,4-6-309-15,-1-6-167 16,1-5-88-16,5-4-740 0,-10-5-2228 0,1-3-2201 15,-8 11-1542-15</inkml:trace>
  <inkml:trace contextRef="#ctx0" brushRef="#br0">30658 10144 1828 0,'0'0'9233'16,"0"0"-7333"-16,0 0-568 0,0 0-356 0,0 0-8 16,0 0 120-16,0 0 136 0,97-41-304 15,-65 31-464-15,3-7-288 0,1 5-152 0,0-3-16 16,-4-5-112-16,-4 4-376 0,0-3-288 16,-4 4-236-16,-5-1-220 15,-7 0-380-15,0 6-548 0,-12 4-841 0,0 0-2059 16,-4 6 1140-16,-4 0 3916 0,-12 0-727 15</inkml:trace>
  <inkml:trace contextRef="#ctx0" brushRef="#br0">30922 9999 704 0,'0'0'5340'0,"0"0"-287"16,0 0-3285-16,-49 88-356 15,38-47-72-15,-1 7 164 0,4 0-68 0,-4-1-136 16,0 0-432-16,4-2-404 0,4-7-268 16,-4-7-188-16,4-1-8 0,4-9-12 15,-4-1-220-15,1-8-172 0,-1 1-216 16,4-7-204-16,-5-3-208 0,5 1-408 15,0-1-1076-15,-4-3-2033 0,4 0-1487 0,-4 0 4292 16,4-3 1156-16</inkml:trace>
  <inkml:trace contextRef="#ctx0" brushRef="#br0">30834 10443 2752 0,'0'0'6920'16,"0"0"-4279"-16,0 0-1049 0,0 0-592 16,0 0-4-16,80-44 344 0,-56 33-448 0,-5 8-744 15,2-3-148-15,-1 3-484 0,-1-1-12 16,-2 4-176-16,-6 0-268 15,1 0-488-15,-4 0-728 0,-4 7-277 0,-4 2-135 16,0 4 600-16,-12-1 1304 16,-4 1 664-16,-4 4 964 0,-3-2 468 0,-5 1 88 15,0 3-224-15,0 0-188 0,0 0 257 16,4 0 335-16,8-3 28 0,4 0-208 16,8-4-148-16,4-2-288 0,8-1-204 15,12-2-136-15,8-7-248 0,12 0-215 0,8-7-281 16,8-12-157-16,3-3-451 15,5-6-296-15,-5-4-72 0,-3-4-404 0,-4 6-1476 16,-16 4-3409-16,8-9-2550 0</inkml:trace>
  <inkml:trace contextRef="#ctx0" brushRef="#br0">31670 10064 1800 0,'0'0'6428'0,"0"0"-1123"0,0 0-4149 15,-59 80-388-15,35-42 576 0,-4 9 356 0,1 7-168 16,-5 4-508-16,0 8-440 0,-4 1-231 16,-4 6-37-16,-4 4-72 0,0-5-160 15,-3 4-84-15,2-5-144 0,2-5-40 16,3-3-20-16,0-9-249 0,8-2-143 16,9-8-120-16,2-9 40 0,10-7 200 15,7-9-276-15,4-3-948 0,4-10-1388 16,4-2-2201-16,3-2-1575 0,5-4 6512 0</inkml:trace>
  <inkml:trace contextRef="#ctx0" brushRef="#br0">31507 10846 144 0,'0'0'11117'0,"0"0"-8773"16,0 0-1000-16,0 0-528 0,0 0 328 16,21 88 208-16,-17-58-120 0,-4 1-400 0,0 0-372 15,0 5-168-15,0-2-48 0,0 1-36 16,-4-2-100-16,4-5-108 16,-4-2 0-16,-1-7-72 0,5-8-244 0,0-1-304 15,0-3-200-15,0-4-160 0,5-3-332 16,6 0-1068-16,1-10-2749 15,-3 0-2427-15,10-6 7320 0</inkml:trace>
  <inkml:trace contextRef="#ctx0" brushRef="#br0">31866 10818 11717 0,'0'0'1548'0,"0"0"-1280"16,0 0-128-16,-91 69 468 0,63-44 708 0,0 0-388 15,4-3-528-15,8 1-252 16,0-4-136-16,8 0 260 0,-5-2 148 16,10-3 460-16,-1 3-328 0,4-4-172 0,0-4 12 15,4 1 12-15,4-1 36 0,4-3-76 16,-1-2-232-16,6-1-132 0,3-3-96 0,-1 0-148 16,6-7-156-16,-1-2-212 15,4-4-148-15,0-2-312 0,-1-5-580 16,1-1-1280-16,0-2-2825 0,-8 8-1983 0,4-12 7685 15</inkml:trace>
  <inkml:trace contextRef="#ctx0" brushRef="#br0">32085 10585 4224 0,'0'0'9789'0,"0"0"-7997"15,-24 66-1048-15,17-34-24 0,-6 3 692 0,5 0-196 16,1-3-572-16,3-3-644 0,0-4-268 16,-1-2-464-16,5-9-104 0,0 3-92 15,0-4-780-15,0-7-2664 0,0 0-2725 16,0-6 3049-16</inkml:trace>
  <inkml:trace contextRef="#ctx0" brushRef="#br0">32535 9903 11341 0,'0'0'5708'0,"0"0"-4604"0,40 96-660 16,-20-52 60-16,0 9 724 0,-4 4-60 16,0 1-207-16,-5 2-453 0,2-3-340 15,-1 3-48-15,0-2-24 0,-8-4 16 0,0 3-64 16,-4-7-8-16,-8-2-40 0,-8 0-84 16,-5-4-100-16,-6-2-140 15,-4-1-28-15,-6 3-120 0,-10-3-5 0,-2 3-179 16,-7-2-88-16,1 0-52 0,-8 2-828 0,-10-3-2420 15,22-5-3593-15,-37 14 1889 16</inkml:trace>
  <inkml:trace contextRef="#ctx0" brushRef="#br0">6283 13821 964 0,'0'0'1424'0,"0"0"2984"0,0 0-3020 16,-52-82-520-16,32 55-156 15,8 2-208-15,-7 0-24 0,-2-1 201 0,5 1-25 16,-7-3-248-16,-1-2-356 0,-1 2 396 16,1-7 112-16,-4 0 24 0,1-4-316 15,3-1-16-15,-4-4 328 0,4-1-64 16,0-2-176-16,1-2-112 0,-1 2-64 0,3 3 36 15,-3-1 12-15,5 1-88 0,-5 2-48 16,4 1-68-16,4 0 56 0,-4-3-64 16,5 3-12-16,-2-1-100 0,6 1 40 15,2 0 20-15,-3-4-24 0,5-2 64 16,-1 0-48-16,-1-2 8 0,1-2 52 16,5 3 4-16,-1-2 4 0,4 2 0 0,0 1 4 15,4 3-4-15,7-1-8 16,6 0-88-16,-2 4 12 0,5-4-12 15,8 2 88-15,0-3-4 0,4 2 4 0,0 0 8 16,0 3 0-16,3 0 0 0,1-1 56 16,0 4 12-16,0 2-72 15,4 5 48-15,-4 3-44 0,-4 3 84 0,-1 5-20 0,-6 4-72 16,-6 4-136-16,-7 5 20 16,0 4-32-16,-3 3-52 0,-5-3-68 15,-1 3-8-15,1 0 0 0,-4 0-240 0,0 0-344 16,0 3-720-16,0 0-1033 0,-4 7-1951 15</inkml:trace>
  <inkml:trace contextRef="#ctx0" brushRef="#br0">5804 11423 4196 0,'0'0'716'0,"0"0"4192"0,0 0-3771 16,0 0-453-16,101-22-20 0,-70 18 524 0,5 2-196 15,4 2-284-15,-5 0-280 0,6 6-176 16,2 1-92-16,-3 5-32 0,0 1-64 15,-4 2-64-15,0 5-152 0,-8-1 52 16,-4 3-40-16,-9 3 136 0,-11 5-8 16,-4 1-176-16,0 11 188 0,-11 2-140 0,-10 7-112 15,2 6-188-15,-9 3-68 16,0 6-200-16,-4-3-520 0,-3 5-909 16,-2-2-803-16,10-18-2928 0</inkml:trace>
  <inkml:trace contextRef="#ctx0" brushRef="#br0">6004 13751 1368 0,'0'0'628'15,"0"0"1068"-15,0 0 2432 0,0 0-2880 16,-80 13-100-16,64-7-167 0,0 1 291 16,4-1 16-16,5-6-84 0,-2 3-224 15,5-3-88-15,4 3-84 0,0-3-88 0,0 0-92 16,0 0-16-16,0 0 124 16,0 0-188-16,0 0-100 0,9 2-68 0,2 2-51 15,5 6 31-15,12-1 428 0,8 4-316 16,4 3-184-16,3-4-32 15,2 1-88-15,-2-4-48 0,2-2-36 0,-2-1-44 16,0-6-40-16,-2 0-4 0,-1 0 0 16,-9 0-4-16,1-3-4 0,-4-3 0 15,-4 2 0-15,-4-5-72 0,-8 3-108 16,-4-1-244-16,0 4-72 0,-8-3-96 0,0 0-24 16,0-4-153-16,0-4-475 15,-8-4-1032-15,4 3-2260 0,-4-15-2109 0</inkml:trace>
  <inkml:trace contextRef="#ctx0" brushRef="#br0">6414 13408 7876 0,'0'0'896'0,"0"0"-532"0,0 0 12 16,0 0 436-16,0 0 425 16,0 0-45-16,0 0-296 0,0 0-276 0,0 0-36 15,13-13 32-15,-13 13 60 0,0 0-120 16,0 0-144-16,0 0-140 0,0 0-96 0,0 0-92 15,0 0-32-15,0 3-52 0,0 4-212 16,0-1 40-16,3 6 172 16,1 5 48-16,4 5-40 0,-4 3 0 15,5 10 0-15,-6 3 52 0,1 4-56 0,0 5 0 16,-4 3-4-16,0 4-64 0,-8 1-60 16,0 2-76-16,-4-6-84 0,4-3-116 15,-4-7-32-15,4-10-132 16,0-5-408-16,5-11-1400 0,-1-2-4001 0</inkml:trace>
  <inkml:trace contextRef="#ctx0" brushRef="#br0">27061 12243 5388 0,'0'0'588'16,"0"0"2844"-16,0 0-2928 0,0 0-52 15,0 0 245-15,0 0 535 0,0 0-80 0,0 0-188 16,0-13-144-16,0 13-176 16,-4 0-140-16,0 0-56 0,0 3-60 0,-4 1-80 15,-4 5-20-15,0 1-68 0,0 2-8 16,5 4-28-16,-6-3-24 0,5-1-36 15,4 1-64-15,1-3 100 0,-1-1 36 16,-1-3 176-16,5-3 188 0,0-3-388 0,0 3-124 16,0-3 16-16,0 0-16 15,0 0 8-15,0 0-52 0,0 0 0 16,0 0 44-16,0 0-36 0,0 0-8 0,0 0 44 16,0 0-44-16,0 0-4 15,0 0 8-15,0 0-8 0,0 0-4 0,0 0-12 16,0 0 4-16,0 0 0 0,0 0 4 15,0 0 8-15,0 0 8 16,0 0 0-16,0 0 4 0,0 0 0 0,0 0-8 0,0 0-4 16,0 0-4-16,0 0-12 0,0 0-44 15,0 0 0-15,0 0 48 16,0 0-60-16,0 0 8 0,0 0 52 0,0 0-60 16,0 0 0-16,5 0-16 0,-1-3-32 0,-1 0-28 15,1 0 0-15,0 0-36 0,0-4 0 16,-4 5 0-16,0 2 0 15,0-4-64-15,0 1-84 0,0 0-148 0,0 0-116 16,-4-4-52-16,0 1-96 0,0 0-352 16,4-4-312-16,0 4-356 15,0-4-369-15,0 1-291 0,4 2-272 0,0 5-1248 16,0-5 3932-16</inkml:trace>
  <inkml:trace contextRef="#ctx0" brushRef="#br0">27097 12223 928 0,'0'0'912'15,"0"0"-756"-15,0 0 184 0,0 0-184 16,0 0-12-16,0 0 1512 0,0 0-172 16,0 0-848-16,0 0-140 0,0 0 64 0,0 0 372 15,0-40-116-15,0 33-156 0,0 0 40 16,0 4 61-16,0 1 199 0,4-2-52 15,-4 1-132-15,0-1 72 0,4 4-40 16,-4 0-28-16,0 0-116 0,0 0-108 16,0 0-148-16,0 4-124 0,0 3-124 15,0 5-84-15,0 7 132 0,0 9 64 16,0 7 132-16,0 13 36 0,4 10-96 0,-4 8-52 16,0 4-108-16,0 9-24 15,-8 0-156-15,-4 4 68 0,-4-3-72 16,0 2-8-16,0-2-4 0,4-8 12 0,-4-5 0 15,8-6 12-15,4-11-12 0,4-12-8 16,0-9-104-16,8-13-8 0,0-4-148 16,8-8-296-16,0-4-132 0,4 0-132 0,0-13-100 15,7-9-684-15,-3-7-536 0,4-6-981 16,-4-7-1855-16,-3 11-40 16,-2-29 4509-16</inkml:trace>
  <inkml:trace contextRef="#ctx0" brushRef="#br0">27527 12539 784 0,'0'0'8972'0,"0"0"-7447"0,0 0-549 15,0 0 260-15,0 0 248 0,0 0-616 16,0 0-436-16,0 0-268 0,-84 25-104 0,52-10-60 16,1 3 0-16,-5 6 0 15,0-2-84-15,1 6 76 0,3 1 16 16,-1-1 92-16,6 4 24 0,3-3 40 0,4-2 60 15,8 3 212-15,8-5-76 0,4 1-76 16,0 2-36-16,8-2-52 0,3-1 88 16,10 1 48-16,-1-5 0 0,3-1-76 0,5-5-108 15,0-2-100-15,0 0-48 0,4-7-84 16,-4-3-72-16,4 1-252 16,-1-4-304-16,-3 0-164 15,4-7-480-15,-4 1-968 0,0-3-2409 16,-8-1-1687-16,11-3 4332 0</inkml:trace>
  <inkml:trace contextRef="#ctx0" brushRef="#br0">28065 12602 3512 0,'0'0'4452'0,"0"0"-1295"0,0 0-2245 0,0 0-68 15,-92 85 584-15,64-47 196 0,-8 3-396 16,1 9-336-16,-1 5-224 0,-4 8-64 0,-4 7 56 15,-3 7-160-15,-5 8-336 0,-8 4-164 16,0 3-4-16,0 4-56 0,0-5-4 16,4 2-56-16,9-11-124 0,3-8-40 0,8-11 4 15,8-12-28-15,13-16-24 16,2-7-124-16,13-9-12 0,0-9-224 0,9-10-660 16,6-3-884-16,5-13-1009 0,5-7-1491 15,-10 1-740-15,13-16 5396 0</inkml:trace>
  <inkml:trace contextRef="#ctx0" brushRef="#br0">27698 13341 3740 0,'0'0'5176'0,"0"0"-1151"16,0 0-3081-16,0 0 332 0,0 0 796 15,76-13-36-15,-48 10-712 0,4 0-352 0,8-7-363 16,3 1-233-16,1-4-88 15,9-6-288-15,-6 0-24 0,1 0-412 0,-4 0-389 0,-5 0-147 16,-7 0-340-16,-8 7-1296 16,-8-1-2096-16,-4 6-1613 15</inkml:trace>
  <inkml:trace contextRef="#ctx0" brushRef="#br0">27973 13376 6020 0,'0'0'6505'0,"-32"64"-5013"0,17-23-444 0,-2 6 228 15,2 11 300-15,-1-1 4 0,0 3-384 16,7-5-516-16,-2-2-376 0,7-9-156 16,0-2-148-16,4-7-12 0,0-7-72 15,0-5-112-15,8-4-168 0,0-7-136 16,0-5-244-16,8-7-4 0,-5-3-240 16,10-13-548-16,-1-7-772 0,-1-3-860 0,-3-2-1901 15,-4 2-955-15,-8-11 6008 0</inkml:trace>
  <inkml:trace contextRef="#ctx0" brushRef="#br0">27945 13591 7584 0,'0'0'5209'15,"0"0"-4089"-15,0 0-700 0,0 0 504 16,0 0 696-16,92 11-48 0,-56-11-476 0,4 0-572 16,12-4-364-16,-1-5-72 0,5-4-88 15,0-3-144-15,0 0-504 0,-1 0-448 16,1 0-616-16,-15 4-2452 0,10-7-3265 0</inkml:trace>
  <inkml:trace contextRef="#ctx0" brushRef="#br0">29451 13383 14173 0,'0'0'3168'15,"0"0"-2228"-15,0 0-744 0,-11 85 260 16,-1-53 1160-16,0 7-215 0,0-6-673 16,3 3-596-16,5-11-132 0,4-3-144 15,0-3-136-15,4-3-361 0,5-3-259 0,-1-4-188 16,-4-5-388-16,-1-4-1244 0,1 0-2569 15,-4-4-3355-15</inkml:trace>
  <inkml:trace contextRef="#ctx0" brushRef="#br0">29352 13058 8324 0,'0'0'8289'16,"0"0"-6957"-16,0 0-1332 0,0 0 12 15,0 0-12-15,0 0 368 16,0 0-368-16,99-6-84 0,-67 6-624 0,12 6-804 16,-16-2-1140-16,16 2-5069 0</inkml:trace>
  <inkml:trace contextRef="#ctx0" brushRef="#br0">29993 13325 14693 0,'0'0'3092'0,"0"0"-2176"0,-76 47-620 16,49-28 388-16,-1 4 808 0,0-4-531 15,4 0-633-15,13-3-328 0,-2 0-72 16,9 0 12-16,4 3 56 0,0 3-80 16,12 3-72-16,8-2-101 0,0 2 13 0,3 1 64 15,5-4 20-15,-3 0-48 16,-5 0 148-16,-1-3 0 0,-2 0 56 0,-10 1 4 15,2-5 72-15,-9 1-60 0,0-3 160 16,-13 2-172-16,-2 2-24 0,-9-2-112 16,-4-2-108-16,-4 3 36 0,-4-3-204 0,-4-4-152 15,-8 1-224-15,-7-1-460 0,-1-6-464 16,-4-3-536-16,12 0-1981 16,-32-6-2207-16</inkml:trace>
  <inkml:trace contextRef="#ctx0" brushRef="#br0">24220 6140 9792 0,'0'0'2845'0,"0"0"-1621"0,0 0-616 0,108-9 400 16,-65 12 348-16,-2 6-300 16,-2 4-288-16,-7 6-364 0,-8-3-184 0,-4 6-60 15,-4 0-12-15,-8 0-12 0,-4 1 48 16,-4 2-16-16,-4-2 52 0,-8-1 0 15,-8 0-60-15,-8 3-100 0,0-3-60 16,-8 1-184-16,-3-4-8 0,-1-3 124 16,-4-7 64-16,4 1 4 0,4-3-4 15,1-7 4-15,3 0 100 0,8-7 20 16,7-3-72-16,2-9-48 0,6-3-156 0,-2-10-64 16,11 0 120-16,-4-9-156 0,4-1 0 15,7-2-28-15,10 6 28 16,2 0-16-16,5 10 200 0,4 2-40 15,4 7 112-15,-4 10 160 0,4 5 48 0,-4 4-96 16,0 6-40-16,-4 7 88 0,-9 10-72 16,-3 2 20-16,-7 7 40 0,-5 3 0 0,-13 3-64 15,-6 1 4-15,-5-2-84 16,-4-5 4-16,0-4 0 0,0-2 64 0,8-10-24 16,0-4 64-16,8-2-4 0,0-7 4 15,1-3-16-15,7 0 28 16,-5-3-116-16,5-2 0 0,0-12-8 0,1-3-192 15,3-2 48-15,0-3 56 0,3-3-84 16,5-2 16-16,9 9 92 0,2 2-168 0,5 6 124 16,4 3 108-16,8 8 64 15,-5 2 8-15,5 9 52 0,-4 7 24 16,1-1-100-16,-10 4 0 0,-7 1-48 0,-12 2 48 16,-4 0-44-16,-7 3 60 0,-14 1 20 15,-3 0-24-15,0-5-48 0,-3 2 136 16,-1-8-40-16,4-4 4 0,0-5 44 15,4-3-8-15,0-3 36 0,4 0 56 16,4-9-8-16,1-4-60 0,-2-7-160 0,5-5-12 16,1-4-172-16,3-6-8 0,-1-2-28 15,5 2 36-15,0-1 16 0,16 11-52 16,0 6-36-16,12 3 108 0,0 6 136 0,4 7 0 16,-4 3-4-16,0 3-176 15,0 10-104-15,-4 0 28 0,-5 3-184 0,-3 4-264 16,-8 1-732-16,-4 2-1244 0,-4-1-2881 15,0-3-2199-15,-15 6 6757 0</inkml:trace>
  <inkml:trace contextRef="#ctx0" brushRef="#br0">24343 6122 2936 0,'0'0'2932'16,"0"0"3317"-16,0 0-3965 0,0 0-404 16,0 0-412-16,0 0-356 0,0 0-292 0,0 0-72 15,9 72 188-15,-1-31-203 0,-5 10-201 16,-3 6-12-16,0 4-48 15,0 2-148-15,0 4-128 0,-7-1-64 0,-1 1-132 16,3-3 0-16,1-7-72 0,0-10-12 16,4-5-52-16,0-13 64 0,8-4-12 15,-3-9-240-15,3-4-280 0,-4-5-64 16,3-7-13-16,-3 0 37 0,5-3-88 16,-1-13-716-16,-1-7-1240 0,6-5-2809 15,-9 2-4151-15</inkml:trace>
  <inkml:trace contextRef="#ctx0" brushRef="#br0">24045 5873 9712 0,'0'0'1833'15,"0"0"-233"-15,-64 77 204 0,40-33 144 0,4 10-336 16,5 9-520-16,-2 7-260 0,6 10-248 15,-2 6-192-15,1 2-128 16,1 5-188-16,-2-4 45 0,9-1-49 0,4-5 124 16,4-7-16-16,13-12 148 0,2-7-12 15,9-10-160-15,13-8-60 0,2-14-12 0,9-6 20 16,8-12-104-16,4-7-12 0,3-7 4 16,4-9-64-16,2-12-36 15,-2-8-60-15,-3-5-220 0,-1-6-36 16,-3-8-85-16,-4-2-175 0,-4-3-72 0,-8-6-100 15,-8-1-176-15,-12-6 52 0,-13-7-64 16,-10-2 112-16,-5-1 452 0,-24-2 64 0,-4 2-116 16,-8 4 340-16,-8 6 192 15,-4 12 508-15,0 14 424 0,1 12-112 16,-5 9-92-16,0 11-132 0,4 5-36 16,0 10-204-1,-4 0-72-15,1 16-284 0,-1 6-68 0,0 10-32 0,-3 5-12 16,3 12-60-16,-1 1-24 0,2 7-52 0,-1 4-212 15,4 5-452-15,1 1-536 0,15-12-2424 0,-9 23-2625 16</inkml:trace>
  <inkml:trace contextRef="#ctx0" brushRef="#br0">24994 11887 7856 0,'0'0'6733'16,"0"0"-5561"-16,0 0 184 0,0 0-240 0,110-9-20 15,-65 9-168-15,2 0-136 16,5 0 13-16,-4 6-209 0,0 3-380 0,-9 1-108 15,-3 2-104-15,-8 1 0 0,-8 0-4 16,-8 6-48-16,-12-1-132 0,-4 8 68 16,-15 3-176-16,-13 3-16 0,-9 6 131 15,-6-2 161-15,-1 4 12 0,-4 2 148 16,1-1 97-16,2 0-89 0,6-3 0 16,15-3 64-16,4-7 8 0,12-5-80 0,12-7-148 15,8-10-68-15,16-6-20 16,12-3-68-16,11-16 0 0,5-11-208 0,8-14-185 15,0-6-219-15,-4-4-172 0,-4-6-432 16,-16 12-1508-16,-1-19-4021 0</inkml:trace>
  <inkml:trace contextRef="#ctx0" brushRef="#br0">24902 11618 15105 0,'0'0'2828'16,"-88"94"-1880"-16,56-39-692 0,-8 15 152 15,0 18 484-15,8 3 400 16,12 12-43-16,8-1-381 0,12-8-384 0,12-1-208 0,16-17-108 16,8-10-168-16,8-14-36 0,8-8-120 15,3-12 12-15,5-10 48 0,4-10-12 16,4-5-12-16,0-7-136 0,-1-13-8 16,1-6 20-16,4-10 52 0,-4-8-160 0,-5-8-24 15,1-6 28-15,-8-3 7 16,-1-6 37-16,-3-7 72 0,-4-3 36 15,-12-7-36-15,-4-1 28 0,-12-8-152 0,-8 0 0 16,-12-3 112-16,0 0 124 0,-24 4-188 16,-4 9 12-16,-12 9 76 15,-8 13 220-15,-3 15 168 0,-9 17 40 0,-8 10 236 16,-8 12-92-16,1 0-228 0,-5 4-124 16,1-2-172-16,6 1-208 0,2-3-528 15,23-5-1720-15,-16-18-3661 0</inkml:trace>
  <inkml:trace contextRef="#ctx0" brushRef="#br0">30954 13160 4892 0,'0'0'6645'0,"0"0"-5465"16,0 0-172-16,0 0 220 0,0 0 232 15,52 89-264-15,-41-60-492 0,-3 2-332 16,-3-1-248 0,-1-3-120-16,-4-2 0 0,0-2-4 0,0-1-12 15,0-6-64-15,-4-3-48 0,4-7 12 0,0-2-72 16,0-4 24-16,0 0-76 0,4-4-232 0,3-9-20 15,5-2 204-15,4-5-4 0,0-5-44 16,0-1 108-16,0-5-116 16,0 2 76-16,-8 4 156 0,-1 6 108 0,-2 3 48 0,-1 10 204 15,0 3 64-15,0 3-28 0,4 3-44 16,-1 6 368-16,2 1-140 16,3 6-112-16,-5 0-136 0,2 3-64 0,-5-1 84 15,-4 6-68-15,0-3-68 0,0-2-32 16,-9 4-36-16,-2-4-40 15,3-1-72-15,-9-1-212 0,6-2-148 0,-6-2-4 0,6 0-84 16,-1-4-92-16,4-6-156 0,4 1-228 16,-4-4-656-16,8 0-701 15,0-4-2851-15,0-2 32 0</inkml:trace>
  <inkml:trace contextRef="#ctx0" brushRef="#br0">31372 13328 3908 0,'0'0'7557'16,"0"0"-6137"-16,0 0-704 16,0 0 300-16,-28 80 624 0,24-61-420 0,1-6-724 15,3-4-496-15,0-3-100 0,7-3 100 16,9-3 260-16,0 0-212 0,8-9-48 16,-1-4-384-16,2-2 28 0,-1-4 20 0,-4 3 48 15,-5-1 100-15,-3 6 4 16,-3-3 68-16,-5 2 28 0,-4 2-20 15,0-3 108-15,-4 1 104 0,-5-4 84 0,1 3 100 16,-3 3 72-16,3 1-48 0,-5 6-28 16,2 0 88-16,-2 3-332 0,-2 0-40 0,-2 6-16 15,2 3 8-15,-5 1-140 16,4 0-60-16,4 2-52 0,0-5-340 16,4 2-252-16,0-3-344 0,4-2-1156 0,4-4-2093 15,0 0-447-15,0-4 2556 16,9-2 2088-16</inkml:trace>
  <inkml:trace contextRef="#ctx0" brushRef="#br0">31547 13151 2600 0,'0'0'352'0,"0"0"5464"15,0 0-3748-15,0 0-499 0,0 0-177 16,0 0-204-16,84 44-180 0,-76-25-192 16,-5 3-168-16,2 0-276 0,-1 1-164 15,-4-1-164-15,0 0-44 0,0-6-64 0,0 1-60 16,-4-6-60-16,-1-1-104 0,2 0-96 15,3-4 96-15,-4-6 204 0,4 0 84 16,0 0 224-16,0-4-168 0,7-4-56 16,6-6-172-16,2-8 32 0,2 0 68 15,7-6-80-15,-9-4-100 0,6 3-152 16,-2-3-36-16,-3 4-228 0,1 5-384 16,-6 4-328-16,1 4-693 0,-3 2-999 15,-6 7-1640-15,5 3 4152 0,-4-1-276 0</inkml:trace>
  <inkml:trace contextRef="#ctx0" brushRef="#br0">31862 13153 5700 0,'0'0'1056'15,"0"0"3253"-15,0 0-3153 0,0 0 96 0,0 0 332 16,-4 74-60-16,0-52-504 0,4 0-512 16,-4 0-348-16,4-3-148 15,0-3-12-15,8 0-76 0,0-7-8 0,4 2-224 16,4-6-92-16,4-5-196 0,4 0 136 15,0-3-84-15,0-3-60 0,-1-7 12 16,-3 5 136-16,-3-6 240 0,-9 5 216 16,3 2 36-16,-7 1 68 0,-4 3 96 15,0 3 144-15,0 0-28 0,0 0 236 16,0 6-60-16,0 0-164 0,-4 7 60 0,0 3 100 16,0-4-32-16,1 1-20 0,3-7-180 15,0 1-256-15,0-3-144 16,0-4-4-16,3 0 136 0,9-7 12 0,4-3-148 15,4-3-100-15,8-6-148 0,0-6-140 0,0 0-280 16,0-7-332-16,3 1-488 16,-3-7-945-16,4-6-475 0,-4-8-68 15,-4-2-176-15,4-7 3236 0,-5 1-420 0,-2 4 156 16,-5 2 328-16,-4 9 1632 16,-1 7-536-16,-2 6-664 0,-1 13 1780 15,-1 3 2440-15,-3 10-2783 0,0 3-325 0,1 3-276 0,-5 0-312 16,4 0-400-16,0 13-56 15,0 2-40-15,-1 11 196 0,1 5 60 16,0 7-52-16,-4 7-4 0,0 2 24 0,0 11-88 16,-4 2-96-16,-3 4-147 0,-5 2-149 15,-1 0-192-15,2 2-12 16,-2-5-80-16,6-2-100 0,-1-4-285 0,4-3-275 16,0-4-236-16,4-5-204 0,0-7-500 15,0-3-1076-15,4-10-1745 0,-4-6-1035 16,0 3 2744-16</inkml:trace>
  <inkml:trace contextRef="#ctx0" brushRef="#br0">26388 15005 1748 0,'0'0'1016'0,"0"0"4380"16,0 0-3092-16,0 0-555 15,0 0-485-15,0 0 196 0,123-16 524 16,-51 13-384-16,12 0-212 0,3-1-524 0,-4 2-252 15,-6-3-360-15,-10 5-252 0,-7-6 0 16,-4 1-84-16,-9-2 12 0,-6 0-232 16,-9-2-244-16,-8 3-148 0,-9-1-164 15,-3 4-756-15,-7 3-1260 0,-5 0-2377 0,-13 0-739 16,1 3 3668-16,-19 10 1528 0</inkml:trace>
  <inkml:trace contextRef="#ctx0" brushRef="#br0">26667 15158 2784 0,'0'0'6552'0,"0"0"-3523"0,0 0-825 0,0 0-844 16,0 0 156-16,63 72-120 0,-19-56-256 15,4-7-372-15,4-5-364 0,-1-4-200 16,-3 0-164-16,-4-10-40 0,0 1-368 16,-8-4-352-16,-8-3-136 0,0 3-104 0,-9-2-760 15,-6-5-3132-15,-6 4-4705 0</inkml:trace>
  <inkml:trace contextRef="#ctx0" brushRef="#br0">26479 14577 1540 0,'0'0'272'0,"0"0"328"0,-87 69-392 0,51-31 28 0,0 13 1172 16,0 5 1508-16,4 5-852 0,0 9-319 16,4 4-293-16,9-2-164 15,-2 1-236-15,10 0-96 0,7-6-112 0,0-4-248 0,4-9-124 16,4-6-64-16,7-3-72 16,1-10 68-16,4 0 200 0,5-7 92 15,7-6-192-15,-1-3-44 0,9-6-128 0,4-10-56 16,12-3-79-16,-1-3-89 0,5-13-108 15,-4-6-80-15,4-6-261 16,-9-1-231-16,2-7-172 0,-6-2-148 0,2 1-316 16,-10-4-1324-16,1-1-2861 0,-12 11-3103 15,8-20 7700-15</inkml:trace>
  <inkml:trace contextRef="#ctx0" brushRef="#br0">26914 14627 328 0,'0'0'6340'16,"0"0"-2348"-16,0 0-1947 0,107 57-657 0,-59-32-288 16,4 7-220-16,-1-1-204 0,-3 5-164 15,5 2-228-15,-10 0-132 0,-3 3-40 16,-5 0 160-16,-7 4-16 0,-4-4-80 0,-12 4-16 16,-7 2-148-16,-5 0-12 0,-17 2-52 15,-11 4-8-15,-3 2-200 0,-17 2-136 16,0 3-160-16,-8 1-28 0,-4-1-32 15,-3-3 0-15,3-7-64 0,4 1-220 16,5-6-616-16,-2-7-853 0,10-9-1947 16,7-6-508-16,-8-9 4680 0</inkml:trace>
  <inkml:trace contextRef="#ctx0" brushRef="#br0">29073 15183 1304 0,'0'0'7640'0,"0"0"-4991"0,0 0-1637 0,0 0-384 15,0 0 324-15,4-76-168 16,-4 59-432-16,0 6-224 0,0-3 8 16,0 1 16-16,0 7 112 0,-4 0 180 0,4 3 452 15,-4 3-152-15,0 0-92 0,-3 0-88 16,-6 0-220-16,1 3 72 16,-4 6-172-16,1 1-84 0,-6 3-148 0,-3 5 32 0,5 1-44 15,-1 7-4-15,-1 0-56 16,2 4 0-16,-1 6 48 0,3 5 0 0,6 7 12 15,-5 2 60-15,4 2 48 0,4 2 76 16,0-3 0-16,0-1 0 16,4-2-16-16,0-4 417 0,4-9-125 0,0 0-204 15,8-7-76-15,4-5-48 0,0-4-8 16,4-3 8-16,4-10-12 16,0-3 12-16,4-3-132 0,0 0-132 0,-1-12-132 15,1-4-184-15,-7-3-244 0,-2-1-161 16,-7-5-183-16,-3 6-648 0,-5-7-1300 15,0 5-2085-15,-9-2-1083 0,1 7 2085 0</inkml:trace>
  <inkml:trace contextRef="#ctx0" brushRef="#br0">28846 15509 3736 0,'0'0'872'0,"0"0"4760"0,0 0-3471 16,0 0-605-16,0 0-380 0,0 0 36 16,0 0-304-16,0 0-312 0,0 0-128 0,0 0-84 15,100-2-164-15,-76-1-220 0,-5-4 0 16,-3 3-284-16,0 2-172 0,-4-2-112 15,-4 1-40-15,-4 0-40 0,0 1-48 16,-4 2 80-16,0 0 224 0,0 0 240 16,0 0 152-16,0 0 64 0,0 0 36 15,0 5 228-15,0 4 28 0,0 5 208 0,0 5-20 16,0 6-132-16,0 1-40 16,0 5-24-16,0-2-52 0,0 2-24 0,0-1-60 15,0-2-92-15,4 0-120 0,4-5-96 16,4-4-128-16,0-4-284 0,4-5-136 15,4-7-208-15,3-3 36 0,2-3-524 16,3-10-1064-16,-1-6-2081 0,-2 3-1687 16,10-19 5532-16</inkml:trace>
  <inkml:trace contextRef="#ctx0" brushRef="#br0">29610 15024 6916 0,'0'0'2000'0,"0"0"929"0,0 0-1829 16,0 0-488-16,0 0 568 0,0 0 128 16,0 0-376-16,-39 80-376 0,27-47-96 0,5 9-4 15,-6 6 232-15,5 4 76 16,1 1-156-16,-6 6-32 0,5 5 140 0,4-3-255 16,1 0-265-16,3-8-116 0,3-2-80 15,13-9-48-15,0-9-28 16,12-3-80-16,0-11-232 0,8-6-149 0,4-4-131 15,-1-9-128-15,5 0-48 0,0-12-652 0,0-5-1212 16,-4-2-2477-16,-12 3-2755 16,4-12 7444-16</inkml:trace>
  <inkml:trace contextRef="#ctx0" brushRef="#br0">29982 14944 168 0,'0'0'1372'0,"0"0"-396"0,0 0 5916 15,0 0-4431-15,0 0-581 16,0 0-536-16,0 0 28 0,0 0-276 15,0 0-308-15,0 0-220 0,0 0-64 0,-16 10-88 16,23-6-72-16,6-1-40 0,2 2 220 16,5 1-48-16,5 1-208 0,-2 0-63 15,1-2-45-15,-4 0-40 0,4-5-72 16,-4 0-36-16,0 0 48 16,-1 0-48-16,1 0 36 0,1-5-40 0,-6 3-8 0,1-4-152 15,0 0-16-15,-4-1-64 0,4 0-85 16,-7 2-59-16,-2 1-28 15,-3 1 52-15,4-1-28 0,-8 1 64 0,4 3-76 16,-4 0 20-16,0 0-56 0,4-3-164 16,-4 3-352-16,0 0-488 15,0-3-604-15,0 0-925 0,0 0-2419 0,-4 0 1488 0,0-1 3124 16</inkml:trace>
  <inkml:trace contextRef="#ctx0" brushRef="#br0">30021 14979 1840 0,'0'0'380'0,"0"0"-368"0,0 0 108 16,0 0 192-16,0 0 2204 0,0 0-1408 16,0 0-704-16,0 0-248 0,0 0-68 0,0 0-36 15,0-7-48-15,-3 12 412 16,3-3 688-16,-4 2-792 0,4-1-156 16,0 0 360-16,0-1 260 0,0-2-476 0,0 0-32 15,0 5 157-15,0-5 79 0,0 6 380 16,4 0 8-16,-1 7-92 0,1 6 48 15,0 3 4-15,-4 9-108 0,4 8-84 16,-4 1-4-16,0 2-100 0,-4-1-40 16,4 1-88-16,-4-4-60 0,0-3-112 15,1-7-108-15,3-2-72 0,0-4-76 16,0-6-60-16,0-4-64 0,0-2-240 16,0-3-276-16,3-5-172 0,-3 2 8 0,4-1-252 15,-4-3-872-15,0 0-1028 0,0 0-1693 16,0 0-123-16,0-3 3948 0,0-3 552 15</inkml:trace>
  <inkml:trace contextRef="#ctx0" brushRef="#br0">30046 15389 1852 0,'0'0'980'0,"0"0"5092"15,0 0-4212-15,0 0-175 0,0 0-285 16,79-31 184-16,-55 27-180 0,4 1-396 0,-4 0-352 16,4 3-240-16,-9-4-144 15,5 1-124-15,-3 3-144 0,-2-4-4 0,-3 2-184 16,-4 2-320-16,0-3-228 0,-4 3-320 15,-4 0-320-15,-4 0-880 0,-4 3-1909 16,-8 6-239-16,-4 5 608 0,0-6 3792 0,-20 15 0 16</inkml:trace>
  <inkml:trace contextRef="#ctx0" brushRef="#br0">30061 15491 2872 0,'0'0'212'0,"0"0"1116"0,0 0 2908 16,0 0-2748-16,-92 46-147 0,85-35-61 15,3-1 112-15,4-5-68 16,0 5-44-16,11-4-372 0,6 4-240 0,6-1-76 15,1-2-124-15,12-1-200 0,0-6-156 0,4 0-112 16,7-3-200-16,2-7-108 16,-2 1 124-16,1-7-504 0,0-3-292 15,0-6-760-15,-4 0-2292 0,-8 5-2429 0,7-12 1897 0</inkml:trace>
  <inkml:trace contextRef="#ctx0" brushRef="#br0">30989 14830 12157 0,'0'0'1776'0,"0"0"-1396"16,0 0 176-16,0 0 728 0,0 0-120 0,0 0-384 16,-88 77-324-16,60-33-112 0,-3 7 76 15,-5 6 336-15,-4 9-204 0,1 5-296 0,-2 1-112 16,-2 1-20-16,-1 4-16 15,4-2-96-15,-4-2 48 0,5 1-48 16,2-5 44-16,5-5-56 0,4-7-12 0,1-3-76 16,7-9-68-16,0-7-160 0,4-3-40 15,8-10 16-15,0-3-116 0,0-9 16 16,8-3-124-16,0-3-68 0,8-7-408 16,8-5-592-16,0-7-816 0,4-4-2021 15,0 0-2031-15,4-9 5872 0</inkml:trace>
  <inkml:trace contextRef="#ctx0" brushRef="#br0">30742 15548 2348 0,'0'0'692'0,"0"0"-368"15,0 0 4612-15,0 0-3640 0,0 0-132 16,0 0-43-16,0 0 323 0,0 0-48 15,0 0-124-15,0 0-268 0,0 0-224 0,36-57-48 16,-36 57 16-16,0 0-108 0,0 0-80 16,0 6-48-16,0-3-36 0,0 4-148 15,5 2-123-15,-1 10 111 0,3 7-36 16,5 2-40-16,-3 10-56 0,-6 3-4 16,-3 0-48-16,0 1-48 0,0-2-20 0,0-1-64 15,0-1 0-15,-3-6-12 16,-2-1 8-16,5-1-4 0,-4-5-68 15,4-6-20-15,0-3-96 0,0 0-88 0,0-4-144 16,0-2-72-16,0-4-29 0,0 1-71 16,0-7-184-16,0 0-200 0,4 0-728 15,4-7-1092-15,0-6-1549 0,4-6-955 0,-4 4 1424 16,12-20 3696-16</inkml:trace>
  <inkml:trace contextRef="#ctx0" brushRef="#br0">31173 15570 1420 0,'0'0'9240'16,"0"0"-8003"-16,0 0-813 0,0 0-28 15,0 0 88-15,0 0 608 0,0 0-508 16,0 0-572-16,0 0 88 0,0 0-96 0,-88 45-4 16,60-27 0-16,1 5 0 15,-1 0 104-15,-4-2 84 0,4 2-24 0,0-2-40 16,0 1 16-16,8 1 96 15,0-7 172-15,4 0 316 0,4-7-268 0,9-2-84 16,-2-4-60-16,5 0-4 0,0-3 72 16,0 3-60-16,5-3-184 0,2 6 0 15,5 1 120-15,0-1-24 0,4 8-24 0,-5-6-72 16,6 3-64-16,-1-3-12 0,0 2-60 16,0 0 0-16,0-1-72 0,4 0 12 15,-5-2-40-15,6-2-244 0,-6 2-96 16,1-3-112-16,0-1-28 0,-4 0-224 15,4-3-404-15,-4 4-872 0,-4-1-2109 16,-4-3-1951-16,0 3 4940 0</inkml:trace>
  <inkml:trace contextRef="#ctx0" brushRef="#br0">31659 14887 7584 0,'0'0'6517'16,"0"0"-5505"-16,0 0-812 0,0 0 40 0,0 0 616 15,52 76 552-15,-33-48-372 16,5 8-496-16,-3 2-332 0,3 4-136 0,-5-2 4 16,-3 9 108-16,0-5-40 0,-8 0-32 15,-4 4-4-15,-4-3-60 0,0 2-48 16,-12-6-4-16,0 3 4 0,-4-2 0 0,0 3-4 16,-8-4-144-16,4 1-24 15,-3-5-156-15,-5 3-16 0,0 0-52 0,0-3-32 16,-8-2-32-16,4-3-196 0,-4-1-104 15,0-1-180-15,0-5-336 0,-3 0-916 16,-9-3-2345-16,16-6-1583 0,-28 0 5676 16</inkml:trace>
  <inkml:trace contextRef="#ctx0" brushRef="#br0">28491 16706 7884 0,'0'0'4221'0,"0"0"-2801"15,0 0-280 1,0 0-332-16,0 0 24 0,0 0 564 0,0 0-312 16,0 70-420-16,13-38-284 0,-6 3-244 0,1 3-132 15,0 0-4-15,-4-9-12 16,4-1-48-16,-4-5-176 0,0-7-204 0,0-7-224 16,0-3 60-16,-4-6-228 0,4-3-912 0,-4-6-1408 15,0-7-2793-15,0 3-19 0,0-15 5649 16</inkml:trace>
  <inkml:trace contextRef="#ctx0" brushRef="#br0">28563 16323 7796 0,'0'0'7649'0,"0"0"-6345"0,0 0-704 15,0 0-476-15,0 0-124 0,0 0-12 0,0 0 0 16,76 63-436-16,-52-53-596 15,-1-1-984-15,5 1-956 0,-4-1-1917 0,-4-3 1 16,8 4 4324-16</inkml:trace>
  <inkml:trace contextRef="#ctx0" brushRef="#br0">29049 16504 6460 0,'0'0'5197'0,"0"0"-3457"16,0 0-700-16,0 0-632 0,0 0-8 0,0 0 404 15,0 0 100-15,0 0-604 0,4 72-260 16,-12-55-40-16,0 1 0 0,1 5 0 15,-2-1 12-15,1 1-4 0,4-4-8 16,0 0 12-16,4-5 160 0,0 0 28 16,0-5-52-16,0 0-60 0,4 1-16 15,8 3 40-15,0 0-40 0,8 3-72 16,-4-1 0-16,0 1-148 0,0 0-184 0,-4 1 72 16,0-5-16-16,-4 3 40 15,-4-2-24-15,-4-1 108 0,0 5 80 0,-12-1-56 16,0 0 56-16,-4-1-148 0,-4-2-116 15,-4 0-132-15,1-4-480 16,-2-2-564-16,1-4-1229 0,9 0-3067 0,-13-3 4048 16</inkml:trace>
  <inkml:trace contextRef="#ctx0" brushRef="#br0">29982 16796 1448 0,'0'0'3052'0,"0"0"3757"0,0 0-5129 16,0 0-752-16,0 0-140 0,0 0 556 15,0 0-412-15,0 0-312 0,0 0 24 0,0 0-92 16,87 38-180-16,-71-23-68 15,-4 8 16-15,-4 3 96 0,-4 2 84 16,-4 7-148-16,0-1-144 0,-8 1-72 0,0 0-84 16,-4-7-52-16,5-4 0 15,2-10-60-15,1-3-4 0,0-8-140 0,4 0-64 16,0-3-112-16,0-3-220 0,8-11-12 16,4 0 172-16,4-12 120 0,0-3 8 0,3 1 28 15,2-4 100-15,-5 3 120 0,-4 4 60 16,-5 8 0-16,1 9 8 0,1 2 92 15,-9 6 116-15,8 0-16 0,-5 0 76 16,5 2 148-16,1 2-64 0,2 2-184 16,1 3-76-16,-3-2-8 15,-2 6-76-15,5-4-4 0,-3 4 52 16,-6 2-8-16,1-2-44 0,0-3-8 16,-4 2-48-16,0 1-184 0,0-4-100 0,0 1-12 15,0-4 112-15,0-2-200 0,0-4-276 16,0 0-1244-16,4-7-1084 0,9-9-897 0,-2 1 725 15,5-8-996-15,-8 5 3904 0,15-8-184 16</inkml:trace>
  <inkml:trace contextRef="#ctx0" brushRef="#br0">30508 16929 536 0,'0'0'9608'0,"0"0"-7407"0,0 0-809 0,0 0-328 0,0 79 332 16,0-63-8-16,0-3-524 0,0-3-468 15,4-5-236-15,-1-1-88 0,5-4 116 16,5 0-188-16,-2-9-196 0,5-1-124 15,0-3-60-15,0-3-92 0,-4-3 76 16,0 0 72-16,-8 3-12 0,-1-3 52 16,-3 7 56-16,0-5 224 0,-3 2 0 0,-9 3 4 15,0-2-140-15,0 5 128 16,-4-1 12-16,4 4 128 0,0 6 160 0,1 0 124 16,-2 3-412-16,5 6-188 0,-4 1 24 15,0 3 80-15,1 3-80 0,2-1-92 0,5 2-180 16,0-9-636-1,1 6-1104-15,3-8-1709 0,0 1-1047 0,0-4 3456 16,3-3 252-16</inkml:trace>
  <inkml:trace contextRef="#ctx0" brushRef="#br0">30667 16780 2720 0,'0'0'588'16,"0"0"5832"-16,0 0-5183 0,0 0-117 15,0 0-328-15,0 0-104 0,0 0 52 16,79 50-248-16,-70-31-64 0,-1 7-164 0,-5 3 64 15,1-4 36-15,-4 0 16 16,0 1-132-16,0-4-200 0,0-6-48 16,0-4 0-16,4-2-48 0,-4-3 48 0,4-7-48 15,1 0 48-15,2-4 60 0,5-9-36 16,1 1-24-16,6-11-148 0,-3-2-264 16,4-7-220-16,0 0-236 0,0 1-248 15,-1-1-508-15,2 4-1033 0,-6 2-523 16,2 0-1508-16,-6 11 4496 0,2-2 136 15</inkml:trace>
  <inkml:trace contextRef="#ctx0" brushRef="#br0">31034 16799 1512 0,'0'0'1160'0,"0"0"-752"16,0 0 1948-16,-21 66-52 0,18-47-788 16,-1 1-508-16,0-7-207 0,4-1-121 15,0-3-192-15,0-2-180 0,0-4-92 16,0 0-24-16,4-3-124 0,0 0-68 0,3 0-100 15,-3 0-196-15,0 0-344 0,-4 0-16 16,5-3 63-16,-5 3-167 0,4-3-196 16,-4 0-240-16,3 3-180 0,-3-4 192 15,4 1 128-15,-4-3-680 0,4 3 1256 16,-4 0 128-16,8-1 24 0</inkml:trace>
  <inkml:trace contextRef="#ctx0" brushRef="#br0">31069 16843 1472 0,'0'0'9585'0,"0"0"-7957"0,0 0-592 0,0 0-212 16,0 0 648-16,0 0-232 15,0 0-460-15,0 0-396 0,0 0-188 16,0 0 148-16,8 63 100 0,-8-34 168 0,-4 0-268 15,-7 2-88-15,2-5-64 0,1-4-80 16,0-3-112-16,5-2-4 0,-1-12-44 0,4 2-16 16,0-5-20-16,0-2-36 0,0 0-236 15,7-9-416-15,9-3 136 0,0-4 288 16,8-6 16-16,-4-4-12 0,4 1-28 16,-4 0-40-16,-1-2 176 0,2 8 148 15,-6 0 80-15,-2 5 8 0,-2 3 0 0,-2 5 112 16,-1 6 148-16,-8 0 52 0,4 0 60 15,-4 10-76-15,0-1 64 16,0 1-100-16,0 5-64 0,0-2-12 0,0 3-12 16,-4-6-100-16,4 3-72 0,0-10-52 15,0 0-96-15,0-3 28 16,4 0 8-16,3 0 100 0,1-3 0 0,8-7-124 16,0-3-36-1,4-2-272-15,0-4-128 0,4-6-224 0,3-5-588 16,1 2-628-16,0 0-517 0,4-4-107 0,-4 0 176 15,0 1 220-15,0-2 804 0,-8 5 1436 16,0-1 1372-16,0 1 336 0,-8 2 20 0,4 1-180 16,-4 0-344-16,0-7-300 0,0 0-311 15,-1 0-129-15,2 0-324 0,-2 4-136 16,-3-1-4-16,5 8 64 0,-6 4 464 0,5 8 176 16,-3-1-56-16,-5 7-88 15,-1 3-4-15,-3 0 76 0,4 6 300 16,0 3-84-16,0 8-152 0,-4 8-128 0,5 4 36 15,-5 9-124-15,0 6 56 0,0 8 124 16,0 0-124-16,-5 6-268 16,1 2-172-16,4 1-56 0,-4-1-40 0,0-3-60 15,4-3-72-15,0-6 44 0,0-7-20 16,0-6-24-16,4-6-100 0,4-7-100 16,1-3-168-16,2-10-136 0,1-2-188 31,0 0-140-31,0-7-596 0,0 0-1096 0,0-7-2045 0,-4 3-2195 15,-8-4 5148-15</inkml:trace>
  <inkml:trace contextRef="#ctx0" brushRef="#br0">29041 17351 4852 0,'0'0'2784'16,"0"0"-504"-16,0 0-627 0,0 0-425 16,0 0-348-16,0 0-384 0,0 0-368 0,0 0-28 0,-48 73-36 15,32-54 12-15,0 3 64 0,-3 4 100 16,-5 0 112-16,3-1 152 16,-2 3-92-16,3-3-144 0,4-2 4 0,0-1-36 0,8-6-36 15,8 0-124-15,0-1-64 16,12-1-12-16,8-3 0 0,8 0-48 15,8-3 36-15,4-1-92 0,3-7 104 0,1 0 48 16,-4 0 40-16,-1 0-28 16,-7-2 164-16,-4 2 12 0,-7 0 652 0,-10 9-248 15,2 4-208-15,-10-1-140 16,1 7-60-16,-4 0-132 0,0 0-16 0,0 3-24 16,-4-6-52-16,4-2-8 0,-3-6-4 15,3-4-44-15,-4-4 36 0,4 0-256 16,0 0-148-16,0-10-76 0,0-6 160 15,0 0-136-15,0-6-24 0,0-3-240 0,0-4-660 16,0-2-656-16,4 6-316 0,3-1-181 16,1 3-443-16,8 9-924 0,-4 3 3300 15,8 5 272-15,-4 3 340 0,0 3 1320 16,0 3-252-16,0 7 3384 0,-4-1-2032 16,0 3-399-16,-4 4-401 0,3 4-100 15,-7-5-288-15,5 4-288 0,-5 1-176 16,0-5-252-16,0 1-220 0,-1-3-168 15,6-3-128-15,-5-4-124 0,0-3-12 0,4 0-12 16,-1-3-220-16,6-3 36 0,2-6 48 16,2-8-40-16,-2-1 12 0,1-1 116 15,0-3 20-15,0-2 52 0,0 6-12 16,-4 5 24-16,0 4 60 0,-1 5-60 0,-2 4 112 16,-1 0 180-16,0 11 380 15,-5-3-88-15,6 6-100 0,-5-3-188 0,0 6-24 16,0-4-60-16,0-1-40 15,-1 1-60-15,-3-7 0 0,4-2-124 16,-4-4-84-16,5 0-176 0,3-10-560 0,3-3 228 16,-3-10-216-16,5 2-584 0,-2-10-340 15,2-1-193-15,-6-1-51 0,5-4-400 16,-8 2-704-16,5-3 2396 0,-6-4 584 0,-3 4 120 16,4 0 104-16,0 3 0 15,0 10 1032-15,0 5-68 0,0 12-128 0,1 3 2236 16,-2 5-944-16,1 7-252 0,0 5-167 15,0 7-177-15,4 11-444 16,-4-2-308-16,0 7-64 0,0 3-28 0,0 4-204 0,0-1-152 16,-4-3-120-16,0-3-140 15,0 1-72-15,0-9-72 0,4-4-28 16,-4-8-24-16,4-3 112 0,0-5-124 0,4-3 36 16,4-4-136-16,4 0 64 0,4 0 84 15,4 0 44-15,4 0 40 0,0 0-4 0,3 0 0 16,-3 6-68-16,-3 4 28 15,-2-1 48-15,-7 1 0 0,0 2 12 0,-8 1 160 16,0-1 88-16,-4 1-36 16,-4 0 12-16,0-4-52 0,0 4-60 0,-8-3-64 15,-1-1-60-15,-2-3-272 0,-1-2-136 0,0-1 60 16,-4-3-324-16,4 0-336 16,-4 0-380-16,4-10-572 15,-4 5-2017 1,5-6-1247-16,-2 5 3580 0,2-2 656 0</inkml:trace>
  <inkml:trace contextRef="#ctx0" brushRef="#br0">30540 17698 2380 0,'0'0'492'0,"0"0"6132"0,0 0-5163 16,0 0-661-16,0 0 276 0,0 0 144 15,-77 21-268-15,58-4-272 0,3 5-220 16,-5 3-52-16,10 0-48 16,-6 4-36-16,10-4-100 0,-1 0-148 0,8-6-76 0,0-6-124 15,0-3-148-15,8-3-88 16,4-5-104-16,0-2-64 0,-1 0 88 0,6-7-16 15,-2-1 216-15,6-5 116 0,-5 4 72 16,-1-1 0-16,2 6-88 0,-2 4 8 16,2 0 132-16,2 11 48 0,-3 8-36 15,4 2-12-15,-4 2 0 0,-1 5 0 16,-2 1-48-16,-1 2 48 0,-5 1 112 16,-2 4 168-16,-5 1 112 0,0 1 60 0,-9 3 12 15,2-1 120-15,-5-7-88 0,0-3-48 16,0-5-224-16,0-13-224 15,0 1-72-15,0-10-112 0,-4-3-200 0,4 0-240 16,1-9-44-16,-6-4 0 0,1-6-524 16,4-6-864-16,-3 0-693 0,-1-7-1527 15,8 6-76-15,-12-12 3961 0</inkml:trace>
  <inkml:trace contextRef="#ctx0" brushRef="#br0">30989 17662 4212 0,'0'0'6180'0,"0"0"-4311"0,0 0-21 15,0 0-384-15,0 0 4 0,0 0-68 16,36 89-352-16,-24-54-388 0,4 9-208 0,0 7-64 16,-4 4-72-16,-4 4-84 0,0 2-148 15,-4 2 4-15,0 1-84 0,-4-4 4 16,0 1-8-16,-8-4-88 16,0-4 76-16,0-1-120 0,-4-8-112 0,5-6 12 15,-2-3-24-15,-3-10-12 0,8-9 0 0,-3-3-12 16,7-10-112-1,-5-3-136-15,1-7-260 0,0-12-604 0,4-6-668 16,0-13-604-16,0-9-221 0,0-8-999 0,0-2-1044 16,-4 10 4656-16,4-25 125 15</inkml:trace>
  <inkml:trace contextRef="#ctx0" brushRef="#br0">31006 17872 1748 0,'0'0'1540'0,"0"0"-836"0,0 0 3876 0,31-70-3504 15,-15 63 112-15,-4 1-183 0,4 6 19 16,0 0-296-16,0 0 44 0,-4 6-64 0,0 1-76 15,-8 5-308-15,-4 4-32 16,0 3-64-16,-8 4-228 0,-8 3-184 16,-4 2-412-16,-8 0-512 0,0 1-696 0,-3-4-573 15,6-6-1799-15,-18 3-2127 0</inkml:trace>
  <inkml:trace contextRef="#ctx0" brushRef="#br0">14243 16465 9336 0,'0'0'4737'0,"0"0"-4121"0,0 0-612 0,-79-47 144 15,51 37 380-15,-4 7 76 0,4 3-300 16,-4 0-156-16,-4 6 40 0,5 7 112 0,-5 9 84 15,-5 4 176-15,2 8-16 0,3 11-152 16,-8 9-72-16,8 9 24 0,-4 11 100 16,5 8 176-16,3 6-276 15,8 2-52-15,8-5-48 0,12-5-40 0,4-10 16 16,20-9-63-16,8-14 39 0,11-6-76 0,6-10-60 16,10-8 76-16,9-9-4 15,4-9 4-15,-1-5-136 0,5-5-12 16,-5-12-36-16,-2-5-96 0,-10-4-196 15,-7 1-121-15,-12-4-135 0,-8 4-136 16,-8-1-136-16,-8 1-548 0,-12 3-1056 16,0 0-648-16,-12-1-1761 0,-8 4-251 0,-8 4 2756 15</inkml:trace>
  <inkml:trace contextRef="#ctx0" brushRef="#br0">14175 17110 72 0,'0'0'2468'16,"0"0"-1688"-16,-103-12 3160 0,83 7 333 0,8 5-1897 15,8 0-480-15,1 0-444 0,3 0-436 16,7 0-104-16,9 0-200 0,12 0-200 15,7-2-208-15,6-5-152 0,2-5-152 0,-3-1-184 16,4-3-328-16,-8 0-124 0,4 0-128 16,-9 0-284-16,1 1-552 15,-8 2-748-15,1 0-428 0,-14 7-1125 0,-2 0 881 16,-5 6-720-16,-4 3 3740 0,0 10 104 16,-8 2 1800-16,3 5-980 0,-3 5 3664 15,5 0-2488-15,-1 11-423 0,0-5-181 16,0 7-112-16,4 3-20 0,-5 4-236 15,5 2-236-15,0 1-224 0,-4-4-248 0,4-5-420 16,4-11 0-16,9-3-236 0,2-9-380 16,5-6-240-16,8-10 236 15,4 0-160-15,4-12-672 16,0-8-804-16,-1-5-1873 0,2-7-1611 0,-9 6 4672 0,11-19-163 16</inkml:trace>
  <inkml:trace contextRef="#ctx0" brushRef="#br0">15124 16583 756 0,'0'0'4320'0,"0"0"1689"0,0 0-3753 16,0 0-784-16,0 0-100 0,0 0-184 15,-84 35-396-15,68-7-296 0,0 10-104 16,4 9 36-16,-4 11 52 0,5 12-40 0,-1 6-136 15,3 4-168-15,2 3-52 16,-1-5-24-16,8-7-60 0,0-14-172 0,11-16 76 0,10-10 24 16,3-8-64-16,4-10-84 15,7-4 64-15,1-6 44 16,8-3-192-16,-9-9-260 0,6-7 32 0,-5-3-120 0,-1-3-440 16,-3-7-832-16,0-2-2036 0,-8 8-2509 15,8-15 1946-15</inkml:trace>
  <inkml:trace contextRef="#ctx0" brushRef="#br0">15463 16649 2448 0,'0'0'196'0,"0"0"7976"15,0 0-6323-15,0 0-765 0,0 0 56 16,0 0 208-16,0 0-360 0,0 0-344 16,0 0-164-16,0 0 28 0,87-6 92 15,-59 6-156-15,0-3-264 0,0 0-92 0,0-4-80 16,-1-2 40-16,-3 3-48 0,1-4-12 16,-9 1-148-16,-1 2-244 0,-3-2-308 15,-3 2-236-15,-6 1-308 0,1 0-944 16,-4 1-3357-16,-7 0-2755 0</inkml:trace>
  <inkml:trace contextRef="#ctx0" brushRef="#br0">15371 16211 836 0,'0'0'884'16,"0"0"124"-16,0 0 5484 15,0 0-4451-15,0 0-617 0,0 0-248 16,0 0-100-16,0 0-208 0,0 0-240 0,0 0 420 15,11 76-380-15,-2-34-200 0,3 9-48 16,-5 9 108-16,2 6-28 16,-5 8-216-16,0 2-188 0,-4 6-96 0,-8 1-12 0,-1-4-72 15,-2-3-4-15,-1-9-32 16,4-6-4-16,0-11 4 0,4-9-16 16,4-6-132-16,0-9-104 0,0-7-68 0,4-10-116 15,0-2-176-15,3-7-388 16,2 0-256-16,3-10-376 0,-5-6-737 15,2-2-1611-15,-1-2-996 0,-4-8 4916 0</inkml:trace>
  <inkml:trace contextRef="#ctx0" brushRef="#br0">15487 16687 1068 0,'0'0'6808'0,"0"0"-2947"15,0 0-2297-15,0 0-16 16,0 0-280-16,0 0-40 0,35 89-64 16,-14-60-352-16,-6 0-348 0,9-1-160 15,0 1-56-15,-1-1-104 0,5 1-144 16,4-7 0-16,-4 3-144 0,4-5-16 16,0-1-136-16,-4-4-180 0,4-2-88 0,-4 4-28 15,-4-9-288-15,-4 5-484 0,-1-3-592 16,-6-1-868-16,2 1-1953 0,-2-4-335 15,-1 1 3912-15</inkml:trace>
  <inkml:trace contextRef="#ctx0" brushRef="#br0">16367 16481 1056 0,'0'0'8168'0,"0"0"-5663"16,-24 67-665-16,8-32-456 0,4 9-48 0,-8 10-52 15,-4 7-372-15,1 8-272 0,-9 7-88 16,-1 7-36-16,-6 3-124 15,-1 0-224-15,-4-1-168 0,0 0-108 0,1-8-28 16,11-10-120-16,8-11-36 0,8-14 8 16,12-13 4-16,4-10-260 0,0-9-324 15,12-8-364-15,4-4-596 0,4-15-632 16,-1-5-3077-16,2 0-1371 0</inkml:trace>
  <inkml:trace contextRef="#ctx0" brushRef="#br0">16256 17104 4760 0,'0'0'8093'0,"0"0"-6629"15,0 0-52-15,0 0 412 0,99-11-84 0,-63 9-588 0,4-5-616 16,8-2-340-16,4-4-196 16,-1-2-124-16,-3-5-92 0,-5 4-468 15,-2-2-296-15,-9 5-240 0,-13 3-1168 0,-2-2-3441 16</inkml:trace>
  <inkml:trace contextRef="#ctx0" brushRef="#br0">16503 17158 5836 0,'0'0'7269'0,"-24"66"-5833"16,16-31-704-16,0 10 776 0,-1 2 460 0,2 4-204 15,-1-6-716-15,4-5-623 16,4-1-425-16,0-11-76 0,0-2-325 15,0-7-403-15,8-4-208 0,0-8-144 0,-1-1-380 16,6-6-600-16,-2-6-2205 0,6-10-3043 16</inkml:trace>
  <inkml:trace contextRef="#ctx0" brushRef="#br0">16550 17351 4096 0,'0'0'208'0,"0"0"6457"0,0 0-3833 15,0 0-848-15,0 0-224 16,0 0-388-16,0 0-132 0,80-13-300 0,-52 6-468 15,8-5-276-15,-1-3-196 0,6-5-424 16,-2-8-572-16,1-4-452 0,-12 10-1588 0,12-19-4749 16</inkml:trace>
  <inkml:trace contextRef="#ctx0" brushRef="#br0">17120 16643 6020 0,'0'0'1700'0,"0"0"2345"16,0 0-2369-16,68 95 488 0,-40-57-28 0,-4 1-520 16,4 5-404-16,-9 1-604 0,1 2-340 15,1 1-268-15,-10 2 0 16,-3 1-124-16,-8 0-180 0,0 3 60 16,-8 0-84-16,-7-1-88 0,-9 2-196 0,-8-5 36 15,-4-2 96-15,-4-3-4 0,-4-7-184 0,-4-3-488 16,-3-6-960-16,-9-7-1777 0,12-7-2383 15,-31-2 4192-15</inkml:trace>
  <inkml:trace contextRef="#ctx0" brushRef="#br0">17136 17081 12557 0,'0'0'2756'0,"0"0"-552"0,104-9-916 15,-48-1-308-15,4 0-416 16,3-5-372-16,-3-1-192 0,-1-3-180 15,-3 0-336-15,4 0-304 0,-8 0-488 0,-5 3-1120 16,-2-1-2565-16,-17 9-3075 0,-1 2 7988 16</inkml:trace>
  <inkml:trace contextRef="#ctx0" brushRef="#br0">17579 17158 3360 0,'0'0'9105'0,"0"0"-6765"0,0 0-816 0,0 0-288 15,0 0-16-15,0 0-152 16,103 50-212-16,-59-50-516 0,7-13-340 0,5-2-256 16,0-1-388-16,4-3-360 0,0-3-328 0,-17 9-1688 15,21-13-4133-15</inkml:trace>
  <inkml:trace contextRef="#ctx0" brushRef="#br0">19136 15859 888 0,'0'0'1200'0,"0"0"3452"0,0 0-2680 15,0 0 148-15,0 0-399 16,0 0-253-16,-83-26-392 0,63 26 44 0,-1 7-60 0,2 5-132 16,-1 8-52-16,-4 6-128 15,-1 5-148-15,6 10-88 0,3 10-88 16,0 9-156-16,4 10-132 0,0 6-51 0,5 1-77 16,-1-1 52-16,8-7 12 15,0-8 28-15,0-10-4 0,11-14 48 16,5-5-8-16,4-13-40 0,0-3-96 0,8-9-124 15,0-7-80-15,4-4-317 0,0-8-247 16,0-7-232-16,-4-7-156 0,-5 1-872 16,-7 0-1972-16,-4-1-1229 0,-4 10-851 15,-8-10 4724-15</inkml:trace>
  <inkml:trace contextRef="#ctx0" brushRef="#br0">18984 16331 11697 0,'0'0'2756'0,"0"0"-928"15,0 0-212-15,0 0-212 0,84 55-360 16,-52-48-376-16,0-7-364 0,-4 0-304 16,4 0-216-16,-4-4-384 0,-4-2-304 15,4-4-204-15,-4 0-452 0,-5 1-1388 0,-2 0-2601 16,-6 2-1747-16,-3 0 6732 0</inkml:trace>
  <inkml:trace contextRef="#ctx0" brushRef="#br0">19296 16351 2824 0,'0'0'196'0,"0"0"2556"0,0 0 2481 15,0 0-3181-15,-37 73-528 0,33-51-64 0,1 0-96 16,3-3-212-16,0 0-388 16,0 1-372-16,3-8-356 0,10 1-36 0,2-3-368 15,6-1-160-15,7-3-396 0,0-6-220 16,7 0-628-16,5-6-2208 0,-8-3-2333 16,20-21 3445-16</inkml:trace>
  <inkml:trace contextRef="#ctx0" brushRef="#br0">19830 15919 184 0,'0'0'9520'0,"0"0"-5535"0,0 0-3209 16,0 0-448-16,-64 77 452 0,51-43 800 16,6 4-144-16,3 10-404 0,4-1-348 15,0 5-108-15,0 1 32 0,4-2-147 16,3 0-301-16,2-10-160 0,3-3-40 15,-1-6-84-15,6-7-121 0,3-5 5 0,3-8-152 16,1-5-192-16,4-7-64 16,4 0-52-16,0-7-308 0,-4-8-796 0,-4 2-2008 15,4-13-2057-15</inkml:trace>
  <inkml:trace contextRef="#ctx0" brushRef="#br0">20088 15967 1344 0,'0'0'9793'0,"0"0"-7653"16,0 0-616-16,0 0-304 0,0 0-16 0,0 0-188 15,0 0-216-15,92 19-188 0,-52-22-256 16,4-3-124-16,-1-4-84 0,2-1-148 16,-2 3-100-16,-11-2-316 0,0 1-220 0,-12-1-236 15,-5 7-232-15,-6-4-536 0,-5 4-1124 16,-4 3-1901-16,-8 0-2007 0,-12 0 5153 15</inkml:trace>
  <inkml:trace contextRef="#ctx0" brushRef="#br0">20180 16030 5976 0,'0'0'388'0,"0"0"4689"0,0 0-3781 16,0 0-136-16,0 74 284 0,4-47 260 15,-4 3-280-15,3 5-572 16,-3-4-560-16,5 1-292 0,-1 0-68 0,0-4-44 16,0 1-108-16,0-4-308 0,0-2-376 0,4-4-352 15,-4-4-912 1,0-2-1973-16,0-4-1311 0,-4-2 1224 0,0-1 4176 0</inkml:trace>
  <inkml:trace contextRef="#ctx0" brushRef="#br0">20275 16329 548 0,'0'0'12517'0,"0"0"-10209"0,0 0-1276 0,0 0-220 0,0 0 352 16,0 0-228-16,0 0-448 15,77-48-464-15,-58 46-24 0,1-5-476 0,0 3-264 16,-4 1-396-16,4 0-604 0,-8 3-1252 16,4 0-2553-16</inkml:trace>
  <inkml:trace contextRef="#ctx0" brushRef="#br0">20236 16462 1160 0,'0'0'12209'0,"0"0"-10097"16,0 0-1356-16,0 0-304 0,0 0 640 15,0 0-28-15,0 0-268 0,0 0-380 0,103 22-392 16,-59-32-24-16,0-5-404 0,8-7-380 16,0-4-400-16,-16 4-1056 0,20-13-3865 15</inkml:trace>
  <inkml:trace contextRef="#ctx0" brushRef="#br0">21025 15973 5004 0,'0'0'10481'0,"0"0"-8749"0,0 0-1112 16,0 0 168-16,-52 83 944 0,28-48-272 15,-4 5-635-15,0 6-449 0,-8 4-148 16,0 4-44-16,-7 7-28 0,-1-1-84 15,-4 6-72-15,0-3-8 0,1 2-100 16,2-5-208-16,6-4-324 0,3-7-88 0,8-8-125 16,8-3-123-16,5-13-424 0,2-6-1036 15,13-10-2052-15,-4-2-2653 0,4-7 4625 16</inkml:trace>
  <inkml:trace contextRef="#ctx0" brushRef="#br0">20941 16386 1136 0,'0'0'2136'0,"0"0"6701"0,0 0-6313 0,28 98-908 16,-28-51-396-16,0 2 28 0,0 1-252 15,-8 1-156-15,0-3-388 0,0-4-256 16,4-6-192-16,-4-3-4 0,8-9-120 15,0-5-308-15,0-4-316 0,8-10-240 0,7-5-424 16,2-2-696-16,7-9-1044 0,0-10-1965 16,3 0-1227-16,-3-1 6092 0,8-11-36 0</inkml:trace>
  <inkml:trace contextRef="#ctx0" brushRef="#br0">21263 16531 2964 0,'0'0'236'0,"0"0"6272"0,0 0-4455 16,0 0-597-16,0 0-236 15,0 0-8-15,0 0-232 0,-79 7-144 0,59 16-120 0,5 2-148 16,-6 0-52-16,1 7 48 16,5 0 84-16,7-3-244 0,-1-4-160 0,9-3-100 15,0-3 52-15,4-3-52 0,12-6-32 16,5-1-16-16,2-3-72 0,9-6-24 16,4 0-120-16,0-6-136 0,4-6-232 15,4-5-84-15,-4-1-272 0,3-2-176 0,-2-1-864 16,-2-3-2192-16,-3-1-1673 15,-8 6-335-15,7-6 5337 0</inkml:trace>
  <inkml:trace contextRef="#ctx0" brushRef="#br0">21794 16208 4456 0,'0'0'196'0,"0"0"6281"16,0 0-4925-16,0 0-364 15,0 0 468-15,0 0-4 0,0 0-264 0,0 0-320 16,0 0-396-16,43 83-196 0,-26-55-96 16,-6 4-64-16,6 6-100 0,-2 3-116 15,-3 1-92-15,0 2 69 0,-4 3-77 0,-4 1-61 16,-4 0 13-16,-4-1-160 16,-7 5-204-16,-14-2-260 0,1-2-96 15,-8-4 92-15,1 1 72 0,-5-4 36 0,0-6-64 16,1 0-520-16,-10-7-840 0,2-2-836 15,-2-5-1965-15,10-7-387 0,-18-1 4564 16</inkml:trace>
  <inkml:trace contextRef="#ctx0" brushRef="#br0">23076 16316 2228 0,'0'0'1132'16,"0"0"6633"-16,0 0-5457 0,-56 77-940 15,33-40-400-15,-9 12-84 0,-8 3-64 16,-7 10-228-16,-13 10-232 0,-8 11-88 0,-16 9 48 16,-7 10 232-16,-13 8 220 0,-11 11-468 15,-9 4-108-15,-7 1-136 0,-5 4 20 16,1 3-80-16,4-6-8 0,7-3-4 16,4-3 12-16,8-13 4 0,13-2-4 15,7-12-168-15,5-7 36 0,15-10 84 0,9-6-16 16,7-7 52-16,15-17-180 0,9-9-116 15,13-12-180-15,2-14-176 16,10-9-336-16,-1-3-440 0,8-15-1252 0,-4-4-369 16,-1-10-1707-16,5 3 420 0,0-21 3212 15</inkml:trace>
  <inkml:trace contextRef="#ctx0" brushRef="#br0">21025 16498 1068 0,'0'0'3068'0,"0"0"1680"0,0 0-3080 15,0 0-419-15,0 0 7 0,0 0 156 16,-80 8-252-16,68-4 8 0,4-4-224 15,4 2-80-15,0-2 24 0,4 0-120 16,0 4-60-16,0-4 120 0,0 0-211 0,0 3-241 16,4 1-12-16,8-1 384 0,0 2-300 15,12 2-196-15,8 0-44 0,4-1-52 16,3 4-36-16,9-8-48 0,0 2-24 0,-4-1-40 16,-1-3 60-16,2 0-68 15,-9 0 0-15,-1-3-8 0,1-1-52 16,-4-3-36-16,0-1-204 0,-8-2-244 0,0 3-84 15,-9-1-108-15,-6 1-76 16,-9 1-481-16,0 2-1195 0,-13-2-2968 16,6 6-1893-16,-21 0 2221 0</inkml:trace>
  <inkml:trace contextRef="#ctx0" brushRef="#br0">21076 16554 3248 0,'0'0'692'0,"0"0"3100"0,0 0-1268 0,0 0-555 15,0 0-489-15,0 0 168 16,-15 64-104-16,15-42-380 0,0 3-396 0,0 3-276 16,0 8-16-16,4-2-12 0,-4 5-60 15,3 5-124-15,-3 3-96 0,0 2-4 16,0-2-32-16,0 4-28 0,-3-7-60 16,-5 1-60-16,4-7-4 0,-5 0-80 0,2-6 12 15,3-4-64-15,0-6 28 16,4-5-52-16,-4-9-120 0,4-1-96 15,0-7-124-15,0 0-76 0,4-2-212 0,0-11-400 16,3-4-704-16,1-5-1956 0,5-3-2197 16,-6 2 1633-16,1-14 3372 0</inkml:trace>
  <inkml:trace contextRef="#ctx0" brushRef="#br0">21093 16879 6200 0,'0'0'872'0,"0"0"3325"15,0 0-3053-15,0 0-492 0,0 0 736 0,0 0 348 16,0 0-436-16,0 0-520 16,87-33-200-16,-64 33-52 0,10 0 24 0,-1 0-88 15,0 0-184-15,0 0-108 0,4 0-172 0,-5 0-52 16,5-3-128-16,-4-3-284 16,4-1-196-16,-5 1-216 0,-3-3-336 0,0 2-1168 15,0-2-2501-15,-7 6-3391 16,-2-7 6460-16</inkml:trace>
  <inkml:trace contextRef="#ctx0" brushRef="#br0">22631 17675 5824 0,'0'0'1624'0,"0"0"2501"16,0 0-2693-16,0 0-488 0,0 0-44 15,0 0 156-15,0 0 84 0,-84-51-420 0,68 57-200 16,0 7-112-16,0 6-88 0,-4 10-76 15,4 6 28-15,0 6 32 16,0 6 224-16,4 4 44 0,1 3-280 0,2 4-148 16,1-1-80-16,4-7-60 0,4 2 0 15,0-8 44-15,0-10 12 0,8-8-12 16,5-4-48-16,2-9 0 0,-3-4-8 0,8-2 8 16,0-4-132-16,-4-3-88 0,4-3-156 15,-5-4-200-15,-2-4-180 16,2-6-128-16,-6-2-404 0,-1 0-1008 0,-4 0-1528 15,-1 0-637-15,-3 0-1775 0,0 9 6028 16</inkml:trace>
  <inkml:trace contextRef="#ctx0" brushRef="#br0">22459 18072 2460 0,'0'0'836'0,"0"0"5504"0,0 0-3995 16,0 0-861-16,0 0-340 16,0 0-148-16,0 0-80 0,0 0-104 0,0 0-180 15,95 3-472-15,-58-12-160 0,-1-3-348 0,-1-5-248 16,-3-6-176-16,0 4-236 15,-8-3-292-15,-5 0-436 0,2 2-233 16,-10 6-35-16,-2 1 80 0,-9 7 220 0,0-1 584 16,-4 7 1120-16,-5 7 248 15,-2 5 1208-15,-2 7-308 0,2 3 268 16,-1 0 112-16,4 7-336 0,4-4-355 0,0 2-285 16,0-2-92-16,0-3 12 0,4 0 52 15,0-7 0-15,0 1-248 0,8-6-276 16,4-7 0-16,4 0-380 0,4-3-128 15,-1-6-180-15,5-7-468 0,1-7-637 16,3-1-1255-16,-9 2-2320 0,14-13 4033 0</inkml:trace>
  <inkml:trace contextRef="#ctx0" brushRef="#br0">23212 17361 7372 0,'0'0'5897'0,"0"0"-4865"15,0 0-868-15,0 0 100 16,0 0 620-16,-44 79 708 0,36-38-356 0,4 7-412 16,-3 3-284-16,3 6 0 0,-1 0 104 15,1-3-204-15,0 0-212 0,0 0-184 16,4-6-44-16,0-7-60 16,0-6-60-16,8-3-256 0,5-7 108 0,6-6-64 15,1-7-180-15,4-5-40 0,4-3-72 16,4-4-80-16,0-11-348 0,4-3-540 15,-1-6-740-15,1-6-1801 0,-4-2-1939 0,-4 6 4312 16</inkml:trace>
  <inkml:trace contextRef="#ctx0" brushRef="#br0">23598 17237 980 0,'0'0'9632'16,"0"0"-7691"-16,0 0-689 16,0 0-440-16,0 0 260 0,0 0 268 0,9 67-384 0,-5-29-316 15,0 6-160-15,0 4-124 16,3-3-96-16,-3-1-52 0,0 0-208 15,1-6 0-15,-1-3-124 0,3 0-192 0,-3-6-252 16,0-7-380-16,4-3-396 0,4-10-720 16,0-9-1785-16,4 0-1799 0,12-16 1492 15</inkml:trace>
  <inkml:trace contextRef="#ctx0" brushRef="#br0">23953 17447 7672 0,'0'0'6429'0,"0"0"-5469"16,0 0-708-16,0 0 176 0,-76 70 552 0,61-51-60 16,-2 3-548-16,6-3-360 0,3-1-12 15,3-1-4-15,5-2-8 0,0 5 4 0,0-2-92 16,5-2 88-16,3 1 8 16,3-5-44-16,6-3-240 0,2-5-144 15,5-1-256-15,0-3-268 0,4-7-396 0,0-6-676 16,0-2-2069-16,-8 3-2779 0,16-13 6316 15</inkml:trace>
  <inkml:trace contextRef="#ctx0" brushRef="#br0">24244 17472 5896 0,'0'0'8293'0,"0"0"-6981"0,-64 86-960 15,40-49 192-15,-4 11 776 0,1 7-124 16,3-2-396-16,-4 1-324 0,8 0-280 15,0-1-124-15,0-4-72 0,4-5-160 0,4-2-464 16,4-10-516-16,1-5-148 0,-2-2-1212 16,5-5-2701-16,0-4-2695 0,-3-3 7700 15</inkml:trace>
  <inkml:trace contextRef="#ctx0" brushRef="#br0">24137 17926 8552 0,'0'0'6657'0,"0"0"-5801"0,0 0-592 16,0 0 76-16,0 0 156 0,103-39 88 15,-71 24-336-15,3-8-248 0,1 1-420 0,5-6-476 16,-2 2-400-16,-3-2-732 16,-12 9-2461-16,4-3-2739 0</inkml:trace>
  <inkml:trace contextRef="#ctx0" brushRef="#br0">24324 17931 4456 0,'0'0'7697'0,"-28"68"-5541"0,20-37-1312 0,-4 5-428 16,8 2 60-16,0-4 104 0,4-5-168 15,4-4-412-15,0-3-348 0,8-5-308 16,-4-5-108-16,0-1-260 0,4-6-516 15,-4-2-1681-15,-4 1-3059 0,-4-4 4948 16</inkml:trace>
  <inkml:trace contextRef="#ctx0" brushRef="#br0">24335 18138 4516 0,'0'0'8621'15,"0"0"-7313"-15,0 0-940 0,0 0 24 0,0 0 412 16,0 0-148-16,0 0-272 0,100 16-72 15,-68-28-140-15,4-4-172 0,-4 0-64 16,0-3-360-16,0-4-528 0,-4 2-484 16,-5-2-700-16,-3 4-1957 0,4-6-2063 15</inkml:trace>
  <inkml:trace contextRef="#ctx0" brushRef="#br0">25021 17558 6388 0,'0'0'7181'0,"0"0"-5633"0,0 0-880 16,0 0 100-16,0 0 512 0,68 76-280 15,-53-56-228-15,-2-2-320 0,2 1-192 0,-3 2-92 16,1 3 16-16,-2 1-112 15,-7 3-72-15,0 1 0 0,-4 0-8 0,0 3-212 16,0-5-120-16,-12 5-100 0,-3-3-148 0,-5 3-40 16,-5-4-152-16,-3 1-140 0,1-1-196 15,-5 0-424-15,-4-2-528 16,0 0-1157-16,-3-4-2195 0,7-3 4076 0,-20 3-759 16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cm"/>
          <inkml:channel name="T" type="integer" max="2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cm"/>
          <inkml:channelProperty channel="T" name="resolution" value="1" units="1/dev"/>
        </inkml:channelProperties>
      </inkml:inkSource>
      <inkml:timestamp xml:id="ts0" timeString="2023-07-06T02:51:4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8921 6931 14113 0,'0'0'2496'0,"0"0"-1276"15,0 0-824-15,0 0-52 0,0 0 284 16,0 0 252-16,0 0-120 0,0 0-188 0,95 25-172 16,-39-12-155-16,16-4 103 0,7-2 152 15,1-4 20-15,4-3-280 0,4 0-120 16,-5-6 24-16,-3-7-104 0,-5 0-40 0,-3-2-108 16,-12-2-72-16,-9 2-220 15,-10 2-120-15,-9 1-208 0,-17 5-157 16,-7 0-387-16,-8 1-708 0,-4 6-936 15,-15 0-2037-15,2-3-883 0,-22 3 1649 0</inkml:trace>
  <inkml:trace contextRef="#ctx0" brushRef="#br0">9291 6906 4104 0,'0'0'6560'0,"0"0"-5451"0,-52 76 19 0,41-34-352 15,2 11 392-15,1 6 316 0,4 9-88 16,0 5-360-16,1 3-296 0,3 3-192 0,0 7-20 15,-4-3-80-15,4 2 112 0,-5-2-291 16,1 0-185-16,0-1-76 0,4-6 48 16,0-3-56-16,0-6-96 0,4-10-25 0,0-9 21 15,1-13-176-15,-1-7-68 16,3-12-104-16,-3-9-140 0,4-7-256 16,-4-7-636-16,4-12-460 0,0-13-600 0,0-6-1685 15,-4-13-839-15,-4 7 1129 16</inkml:trace>
  <inkml:trace contextRef="#ctx0" brushRef="#br0">9314 7388 5744 0,'0'0'4168'0,"0"0"-3071"16,0 0-529-16,0 0-80 0,0 0 292 0,0 0 608 16,0 0-292-16,0 0-328 0,0 0-212 15,0 0 188-15,0 0-160 0,84 61-116 16,-76-28-184-16,1 7-148 0,-9 1-88 15,0 0-48-15,0 0-72 0,-9-3-28 16,5-3-36-16,-4 0-136 0,1-6 0 16,3-1 64-16,0-2 60 0,-1-5 0 15,1 2-64-15,4-7-100 0,-4-1-112 0,4-4-16 16,0-2 64-16,4-4 124 0,0 0 12 16,1-3-48-16,-1 2-56 0,0-4 80 15,-4 3 76-15,4 0 60 0,-1-3-116 16,-3 3-200-16,4-3-384 0,0 0-56 15,0 0-497-15,1 0-495 0,-1-3-256 16,0-3 192-16,-1 0-356 0,1-1 708 16,0 1 1588-16,-4 0 0 0,4-5-468 0</inkml:trace>
  <inkml:trace contextRef="#ctx0" brushRef="#br0">9398 7136 1800 0,'0'0'1316'16,"0"0"1956"-16,0 0-2504 0,0 0-560 0,0 0-144 16,0 0 40-16,0 0 416 0,0 0 284 15,0 0-132-15,8-69-64 0,-8 63 36 16,0-6 29-16,-4-2 171 0,4 3-164 16,0-3-44-16,0 1-52 0,0 4 112 15,-4 3 124-15,4 6 36 0,-4 0-172 0,4 0 24 16,-3 0 80-16,-1 6-124 0,0 3-160 15,0 4-100-15,-5 9-100 16,5 10 12-16,-3 7 24 0,7 11-48 0,-4 14 49 16,4 5-25-16,0 11-48 0,0 6-100 15,0 3 12-15,0 2-168 0,0 2 40 16,-9-1 56-16,1-3-108 0,1-1-64 16,3-6 64-16,4-2 12 0,0-4 72 0,0-11-84 15,4-9 72-15,-4-12-68 0,4-9 0 16,-1-5 0-16,5-16-4 0,-3 0-96 15,3-7-48-15,-8-5-64 16,4-2 52-16,-1-6-100 0,1-4-120 0,0-9-13 16,-4-7-183-16,5-2-124 0,-5-10-284 15,0-6-300-15,0-1-1068 0,-9-2-812 16,2-1-1497-16,-5 1-39 0,3 2 2476 16</inkml:trace>
  <inkml:trace contextRef="#ctx0" brushRef="#br0">9359 7934 2180 0,'0'0'4588'0,"0"0"-548"0,0 0-2395 0,0 0-153 16,0 0-104-16,0 0 308 16,0 0-236-16,0 0-216 0,79-51-244 0,-55 46-256 15,0-2-123-15,4 0-185 0,4 0-124 0,0-1-140 16,3-3-124-16,1 5-48 16,0-2-64-16,-3 1-144 0,-1 0-116 0,-1 1-272 15,-4 3-61-15,6-1-171 0,-6 4-224 16,1 0-20-16,0 0-980 0,-11 0-2648 15,2 10-4209-15</inkml:trace>
  <inkml:trace contextRef="#ctx0" brushRef="#br0">10040 8019 4760 0,'0'0'10537'0,"0"0"-8965"16,0 0-1212-16,-16 67 124 0,16-35 440 0,-4 6 536 0,4 10-288 16,0 5-443-16,-4 15-425 0,4 1-84 15,-4 11 8-15,4 6-80 16,0-1-148-16,0 4-100 0,0-6-80 0,4-10-88 0,4-7 220 16,4-12 48-16,0-13 0 15,0-5-24-15,-4-11-132 0,4-9 8 16,0-6-105-16,0-7-151 0,-1-3-156 0,2-13-196 15,-2-12-360-15,2-7-552 16,-2-10-680-16,1-5-1933 0,-3 9-2007 0,-5-32 3200 16</inkml:trace>
  <inkml:trace contextRef="#ctx0" brushRef="#br0">10120 8118 6900 0,'0'0'4829'0,"0"0"-2629"0,0 0-924 16,0 0-536-16,0 0 116 0,0 0 560 15,0 0-248-15,92 4-164 0,-73 5-372 16,1 3-156-16,1 1-220 0,-6 3-75 0,1 0-97 16,-4 0-84-16,0 4 0 0,-9-6-108 15,2 3-49-15,-5 4-159 0,-16 2-36 16,0 0-28-16,-8 2-216 0,-8 3 44 16,1-6 196-16,-5 1 0 0,-1-5-100 0,-2-5-312 15,3-2-780-15,-4-9-676 0,0 2-576 16,12-4-1601-16</inkml:trace>
  <inkml:trace contextRef="#ctx0" brushRef="#br0">7825 6772 1056 0,'0'0'9768'0,"0"0"-8355"0,-88-38-681 15,48 32-288-15,-3 2 676 0,-2 4 212 16,2 7-200-16,2 12-240 0,-2 9-76 0,4 11-16 16,-2 8 288-16,1 13-236 15,1 16-15-15,-2 10-121 0,2 10-220 16,-1 5-112-16,5 7-32 0,3 0-76 0,4 0-72 15,7-7-196-15,10-5 0 0,7-14 80 16,4-8-4-16,12-17 24 0,12-13 12 16,4-15-60-16,4-11-12 0,7-11 48 15,4-7-96-15,6-9-12 0,3-17-204 0,-5-5-148 16,1-8-164-16,-4-2-76 0,-9 0-72 16,-7-4-88-16,-11 7-173 15,-9 3-515 1,-8 0-656-16,-8 3-432 0,-12 7-348 15,-8 0-49-15,-4 3 589 0,-4 3 1216 0,-3 5 1132 0,3 5 1756 0,4 6 344 16,4 3 245-16,8 6-265 0,8 7-200 16,7-1-72-16,5 9-328 0,13 0-36 15,7-2-131-15,3 4-377 0,9-8-80 16,4-2-180-16,4-4-192 0,0-9-268 0,-1-3-216 16,6-9-24-16,-6-4-240 15,6-3-208-15,-6-1-120 0,1-2-24 0,-1 0-172 16,-2 3-193-16,-1-2-959 0,-8-2-944 15,-5 7-2088-15,1-6-2197 0</inkml:trace>
  <inkml:trace contextRef="#ctx0" brushRef="#br0">8060 6703 796 0,'0'0'8080'0,"0"0"-5343"0,0 0-1161 16,-41 94-204-16,26-46 128 0,-1 6 36 15,0 10-436-15,0 11-92 0,0 9-324 0,0 4-112 16,-3 13 12-16,2 5 1 0,2 1-197 16,-2 7-64-16,10-2-56 0,-1-5-64 15,3-4-20-15,5-9 8 0,9-12-108 16,6-8-84-16,6-13-48 0,3-10-156 15,4-10 44-15,7-10-56 0,5-8-88 0,3-8-132 16,2-4-72-16,2-11-1 0,-3-5-79 16,-4-4-180-16,0-7-324 15,0-6-636-15,-8 0-760 0,-8-4-1869 0,-9 5-1643 16</inkml:trace>
  <inkml:trace contextRef="#ctx0" brushRef="#br0">10422 7778 6688 0,'0'0'7205'0,"0"0"-6029"0,0 0-508 16,0 0-328-16,0 0 312 0,0 0 740 15,0 0-248-15,56 83-236 16,-47-64-408-16,-2-3-328 0,1-1-160 0,-4-4-12 16,4-5-64-16,0-3-44 0,4 0-88 15,0-3 0-15,4-3-144 16,-4-3 8-16,8-8 28 0,-5-1-16 0,-2 2 12 15,-2 1 0-15,-2 2 296 0,-5 6 12 16,-4 1 4-16,4 3 4 0,-4 7 92 0,0 6 248 16,0 6 104-16,0 6-20 0,-4 0-56 15,0 4-92-15,4-4-140 16,0 2-144-16,0-8-124 0,0-8-72 0,12-4-172 0,3-4 0 16,9-3-296-16,4-13-184 15,8-9-584-15,-8 0-2724 0,24-22-3749 16</inkml:trace>
  <inkml:trace contextRef="#ctx0" brushRef="#br0">11992 6835 1500 0,'0'0'9521'0,"0"0"-6285"0,0 0-880 0,-8 76-420 16,-3-28-560-16,-6 12-256 15,-2 7-11-15,-9 16-381 0,-8 6-212 16,-4 6-188-16,-8 4-172 0,-4 5-156 0,-8 1-160 16,1 3-152-16,-1 3-16 0,0 0 24 15,4-3-20-15,-4 3 20 0,5-6 0 16,-1-3-61-16,8-11-123 0,1-5-72 16,2-6-344-16,10-7-352 0,3-10-544 15,8-5-700-15,4-20-1589 0,4 6-2459 0</inkml:trace>
  <inkml:trace contextRef="#ctx0" brushRef="#br0">10339 8293 3440 0,'0'0'416'0,"0"0"-156"15,0 0 132-15,0 0 2692 0,0 0-1048 0,0 0-848 0,0 0-235 16,0 0-81-16,-76-29-208 0,64 26-120 15,5-3-124-15,-2 0 36 16,1 0-52-16,0-5 36 0,1 3-36 0,-2-6-88 16,1 5 32-16,4 2 16 0,-3 1 96 15,3-4 48-15,-1 4-16 0,-3 0-24 16,4-4-12-16,-3 4-112 0,-2-3-64 0,1 2-120 16,1-2-64-16,-1-1-88 15,-1 3 0-15,1-2 36 0,-3 3-44 16,3-1-8-16,-4 1-32 0,4 2 40 0,0 2 220 15,0 2-120-15,4 0 32 16,-8 0 224-16,0 9-152 0,-4 4-8 0,-4 6-76 16,1 7 16-16,-6 8 33 0,5 8-9 15,5 12 8-15,-2 3 0 16,2 6 52-16,6 3-16 0,9 5 40 0,0-2-16 16,9-2-20-16,6-6 276 0,9-11-124 15,1-8-228-15,6-10-48 0,1-10-72 16,0-10-12-16,0-5-44 0,4-7-4 0,3-10-60 15,-2-8-252-15,-1-8-76 0,-1-3-12 16,1-6 36-16,-8-3-60 0,0 3-1 16,-4-2-63-16,-5-1 60 0,-2 5-36 15,-10 5 120-15,1 3 208 0,-4 5 136 0,-4 5 48 16,0 2 172-16,0-1 48 16,-8 2 60-16,1 3 52 0,-1-1-124 0,-5 1 144 15,6 5 36-15,-1 1-83 0,-1 3-13 16,-2 3-40-16,-1 10 16 15,0 6-124-15,4 10 136 0,-4 9 72 16,0 6-88-16,4 7-24 0,-4 10-8 0,4 5-28 16,0 5 48-16,0 4 4 0,-4 8-64 15,8 3-108-15,-4 3-76 0,4 3-8 16,4 3 8-16,0 4-8 0,0 2-4 16,0 1 0-16,8 2-260 0,0-3 156 0,4-2-4 15,0-6-128-15,4-8 132 0,-4-9-156 16,4-6-76-16,-4-10-36 0,4-12-56 15,-4-10-116-15,-1-9-129 0,2-7-187 16,-5-10-568-16,3-8-840 0,-2-4-1628 16,-1-4-1529-16</inkml:trace>
  <inkml:trace contextRef="#ctx0" brushRef="#br0">11769 8099 10484 0,'0'0'2593'0,"0"0"-561"0,0 0-612 15,0 0 48-15,0 0 72 0,0 0-416 0,92 37-308 16,-48-26-207-16,-1-5-197 0,6-3-148 16,-6-3-168-16,-3 0-88 15,0-3-8-15,-8-3-120 0,0-5-340 0,-9 3-389 16,-3-2-247-16,-3-2-388 0,-10 2-1072 15,1 4-2352-15,-8-4-2693 0</inkml:trace>
  <inkml:trace contextRef="#ctx0" brushRef="#br0">12029 8356 6472 0,'0'0'5825'15,"-13"108"-3217"-15,9-54-608 0,0 16-180 16,-3 13-288-16,-2-1-324 0,1 1-263 0,0-4-301 15,5-9-308-15,-6-6-140 0,9-17-152 16,0-9-44-16,0-12-144 0,0-11-64 0,0-8-104 16,9-7-332-16,-6 0-157 15,9-3-15-15,1-13 60 0,-2 0-448 0,1-10-740 16,4-5-968-16,-8 5-1813 0,4-21-767 0</inkml:trace>
  <inkml:trace contextRef="#ctx0" brushRef="#br0">12132 8417 9020 0,'0'0'2813'15,"4"76"-897"-15,-4-31-560 0,0 11 104 0,0 14 104 0,0 4-184 16,0 1-256-16,-8-1-552 16,4 2-316-16,-5-3-88 0,2-6-68 15,-1-1-100-15,4-9-52 0,-5-7-164 0,2-8-248 16,7-13-48-16,-4-7-100 15,4-6-160-15,0-9-248 0,0-7-784 16,0 0-1156-16,0-10-3169 0</inkml:trace>
  <inkml:trace contextRef="#ctx0" brushRef="#br0">12072 9024 3180 0,'0'0'10537'0,"0"0"-8805"0,0 0-1432 15,0 0-112-15,0 0 244 0,103-11 92 16,-62 8-176-16,2 0-348 16,5 3-160-16,7 0-604 0,1 0 424 0,-4 0-716 15,-12 3-556-15,12 0-4397 0</inkml:trace>
  <inkml:trace contextRef="#ctx0" brushRef="#br0">12777 9036 13877 0,'0'0'2120'16,"0"0"-1092"-16,0 0-320 0,-95 28 380 0,59-5 296 16,4 6-32-16,0 5-527 0,4 4-325 15,4-2-152-15,8-3-92 0,4-3-244 16,5-5-12-16,3-9-256 0,4-6-104 16,0-4 20-16,0-6-84 0,11 0 47 0,1-6 133 15,8-7-132-15,-3-6 44 16,2-4 116-16,1 2-68 0,-1-3 16 0,-2 12 48 15,3 6 140-15,-8 6 80 0,4 16 184 16,-1 12 268-16,-3 14 180 0,1 9-108 16,-6 5-39-16,1 7-253 0,-4 5-76 15,5 1-80-15,-6 1 20 0,-3-3-84 16,0-4-12-16,4-5-220 0,-4-17-301 16,4-9-123-16,4-10-136 0,1-16 96 15,-2-6-312-15,5-9-764 0,0-4-1056 0,4-31-2721 16</inkml:trace>
  <inkml:trace contextRef="#ctx0" brushRef="#br0">13498 6819 11701 0,'0'0'1804'0,"80"67"-804"16,-28-19 424-16,-1 12-84 16,9 17-40-16,-12 5-132 0,-12 10-448 15,-8 4-304-15,-16 1-112 0,-8 1-96 0,-4 4-64 0,-20 1-144 16,-4-1 60-16,-12-2-60 0,-4 2-4 15,-4-6-152-15,1-8-64 0,-5-5-48 16,4-10-96-16,0-13-100 0,1-8 72 16,2-15-100-16,5-2-36 0,-3-13-16 15,7 0-248-15,0-9-772 0,8-3-2260 0,-8-8-3585 16</inkml:trace>
  <inkml:trace contextRef="#ctx0" brushRef="#br0">14566 7956 28 0,'0'0'9956'0,"0"0"-6947"0,128-3-513 16,-61 3-592-16,17 0-124 15,4 0-412-15,-9-3-380 0,-3-4-415 16,-16 0-429-16,-8-1-144 0,-8-2-192 0,-13 3-405 16,-10-1-307-16,-6 1-280 0,-7 4-940 15,-8 3-4273-15</inkml:trace>
  <inkml:trace contextRef="#ctx0" brushRef="#br0">14830 8224 11417 0,'0'0'2340'16,"0"0"-316"-16,0 0-572 0,0 0 340 0,111 56-300 16,-56-46-348-16,1-7-415 0,8-3-425 15,4 0-220-15,-1-10-84 0,1-2-56 16,0-4-76-16,0-1-388 0,-1-2-453 16,-3 1-519-16,-21 5-1288 0,30-9-3841 0</inkml:trace>
  <inkml:trace contextRef="#ctx0" brushRef="#br0">16989 7096 8688 0,'0'0'3849'0,"0"0"-2001"0,0 0-464 16,0 0-304-16,0 0-84 0,0 0 28 0,0 0-188 16,0 0-252-16,0 0-180 0,-76 70-148 15,64-61-60-15,-4 4-64 0,0 6 16 16,-8 6 20-16,-4 7 28 0,-4 12 45 0,-7 14 403 15,-6 5-160-15,-6 11-256 16,-9 8-8-16,1 4-76 0,-5 3 48 0,0 0-32 16,1-4-16-16,3-2-24 15,12-4-12-15,4-12-100 0,16-6 100 16,8-9-36-16,8-10-12 0,12-7-52 0,0-6 56 16,4-1-64-16,12-6-4 15,12 3-72-15,3-2 68 16,5 0-4-16,8 2-36 0,4-6-72 15,-8 3-108-15,4-6-112 0,-9 0 40 0,1 0 32 0,-8-4-92 16,0-3-76-16,-8 2-244 0,1-3-245 0,-6 3-627 16,1 1-1256-16,-4-2-2917 0,8 6-4119 15</inkml:trace>
  <inkml:trace contextRef="#ctx0" brushRef="#br0">18299 7857 5640 0,'0'0'2264'15,"0"0"-1356"-15,0 0-520 0,0 0 324 0,-4-75 361 16,1 59 247-16,-1 0-284 15,0 0-296-15,-5 4-132 0,1 1-40 16,5 3-68-16,-5 4-60 0,0 1 140 16,-1 3 116-16,2 3-388 15,-5 16-196-15,0 6 24 0,0 20 136 0,-4 5 196 0,0 15 356 16,0 1-52-16,0 1-212 0,4-7-208 16,0-9-156-16,8-13-136 0,4-13 24 15,0-9 76-15,4-10-160 0,4-2-52 0,4-4-180 16,0-4 36-16,4-9 52 15,4-2-112-15,4-7-136 0,-4 0-60 16,-1-7-48-16,2 4 68 0,-1-5 76 0,-5 3 0 16,2 4 48-16,-6 1 60 0,-3 3 100 15,0 6 140-15,1 10-52 0,-6 3 60 16,5 0 200-16,0 13 468 0,0 6 44 16,0 6-76-16,0 6-144 0,0 2 8 15,-4 2-64-15,4-4 16 0,0 1-123 16,3-7-89-16,2-2-232 0,2-8-8 0,6-2-36 15,3-6-120-15,0-4-417 0,-5-3-303 0,9-3-200 16,-4-7-364-16,-3 0-1056 16,10-12-3393-16</inkml:trace>
  <inkml:trace contextRef="#ctx0" brushRef="#br0">18913 7778 9472 0,'0'0'2437'16,"0"0"-509"-16,4 76-296 0,-4-37 508 0,4 9-32 16,-4-1-436-16,3-3-459 0,-3 4-633 15,0-6-364-15,0-4-216 0,0-4-92 16,-3-2-232-16,-1-7-260 0,0-2-121 0,4-10-107 16,0-3-288-16,0-10-760 0,0 0-1320 15,4-17-3429-15</inkml:trace>
  <inkml:trace contextRef="#ctx0" brushRef="#br0">19136 7931 12645 0,'0'0'2688'0,"0"0"-1104"16,0 0-344-16,84 38 532 0,-49-29-20 16,10 4-379-16,2-7-517 0,9 1-456 15,4-7-184-15,4 0-60 0,7-10-132 16,-3-2-24-16,4-4-156 0,-1-3-216 15,-7 0-112-15,0-3-96 0,-8 2-48 16,-4-2-125-16,-9 3-503 0,-2 0-1124 0,-18 6-2548 16,5-6-3069-16</inkml:trace>
  <inkml:trace contextRef="#ctx0" brushRef="#br0">20013 7718 10348 0,'0'0'2465'0,"0"0"-885"0,0 0-472 16,0 0 536-16,0 0-36 0,92 79-332 16,-68-63-616-16,3 0-368 0,-3 0-132 0,0-4-16 15,-8 9-144-15,4-6-72 0,-13 3-136 16,6-1-244-16,-13 5-144 0,0 0 228 16,-4 0 124-16,-9 8 8 0,-10-3-108 0,-1 2-12 15,-4-1 8-15,-4-2-84 16,-3 0-176-16,3-4-560 0,-5-3-864 15,10-7-2693-15,-5-6-3079 0</inkml:trace>
  <inkml:trace contextRef="#ctx0" brushRef="#br0">21048 7969 7656 0,'0'0'2992'0,"0"0"-1655"0,0 0-669 16,17-80 60-16,-17 62-16 0,0 4 376 16,-4 9 184-16,-4 5-252 0,-8 0-340 15,0 12 48-15,-8 10 204 0,-4 10 56 16,4 6-232-16,-4 10 93 0,0 2-13 16,5 7-100-16,-1 1-24 0,3-10-156 15,10-4-304-15,2-12-204 0,5-10-48 0,4-9-96 16,4-7-24-16,9-6-120 0,2 0-36 15,5-12-112-15,5-4-32 16,3-3-28-16,0-7-120 0,-5 1-52 0,5-1-49 16,-8 4 77-16,0 3 56 0,-4 6 144 15,-5 7 184-15,2 6 208 0,-6 0 84 16,1 13 468-16,1 9 116 0,-1 3 1 0,-1 3-85 16,-3 5-172-16,5-3-136 0,-1-3-32 15,-1-2-76-15,10-6-168 0,2-6-112 16,5-4-156-16,4-9-360 15,4 0-112-15,4-9-173 0,-1-7-479 0,-11 3-2724 16,16-15-2565-16</inkml:trace>
  <inkml:trace contextRef="#ctx0" brushRef="#br0">21415 7086 3068 0,'0'0'1200'16,"0"0"388"-16,0 0-740 0,0 0 268 15,0 0-376-15,0 0 1032 0,0 0-287 16,0 0-157-16,0 0-196 0,0 0-248 16,0 0-240-16,-79 10-140 0,66 9-28 0,2 2-28 15,-1 2-52-15,-1 3 24 0,6-1 40 16,-1 0-44-16,-1-2-244 0,5-4-72 16,4-4-100-16,0-1-4 0,0-9-132 15,9-1-96-15,-1-4 32 0,0 0-8 0,3 0 72 16,-2 0 60-16,6-7-96 0,2-2-188 15,2-4-108-15,1-6-56 0,1 1 8 16,-2-2 24-16,1 1 4 0,-8 0 84 16,4 6 124-16,-8 4 232 0,-1 3 48 15,2 6 96-15,-5 0 308 0,-4 12 352 16,0 4-24-16,0 10-100 0,0 2-96 16,-4 10-152-16,-8 3 136 0,0 4 8 0,1-1-160 15,-6 0-60-15,2 2-124 0,2-2-60 16,2-6-124-16,2 1-48 15,5-9-232-15,0-1-224 0,4-4-148 0,0-2-152 16,0-1-116-16,0-3-436 0,0-3-988 16,0-7-2605-16,0 1-3218 0</inkml:trace>
  <inkml:trace contextRef="#ctx0" brushRef="#br0">17272 7522 4788 0,'0'0'4216'15,"0"0"-2095"-15,0 0-453 0,-88 97-116 16,60-48-188-16,0 8 76 0,0 6-140 16,4 3-108-16,1 8-200 0,2-8-264 15,1 1-167-15,9-10-113 0,7-9-72 0,0-10-108 16,4-13-88-16,8-9-120 0,3-10-60 15,6-2-48-15,7-4-132 16,-1-12-160-16,10-5-120 0,-6-5 35 0,4 0-87 16,-3-4-36-16,-3 4 36 0,-1-1-12 15,-9 2-80-15,5 2-12 16,-8 2 36-16,1 6 96 0,-6-3 236 0,-7 4 248 0,4 4 100 16,-4 3 76-16,-4 0 84 15,-3 0-12-15,-10 3-236 0,6 0 36 16,-10 3 0-16,6 3 164 0,-5 7 96 0,4 4 12 15,0-3-60-15,4 3-212 0,0-5-48 0,4 1-248 16,4-6-428-16,4-7-352 16,0 0-1004-16,0 0-1148 0,12-13-2937 15</inkml:trace>
  <inkml:trace contextRef="#ctx0" brushRef="#br0">17805 7854 11349 0,'0'0'2556'0,"0"0"-496"0,0 0 60 16,0 0-264-16,0 0-660 0,0 0-868 15,0 0-328-15,0 0-620 0,-4 68-320 16,-3-62-300-16,-1 0-944 0,-1 1-2572 0,-2 5-3617 16</inkml:trace>
  <inkml:trace contextRef="#ctx0" brushRef="#br0">17686 8134 5044 0,'0'0'7165'0,"0"0"-5557"0,0 0-556 0,0 0 736 16,0 0 156-16,52 67-384 0,-37-58-560 15,2-2-528-15,3-5-472 0,-5-2-216 16,6 0-920-16,-6 5-532 0,-3-5-2400 16,4 0-5749-16</inkml:trace>
  <inkml:trace contextRef="#ctx0" brushRef="#br0">22718 7175 12897 0,'0'0'2308'0,"0"0"-860"16,0 0-704-16,0 0-112 0,0 0 304 16,0 0 192-16,51 70-176 0,-19-48-123 15,9 7-297-15,10 3-180 0,9-1 36 0,3 1-136 16,1 1-80-16,1-3-112 15,-6 2-60-15,-7-3 0 0,-4-1-8 16,-8-2-40-16,-5-4-60 0,-7 0-16 0,0 1-8 16,-12-2 72-16,0 2 60 0,-8 0 12 15,-4 2 60-15,-4 7-64 0,-8-1 4 16,-7 10 108-16,-13 5-68 0,-8 1-52 16,-12 3-4-16,-5 4-84 0,-2 3-68 15,-9 0-96-15,-4 1-52 0,-7 2 36 16,-5 1-44-16,-8-1-201 0,-4 3-59 0,1-5-368 15,-5-1-1000-15,29-13-2324 16,-33 16-4021-16</inkml:trace>
  <inkml:trace contextRef="#ctx0" brushRef="#br0">23965 7617 4912 0,'0'0'4004'0,"0"0"-1255"0,92-39-997 0,-57 27-404 15,6-1-228-15,-9 1 156 16,0 2 48-16,-4-3-240 0,-5 3-180 0,1 1-332 15,-4-1-168-15,4 1-88 0,-1 0-63 16,1 5-33-16,1 1-100 0,-5 3-60 0,-1 10 64 16,-2 8 32-16,-2 8-84 0,1 3 40 15,-4 2-20-15,1-2-92 16,2 0-12-16,1-8 8 0,8-4 4 0,3-8-8 16,9-6-68-16,9-3 68 0,2-6-40 15,-3-10-204-15,4-3-196 0,-8-7-137 16,-4 1-171-16,-8 0-72 0,-5 3-288 15,-7 3-580-15,-8-1-920 0,-8 8-1321 16,0 2-2215-16</inkml:trace>
  <inkml:trace contextRef="#ctx0" brushRef="#br0">24208 7889 2916 0,'0'0'9281'0,"0"0"-7241"0,-56 80-464 16,52-61-608-16,4 3-172 0,8-8 524 15,20-2-44-15,8-5-144 16,12-5-291-16,12-2-321 0,7 0-132 0,1 0-172 16,4-9-216-16,-4-1-12 0,-5-3-324 15,-3 1-308-15,-4-1-293 0,-9 0-291 16,2 1-1112-16,-17 2-3164 0,11 0-4381 16</inkml:trace>
  <inkml:trace contextRef="#ctx0" brushRef="#br0">26045 7086 15937 0,'0'0'2048'0,"0"0"-1260"0,111-2-284 16,-42 4-232-16,14 1 84 0,4 7 8 15,1 0 4-15,-9-2-160 0,1 6-124 0,-8-2-76 16,0-2-8-16,-12 3-172 16,-9-1-8-16,-6 1 68 0,-14 0-32 0,-3 2 32 15,-12 8 64-15,-12-1-12 0,-4 13-76 16,-16 7 96-16,-16 8 32 0,-12 11-32 16,-16 5 36-16,-7 7 4 0,-9 0-80 15,-4 4 80-15,5-5 112 0,8 1 68 0,-2-6 56 16,14-3 68-16,7-1 48 15,12-2 148-15,12-5 157 0,12 2-197 0,12-7-304 16,8-4-32-16,16-6-16 0,12-3-12 16,11-2 24-16,13-11-24 0,4-3-92 15,8-12-4-15,-1-7-312 0,6-3-64 0,-6-16-48 16,1-3-101-16,-13-6-31 16,1-7-188-16,-12-7-224 0,0-2-720 15,-9 0-1120-15,-11 6-1937 0,4-13-2367 16</inkml:trace>
  <inkml:trace contextRef="#ctx0" brushRef="#br0">27419 7499 1108 0,'0'0'12001'0,"0"0"-10453"0,0 0-880 15,0 0-24-15,-75 92 656 16,39-54 88-16,-8 4-64 0,-3 9-468 15,-6 5-372-15,-2 4-80 0,-5 8-151 0,-4 1-117 16,-4 5-136-16,-3-1 0 0,-1-1-96 16,4-2 92-16,1-3-173 15,11-7-31-15,0-6-156 0,12-6-60 0,9-7-88 16,3-9-152-16,8-10-156 0,7-6-428 16,13-7-692-16,4-9-964 0,0-9-2141 15,9-1-1247-15,18-15 6288 0</inkml:trace>
  <inkml:trace contextRef="#ctx0" brushRef="#br0">27400 8315 2916 0,'0'0'11449'16,"0"0"-9529"-16,-16 67-1008 0,8-39-48 0,0 0 396 16,-1 8-12-16,2-4-92 0,-1-4-479 15,0-2-301-15,8-7-12 0,0-7 84 16,0-6 240-16,12-2-280 0,-1-4-236 16,10 0-168-16,3-7-4 0,4-8-48 15,7-8-4-15,5-2-128 0,4-9-120 0,8-6-28 16,0 3-56-16,0-1-16 15,-5 9 220-15,-7 7 72 0,-8 9 108 16,-5 10 108-16,-6 6 132 0,-5 13-8 0,-4 10 56 16,-5 5 4-16,-3 7 8 0,-4 4 24 15,0 5-68-15,0-2-112 16,-4-1-144-16,1-2-132 0,-1-4-256 0,-4-7-204 0,-1-2-288 16,2-7-332-16,-5 3-1277 15,4-9-4119-15,0 10-5493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cm"/>
          <inkml:channel name="T" type="integer" max="2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cm"/>
          <inkml:channelProperty channel="T" name="resolution" value="1" units="1/dev"/>
        </inkml:channelProperties>
      </inkml:inkSource>
      <inkml:timestamp xml:id="ts0" timeString="2023-07-06T02:52:1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8781 7217 10953 0,'0'0'2144'0,"0"0"-1320"16,0 0-644-16,0 0 136 0,0 0 896 0,0 0 56 15,91 98 108-15,-55-50-516 0,0 2-196 16,4 8-260-16,0 5-124 0,-4 4-96 0,-5 3-52 16,-3 0-80-16,0-4-44 15,-3-2-8-15,-6-13-52 0,5-13-20 0,-8-10-60 16,4-12-40-16,0-7-304 0,0-9-248 16,-4-6-272-16,4-13-744 0,-5 3-1408 15,9-28-2689-15</inkml:trace>
  <inkml:trace contextRef="#ctx0" brushRef="#br0">9374 7264 5836 0,'0'0'7017'0,"0"0"-5073"0,-51 64-1200 0,27-29-180 16,-4 9 128-16,0 6 500 0,-8 8-108 15,1 5-164-15,-1 8-432 0,-5-2-276 0,-2 1-212 16,3 3-96-16,0-6-172 0,4-7-16 15,4-5-108-15,8-15 136 16,5-8-124-16,6-13-64 0,6-6-236 0,3-10-772 16,0-3-212-16,4-9-536 0,-4-1-2273 15,4-25-1195-15</inkml:trace>
  <inkml:trace contextRef="#ctx0" brushRef="#br0">9725 6810 2568 0,'0'0'6952'0,"76"-25"-5944"0,-36 18-67 16,0 4 431-16,3 3 16 0,-7 0-140 15,-4 10-532-15,-8 5-336 0,-4 2-232 16,-8 4-148-16,-8 5 8 0,-4 6 4 15,-8 6 76-15,-12 3-24 0,-4 8-64 16,-7-2-4-16,-1-1-84 0,4 0-76 16,4-12 160-16,3-5 4 0,10-13 324 0,7-6 100 15,4-8 12-15,0-2-4 0,0 4-88 16,0-1-96-16,11 0 84 0,6 4-100 0,2-4-36 16,13 0-12-16,5 0 12 15,6-3-48-15,5 0-148 0,3-3-88 0,5-3-108 16,0-1-208-16,4 1-456 15,-4 0-440-15,-1-1-844 0,-14 0-2793 0,10 1-3711 16</inkml:trace>
  <inkml:trace contextRef="#ctx0" brushRef="#br0">10510 7817 8128 0,'0'0'7357'0,"0"0"-6225"16,0 0-656-16,0 0-464 0,0 0-12 15,0 0 272-15,0 0 212 0,0 0 48 16,88-13-140-16,-57 10-300 0,5-1-92 0,0 1-100 16,1 0-60-16,-2 0-72 0,5 0-188 15,-4 0-312-15,4-1-396 0,0 1-572 0,-5 0-1352 16,-11 0-4913-16,4-3 5069 0</inkml:trace>
  <inkml:trace contextRef="#ctx0" brushRef="#br0">11602 6689 4712 0,'0'0'7213'16,"0"0"-6329"-16,0 0-884 0,0 0 4 0,0 0 356 15,0 0 1100-15,43 105 128 0,-30-45-352 16,-1 10-348-16,-1 13-172 16,-2 9 32-16,-1 9-100 0,-8 5-184 0,0-5-160 0,-8-2-120 15,-5-4-76-15,2-13-96 0,3-9 84 16,3-10-24-16,5-11 16 15,0-8-40-15,5-12-44 0,-1-4-4 0,4-6-4 16,-5-9-4-16,1-4-100 16,-4-2 8-16,4-4-20 0,-4-3 120 15,4 0-48-15,1-5 12 0,3-6-76 0,3-8-8 16,6-3-100-16,2-7 24 0,1-3-84 0,0 7-24 16,0 0 132-16,-4 9 48 0,3 3-32 15,-6 7-52-15,7 6 36 16,-4 0 172-16,0 6 80 0,3 7 32 0,-2 3-28 15,-2 1-20-15,-2 1-64 0,-6-3 48 16,1 5-24-16,0-1-12 0,-3 0 48 16,-5-3-12-16,0 3-32 0,-5-4 104 0,-7-2-20 15,-4 4 32-15,-3-2 16 0,-2-5-64 16,-3 2-24-16,-3-5-8 16,-1-1-52-16,-4-4-4 0,4-2 0 15,-3 0 0-15,-1-8-120 0,4-5-132 0,-4-3-160 16,4-3-296-16,0 0-200 0,4-3-416 15,0 0-960-15,12-4-2333 0,1 11-3287 16,11-11 7624-16</inkml:trace>
  <inkml:trace contextRef="#ctx0" brushRef="#br0">14255 6353 7960 0,'0'0'5025'15,"0"0"-4121"-15,0 0 172 0,36 66 260 0,-19-26-52 16,-2 4 12-16,1 9-276 15,-8 8-68-15,0 6-236 0,-4 5-143 0,-4 4 19 16,0 3 0-16,-4-2-288 0,-8 2-184 16,0-3-68-16,-4-6-52 0,4-6-8 0,0-10-4 15,8-13-36-15,0-9-12 16,1-12-24-16,3-8 24 0,0-3-12 16,0-5-16-16,0-4 40 0,0 0 36 15,0-7-192-15,3-6 60 0,1-9-88 0,8-7 76 16,4-6 8-16,0-2-140 0,8 2-17 15,0 6 121-15,4 11 28 0,0 11-52 16,0 7 40-16,0 7 156 0,-1 7 12 16,1 9 168-16,-4 2-8 0,-4 4 8 15,-4 3 40-15,-8-1-51 0,-4 1 15 16,-4-4 8-16,-8 5-8 0,-8-8-52 0,0 1 24 16,-7-5-48-16,-2-1-84 15,1-5 40-15,-4-2-52 0,0-7-4 0,0-2-216 16,0-4-132-16,0-7-120 15,5-2-77-15,3-10-95 0,5-4-164 16,2-9-876-16,13-1-684 0,0-9-2204 0,4 10-2137 16</inkml:trace>
  <inkml:trace contextRef="#ctx0" brushRef="#br0">15387 6778 8128 0,'0'0'7053'0,"0"0"-5557"15,4 74-488-15,-20-37 28 0,-4 15 116 16,-11 4-40-16,3 6-27 0,-9-4-385 0,14 7-240 16,3-9-204-16,4 2-172 0,7-7-84 15,9-1-48-15,0-5 0 16,4-5-52-16,17-4 28 0,3-11-48 16,7 1-48-16,9-10-64 0,0-7-108 0,0-2-84 15,0-7-25-15,-5-4-75 0,-7-5-108 16,0-10-360-16,-11 0-932 15,-6 3-2336-15,-7-15-2297 0</inkml:trace>
  <inkml:trace contextRef="#ctx0" brushRef="#br0">15247 7271 14605 0,'0'0'2388'0,"0"0"-1608"0,0 0-248 15,0 0 148-15,92 15-56 0,-49-18 72 16,13-13-48-16,8-6-500 0,5-6-148 0,-6-4-84 15,5-3-172-15,-8-4-512 16,-1 5-532-16,-15 6-1096 0,16-21-4153 16</inkml:trace>
  <inkml:trace contextRef="#ctx0" brushRef="#br0">16280 6652 6308 0,'0'0'9605'0,"0"0"-8625"0,111-30-968 16,-59 18 100-16,8-1 188 0,-1 1 220 0,1 2-76 15,-4 4-284-15,-1 0-160 16,1-4-136-16,0 4-208 0,-4-5-900 16,-4 3-604-16,-13 2-2193 15,6-7-2807-15</inkml:trace>
  <inkml:trace contextRef="#ctx0" brushRef="#br0">16658 6673 2948 0,'0'0'11833'15,"-40"74"-10157"-15,28-30-460 0,4 7 216 0,-3 13 76 16,-2 2 121-16,9 4-333 0,-4-1-452 16,5 5-372-16,-1-5-220 0,-1 1-156 0,1-6-96 15,4-7 0-15,0-6-96 0,0-11 0 16,0-1-48-16,9-10-280 15,-2-4-240-15,1-5-108 0,-4-8-112 0,4-2-177 16,-8-10-795-16,0 0-2080 0,0 0-2237 16,0-19-2231-16</inkml:trace>
  <inkml:trace contextRef="#ctx0" brushRef="#br0">16538 7172 14289 0,'0'0'3140'0,"0"0"-1680"15,0 0-480-15,100 28 120 0,-60-21-444 0,0-4-267 0,7-3-133 16,9 0-256-16,4-10-12 16,7-2-256-16,6-1-289 0,-6-3-223 15,9-2-308-15,-8 1-1072 0,-17 4-3464 0,22-6-5349 16</inkml:trace>
  <inkml:trace contextRef="#ctx0" brushRef="#br0">8000 9293 12045 0,'0'0'4496'16,"0"0"-3548"-16,0 0-132 0,0 0-556 0,0 0 440 16,0 0 328-16,83 25-296 0,-14-25 109 15,6-12-233-15,9-1-248 0,0-6-56 0,-1 0-124 16,1 0-32-16,-13 0-148 0,-2 3-56 15,-14 3-44-15,-3 0-152 16,-17 1-124-16,-3 2-120 0,-11 4-209 0,-10 0-271 16,-2 6-320-16,-9-3-644 0,-17 3-824 15,6 0-2353-15,-30 0-3203 0</inkml:trace>
  <inkml:trace contextRef="#ctx0" brushRef="#br0">8235 9268 4700 0,'0'0'7541'16,"0"0"-6477"-16,-4 101-264 0,13-50 276 0,2 12 432 16,1 14-92-16,-4 6-196 0,4 2-488 15,-8 7-268-15,3 3-280 0,-3-3-60 0,1-6-76 16,-5-3 24-16,0-10-72 16,0-10 0-16,0-9-48 0,0-13-100 0,4-5 76 15,4-14-76-15,-4-11-132 0,3 0-344 0,2-11-184 16,-1 0-56-16,-4-6-316 15,3-10-936-15,-3 0-2017 0,-4-22-2127 16</inkml:trace>
  <inkml:trace contextRef="#ctx0" brushRef="#br0">8307 9876 13817 0,'0'0'2576'0,"0"0"-1580"0,0 0-796 15,0 0 404-15,88 30 664 0,-56-24-544 16,3-3-164-16,5 0-268 0,8-3-144 15,-1-9-64-15,9-4-84 0,0-7-112 16,-4-1-292-16,0-5-672 0,0-2-360 0,-9-1-984 16,-11 10-2665-16,4-12-3951 0</inkml:trace>
  <inkml:trace contextRef="#ctx0" brushRef="#br0">9594 9220 1120 0,'0'0'12121'0,"0"0"-10385"15,0 0-604-15,0 0-1044 0,0 0-8 16,0 0 380-16,-76 101 276 0,56-50 128 0,-3 13 48 15,6 6-348-15,2 12-148 16,2 6-72-16,2 5-116 0,-2 2 80 0,5-6-16 16,4-6 36-16,1-7-75 0,3-9-177 15,0-14-8-15,11-11-68 0,6-10-84 16,7-4-149-16,-1-12 109 0,14-3-32 0,-2-7-220 16,5-3-88-16,3-3-136 15,2-3-208-15,-2-9-212 0,-2-4-468 0,-2 0-920 16,-11 0-2165-16,4-10-2407 0</inkml:trace>
  <inkml:trace contextRef="#ctx0" brushRef="#br0">10036 9131 11729 0,'0'0'2908'0,"0"0"-1988"0,32 70-468 0,-20-26 352 16,0 7 400-16,-4 10-56 0,-8 6 112 16,0-1-312-16,0 4-191 0,0-1-273 15,-4 1-180-15,-4-6-112 0,3-3-60 0,-2-4-36 16,-1-10-20-16,4-6-4 15,0-11-36-15,4-9-36 0,0-12-96 0,0-2-52 16,0-7-8-16,0 0-124 0,0 0-44 16,0-4 140-16,4-2 180 15,0-3 4-15,4-7 0 0,4 3-56 0,0-3-136 0,-1 3-65 16,2 4 61-16,-2 6 64 16,1 0-16-16,1 3 16 0,7 0 132 15,-5 6-4-15,6 3 4 0,-2 4-8 0,1-3-76 16,-3 2 8-16,-2-2 76 15,-3 3 12-15,-4-4 0 0,-4 4 100 0,-4-3-64 16,0 3 48-16,-8-1 100 0,-8 4 0 16,-4 0-120-16,-3 0-76 15,-9-1-124-15,4 1-56 0,-4-3-208 0,0 0-188 16,0-10-132-16,4 0-200 0,4-6-424 16,0-13-808-16,4-6-1024 0,4-10-1981 15,5 7-891-15,2-30 5632 0</inkml:trace>
  <inkml:trace contextRef="#ctx0" brushRef="#br0">10626 9451 7432 0,'0'0'7585'16,"0"0"-6417"-16,56 77-364 0,-32-45 40 15,-1 12 364-15,-7-2-264 0,0 2-52 16,-4 0-212-16,-4 1-339 0,0 0-85 15,-4-5-136-15,4 5-120 16,-8-4 0-16,-4-3-96 0,-8 0 12 0,-4 0-100 16,-4-3-157-16,-8 3-143 0,-4-3 32 15,-7 4-112-15,-2-4-24 0,2-5-12 16,-5 0-152-16,5-5-516 0,-6-6-780 0,13-10-1176 16,-7-9-4177-16</inkml:trace>
  <inkml:trace contextRef="#ctx0" brushRef="#br0">11845 9038 5348 0,'0'0'7549'16,"0"0"-6609"-16,0 0-940 0,0 0 116 15,0 0 12-15,0 0 452 0,-40 100 340 0,20-44 152 16,-4 18-376-16,-4 18-164 16,-4 12-112-16,-3 11-220 0,-6 12-40 15,-6 6-148-15,-1 3 36 0,-3 1 0 0,2-6-40 16,2-11-8-16,7-12-132 0,8-16 120 16,9-19-48-16,6-13 0 0,9-15-188 15,5-10 64-15,3-12-104 16,7-11-156-16,5-5-268 0,8-7-256 0,0-14-496 15,7-8-664-15,1-13-1061 0,-4 6-2579 0,4-24 2804 16</inkml:trace>
  <inkml:trace contextRef="#ctx0" brushRef="#br0">11845 9871 144 0,'0'0'12865'0,"0"0"-11261"0,0 0-872 15,96 32-256-15,-53-29 876 0,-3 0 320 16,8-3-424-16,0 0-308 0,3-10-392 0,1-2-376 16,4-7-172-16,-4-3-124 15,0-4-484-15,0 0-256 0,-13-2-264 0,1 2-380 16,-12-2-972-16,-4 9-2053 0,-4-6-2131 0</inkml:trace>
  <inkml:trace contextRef="#ctx0" brushRef="#br0">12271 10004 10828 0,'-16'67'4525'15,"12"-20"-3809"-15,-3 7-312 0,2 10 320 16,-3 12 572-16,-3-3-360 0,-2-7-312 0,1-2-304 16,5-13-308-16,-2-6-12 15,5-7-232-15,0-13-428 0,4-6-68 16,0-6-148-16,0-10-340 0,0 0-848 0,0-3-908 15,0-9-2153-15,0-4-379 0,0-3 4632 16</inkml:trace>
  <inkml:trace contextRef="#ctx0" brushRef="#br0">12295 10303 3676 0,'0'0'11017'0,"0"0"-8981"0,0 0-940 16,104 31-160-16,-64-24 72 0,3-1-372 15,-2-3-476-15,-2-3-160 16,5-3-380-16,-4-7-332 0,0-5-256 0,-5-1-432 0,1 0-1192 15,-12 2-2853-15,0-4-3031 16</inkml:trace>
  <inkml:trace contextRef="#ctx0" brushRef="#br0">6713 9382 3160 0,'0'0'10121'0,"0"0"-8597"0,0 0-504 0,-28-67-328 16,17 51 464-16,-10 4 68 0,1 1-452 16,-3 6-208-16,-9 2-76 0,0 6 196 0,-8 13-127 15,0 15-217-15,-3 17-96 16,-2 15-4-16,2 23 4 0,-2 16 32 0,2 18-80 15,-1 14-136-15,4 6 36 0,4 2 12 16,8-8-12-16,8-10 0 0,16-23 52 16,4-25 152-16,13-18 256 0,19-21-352 15,11-17-196-15,9-11 0 0,16-9-8 16,7-12-64-16,5-12 16 0,0-6 0 16,-1-5-24-16,-6-4-36 0,-10-5-184 0,-3 3-224 15,-9 0-152-15,-10-1-164 16,-9 4-297-16,-13 0-411 0,-11 3-760 15,-8 4-876-15,0 8-1913 0,-23-9-1467 0</inkml:trace>
  <inkml:trace contextRef="#ctx0" brushRef="#br0">6586 10194 3604 0,'0'0'10705'0,"0"0"-8489"0,0 0-552 0,11 77-272 16,10-65-160-16,7-2-344 15,0-7-279-15,7-6-161 0,9-9-252 0,-4-7-136 16,4-4-60-16,-9-3-328 0,-3 1-629 15,-4 0-287-15,-4-1-544 16,-3 4-1100-16,-14 0-2225 0,1 5-1887 0</inkml:trace>
  <inkml:trace contextRef="#ctx0" brushRef="#br0">6956 10172 508 0,'0'0'13173'0,"0"71"-10885"16,0-33-1188-16,8 9-280 0,0 10 268 0,0 4-244 15,0-1-112-15,4-7-132 0,0-1-284 16,4-8-316-16,0-12-160 15,3-7-276-15,-2-6-516 0,3-9-252 0,3-7-304 16,1-3-628-16,-3-3-1776 0,10-16-2569 0</inkml:trace>
  <inkml:trace contextRef="#ctx0" brushRef="#br0">7793 9232 15409 0,'0'0'2068'0,"-32"86"-1364"0,20-29-124 15,-4 19 500-15,-8 20 300 0,5 12-91 16,-6 12-201-16,5 11-436 0,1 9-268 16,6 8-116-16,6 2-136 0,7 2 0 15,0-2-128-15,15-14 8 0,5-15-12 16,8-23-228-16,12-16 72 0,0-15-52 0,11-16-128 15,9-6-88-15,0-10 52 16,4-7-4-16,3-9-216 0,2-6-213 0,-2-13-435 16,9 0-1156-16,-20-7-2372 0,35-15-3301 15</inkml:trace>
  <inkml:trace contextRef="#ctx0" brushRef="#br0">13546 9385 5764 0,'0'0'2456'0,"79"64"737"0,-34-20-661 15,2 3-400-15,1 12-200 0,-8-7-812 16,0 3-308-16,-8-4-324 0,-5-1-100 16,1 0 40-16,0-1-40 0,-8 2-119 15,1-1-49-15,-10-2-28 0,-3 3-96 16,-8 2-32-16,-4 6-64 0,-7-3-4 0,-14 4-48 16,-2 5-92-16,-9 1 60 0,-9 0-24 15,2-3-100-15,-5-2-109 0,4-7-95 16,-3-6-160-16,3-4-88 0,8-9-200 15,4-6-400-15,4-4-1024 0,4-12-2236 16,5-4-4397-16,2-9 8281 0</inkml:trace>
  <inkml:trace contextRef="#ctx0" brushRef="#br0">15167 9855 392 0,'0'0'9912'16,"0"0"-8239"-16,0 0-241 0,0 0-212 15,0 0 152-15,0 0-256 0,0 0-336 16,45-83-136-16,-10 51 56 0,14 1-64 0,-2 3-256 15,1 9-60-15,-1 3-104 0,2 9-8 16,-14 7 0-16,1 4 36 0,0 8 12 16,-4 4 301-16,-4 3-217 0,3 0-196 15,-3 0-132-15,4 0 0 0,-4 0 60 16,0-3-60-16,0-4 76 0,0 1-16 16,4 0-12-16,4-4 24 0,-1-6-72 0,6-3 36 15,-2 0-48-15,1-6-56 0,0-3-260 16,0-9-252-16,0 1-185 0,-5-5-75 15,-7 2-112-15,-4 8-476 0,-12-1-836 16,-8 10-912-16,-4 0-1893 0,-16 6-1963 16</inkml:trace>
  <inkml:trace contextRef="#ctx0" brushRef="#br0">15410 10224 7672 0,'0'0'7137'0,"0"0"-5585"0,0 0-680 15,0 0-104-15,0 0 340 16,0 0-284-16,0 0 92 0,0 0-104 0,120 50-167 16,-44-50-257-16,3 0-168 0,9-3-112 0,0-4-56 15,-4 1-52-15,-1-6-60 16,-3 2-148-16,-5-2-336 0,2-1-257 0,-6-4-271 16,-4 5-792-16,-14 2-2724 0,14-5-2985 15</inkml:trace>
  <inkml:trace contextRef="#ctx0" brushRef="#br0">17801 9410 11461 0,'0'0'4760'15,"0"0"-3924"-15,0 0-808 0,100-35 44 16,-33 17 104-16,17 1 432 0,8 2 108 0,7 5 56 16,6 4-124-16,2 6-172 0,1 0-48 15,-5 3-124-15,-11 10-156 0,-12-4-148 16,-13 7-40-16,-15 3-108 0,-16 0 16 16,-17 6 8-16,-6 5 28 0,-13 1-112 15,-20 10-172-15,-16 7 64 0,-12 6 132 16,-12 10 12-16,-15 2 28 0,-9 4 56 15,-4 6 48-15,-4-3 40 0,-3 0 72 16,7 0 28-16,5-3 280 0,10-6 132 16,15-4-12-16,17-7 0 0,17-1 145 0,12-14 43 15,16-4-228-15,20-5 24 0,20-4 192 16,8-5-304-16,15-11-188 0,14-3-76 16,6-6-36-16,1-9-72 0,4-10-108 0,-2-3-36 15,-6-4-136-15,-7-2-164 16,-6-8-184-16,-11 3-148 0,-4-7-121 0,-13 6-539 15,-11-1-948-15,-12 9-1908 0,-4-9-1677 16</inkml:trace>
  <inkml:trace contextRef="#ctx0" brushRef="#br0">19089 9509 4484 0,'0'0'8041'0,"0"0"-6945"0,0 0-396 15,-45 79 8-15,22-38 652 0,-9 13-28 16,-8 3-112-16,-4 10-276 16,0 2-404-16,-7 5-164 0,-5 2-156 0,4-3-168 15,-4-3-52-15,1-7-144 0,3-2-308 16,3-7-148-16,10-7-108 0,7-5 16 16,8-10-296-16,8-7-1116 0,16-12-932 0,4-13-1757 15,8 0-1011-15,23-23 5036 0</inkml:trace>
  <inkml:trace contextRef="#ctx0" brushRef="#br0">19443 10179 3676 0,'0'0'10557'16,"0"0"-9181"-16,0 0-644 0,0 0-172 0,0 0-64 16,76 15 160-16,-72-8 12 15,-4 5-152-15,0 1-148 0,-8 10-60 0,-8 2-52 16,-5 7-108-16,2-1-28 0,-5 4 136 15,4-6 12-15,12-1 72 0,4-6 24 16,4-8-59-16,16-3-25 0,8-4-60 16,16-3-160-16,7-4-60 0,9-4-100 0,16-8-372 15,-5-8-341-15,13-2-395 16,-3 4-380-16,-22 1-1492 0,25-5-3257 0</inkml:trace>
  <inkml:trace contextRef="#ctx0" brushRef="#br0">18256 11643 7416 0,'0'0'8713'16,"0"0"-7425"-16,0 0-616 0,0 0-624 16,0 0-36-16,0 0 372 15,0 0 364-15,0 0 48 0,0 0-404 0,-41 66-88 0,22-34-132 16,-5 5-52-16,-8 5-44 16,0 3-28-16,-3 2 72 0,-1 5-112 15,-1-2 4-15,1 1-12 16,1-1 0-16,3-1 0 0,4-9 0 15,9 2 124-15,6-4-16 0,5 0 0 0,8-3-32 0,0 3 45 16,12-6 23-16,4 3-20 0,8-4 140 16,0-2 52-16,7-1-184 0,6-2-132 15,3-5-136-15,-1-2-80 16,13-2-88-16,-4-4-257 16,4-7-155-16,0 0-312 0,-5 1-716 0,-11-4-1996 15,4 3-1757-15</inkml:trace>
  <inkml:trace contextRef="#ctx0" brushRef="#br0">19311 11496 10272 0,'0'0'1405'0,"0"0"-73"15,0 0-376-15,0 0-32 0,0 0 20 16,0 0-100-16,0 0 164 0,0 0 300 0,56 80-376 16,-44-33-300-16,-8 14-132 0,-4 8-184 15,0 4 0-15,-8 1-83 16,-3-2 11-16,-2-1-16 0,1-8-128 0,5-9-40 0,-2-10-60 16,5-9-84-16,4-9-28 15,0-7 52-15,4-10 0 0,5-2-208 0,-2-4-73 16,5-3 101-16,1 0-4 0,2-6 48 15,-3-7 0-15,4-3 0 0,0-6 28 16,0-1 20-16,0 2-72 0,-4-2 24 0,4 4 36 16,-4 6 52-16,4 5 72 15,-4 3 36-15,3 5 196 0,-2 5 36 16,2 3 0-16,-2 2-24 0,2 5-24 0,-2 2-52 16,-2 2 28-16,-3 3-100 15,1-3 0-15,-5 0-12 0,-4 3-40 16,0-3 68-16,0 0-4 0,-4 3-12 0,-5-3 12 15,-6-2-60-15,-2-1 52 0,2-7-52 16,-9 1-4-16,-1-4-8 16,1-3-4-16,1-3-60 0,-1 0-32 0,4-14-112 15,0 2-120-15,0-9-208 0,9-5-148 0,2-6-92 16,9-6-524-16,0-3-1056 16,9-1-1873-16,6 2-1295 0,-3 8 324 15</inkml:trace>
  <inkml:trace contextRef="#ctx0" brushRef="#br0">20052 11919 9788 0,'0'0'1597'0,"0"0"-365"16,0 0-56-16,28 85 380 0,-24-46-164 16,-4 2-336-16,0 3-240 0,0 0-188 15,0 0-200-15,0-4-220 0,-4-9-128 16,4 1-80-16,0-7-112 0,0-5-72 15,0-1-232-15,0-11-272 0,0-2-340 16,0-1-720-16,8-5-2304 16,1-7-2449-16</inkml:trace>
  <inkml:trace contextRef="#ctx0" brushRef="#br0">20215 12128 6900 0,'0'0'6737'16,"0"0"-5353"-16,0 0-668 0,0 0-264 15,0 0 288-15,0 0 128 0,0 0 208 0,0 0-144 16,101 6-344-16,-58-6-248 16,6 0-108-16,2 0-96 0,1-6-124 0,0 0-12 15,-1-4-8-15,1 4-104 0,-4-7-376 16,-4 4-328-16,-9-4-68 0,1 0-240 0,-4 1-716 16,-12 3-1968-16,1-5-2325 15</inkml:trace>
  <inkml:trace contextRef="#ctx0" brushRef="#br0">20898 11878 13333 0,'0'0'1736'0,"0"0"-1192"0,0 0-92 16,0 0 100-16,86 56 272 0,-54-40-20 16,0 0-348-16,-4 1-296 0,4-3-112 0,-8 3-48 15,0 2-8-15,-8 4-52 16,-4-1-100-16,-8 0 60 0,-4 6-196 15,-8 1-24-15,-12-1-40 0,-8 3 60 0,-8 2 28 16,-3 2-76-16,-6-4-196 0,6-2-308 16,3-4-820-16,8-5-1185 0,8-7-2003 15,12-7-84-15,8-6 4580 0</inkml:trace>
  <inkml:trace contextRef="#ctx0" brushRef="#br0">18952 12074 5916 0,'0'0'7429'0,"0"0"-6309"0,0 0-552 16,25 76-292-16,-13-47 492 15,0 3 596-15,-1 0-400 0,2 3-324 0,-2-4-260 0,6-1-124 16,2-5-84-16,5-3-36 16,0-4-40-16,0-6-20 0,4-5-64 15,-4-3-12-15,4-4 0 0,0-11-148 0,-4-8-24 16,-4-6-132-16,-1-3-76 15,-6-4 48-15,-5-2 148 0,-5-5 168 0,-3 2-44 16,0-1 60-16,0-7 0 0,0 0 0 16,-3-6-48-16,-5 0-288 0,-5-2-8 15,2-1-4-15,-10 3-36 0,1-3-28 16,-7 6 188-16,-1 4 36 0,-4-1 188 0,0 7 4 16,-4 3 108-16,4 4-12 0,0 2 88 15,4 4 136-15,1 3-112 16,-1 2 12-16,8 1-164 0,3 4-52 0,2 4 0 15,7 2 0-15,4 6 80 0,4 1 24 16,0 2-48-16,0 0 60 0,0-4-4 16,0 4-44-16,8-3 36 0,0-1-104 15,3 1 164-15,2 0 24 0,2-3 4 16,6-1-68-16,3-2-44 0,4-1 36 0,0 1 20 16,11-4-20-16,5-2-76 0,8-1-40 15,8-3-8-15,7-1-4 16,6 1-44-16,10 4 48 0,4-2-4 0,5 5-56 15,-4-1-124-15,0 3 12 0,-5 4-76 16,-7 0-308-16,-9 3-508 0,-7 3-592 0,-20 0-2160 16,8 0-2825-16</inkml:trace>
  <inkml:trace contextRef="#ctx0" brushRef="#br0">21710 12023 3464 0,'0'0'8821'0,"0"0"-7201"0,0 0-532 16,0 0 56-16,0 0 356 0,0 0-352 15,0 0-128-15,0 0-260 0,0 0-128 16,0 0-268-16,0 0-59 0,0 0-13 0,0 0 264 15,0 0-24-15,0 0-228 0,0 0-196 16,88 74-104-16,-64-68-4 0,-9 0-84 16,6-3-84-16,-6 0-136 0,5-3-144 15,1 0-72-15,-2 0-173 0,1-6-123 16,4-6-284-16,-1-1-888 0,-6 0-2272 0,3-6-2473 16</inkml:trace>
  <inkml:trace contextRef="#ctx0" brushRef="#br0">22324 11912 6412 0,'0'0'4176'0,"0"0"-2299"0,0 0-601 0,39 66-300 16,-22-36 444-16,-2 1 216 0,2 1-524 0,-2 0-168 16,1-3-404-16,4-1-236 15,-4-3-60-15,8 1 12 0,-5-7-76 16,2 0 40-16,3-6 36 0,0-1 1 0,-5-2 31 15,2-4-56-15,-6 1-124 16,1-4-96-16,-8-3 0 0,-4 0 24 0,0 0-36 16,-4 0-4-16,0 0 4 0,0-10 136 15,0-2-136-15,0-8-8 0,0-1-80 16,-4-8 76-16,4-3-24 0,0 0-36 0,0-3-36 16,0-3-52-16,4-3 4 15,1 0-60-15,2-1-41 0,1 1 13 16,0 0-12-16,-4 2 24 0,1-2-36 0,-2 6 112 15,1 0 8-15,-4 1-36 0,0 2-36 16,0 3 0-16,-4 4 160 16,4-1-48-16,0 7 100 0,-3 0 0 0,3 0-88 15,0 7 12-15,0-1-28 0,3 0 100 16,5 4-48-16,-4 2-40 0,4-3 28 16,4 5 72-16,0-1 44 0,8-5 104 15,-1 5-28-15,2 0-20 0,7 0-40 0,3 2-56 16,5 1-4-16,4-1-4 0,8 2-68 15,0 2-40-15,3 0 16 0,1-3 32 16,1 3-20-16,2 0-64 0,0-3-48 16,-2 3-52-16,-1-4-36 0,-9 1-48 15,-3-1-4-15,-9 2-272 0,-3-2-556 0,-7 1-516 16,-1 3-384-16,-12-3-645 16,-1 3-1947-16</inkml:trace>
  <inkml:trace contextRef="#ctx0" brushRef="#br0">23132 11614 1772 0,'0'0'6128'0,"0"0"-4016"0,0 0-927 16,0 0-117-16,0 0 220 16,4 92 232-16,-8-61-196 0,-7 4-276 0,2 4-368 15,1 1-224-15,-3-1-124 0,3-1-96 16,-5-2-64-16,6-5-64 16,-1-3-100-16,4-2-8 0,-1-4-48 0,-2-6 36 15,7-3-48-15,0-4-16 0,0-3 28 16,0-2 0-16,0-4-40 0,0 0-220 0,7 0-12 15,2-4 136-15,3-2 108 16,4 0-36-16,3 0-24 0,-2-4 0 16,-2 4 24-16,-2 6-12 0,-2 0-12 0,-3 0 136 15,5 6 176-15,-6 7 96 0,1-4-124 16,0 4-84-16,-3-1-4 0,2 1-48 16,-7-3 48-16,4 2 4 0,-4-5-56 0,0 2 40 15,0-3 4-15,0-2-40 16,-4 3-12-16,-8-5-148 0,-4-2 0 15,-4 0-40-15,-3 0-120 0,-1-2-76 0,0-5-28 16,3-5-24-16,6-5-196 0,-2-2-412 16,10-6-992-16,3-4-601 0,4-2-1559 15,0 6-444-15,4-11 4000 0</inkml:trace>
  <inkml:trace contextRef="#ctx0" brushRef="#br0">24073 11455 7688 0,'0'0'5877'16,"0"0"-4533"-16,0 0-752 0,0 0-276 16,0 0 1036-16,0 0-248 0,0 0 28 15,0 0-252-15,68 67-244 0,-40-52-160 0,3 1-88 16,5 0 1-16,0 0 59 15,-1 3-180-15,1-3-124 0,1 3-48 16,-5-3 12-16,0 3 12 0,-4-3-56 0,0 0-64 16,-9 3-8-16,1-3-56 15,-4 0-8-15,-4 3 12 0,-8 0 48 16,0 2-60-16,-4 2 72 0,-8 0-60 0,-4 2-36 16,-8 0 0-16,-4 0-16 0,-8 4-176 15,-7-4-136-15,-2 4-65 16,-6 0-131-16,-1-4-160 0,-8 4-288 0,5-4-1344 15,10-6-2532-15,-19 10-3153 0</inkml:trace>
  <inkml:trace contextRef="#ctx0" brushRef="#br0">21259 6296 1396 0,'0'0'11545'0,"0"0"-9753"16,0 0-520-16,0 0-304 0,0 0 764 15,45 89 252-15,-26-42-559 0,1 10-169 16,-3 4-324-16,2-4-268 0,-2 0-232 16,2-12-132-16,1-7-20 0,0-10-124 0,0-9-72 15,4-9-72-15,0-10 0 0,4 0 204 16,4-16-124-16,0-9-92 0,3-7-168 15,-3-10-144-15,-4-2-40 0,-8-4 100 16,-4 4 24-16,-5 2-12 0,-2 1 20 0,-1 10-20 16,-4 5 24-16,-1 7 96 15,1 13 60-15,5 6 60 0,-5 6 36 16,0 10 288-16,3 9-32 0,1 4-64 0,1 6-48 16,-1 0 72-16,-5 3 60 0,5-6-44 15,5-7-76-15,-2-6-36 16,6-13-96-16,-2-6-56 0,5 0 4 0,5-19-8 15,-2-6 0-15,5-10-144 0,-4-6-144 16,0-7-88-16,-5-6-248 16,-2-3-88-16,-6-1-520 0,-2-2-809 0,-9-6-1935 15,0 15-1704-15,0-41-3517 0</inkml:trace>
  <inkml:trace contextRef="#ctx0" brushRef="#br0">22300 5403 15001 0,'0'0'2552'15,"0"0"-1732"-15,52 93-328 0,-37-46 48 16,-2 13 1024-16,-6 7 17 0,1 3-277 0,-4 6-436 16,0 0-324-16,-4 4-232 0,5 2-84 15,-5 0-116-15,0-2-100 0,-9-7-12 16,5-6-72-16,0-6-12 0,4-11-108 16,0-12-96-16,0-7-24 0,4-11-4 15,4-4 100-15,1-13-24 0,6-3 120 16,-2-3 108-16,6-16-88 0,5-6 52 0,-4-4-96 15,3-3-72-15,-2 0-76 16,-5 7 28-16,-1 3-4 0,-2 9 4 16,-5 7 68-16,-1 3 16 0,-3 3 4 0,4 9 176 15,-3 4 328-15,-1 3-24 16,0-1-52-16,-1 5 4 0,1-5 8 0,0 1-68 0,0-6-160 16,0-4-36-16,5-3-108 15,-2 0 8-15,5-3-212 0,4-3-344 16,0-6-289-16,4-1-1107 0,4-1-1764 0,-5 0-340 15,2 2-485-15,-1 2-391 16,-1 4 3740-16,1 0 1288 0,-3 3 4 0,-2 0 0 16,2 0 2036-16,-2 0-1412 0,-7 0 7665 15,8-4-5913-15,-4 1-880 0,8-3-488 16,0 0 52-16,3-1-120 0,2-2-92 16,-1 3-268-16,0-4-336 0,4 1-160 15,-5-1-84-15,1 1-60 0,-4-4-172 16,0 1-284-16,-4-1-36 0,-4-4 44 15,-4 5 248-15,-4-1 88 0,-4 0 0 16,-4 4 156-16,-12-1 16 0,-4 1 0 16,-7 2 188-16,-1 4 60 0,-4 3 12 0,-5 6 60 15,10 11 60-15,-1 11 52 0,0 8 56 16,4 8 88-16,4 0 520 0,4 4-331 16,4-1-25-16,4-5-88 0,4-7-364 0,4-4-188 15,0-12-100-15,12-3-84 0,0-10 68 16,8-6-104-16,4-3-180 15,8-12-292-15,-1-11-292 0,5-6-357 0,1-5-915 16,-1-1-2016-16,-1-4-1141 0,1 0-1211 16</inkml:trace>
  <inkml:trace contextRef="#ctx0" brushRef="#br0">23419 6226 4680 0,'0'0'2060'0,"0"0"6561"0,0 0-6121 16,0 0-1268-16,0 0-396 0,68 89-8 0,-64-61 60 15,0 4 193-15,-4-3-417 0,4-4-444 16,-4-2-156-16,4-5-64 15,0-2-72-15,4-3-48 0,4-3-4 0,3-8 16 16,2-2 12-16,3 0-48 0,-1-6-100 16,5-7-108-16,4-2 52 0,0-3 104 15,0-2 27-15,0 0-135 0,0 1-76 0,-1 4 140 16,-3 2 80-16,-3 7-120 0,3-1 12 16,-9 1 136-16,2 6 132 15,2 0 12-15,-3 0 72 0,-4 0 28 0,4 0-112 16,0 0 4-16,-4-3 68 0,0 0-72 15,-4 3-24 1,0-4-488-16,-8 1-964 0,4-1-1712 16,-4 2-4017-16</inkml:trace>
  <inkml:trace contextRef="#ctx0" brushRef="#br0">24292 6429 2736 0,'0'0'808'0,"0"0"4716"0,0 0-4064 16,0 0-239-16,0 0 111 0,0 0 68 15,0 0 212-15,0 0-200 0,0 0-272 16,0 0-320-16,0 0-168 0,79 57-92 0,-59-57-108 15,8 0-40-15,0-6-156 16,4-7-147-16,4-6-109 0,-8-3-185 0,0 0-279 16,-4-1 112-16,-12 5-100 0,-5 2 148 15,-7 3 20-15,-4 1-32 0,-11 1-116 16,-5 5 200-16,-8-1 208 0,-8 7 24 0,-3 7 72 16,-2 10 112-16,1 4 100 15,5 8 168-15,3 9-48 0,4 6-12 16,4 5-148-16,8 1 12 15,4 4-12-15,8-7-4 0,4-9-140 16,16-6-100-16,16-13-64 0,4-6 16 0,15-13-84 16,9-3-148-16,12-14-416 0,0-8-328 0,-16 3-1360 15,28-22-5029-15</inkml:trace>
  <inkml:trace contextRef="#ctx0" brushRef="#br0">25886 5892 4528 0,'0'0'8249'0,"0"0"-6153"0,0 0-308 0,-37 96-644 15,37-52-84-15,4 10 8 16,5 0-128-16,6 0-224 0,6-3-215 16,-1-4-249-16,3-8-104 0,5-7-100 0,4-7 24 15,0-3 24-15,3-6-36 0,2-3-52 16,-5-4 4-16,0-5-4 15,-9-4-4-15,1 0 0 0,-4-7 44 0,-4-3-36 16,0-8-4-16,-4-5-8 0,-4-2-108 16,0-10-24-16,-4-7-100 0,-4-8 28 0,0-7-28 15,0-6-21-15,-4-8-75 0,-4-2-16 16,0-2 16-16,0 4 144 0,0 5 16 16,1 9 104-16,7 9 12 0,-5 10 52 15,5 9 48-15,0 10-48 0,0 5 12 16,0 9-8-16,5 2 0 0,-2 3 68 0,5 0-24 15,8 0 0-15,8 0 88 16,4 0-16-16,7 6 28 0,6 1-40 16,2-5 4-16,9 2-28 0,0-1-60 0,7-3-24 15,1 0-72-15,0 0-52 0,0 0-132 16,-4 0-244-16,-4 0-112 0,-9 0-100 0,-3 3-684 16,-8 0-1084-16,-12 1-1989 0,-4 2-1651 15</inkml:trace>
  <inkml:trace contextRef="#ctx0" brushRef="#br0">26714 5686 3372 0,'0'0'10077'0,"0"0"-8341"16,0 0-1272-16,0 0-176 0,0 70 44 15,0-32 504-15,-4 10 576 0,-4 2-320 0,-3 8-468 16,-2 2-268-16,2-3-76 16,-6-2-36-16,9-8-100 0,-3-6-144 15,7-6-44-15,4-10-40 0,0-9 8 0,4-4 28 16,11-7-148-16,2-3-216 0,2-2 144 16,1-7 60-16,1 1 196 0,-2-6-112 15,1 2-60-15,-3 4 0 0,-6 3-36 0,1 3-40 16,0 0 236-16,0 9 24 0,-1 7 160 15,-2-4-60-15,-5 7 32 0,0 0-132 16,0-2 0-16,-4-4 84 0,0-1 52 16,0-2-28-16,0-7-20 0,0 0-28 15,0-3 88-15,-12 0 60 0,-4 0-196 0,-4-6-12 16,-11-1-296-16,-2 1-156 16,1-6-4-16,-4 2-84 0,4-7-424 0,-3 3-752 15,-1-5-2216-15,8 2-2617 0,-12-8 1957 16</inkml:trace>
  <inkml:trace contextRef="#ctx0" brushRef="#br0">28153 5813 8232 0,'0'0'2897'16,"0"0"-1485"0,0 0-84-16,76 41-228 0,-57-9 500 0,-3 10-48 15,-8 2-260-15,-8 6-312 0,0 1-300 0,-4 0-192 16,-3-6-99-16,3-7-169 0,-1-10-220 16,1-2-64-16,0-7-84 0,4-10-361 15,0-6-235-15,0 1-184 0,-4-4-188 0,0-7-1056 16,1-5-3437-16,-1 2-4631 15</inkml:trace>
  <inkml:trace contextRef="#ctx0" brushRef="#br0">28240 5616 5196 0,'0'0'7757'0,"0"0"-6445"0,0 0-1312 0,100-3-216 16,-61 0-712-16,-2 0-532 0,-1-4-1445 15,-8 5-3259-15,15-5 5016 0</inkml:trace>
  <inkml:trace contextRef="#ctx0" brushRef="#br0">28869 5848 13417 0,'0'0'4056'16,"0"0"-3412"-16,-47 67-436 0,27-46 300 15,1 2 1012-15,-2-1-232 0,10-6-523 0,-2 3-605 16,9-6-160-16,0 3-84 0,4 0 72 15,4 0-112-15,13 3-20 0,2 0-293 16,9-3 253-16,8 0 64 0,-4 0 48 16,3-1 20-16,-3-2 52 0,1 0 4 15,-10-1 0-15,-3-2 84 0,-4-1 4 16,-8 4-92-16,-8 0-12 0,0-1 4 0,-12 4-76 16,-7 0-332-16,-6 1-144 15,-6-5 36-15,-1-3-16 16,0 1-196-16,0-7-492 0,8-3-1492 0,-12 0-3621 0</inkml:trace>
  <inkml:trace contextRef="#ctx0" brushRef="#br0">26257 7429 6656 0,'0'0'1272'0,"0"0"1809"16,0 0-1553-16,0 0-392 15,0 0 120-15,-81 25 452 0,65 1-340 0,-3 5-432 16,2 14-200-16,2 3-72 0,2 5 128 15,6-2-208-15,3-6-147 0,4-7-209 16,8-12-120-16,8-11-108 0,3-9-136 16,9-6-44-16,0 0 172 0,4-12-4 0,4-10-172 15,-4-4-169-15,4-5-195 0,-8-1 0 16,-1 0-24-16,-3 1 8 0,-7 5-52 16,-2 4-172-16,-2 0 268 0,-6 3 72 15,1 6 200-15,-4 6 248 0,0 5-12 16,-4 2 24-16,5 2 276 0,2 11 320 15,-3 6 184-15,4 7-116 0,-4-1-96 16,5 6-104-16,-6 1 0 0,5-3-24 16,0 0-416-16,8-4-36 0,0-6-316 15,8 0-308-15,4-10-244 0,0 1-180 0,4-7-964 16,-4-3-2164-16,-4 0-2897 0,8-6 4061 16</inkml:trace>
  <inkml:trace contextRef="#ctx0" brushRef="#br0">27647 7496 3484 0,'0'0'9129'0,"0"0"-7205"16,0 0-892-16,79-10-88 0,-43 10 300 16,4 0-48-16,0 3-116 0,-1 4-408 15,-3 0-280-15,1 1-116 0,-9 5-92 0,-9-1-184 16,-3 2-140-16,-8 2 128 0,-8 3 12 15,-4 6 48-15,-12 1-44 0,-7 6-4 16,-9 3-68-16,-9 3-44 0,6-1 40 16,-5 2 68-16,4-4 4 0,0-7 72 15,13-2-24-15,2-7 28 0,14-3 68 16,3-7 76-16,4-3-27 0,7-2 135 16,14 2-120-16,6-6-100 0,13 0-36 15,0-3-72-15,8-7-68 0,-1-7-152 0,2-1-144 16,-6-4-145-16,1 0-187 0,-4-3-292 15,0 0-844-15,-13-2-1308 0,1 5-2017 16,-7 7-819-16,-2-9 2820 0</inkml:trace>
  <inkml:trace contextRef="#ctx0" brushRef="#br0">28272 7706 8432 0,'0'0'7113'0,"0"0"-5797"0,0 0-892 0,0 0 0 15,4 72 476-15,4-59 268 16,4-7-204-16,8-2-256 0,4-4-468 0,4-4-140 15,4-5-100-15,-1-7-12 0,1-6-404 16,0-3-168-16,-4-1 72 16,-4 1 48-16,-4 0 36 0,-8 2 72 0,-4 4-40 15,-8 0 152-15,0 3 56 0,-8 4 52 16,-4-1 136-16,-8 2 200 0,-4 6-200 0,5 5 136 16,-9 0 48-16,4 12-60 0,-4 11-12 15,0 8 144-15,4 8 64 0,-1 3 12 16,2 5 32-16,-1 3 64 0,8-1 12 15,-4-2-28-15,4-3-72 0,8-6-131 16,4-6-209-16,4-10-36 0,0-5-61 0,12-9-355 16,4-4-60-16,9-4-12 0,2-7-136 15,9-12-148-15,4-9-440 16,-1-4-1536-16,1-10-2417 0,4 2-1463 0</inkml:trace>
  <inkml:trace contextRef="#ctx0" brushRef="#br0">28794 7591 1644 0,'0'0'11105'15,"0"0"-8729"-15,0 0-1332 0,0 0-604 16,32 66 132-16,-28-37 544 0,0 3-144 0,-4 3-272 16,0 0-224-16,0 1-184 0,0-8-96 15,0-2-144-15,0-5-52 16,0-2-48-16,0-6-12 0,4-3 48 0,-4-4 0 16,3-6 8-16,2 0 0 0,-5 0 4 15,4 0 0-15,4-6 0 0,0-4-64 16,4-6-204-16,0-3-184 0,-1-6-232 0,6-8-176 15,-2 5-416-15,-2-7-1500 0,-2 1-3401 16,2 11-1999-16,-2-9 8065 0</inkml:trace>
  <inkml:trace contextRef="#ctx0" brushRef="#br0">29153 7788 7552 0,'0'0'8069'0,"0"0"-6765"0,0 0-1004 15,4 66-188-15,-4-56 468 0,4 0 604 16,4-10-348-16,-1 0-264 0,10 0-216 15,-2-6-200-15,13-8-120 0,0-8-36 0,4-3-280 16,0-4-72-16,-4-2-4 0,-4 2-48 16,-4 4 36-16,-4 3 136 0,-9 0 132 15,-7 2 4-15,0 4 48 0,-11 7 48 16,-10 2 316-16,-2 4-216 0,-9 3-100 16,1 13-12-16,-6 6-112 0,-3 4-48 15,-3 6 36-15,-1 1-84 0,-4 3-484 16,-4 1-1004-16,0 1-3292 0,13-13-4965 0,-25 17 9833 15</inkml:trace>
  <inkml:trace contextRef="#ctx0" brushRef="#br0">26440 7489 1436 0,'0'0'4380'0,"0"0"688"0,0 0-3447 16,0 0-461-16,0 0-160 0,0 0-28 15,0 0-204-15,0 0-180 0,0 0-140 0,0 0-200 16,0 0-172-16,-20-18-76 0,7 18-236 16,1 0-272-16,-8 0-4 0,-3 7 8 15,-1 1 128-15,0 9-228 0,4 4-220 16,0 5-280-16,4 9-744 0,4-1-1437 15,1-1-3107-15,-2 14 6340 0</inkml:trace>
  <inkml:trace contextRef="#ctx0" brushRef="#br0">26459 8791 11461 0,'0'0'2960'0,"-19"66"-1988"0,10-33-732 15,1 5 248-15,1 0 440 0,3-10 88 16,4-5-248-16,0-8-364 0,0-9-208 15,4-6 112-15,7 0-224 0,10-6-84 16,7-6-4-16,0-7 0 0,3-7-204 0,1-5-296 16,-9-1-96-16,-2-4 4 0,-5 9-136 15,-4-2-40-15,-9 10 40 0,1 0 232 16,-4 6 220-16,-7 4 280 0,-5 2 148 0,-8 7 292 16,0 0 64-16,-5 7-252 15,2 5 48-15,-1 7-72 0,4 3-104 16,1 3-124-16,2 1-76 0,6-3-100 0,3-1-160 15,3-6-672-15,5-3-1288 0,0-4-3061 16,9-6-967-16,6-6 5009 16</inkml:trace>
  <inkml:trace contextRef="#ctx0" brushRef="#br0">26726 8829 5624 0,'0'0'5461'0,"0"0"-1629"0,96-5-2172 16,-56 1-628-16,0-3 128 0,3 1-432 0,-3-7-412 15,1-2-132-15,-2-1-112 0,-7-6-72 16,4-7-352-16,-5 0-692 0,-3-3-592 15,-7-2-1308-15,-6 11-3361 0</inkml:trace>
  <inkml:trace contextRef="#ctx0" brushRef="#br0">27061 8426 6808 0,'0'0'5117'0,"0"0"-3493"16,0 0-544-16,0 0-20 0,-76 61 268 0,68-33-188 15,4 10-312-15,4 0-192 0,0 9-120 16,0 8-128-16,8-1-8 0,-4 6-40 15,4 4-108-15,0 3-120 0,-4-1-112 16,0 6-48-16,-4 2 36 0,0 5-72 0,0-2 80 16,0 2-8-16,-8-7-124 15,0-4-44-15,-4-8-16 0,1-6-48 16,-2-6-136-16,1-7-256 0,1-3-112 16,-2-5-188-16,-2-8-256 0,-2-6-796 0,-3-11-1993 15,5-2-3127-15,-17-6 5832 0</inkml:trace>
  <inkml:trace contextRef="#ctx0" brushRef="#br0">28042 9076 1096 0,'0'0'8216'0,"0"0"-6547"0,0 0-65 0,0 0-176 16,0 0 88-16,0 0-72 16,0 0-356-16,79 65-308 0,-63-65-448 15,7 0-224-15,-3-7-100 0,8-6-8 0,0-5-44 16,0-5-212-16,-3-2 8 0,-2-4-60 15,-3 4-36-15,0-1 60 16,-8 1 60-16,-4 6-52 0,-5 0 68 0,-3 3 32 0,0 3 88 16,-7 1 88-16,-9 3 52 0,4 2 120 15,-8 1 64-15,4 6-72 16,-4 0-80-16,4 2 104 0,-4 9-40 0,5 3-60 16,-6 9-4-16,6 6 4 0,-2 6 84 15,6 3 112-15,-5 6 0 16,4 1-28-16,-1-1-32 0,2 1-76 0,7-7-92 15,0-4-56-15,4-9-88 0,4-5-8 16,11-7-336-16,6-4-184 0,3-9-76 16,8 0-16-16,-1-12-120 0,9-4-480 15,0-6-840-15,0-3-2429 0,-12 6-1883 0,19-13 5732 16</inkml:trace>
  <inkml:trace contextRef="#ctx0" brushRef="#br0">28830 8921 4680 0,'0'0'1800'15,"0"0"3233"-15,0 0-3829 0,0 0-272 16,0 0 524-16,-40 67 140 0,24-35-380 0,-3 5-192 16,-2 5-200-16,6-3-164 15,-2-5-88-15,10-5-244 0,-2-6-232 0,5-9-92 0,4-7-8 16,0-3-104-16,4-4-96 16,5-4-176-16,2-3-8 0,6-7 20 15,2-6-60-15,1-2 60 0,1-7-40 16,-2 1-120-16,-3-1-28 0,0 4 108 15,-4 3 200-15,0 2 96 0,-4 11 4 16,-5 2 136-16,2 7 12 0,-5 0 148 0,4 7 448 16,-4 9 124-16,0 3-80 15,0 9-184-15,0 7-112 0,0 4-76 0,4 5-36 16,0 6 4-16,0 5 92 0,-4 8 0 16,0 0-24-16,0 4-96 0,0 3-76 15,0 4 4-15,-8-5-124 0,0 4-12 0,0-3-4 16,0-3-240-16,-4-4-144 0,4-5-148 15,0-8-124-15,0-6 20 0,8-9-72 16,0-13-140-16,0-5-328 0,4-17-912 16,8-7-988-16,0-5-2805 0,4-27 1277 15</inkml:trace>
  <inkml:trace contextRef="#ctx0" brushRef="#br0">29599 8747 13765 0,'0'0'2324'0,"0"0"-1184"15,0 0-656-15,0 0 356 0,71 66 608 16,-43-28-168-16,0 4-187 0,0 6-449 16,0-1-308-16,0 1-176 0,0-1-148 0,0-2-12 15,0-7-52-15,-9-7-132 16,6-8-360-16,-1-7-292 0,-4-14-245 16,3-2-31-16,1-6-512 0,-4-9-888 0,5-10-2004 15,-14 2-1597-15,5-12 1733 0</inkml:trace>
  <inkml:trace contextRef="#ctx0" brushRef="#br0">30053 8887 5428 0,'0'0'8793'0,"0"0"-6841"0,-99 95-1112 0,55-48-616 16,-9 7 0-16,-2 7 332 0,-1-1 676 0,1 0-400 16,2-3-464-16,10-6-368 0,7-13-208 15,8-12-340-15,12-11-336 16,8-9-156-16,4-6-416 0,0-12-1364 0,4-4-1577 15</inkml:trace>
  <inkml:trace contextRef="#ctx0" brushRef="#br0">30125 8471 9864 0,'0'0'4621'0,"0"0"-4077"0,0 0-540 0,84-9 8 16,-64 9 404-16,-5 2 480 0,2 8 124 15,-6 3-412-15,-3 6-336 0,0 3-124 16,-3 6-48-16,-5 4 20 0,0 4-68 16,-5-3 20-16,-3 9-24 0,-4-3 40 15,0-2-16-15,0-5 88 0,5-3 88 0,3-8 32 16,4-4 64-16,4-4-12 0,7-1-116 16,9-5-128-16,0-1-88 0,8-3-208 15,0-3-184-15,0 0-244 0,0-6-100 0,4-4-156 16,-1-2-452-16,-10 5-1776 0,10-5-3769 15</inkml:trace>
  <inkml:trace contextRef="#ctx0" brushRef="#br0">30755 9068 6444 0,'0'0'6273'0,"0"0"-4037"0,0 0-748 16,0 0-508-16,0 0 12 15,0 0 28-15,0 0 20 0,91 25-140 0,-59-25-291 0,0 0-377 0,4-6-232 16,-4-5-144-16,3-3-453 0,5-5-279 15,-4-7-188-15,0 1-428 16,-8 2-2368-16,12-18-2673 0</inkml:trace>
  <inkml:trace contextRef="#ctx0" brushRef="#br0">31448 8480 9308 0,'0'0'5165'15,"0"0"-3441"-15,0 0-960 0,-8 95-464 0,0-44 384 16,-1 3 988-16,-2 7-12 0,3 2-507 16,-1 1-545-16,6-4-308 0,-1-6-212 15,0-10-88-15,4-2-52 0,0-11-80 16,8-2-144-16,-5-7-40 0,6-6-36 16,-1-3 0-16,3-7 123 0,-2-3-63 15,3-3-124-15,-1-3 52 0,2-7 60 16,2-2 120-16,6-1 24 0,-6-3 48 15,5 3-68-15,-3 1-16 0,-2 9 84 0,1 0 112 16,0 3 348-16,0 0 20 16,-4 6-188-16,-1 1-80 0,2 2 84 0,-9 0 72 15,0 1 24-15,0-1-76 0,-4 1-56 16,-4 2-4-16,-8-2-144 0,-4-1 0 16,-8 4 44-16,-8-3 44 0,-4-3-76 15,-3-5-12-15,-5 1-208 0,-4-3-180 0,-4-3-368 16,-8-6-148-16,-4-1-660 15,-7-5-2200-15,-5-2-1873 0,17 5-2894 0</inkml:trace>
  <inkml:trace contextRef="#ctx0" brushRef="#br0">17148 6140 10388 0,'0'0'1625'0,"0"0"-361"16,0 0-272-16,0 0-68 0,0 0 172 16,0 0-160-16,0 0-168 15,0 0 132-15,0 0-140 0,72 82-220 0,-56-56-188 16,-1-1 4-16,2 5-124 0,-2-2-28 16,2-3-8-16,-6 0-52 0,2 1-20 15,-2-4 21-15,1 1-73 0,0-2-72 0,0-5 0 16,-4 0-60-16,0 1 0 15,4-8-37-15,-4-4-243 0,-1 2-208 0,6-3-112 0,-1-4-136 16,0 0-312-16,0-6-800 16,-5 1-2312-16,2-9-3113 0</inkml:trace>
  <inkml:trace contextRef="#ctx0" brushRef="#br0">17562 6210 6624 0,'0'0'5541'0,"0"0"-4045"0,0 0-864 16,0 0-616-16,0 0 60 15,-75 29 456-15,55-11 372 0,-5 5-324 0,-3 0-556 16,1 5-24-16,-1 4-200 0,0-1-104 16,1 1-184-16,-1 3-664 0,0 0-744 0,3 0-2341 15,10-10-2091-15,-9 10 5820 16</inkml:trace>
  <inkml:trace contextRef="#ctx0" brushRef="#br0">17734 6426 5776 0,'0'0'5653'0,"0"0"-4113"0,0 0-180 16,19 73-312-16,-6-38-152 0,-2 9 152 15,6 7-36-15,-2 0-52 0,2 3-164 0,2 0-292 16,-3 3-164-16,4 4-12 15,0-1-108-15,-4 3-76 0,0 0-56 0,0 1-80 16,-4-3-8-16,0-4 0 0,4-3-8 0,-5-10-128 16,2 1-96-16,-2-8-192 15,2 1-76-15,-5-2 36 0,-1-4-40 0,1-4 12 16,-3-3-24-16,-1-6-188 0,0 1-328 16,-4-11-856-16,0 1-1312 15,0-3-3605-15,0-7 2405 0</inkml:trace>
  <inkml:trace contextRef="#ctx0" brushRef="#br0">18447 6556 8172 0,'0'0'5217'16,"0"0"-3581"-16,80 32-592 0,-44-23-368 15,3-2-16-15,1-1-40 0,-5-6-164 0,2 0-160 16,-5-3-136-16,0-7-96 0,0-2-64 15,-4-4-108-15,-5 0-484 0,1-3-484 16,-8 0-552-16,-8 3-2380 0,0-3-3457 16</inkml:trace>
  <inkml:trace contextRef="#ctx0" brushRef="#br0">18638 6778 10892 0,'0'0'2017'0,"-8"74"-569"0,8-30 16 16,0 10 176-16,0-4-148 0,0 2-336 0,0-1-376 16,0-1-268-16,0-6-148 0,4 1-83 15,4-10-101-15,-4-6-172 0,0-1-8 0,0-9-60 16,4 0-88-16,-4-3-181 16,0-7-179-16,-4 1-224 0,0-7-320 15,0 0-328-15,0-3-1080 0,-4-3-1488 0,-4-7-2297 16,0 1 1117-16,-8-13 4885 0</inkml:trace>
  <inkml:trace contextRef="#ctx0" brushRef="#br0">18563 6994 1540 0,'0'0'664'0,"0"0"7572"0,0 0-6511 16,0 0-241-16,0 0-308 0,83 0 72 0,-55 6-36 16,-4-2-392-16,8-4-464 0,-4 0-232 15,3-4-124-15,-3-5-12 0,4-7-344 0,-4-6-476 16,0-7-544-16,0-3-1280 15,-9 7-3409-15,9-23-1222 0</inkml:trace>
  <inkml:trace contextRef="#ctx0" brushRef="#br0">19068 6363 1500 0,'0'0'10201'0,"0"0"-7941"0,0 89-340 0,8-49-456 0,1 9 20 15,-2 1-112-15,1-2-188 0,5-1-419 16,2-5-353-16,1-7-272 0,0-4-140 0,4-8-60 16,-1-8-208-16,6-5-325 15,-1-7-199-15,0-3-60 0,0-10-252 16,-5-8-1412-16,-2 1-3048 0,2-14-3289 0</inkml:trace>
  <inkml:trace contextRef="#ctx0" brushRef="#br0">19339 6400 6292 0,'0'0'5705'0,"0"0"-4093"0,0 0-876 16,-84 103-216-16,53-59 788 0,-1 9 376 0,-8 1-168 15,5 3-560-15,-1-2-544 0,-1-4-412 16,5-9-24-16,4-9-232 0,9-3-404 16,3-11-384-16,4-7-400 0,4-9-1384 15,8-3-2441-15,0-9-2863 0,8-16 7348 16</inkml:trace>
  <inkml:trace contextRef="#ctx0" brushRef="#br0">19674 6292 4072 0,'0'0'2956'16,"0"0"2341"-16,0 0-4009 0,0 0 220 0,0 0-88 15,0 0-88-15,0 0-320 16,0 0-448-16,28 71-232 0,-28-46-112 0,-4 4-124 15,-1-1-80-15,2 4-12 0,3-4-4 16,0-5-8-16,12-1 8 0,4-3 0 16,8-7 48-16,4-5-40 0,4-4-8 15,7-3-476-15,2-10-348 0,-2-2-472 16,5-4-1096-16,-13 4-2877 0,14-12-2623 16</inkml:trace>
  <inkml:trace contextRef="#ctx0" brushRef="#br0">14598 4657 2284 0,'0'0'196'0,"0"0"-68"16,0 0 4780-16,0 0-3272 0,32-69-44 0,-24 59-475 15,-5 4-65-15,-3 2 32 0,5 2-12 16,-5 2-92-16,0 0 52 15,0 2-192-15,0 2-232 0,0 8-204 0,0 7 76 16,-5 10 72-16,-2 9 60 0,-5 13-200 16,-8 12-108-16,0 4-120 0,-4 10-76 0,-4-4-104 15,4 3-4-15,-4-6-8 0,0-4-88 16,4-6 0-16,1-9-76 16,3-7-192-16,3-11-64 0,6-11 0 0,-1-7 36 15,4-8-184-15,0-7-212 0,0-3-704 16,-3-10-3208-16,2 0-3925 0,-7-18 6501 15</inkml:trace>
  <inkml:trace contextRef="#ctx0" brushRef="#br0">14207 5038 1408 0,'0'0'11441'0,"0"0"-9597"0,-7 86-1112 15,7-44-4-15,0 8 596 0,0 1-124 16,0-1-232-16,0 1-380 0,7-9-284 15,6-10-132-15,6-7-124 0,1-8-36 16,8-9-12-16,8-8-68 0,0-6-80 0,4-10-8 16,4-6-188-16,-1-10-108 15,1-9-148-15,0 0-228 0,0-7-312 0,-8 0-1260 16,-4-5-2625-16,-8 11-3311 0,-9-31 7332 16</inkml:trace>
  <inkml:trace contextRef="#ctx0" brushRef="#br0">14749 3775 7536 0,'0'0'5389'0,"0"0"-3633"0,0 0-776 15,0 0-296-15,0 0 348 0,0 0 192 0,0 0-252 16,32 89-188-16,-24-55-308 0,0 2-248 15,-3-2-184-15,-5-1-44 0,0-2-88 16,0-6-44-16,0-5-64 0,0-5-256 16,0-5-220-16,0-3-76 0,0-4-56 15,3-3-100-15,5 0 116 0,0-7-320 16,8-6-348-16,0-6 16 0,4-3 52 16,0-3-85-16,-4 0-215 0,0-1-92 15,3 0 388 1,-6 7 1156-16,2 3 236 0,-2 4 1380 0,2 8 208 15,-7 4 72-15,5 4 20 0,-6 6-135 0,1 2-357 16,1 4-184-16,-5 3 44 0,-4-3-68 0,3 3-108 16,-3 0-200-16,0-3-340 0,0-3-320 15,4-7-12-15,-4 0-172 16,4-6-272-16,0 0-228 0,9 0-256 0,-2-6-644 0,5-4-1404 16,-4-2-3877-16,7-11 2150 0</inkml:trace>
  <inkml:trace contextRef="#ctx0" brushRef="#br0">15371 3949 10272 0,'0'0'1985'0,"0"0"-1117"0,0 0-40 16,0 0 336-16,0 0-220 0,0 0-528 16,0 0-304-16,0 0-28 0,0 0-84 15,0 0-200-15,39 19-268 0,-22-28-300 0,-6-4-76 16,2 1-96-16,2-5-120 0,-7-2-252 15,5 5 35-15,-6-3 317 0,-7 1 844 16,4 7 116-16,-4-1 584 16,0 7 540-16,-4 3-131 0,-3 3-185 0,-1 10-140 15,-5 2 336-15,2 4 36 0,-6 7-208 16,6-3-116-16,-1-5-116 0,0 1-204 0,4-6-248 16,4-3-148-16,0-4-172 0,-1-4-164 15,5-2-436-15,0 0-176 0,9-5-236 16,3-8-296-16,4-6-1349 0,-4 0-2795 15,12-16 1329-15</inkml:trace>
  <inkml:trace contextRef="#ctx0" brushRef="#br0">15762 3146 1264 0,'0'0'2792'0,"0"0"2896"0,0 0-3227 15,0 0-473-15,24 80-308 0,-20-36-144 16,-1 7-200-16,-3 5-180 0,4 8-168 0,0 7-100 15,-4-1-111-15,4-1-317 16,4 1-220-16,0-7-228 0,0-2-12 0,4-11-60 16,0-8-72-1,4-11-196-15,-4-5-96 0,0-10 0 0,-1-3-61 0,-2-7-115 16,-1-6-120-16,0 0-380 0,-5-10-944 16,1-6-952-16,1-5-2193 0,-5-5-1095 15,0 0 5656-15,-9-12-1092 0</inkml:trace>
  <inkml:trace contextRef="#ctx0" brushRef="#br0">15717 3664 1500 0,'0'0'9629'0,"0"0"-7745"16,0 0-748-16,0 0-556 0,0 0 152 0,0 0 648 15,0 0-260-15,0 0-136 0,0 0-564 16,0 0-188-16,0 18-24 0,32-14-84 16,5-4 8-16,-2 0-52 0,-3 0-80 15,4-7-148-15,0 1-416 0,-4 3-356 16,-1-3-344-16,1-1-792 0,0 4-2821 15,-12 0-4619-15,8 3 9068 0</inkml:trace>
  <inkml:trace contextRef="#ctx0" brushRef="#br0">16698 3645 3788 0,'0'0'11873'0,"0"0"-9921"0,0 0-1012 0,0 0 372 16,-84 9 92-16,57 10 17 0,-1 6-369 16,-4 4-352-16,8 0-252 15,3 3-160-15,6-7-108 0,2-6-100 0,10-3-80 16,3-7-60-16,0-2-96 0,7-1 12 16,6-6 12-16,6 0 12 0,1-3-244 15,8-7-104-15,0-5 56 0,0-8 12 16,0 0 72-16,-5 2 40 0,2-2-52 15,-1 5-49-15,-8 1 73 0,0 9 48 16,-5 4 48-16,-2 4 72 0,-1 0 148 16,-1 9 268-16,-3 4-100 0,5 6-104 15,-5 0 44-15,0 4 160 0,-1-1-15 0,5-6-81 16,5 3-168-16,-2-4-4 0,6-2-60 16,6 0-64-16,-3-4-277 0,4-6-451 15,0 1-1192-15,-4-4-2644 0,0 0-4493 16</inkml:trace>
  <inkml:trace contextRef="#ctx0" brushRef="#br0">18267 3375 3828 0,'0'0'8797'16,"0"0"-7813"-16,0 0-120 16,-39-64 196-16,31 51 20 0,-1 4-284 0,-2 6-188 15,3 3-300-15,-8 3-96 0,0 6-52 16,-4 7-64-16,0 7 40 0,-8 5-72 16,5 7 96-16,-5 0-40 0,0 6-20 0,4 0-92 15,-1-2 0-15,6-7 64 0,7-4-72 16,8-6-68-16,4-6-4 15,7-3-64-15,18-1 48 0,6 1 88 0,14 0 60 16,-2 3-48-16,5-3-12 0,-4 5 12 16,-1-2 48-16,-10 4-52 0,-6-1 64 15,-3 0-68-15,-7 0 40 0,-10 3 188 0,-3-3-12 16,-4 0 36-16,0-3 332 16,-7 0-296-16,-6 0-232 15,1-4-60-15,-3 1-48 16,-1-7-124-16,0 1-84 0,0-4 0 0,-1-3-84 15,2 0-52-15,3-6 0 0,4 0-152 0,-4-11-220 16,4 1-404-16,0-9-1060 0,4 6-1625 0,-4-22-2631 16</inkml:trace>
  <inkml:trace contextRef="#ctx0" brushRef="#br0">18403 3467 444 0,'0'0'3116'16,"0"0"-2320"-16,0 0-680 0,0 0-116 16,0 0-280-16,0 0 84 0,0 0-468 15,0 0-1268-15</inkml:trace>
  <inkml:trace contextRef="#ctx0" brushRef="#br0">18614 3486 2948 0,'0'0'1056'0,"0"0"4856"16,0 0-4147-16,0 0-265 0,0 0-332 16,0 0 84-16,-23-70-196 0,14 64-372 0,1 3-276 15,1 3-112-15,-6 3-120 0,-2 10-176 16,-2 12 184-16,2 13 0 0,-6 6 112 16,2 8 0-16,7 4-16 0,-4-2 136 15,4 3-36-15,8-10-256 0,0-5-124 0,4-13-96 16,8-10-12-16,4-10 20 15,4-6-80-15,0-3 80 0,8-9 80 16,-5-10-64-16,9-3-260 0,-7-7-148 0,3-2 12 16,-5-5 76-16,-3 1-4 0,-4 0 84 15,0 4 28-15,-4 3 8 16,-4 8-24-16,-4 1 276 0,0 10 24 0,4 5 36 16,-4 4-36-16,0 0 0 0,4 13 0 15,0 6 412-15,0 7 112 0,4 9-52 0,-4 13-164 16,0 5 36-16,4 11-60 0,-8 16-112 15,4 12 320-15,-4 5-260 16,-4 8-84-16,-8 3-64 0,-4 0-80 0,-4 1 8 0,0-8 36 16,4-6-44-16,0-12-4 15,9-11 4-15,-2-11 0 16,9-16-4-16,0-17-108 0,9-9-88 0,-2-13-208 0,5-6-112 16,0-3 60-16,4-16 136 15,-4-12-204-15,0-7-196 0,-4-13-648 16,4-10-796-16,-8 14-973 0,0-36-2667 0</inkml:trace>
  <inkml:trace contextRef="#ctx0" brushRef="#br0">18845 3413 2520 0,'0'0'1372'0,"0"0"3500"16,0 0-3320-16,0 0-19 0,0 0-37 16,0 0-24-16,0 0-252 0,0 0-376 0,0 0-336 15,0 0-184-15,-20-48-152 0,24 65 164 16,1 11 228-16,-1 3 88 15,0 10-272-15,-4 7-148 0,0 4-144 0,0-2-88 16,0-5 0-16,0-5-52 0,0-11 52 16,0-7-12-16,7-8-72 0,5-8-124 15,4-6-36-15,4-4-148 0,0-9-224 0,8-6-188 16,-4-10-104-16,4-2-220 0,-9-1-236 16,1-2 28-16,1 2 120 15,-6 3 508-15,-2 4 475 0,-6 2 233 0,1 8 129 16,-4 8 271-16,0 4 408 0,1 3 0 15,-5 10 32-15,4 9 288 0,3 2-108 16,-3 8-204-16,0 7-196 0,0-2-100 16,0 4-24-16,0-3-76 0,0 0-272 0,4-2-148 15,0-12-172-15,0-1-212 0,4-11-124 16,3-3-96-16,2-6-332 16,3-3-400-16,-4-6-1424 0,8-14-4065 15</inkml:trace>
  <inkml:trace contextRef="#ctx0" brushRef="#br0">19506 3514 8808 0,'0'0'5425'0,"0"0"-4441"0,0 0-328 0,0 0 520 16,-87 57 16-16,63-40-184 0,8-2-164 16,1-2-340-16,6-3-396 0,1-1-108 15,4-6-160-15,4 0-32 0,4-3-92 16,4 0 76-16,8-9 64 0,1-4-104 15,2-3-68-15,1 1-28 0,-1 2-16 0,2 1 40 16,-1 5 36-16,-5 3 124 16,-2 4 56-16,2 11 104 0,-2 8 224 15,-5 6 156-15,-1 3-8 0,-3 4 8 0,4-1 28 16,-3 1-104-16,3 1-8 0,-1-8-176 16,1-3-120-16,1-6-64 0,2-4-72 15,1-5 16-15,-3-7-40 0,6 0-184 16,-3-7-272-16,0-5-296 0,0-7-964 0,-4 3-2232 15,4-10-1561-15</inkml:trace>
  <inkml:trace contextRef="#ctx0" brushRef="#br0">19710 3276 5260 0,'0'0'8113'0,"0"0"-7109"0,0 0-816 16,0 0 304-16,0 0 240 0,0 0 84 0,0 0-104 16,80 80-392-16,-61-59-84 0,2 2-188 15,-10 6-48-15,-2 6-60 16,-5-1 12-16,-4 10-40 0,-9 2-72 0,-6 4-116 16,-6 1-32-16,-3 0 44 0,1-7 76 15,3-2 188-15,3-8 176 0,6-10 296 0,7-10 24 16,4-10-136-16,0-4-188 0,11-4-72 15,6-8 408-15,11-14-128 16,4-8-272-16,3-4-108 0,1-8-232 0,4 2-224 0,-4 0-408 16,-4 3-356-16,0 5-1580 15,-13 11-3413-15,9 0-287 0</inkml:trace>
  <inkml:trace contextRef="#ctx0" brushRef="#br0">20264 3667 4972 0,'0'0'4396'0,"0"0"-1635"15,0 0-1661-15,0 0 116 0,0 0-80 16,0 0-532-16,75-73-464 16,-59 44-140-16,5-2-204 0,-2 2-44 0,-3 0-280 15,0 7-344-15,-4 0 8 0,-4 6 48 0,-8 0 260 16,0 4 556-16,0 6 412 16,-12 1 316-16,0 5 184 0,-7 0-140 0,-2 11-180 15,1 8-12-15,-4 0-152 0,1 9 8 16,3 4-128-16,-1 3 412 0,6 3-4 15,7 3-128-15,3 4-96 0,5-4-128 16,5-6-132-16,14-4-48 0,9-8 132 16,4-10 428-16,8-5-463 0,0-8-281 15,4 0-56-15,4-2-161 0,-1-10-403 0,5-2-224 16,4-5-724-16,-12 4-3208 0,19-7-5801 16</inkml:trace>
  <inkml:trace contextRef="#ctx0" brushRef="#br0">21467 3721 16745 0,'0'0'3784'0,"0"0"-2784"15,0 0 261-15,0 0 95 0,0 0-296 0,0 0-412 0,0 0-648 16,0 0-288-16,-24-4-592 0,12 1-348 16,1 3-1249-16,-13 0-6523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519C07-69CE-4BA8-BF3E-980FED58165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9C995D-A8FF-4850-B67E-DD0384357B9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customXml" Target="../ink/ink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customXml" Target="../ink/ink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customXml" Target="../ink/ink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customXml" Target="../ink/ink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customXml" Target="../ink/ink5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.png"/><Relationship Id="rId2" Type="http://schemas.openxmlformats.org/officeDocument/2006/relationships/customXml" Target="../ink/ink6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9.png"/><Relationship Id="rId2" Type="http://schemas.openxmlformats.org/officeDocument/2006/relationships/customXml" Target="../ink/ink7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1.png"/><Relationship Id="rId2" Type="http://schemas.openxmlformats.org/officeDocument/2006/relationships/customXml" Target="../ink/ink8.xml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customXml" Target="../ink/ink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customXml" Target="../ink/ink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1" Type="http://schemas.openxmlformats.org/officeDocument/2006/relationships/customXml" Target="../ink/ink11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6.png"/><Relationship Id="rId2" Type="http://schemas.openxmlformats.org/officeDocument/2006/relationships/customXml" Target="../ink/ink12.xml"/><Relationship Id="rId1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1" Type="http://schemas.openxmlformats.org/officeDocument/2006/relationships/customXml" Target="../ink/ink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1" Type="http://schemas.openxmlformats.org/officeDocument/2006/relationships/customXml" Target="../ink/ink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1" Type="http://schemas.openxmlformats.org/officeDocument/2006/relationships/customXml" Target="../ink/ink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1" Type="http://schemas.openxmlformats.org/officeDocument/2006/relationships/customXml" Target="../ink/ink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1" Type="http://schemas.openxmlformats.org/officeDocument/2006/relationships/customXml" Target="../ink/ink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1" Type="http://schemas.openxmlformats.org/officeDocument/2006/relationships/customXml" Target="../ink/ink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1" Type="http://schemas.openxmlformats.org/officeDocument/2006/relationships/customXml" Target="../ink/ink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1" Type="http://schemas.openxmlformats.org/officeDocument/2006/relationships/customXml" Target="../ink/ink2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1" Type="http://schemas.openxmlformats.org/officeDocument/2006/relationships/customXml" Target="../ink/ink2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1" Type="http://schemas.openxmlformats.org/officeDocument/2006/relationships/customXml" Target="../ink/ink2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7.png"/><Relationship Id="rId1" Type="http://schemas.openxmlformats.org/officeDocument/2006/relationships/customXml" Target="../ink/ink2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8.png"/><Relationship Id="rId1" Type="http://schemas.openxmlformats.org/officeDocument/2006/relationships/customXml" Target="../ink/ink2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MAT205: Abstract Algebra </a:t>
            </a:r>
            <a:r>
              <a:rPr lang="en-US" altLang="zh-CN" dirty="0"/>
              <a:t>II </a:t>
            </a:r>
            <a:endParaRPr 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4000" dirty="0"/>
              <a:t>19. </a:t>
            </a:r>
            <a:r>
              <a:rPr lang="en-US" altLang="zh-CN" sz="4000" dirty="0"/>
              <a:t>Review</a:t>
            </a:r>
            <a:endParaRPr lang="en-US" sz="4000" dirty="0"/>
          </a:p>
          <a:p>
            <a:endParaRPr lang="en-US" sz="4000" dirty="0"/>
          </a:p>
          <a:p>
            <a:r>
              <a:rPr lang="en-US" dirty="0"/>
              <a:t>Ma, Jia-Jun</a:t>
            </a:r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4" name="墨迹 3"/>
              <p14:cNvContentPartPr/>
              <p14:nvPr/>
            </p14:nvContentPartPr>
            <p14:xfrm>
              <a:off x="6098760" y="1396800"/>
              <a:ext cx="1800" cy="1440"/>
            </p14:xfrm>
          </p:contentPart>
        </mc:Choice>
        <mc:Fallback xmlns="">
          <p:pic>
            <p:nvPicPr>
              <p:cNvPr id="4" name="墨迹 3"/>
            </p:nvPicPr>
            <p:blipFill>
              <a:blip r:embed="rId2"/>
            </p:blipFill>
            <p:spPr>
              <a:xfrm>
                <a:off x="6098760" y="1396800"/>
                <a:ext cx="1800" cy="144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Group Theory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MY" dirty="0"/>
              <a:t>Homomorphism Theorems</a:t>
            </a:r>
            <a:endParaRPr lang="en-MY" dirty="0"/>
          </a:p>
          <a:p>
            <a:endParaRPr lang="en-MY" dirty="0"/>
          </a:p>
          <a:p>
            <a:endParaRPr lang="en-MY" dirty="0"/>
          </a:p>
          <a:p>
            <a:endParaRPr lang="en-MY" dirty="0"/>
          </a:p>
          <a:p>
            <a:endParaRPr lang="en-MY" dirty="0"/>
          </a:p>
          <a:p>
            <a:endParaRPr lang="en-MY" dirty="0"/>
          </a:p>
          <a:p>
            <a:endParaRPr lang="en-MY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4" name="Ink 3"/>
              <p14:cNvContentPartPr/>
              <p14:nvPr/>
            </p14:nvContentPartPr>
            <p14:xfrm>
              <a:off x="919440" y="720"/>
              <a:ext cx="10367640" cy="6111000"/>
            </p14:xfrm>
          </p:contentPart>
        </mc:Choice>
        <mc:Fallback xmlns="">
          <p:pic>
            <p:nvPicPr>
              <p:cNvPr id="4" name="Ink 3"/>
            </p:nvPicPr>
            <p:blipFill>
              <a:blip r:embed="rId2"/>
            </p:blipFill>
            <p:spPr>
              <a:xfrm>
                <a:off x="919440" y="720"/>
                <a:ext cx="10367640" cy="611100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Free group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MY" dirty="0"/>
              <a:t>By explicit construction</a:t>
            </a:r>
            <a:endParaRPr lang="en-MY" dirty="0"/>
          </a:p>
          <a:p>
            <a:endParaRPr lang="en-MY" dirty="0"/>
          </a:p>
          <a:p>
            <a:pPr marL="0" indent="0">
              <a:buNone/>
            </a:pPr>
            <a:endParaRPr lang="en-MY" dirty="0"/>
          </a:p>
          <a:p>
            <a:r>
              <a:rPr lang="en-MY" dirty="0"/>
              <a:t>By universal property</a:t>
            </a:r>
            <a:endParaRPr lang="en-MY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4" name="Ink 3"/>
              <p14:cNvContentPartPr/>
              <p14:nvPr/>
            </p14:nvContentPartPr>
            <p14:xfrm>
              <a:off x="3045240" y="781560"/>
              <a:ext cx="8907480" cy="5897160"/>
            </p14:xfrm>
          </p:contentPart>
        </mc:Choice>
        <mc:Fallback xmlns="">
          <p:pic>
            <p:nvPicPr>
              <p:cNvPr id="4" name="Ink 3"/>
            </p:nvPicPr>
            <p:blipFill>
              <a:blip r:embed="rId2"/>
            </p:blipFill>
            <p:spPr>
              <a:xfrm>
                <a:off x="3045240" y="781560"/>
                <a:ext cx="8907480" cy="589716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Free Abelian group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MY" dirty="0"/>
              <a:t>By construction</a:t>
            </a:r>
            <a:endParaRPr lang="en-MY" dirty="0"/>
          </a:p>
          <a:p>
            <a:endParaRPr lang="en-MY" dirty="0"/>
          </a:p>
          <a:p>
            <a:endParaRPr lang="en-MY" dirty="0"/>
          </a:p>
          <a:p>
            <a:r>
              <a:rPr lang="en-MY" dirty="0"/>
              <a:t>By Universal property</a:t>
            </a:r>
            <a:endParaRPr lang="en-MY" dirty="0"/>
          </a:p>
          <a:p>
            <a:endParaRPr lang="en-MY" dirty="0"/>
          </a:p>
          <a:p>
            <a:endParaRPr lang="en-MY" dirty="0"/>
          </a:p>
          <a:p>
            <a:endParaRPr lang="en-MY" dirty="0"/>
          </a:p>
          <a:p>
            <a:r>
              <a:rPr lang="en-MY" dirty="0"/>
              <a:t>Basis</a:t>
            </a:r>
            <a:endParaRPr lang="en-MY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4" name="Ink 3"/>
              <p14:cNvContentPartPr/>
              <p14:nvPr/>
            </p14:nvContentPartPr>
            <p14:xfrm>
              <a:off x="1141560" y="843840"/>
              <a:ext cx="10712160" cy="5802840"/>
            </p14:xfrm>
          </p:contentPart>
        </mc:Choice>
        <mc:Fallback xmlns="">
          <p:pic>
            <p:nvPicPr>
              <p:cNvPr id="4" name="Ink 3"/>
            </p:nvPicPr>
            <p:blipFill>
              <a:blip r:embed="rId2"/>
            </p:blipFill>
            <p:spPr>
              <a:xfrm>
                <a:off x="1141560" y="843840"/>
                <a:ext cx="10712160" cy="580284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Subgroup of a free abelian group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MY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4" name="Ink 3"/>
              <p14:cNvContentPartPr/>
              <p14:nvPr/>
            </p14:nvContentPartPr>
            <p14:xfrm>
              <a:off x="395640" y="190800"/>
              <a:ext cx="10446840" cy="6586200"/>
            </p14:xfrm>
          </p:contentPart>
        </mc:Choice>
        <mc:Fallback xmlns="">
          <p:pic>
            <p:nvPicPr>
              <p:cNvPr id="4" name="Ink 3"/>
            </p:nvPicPr>
            <p:blipFill>
              <a:blip r:embed="rId2"/>
            </p:blipFill>
            <p:spPr>
              <a:xfrm>
                <a:off x="395640" y="190800"/>
                <a:ext cx="10446840" cy="658620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Group Theory</a:t>
            </a:r>
            <a:endParaRPr lang="en-MY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MY" dirty="0"/>
                  <a:t>-set /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MY" dirty="0"/>
                  <a:t>-action</a:t>
                </a:r>
                <a:endParaRPr lang="en-MY" dirty="0"/>
              </a:p>
              <a:p>
                <a:endParaRPr lang="en-MY" dirty="0"/>
              </a:p>
              <a:p>
                <a:endParaRPr lang="en-MY" dirty="0"/>
              </a:p>
              <a:p>
                <a:endParaRPr lang="en-MY" dirty="0"/>
              </a:p>
              <a:p>
                <a:r>
                  <a:rPr lang="en-MY" dirty="0"/>
                  <a:t>Orbit Stabilizer theorem</a:t>
                </a:r>
                <a:endParaRPr lang="en-MY" dirty="0"/>
              </a:p>
              <a:p>
                <a:endParaRPr lang="en-MY" dirty="0"/>
              </a:p>
              <a:p>
                <a:endParaRPr lang="en-MY" dirty="0"/>
              </a:p>
              <a:p>
                <a:endParaRPr lang="en-MY" dirty="0"/>
              </a:p>
              <a:p>
                <a:endParaRPr lang="en-MY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b="-3729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4" name="Ink 3"/>
              <p14:cNvContentPartPr/>
              <p14:nvPr/>
            </p14:nvContentPartPr>
            <p14:xfrm>
              <a:off x="1293840" y="1813680"/>
              <a:ext cx="10205640" cy="4136040"/>
            </p14:xfrm>
          </p:contentPart>
        </mc:Choice>
        <mc:Fallback xmlns="">
          <p:pic>
            <p:nvPicPr>
              <p:cNvPr id="4" name="Ink 3"/>
            </p:nvPicPr>
            <p:blipFill>
              <a:blip r:embed="rId3"/>
            </p:blipFill>
            <p:spPr>
              <a:xfrm>
                <a:off x="1293840" y="1813680"/>
                <a:ext cx="10205640" cy="413604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MY" dirty="0"/>
                  <a:t>-group action and counting</a:t>
                </a:r>
                <a:endParaRPr lang="en-MY" dirty="0"/>
              </a:p>
            </p:txBody>
          </p:sp>
        </mc:Choice>
        <mc:Fallback>
          <p:sp>
            <p:nvSpPr>
              <p:cNvPr id="2" name="Title 1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1"/>
                <a:stretch>
                  <a:fillRect b="2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3" name="Ink 2"/>
              <p14:cNvContentPartPr/>
              <p14:nvPr/>
            </p14:nvContentPartPr>
            <p14:xfrm>
              <a:off x="1080" y="1300680"/>
              <a:ext cx="9071280" cy="3685320"/>
            </p14:xfrm>
          </p:contentPart>
        </mc:Choice>
        <mc:Fallback xmlns="">
          <p:pic>
            <p:nvPicPr>
              <p:cNvPr id="3" name="Ink 2"/>
            </p:nvPicPr>
            <p:blipFill>
              <a:blip r:embed="rId3"/>
            </p:blipFill>
            <p:spPr>
              <a:xfrm>
                <a:off x="1080" y="1300680"/>
                <a:ext cx="9071280" cy="368532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Consequences of counting equation</a:t>
            </a:r>
            <a:endParaRPr lang="en-MY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MY" dirty="0"/>
                  <a:t>Cauchy’s theorem</a:t>
                </a:r>
                <a:endParaRPr lang="en-MY" dirty="0"/>
              </a:p>
              <a:p>
                <a:endParaRPr lang="en-MY" dirty="0"/>
              </a:p>
              <a:p>
                <a:endParaRPr lang="en-MY" dirty="0"/>
              </a:p>
              <a:p>
                <a:r>
                  <a:rPr lang="en-MY" dirty="0"/>
                  <a:t>Centre of 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MY" dirty="0"/>
                  <a:t>-group is non-trivial</a:t>
                </a:r>
                <a:endParaRPr lang="en-MY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4" name="Ink 3"/>
              <p14:cNvContentPartPr/>
              <p14:nvPr/>
            </p14:nvContentPartPr>
            <p14:xfrm>
              <a:off x="2323800" y="1733760"/>
              <a:ext cx="7675200" cy="2899080"/>
            </p14:xfrm>
          </p:contentPart>
        </mc:Choice>
        <mc:Fallback xmlns="">
          <p:pic>
            <p:nvPicPr>
              <p:cNvPr id="4" name="Ink 3"/>
            </p:nvPicPr>
            <p:blipFill>
              <a:blip r:embed="rId3"/>
            </p:blipFill>
            <p:spPr>
              <a:xfrm>
                <a:off x="2323800" y="1733760"/>
                <a:ext cx="7675200" cy="289908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 err="1"/>
              <a:t>Sylow’s</a:t>
            </a:r>
            <a:r>
              <a:rPr lang="en-MY" dirty="0"/>
              <a:t> theorem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MY" dirty="0"/>
              <a:t>Existence of Sylow subgroup</a:t>
            </a:r>
            <a:endParaRPr lang="en-MY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4" name="Ink 3"/>
              <p14:cNvContentPartPr/>
              <p14:nvPr/>
            </p14:nvContentPartPr>
            <p14:xfrm>
              <a:off x="1008360" y="600120"/>
              <a:ext cx="10859400" cy="4403880"/>
            </p14:xfrm>
          </p:contentPart>
        </mc:Choice>
        <mc:Fallback xmlns="">
          <p:pic>
            <p:nvPicPr>
              <p:cNvPr id="4" name="Ink 3"/>
            </p:nvPicPr>
            <p:blipFill>
              <a:blip r:embed="rId2"/>
            </p:blipFill>
            <p:spPr>
              <a:xfrm>
                <a:off x="1008360" y="600120"/>
                <a:ext cx="10859400" cy="440388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59293"/>
            <a:ext cx="10515600" cy="5617670"/>
          </a:xfrm>
        </p:spPr>
        <p:txBody>
          <a:bodyPr/>
          <a:lstStyle/>
          <a:p>
            <a:r>
              <a:rPr lang="en-MY" dirty="0"/>
              <a:t>Number of Sylow subgroup</a:t>
            </a:r>
            <a:endParaRPr lang="en-MY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2" name="Ink 1"/>
              <p14:cNvContentPartPr/>
              <p14:nvPr/>
            </p14:nvContentPartPr>
            <p14:xfrm>
              <a:off x="1181880" y="1140840"/>
              <a:ext cx="10267560" cy="4465800"/>
            </p14:xfrm>
          </p:contentPart>
        </mc:Choice>
        <mc:Fallback xmlns="">
          <p:pic>
            <p:nvPicPr>
              <p:cNvPr id="2" name="Ink 1"/>
            </p:nvPicPr>
            <p:blipFill>
              <a:blip r:embed="rId2"/>
            </p:blipFill>
            <p:spPr>
              <a:xfrm>
                <a:off x="1181880" y="1140840"/>
                <a:ext cx="10267560" cy="446580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719091"/>
            <a:ext cx="10515600" cy="5457872"/>
          </a:xfrm>
        </p:spPr>
        <p:txBody>
          <a:bodyPr/>
          <a:lstStyle/>
          <a:p>
            <a:r>
              <a:rPr lang="en-MY" dirty="0"/>
              <a:t>All Sylow subgroups are conjugate to each other</a:t>
            </a:r>
            <a:endParaRPr lang="en-MY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2" name="Ink 1"/>
              <p14:cNvContentPartPr/>
              <p14:nvPr/>
            </p14:nvContentPartPr>
            <p14:xfrm>
              <a:off x="2147040" y="1391040"/>
              <a:ext cx="9022320" cy="2594880"/>
            </p14:xfrm>
          </p:contentPart>
        </mc:Choice>
        <mc:Fallback xmlns="">
          <p:pic>
            <p:nvPicPr>
              <p:cNvPr id="2" name="Ink 1"/>
            </p:nvPicPr>
            <p:blipFill>
              <a:blip r:embed="rId2"/>
            </p:blipFill>
            <p:spPr>
              <a:xfrm>
                <a:off x="2147040" y="1391040"/>
                <a:ext cx="9022320" cy="259488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Important examples </a:t>
            </a:r>
            <a:endParaRPr lang="en-MY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MY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MY" b="0" dirty="0"/>
                  <a:t> </a:t>
                </a:r>
                <a:endParaRPr lang="en-MY" b="0" dirty="0"/>
              </a:p>
              <a:p>
                <a:endParaRPr lang="en-MY" dirty="0"/>
              </a:p>
              <a:p>
                <a:endParaRPr lang="en-MY" b="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MY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MY" b="0" dirty="0"/>
              </a:p>
              <a:p>
                <a:endParaRPr lang="en-MY" dirty="0"/>
              </a:p>
              <a:p>
                <a:endParaRPr lang="en-MY" b="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MY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MY" b="0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4" name="Ink 3"/>
              <p14:cNvContentPartPr/>
              <p14:nvPr/>
            </p14:nvContentPartPr>
            <p14:xfrm>
              <a:off x="1623240" y="387360"/>
              <a:ext cx="9659520" cy="5175720"/>
            </p14:xfrm>
          </p:contentPart>
        </mc:Choice>
        <mc:Fallback xmlns="">
          <p:pic>
            <p:nvPicPr>
              <p:cNvPr id="4" name="Ink 3"/>
            </p:nvPicPr>
            <p:blipFill>
              <a:blip r:embed="rId3"/>
            </p:blipFill>
            <p:spPr>
              <a:xfrm>
                <a:off x="1623240" y="387360"/>
                <a:ext cx="9659520" cy="517572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Semi-direct product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MY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4" name="Ink 3"/>
              <p14:cNvContentPartPr/>
              <p14:nvPr/>
            </p14:nvContentPartPr>
            <p14:xfrm>
              <a:off x="1897560" y="481320"/>
              <a:ext cx="10063800" cy="4299120"/>
            </p14:xfrm>
          </p:contentPart>
        </mc:Choice>
        <mc:Fallback xmlns="">
          <p:pic>
            <p:nvPicPr>
              <p:cNvPr id="4" name="Ink 3"/>
            </p:nvPicPr>
            <p:blipFill>
              <a:blip r:embed="rId2"/>
            </p:blipFill>
            <p:spPr>
              <a:xfrm>
                <a:off x="1897560" y="481320"/>
                <a:ext cx="10063800" cy="429912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Nilpotent and Solvable groups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MY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4" name="Ink 3"/>
              <p14:cNvContentPartPr/>
              <p14:nvPr/>
            </p14:nvContentPartPr>
            <p14:xfrm>
              <a:off x="658080" y="1826280"/>
              <a:ext cx="11110680" cy="4909680"/>
            </p14:xfrm>
          </p:contentPart>
        </mc:Choice>
        <mc:Fallback xmlns="">
          <p:pic>
            <p:nvPicPr>
              <p:cNvPr id="4" name="Ink 3"/>
            </p:nvPicPr>
            <p:blipFill>
              <a:blip r:embed="rId2"/>
            </p:blipFill>
            <p:spPr>
              <a:xfrm>
                <a:off x="658080" y="1826280"/>
                <a:ext cx="11110680" cy="490968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Simple groups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MY" dirty="0"/>
              <a:t>Examples?</a:t>
            </a:r>
            <a:endParaRPr lang="en-MY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4" name="Ink 3"/>
              <p14:cNvContentPartPr/>
              <p14:nvPr/>
            </p14:nvContentPartPr>
            <p14:xfrm>
              <a:off x="2508480" y="1983960"/>
              <a:ext cx="8670960" cy="3874320"/>
            </p14:xfrm>
          </p:contentPart>
        </mc:Choice>
        <mc:Fallback xmlns="">
          <p:pic>
            <p:nvPicPr>
              <p:cNvPr id="4" name="Ink 3"/>
            </p:nvPicPr>
            <p:blipFill>
              <a:blip r:embed="rId2"/>
            </p:blipFill>
            <p:spPr>
              <a:xfrm>
                <a:off x="2508480" y="1983960"/>
                <a:ext cx="8670960" cy="387432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Field Theory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MY" dirty="0"/>
              <a:t>Solving algebraic equation</a:t>
            </a:r>
            <a:endParaRPr lang="en-MY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4" name="Ink 3"/>
              <p14:cNvContentPartPr/>
              <p14:nvPr/>
            </p14:nvContentPartPr>
            <p14:xfrm>
              <a:off x="1283760" y="382680"/>
              <a:ext cx="9910080" cy="5418000"/>
            </p14:xfrm>
          </p:contentPart>
        </mc:Choice>
        <mc:Fallback xmlns="">
          <p:pic>
            <p:nvPicPr>
              <p:cNvPr id="4" name="Ink 3"/>
            </p:nvPicPr>
            <p:blipFill>
              <a:blip r:embed="rId2"/>
            </p:blipFill>
            <p:spPr>
              <a:xfrm>
                <a:off x="1283760" y="382680"/>
                <a:ext cx="9910080" cy="541800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Algebraic Extension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MY" dirty="0"/>
              <a:t>simple extension</a:t>
            </a:r>
            <a:endParaRPr lang="en-MY" dirty="0"/>
          </a:p>
          <a:p>
            <a:endParaRPr lang="en-MY" dirty="0"/>
          </a:p>
          <a:p>
            <a:endParaRPr lang="en-MY" dirty="0"/>
          </a:p>
          <a:p>
            <a:r>
              <a:rPr lang="en-MY" dirty="0"/>
              <a:t>Transcendental extension</a:t>
            </a:r>
            <a:endParaRPr lang="en-MY" dirty="0"/>
          </a:p>
          <a:p>
            <a:endParaRPr lang="en-MY" dirty="0"/>
          </a:p>
          <a:p>
            <a:endParaRPr lang="en-MY" dirty="0"/>
          </a:p>
          <a:p>
            <a:r>
              <a:rPr lang="en-MY" dirty="0"/>
              <a:t>Algebraic closure</a:t>
            </a:r>
            <a:endParaRPr lang="en-MY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4" name="Ink 3"/>
              <p14:cNvContentPartPr/>
              <p14:nvPr/>
            </p14:nvContentPartPr>
            <p14:xfrm>
              <a:off x="734040" y="248040"/>
              <a:ext cx="11237400" cy="6134760"/>
            </p14:xfrm>
          </p:contentPart>
        </mc:Choice>
        <mc:Fallback xmlns="">
          <p:pic>
            <p:nvPicPr>
              <p:cNvPr id="4" name="Ink 3"/>
            </p:nvPicPr>
            <p:blipFill>
              <a:blip r:embed="rId2"/>
            </p:blipFill>
            <p:spPr>
              <a:xfrm>
                <a:off x="734040" y="248040"/>
                <a:ext cx="11237400" cy="613476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Degree and index of a finite extension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MY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4" name="Ink 3"/>
              <p14:cNvContentPartPr/>
              <p14:nvPr/>
            </p14:nvContentPartPr>
            <p14:xfrm>
              <a:off x="1109880" y="704160"/>
              <a:ext cx="10494360" cy="5711760"/>
            </p14:xfrm>
          </p:contentPart>
        </mc:Choice>
        <mc:Fallback xmlns="">
          <p:pic>
            <p:nvPicPr>
              <p:cNvPr id="4" name="Ink 3"/>
            </p:nvPicPr>
            <p:blipFill>
              <a:blip r:embed="rId2"/>
            </p:blipFill>
            <p:spPr>
              <a:xfrm>
                <a:off x="1109880" y="704160"/>
                <a:ext cx="10494360" cy="571176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Splitting field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MY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4" name="Ink 3"/>
              <p14:cNvContentPartPr/>
              <p14:nvPr/>
            </p14:nvContentPartPr>
            <p14:xfrm>
              <a:off x="915120" y="1409040"/>
              <a:ext cx="10450800" cy="4223880"/>
            </p14:xfrm>
          </p:contentPart>
        </mc:Choice>
        <mc:Fallback xmlns="">
          <p:pic>
            <p:nvPicPr>
              <p:cNvPr id="4" name="Ink 3"/>
            </p:nvPicPr>
            <p:blipFill>
              <a:blip r:embed="rId2"/>
            </p:blipFill>
            <p:spPr>
              <a:xfrm>
                <a:off x="915120" y="1409040"/>
                <a:ext cx="10450800" cy="422388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Separable extension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MY" dirty="0"/>
              <a:t>Derivative and separability of a polynomial</a:t>
            </a:r>
            <a:endParaRPr lang="en-MY" dirty="0"/>
          </a:p>
          <a:p>
            <a:endParaRPr lang="en-MY" dirty="0"/>
          </a:p>
          <a:p>
            <a:pPr marL="0" indent="0">
              <a:buNone/>
            </a:pPr>
            <a:endParaRPr lang="en-MY" dirty="0"/>
          </a:p>
          <a:p>
            <a:pPr marL="0" indent="0">
              <a:buNone/>
            </a:pPr>
            <a:endParaRPr lang="en-MY" dirty="0"/>
          </a:p>
          <a:p>
            <a:r>
              <a:rPr lang="en-MY" dirty="0"/>
              <a:t>Perfect field</a:t>
            </a:r>
            <a:endParaRPr lang="en-MY" dirty="0"/>
          </a:p>
          <a:p>
            <a:endParaRPr lang="en-MY" dirty="0"/>
          </a:p>
          <a:p>
            <a:endParaRPr lang="en-MY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4" name="Ink 3"/>
              <p14:cNvContentPartPr/>
              <p14:nvPr/>
            </p14:nvContentPartPr>
            <p14:xfrm>
              <a:off x="1745280" y="618120"/>
              <a:ext cx="9054000" cy="4856040"/>
            </p14:xfrm>
          </p:contentPart>
        </mc:Choice>
        <mc:Fallback xmlns="">
          <p:pic>
            <p:nvPicPr>
              <p:cNvPr id="4" name="Ink 3"/>
            </p:nvPicPr>
            <p:blipFill>
              <a:blip r:embed="rId2"/>
            </p:blipFill>
            <p:spPr>
              <a:xfrm>
                <a:off x="1745280" y="618120"/>
                <a:ext cx="9054000" cy="485604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Normal/Galois Extension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MY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4" name="Ink 3"/>
              <p14:cNvContentPartPr/>
              <p14:nvPr/>
            </p14:nvContentPartPr>
            <p14:xfrm>
              <a:off x="1772640" y="1545120"/>
              <a:ext cx="9736920" cy="873360"/>
            </p14:xfrm>
          </p:contentPart>
        </mc:Choice>
        <mc:Fallback xmlns="">
          <p:pic>
            <p:nvPicPr>
              <p:cNvPr id="4" name="Ink 3"/>
            </p:nvPicPr>
            <p:blipFill>
              <a:blip r:embed="rId2"/>
            </p:blipFill>
            <p:spPr>
              <a:xfrm>
                <a:off x="1772640" y="1545120"/>
                <a:ext cx="9736920" cy="87336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Galois correspondence</a:t>
            </a:r>
            <a:endParaRPr lang="en-MY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3" name="Ink 2"/>
              <p14:cNvContentPartPr/>
              <p14:nvPr/>
            </p14:nvContentPartPr>
            <p14:xfrm>
              <a:off x="110160" y="228600"/>
              <a:ext cx="11663280" cy="6536880"/>
            </p14:xfrm>
          </p:contentPart>
        </mc:Choice>
        <mc:Fallback xmlns="">
          <p:pic>
            <p:nvPicPr>
              <p:cNvPr id="3" name="Ink 2"/>
            </p:nvPicPr>
            <p:blipFill>
              <a:blip r:embed="rId2"/>
            </p:blipFill>
            <p:spPr>
              <a:xfrm>
                <a:off x="110160" y="228600"/>
                <a:ext cx="11663280" cy="653688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Examples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MY" dirty="0"/>
              <a:t>Finite fields</a:t>
            </a:r>
            <a:endParaRPr lang="en-MY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4" name="Ink 3"/>
              <p14:cNvContentPartPr/>
              <p14:nvPr/>
            </p14:nvContentPartPr>
            <p14:xfrm>
              <a:off x="2545920" y="2413080"/>
              <a:ext cx="7503120" cy="1362600"/>
            </p14:xfrm>
          </p:contentPart>
        </mc:Choice>
        <mc:Fallback xmlns="">
          <p:pic>
            <p:nvPicPr>
              <p:cNvPr id="4" name="Ink 3"/>
            </p:nvPicPr>
            <p:blipFill>
              <a:blip r:embed="rId2"/>
            </p:blipFill>
            <p:spPr>
              <a:xfrm>
                <a:off x="2545920" y="2413080"/>
                <a:ext cx="7503120" cy="136260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Example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MY" dirty="0"/>
              <a:t>Quadratic extension</a:t>
            </a:r>
            <a:endParaRPr lang="en-MY" dirty="0"/>
          </a:p>
          <a:p>
            <a:endParaRPr lang="en-MY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4" name="Ink 3"/>
              <p14:cNvContentPartPr/>
              <p14:nvPr/>
            </p14:nvContentPartPr>
            <p14:xfrm>
              <a:off x="2187000" y="1132560"/>
              <a:ext cx="9213480" cy="3430440"/>
            </p14:xfrm>
          </p:contentPart>
        </mc:Choice>
        <mc:Fallback xmlns="">
          <p:pic>
            <p:nvPicPr>
              <p:cNvPr id="4" name="Ink 3"/>
            </p:nvPicPr>
            <p:blipFill>
              <a:blip r:embed="rId2"/>
            </p:blipFill>
            <p:spPr>
              <a:xfrm>
                <a:off x="2187000" y="1132560"/>
                <a:ext cx="9213480" cy="343044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Example</a:t>
            </a:r>
            <a:endParaRPr lang="en-MY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MY" dirty="0"/>
                  <a:t>Cyclotomic extension and radical extension</a:t>
                </a:r>
                <a:r>
                  <a:rPr lang="en-US" altLang="en-MY" dirty="0"/>
                  <a:t>.</a:t>
                </a:r>
                <a:endParaRPr lang="en-US" altLang="en-MY" dirty="0"/>
              </a:p>
              <a:p>
                <a:r>
                  <a:rPr lang="en-US" altLang="en-MY" dirty="0"/>
                  <a:t>Let </a:t>
                </a:r>
                <a14:m>
                  <m:oMath xmlns:m="http://schemas.openxmlformats.org/officeDocument/2006/math">
                    <m:r>
                      <a:rPr lang="en-US" altLang="en-MY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𝜁</m:t>
                    </m:r>
                  </m:oMath>
                </a14:m>
                <a:r>
                  <a:rPr lang="en-US" altLang="en-MY" dirty="0"/>
                  <a:t> be a primitive n-th root of unity </a:t>
                </a:r>
                <a:endParaRPr lang="en-MY" dirty="0"/>
              </a:p>
              <a:p>
                <a:pPr marL="0" indent="0">
                  <a:buNone/>
                </a:pPr>
                <a:r>
                  <a:rPr lang="en-US" altLang="en-MY" dirty="0"/>
                  <a:t> </a:t>
                </a:r>
                <a:endParaRPr lang="en-US" altLang="en-MY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MY" i="1" dirty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𝐺</m:t>
                      </m:r>
                      <m:r>
                        <a:rPr lang="en-US" altLang="en-MY" i="1" dirty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(</m:t>
                      </m:r>
                      <m:r>
                        <a:rPr lang="en-US" altLang="en-MY" i="1" dirty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ℚ</m:t>
                      </m:r>
                      <m:r>
                        <a:rPr lang="en-US" altLang="en-MY" i="1" dirty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(</m:t>
                      </m:r>
                      <m:r>
                        <a:rPr lang="en-US" altLang="en-MY" i="1" dirty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𝜁</m:t>
                      </m:r>
                      <m:r>
                        <a:rPr lang="en-US" altLang="en-MY" i="1" dirty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)/</m:t>
                      </m:r>
                      <m:r>
                        <a:rPr lang="en-US" altLang="en-MY" i="1" dirty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ℚ</m:t>
                      </m:r>
                      <m:r>
                        <a:rPr lang="en-US" altLang="en-MY" i="1" dirty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) </m:t>
                      </m:r>
                      <m:r>
                        <a:rPr lang="en-US" altLang="en-MY" i="1" dirty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≅</m:t>
                      </m:r>
                      <m:r>
                        <a:rPr lang="en-US" altLang="en-MY" i="1" dirty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𝐴𝑢𝑡</m:t>
                      </m:r>
                      <m:r>
                        <a:rPr lang="en-US" altLang="en-MY" i="1" dirty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en-MY" i="1" dirty="0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MY" i="1" dirty="0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𝕫</m:t>
                          </m:r>
                        </m:e>
                        <m:sub>
                          <m:r>
                            <a:rPr lang="en-US" altLang="en-MY" i="1" dirty="0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en-MY" i="1" dirty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en-MY" i="1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en-MY" i="1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en-MY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If </a:t>
                </a:r>
                <a14:m>
                  <m:oMath xmlns:m="http://schemas.openxmlformats.org/officeDocument/2006/math">
                    <m:rad>
                      <m:radPr>
                        <m:ctrlPr>
                          <a:rPr lang="en-US" altLang="en-MY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radPr>
                      <m:deg>
                        <m:r>
                          <a:rPr lang="en-US" altLang="en-MY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𝑛</m:t>
                        </m:r>
                      </m:deg>
                      <m:e>
                        <m:r>
                          <a:rPr lang="en-US" altLang="en-MY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𝑎</m:t>
                        </m:r>
                      </m:e>
                    </m:rad>
                  </m:oMath>
                </a14:m>
                <a:r>
                  <a:rPr lang="en-US" altLang="en-MY" dirty="0"/>
                  <a:t> is not in </a:t>
                </a:r>
                <a14:m>
                  <m:oMath xmlns:m="http://schemas.openxmlformats.org/officeDocument/2006/math">
                    <m:r>
                      <a:rPr lang="en-US" altLang="en-MY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ℚ</m:t>
                    </m:r>
                  </m:oMath>
                </a14:m>
                <a:r>
                  <a:rPr lang="en-US" altLang="en-MY" dirty="0"/>
                  <a:t>, then </a:t>
                </a:r>
                <a:endParaRPr lang="en-US" altLang="en-MY" dirty="0"/>
              </a:p>
              <a:p>
                <a:pPr marL="0" indent="0">
                  <a:buNone/>
                </a:pPr>
                <a:r>
                  <a:rPr lang="en-US" altLang="en-MY" dirty="0"/>
                  <a:t>				</a:t>
                </a:r>
                <a14:m>
                  <m:oMath xmlns:m="http://schemas.openxmlformats.org/officeDocument/2006/math">
                    <m:r>
                      <a:rPr lang="en-US" altLang="en-MY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𝐺</m:t>
                    </m:r>
                    <m:r>
                      <a:rPr lang="en-US" altLang="en-MY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(</m:t>
                    </m:r>
                    <m:r>
                      <a:rPr lang="en-US" altLang="en-MY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ℚ</m:t>
                    </m:r>
                    <m:r>
                      <a:rPr lang="en-US" altLang="en-MY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(</m:t>
                    </m:r>
                    <m:r>
                      <a:rPr lang="en-US" altLang="en-MY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𝜁</m:t>
                    </m:r>
                    <m:r>
                      <a:rPr lang="en-US" altLang="en-MY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,</m:t>
                    </m:r>
                    <m:rad>
                      <m:radPr>
                        <m:ctrlPr>
                          <a:rPr lang="en-US" altLang="en-MY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radPr>
                      <m:deg>
                        <m:r>
                          <a:rPr lang="en-US" altLang="en-MY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𝑛</m:t>
                        </m:r>
                      </m:deg>
                      <m:e>
                        <m:r>
                          <a:rPr lang="en-US" altLang="en-MY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𝑎</m:t>
                        </m:r>
                      </m:e>
                    </m:rad>
                    <m:r>
                      <a:rPr lang="en-US" altLang="en-MY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)/</m:t>
                    </m:r>
                    <m:r>
                      <a:rPr lang="en-US" altLang="en-MY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ℚ</m:t>
                    </m:r>
                    <m:r>
                      <a:rPr lang="en-US" altLang="en-MY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) ≅</m:t>
                    </m:r>
                    <m:sSub>
                      <m:sSubPr>
                        <m:ctrlPr>
                          <a:rPr lang="en-US" altLang="en-MY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MY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𝕫</m:t>
                        </m:r>
                      </m:e>
                      <m:sub>
                        <m:r>
                          <a:rPr lang="en-US" altLang="en-MY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en-MY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⋊</m:t>
                    </m:r>
                    <m:r>
                      <a:rPr lang="en-US" altLang="en-MY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𝐴𝑢𝑡</m:t>
                    </m:r>
                    <m:r>
                      <a:rPr lang="en-US" altLang="en-MY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en-MY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MY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𝕫</m:t>
                        </m:r>
                      </m:e>
                      <m:sub>
                        <m:r>
                          <a:rPr lang="en-US" altLang="en-MY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en-MY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en-MY" i="1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en-MY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1165</Words>
  <Application>WPS Presentation</Application>
  <PresentationFormat>Widescreen</PresentationFormat>
  <Paragraphs>135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8" baseType="lpstr">
      <vt:lpstr>Arial</vt:lpstr>
      <vt:lpstr>SimSun</vt:lpstr>
      <vt:lpstr>Wingdings</vt:lpstr>
      <vt:lpstr>Cambria Math</vt:lpstr>
      <vt:lpstr>Calibri Light</vt:lpstr>
      <vt:lpstr>Calibri</vt:lpstr>
      <vt:lpstr>微软雅黑</vt:lpstr>
      <vt:lpstr>Arial Unicode MS</vt:lpstr>
      <vt:lpstr>等线 Light</vt:lpstr>
      <vt:lpstr>等线</vt:lpstr>
      <vt:lpstr>宋体</vt:lpstr>
      <vt:lpstr>文泉驿正黑</vt:lpstr>
      <vt:lpstr>Office Theme</vt:lpstr>
      <vt:lpstr>MAT205: Abstract Algebra II </vt:lpstr>
      <vt:lpstr>Group Theory</vt:lpstr>
      <vt:lpstr>Free group</vt:lpstr>
      <vt:lpstr>Free Abelian group</vt:lpstr>
      <vt:lpstr>Subgroup of a free abelian group</vt:lpstr>
      <vt:lpstr>Group Theory</vt:lpstr>
      <vt:lpstr>-group action and counting</vt:lpstr>
      <vt:lpstr>Consequences of counting equation</vt:lpstr>
      <vt:lpstr>Sylow’s theorem</vt:lpstr>
      <vt:lpstr>PowerPoint 演示文稿</vt:lpstr>
      <vt:lpstr>PowerPoint 演示文稿</vt:lpstr>
      <vt:lpstr>Important examples </vt:lpstr>
      <vt:lpstr>Semi-direct product</vt:lpstr>
      <vt:lpstr>Nilpotent and Solvable groups</vt:lpstr>
      <vt:lpstr>Simple groups</vt:lpstr>
      <vt:lpstr>Field Theory</vt:lpstr>
      <vt:lpstr>Algebraic Extension</vt:lpstr>
      <vt:lpstr>Degree and index of a finite extension</vt:lpstr>
      <vt:lpstr>Splitting field</vt:lpstr>
      <vt:lpstr>Separable extension</vt:lpstr>
      <vt:lpstr>Normal/Galois Extension</vt:lpstr>
      <vt:lpstr>Galois correspondence</vt:lpstr>
      <vt:lpstr>Examples</vt:lpstr>
      <vt:lpstr>Example</vt:lpstr>
      <vt:lpstr>Example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MAT211: Abstract Algebra</dc:title>
  <dc:creator>Ma Jiajun</dc:creator>
  <cp:lastModifiedBy>hoxide</cp:lastModifiedBy>
  <cp:revision>835</cp:revision>
  <dcterms:created xsi:type="dcterms:W3CDTF">2023-07-06T16:05:10Z</dcterms:created>
  <dcterms:modified xsi:type="dcterms:W3CDTF">2023-07-06T16:05:10Z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0x0101001594938C8331CC42A4FCEDC9F70D2D1C</vt:lpwstr>
  </property>
  <property fmtid="{D5CDD505-2E9C-101B-9397-08002B2CF9AE}" pid="3" name="KSOProductBuildVer">
    <vt:lpwstr>1033-11.1.0.10920</vt:lpwstr>
  </property>
</Properties>
</file>